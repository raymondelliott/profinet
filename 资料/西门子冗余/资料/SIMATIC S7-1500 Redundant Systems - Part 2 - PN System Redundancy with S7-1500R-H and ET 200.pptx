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xml" ContentType="application/vnd.openxmlformats-officedocument.presentationml.notesSlide+xml"/>
  <Override PartName="/ppt/media/image13.bin" ContentType="image/png"/>
  <Override PartName="/ppt/tags/tag16.xml" ContentType="application/vnd.openxmlformats-officedocument.presentationml.tags+xml"/>
  <Override PartName="/ppt/notesSlides/notesSlide2.xml" ContentType="application/vnd.openxmlformats-officedocument.presentationml.notesSlide+xml"/>
  <Override PartName="/ppt/media/image17.bin" ContentType="image/png"/>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4.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handoutMasterIdLst>
    <p:handoutMasterId r:id="rId46"/>
  </p:handoutMasterIdLst>
  <p:sldIdLst>
    <p:sldId id="9785" r:id="rId5"/>
    <p:sldId id="9833" r:id="rId6"/>
    <p:sldId id="344" r:id="rId7"/>
    <p:sldId id="9786" r:id="rId8"/>
    <p:sldId id="9834" r:id="rId9"/>
    <p:sldId id="9783" r:id="rId10"/>
    <p:sldId id="9072" r:id="rId11"/>
    <p:sldId id="9811" r:id="rId12"/>
    <p:sldId id="9812" r:id="rId13"/>
    <p:sldId id="9814" r:id="rId14"/>
    <p:sldId id="9813" r:id="rId15"/>
    <p:sldId id="9817" r:id="rId16"/>
    <p:sldId id="9808" r:id="rId17"/>
    <p:sldId id="9810" r:id="rId18"/>
    <p:sldId id="9809" r:id="rId19"/>
    <p:sldId id="9818" r:id="rId20"/>
    <p:sldId id="9820" r:id="rId21"/>
    <p:sldId id="9819" r:id="rId22"/>
    <p:sldId id="9825" r:id="rId23"/>
    <p:sldId id="9826" r:id="rId24"/>
    <p:sldId id="9827" r:id="rId25"/>
    <p:sldId id="9828" r:id="rId26"/>
    <p:sldId id="9829" r:id="rId27"/>
    <p:sldId id="9815" r:id="rId28"/>
    <p:sldId id="9800" r:id="rId29"/>
    <p:sldId id="9804" r:id="rId30"/>
    <p:sldId id="9801" r:id="rId31"/>
    <p:sldId id="9802" r:id="rId32"/>
    <p:sldId id="9803" r:id="rId33"/>
    <p:sldId id="9816" r:id="rId34"/>
    <p:sldId id="9792" r:id="rId35"/>
    <p:sldId id="9794" r:id="rId36"/>
    <p:sldId id="9795" r:id="rId37"/>
    <p:sldId id="9830" r:id="rId38"/>
    <p:sldId id="9797" r:id="rId39"/>
    <p:sldId id="9831" r:id="rId40"/>
    <p:sldId id="9832" r:id="rId41"/>
    <p:sldId id="2050" r:id="rId42"/>
    <p:sldId id="358" r:id="rId43"/>
    <p:sldId id="268" r:id="rId44"/>
  </p:sldIdLst>
  <p:sldSz cx="12192000" cy="6858000"/>
  <p:notesSz cx="6858000" cy="9144000"/>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elcharts" id="{DB952CA2-F37E-4B72-9E03-5C01D6602214}">
          <p14:sldIdLst>
            <p14:sldId id="9785"/>
          </p14:sldIdLst>
        </p14:section>
        <p14:section name="Inhaltsverzeichnisse" id="{5B9143C2-DC2D-4997-8FBC-9296D9BEB76F}">
          <p14:sldIdLst>
            <p14:sldId id="9833"/>
          </p14:sldIdLst>
        </p14:section>
        <p14:section name="Inhaltsseiten" id="{C54510C2-4863-4A6A-825E-537E19B105CC}">
          <p14:sldIdLst>
            <p14:sldId id="344"/>
            <p14:sldId id="9786"/>
            <p14:sldId id="9834"/>
            <p14:sldId id="9783"/>
            <p14:sldId id="9072"/>
            <p14:sldId id="9811"/>
            <p14:sldId id="9812"/>
            <p14:sldId id="9814"/>
            <p14:sldId id="9813"/>
            <p14:sldId id="9817"/>
            <p14:sldId id="9808"/>
            <p14:sldId id="9810"/>
            <p14:sldId id="9809"/>
            <p14:sldId id="9818"/>
            <p14:sldId id="9820"/>
            <p14:sldId id="9819"/>
            <p14:sldId id="9825"/>
            <p14:sldId id="9826"/>
            <p14:sldId id="9827"/>
            <p14:sldId id="9828"/>
            <p14:sldId id="9829"/>
            <p14:sldId id="9815"/>
            <p14:sldId id="9800"/>
            <p14:sldId id="9804"/>
            <p14:sldId id="9801"/>
            <p14:sldId id="9802"/>
            <p14:sldId id="9803"/>
            <p14:sldId id="9816"/>
            <p14:sldId id="9792"/>
            <p14:sldId id="9794"/>
            <p14:sldId id="9795"/>
            <p14:sldId id="9830"/>
            <p14:sldId id="9797"/>
            <p14:sldId id="9831"/>
            <p14:sldId id="9832"/>
            <p14:sldId id="2050"/>
          </p14:sldIdLst>
        </p14:section>
        <p14:section name="Disclaimer, Kontakt" id="{0D568892-780D-4C8E-9447-F21546C88527}">
          <p14:sldIdLst>
            <p14:sldId id="358"/>
            <p14:sldId id="268"/>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ny Welle" initials="DW" lastIdx="1" clrIdx="0">
    <p:extLst>
      <p:ext uri="{19B8F6BF-5375-455C-9EA6-DF929625EA0E}">
        <p15:presenceInfo xmlns:p15="http://schemas.microsoft.com/office/powerpoint/2012/main" userId="S::denwelle1@publicisgroupe.net::08b00602-60fa-48c3-96fb-06a947b67c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0B9"/>
    <a:srgbClr val="008787"/>
    <a:srgbClr val="0064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E3FDE45-AF77-4B5C-9715-49D594BDF05E}" styleName="Light Style 1 - Accent 2">
    <a:wholeTbl>
      <a:tcTxStyle>
        <a:fontRef idx="minor">
          <a:scrgbClr r="0" g="0" b="0"/>
        </a:fontRef>
        <a:schemeClr val="tx1"/>
      </a:tcTxStyle>
      <a:tcStyle>
        <a:tcBdr>
          <a:left>
            <a:ln>
              <a:noFill/>
            </a:ln>
          </a:left>
          <a:right>
            <a:ln>
              <a:noFill/>
            </a:ln>
          </a:right>
          <a:top>
            <a:ln>
              <a:noFill/>
            </a:ln>
          </a:top>
          <a:bottom>
            <a:ln w="12700" cmpd="sng">
              <a:solidFill>
                <a:schemeClr val="accent6">
                  <a:alpha val="15000"/>
                </a:schemeClr>
              </a:solidFill>
            </a:ln>
          </a:bottom>
          <a:insideH>
            <a:ln w="12700" cmpd="sng">
              <a:solidFill>
                <a:schemeClr val="accent6">
                  <a:alpha val="15000"/>
                </a:schemeClr>
              </a:solidFill>
            </a:ln>
          </a:insideH>
          <a:insideV>
            <a:ln>
              <a:noFill/>
            </a:ln>
          </a:insideV>
        </a:tcBdr>
        <a:fill>
          <a:noFill/>
        </a:fill>
      </a:tcStyle>
    </a:wholeTbl>
    <a:band1H>
      <a:tcStyle>
        <a:tcBdr>
          <a:bottom>
            <a:ln w="12700" cmpd="sng">
              <a:solidFill>
                <a:schemeClr val="accent6">
                  <a:alpha val="15000"/>
                </a:schemeClr>
              </a:solidFill>
            </a:ln>
          </a:bottom>
        </a:tcBdr>
        <a:fill>
          <a:solidFill>
            <a:schemeClr val="accent6">
              <a:alpha val="5000"/>
            </a:schemeClr>
          </a:solidFill>
        </a:fill>
      </a:tcStyle>
    </a:band1H>
    <a:band2H>
      <a:tcStyle>
        <a:tcBdr>
          <a:bottom>
            <a:ln w="12700" cmpd="sng">
              <a:solidFill>
                <a:schemeClr val="accent6">
                  <a:alpha val="15000"/>
                </a:schemeClr>
              </a:solidFill>
            </a:ln>
          </a:bottom>
        </a:tcBdr>
      </a:tcStyle>
    </a:band2H>
    <a:band1V>
      <a:tcStyle>
        <a:tcBdr/>
        <a:fill>
          <a:solidFill>
            <a:schemeClr val="accent6">
              <a:alpha val="5000"/>
            </a:schemeClr>
          </a:solidFill>
        </a:fill>
      </a:tcStyle>
    </a:band1V>
    <a:lastCol>
      <a:tcTxStyle b="on"/>
      <a:tcStyle>
        <a:tcBdr/>
      </a:tcStyle>
    </a:lastCol>
    <a:firstCol>
      <a:tcTxStyle b="on"/>
      <a:tcStyle>
        <a:tcBdr/>
      </a:tcStyle>
    </a:firstCol>
    <a:lastRow>
      <a:tcTxStyle b="on"/>
      <a:tcStyle>
        <a:tcBdr>
          <a:bottom>
            <a:ln w="28575" cmpd="sng">
              <a:solidFill>
                <a:schemeClr val="dk1"/>
              </a:solidFill>
            </a:ln>
          </a:bottom>
        </a:tcBdr>
        <a:fill>
          <a:noFill/>
        </a:fill>
      </a:tcStyle>
    </a:lastRow>
    <a:firstRow>
      <a:tcTxStyle b="on"/>
      <a:tcStyle>
        <a:tcBdr>
          <a:bottom>
            <a:ln w="28575" cmpd="sng">
              <a:solidFill>
                <a:schemeClr val="dk1"/>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7461" autoAdjust="0"/>
  </p:normalViewPr>
  <p:slideViewPr>
    <p:cSldViewPr snapToGrid="0" showGuides="1">
      <p:cViewPr varScale="1">
        <p:scale>
          <a:sx n="122" d="100"/>
          <a:sy n="122" d="100"/>
        </p:scale>
        <p:origin x="234" y="108"/>
      </p:cViewPr>
      <p:guideLst>
        <p:guide pos="3840"/>
        <p:guide orient="horz" pos="2160"/>
      </p:guideLst>
    </p:cSldViewPr>
  </p:slideViewPr>
  <p:outlineViewPr>
    <p:cViewPr>
      <p:scale>
        <a:sx n="33" d="100"/>
        <a:sy n="33" d="100"/>
      </p:scale>
      <p:origin x="0" y="-11802"/>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4" d="100"/>
          <a:sy n="84" d="100"/>
        </p:scale>
        <p:origin x="391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ilmann, Dominik (DI FA SEA IOD)" userId="cc824e5f-de24-45d3-99f0-00b00752e1ff" providerId="ADAL" clId="{F593E330-FAFF-4BE7-BC60-0CBEBDF5666C}"/>
    <pc:docChg chg="custSel addSld modSld sldOrd modSection replTag">
      <pc:chgData name="Zeilmann, Dominik (DI FA SEA IOD)" userId="cc824e5f-de24-45d3-99f0-00b00752e1ff" providerId="ADAL" clId="{F593E330-FAFF-4BE7-BC60-0CBEBDF5666C}" dt="2022-11-03T09:19:43.164" v="1098" actId="1076"/>
      <pc:docMkLst>
        <pc:docMk/>
      </pc:docMkLst>
      <pc:sldChg chg="modSp mod">
        <pc:chgData name="Zeilmann, Dominik (DI FA SEA IOD)" userId="cc824e5f-de24-45d3-99f0-00b00752e1ff" providerId="ADAL" clId="{F593E330-FAFF-4BE7-BC60-0CBEBDF5666C}" dt="2022-09-20T11:46:01.680" v="0" actId="20577"/>
        <pc:sldMkLst>
          <pc:docMk/>
          <pc:sldMk cId="1286651627" sldId="9791"/>
        </pc:sldMkLst>
        <pc:spChg chg="mod">
          <ac:chgData name="Zeilmann, Dominik (DI FA SEA IOD)" userId="cc824e5f-de24-45d3-99f0-00b00752e1ff" providerId="ADAL" clId="{F593E330-FAFF-4BE7-BC60-0CBEBDF5666C}" dt="2022-09-20T11:46:01.680" v="0" actId="20577"/>
          <ac:spMkLst>
            <pc:docMk/>
            <pc:sldMk cId="1286651627" sldId="9791"/>
            <ac:spMk id="27" creationId="{00000000-0000-0000-0000-000000000000}"/>
          </ac:spMkLst>
        </pc:spChg>
      </pc:sldChg>
      <pc:sldChg chg="addSp delSp modSp mod">
        <pc:chgData name="Zeilmann, Dominik (DI FA SEA IOD)" userId="cc824e5f-de24-45d3-99f0-00b00752e1ff" providerId="ADAL" clId="{F593E330-FAFF-4BE7-BC60-0CBEBDF5666C}" dt="2022-10-25T08:14:25.443" v="717"/>
        <pc:sldMkLst>
          <pc:docMk/>
          <pc:sldMk cId="3758560682" sldId="9792"/>
        </pc:sldMkLst>
        <pc:spChg chg="mod ord">
          <ac:chgData name="Zeilmann, Dominik (DI FA SEA IOD)" userId="cc824e5f-de24-45d3-99f0-00b00752e1ff" providerId="ADAL" clId="{F593E330-FAFF-4BE7-BC60-0CBEBDF5666C}" dt="2022-10-25T08:14:25.439" v="709"/>
          <ac:spMkLst>
            <pc:docMk/>
            <pc:sldMk cId="3758560682" sldId="9792"/>
            <ac:spMk id="2" creationId="{FC3625B7-6E71-4862-8687-E4ED1A58BD31}"/>
          </ac:spMkLst>
        </pc:spChg>
        <pc:spChg chg="mod ord">
          <ac:chgData name="Zeilmann, Dominik (DI FA SEA IOD)" userId="cc824e5f-de24-45d3-99f0-00b00752e1ff" providerId="ADAL" clId="{F593E330-FAFF-4BE7-BC60-0CBEBDF5666C}" dt="2022-10-25T08:14:25.439" v="711"/>
          <ac:spMkLst>
            <pc:docMk/>
            <pc:sldMk cId="3758560682" sldId="9792"/>
            <ac:spMk id="3" creationId="{075A84F9-CE03-980F-BF24-0981FFFF7110}"/>
          </ac:spMkLst>
        </pc:spChg>
        <pc:spChg chg="del">
          <ac:chgData name="Zeilmann, Dominik (DI FA SEA IOD)" userId="cc824e5f-de24-45d3-99f0-00b00752e1ff" providerId="ADAL" clId="{F593E330-FAFF-4BE7-BC60-0CBEBDF5666C}" dt="2022-10-25T08:14:05.420" v="644" actId="478"/>
          <ac:spMkLst>
            <pc:docMk/>
            <pc:sldMk cId="3758560682" sldId="9792"/>
            <ac:spMk id="4" creationId="{6BB6BF0E-7D65-A444-3145-947E5D0549E2}"/>
          </ac:spMkLst>
        </pc:spChg>
        <pc:spChg chg="add del mod modVis">
          <ac:chgData name="Zeilmann, Dominik (DI FA SEA IOD)" userId="cc824e5f-de24-45d3-99f0-00b00752e1ff" providerId="ADAL" clId="{F593E330-FAFF-4BE7-BC60-0CBEBDF5666C}" dt="2022-10-25T08:14:25.441" v="715"/>
          <ac:spMkLst>
            <pc:docMk/>
            <pc:sldMk cId="3758560682" sldId="9792"/>
            <ac:spMk id="6" creationId="{B21A2D1D-2D7A-CB1A-6C97-D60D922A7D0A}"/>
          </ac:spMkLst>
        </pc:spChg>
        <pc:spChg chg="mod ord">
          <ac:chgData name="Zeilmann, Dominik (DI FA SEA IOD)" userId="cc824e5f-de24-45d3-99f0-00b00752e1ff" providerId="ADAL" clId="{F593E330-FAFF-4BE7-BC60-0CBEBDF5666C}" dt="2022-10-25T08:14:25.438" v="707"/>
          <ac:spMkLst>
            <pc:docMk/>
            <pc:sldMk cId="3758560682" sldId="9792"/>
            <ac:spMk id="12" creationId="{AF564EC5-ED64-4093-9F3D-79901D7E9A45}"/>
          </ac:spMkLst>
        </pc:spChg>
        <pc:spChg chg="mod">
          <ac:chgData name="Zeilmann, Dominik (DI FA SEA IOD)" userId="cc824e5f-de24-45d3-99f0-00b00752e1ff" providerId="ADAL" clId="{F593E330-FAFF-4BE7-BC60-0CBEBDF5666C}" dt="2022-10-25T08:14:25.438" v="705"/>
          <ac:spMkLst>
            <pc:docMk/>
            <pc:sldMk cId="3758560682" sldId="9792"/>
            <ac:spMk id="64" creationId="{00000000-0000-0000-0000-000000000000}"/>
          </ac:spMkLst>
        </pc:spChg>
        <pc:graphicFrameChg chg="mod">
          <ac:chgData name="Zeilmann, Dominik (DI FA SEA IOD)" userId="cc824e5f-de24-45d3-99f0-00b00752e1ff" providerId="ADAL" clId="{F593E330-FAFF-4BE7-BC60-0CBEBDF5666C}" dt="2022-10-25T08:14:25.443" v="717"/>
          <ac:graphicFrameMkLst>
            <pc:docMk/>
            <pc:sldMk cId="3758560682" sldId="9792"/>
            <ac:graphicFrameMk id="65" creationId="{00000000-0000-0000-0000-000000000000}"/>
          </ac:graphicFrameMkLst>
        </pc:graphicFrameChg>
        <pc:picChg chg="add mod ord">
          <ac:chgData name="Zeilmann, Dominik (DI FA SEA IOD)" userId="cc824e5f-de24-45d3-99f0-00b00752e1ff" providerId="ADAL" clId="{F593E330-FAFF-4BE7-BC60-0CBEBDF5666C}" dt="2022-10-25T08:14:25.437" v="704"/>
          <ac:picMkLst>
            <pc:docMk/>
            <pc:sldMk cId="3758560682" sldId="9792"/>
            <ac:picMk id="5" creationId="{E26DA85F-7F76-171B-7F51-6CBED0D840A9}"/>
          </ac:picMkLst>
        </pc:picChg>
      </pc:sldChg>
      <pc:sldChg chg="addSp delSp modSp new add mod">
        <pc:chgData name="Zeilmann, Dominik (DI FA SEA IOD)" userId="cc824e5f-de24-45d3-99f0-00b00752e1ff" providerId="ADAL" clId="{F593E330-FAFF-4BE7-BC60-0CBEBDF5666C}" dt="2022-11-03T09:15:14.447" v="950" actId="1076"/>
        <pc:sldMkLst>
          <pc:docMk/>
          <pc:sldMk cId="1874514011" sldId="9794"/>
        </pc:sldMkLst>
        <pc:spChg chg="mod">
          <ac:chgData name="Zeilmann, Dominik (DI FA SEA IOD)" userId="cc824e5f-de24-45d3-99f0-00b00752e1ff" providerId="ADAL" clId="{F593E330-FAFF-4BE7-BC60-0CBEBDF5666C}" dt="2022-09-20T11:57:54.911" v="30" actId="948"/>
          <ac:spMkLst>
            <pc:docMk/>
            <pc:sldMk cId="1874514011" sldId="9794"/>
            <ac:spMk id="2" creationId="{A8020DF4-44C3-C6A0-CC50-8FF18BD3C396}"/>
          </ac:spMkLst>
        </pc:spChg>
        <pc:spChg chg="add del mod">
          <ac:chgData name="Zeilmann, Dominik (DI FA SEA IOD)" userId="cc824e5f-de24-45d3-99f0-00b00752e1ff" providerId="ADAL" clId="{F593E330-FAFF-4BE7-BC60-0CBEBDF5666C}" dt="2022-10-25T08:10:49.896" v="207" actId="478"/>
          <ac:spMkLst>
            <pc:docMk/>
            <pc:sldMk cId="1874514011" sldId="9794"/>
            <ac:spMk id="5" creationId="{BBB1E209-3AC6-195E-22E8-8A96D8E9FDA9}"/>
          </ac:spMkLst>
        </pc:spChg>
        <pc:spChg chg="add mod">
          <ac:chgData name="Zeilmann, Dominik (DI FA SEA IOD)" userId="cc824e5f-de24-45d3-99f0-00b00752e1ff" providerId="ADAL" clId="{F593E330-FAFF-4BE7-BC60-0CBEBDF5666C}" dt="2022-11-03T09:15:10.207" v="949" actId="20577"/>
          <ac:spMkLst>
            <pc:docMk/>
            <pc:sldMk cId="1874514011" sldId="9794"/>
            <ac:spMk id="15" creationId="{50249483-5BEF-4DBA-3BBC-A12ED5927A31}"/>
          </ac:spMkLst>
        </pc:spChg>
        <pc:graphicFrameChg chg="add mod ord modVis replST">
          <ac:chgData name="Zeilmann, Dominik (DI FA SEA IOD)" userId="cc824e5f-de24-45d3-99f0-00b00752e1ff" providerId="ADAL" clId="{F593E330-FAFF-4BE7-BC60-0CBEBDF5666C}" dt="2022-09-20T11:57:54.917" v="34"/>
          <ac:graphicFrameMkLst>
            <pc:docMk/>
            <pc:sldMk cId="1874514011" sldId="9794"/>
            <ac:graphicFrameMk id="4" creationId="{4E97F462-465D-91F5-8B76-24A8827EC9D6}"/>
          </ac:graphicFrameMkLst>
        </pc:graphicFrameChg>
        <pc:graphicFrameChg chg="add mod modGraphic">
          <ac:chgData name="Zeilmann, Dominik (DI FA SEA IOD)" userId="cc824e5f-de24-45d3-99f0-00b00752e1ff" providerId="ADAL" clId="{F593E330-FAFF-4BE7-BC60-0CBEBDF5666C}" dt="2022-11-03T09:15:14.447" v="950" actId="1076"/>
          <ac:graphicFrameMkLst>
            <pc:docMk/>
            <pc:sldMk cId="1874514011" sldId="9794"/>
            <ac:graphicFrameMk id="6" creationId="{1F15B0CB-7857-C0C6-44E8-EB638917087F}"/>
          </ac:graphicFrameMkLst>
        </pc:graphicFrameChg>
        <pc:picChg chg="add mod modCrop">
          <ac:chgData name="Zeilmann, Dominik (DI FA SEA IOD)" userId="cc824e5f-de24-45d3-99f0-00b00752e1ff" providerId="ADAL" clId="{F593E330-FAFF-4BE7-BC60-0CBEBDF5666C}" dt="2022-10-25T08:15:37.856" v="726" actId="1076"/>
          <ac:picMkLst>
            <pc:docMk/>
            <pc:sldMk cId="1874514011" sldId="9794"/>
            <ac:picMk id="8" creationId="{F8422E2D-9D45-A189-F18E-D6EF38CBFDB1}"/>
          </ac:picMkLst>
        </pc:picChg>
        <pc:picChg chg="add mod modCrop">
          <ac:chgData name="Zeilmann, Dominik (DI FA SEA IOD)" userId="cc824e5f-de24-45d3-99f0-00b00752e1ff" providerId="ADAL" clId="{F593E330-FAFF-4BE7-BC60-0CBEBDF5666C}" dt="2022-10-25T08:11:16.136" v="216" actId="1076"/>
          <ac:picMkLst>
            <pc:docMk/>
            <pc:sldMk cId="1874514011" sldId="9794"/>
            <ac:picMk id="10" creationId="{213F1C69-D54A-18C8-8BEE-F5DCA5DFAA4B}"/>
          </ac:picMkLst>
        </pc:picChg>
        <pc:picChg chg="add mod modCrop">
          <ac:chgData name="Zeilmann, Dominik (DI FA SEA IOD)" userId="cc824e5f-de24-45d3-99f0-00b00752e1ff" providerId="ADAL" clId="{F593E330-FAFF-4BE7-BC60-0CBEBDF5666C}" dt="2022-10-25T08:11:02.471" v="212" actId="1076"/>
          <ac:picMkLst>
            <pc:docMk/>
            <pc:sldMk cId="1874514011" sldId="9794"/>
            <ac:picMk id="12" creationId="{728086C1-367F-EADF-8849-4B0F22C7DC77}"/>
          </ac:picMkLst>
        </pc:picChg>
        <pc:picChg chg="add mod modCrop">
          <ac:chgData name="Zeilmann, Dominik (DI FA SEA IOD)" userId="cc824e5f-de24-45d3-99f0-00b00752e1ff" providerId="ADAL" clId="{F593E330-FAFF-4BE7-BC60-0CBEBDF5666C}" dt="2022-10-25T08:11:11.559" v="215" actId="1076"/>
          <ac:picMkLst>
            <pc:docMk/>
            <pc:sldMk cId="1874514011" sldId="9794"/>
            <ac:picMk id="14" creationId="{B1785B5D-616B-B680-8F39-DCB6DA439257}"/>
          </ac:picMkLst>
        </pc:picChg>
      </pc:sldChg>
      <pc:sldChg chg="addSp modSp new add mod ord">
        <pc:chgData name="Zeilmann, Dominik (DI FA SEA IOD)" userId="cc824e5f-de24-45d3-99f0-00b00752e1ff" providerId="ADAL" clId="{F593E330-FAFF-4BE7-BC60-0CBEBDF5666C}" dt="2022-10-25T08:18:20.949" v="934" actId="20577"/>
        <pc:sldMkLst>
          <pc:docMk/>
          <pc:sldMk cId="1354691719" sldId="9795"/>
        </pc:sldMkLst>
        <pc:spChg chg="mod">
          <ac:chgData name="Zeilmann, Dominik (DI FA SEA IOD)" userId="cc824e5f-de24-45d3-99f0-00b00752e1ff" providerId="ADAL" clId="{F593E330-FAFF-4BE7-BC60-0CBEBDF5666C}" dt="2022-10-25T08:11:40.993" v="262" actId="948"/>
          <ac:spMkLst>
            <pc:docMk/>
            <pc:sldMk cId="1354691719" sldId="9795"/>
            <ac:spMk id="2" creationId="{7987EFCA-DAA4-BA74-2708-F825BEB56106}"/>
          </ac:spMkLst>
        </pc:spChg>
        <pc:spChg chg="add mod">
          <ac:chgData name="Zeilmann, Dominik (DI FA SEA IOD)" userId="cc824e5f-de24-45d3-99f0-00b00752e1ff" providerId="ADAL" clId="{F593E330-FAFF-4BE7-BC60-0CBEBDF5666C}" dt="2022-10-25T08:18:16.479" v="933" actId="313"/>
          <ac:spMkLst>
            <pc:docMk/>
            <pc:sldMk cId="1354691719" sldId="9795"/>
            <ac:spMk id="5" creationId="{6C2DCDA5-424E-3CFA-6239-CA9C4BBF9D14}"/>
          </ac:spMkLst>
        </pc:spChg>
        <pc:spChg chg="add mod">
          <ac:chgData name="Zeilmann, Dominik (DI FA SEA IOD)" userId="cc824e5f-de24-45d3-99f0-00b00752e1ff" providerId="ADAL" clId="{F593E330-FAFF-4BE7-BC60-0CBEBDF5666C}" dt="2022-10-25T08:18:20.949" v="934" actId="20577"/>
          <ac:spMkLst>
            <pc:docMk/>
            <pc:sldMk cId="1354691719" sldId="9795"/>
            <ac:spMk id="6" creationId="{462AD076-1955-5F70-DA87-81B269E9A690}"/>
          </ac:spMkLst>
        </pc:spChg>
        <pc:graphicFrameChg chg="add mod ord modVis replST">
          <ac:chgData name="Zeilmann, Dominik (DI FA SEA IOD)" userId="cc824e5f-de24-45d3-99f0-00b00752e1ff" providerId="ADAL" clId="{F593E330-FAFF-4BE7-BC60-0CBEBDF5666C}" dt="2022-10-25T08:11:41.003" v="266"/>
          <ac:graphicFrameMkLst>
            <pc:docMk/>
            <pc:sldMk cId="1354691719" sldId="9795"/>
            <ac:graphicFrameMk id="4" creationId="{9AA4A4D6-4E71-133C-ECA5-C6A72A51A8E0}"/>
          </ac:graphicFrameMkLst>
        </pc:graphicFrameChg>
        <pc:picChg chg="add mod">
          <ac:chgData name="Zeilmann, Dominik (DI FA SEA IOD)" userId="cc824e5f-de24-45d3-99f0-00b00752e1ff" providerId="ADAL" clId="{F593E330-FAFF-4BE7-BC60-0CBEBDF5666C}" dt="2022-10-25T08:12:29.656" v="270" actId="14100"/>
          <ac:picMkLst>
            <pc:docMk/>
            <pc:sldMk cId="1354691719" sldId="9795"/>
            <ac:picMk id="7" creationId="{1A1277B3-82CA-4F4F-F7FD-2785049DCCAB}"/>
          </ac:picMkLst>
        </pc:picChg>
      </pc:sldChg>
      <pc:sldChg chg="addSp delSp modSp new add mod">
        <pc:chgData name="Zeilmann, Dominik (DI FA SEA IOD)" userId="cc824e5f-de24-45d3-99f0-00b00752e1ff" providerId="ADAL" clId="{F593E330-FAFF-4BE7-BC60-0CBEBDF5666C}" dt="2022-10-25T08:12:54.504" v="411"/>
        <pc:sldMkLst>
          <pc:docMk/>
          <pc:sldMk cId="4221416400" sldId="9796"/>
        </pc:sldMkLst>
        <pc:spChg chg="mod">
          <ac:chgData name="Zeilmann, Dominik (DI FA SEA IOD)" userId="cc824e5f-de24-45d3-99f0-00b00752e1ff" providerId="ADAL" clId="{F593E330-FAFF-4BE7-BC60-0CBEBDF5666C}" dt="2022-10-25T08:12:54.451" v="368" actId="948"/>
          <ac:spMkLst>
            <pc:docMk/>
            <pc:sldMk cId="4221416400" sldId="9796"/>
            <ac:spMk id="2" creationId="{39903938-0C73-D655-B5B2-D4DFB94656D3}"/>
          </ac:spMkLst>
        </pc:spChg>
        <pc:spChg chg="add del mod modVis">
          <ac:chgData name="Zeilmann, Dominik (DI FA SEA IOD)" userId="cc824e5f-de24-45d3-99f0-00b00752e1ff" providerId="ADAL" clId="{F593E330-FAFF-4BE7-BC60-0CBEBDF5666C}" dt="2022-10-25T08:12:53.289" v="359"/>
          <ac:spMkLst>
            <pc:docMk/>
            <pc:sldMk cId="4221416400" sldId="9796"/>
            <ac:spMk id="5" creationId="{0D2E5180-2D39-E07D-6AFA-E2B4E825BBFB}"/>
          </ac:spMkLst>
        </pc:spChg>
        <pc:spChg chg="add del mod modVis">
          <ac:chgData name="Zeilmann, Dominik (DI FA SEA IOD)" userId="cc824e5f-de24-45d3-99f0-00b00752e1ff" providerId="ADAL" clId="{F593E330-FAFF-4BE7-BC60-0CBEBDF5666C}" dt="2022-10-25T08:12:54.502" v="409"/>
          <ac:spMkLst>
            <pc:docMk/>
            <pc:sldMk cId="4221416400" sldId="9796"/>
            <ac:spMk id="6" creationId="{AFEDC98C-9542-644C-7255-F8A2402B166B}"/>
          </ac:spMkLst>
        </pc:spChg>
        <pc:graphicFrameChg chg="add mod ord modVis replST">
          <ac:chgData name="Zeilmann, Dominik (DI FA SEA IOD)" userId="cc824e5f-de24-45d3-99f0-00b00752e1ff" providerId="ADAL" clId="{F593E330-FAFF-4BE7-BC60-0CBEBDF5666C}" dt="2022-10-25T08:12:54.504" v="411"/>
          <ac:graphicFrameMkLst>
            <pc:docMk/>
            <pc:sldMk cId="4221416400" sldId="9796"/>
            <ac:graphicFrameMk id="4" creationId="{AE1D3B3B-599D-D9BD-42A4-7C620CB2EBA6}"/>
          </ac:graphicFrameMkLst>
        </pc:graphicFrameChg>
      </pc:sldChg>
      <pc:sldChg chg="addSp delSp modSp add mod">
        <pc:chgData name="Zeilmann, Dominik (DI FA SEA IOD)" userId="cc824e5f-de24-45d3-99f0-00b00752e1ff" providerId="ADAL" clId="{F593E330-FAFF-4BE7-BC60-0CBEBDF5666C}" dt="2022-10-25T08:13:17.738" v="525"/>
        <pc:sldMkLst>
          <pc:docMk/>
          <pc:sldMk cId="3305163737" sldId="9797"/>
        </pc:sldMkLst>
        <pc:spChg chg="mod">
          <ac:chgData name="Zeilmann, Dominik (DI FA SEA IOD)" userId="cc824e5f-de24-45d3-99f0-00b00752e1ff" providerId="ADAL" clId="{F593E330-FAFF-4BE7-BC60-0CBEBDF5666C}" dt="2022-10-25T08:13:17.701" v="482" actId="948"/>
          <ac:spMkLst>
            <pc:docMk/>
            <pc:sldMk cId="3305163737" sldId="9797"/>
            <ac:spMk id="2" creationId="{39903938-0C73-D655-B5B2-D4DFB94656D3}"/>
          </ac:spMkLst>
        </pc:spChg>
        <pc:spChg chg="add del mod modVis">
          <ac:chgData name="Zeilmann, Dominik (DI FA SEA IOD)" userId="cc824e5f-de24-45d3-99f0-00b00752e1ff" providerId="ADAL" clId="{F593E330-FAFF-4BE7-BC60-0CBEBDF5666C}" dt="2022-10-25T08:13:16.581" v="473"/>
          <ac:spMkLst>
            <pc:docMk/>
            <pc:sldMk cId="3305163737" sldId="9797"/>
            <ac:spMk id="5" creationId="{2AA44A59-2267-EF0F-1C38-1D545691DCC8}"/>
          </ac:spMkLst>
        </pc:spChg>
        <pc:spChg chg="add del mod modVis">
          <ac:chgData name="Zeilmann, Dominik (DI FA SEA IOD)" userId="cc824e5f-de24-45d3-99f0-00b00752e1ff" providerId="ADAL" clId="{F593E330-FAFF-4BE7-BC60-0CBEBDF5666C}" dt="2022-10-25T08:13:17.736" v="523"/>
          <ac:spMkLst>
            <pc:docMk/>
            <pc:sldMk cId="3305163737" sldId="9797"/>
            <ac:spMk id="6" creationId="{BAC97754-F294-D3E5-56D7-79127BD6ABF5}"/>
          </ac:spMkLst>
        </pc:spChg>
        <pc:graphicFrameChg chg="mod">
          <ac:chgData name="Zeilmann, Dominik (DI FA SEA IOD)" userId="cc824e5f-de24-45d3-99f0-00b00752e1ff" providerId="ADAL" clId="{F593E330-FAFF-4BE7-BC60-0CBEBDF5666C}" dt="2022-10-25T08:13:17.738" v="525"/>
          <ac:graphicFrameMkLst>
            <pc:docMk/>
            <pc:sldMk cId="3305163737" sldId="9797"/>
            <ac:graphicFrameMk id="4" creationId="{AE1D3B3B-599D-D9BD-42A4-7C620CB2EBA6}"/>
          </ac:graphicFrameMkLst>
        </pc:graphicFrameChg>
      </pc:sldChg>
      <pc:sldChg chg="addSp delSp modSp add mod">
        <pc:chgData name="Zeilmann, Dominik (DI FA SEA IOD)" userId="cc824e5f-de24-45d3-99f0-00b00752e1ff" providerId="ADAL" clId="{F593E330-FAFF-4BE7-BC60-0CBEBDF5666C}" dt="2022-10-25T08:13:36.199" v="643"/>
        <pc:sldMkLst>
          <pc:docMk/>
          <pc:sldMk cId="1201775869" sldId="9798"/>
        </pc:sldMkLst>
        <pc:spChg chg="mod">
          <ac:chgData name="Zeilmann, Dominik (DI FA SEA IOD)" userId="cc824e5f-de24-45d3-99f0-00b00752e1ff" providerId="ADAL" clId="{F593E330-FAFF-4BE7-BC60-0CBEBDF5666C}" dt="2022-10-25T08:13:36.152" v="600" actId="948"/>
          <ac:spMkLst>
            <pc:docMk/>
            <pc:sldMk cId="1201775869" sldId="9798"/>
            <ac:spMk id="2" creationId="{39903938-0C73-D655-B5B2-D4DFB94656D3}"/>
          </ac:spMkLst>
        </pc:spChg>
        <pc:spChg chg="add del mod modVis">
          <ac:chgData name="Zeilmann, Dominik (DI FA SEA IOD)" userId="cc824e5f-de24-45d3-99f0-00b00752e1ff" providerId="ADAL" clId="{F593E330-FAFF-4BE7-BC60-0CBEBDF5666C}" dt="2022-10-25T08:13:35.176" v="594"/>
          <ac:spMkLst>
            <pc:docMk/>
            <pc:sldMk cId="1201775869" sldId="9798"/>
            <ac:spMk id="5" creationId="{0093A89D-E9CA-7A5E-922F-F52CD41B1425}"/>
          </ac:spMkLst>
        </pc:spChg>
        <pc:spChg chg="add del mod modVis">
          <ac:chgData name="Zeilmann, Dominik (DI FA SEA IOD)" userId="cc824e5f-de24-45d3-99f0-00b00752e1ff" providerId="ADAL" clId="{F593E330-FAFF-4BE7-BC60-0CBEBDF5666C}" dt="2022-10-25T08:13:36.197" v="641"/>
          <ac:spMkLst>
            <pc:docMk/>
            <pc:sldMk cId="1201775869" sldId="9798"/>
            <ac:spMk id="6" creationId="{B192EF05-4C5A-2253-04D3-2BAD6141786F}"/>
          </ac:spMkLst>
        </pc:spChg>
        <pc:graphicFrameChg chg="mod">
          <ac:chgData name="Zeilmann, Dominik (DI FA SEA IOD)" userId="cc824e5f-de24-45d3-99f0-00b00752e1ff" providerId="ADAL" clId="{F593E330-FAFF-4BE7-BC60-0CBEBDF5666C}" dt="2022-10-25T08:13:36.199" v="643"/>
          <ac:graphicFrameMkLst>
            <pc:docMk/>
            <pc:sldMk cId="1201775869" sldId="9798"/>
            <ac:graphicFrameMk id="4" creationId="{AE1D3B3B-599D-D9BD-42A4-7C620CB2EBA6}"/>
          </ac:graphicFrameMkLst>
        </pc:graphicFrameChg>
      </pc:sldChg>
      <pc:sldChg chg="addSp delSp modSp new add mod">
        <pc:chgData name="Zeilmann, Dominik (DI FA SEA IOD)" userId="cc824e5f-de24-45d3-99f0-00b00752e1ff" providerId="ADAL" clId="{F593E330-FAFF-4BE7-BC60-0CBEBDF5666C}" dt="2022-11-03T09:19:43.164" v="1098" actId="1076"/>
        <pc:sldMkLst>
          <pc:docMk/>
          <pc:sldMk cId="3816640865" sldId="9799"/>
        </pc:sldMkLst>
        <pc:spChg chg="mod">
          <ac:chgData name="Zeilmann, Dominik (DI FA SEA IOD)" userId="cc824e5f-de24-45d3-99f0-00b00752e1ff" providerId="ADAL" clId="{F593E330-FAFF-4BE7-BC60-0CBEBDF5666C}" dt="2022-11-03T09:18:44.654" v="1050" actId="948"/>
          <ac:spMkLst>
            <pc:docMk/>
            <pc:sldMk cId="3816640865" sldId="9799"/>
            <ac:spMk id="2" creationId="{E9CC06D5-DCD7-A664-97D2-A399ADE0B7C1}"/>
          </ac:spMkLst>
        </pc:spChg>
        <pc:spChg chg="add del mod modVis">
          <ac:chgData name="Zeilmann, Dominik (DI FA SEA IOD)" userId="cc824e5f-de24-45d3-99f0-00b00752e1ff" providerId="ADAL" clId="{F593E330-FAFF-4BE7-BC60-0CBEBDF5666C}" dt="2022-11-03T09:18:43.413" v="1026"/>
          <ac:spMkLst>
            <pc:docMk/>
            <pc:sldMk cId="3816640865" sldId="9799"/>
            <ac:spMk id="4" creationId="{CAA77002-FDB0-92E6-03CA-FED08E21A7DF}"/>
          </ac:spMkLst>
        </pc:spChg>
        <pc:spChg chg="add del mod modVis">
          <ac:chgData name="Zeilmann, Dominik (DI FA SEA IOD)" userId="cc824e5f-de24-45d3-99f0-00b00752e1ff" providerId="ADAL" clId="{F593E330-FAFF-4BE7-BC60-0CBEBDF5666C}" dt="2022-11-03T09:18:44.687" v="1091"/>
          <ac:spMkLst>
            <pc:docMk/>
            <pc:sldMk cId="3816640865" sldId="9799"/>
            <ac:spMk id="6" creationId="{008C468D-0051-9F09-4C39-0F9E31A75E63}"/>
          </ac:spMkLst>
        </pc:spChg>
        <pc:graphicFrameChg chg="add mod ord modVis replST">
          <ac:chgData name="Zeilmann, Dominik (DI FA SEA IOD)" userId="cc824e5f-de24-45d3-99f0-00b00752e1ff" providerId="ADAL" clId="{F593E330-FAFF-4BE7-BC60-0CBEBDF5666C}" dt="2022-11-03T09:18:44.689" v="1093"/>
          <ac:graphicFrameMkLst>
            <pc:docMk/>
            <pc:sldMk cId="3816640865" sldId="9799"/>
            <ac:graphicFrameMk id="5" creationId="{A496ABC9-29A7-CA8D-B273-F2751A163315}"/>
          </ac:graphicFrameMkLst>
        </pc:graphicFrameChg>
        <pc:picChg chg="add mod">
          <ac:chgData name="Zeilmann, Dominik (DI FA SEA IOD)" userId="cc824e5f-de24-45d3-99f0-00b00752e1ff" providerId="ADAL" clId="{F593E330-FAFF-4BE7-BC60-0CBEBDF5666C}" dt="2022-11-03T09:19:43.164" v="1098" actId="1076"/>
          <ac:picMkLst>
            <pc:docMk/>
            <pc:sldMk cId="3816640865" sldId="9799"/>
            <ac:picMk id="7" creationId="{A1D57E82-F8C1-443E-92DB-E8C9ED93FAED}"/>
          </ac:picMkLst>
        </pc:picChg>
        <pc:picChg chg="add mod">
          <ac:chgData name="Zeilmann, Dominik (DI FA SEA IOD)" userId="cc824e5f-de24-45d3-99f0-00b00752e1ff" providerId="ADAL" clId="{F593E330-FAFF-4BE7-BC60-0CBEBDF5666C}" dt="2022-11-03T09:19:39.735" v="1097" actId="1076"/>
          <ac:picMkLst>
            <pc:docMk/>
            <pc:sldMk cId="3816640865" sldId="9799"/>
            <ac:picMk id="8" creationId="{178076B5-8E13-4D49-BB01-EBC8D7D64B7A}"/>
          </ac:picMkLst>
        </pc:picChg>
      </pc:sldChg>
    </pc:docChg>
  </pc:docChgLst>
  <pc:docChgLst>
    <pc:chgData name="Macher, Andreas (DI FA CTR PLC PPM)" userId="f1dcac62-7bef-43eb-91f0-927336a1714f" providerId="ADAL" clId="{E8BBB977-0052-46D3-8D53-F26BB6C5E194}"/>
    <pc:docChg chg="undo custSel addSld delSld modSld modMainMaster modSection">
      <pc:chgData name="Macher, Andreas (DI FA CTR PLC PPM)" userId="f1dcac62-7bef-43eb-91f0-927336a1714f" providerId="ADAL" clId="{E8BBB977-0052-46D3-8D53-F26BB6C5E194}" dt="2022-12-08T14:53:52.489" v="396"/>
      <pc:docMkLst>
        <pc:docMk/>
      </pc:docMkLst>
      <pc:sldChg chg="modSp mod">
        <pc:chgData name="Macher, Andreas (DI FA CTR PLC PPM)" userId="f1dcac62-7bef-43eb-91f0-927336a1714f" providerId="ADAL" clId="{E8BBB977-0052-46D3-8D53-F26BB6C5E194}" dt="2022-12-08T14:53:52.489" v="396"/>
        <pc:sldMkLst>
          <pc:docMk/>
          <pc:sldMk cId="3044083358" sldId="268"/>
        </pc:sldMkLst>
        <pc:spChg chg="mod">
          <ac:chgData name="Macher, Andreas (DI FA CTR PLC PPM)" userId="f1dcac62-7bef-43eb-91f0-927336a1714f" providerId="ADAL" clId="{E8BBB977-0052-46D3-8D53-F26BB6C5E194}" dt="2022-12-08T14:53:52.489" v="396"/>
          <ac:spMkLst>
            <pc:docMk/>
            <pc:sldMk cId="3044083358" sldId="268"/>
            <ac:spMk id="2" creationId="{7D86EBFB-CE6A-4758-896A-AAD8E1D08CC8}"/>
          </ac:spMkLst>
        </pc:spChg>
        <pc:spChg chg="mod">
          <ac:chgData name="Macher, Andreas (DI FA CTR PLC PPM)" userId="f1dcac62-7bef-43eb-91f0-927336a1714f" providerId="ADAL" clId="{E8BBB977-0052-46D3-8D53-F26BB6C5E194}" dt="2022-11-26T18:36:48.996" v="142" actId="790"/>
          <ac:spMkLst>
            <pc:docMk/>
            <pc:sldMk cId="3044083358" sldId="268"/>
            <ac:spMk id="3" creationId="{A8C0B1B3-7902-4A0F-A274-1F5878B8197A}"/>
          </ac:spMkLst>
        </pc:spChg>
        <pc:spChg chg="mod">
          <ac:chgData name="Macher, Andreas (DI FA CTR PLC PPM)" userId="f1dcac62-7bef-43eb-91f0-927336a1714f" providerId="ADAL" clId="{E8BBB977-0052-46D3-8D53-F26BB6C5E194}" dt="2022-11-26T18:36:48.996" v="142" actId="790"/>
          <ac:spMkLst>
            <pc:docMk/>
            <pc:sldMk cId="3044083358" sldId="268"/>
            <ac:spMk id="12" creationId="{EF7BA6B8-2D49-49EE-AA38-401584ACB3E0}"/>
          </ac:spMkLst>
        </pc:spChg>
      </pc:sldChg>
      <pc:sldChg chg="modSp mod">
        <pc:chgData name="Macher, Andreas (DI FA CTR PLC PPM)" userId="f1dcac62-7bef-43eb-91f0-927336a1714f" providerId="ADAL" clId="{E8BBB977-0052-46D3-8D53-F26BB6C5E194}" dt="2022-12-08T14:53:52.489" v="396"/>
        <pc:sldMkLst>
          <pc:docMk/>
          <pc:sldMk cId="3071364467" sldId="344"/>
        </pc:sldMkLst>
        <pc:spChg chg="mod">
          <ac:chgData name="Macher, Andreas (DI FA CTR PLC PPM)" userId="f1dcac62-7bef-43eb-91f0-927336a1714f" providerId="ADAL" clId="{E8BBB977-0052-46D3-8D53-F26BB6C5E194}" dt="2022-12-08T14:53:52.489" v="396"/>
          <ac:spMkLst>
            <pc:docMk/>
            <pc:sldMk cId="3071364467" sldId="344"/>
            <ac:spMk id="2" creationId="{ECAAA2C8-6FB4-4F59-9236-62F1B45144FC}"/>
          </ac:spMkLst>
        </pc:spChg>
        <pc:spChg chg="mod">
          <ac:chgData name="Macher, Andreas (DI FA CTR PLC PPM)" userId="f1dcac62-7bef-43eb-91f0-927336a1714f" providerId="ADAL" clId="{E8BBB977-0052-46D3-8D53-F26BB6C5E194}" dt="2022-11-26T18:26:53.254" v="80"/>
          <ac:spMkLst>
            <pc:docMk/>
            <pc:sldMk cId="3071364467" sldId="344"/>
            <ac:spMk id="4" creationId="{00000000-0000-0000-0000-000000000000}"/>
          </ac:spMkLst>
        </pc:spChg>
        <pc:spChg chg="mod">
          <ac:chgData name="Macher, Andreas (DI FA CTR PLC PPM)" userId="f1dcac62-7bef-43eb-91f0-927336a1714f" providerId="ADAL" clId="{E8BBB977-0052-46D3-8D53-F26BB6C5E194}" dt="2022-11-26T18:26:53.254" v="80"/>
          <ac:spMkLst>
            <pc:docMk/>
            <pc:sldMk cId="3071364467" sldId="344"/>
            <ac:spMk id="8" creationId="{AC65D4B8-B8E2-4E03-BCFD-965AC16EB98E}"/>
          </ac:spMkLst>
        </pc:spChg>
        <pc:spChg chg="mod">
          <ac:chgData name="Macher, Andreas (DI FA CTR PLC PPM)" userId="f1dcac62-7bef-43eb-91f0-927336a1714f" providerId="ADAL" clId="{E8BBB977-0052-46D3-8D53-F26BB6C5E194}" dt="2022-11-26T18:21:29.495" v="44" actId="20577"/>
          <ac:spMkLst>
            <pc:docMk/>
            <pc:sldMk cId="3071364467" sldId="344"/>
            <ac:spMk id="40" creationId="{00000000-0000-0000-0000-000000000000}"/>
          </ac:spMkLst>
        </pc:spChg>
      </pc:sldChg>
      <pc:sldChg chg="modSp mod">
        <pc:chgData name="Macher, Andreas (DI FA CTR PLC PPM)" userId="f1dcac62-7bef-43eb-91f0-927336a1714f" providerId="ADAL" clId="{E8BBB977-0052-46D3-8D53-F26BB6C5E194}" dt="2022-12-08T14:53:52.489" v="396"/>
        <pc:sldMkLst>
          <pc:docMk/>
          <pc:sldMk cId="539676313" sldId="358"/>
        </pc:sldMkLst>
        <pc:spChg chg="mod">
          <ac:chgData name="Macher, Andreas (DI FA CTR PLC PPM)" userId="f1dcac62-7bef-43eb-91f0-927336a1714f" providerId="ADAL" clId="{E8BBB977-0052-46D3-8D53-F26BB6C5E194}" dt="2022-12-08T14:53:52.489" v="396"/>
          <ac:spMkLst>
            <pc:docMk/>
            <pc:sldMk cId="539676313" sldId="358"/>
            <ac:spMk id="4" creationId="{3DD2FE0F-26C9-44A2-8E72-736EE0DE558E}"/>
          </ac:spMkLst>
        </pc:spChg>
        <pc:spChg chg="mod">
          <ac:chgData name="Macher, Andreas (DI FA CTR PLC PPM)" userId="f1dcac62-7bef-43eb-91f0-927336a1714f" providerId="ADAL" clId="{E8BBB977-0052-46D3-8D53-F26BB6C5E194}" dt="2022-11-26T18:36:10.162" v="140" actId="790"/>
          <ac:spMkLst>
            <pc:docMk/>
            <pc:sldMk cId="539676313" sldId="358"/>
            <ac:spMk id="6" creationId="{D4F1BB0F-7015-47A8-B11D-F42FBD661E59}"/>
          </ac:spMkLst>
        </pc:spChg>
        <pc:spChg chg="mod">
          <ac:chgData name="Macher, Andreas (DI FA CTR PLC PPM)" userId="f1dcac62-7bef-43eb-91f0-927336a1714f" providerId="ADAL" clId="{E8BBB977-0052-46D3-8D53-F26BB6C5E194}" dt="2022-11-26T18:36:37.747" v="141"/>
          <ac:spMkLst>
            <pc:docMk/>
            <pc:sldMk cId="539676313" sldId="358"/>
            <ac:spMk id="7" creationId="{B0F1AA84-8232-42E6-A097-B5D82BFE58C8}"/>
          </ac:spMkLst>
        </pc:spChg>
      </pc:sldChg>
      <pc:sldChg chg="addSp delSp modSp mod">
        <pc:chgData name="Macher, Andreas (DI FA CTR PLC PPM)" userId="f1dcac62-7bef-43eb-91f0-927336a1714f" providerId="ADAL" clId="{E8BBB977-0052-46D3-8D53-F26BB6C5E194}" dt="2022-12-08T14:53:52.489" v="396"/>
        <pc:sldMkLst>
          <pc:docMk/>
          <pc:sldMk cId="1580632269" sldId="2050"/>
        </pc:sldMkLst>
        <pc:spChg chg="mod">
          <ac:chgData name="Macher, Andreas (DI FA CTR PLC PPM)" userId="f1dcac62-7bef-43eb-91f0-927336a1714f" providerId="ADAL" clId="{E8BBB977-0052-46D3-8D53-F26BB6C5E194}" dt="2022-12-08T14:53:52.489" v="396"/>
          <ac:spMkLst>
            <pc:docMk/>
            <pc:sldMk cId="1580632269" sldId="2050"/>
            <ac:spMk id="2" creationId="{C3A4766A-9655-44D2-BD3C-D826CF2D065F}"/>
          </ac:spMkLst>
        </pc:spChg>
        <pc:spChg chg="mod">
          <ac:chgData name="Macher, Andreas (DI FA CTR PLC PPM)" userId="f1dcac62-7bef-43eb-91f0-927336a1714f" providerId="ADAL" clId="{E8BBB977-0052-46D3-8D53-F26BB6C5E194}" dt="2022-11-26T18:35:48.299" v="139" actId="790"/>
          <ac:spMkLst>
            <pc:docMk/>
            <pc:sldMk cId="1580632269" sldId="2050"/>
            <ac:spMk id="9" creationId="{0C28BC50-A39B-423E-A679-7FD09FA2A36C}"/>
          </ac:spMkLst>
        </pc:spChg>
        <pc:spChg chg="mod">
          <ac:chgData name="Macher, Andreas (DI FA CTR PLC PPM)" userId="f1dcac62-7bef-43eb-91f0-927336a1714f" providerId="ADAL" clId="{E8BBB977-0052-46D3-8D53-F26BB6C5E194}" dt="2022-11-28T14:02:55.703" v="350" actId="14100"/>
          <ac:spMkLst>
            <pc:docMk/>
            <pc:sldMk cId="1580632269" sldId="2050"/>
            <ac:spMk id="10" creationId="{243DBCE7-2BF9-42B5-8EAE-01EC23168721}"/>
          </ac:spMkLst>
        </pc:spChg>
        <pc:spChg chg="mod">
          <ac:chgData name="Macher, Andreas (DI FA CTR PLC PPM)" userId="f1dcac62-7bef-43eb-91f0-927336a1714f" providerId="ADAL" clId="{E8BBB977-0052-46D3-8D53-F26BB6C5E194}" dt="2022-11-28T14:02:45.055" v="349" actId="14100"/>
          <ac:spMkLst>
            <pc:docMk/>
            <pc:sldMk cId="1580632269" sldId="2050"/>
            <ac:spMk id="15" creationId="{5A8B794E-9750-40AF-B8D7-2E457F04B90F}"/>
          </ac:spMkLst>
        </pc:spChg>
        <pc:spChg chg="mod">
          <ac:chgData name="Macher, Andreas (DI FA CTR PLC PPM)" userId="f1dcac62-7bef-43eb-91f0-927336a1714f" providerId="ADAL" clId="{E8BBB977-0052-46D3-8D53-F26BB6C5E194}" dt="2022-11-28T14:02:41.569" v="348" actId="14100"/>
          <ac:spMkLst>
            <pc:docMk/>
            <pc:sldMk cId="1580632269" sldId="2050"/>
            <ac:spMk id="16" creationId="{6520823F-85F8-465D-A926-04723E498869}"/>
          </ac:spMkLst>
        </pc:spChg>
        <pc:picChg chg="add mod ord">
          <ac:chgData name="Macher, Andreas (DI FA CTR PLC PPM)" userId="f1dcac62-7bef-43eb-91f0-927336a1714f" providerId="ADAL" clId="{E8BBB977-0052-46D3-8D53-F26BB6C5E194}" dt="2022-11-28T14:02:35.693" v="346" actId="1076"/>
          <ac:picMkLst>
            <pc:docMk/>
            <pc:sldMk cId="1580632269" sldId="2050"/>
            <ac:picMk id="3" creationId="{D441E157-D2DD-877A-E392-53415F6E1215}"/>
          </ac:picMkLst>
        </pc:picChg>
        <pc:picChg chg="del">
          <ac:chgData name="Macher, Andreas (DI FA CTR PLC PPM)" userId="f1dcac62-7bef-43eb-91f0-927336a1714f" providerId="ADAL" clId="{E8BBB977-0052-46D3-8D53-F26BB6C5E194}" dt="2022-11-28T14:02:16.306" v="340" actId="478"/>
          <ac:picMkLst>
            <pc:docMk/>
            <pc:sldMk cId="1580632269" sldId="2050"/>
            <ac:picMk id="4" creationId="{ADACE87E-9189-434E-919B-DE943A32E75F}"/>
          </ac:picMkLst>
        </pc:picChg>
      </pc:sldChg>
      <pc:sldChg chg="modSp mod">
        <pc:chgData name="Macher, Andreas (DI FA CTR PLC PPM)" userId="f1dcac62-7bef-43eb-91f0-927336a1714f" providerId="ADAL" clId="{E8BBB977-0052-46D3-8D53-F26BB6C5E194}" dt="2022-12-08T14:53:52.489" v="396"/>
        <pc:sldMkLst>
          <pc:docMk/>
          <pc:sldMk cId="578210998" sldId="9072"/>
        </pc:sldMkLst>
        <pc:spChg chg="mod">
          <ac:chgData name="Macher, Andreas (DI FA CTR PLC PPM)" userId="f1dcac62-7bef-43eb-91f0-927336a1714f" providerId="ADAL" clId="{E8BBB977-0052-46D3-8D53-F26BB6C5E194}" dt="2022-12-08T14:53:52.489" v="396"/>
          <ac:spMkLst>
            <pc:docMk/>
            <pc:sldMk cId="578210998" sldId="9072"/>
            <ac:spMk id="2" creationId="{0342A3D6-98FE-48A7-AFE2-71450107450D}"/>
          </ac:spMkLst>
        </pc:spChg>
        <pc:spChg chg="mod">
          <ac:chgData name="Macher, Andreas (DI FA CTR PLC PPM)" userId="f1dcac62-7bef-43eb-91f0-927336a1714f" providerId="ADAL" clId="{E8BBB977-0052-46D3-8D53-F26BB6C5E194}" dt="2022-11-26T18:26:53.254" v="80"/>
          <ac:spMkLst>
            <pc:docMk/>
            <pc:sldMk cId="578210998" sldId="9072"/>
            <ac:spMk id="4" creationId="{A645F354-40D6-4D3D-BA93-7A74F09635B4}"/>
          </ac:spMkLst>
        </pc:spChg>
        <pc:spChg chg="mod">
          <ac:chgData name="Macher, Andreas (DI FA CTR PLC PPM)" userId="f1dcac62-7bef-43eb-91f0-927336a1714f" providerId="ADAL" clId="{E8BBB977-0052-46D3-8D53-F26BB6C5E194}" dt="2022-11-26T18:25:21.074" v="77" actId="790"/>
          <ac:spMkLst>
            <pc:docMk/>
            <pc:sldMk cId="578210998" sldId="9072"/>
            <ac:spMk id="5" creationId="{7D06A950-B2BF-4D5B-AC72-5B76B61FC3A8}"/>
          </ac:spMkLst>
        </pc:spChg>
      </pc:sldChg>
      <pc:sldChg chg="modSp del">
        <pc:chgData name="Macher, Andreas (DI FA CTR PLC PPM)" userId="f1dcac62-7bef-43eb-91f0-927336a1714f" providerId="ADAL" clId="{E8BBB977-0052-46D3-8D53-F26BB6C5E194}" dt="2022-11-26T18:19:19.065" v="9" actId="47"/>
        <pc:sldMkLst>
          <pc:docMk/>
          <pc:sldMk cId="3721668768" sldId="9781"/>
        </pc:sldMkLst>
        <pc:spChg chg="mod">
          <ac:chgData name="Macher, Andreas (DI FA CTR PLC PPM)" userId="f1dcac62-7bef-43eb-91f0-927336a1714f" providerId="ADAL" clId="{E8BBB977-0052-46D3-8D53-F26BB6C5E194}" dt="2022-11-26T18:17:28.746" v="1"/>
          <ac:spMkLst>
            <pc:docMk/>
            <pc:sldMk cId="3721668768" sldId="9781"/>
            <ac:spMk id="3" creationId="{06245AF5-1AE3-49EC-B4ED-2C4EC9A6E5FC}"/>
          </ac:spMkLst>
        </pc:spChg>
        <pc:spChg chg="mod">
          <ac:chgData name="Macher, Andreas (DI FA CTR PLC PPM)" userId="f1dcac62-7bef-43eb-91f0-927336a1714f" providerId="ADAL" clId="{E8BBB977-0052-46D3-8D53-F26BB6C5E194}" dt="2022-11-26T18:17:57.644" v="4"/>
          <ac:spMkLst>
            <pc:docMk/>
            <pc:sldMk cId="3721668768" sldId="9781"/>
            <ac:spMk id="10" creationId="{30451C18-96E8-F1F2-65EE-D290602C1E46}"/>
          </ac:spMkLst>
        </pc:spChg>
      </pc:sldChg>
      <pc:sldChg chg="modSp mod">
        <pc:chgData name="Macher, Andreas (DI FA CTR PLC PPM)" userId="f1dcac62-7bef-43eb-91f0-927336a1714f" providerId="ADAL" clId="{E8BBB977-0052-46D3-8D53-F26BB6C5E194}" dt="2022-12-08T14:53:52.489" v="396"/>
        <pc:sldMkLst>
          <pc:docMk/>
          <pc:sldMk cId="2885743806" sldId="9783"/>
        </pc:sldMkLst>
        <pc:spChg chg="mod">
          <ac:chgData name="Macher, Andreas (DI FA CTR PLC PPM)" userId="f1dcac62-7bef-43eb-91f0-927336a1714f" providerId="ADAL" clId="{E8BBB977-0052-46D3-8D53-F26BB6C5E194}" dt="2022-11-26T18:26:53.254" v="80"/>
          <ac:spMkLst>
            <pc:docMk/>
            <pc:sldMk cId="2885743806" sldId="9783"/>
            <ac:spMk id="2" creationId="{028CDF48-62E8-00B6-483B-CC350571158D}"/>
          </ac:spMkLst>
        </pc:spChg>
        <pc:spChg chg="mod">
          <ac:chgData name="Macher, Andreas (DI FA CTR PLC PPM)" userId="f1dcac62-7bef-43eb-91f0-927336a1714f" providerId="ADAL" clId="{E8BBB977-0052-46D3-8D53-F26BB6C5E194}" dt="2022-12-08T14:53:52.489" v="396"/>
          <ac:spMkLst>
            <pc:docMk/>
            <pc:sldMk cId="2885743806" sldId="9783"/>
            <ac:spMk id="3" creationId="{E39E3B3C-CD9A-99D5-3324-9324A60D6F45}"/>
          </ac:spMkLst>
        </pc:spChg>
        <pc:spChg chg="mod">
          <ac:chgData name="Macher, Andreas (DI FA CTR PLC PPM)" userId="f1dcac62-7bef-43eb-91f0-927336a1714f" providerId="ADAL" clId="{E8BBB977-0052-46D3-8D53-F26BB6C5E194}" dt="2022-11-26T18:24:31.239" v="73" actId="790"/>
          <ac:spMkLst>
            <pc:docMk/>
            <pc:sldMk cId="2885743806" sldId="9783"/>
            <ac:spMk id="8" creationId="{43F048BD-FF0F-6EFA-C1DC-3AF4EC11438F}"/>
          </ac:spMkLst>
        </pc:spChg>
        <pc:spChg chg="mod">
          <ac:chgData name="Macher, Andreas (DI FA CTR PLC PPM)" userId="f1dcac62-7bef-43eb-91f0-927336a1714f" providerId="ADAL" clId="{E8BBB977-0052-46D3-8D53-F26BB6C5E194}" dt="2022-11-26T18:24:31.239" v="73" actId="790"/>
          <ac:spMkLst>
            <pc:docMk/>
            <pc:sldMk cId="2885743806" sldId="9783"/>
            <ac:spMk id="9" creationId="{4E433ADA-F50F-0F7C-FF91-BF1985547CC1}"/>
          </ac:spMkLst>
        </pc:spChg>
        <pc:spChg chg="mod">
          <ac:chgData name="Macher, Andreas (DI FA CTR PLC PPM)" userId="f1dcac62-7bef-43eb-91f0-927336a1714f" providerId="ADAL" clId="{E8BBB977-0052-46D3-8D53-F26BB6C5E194}" dt="2022-11-26T18:24:31.239" v="73" actId="790"/>
          <ac:spMkLst>
            <pc:docMk/>
            <pc:sldMk cId="2885743806" sldId="9783"/>
            <ac:spMk id="10" creationId="{182640C5-D5B2-450D-4C92-4C493D5EFBFB}"/>
          </ac:spMkLst>
        </pc:spChg>
        <pc:graphicFrameChg chg="mod modGraphic">
          <ac:chgData name="Macher, Andreas (DI FA CTR PLC PPM)" userId="f1dcac62-7bef-43eb-91f0-927336a1714f" providerId="ADAL" clId="{E8BBB977-0052-46D3-8D53-F26BB6C5E194}" dt="2022-11-26T18:26:53.254" v="80"/>
          <ac:graphicFrameMkLst>
            <pc:docMk/>
            <pc:sldMk cId="2885743806" sldId="9783"/>
            <ac:graphicFrameMk id="4" creationId="{E634435A-F05C-1C06-328F-1740776AC6D5}"/>
          </ac:graphicFrameMkLst>
        </pc:graphicFrameChg>
      </pc:sldChg>
      <pc:sldChg chg="modSp mod">
        <pc:chgData name="Macher, Andreas (DI FA CTR PLC PPM)" userId="f1dcac62-7bef-43eb-91f0-927336a1714f" providerId="ADAL" clId="{E8BBB977-0052-46D3-8D53-F26BB6C5E194}" dt="2022-12-08T14:53:52.489" v="396"/>
        <pc:sldMkLst>
          <pc:docMk/>
          <pc:sldMk cId="3807773920" sldId="9785"/>
        </pc:sldMkLst>
        <pc:spChg chg="mod">
          <ac:chgData name="Macher, Andreas (DI FA CTR PLC PPM)" userId="f1dcac62-7bef-43eb-91f0-927336a1714f" providerId="ADAL" clId="{E8BBB977-0052-46D3-8D53-F26BB6C5E194}" dt="2022-11-28T13:51:58.603" v="170" actId="20577"/>
          <ac:spMkLst>
            <pc:docMk/>
            <pc:sldMk cId="3807773920" sldId="9785"/>
            <ac:spMk id="2" creationId="{27507DB2-A004-4C7F-BB03-CAB07E07A0D3}"/>
          </ac:spMkLst>
        </pc:spChg>
        <pc:spChg chg="mod">
          <ac:chgData name="Macher, Andreas (DI FA CTR PLC PPM)" userId="f1dcac62-7bef-43eb-91f0-927336a1714f" providerId="ADAL" clId="{E8BBB977-0052-46D3-8D53-F26BB6C5E194}" dt="2022-12-08T14:53:52.489" v="396"/>
          <ac:spMkLst>
            <pc:docMk/>
            <pc:sldMk cId="3807773920" sldId="9785"/>
            <ac:spMk id="3" creationId="{38D101C9-5442-4E35-9BFD-3591529F0F77}"/>
          </ac:spMkLst>
        </pc:spChg>
        <pc:spChg chg="mod">
          <ac:chgData name="Macher, Andreas (DI FA CTR PLC PPM)" userId="f1dcac62-7bef-43eb-91f0-927336a1714f" providerId="ADAL" clId="{E8BBB977-0052-46D3-8D53-F26BB6C5E194}" dt="2022-11-26T18:26:53.254" v="80"/>
          <ac:spMkLst>
            <pc:docMk/>
            <pc:sldMk cId="3807773920" sldId="9785"/>
            <ac:spMk id="6" creationId="{C7413F94-559E-46DF-A817-2051A7BA92CB}"/>
          </ac:spMkLst>
        </pc:spChg>
      </pc:sldChg>
      <pc:sldChg chg="modSp mod">
        <pc:chgData name="Macher, Andreas (DI FA CTR PLC PPM)" userId="f1dcac62-7bef-43eb-91f0-927336a1714f" providerId="ADAL" clId="{E8BBB977-0052-46D3-8D53-F26BB6C5E194}" dt="2022-12-08T14:53:52.489" v="396"/>
        <pc:sldMkLst>
          <pc:docMk/>
          <pc:sldMk cId="702078302" sldId="9786"/>
        </pc:sldMkLst>
        <pc:spChg chg="mod">
          <ac:chgData name="Macher, Andreas (DI FA CTR PLC PPM)" userId="f1dcac62-7bef-43eb-91f0-927336a1714f" providerId="ADAL" clId="{E8BBB977-0052-46D3-8D53-F26BB6C5E194}" dt="2022-11-26T18:26:53.254" v="80"/>
          <ac:spMkLst>
            <pc:docMk/>
            <pc:sldMk cId="702078302" sldId="9786"/>
            <ac:spMk id="3" creationId="{90E15EE6-86F6-4348-83B1-13B171E5D511}"/>
          </ac:spMkLst>
        </pc:spChg>
        <pc:spChg chg="mod">
          <ac:chgData name="Macher, Andreas (DI FA CTR PLC PPM)" userId="f1dcac62-7bef-43eb-91f0-927336a1714f" providerId="ADAL" clId="{E8BBB977-0052-46D3-8D53-F26BB6C5E194}" dt="2022-11-26T18:38:13.723" v="145" actId="2"/>
          <ac:spMkLst>
            <pc:docMk/>
            <pc:sldMk cId="702078302" sldId="9786"/>
            <ac:spMk id="4" creationId="{00000000-0000-0000-0000-000000000000}"/>
          </ac:spMkLst>
        </pc:spChg>
        <pc:spChg chg="mod">
          <ac:chgData name="Macher, Andreas (DI FA CTR PLC PPM)" userId="f1dcac62-7bef-43eb-91f0-927336a1714f" providerId="ADAL" clId="{E8BBB977-0052-46D3-8D53-F26BB6C5E194}" dt="2022-12-08T14:53:52.489" v="396"/>
          <ac:spMkLst>
            <pc:docMk/>
            <pc:sldMk cId="702078302" sldId="9786"/>
            <ac:spMk id="5" creationId="{48728F41-6187-45BF-9CF4-A5BB263B0080}"/>
          </ac:spMkLst>
        </pc:spChg>
        <pc:spChg chg="mod">
          <ac:chgData name="Macher, Andreas (DI FA CTR PLC PPM)" userId="f1dcac62-7bef-43eb-91f0-927336a1714f" providerId="ADAL" clId="{E8BBB977-0052-46D3-8D53-F26BB6C5E194}" dt="2022-11-26T18:22:43.011" v="53" actId="207"/>
          <ac:spMkLst>
            <pc:docMk/>
            <pc:sldMk cId="702078302" sldId="9786"/>
            <ac:spMk id="29" creationId="{C88704B7-2FD9-DA96-0824-3A2C31842D84}"/>
          </ac:spMkLst>
        </pc:spChg>
        <pc:spChg chg="mod">
          <ac:chgData name="Macher, Andreas (DI FA CTR PLC PPM)" userId="f1dcac62-7bef-43eb-91f0-927336a1714f" providerId="ADAL" clId="{E8BBB977-0052-46D3-8D53-F26BB6C5E194}" dt="2022-11-26T18:26:53.254" v="80"/>
          <ac:spMkLst>
            <pc:docMk/>
            <pc:sldMk cId="702078302" sldId="9786"/>
            <ac:spMk id="61" creationId="{60626C85-67B3-6889-C761-7B38A2C44830}"/>
          </ac:spMkLst>
        </pc:spChg>
        <pc:spChg chg="mod">
          <ac:chgData name="Macher, Andreas (DI FA CTR PLC PPM)" userId="f1dcac62-7bef-43eb-91f0-927336a1714f" providerId="ADAL" clId="{E8BBB977-0052-46D3-8D53-F26BB6C5E194}" dt="2022-12-05T08:22:29.899" v="385" actId="20577"/>
          <ac:spMkLst>
            <pc:docMk/>
            <pc:sldMk cId="702078302" sldId="9786"/>
            <ac:spMk id="68" creationId="{00000000-0000-0000-0000-000000000000}"/>
          </ac:spMkLst>
        </pc:spChg>
        <pc:spChg chg="mod">
          <ac:chgData name="Macher, Andreas (DI FA CTR PLC PPM)" userId="f1dcac62-7bef-43eb-91f0-927336a1714f" providerId="ADAL" clId="{E8BBB977-0052-46D3-8D53-F26BB6C5E194}" dt="2022-12-05T08:22:49.191" v="389"/>
          <ac:spMkLst>
            <pc:docMk/>
            <pc:sldMk cId="702078302" sldId="9786"/>
            <ac:spMk id="69" creationId="{00000000-0000-0000-0000-000000000000}"/>
          </ac:spMkLst>
        </pc:spChg>
        <pc:spChg chg="mod">
          <ac:chgData name="Macher, Andreas (DI FA CTR PLC PPM)" userId="f1dcac62-7bef-43eb-91f0-927336a1714f" providerId="ADAL" clId="{E8BBB977-0052-46D3-8D53-F26BB6C5E194}" dt="2022-12-05T08:22:26.626" v="384" actId="20577"/>
          <ac:spMkLst>
            <pc:docMk/>
            <pc:sldMk cId="702078302" sldId="9786"/>
            <ac:spMk id="71" creationId="{00000000-0000-0000-0000-000000000000}"/>
          </ac:spMkLst>
        </pc:spChg>
        <pc:spChg chg="mod">
          <ac:chgData name="Macher, Andreas (DI FA CTR PLC PPM)" userId="f1dcac62-7bef-43eb-91f0-927336a1714f" providerId="ADAL" clId="{E8BBB977-0052-46D3-8D53-F26BB6C5E194}" dt="2022-11-26T18:26:53.254" v="80"/>
          <ac:spMkLst>
            <pc:docMk/>
            <pc:sldMk cId="702078302" sldId="9786"/>
            <ac:spMk id="75" creationId="{210F37D0-825C-D839-F2AB-07E1421BF852}"/>
          </ac:spMkLst>
        </pc:spChg>
        <pc:spChg chg="mod">
          <ac:chgData name="Macher, Andreas (DI FA CTR PLC PPM)" userId="f1dcac62-7bef-43eb-91f0-927336a1714f" providerId="ADAL" clId="{E8BBB977-0052-46D3-8D53-F26BB6C5E194}" dt="2022-11-26T18:26:53.254" v="80"/>
          <ac:spMkLst>
            <pc:docMk/>
            <pc:sldMk cId="702078302" sldId="9786"/>
            <ac:spMk id="82" creationId="{957B73DC-717F-3FBC-AFFA-F20472A586F2}"/>
          </ac:spMkLst>
        </pc:spChg>
        <pc:spChg chg="mod">
          <ac:chgData name="Macher, Andreas (DI FA CTR PLC PPM)" userId="f1dcac62-7bef-43eb-91f0-927336a1714f" providerId="ADAL" clId="{E8BBB977-0052-46D3-8D53-F26BB6C5E194}" dt="2022-11-26T18:23:14.470" v="58" actId="20577"/>
          <ac:spMkLst>
            <pc:docMk/>
            <pc:sldMk cId="702078302" sldId="9786"/>
            <ac:spMk id="83" creationId="{D3FAF9C8-FE01-76AE-4579-08827595CC36}"/>
          </ac:spMkLst>
        </pc:spChg>
        <pc:spChg chg="mod">
          <ac:chgData name="Macher, Andreas (DI FA CTR PLC PPM)" userId="f1dcac62-7bef-43eb-91f0-927336a1714f" providerId="ADAL" clId="{E8BBB977-0052-46D3-8D53-F26BB6C5E194}" dt="2022-11-26T18:22:38.958" v="52" actId="207"/>
          <ac:spMkLst>
            <pc:docMk/>
            <pc:sldMk cId="702078302" sldId="9786"/>
            <ac:spMk id="87" creationId="{44A722D3-B215-7884-37FC-412A3963D4CC}"/>
          </ac:spMkLst>
        </pc:spChg>
        <pc:spChg chg="mod">
          <ac:chgData name="Macher, Andreas (DI FA CTR PLC PPM)" userId="f1dcac62-7bef-43eb-91f0-927336a1714f" providerId="ADAL" clId="{E8BBB977-0052-46D3-8D53-F26BB6C5E194}" dt="2022-12-05T08:22:21.857" v="383" actId="20577"/>
          <ac:spMkLst>
            <pc:docMk/>
            <pc:sldMk cId="702078302" sldId="9786"/>
            <ac:spMk id="94" creationId="{8AD1BF44-3102-9D41-AB10-7220CCDB68E8}"/>
          </ac:spMkLst>
        </pc:spChg>
        <pc:spChg chg="mod">
          <ac:chgData name="Macher, Andreas (DI FA CTR PLC PPM)" userId="f1dcac62-7bef-43eb-91f0-927336a1714f" providerId="ADAL" clId="{E8BBB977-0052-46D3-8D53-F26BB6C5E194}" dt="2022-12-05T08:22:43.783" v="388"/>
          <ac:spMkLst>
            <pc:docMk/>
            <pc:sldMk cId="702078302" sldId="9786"/>
            <ac:spMk id="95" creationId="{3BE7AD9F-836F-12C9-D81E-5BD9A6FC9937}"/>
          </ac:spMkLst>
        </pc:spChg>
        <pc:spChg chg="mod">
          <ac:chgData name="Macher, Andreas (DI FA CTR PLC PPM)" userId="f1dcac62-7bef-43eb-91f0-927336a1714f" providerId="ADAL" clId="{E8BBB977-0052-46D3-8D53-F26BB6C5E194}" dt="2022-12-05T08:22:17.432" v="382" actId="20577"/>
          <ac:spMkLst>
            <pc:docMk/>
            <pc:sldMk cId="702078302" sldId="9786"/>
            <ac:spMk id="124" creationId="{6FADF8E6-4281-4A64-82FB-D0CA59CE02B9}"/>
          </ac:spMkLst>
        </pc:spChg>
        <pc:spChg chg="mod">
          <ac:chgData name="Macher, Andreas (DI FA CTR PLC PPM)" userId="f1dcac62-7bef-43eb-91f0-927336a1714f" providerId="ADAL" clId="{E8BBB977-0052-46D3-8D53-F26BB6C5E194}" dt="2022-12-05T08:22:35.138" v="387" actId="20577"/>
          <ac:spMkLst>
            <pc:docMk/>
            <pc:sldMk cId="702078302" sldId="9786"/>
            <ac:spMk id="125" creationId="{22CD02A5-3AE6-4FFC-BFD1-8E5D75698DFD}"/>
          </ac:spMkLst>
        </pc:spChg>
      </pc:sldChg>
      <pc:sldChg chg="modSp mod">
        <pc:chgData name="Macher, Andreas (DI FA CTR PLC PPM)" userId="f1dcac62-7bef-43eb-91f0-927336a1714f" providerId="ADAL" clId="{E8BBB977-0052-46D3-8D53-F26BB6C5E194}" dt="2022-12-08T14:53:52.489" v="396"/>
        <pc:sldMkLst>
          <pc:docMk/>
          <pc:sldMk cId="3758560682" sldId="9792"/>
        </pc:sldMkLst>
        <pc:spChg chg="mod">
          <ac:chgData name="Macher, Andreas (DI FA CTR PLC PPM)" userId="f1dcac62-7bef-43eb-91f0-927336a1714f" providerId="ADAL" clId="{E8BBB977-0052-46D3-8D53-F26BB6C5E194}" dt="2022-12-08T14:53:52.489" v="396"/>
          <ac:spMkLst>
            <pc:docMk/>
            <pc:sldMk cId="3758560682" sldId="9792"/>
            <ac:spMk id="2" creationId="{FC3625B7-6E71-4862-8687-E4ED1A58BD31}"/>
          </ac:spMkLst>
        </pc:spChg>
        <pc:spChg chg="mod">
          <ac:chgData name="Macher, Andreas (DI FA CTR PLC PPM)" userId="f1dcac62-7bef-43eb-91f0-927336a1714f" providerId="ADAL" clId="{E8BBB977-0052-46D3-8D53-F26BB6C5E194}" dt="2022-11-26T18:33:43.340" v="122" actId="790"/>
          <ac:spMkLst>
            <pc:docMk/>
            <pc:sldMk cId="3758560682" sldId="9792"/>
            <ac:spMk id="4" creationId="{8AEC199F-A444-5EBB-49A1-49E05E1DAECE}"/>
          </ac:spMkLst>
        </pc:spChg>
        <pc:spChg chg="mod">
          <ac:chgData name="Macher, Andreas (DI FA CTR PLC PPM)" userId="f1dcac62-7bef-43eb-91f0-927336a1714f" providerId="ADAL" clId="{E8BBB977-0052-46D3-8D53-F26BB6C5E194}" dt="2022-11-26T18:33:43.340" v="122" actId="790"/>
          <ac:spMkLst>
            <pc:docMk/>
            <pc:sldMk cId="3758560682" sldId="9792"/>
            <ac:spMk id="6" creationId="{687F0138-70E8-A320-DEB3-168B37576192}"/>
          </ac:spMkLst>
        </pc:spChg>
        <pc:spChg chg="mod">
          <ac:chgData name="Macher, Andreas (DI FA CTR PLC PPM)" userId="f1dcac62-7bef-43eb-91f0-927336a1714f" providerId="ADAL" clId="{E8BBB977-0052-46D3-8D53-F26BB6C5E194}" dt="2022-11-26T18:33:43.340" v="122" actId="790"/>
          <ac:spMkLst>
            <pc:docMk/>
            <pc:sldMk cId="3758560682" sldId="9792"/>
            <ac:spMk id="7" creationId="{C4F6EF2D-2CCC-B47B-4457-0CBFB8DA0C8E}"/>
          </ac:spMkLst>
        </pc:spChg>
        <pc:spChg chg="mod">
          <ac:chgData name="Macher, Andreas (DI FA CTR PLC PPM)" userId="f1dcac62-7bef-43eb-91f0-927336a1714f" providerId="ADAL" clId="{E8BBB977-0052-46D3-8D53-F26BB6C5E194}" dt="2022-11-26T18:33:43.340" v="122" actId="790"/>
          <ac:spMkLst>
            <pc:docMk/>
            <pc:sldMk cId="3758560682" sldId="9792"/>
            <ac:spMk id="10" creationId="{DC91F31B-D5AF-BB3E-4885-C60314C85AFC}"/>
          </ac:spMkLst>
        </pc:spChg>
        <pc:spChg chg="mod">
          <ac:chgData name="Macher, Andreas (DI FA CTR PLC PPM)" userId="f1dcac62-7bef-43eb-91f0-927336a1714f" providerId="ADAL" clId="{E8BBB977-0052-46D3-8D53-F26BB6C5E194}" dt="2022-11-26T18:33:43.340" v="122" actId="790"/>
          <ac:spMkLst>
            <pc:docMk/>
            <pc:sldMk cId="3758560682" sldId="9792"/>
            <ac:spMk id="11" creationId="{005C3432-2B31-85B0-3848-DAC312455F0B}"/>
          </ac:spMkLst>
        </pc:spChg>
        <pc:spChg chg="mod">
          <ac:chgData name="Macher, Andreas (DI FA CTR PLC PPM)" userId="f1dcac62-7bef-43eb-91f0-927336a1714f" providerId="ADAL" clId="{E8BBB977-0052-46D3-8D53-F26BB6C5E194}" dt="2022-11-26T18:33:43.340" v="122" actId="790"/>
          <ac:spMkLst>
            <pc:docMk/>
            <pc:sldMk cId="3758560682" sldId="9792"/>
            <ac:spMk id="12" creationId="{AF564EC5-ED64-4093-9F3D-79901D7E9A45}"/>
          </ac:spMkLst>
        </pc:spChg>
        <pc:spChg chg="mod">
          <ac:chgData name="Macher, Andreas (DI FA CTR PLC PPM)" userId="f1dcac62-7bef-43eb-91f0-927336a1714f" providerId="ADAL" clId="{E8BBB977-0052-46D3-8D53-F26BB6C5E194}" dt="2022-11-26T18:33:43.340" v="122" actId="790"/>
          <ac:spMkLst>
            <pc:docMk/>
            <pc:sldMk cId="3758560682" sldId="9792"/>
            <ac:spMk id="14" creationId="{ABADDEC9-B05D-6710-CEC8-DF1B8BC37912}"/>
          </ac:spMkLst>
        </pc:spChg>
        <pc:spChg chg="mod">
          <ac:chgData name="Macher, Andreas (DI FA CTR PLC PPM)" userId="f1dcac62-7bef-43eb-91f0-927336a1714f" providerId="ADAL" clId="{E8BBB977-0052-46D3-8D53-F26BB6C5E194}" dt="2022-11-26T18:33:43.340" v="122" actId="790"/>
          <ac:spMkLst>
            <pc:docMk/>
            <pc:sldMk cId="3758560682" sldId="9792"/>
            <ac:spMk id="15" creationId="{B3DAC6FA-250A-8075-31DE-ABD4A999AE1B}"/>
          </ac:spMkLst>
        </pc:spChg>
        <pc:spChg chg="mod">
          <ac:chgData name="Macher, Andreas (DI FA CTR PLC PPM)" userId="f1dcac62-7bef-43eb-91f0-927336a1714f" providerId="ADAL" clId="{E8BBB977-0052-46D3-8D53-F26BB6C5E194}" dt="2022-11-26T18:33:43.340" v="122" actId="790"/>
          <ac:spMkLst>
            <pc:docMk/>
            <pc:sldMk cId="3758560682" sldId="9792"/>
            <ac:spMk id="20" creationId="{98165509-7F53-CE71-667E-BECBD01BB624}"/>
          </ac:spMkLst>
        </pc:spChg>
        <pc:spChg chg="mod">
          <ac:chgData name="Macher, Andreas (DI FA CTR PLC PPM)" userId="f1dcac62-7bef-43eb-91f0-927336a1714f" providerId="ADAL" clId="{E8BBB977-0052-46D3-8D53-F26BB6C5E194}" dt="2022-11-26T18:33:43.340" v="122" actId="790"/>
          <ac:spMkLst>
            <pc:docMk/>
            <pc:sldMk cId="3758560682" sldId="9792"/>
            <ac:spMk id="21" creationId="{A1DEBC22-27E7-C718-D03B-BA4EFACA7CF4}"/>
          </ac:spMkLst>
        </pc:spChg>
        <pc:spChg chg="mod">
          <ac:chgData name="Macher, Andreas (DI FA CTR PLC PPM)" userId="f1dcac62-7bef-43eb-91f0-927336a1714f" providerId="ADAL" clId="{E8BBB977-0052-46D3-8D53-F26BB6C5E194}" dt="2022-11-26T18:33:43.340" v="122" actId="790"/>
          <ac:spMkLst>
            <pc:docMk/>
            <pc:sldMk cId="3758560682" sldId="9792"/>
            <ac:spMk id="23" creationId="{806C7FA0-A962-437E-11EB-6387123B40BA}"/>
          </ac:spMkLst>
        </pc:spChg>
        <pc:spChg chg="mod">
          <ac:chgData name="Macher, Andreas (DI FA CTR PLC PPM)" userId="f1dcac62-7bef-43eb-91f0-927336a1714f" providerId="ADAL" clId="{E8BBB977-0052-46D3-8D53-F26BB6C5E194}" dt="2022-11-26T18:33:43.340" v="122" actId="790"/>
          <ac:spMkLst>
            <pc:docMk/>
            <pc:sldMk cId="3758560682" sldId="9792"/>
            <ac:spMk id="24" creationId="{28C64ED3-AD86-7F2E-13CA-530F80D3A8BB}"/>
          </ac:spMkLst>
        </pc:spChg>
        <pc:spChg chg="mod">
          <ac:chgData name="Macher, Andreas (DI FA CTR PLC PPM)" userId="f1dcac62-7bef-43eb-91f0-927336a1714f" providerId="ADAL" clId="{E8BBB977-0052-46D3-8D53-F26BB6C5E194}" dt="2022-11-26T18:33:43.340" v="122" actId="790"/>
          <ac:spMkLst>
            <pc:docMk/>
            <pc:sldMk cId="3758560682" sldId="9792"/>
            <ac:spMk id="26" creationId="{544C05EB-B45E-BE53-DF6B-B2A3365B140E}"/>
          </ac:spMkLst>
        </pc:spChg>
        <pc:spChg chg="mod">
          <ac:chgData name="Macher, Andreas (DI FA CTR PLC PPM)" userId="f1dcac62-7bef-43eb-91f0-927336a1714f" providerId="ADAL" clId="{E8BBB977-0052-46D3-8D53-F26BB6C5E194}" dt="2022-11-26T18:33:43.340" v="122" actId="790"/>
          <ac:spMkLst>
            <pc:docMk/>
            <pc:sldMk cId="3758560682" sldId="9792"/>
            <ac:spMk id="27" creationId="{5D4C4FB0-7DEB-E6D3-E82D-BBAA9998B234}"/>
          </ac:spMkLst>
        </pc:spChg>
        <pc:spChg chg="mod">
          <ac:chgData name="Macher, Andreas (DI FA CTR PLC PPM)" userId="f1dcac62-7bef-43eb-91f0-927336a1714f" providerId="ADAL" clId="{E8BBB977-0052-46D3-8D53-F26BB6C5E194}" dt="2022-11-26T18:33:43.340" v="122" actId="790"/>
          <ac:spMkLst>
            <pc:docMk/>
            <pc:sldMk cId="3758560682" sldId="9792"/>
            <ac:spMk id="29" creationId="{B947497F-1F32-0D37-8878-8748BC2F8F79}"/>
          </ac:spMkLst>
        </pc:spChg>
        <pc:spChg chg="mod">
          <ac:chgData name="Macher, Andreas (DI FA CTR PLC PPM)" userId="f1dcac62-7bef-43eb-91f0-927336a1714f" providerId="ADAL" clId="{E8BBB977-0052-46D3-8D53-F26BB6C5E194}" dt="2022-11-26T18:33:43.340" v="122" actId="790"/>
          <ac:spMkLst>
            <pc:docMk/>
            <pc:sldMk cId="3758560682" sldId="9792"/>
            <ac:spMk id="30" creationId="{7923B63B-E708-EDD6-0841-BDC074C4F45B}"/>
          </ac:spMkLst>
        </pc:spChg>
        <pc:spChg chg="mod">
          <ac:chgData name="Macher, Andreas (DI FA CTR PLC PPM)" userId="f1dcac62-7bef-43eb-91f0-927336a1714f" providerId="ADAL" clId="{E8BBB977-0052-46D3-8D53-F26BB6C5E194}" dt="2022-11-26T18:33:43.340" v="122" actId="790"/>
          <ac:spMkLst>
            <pc:docMk/>
            <pc:sldMk cId="3758560682" sldId="9792"/>
            <ac:spMk id="66" creationId="{5373260B-1173-9DC0-6618-27FE800568BB}"/>
          </ac:spMkLst>
        </pc:spChg>
        <pc:spChg chg="mod">
          <ac:chgData name="Macher, Andreas (DI FA CTR PLC PPM)" userId="f1dcac62-7bef-43eb-91f0-927336a1714f" providerId="ADAL" clId="{E8BBB977-0052-46D3-8D53-F26BB6C5E194}" dt="2022-11-26T18:33:43.340" v="122" actId="790"/>
          <ac:spMkLst>
            <pc:docMk/>
            <pc:sldMk cId="3758560682" sldId="9792"/>
            <ac:spMk id="67" creationId="{57004991-27E4-648B-66C7-75EAA6CC3DE2}"/>
          </ac:spMkLst>
        </pc:spChg>
        <pc:spChg chg="mod">
          <ac:chgData name="Macher, Andreas (DI FA CTR PLC PPM)" userId="f1dcac62-7bef-43eb-91f0-927336a1714f" providerId="ADAL" clId="{E8BBB977-0052-46D3-8D53-F26BB6C5E194}" dt="2022-11-26T18:33:43.340" v="122" actId="790"/>
          <ac:spMkLst>
            <pc:docMk/>
            <pc:sldMk cId="3758560682" sldId="9792"/>
            <ac:spMk id="69" creationId="{736E97A3-EBA6-5294-CECB-51F994E43833}"/>
          </ac:spMkLst>
        </pc:spChg>
        <pc:spChg chg="mod">
          <ac:chgData name="Macher, Andreas (DI FA CTR PLC PPM)" userId="f1dcac62-7bef-43eb-91f0-927336a1714f" providerId="ADAL" clId="{E8BBB977-0052-46D3-8D53-F26BB6C5E194}" dt="2022-11-26T18:33:43.340" v="122" actId="790"/>
          <ac:spMkLst>
            <pc:docMk/>
            <pc:sldMk cId="3758560682" sldId="9792"/>
            <ac:spMk id="70" creationId="{134AB808-B032-5A40-B525-01817E651495}"/>
          </ac:spMkLst>
        </pc:spChg>
        <pc:spChg chg="mod">
          <ac:chgData name="Macher, Andreas (DI FA CTR PLC PPM)" userId="f1dcac62-7bef-43eb-91f0-927336a1714f" providerId="ADAL" clId="{E8BBB977-0052-46D3-8D53-F26BB6C5E194}" dt="2022-11-26T18:33:43.340" v="122" actId="790"/>
          <ac:spMkLst>
            <pc:docMk/>
            <pc:sldMk cId="3758560682" sldId="9792"/>
            <ac:spMk id="72" creationId="{E330B94D-BA70-6FA5-214B-B7A52353BB15}"/>
          </ac:spMkLst>
        </pc:spChg>
        <pc:spChg chg="mod">
          <ac:chgData name="Macher, Andreas (DI FA CTR PLC PPM)" userId="f1dcac62-7bef-43eb-91f0-927336a1714f" providerId="ADAL" clId="{E8BBB977-0052-46D3-8D53-F26BB6C5E194}" dt="2022-11-26T18:33:43.340" v="122" actId="790"/>
          <ac:spMkLst>
            <pc:docMk/>
            <pc:sldMk cId="3758560682" sldId="9792"/>
            <ac:spMk id="73" creationId="{FB1D3680-BBFD-3596-6388-1624C92530A7}"/>
          </ac:spMkLst>
        </pc:spChg>
        <pc:spChg chg="mod">
          <ac:chgData name="Macher, Andreas (DI FA CTR PLC PPM)" userId="f1dcac62-7bef-43eb-91f0-927336a1714f" providerId="ADAL" clId="{E8BBB977-0052-46D3-8D53-F26BB6C5E194}" dt="2022-11-26T18:33:43.340" v="122" actId="790"/>
          <ac:spMkLst>
            <pc:docMk/>
            <pc:sldMk cId="3758560682" sldId="9792"/>
            <ac:spMk id="75" creationId="{BF4FE757-456E-12F4-8E15-F5D797AC2880}"/>
          </ac:spMkLst>
        </pc:spChg>
        <pc:spChg chg="mod">
          <ac:chgData name="Macher, Andreas (DI FA CTR PLC PPM)" userId="f1dcac62-7bef-43eb-91f0-927336a1714f" providerId="ADAL" clId="{E8BBB977-0052-46D3-8D53-F26BB6C5E194}" dt="2022-11-26T18:33:43.340" v="122" actId="790"/>
          <ac:spMkLst>
            <pc:docMk/>
            <pc:sldMk cId="3758560682" sldId="9792"/>
            <ac:spMk id="76" creationId="{654F4A42-459C-AD86-AF42-71EF3B805D6B}"/>
          </ac:spMkLst>
        </pc:spChg>
        <pc:spChg chg="mod">
          <ac:chgData name="Macher, Andreas (DI FA CTR PLC PPM)" userId="f1dcac62-7bef-43eb-91f0-927336a1714f" providerId="ADAL" clId="{E8BBB977-0052-46D3-8D53-F26BB6C5E194}" dt="2022-11-26T18:33:43.340" v="122" actId="790"/>
          <ac:spMkLst>
            <pc:docMk/>
            <pc:sldMk cId="3758560682" sldId="9792"/>
            <ac:spMk id="78" creationId="{0EFEA951-0CA2-1DBD-FD3B-B3636124131B}"/>
          </ac:spMkLst>
        </pc:spChg>
        <pc:spChg chg="mod">
          <ac:chgData name="Macher, Andreas (DI FA CTR PLC PPM)" userId="f1dcac62-7bef-43eb-91f0-927336a1714f" providerId="ADAL" clId="{E8BBB977-0052-46D3-8D53-F26BB6C5E194}" dt="2022-11-26T18:33:43.340" v="122" actId="790"/>
          <ac:spMkLst>
            <pc:docMk/>
            <pc:sldMk cId="3758560682" sldId="9792"/>
            <ac:spMk id="79" creationId="{B29FE29F-1752-5C3D-32D7-32DBE9D8B5D5}"/>
          </ac:spMkLst>
        </pc:spChg>
      </pc:sldChg>
      <pc:sldChg chg="modSp mod">
        <pc:chgData name="Macher, Andreas (DI FA CTR PLC PPM)" userId="f1dcac62-7bef-43eb-91f0-927336a1714f" providerId="ADAL" clId="{E8BBB977-0052-46D3-8D53-F26BB6C5E194}" dt="2022-12-08T14:53:52.489" v="396"/>
        <pc:sldMkLst>
          <pc:docMk/>
          <pc:sldMk cId="1874514011" sldId="9794"/>
        </pc:sldMkLst>
        <pc:spChg chg="mod">
          <ac:chgData name="Macher, Andreas (DI FA CTR PLC PPM)" userId="f1dcac62-7bef-43eb-91f0-927336a1714f" providerId="ADAL" clId="{E8BBB977-0052-46D3-8D53-F26BB6C5E194}" dt="2022-11-26T18:33:58.517" v="123" actId="790"/>
          <ac:spMkLst>
            <pc:docMk/>
            <pc:sldMk cId="1874514011" sldId="9794"/>
            <ac:spMk id="2" creationId="{A8020DF4-44C3-C6A0-CC50-8FF18BD3C396}"/>
          </ac:spMkLst>
        </pc:spChg>
        <pc:spChg chg="mod">
          <ac:chgData name="Macher, Andreas (DI FA CTR PLC PPM)" userId="f1dcac62-7bef-43eb-91f0-927336a1714f" providerId="ADAL" clId="{E8BBB977-0052-46D3-8D53-F26BB6C5E194}" dt="2022-12-08T14:53:52.489" v="396"/>
          <ac:spMkLst>
            <pc:docMk/>
            <pc:sldMk cId="1874514011" sldId="9794"/>
            <ac:spMk id="3" creationId="{EA35394F-BBF4-C3EC-2FDE-B524DBA81B6B}"/>
          </ac:spMkLst>
        </pc:spChg>
        <pc:spChg chg="mod">
          <ac:chgData name="Macher, Andreas (DI FA CTR PLC PPM)" userId="f1dcac62-7bef-43eb-91f0-927336a1714f" providerId="ADAL" clId="{E8BBB977-0052-46D3-8D53-F26BB6C5E194}" dt="2022-11-26T18:33:58.517" v="123" actId="790"/>
          <ac:spMkLst>
            <pc:docMk/>
            <pc:sldMk cId="1874514011" sldId="9794"/>
            <ac:spMk id="7" creationId="{216053FE-B00E-F6A8-0624-900CD6BBE262}"/>
          </ac:spMkLst>
        </pc:spChg>
        <pc:spChg chg="mod">
          <ac:chgData name="Macher, Andreas (DI FA CTR PLC PPM)" userId="f1dcac62-7bef-43eb-91f0-927336a1714f" providerId="ADAL" clId="{E8BBB977-0052-46D3-8D53-F26BB6C5E194}" dt="2022-11-26T18:33:58.517" v="123" actId="790"/>
          <ac:spMkLst>
            <pc:docMk/>
            <pc:sldMk cId="1874514011" sldId="9794"/>
            <ac:spMk id="9" creationId="{C0ABDE72-366B-2BDF-3AFF-84F4D16EAF59}"/>
          </ac:spMkLst>
        </pc:spChg>
        <pc:spChg chg="mod">
          <ac:chgData name="Macher, Andreas (DI FA CTR PLC PPM)" userId="f1dcac62-7bef-43eb-91f0-927336a1714f" providerId="ADAL" clId="{E8BBB977-0052-46D3-8D53-F26BB6C5E194}" dt="2022-11-26T18:33:58.517" v="123" actId="790"/>
          <ac:spMkLst>
            <pc:docMk/>
            <pc:sldMk cId="1874514011" sldId="9794"/>
            <ac:spMk id="13" creationId="{B843A931-A0F0-6422-003E-631AA52E6CF2}"/>
          </ac:spMkLst>
        </pc:spChg>
        <pc:spChg chg="mod">
          <ac:chgData name="Macher, Andreas (DI FA CTR PLC PPM)" userId="f1dcac62-7bef-43eb-91f0-927336a1714f" providerId="ADAL" clId="{E8BBB977-0052-46D3-8D53-F26BB6C5E194}" dt="2022-11-26T18:33:58.517" v="123" actId="790"/>
          <ac:spMkLst>
            <pc:docMk/>
            <pc:sldMk cId="1874514011" sldId="9794"/>
            <ac:spMk id="16" creationId="{33D64473-0C9F-0DC3-C5FD-AE2508245C29}"/>
          </ac:spMkLst>
        </pc:spChg>
      </pc:sldChg>
      <pc:sldChg chg="delSp modSp mod">
        <pc:chgData name="Macher, Andreas (DI FA CTR PLC PPM)" userId="f1dcac62-7bef-43eb-91f0-927336a1714f" providerId="ADAL" clId="{E8BBB977-0052-46D3-8D53-F26BB6C5E194}" dt="2022-12-08T14:53:52.489" v="396"/>
        <pc:sldMkLst>
          <pc:docMk/>
          <pc:sldMk cId="1354691719" sldId="9795"/>
        </pc:sldMkLst>
        <pc:spChg chg="mod">
          <ac:chgData name="Macher, Andreas (DI FA CTR PLC PPM)" userId="f1dcac62-7bef-43eb-91f0-927336a1714f" providerId="ADAL" clId="{E8BBB977-0052-46D3-8D53-F26BB6C5E194}" dt="2022-11-26T18:34:13.322" v="134" actId="20577"/>
          <ac:spMkLst>
            <pc:docMk/>
            <pc:sldMk cId="1354691719" sldId="9795"/>
            <ac:spMk id="2" creationId="{7987EFCA-DAA4-BA74-2708-F825BEB56106}"/>
          </ac:spMkLst>
        </pc:spChg>
        <pc:spChg chg="mod">
          <ac:chgData name="Macher, Andreas (DI FA CTR PLC PPM)" userId="f1dcac62-7bef-43eb-91f0-927336a1714f" providerId="ADAL" clId="{E8BBB977-0052-46D3-8D53-F26BB6C5E194}" dt="2022-12-08T14:53:52.489" v="396"/>
          <ac:spMkLst>
            <pc:docMk/>
            <pc:sldMk cId="1354691719" sldId="9795"/>
            <ac:spMk id="3" creationId="{1A1BE250-4CF4-2372-178D-F0F54EED63E7}"/>
          </ac:spMkLst>
        </pc:spChg>
        <pc:picChg chg="del">
          <ac:chgData name="Macher, Andreas (DI FA CTR PLC PPM)" userId="f1dcac62-7bef-43eb-91f0-927336a1714f" providerId="ADAL" clId="{E8BBB977-0052-46D3-8D53-F26BB6C5E194}" dt="2022-11-28T14:00:41.281" v="323" actId="478"/>
          <ac:picMkLst>
            <pc:docMk/>
            <pc:sldMk cId="1354691719" sldId="9795"/>
            <ac:picMk id="8" creationId="{C735FDDC-01B9-C659-B8BE-C77552AA04F4}"/>
          </ac:picMkLst>
        </pc:picChg>
        <pc:picChg chg="del">
          <ac:chgData name="Macher, Andreas (DI FA CTR PLC PPM)" userId="f1dcac62-7bef-43eb-91f0-927336a1714f" providerId="ADAL" clId="{E8BBB977-0052-46D3-8D53-F26BB6C5E194}" dt="2022-11-28T14:00:42.200" v="324" actId="478"/>
          <ac:picMkLst>
            <pc:docMk/>
            <pc:sldMk cId="1354691719" sldId="9795"/>
            <ac:picMk id="9" creationId="{0BE9320E-BAE3-B4FA-DD5F-B0035302CD89}"/>
          </ac:picMkLst>
        </pc:picChg>
      </pc:sldChg>
      <pc:sldChg chg="modSp mod">
        <pc:chgData name="Macher, Andreas (DI FA CTR PLC PPM)" userId="f1dcac62-7bef-43eb-91f0-927336a1714f" providerId="ADAL" clId="{E8BBB977-0052-46D3-8D53-F26BB6C5E194}" dt="2022-12-08T14:53:52.489" v="396"/>
        <pc:sldMkLst>
          <pc:docMk/>
          <pc:sldMk cId="3305163737" sldId="9797"/>
        </pc:sldMkLst>
        <pc:spChg chg="mod">
          <ac:chgData name="Macher, Andreas (DI FA CTR PLC PPM)" userId="f1dcac62-7bef-43eb-91f0-927336a1714f" providerId="ADAL" clId="{E8BBB977-0052-46D3-8D53-F26BB6C5E194}" dt="2022-11-26T18:34:46.886" v="136" actId="790"/>
          <ac:spMkLst>
            <pc:docMk/>
            <pc:sldMk cId="3305163737" sldId="9797"/>
            <ac:spMk id="2" creationId="{39903938-0C73-D655-B5B2-D4DFB94656D3}"/>
          </ac:spMkLst>
        </pc:spChg>
        <pc:spChg chg="mod">
          <ac:chgData name="Macher, Andreas (DI FA CTR PLC PPM)" userId="f1dcac62-7bef-43eb-91f0-927336a1714f" providerId="ADAL" clId="{E8BBB977-0052-46D3-8D53-F26BB6C5E194}" dt="2022-12-08T14:53:52.489" v="396"/>
          <ac:spMkLst>
            <pc:docMk/>
            <pc:sldMk cId="3305163737" sldId="9797"/>
            <ac:spMk id="3" creationId="{34330BFE-6BE6-2566-EFF7-B8EFCE525A6A}"/>
          </ac:spMkLst>
        </pc:spChg>
        <pc:spChg chg="mod">
          <ac:chgData name="Macher, Andreas (DI FA CTR PLC PPM)" userId="f1dcac62-7bef-43eb-91f0-927336a1714f" providerId="ADAL" clId="{E8BBB977-0052-46D3-8D53-F26BB6C5E194}" dt="2022-11-28T14:01:08.977" v="339" actId="20577"/>
          <ac:spMkLst>
            <pc:docMk/>
            <pc:sldMk cId="3305163737" sldId="9797"/>
            <ac:spMk id="11" creationId="{0067F2F2-EC9B-EEB1-0EB7-6466BF759D5E}"/>
          </ac:spMkLst>
        </pc:spChg>
        <pc:spChg chg="mod">
          <ac:chgData name="Macher, Andreas (DI FA CTR PLC PPM)" userId="f1dcac62-7bef-43eb-91f0-927336a1714f" providerId="ADAL" clId="{E8BBB977-0052-46D3-8D53-F26BB6C5E194}" dt="2022-11-26T18:34:46.886" v="136" actId="790"/>
          <ac:spMkLst>
            <pc:docMk/>
            <pc:sldMk cId="3305163737" sldId="9797"/>
            <ac:spMk id="13" creationId="{0E9194E7-79BA-7D4B-A115-4164A3FEBC9D}"/>
          </ac:spMkLst>
        </pc:spChg>
      </pc:sldChg>
      <pc:sldChg chg="modSp mod">
        <pc:chgData name="Macher, Andreas (DI FA CTR PLC PPM)" userId="f1dcac62-7bef-43eb-91f0-927336a1714f" providerId="ADAL" clId="{E8BBB977-0052-46D3-8D53-F26BB6C5E194}" dt="2022-12-08T14:53:52.489" v="396"/>
        <pc:sldMkLst>
          <pc:docMk/>
          <pc:sldMk cId="3079121584" sldId="9800"/>
        </pc:sldMkLst>
        <pc:spChg chg="mod">
          <ac:chgData name="Macher, Andreas (DI FA CTR PLC PPM)" userId="f1dcac62-7bef-43eb-91f0-927336a1714f" providerId="ADAL" clId="{E8BBB977-0052-46D3-8D53-F26BB6C5E194}" dt="2022-11-26T18:26:53.254" v="80"/>
          <ac:spMkLst>
            <pc:docMk/>
            <pc:sldMk cId="3079121584" sldId="9800"/>
            <ac:spMk id="2" creationId="{30ECF9A0-538E-E13A-A605-D68CBAFC2841}"/>
          </ac:spMkLst>
        </pc:spChg>
        <pc:spChg chg="mod">
          <ac:chgData name="Macher, Andreas (DI FA CTR PLC PPM)" userId="f1dcac62-7bef-43eb-91f0-927336a1714f" providerId="ADAL" clId="{E8BBB977-0052-46D3-8D53-F26BB6C5E194}" dt="2022-12-08T14:53:52.489" v="396"/>
          <ac:spMkLst>
            <pc:docMk/>
            <pc:sldMk cId="3079121584" sldId="9800"/>
            <ac:spMk id="3" creationId="{4DC02295-A77B-8302-DF2B-31F7331EC4B0}"/>
          </ac:spMkLst>
        </pc:spChg>
        <pc:spChg chg="mod">
          <ac:chgData name="Macher, Andreas (DI FA CTR PLC PPM)" userId="f1dcac62-7bef-43eb-91f0-927336a1714f" providerId="ADAL" clId="{E8BBB977-0052-46D3-8D53-F26BB6C5E194}" dt="2022-11-26T18:31:44.573" v="109" actId="20577"/>
          <ac:spMkLst>
            <pc:docMk/>
            <pc:sldMk cId="3079121584" sldId="9800"/>
            <ac:spMk id="11" creationId="{E01D4B64-3B06-AAC8-83E2-72E450251F83}"/>
          </ac:spMkLst>
        </pc:spChg>
        <pc:graphicFrameChg chg="modGraphic">
          <ac:chgData name="Macher, Andreas (DI FA CTR PLC PPM)" userId="f1dcac62-7bef-43eb-91f0-927336a1714f" providerId="ADAL" clId="{E8BBB977-0052-46D3-8D53-F26BB6C5E194}" dt="2022-11-26T18:38:48.999" v="155" actId="2"/>
          <ac:graphicFrameMkLst>
            <pc:docMk/>
            <pc:sldMk cId="3079121584" sldId="9800"/>
            <ac:graphicFrameMk id="4" creationId="{F170BBCA-C806-41C3-8B15-6EDFFB668C8F}"/>
          </ac:graphicFrameMkLst>
        </pc:graphicFrameChg>
      </pc:sldChg>
      <pc:sldChg chg="modSp mod">
        <pc:chgData name="Macher, Andreas (DI FA CTR PLC PPM)" userId="f1dcac62-7bef-43eb-91f0-927336a1714f" providerId="ADAL" clId="{E8BBB977-0052-46D3-8D53-F26BB6C5E194}" dt="2022-12-08T14:53:52.489" v="396"/>
        <pc:sldMkLst>
          <pc:docMk/>
          <pc:sldMk cId="370056949" sldId="9801"/>
        </pc:sldMkLst>
        <pc:spChg chg="mod">
          <ac:chgData name="Macher, Andreas (DI FA CTR PLC PPM)" userId="f1dcac62-7bef-43eb-91f0-927336a1714f" providerId="ADAL" clId="{E8BBB977-0052-46D3-8D53-F26BB6C5E194}" dt="2022-11-26T18:39:01.220" v="156" actId="790"/>
          <ac:spMkLst>
            <pc:docMk/>
            <pc:sldMk cId="370056949" sldId="9801"/>
            <ac:spMk id="2" creationId="{30ECF9A0-538E-E13A-A605-D68CBAFC2841}"/>
          </ac:spMkLst>
        </pc:spChg>
        <pc:spChg chg="mod">
          <ac:chgData name="Macher, Andreas (DI FA CTR PLC PPM)" userId="f1dcac62-7bef-43eb-91f0-927336a1714f" providerId="ADAL" clId="{E8BBB977-0052-46D3-8D53-F26BB6C5E194}" dt="2022-12-08T14:53:52.489" v="396"/>
          <ac:spMkLst>
            <pc:docMk/>
            <pc:sldMk cId="370056949" sldId="9801"/>
            <ac:spMk id="3" creationId="{4DC02295-A77B-8302-DF2B-31F7331EC4B0}"/>
          </ac:spMkLst>
        </pc:spChg>
        <pc:spChg chg="mod">
          <ac:chgData name="Macher, Andreas (DI FA CTR PLC PPM)" userId="f1dcac62-7bef-43eb-91f0-927336a1714f" providerId="ADAL" clId="{E8BBB977-0052-46D3-8D53-F26BB6C5E194}" dt="2022-11-26T18:32:31.071" v="114" actId="20577"/>
          <ac:spMkLst>
            <pc:docMk/>
            <pc:sldMk cId="370056949" sldId="9801"/>
            <ac:spMk id="12" creationId="{5F57E8F4-7598-0ADC-8F9E-E108A746DE15}"/>
          </ac:spMkLst>
        </pc:spChg>
      </pc:sldChg>
      <pc:sldChg chg="modSp">
        <pc:chgData name="Macher, Andreas (DI FA CTR PLC PPM)" userId="f1dcac62-7bef-43eb-91f0-927336a1714f" providerId="ADAL" clId="{E8BBB977-0052-46D3-8D53-F26BB6C5E194}" dt="2022-12-08T14:53:52.489" v="396"/>
        <pc:sldMkLst>
          <pc:docMk/>
          <pc:sldMk cId="1967402227" sldId="9802"/>
        </pc:sldMkLst>
        <pc:spChg chg="mod">
          <ac:chgData name="Macher, Andreas (DI FA CTR PLC PPM)" userId="f1dcac62-7bef-43eb-91f0-927336a1714f" providerId="ADAL" clId="{E8BBB977-0052-46D3-8D53-F26BB6C5E194}" dt="2022-11-26T18:26:53.254" v="80"/>
          <ac:spMkLst>
            <pc:docMk/>
            <pc:sldMk cId="1967402227" sldId="9802"/>
            <ac:spMk id="2" creationId="{30ECF9A0-538E-E13A-A605-D68CBAFC2841}"/>
          </ac:spMkLst>
        </pc:spChg>
        <pc:spChg chg="mod">
          <ac:chgData name="Macher, Andreas (DI FA CTR PLC PPM)" userId="f1dcac62-7bef-43eb-91f0-927336a1714f" providerId="ADAL" clId="{E8BBB977-0052-46D3-8D53-F26BB6C5E194}" dt="2022-12-08T14:53:52.489" v="396"/>
          <ac:spMkLst>
            <pc:docMk/>
            <pc:sldMk cId="1967402227" sldId="9802"/>
            <ac:spMk id="3" creationId="{4DC02295-A77B-8302-DF2B-31F7331EC4B0}"/>
          </ac:spMkLst>
        </pc:spChg>
      </pc:sldChg>
      <pc:sldChg chg="modSp mod">
        <pc:chgData name="Macher, Andreas (DI FA CTR PLC PPM)" userId="f1dcac62-7bef-43eb-91f0-927336a1714f" providerId="ADAL" clId="{E8BBB977-0052-46D3-8D53-F26BB6C5E194}" dt="2022-12-08T14:53:52.489" v="396"/>
        <pc:sldMkLst>
          <pc:docMk/>
          <pc:sldMk cId="1516446008" sldId="9803"/>
        </pc:sldMkLst>
        <pc:spChg chg="mod">
          <ac:chgData name="Macher, Andreas (DI FA CTR PLC PPM)" userId="f1dcac62-7bef-43eb-91f0-927336a1714f" providerId="ADAL" clId="{E8BBB977-0052-46D3-8D53-F26BB6C5E194}" dt="2022-11-26T18:32:58.903" v="115" actId="790"/>
          <ac:spMkLst>
            <pc:docMk/>
            <pc:sldMk cId="1516446008" sldId="9803"/>
            <ac:spMk id="2" creationId="{30ECF9A0-538E-E13A-A605-D68CBAFC2841}"/>
          </ac:spMkLst>
        </pc:spChg>
        <pc:spChg chg="mod">
          <ac:chgData name="Macher, Andreas (DI FA CTR PLC PPM)" userId="f1dcac62-7bef-43eb-91f0-927336a1714f" providerId="ADAL" clId="{E8BBB977-0052-46D3-8D53-F26BB6C5E194}" dt="2022-12-08T14:53:52.489" v="396"/>
          <ac:spMkLst>
            <pc:docMk/>
            <pc:sldMk cId="1516446008" sldId="9803"/>
            <ac:spMk id="3" creationId="{4DC02295-A77B-8302-DF2B-31F7331EC4B0}"/>
          </ac:spMkLst>
        </pc:spChg>
        <pc:spChg chg="mod">
          <ac:chgData name="Macher, Andreas (DI FA CTR PLC PPM)" userId="f1dcac62-7bef-43eb-91f0-927336a1714f" providerId="ADAL" clId="{E8BBB977-0052-46D3-8D53-F26BB6C5E194}" dt="2022-11-26T18:32:58.903" v="115" actId="790"/>
          <ac:spMkLst>
            <pc:docMk/>
            <pc:sldMk cId="1516446008" sldId="9803"/>
            <ac:spMk id="5" creationId="{46804C3B-1995-E1EF-9E04-E417F56C0A01}"/>
          </ac:spMkLst>
        </pc:spChg>
        <pc:graphicFrameChg chg="mod modGraphic">
          <ac:chgData name="Macher, Andreas (DI FA CTR PLC PPM)" userId="f1dcac62-7bef-43eb-91f0-927336a1714f" providerId="ADAL" clId="{E8BBB977-0052-46D3-8D53-F26BB6C5E194}" dt="2022-12-06T09:07:27.314" v="395" actId="6549"/>
          <ac:graphicFrameMkLst>
            <pc:docMk/>
            <pc:sldMk cId="1516446008" sldId="9803"/>
            <ac:graphicFrameMk id="4" creationId="{F170BBCA-C806-41C3-8B15-6EDFFB668C8F}"/>
          </ac:graphicFrameMkLst>
        </pc:graphicFrameChg>
      </pc:sldChg>
      <pc:sldChg chg="modSp mod">
        <pc:chgData name="Macher, Andreas (DI FA CTR PLC PPM)" userId="f1dcac62-7bef-43eb-91f0-927336a1714f" providerId="ADAL" clId="{E8BBB977-0052-46D3-8D53-F26BB6C5E194}" dt="2022-12-08T14:53:52.489" v="396"/>
        <pc:sldMkLst>
          <pc:docMk/>
          <pc:sldMk cId="3900263247" sldId="9804"/>
        </pc:sldMkLst>
        <pc:spChg chg="mod">
          <ac:chgData name="Macher, Andreas (DI FA CTR PLC PPM)" userId="f1dcac62-7bef-43eb-91f0-927336a1714f" providerId="ADAL" clId="{E8BBB977-0052-46D3-8D53-F26BB6C5E194}" dt="2022-11-26T18:32:06.441" v="110" actId="790"/>
          <ac:spMkLst>
            <pc:docMk/>
            <pc:sldMk cId="3900263247" sldId="9804"/>
            <ac:spMk id="2" creationId="{30ECF9A0-538E-E13A-A605-D68CBAFC2841}"/>
          </ac:spMkLst>
        </pc:spChg>
        <pc:spChg chg="mod">
          <ac:chgData name="Macher, Andreas (DI FA CTR PLC PPM)" userId="f1dcac62-7bef-43eb-91f0-927336a1714f" providerId="ADAL" clId="{E8BBB977-0052-46D3-8D53-F26BB6C5E194}" dt="2022-12-08T14:53:52.489" v="396"/>
          <ac:spMkLst>
            <pc:docMk/>
            <pc:sldMk cId="3900263247" sldId="9804"/>
            <ac:spMk id="3" creationId="{4DC02295-A77B-8302-DF2B-31F7331EC4B0}"/>
          </ac:spMkLst>
        </pc:spChg>
        <pc:spChg chg="mod">
          <ac:chgData name="Macher, Andreas (DI FA CTR PLC PPM)" userId="f1dcac62-7bef-43eb-91f0-927336a1714f" providerId="ADAL" clId="{E8BBB977-0052-46D3-8D53-F26BB6C5E194}" dt="2022-11-26T18:32:06.441" v="110" actId="790"/>
          <ac:spMkLst>
            <pc:docMk/>
            <pc:sldMk cId="3900263247" sldId="9804"/>
            <ac:spMk id="10" creationId="{C4EEDEBC-49BF-0713-7172-E032D436D118}"/>
          </ac:spMkLst>
        </pc:spChg>
        <pc:graphicFrameChg chg="mod modGraphic">
          <ac:chgData name="Macher, Andreas (DI FA CTR PLC PPM)" userId="f1dcac62-7bef-43eb-91f0-927336a1714f" providerId="ADAL" clId="{E8BBB977-0052-46D3-8D53-F26BB6C5E194}" dt="2022-12-06T09:07:14.621" v="392" actId="6549"/>
          <ac:graphicFrameMkLst>
            <pc:docMk/>
            <pc:sldMk cId="3900263247" sldId="9804"/>
            <ac:graphicFrameMk id="4" creationId="{F170BBCA-C806-41C3-8B15-6EDFFB668C8F}"/>
          </ac:graphicFrameMkLst>
        </pc:graphicFrameChg>
      </pc:sldChg>
      <pc:sldChg chg="modSp mod">
        <pc:chgData name="Macher, Andreas (DI FA CTR PLC PPM)" userId="f1dcac62-7bef-43eb-91f0-927336a1714f" providerId="ADAL" clId="{E8BBB977-0052-46D3-8D53-F26BB6C5E194}" dt="2022-12-08T14:53:52.489" v="396"/>
        <pc:sldMkLst>
          <pc:docMk/>
          <pc:sldMk cId="585790036" sldId="9808"/>
        </pc:sldMkLst>
        <pc:spChg chg="mod">
          <ac:chgData name="Macher, Andreas (DI FA CTR PLC PPM)" userId="f1dcac62-7bef-43eb-91f0-927336a1714f" providerId="ADAL" clId="{E8BBB977-0052-46D3-8D53-F26BB6C5E194}" dt="2022-11-26T18:28:39.550" v="86"/>
          <ac:spMkLst>
            <pc:docMk/>
            <pc:sldMk cId="585790036" sldId="9808"/>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585790036" sldId="9808"/>
            <ac:spMk id="3" creationId="{464FF754-0FEE-3BDB-6F33-8A0964399AD5}"/>
          </ac:spMkLst>
        </pc:spChg>
        <pc:spChg chg="mod">
          <ac:chgData name="Macher, Andreas (DI FA CTR PLC PPM)" userId="f1dcac62-7bef-43eb-91f0-927336a1714f" providerId="ADAL" clId="{E8BBB977-0052-46D3-8D53-F26BB6C5E194}" dt="2022-11-26T18:28:22.078" v="85" actId="790"/>
          <ac:spMkLst>
            <pc:docMk/>
            <pc:sldMk cId="585790036" sldId="9808"/>
            <ac:spMk id="21" creationId="{71594A9E-D366-4E24-2A91-6E97770A23EF}"/>
          </ac:spMkLst>
        </pc:spChg>
        <pc:spChg chg="mod">
          <ac:chgData name="Macher, Andreas (DI FA CTR PLC PPM)" userId="f1dcac62-7bef-43eb-91f0-927336a1714f" providerId="ADAL" clId="{E8BBB977-0052-46D3-8D53-F26BB6C5E194}" dt="2022-11-26T18:28:22.078" v="85" actId="790"/>
          <ac:spMkLst>
            <pc:docMk/>
            <pc:sldMk cId="585790036" sldId="9808"/>
            <ac:spMk id="27" creationId="{4F0F7FAC-C60C-3D50-46F0-17A5E5E6EBB4}"/>
          </ac:spMkLst>
        </pc:spChg>
        <pc:spChg chg="mod">
          <ac:chgData name="Macher, Andreas (DI FA CTR PLC PPM)" userId="f1dcac62-7bef-43eb-91f0-927336a1714f" providerId="ADAL" clId="{E8BBB977-0052-46D3-8D53-F26BB6C5E194}" dt="2022-11-26T18:28:22.078" v="85" actId="790"/>
          <ac:spMkLst>
            <pc:docMk/>
            <pc:sldMk cId="585790036" sldId="9808"/>
            <ac:spMk id="28" creationId="{63E53BDC-426A-55B2-05A6-5268A99C1043}"/>
          </ac:spMkLst>
        </pc:spChg>
        <pc:spChg chg="mod">
          <ac:chgData name="Macher, Andreas (DI FA CTR PLC PPM)" userId="f1dcac62-7bef-43eb-91f0-927336a1714f" providerId="ADAL" clId="{E8BBB977-0052-46D3-8D53-F26BB6C5E194}" dt="2022-11-26T18:28:22.078" v="85" actId="790"/>
          <ac:spMkLst>
            <pc:docMk/>
            <pc:sldMk cId="585790036" sldId="9808"/>
            <ac:spMk id="29" creationId="{51509B96-7D24-4D66-D71B-117887B9B33E}"/>
          </ac:spMkLst>
        </pc:spChg>
        <pc:spChg chg="mod">
          <ac:chgData name="Macher, Andreas (DI FA CTR PLC PPM)" userId="f1dcac62-7bef-43eb-91f0-927336a1714f" providerId="ADAL" clId="{E8BBB977-0052-46D3-8D53-F26BB6C5E194}" dt="2022-11-26T18:28:22.078" v="85" actId="790"/>
          <ac:spMkLst>
            <pc:docMk/>
            <pc:sldMk cId="585790036" sldId="9808"/>
            <ac:spMk id="30" creationId="{6EE0C415-FA5D-CEA7-4B06-F94B7ABD87D5}"/>
          </ac:spMkLst>
        </pc:spChg>
        <pc:spChg chg="mod">
          <ac:chgData name="Macher, Andreas (DI FA CTR PLC PPM)" userId="f1dcac62-7bef-43eb-91f0-927336a1714f" providerId="ADAL" clId="{E8BBB977-0052-46D3-8D53-F26BB6C5E194}" dt="2022-11-26T18:28:22.078" v="85" actId="790"/>
          <ac:spMkLst>
            <pc:docMk/>
            <pc:sldMk cId="585790036" sldId="9808"/>
            <ac:spMk id="31" creationId="{C8B119BA-2149-DD72-3835-D216D0B35AA9}"/>
          </ac:spMkLst>
        </pc:spChg>
        <pc:spChg chg="mod">
          <ac:chgData name="Macher, Andreas (DI FA CTR PLC PPM)" userId="f1dcac62-7bef-43eb-91f0-927336a1714f" providerId="ADAL" clId="{E8BBB977-0052-46D3-8D53-F26BB6C5E194}" dt="2022-11-26T18:28:22.078" v="85" actId="790"/>
          <ac:spMkLst>
            <pc:docMk/>
            <pc:sldMk cId="585790036" sldId="9808"/>
            <ac:spMk id="32" creationId="{424BB2A0-1891-7FE7-2D9F-A1B9BB662D01}"/>
          </ac:spMkLst>
        </pc:spChg>
        <pc:spChg chg="mod">
          <ac:chgData name="Macher, Andreas (DI FA CTR PLC PPM)" userId="f1dcac62-7bef-43eb-91f0-927336a1714f" providerId="ADAL" clId="{E8BBB977-0052-46D3-8D53-F26BB6C5E194}" dt="2022-11-26T18:28:22.078" v="85" actId="790"/>
          <ac:spMkLst>
            <pc:docMk/>
            <pc:sldMk cId="585790036" sldId="9808"/>
            <ac:spMk id="40" creationId="{AB30348E-EF23-F974-089C-37F8D1D421C4}"/>
          </ac:spMkLst>
        </pc:spChg>
        <pc:spChg chg="mod">
          <ac:chgData name="Macher, Andreas (DI FA CTR PLC PPM)" userId="f1dcac62-7bef-43eb-91f0-927336a1714f" providerId="ADAL" clId="{E8BBB977-0052-46D3-8D53-F26BB6C5E194}" dt="2022-11-26T18:28:22.078" v="85" actId="790"/>
          <ac:spMkLst>
            <pc:docMk/>
            <pc:sldMk cId="585790036" sldId="9808"/>
            <ac:spMk id="43" creationId="{17BA86CE-77B4-3286-250F-EE1FA0029378}"/>
          </ac:spMkLst>
        </pc:spChg>
        <pc:spChg chg="mod">
          <ac:chgData name="Macher, Andreas (DI FA CTR PLC PPM)" userId="f1dcac62-7bef-43eb-91f0-927336a1714f" providerId="ADAL" clId="{E8BBB977-0052-46D3-8D53-F26BB6C5E194}" dt="2022-11-26T18:28:22.078" v="85" actId="790"/>
          <ac:spMkLst>
            <pc:docMk/>
            <pc:sldMk cId="585790036" sldId="9808"/>
            <ac:spMk id="44" creationId="{414CF385-136E-AD32-FE2A-7115E4D7CE4F}"/>
          </ac:spMkLst>
        </pc:spChg>
        <pc:spChg chg="mod">
          <ac:chgData name="Macher, Andreas (DI FA CTR PLC PPM)" userId="f1dcac62-7bef-43eb-91f0-927336a1714f" providerId="ADAL" clId="{E8BBB977-0052-46D3-8D53-F26BB6C5E194}" dt="2022-11-26T18:28:22.078" v="85" actId="790"/>
          <ac:spMkLst>
            <pc:docMk/>
            <pc:sldMk cId="585790036" sldId="9808"/>
            <ac:spMk id="45" creationId="{CEE48F01-BB8A-96EE-5EB0-58AF8B36BDC5}"/>
          </ac:spMkLst>
        </pc:spChg>
        <pc:spChg chg="mod">
          <ac:chgData name="Macher, Andreas (DI FA CTR PLC PPM)" userId="f1dcac62-7bef-43eb-91f0-927336a1714f" providerId="ADAL" clId="{E8BBB977-0052-46D3-8D53-F26BB6C5E194}" dt="2022-11-26T18:28:22.078" v="85" actId="790"/>
          <ac:spMkLst>
            <pc:docMk/>
            <pc:sldMk cId="585790036" sldId="9808"/>
            <ac:spMk id="50" creationId="{36FD3C6B-C371-A331-2A6C-6E10D0091E53}"/>
          </ac:spMkLst>
        </pc:spChg>
        <pc:spChg chg="mod">
          <ac:chgData name="Macher, Andreas (DI FA CTR PLC PPM)" userId="f1dcac62-7bef-43eb-91f0-927336a1714f" providerId="ADAL" clId="{E8BBB977-0052-46D3-8D53-F26BB6C5E194}" dt="2022-11-26T18:28:22.078" v="85" actId="790"/>
          <ac:spMkLst>
            <pc:docMk/>
            <pc:sldMk cId="585790036" sldId="9808"/>
            <ac:spMk id="51" creationId="{195B4878-925A-5719-E95D-5F1DD49B759F}"/>
          </ac:spMkLst>
        </pc:spChg>
        <pc:spChg chg="mod">
          <ac:chgData name="Macher, Andreas (DI FA CTR PLC PPM)" userId="f1dcac62-7bef-43eb-91f0-927336a1714f" providerId="ADAL" clId="{E8BBB977-0052-46D3-8D53-F26BB6C5E194}" dt="2022-11-26T18:28:22.078" v="85" actId="790"/>
          <ac:spMkLst>
            <pc:docMk/>
            <pc:sldMk cId="585790036" sldId="9808"/>
            <ac:spMk id="52" creationId="{2173E257-B8E9-7A45-E66E-464CB380F5E7}"/>
          </ac:spMkLst>
        </pc:spChg>
        <pc:spChg chg="mod">
          <ac:chgData name="Macher, Andreas (DI FA CTR PLC PPM)" userId="f1dcac62-7bef-43eb-91f0-927336a1714f" providerId="ADAL" clId="{E8BBB977-0052-46D3-8D53-F26BB6C5E194}" dt="2022-11-26T18:28:22.078" v="85" actId="790"/>
          <ac:spMkLst>
            <pc:docMk/>
            <pc:sldMk cId="585790036" sldId="9808"/>
            <ac:spMk id="55" creationId="{19028842-F7AA-E73B-6255-BE0392A84787}"/>
          </ac:spMkLst>
        </pc:spChg>
      </pc:sldChg>
      <pc:sldChg chg="modSp mod">
        <pc:chgData name="Macher, Andreas (DI FA CTR PLC PPM)" userId="f1dcac62-7bef-43eb-91f0-927336a1714f" providerId="ADAL" clId="{E8BBB977-0052-46D3-8D53-F26BB6C5E194}" dt="2022-12-08T14:53:52.489" v="396"/>
        <pc:sldMkLst>
          <pc:docMk/>
          <pc:sldMk cId="65318212" sldId="9809"/>
        </pc:sldMkLst>
        <pc:spChg chg="mod">
          <ac:chgData name="Macher, Andreas (DI FA CTR PLC PPM)" userId="f1dcac62-7bef-43eb-91f0-927336a1714f" providerId="ADAL" clId="{E8BBB977-0052-46D3-8D53-F26BB6C5E194}" dt="2022-11-26T18:29:06.430" v="88" actId="790"/>
          <ac:spMkLst>
            <pc:docMk/>
            <pc:sldMk cId="65318212" sldId="9809"/>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65318212" sldId="9809"/>
            <ac:spMk id="3" creationId="{464FF754-0FEE-3BDB-6F33-8A0964399AD5}"/>
          </ac:spMkLst>
        </pc:spChg>
        <pc:spChg chg="mod">
          <ac:chgData name="Macher, Andreas (DI FA CTR PLC PPM)" userId="f1dcac62-7bef-43eb-91f0-927336a1714f" providerId="ADAL" clId="{E8BBB977-0052-46D3-8D53-F26BB6C5E194}" dt="2022-11-26T18:29:06.430" v="88" actId="790"/>
          <ac:spMkLst>
            <pc:docMk/>
            <pc:sldMk cId="65318212" sldId="9809"/>
            <ac:spMk id="4" creationId="{567E4D9E-36B3-8DDC-6212-96886DE30AFF}"/>
          </ac:spMkLst>
        </pc:spChg>
        <pc:spChg chg="mod">
          <ac:chgData name="Macher, Andreas (DI FA CTR PLC PPM)" userId="f1dcac62-7bef-43eb-91f0-927336a1714f" providerId="ADAL" clId="{E8BBB977-0052-46D3-8D53-F26BB6C5E194}" dt="2022-11-26T18:29:06.430" v="88" actId="790"/>
          <ac:spMkLst>
            <pc:docMk/>
            <pc:sldMk cId="65318212" sldId="9809"/>
            <ac:spMk id="5" creationId="{F131BF3E-86C3-431B-3C90-23DD7C735CEA}"/>
          </ac:spMkLst>
        </pc:spChg>
        <pc:spChg chg="mod">
          <ac:chgData name="Macher, Andreas (DI FA CTR PLC PPM)" userId="f1dcac62-7bef-43eb-91f0-927336a1714f" providerId="ADAL" clId="{E8BBB977-0052-46D3-8D53-F26BB6C5E194}" dt="2022-11-26T18:29:06.430" v="88" actId="790"/>
          <ac:spMkLst>
            <pc:docMk/>
            <pc:sldMk cId="65318212" sldId="9809"/>
            <ac:spMk id="6" creationId="{2A677C16-E4F9-DCAC-8218-037FA4A5897E}"/>
          </ac:spMkLst>
        </pc:spChg>
        <pc:spChg chg="mod">
          <ac:chgData name="Macher, Andreas (DI FA CTR PLC PPM)" userId="f1dcac62-7bef-43eb-91f0-927336a1714f" providerId="ADAL" clId="{E8BBB977-0052-46D3-8D53-F26BB6C5E194}" dt="2022-11-26T18:29:06.430" v="88" actId="790"/>
          <ac:spMkLst>
            <pc:docMk/>
            <pc:sldMk cId="65318212" sldId="9809"/>
            <ac:spMk id="7" creationId="{51B3E073-645A-B221-7081-DE206F08CC4E}"/>
          </ac:spMkLst>
        </pc:spChg>
        <pc:spChg chg="mod">
          <ac:chgData name="Macher, Andreas (DI FA CTR PLC PPM)" userId="f1dcac62-7bef-43eb-91f0-927336a1714f" providerId="ADAL" clId="{E8BBB977-0052-46D3-8D53-F26BB6C5E194}" dt="2022-11-26T18:29:06.430" v="88" actId="790"/>
          <ac:spMkLst>
            <pc:docMk/>
            <pc:sldMk cId="65318212" sldId="9809"/>
            <ac:spMk id="8" creationId="{2EF7EFC9-F60F-420A-7C91-1B826CDAE04D}"/>
          </ac:spMkLst>
        </pc:spChg>
        <pc:spChg chg="mod">
          <ac:chgData name="Macher, Andreas (DI FA CTR PLC PPM)" userId="f1dcac62-7bef-43eb-91f0-927336a1714f" providerId="ADAL" clId="{E8BBB977-0052-46D3-8D53-F26BB6C5E194}" dt="2022-11-26T18:29:06.430" v="88" actId="790"/>
          <ac:spMkLst>
            <pc:docMk/>
            <pc:sldMk cId="65318212" sldId="9809"/>
            <ac:spMk id="9" creationId="{01A6B011-3C7C-61A2-DDE9-1FE4F8677996}"/>
          </ac:spMkLst>
        </pc:spChg>
        <pc:spChg chg="mod">
          <ac:chgData name="Macher, Andreas (DI FA CTR PLC PPM)" userId="f1dcac62-7bef-43eb-91f0-927336a1714f" providerId="ADAL" clId="{E8BBB977-0052-46D3-8D53-F26BB6C5E194}" dt="2022-11-26T18:29:06.430" v="88" actId="790"/>
          <ac:spMkLst>
            <pc:docMk/>
            <pc:sldMk cId="65318212" sldId="9809"/>
            <ac:spMk id="14" creationId="{C4E08247-8438-5BB3-0BDF-96621CC11895}"/>
          </ac:spMkLst>
        </pc:spChg>
        <pc:spChg chg="mod">
          <ac:chgData name="Macher, Andreas (DI FA CTR PLC PPM)" userId="f1dcac62-7bef-43eb-91f0-927336a1714f" providerId="ADAL" clId="{E8BBB977-0052-46D3-8D53-F26BB6C5E194}" dt="2022-11-26T18:29:06.430" v="88" actId="790"/>
          <ac:spMkLst>
            <pc:docMk/>
            <pc:sldMk cId="65318212" sldId="9809"/>
            <ac:spMk id="21" creationId="{71594A9E-D366-4E24-2A91-6E97770A23EF}"/>
          </ac:spMkLst>
        </pc:spChg>
        <pc:spChg chg="mod">
          <ac:chgData name="Macher, Andreas (DI FA CTR PLC PPM)" userId="f1dcac62-7bef-43eb-91f0-927336a1714f" providerId="ADAL" clId="{E8BBB977-0052-46D3-8D53-F26BB6C5E194}" dt="2022-11-26T18:29:06.430" v="88" actId="790"/>
          <ac:spMkLst>
            <pc:docMk/>
            <pc:sldMk cId="65318212" sldId="9809"/>
            <ac:spMk id="27" creationId="{4F0F7FAC-C60C-3D50-46F0-17A5E5E6EBB4}"/>
          </ac:spMkLst>
        </pc:spChg>
        <pc:spChg chg="mod">
          <ac:chgData name="Macher, Andreas (DI FA CTR PLC PPM)" userId="f1dcac62-7bef-43eb-91f0-927336a1714f" providerId="ADAL" clId="{E8BBB977-0052-46D3-8D53-F26BB6C5E194}" dt="2022-11-26T18:29:06.430" v="88" actId="790"/>
          <ac:spMkLst>
            <pc:docMk/>
            <pc:sldMk cId="65318212" sldId="9809"/>
            <ac:spMk id="29" creationId="{51509B96-7D24-4D66-D71B-117887B9B33E}"/>
          </ac:spMkLst>
        </pc:spChg>
        <pc:spChg chg="mod">
          <ac:chgData name="Macher, Andreas (DI FA CTR PLC PPM)" userId="f1dcac62-7bef-43eb-91f0-927336a1714f" providerId="ADAL" clId="{E8BBB977-0052-46D3-8D53-F26BB6C5E194}" dt="2022-11-26T18:29:06.430" v="88" actId="790"/>
          <ac:spMkLst>
            <pc:docMk/>
            <pc:sldMk cId="65318212" sldId="9809"/>
            <ac:spMk id="30" creationId="{6EE0C415-FA5D-CEA7-4B06-F94B7ABD87D5}"/>
          </ac:spMkLst>
        </pc:spChg>
        <pc:spChg chg="mod">
          <ac:chgData name="Macher, Andreas (DI FA CTR PLC PPM)" userId="f1dcac62-7bef-43eb-91f0-927336a1714f" providerId="ADAL" clId="{E8BBB977-0052-46D3-8D53-F26BB6C5E194}" dt="2022-11-26T18:29:06.430" v="88" actId="790"/>
          <ac:spMkLst>
            <pc:docMk/>
            <pc:sldMk cId="65318212" sldId="9809"/>
            <ac:spMk id="32" creationId="{424BB2A0-1891-7FE7-2D9F-A1B9BB662D01}"/>
          </ac:spMkLst>
        </pc:spChg>
        <pc:spChg chg="mod">
          <ac:chgData name="Macher, Andreas (DI FA CTR PLC PPM)" userId="f1dcac62-7bef-43eb-91f0-927336a1714f" providerId="ADAL" clId="{E8BBB977-0052-46D3-8D53-F26BB6C5E194}" dt="2022-11-26T18:29:06.430" v="88" actId="790"/>
          <ac:spMkLst>
            <pc:docMk/>
            <pc:sldMk cId="65318212" sldId="9809"/>
            <ac:spMk id="40" creationId="{AB30348E-EF23-F974-089C-37F8D1D421C4}"/>
          </ac:spMkLst>
        </pc:spChg>
        <pc:spChg chg="mod">
          <ac:chgData name="Macher, Andreas (DI FA CTR PLC PPM)" userId="f1dcac62-7bef-43eb-91f0-927336a1714f" providerId="ADAL" clId="{E8BBB977-0052-46D3-8D53-F26BB6C5E194}" dt="2022-11-26T18:29:06.430" v="88" actId="790"/>
          <ac:spMkLst>
            <pc:docMk/>
            <pc:sldMk cId="65318212" sldId="9809"/>
            <ac:spMk id="43" creationId="{17BA86CE-77B4-3286-250F-EE1FA0029378}"/>
          </ac:spMkLst>
        </pc:spChg>
        <pc:spChg chg="mod">
          <ac:chgData name="Macher, Andreas (DI FA CTR PLC PPM)" userId="f1dcac62-7bef-43eb-91f0-927336a1714f" providerId="ADAL" clId="{E8BBB977-0052-46D3-8D53-F26BB6C5E194}" dt="2022-11-26T18:29:06.430" v="88" actId="790"/>
          <ac:spMkLst>
            <pc:docMk/>
            <pc:sldMk cId="65318212" sldId="9809"/>
            <ac:spMk id="45" creationId="{CEE48F01-BB8A-96EE-5EB0-58AF8B36BDC5}"/>
          </ac:spMkLst>
        </pc:spChg>
        <pc:spChg chg="mod">
          <ac:chgData name="Macher, Andreas (DI FA CTR PLC PPM)" userId="f1dcac62-7bef-43eb-91f0-927336a1714f" providerId="ADAL" clId="{E8BBB977-0052-46D3-8D53-F26BB6C5E194}" dt="2022-11-26T18:29:06.430" v="88" actId="790"/>
          <ac:spMkLst>
            <pc:docMk/>
            <pc:sldMk cId="65318212" sldId="9809"/>
            <ac:spMk id="50" creationId="{36FD3C6B-C371-A331-2A6C-6E10D0091E53}"/>
          </ac:spMkLst>
        </pc:spChg>
      </pc:sldChg>
      <pc:sldChg chg="modSp mod">
        <pc:chgData name="Macher, Andreas (DI FA CTR PLC PPM)" userId="f1dcac62-7bef-43eb-91f0-927336a1714f" providerId="ADAL" clId="{E8BBB977-0052-46D3-8D53-F26BB6C5E194}" dt="2022-12-08T14:53:52.489" v="396"/>
        <pc:sldMkLst>
          <pc:docMk/>
          <pc:sldMk cId="1943250845" sldId="9810"/>
        </pc:sldMkLst>
        <pc:spChg chg="mod">
          <ac:chgData name="Macher, Andreas (DI FA CTR PLC PPM)" userId="f1dcac62-7bef-43eb-91f0-927336a1714f" providerId="ADAL" clId="{E8BBB977-0052-46D3-8D53-F26BB6C5E194}" dt="2022-11-26T18:28:56.876" v="87" actId="790"/>
          <ac:spMkLst>
            <pc:docMk/>
            <pc:sldMk cId="1943250845" sldId="9810"/>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1943250845" sldId="9810"/>
            <ac:spMk id="3" creationId="{464FF754-0FEE-3BDB-6F33-8A0964399AD5}"/>
          </ac:spMkLst>
        </pc:spChg>
        <pc:spChg chg="mod">
          <ac:chgData name="Macher, Andreas (DI FA CTR PLC PPM)" userId="f1dcac62-7bef-43eb-91f0-927336a1714f" providerId="ADAL" clId="{E8BBB977-0052-46D3-8D53-F26BB6C5E194}" dt="2022-11-26T18:28:56.876" v="87" actId="790"/>
          <ac:spMkLst>
            <pc:docMk/>
            <pc:sldMk cId="1943250845" sldId="9810"/>
            <ac:spMk id="4" creationId="{567E4D9E-36B3-8DDC-6212-96886DE30AFF}"/>
          </ac:spMkLst>
        </pc:spChg>
        <pc:spChg chg="mod">
          <ac:chgData name="Macher, Andreas (DI FA CTR PLC PPM)" userId="f1dcac62-7bef-43eb-91f0-927336a1714f" providerId="ADAL" clId="{E8BBB977-0052-46D3-8D53-F26BB6C5E194}" dt="2022-11-26T18:28:56.876" v="87" actId="790"/>
          <ac:spMkLst>
            <pc:docMk/>
            <pc:sldMk cId="1943250845" sldId="9810"/>
            <ac:spMk id="5" creationId="{F131BF3E-86C3-431B-3C90-23DD7C735CEA}"/>
          </ac:spMkLst>
        </pc:spChg>
        <pc:spChg chg="mod">
          <ac:chgData name="Macher, Andreas (DI FA CTR PLC PPM)" userId="f1dcac62-7bef-43eb-91f0-927336a1714f" providerId="ADAL" clId="{E8BBB977-0052-46D3-8D53-F26BB6C5E194}" dt="2022-11-26T18:28:56.876" v="87" actId="790"/>
          <ac:spMkLst>
            <pc:docMk/>
            <pc:sldMk cId="1943250845" sldId="9810"/>
            <ac:spMk id="6" creationId="{2A677C16-E4F9-DCAC-8218-037FA4A5897E}"/>
          </ac:spMkLst>
        </pc:spChg>
        <pc:spChg chg="mod">
          <ac:chgData name="Macher, Andreas (DI FA CTR PLC PPM)" userId="f1dcac62-7bef-43eb-91f0-927336a1714f" providerId="ADAL" clId="{E8BBB977-0052-46D3-8D53-F26BB6C5E194}" dt="2022-11-28T13:59:11.571" v="317" actId="6549"/>
          <ac:spMkLst>
            <pc:docMk/>
            <pc:sldMk cId="1943250845" sldId="9810"/>
            <ac:spMk id="7" creationId="{5E836B0C-300A-E5EB-681D-0A3CB0264F4A}"/>
          </ac:spMkLst>
        </pc:spChg>
        <pc:spChg chg="mod">
          <ac:chgData name="Macher, Andreas (DI FA CTR PLC PPM)" userId="f1dcac62-7bef-43eb-91f0-927336a1714f" providerId="ADAL" clId="{E8BBB977-0052-46D3-8D53-F26BB6C5E194}" dt="2022-11-26T18:28:56.876" v="87" actId="790"/>
          <ac:spMkLst>
            <pc:docMk/>
            <pc:sldMk cId="1943250845" sldId="9810"/>
            <ac:spMk id="8" creationId="{E9721925-F06C-D5AA-D045-1F66C48B7E02}"/>
          </ac:spMkLst>
        </pc:spChg>
        <pc:spChg chg="mod">
          <ac:chgData name="Macher, Andreas (DI FA CTR PLC PPM)" userId="f1dcac62-7bef-43eb-91f0-927336a1714f" providerId="ADAL" clId="{E8BBB977-0052-46D3-8D53-F26BB6C5E194}" dt="2022-11-26T18:28:56.876" v="87" actId="790"/>
          <ac:spMkLst>
            <pc:docMk/>
            <pc:sldMk cId="1943250845" sldId="9810"/>
            <ac:spMk id="11" creationId="{B541EAFF-0FA7-2174-E7F2-57EBE933F36C}"/>
          </ac:spMkLst>
        </pc:spChg>
        <pc:spChg chg="mod">
          <ac:chgData name="Macher, Andreas (DI FA CTR PLC PPM)" userId="f1dcac62-7bef-43eb-91f0-927336a1714f" providerId="ADAL" clId="{E8BBB977-0052-46D3-8D53-F26BB6C5E194}" dt="2022-11-26T18:28:56.876" v="87" actId="790"/>
          <ac:spMkLst>
            <pc:docMk/>
            <pc:sldMk cId="1943250845" sldId="9810"/>
            <ac:spMk id="21" creationId="{71594A9E-D366-4E24-2A91-6E97770A23EF}"/>
          </ac:spMkLst>
        </pc:spChg>
        <pc:spChg chg="mod">
          <ac:chgData name="Macher, Andreas (DI FA CTR PLC PPM)" userId="f1dcac62-7bef-43eb-91f0-927336a1714f" providerId="ADAL" clId="{E8BBB977-0052-46D3-8D53-F26BB6C5E194}" dt="2022-11-26T18:28:56.876" v="87" actId="790"/>
          <ac:spMkLst>
            <pc:docMk/>
            <pc:sldMk cId="1943250845" sldId="9810"/>
            <ac:spMk id="27" creationId="{4F0F7FAC-C60C-3D50-46F0-17A5E5E6EBB4}"/>
          </ac:spMkLst>
        </pc:spChg>
        <pc:spChg chg="mod">
          <ac:chgData name="Macher, Andreas (DI FA CTR PLC PPM)" userId="f1dcac62-7bef-43eb-91f0-927336a1714f" providerId="ADAL" clId="{E8BBB977-0052-46D3-8D53-F26BB6C5E194}" dt="2022-11-26T18:28:56.876" v="87" actId="790"/>
          <ac:spMkLst>
            <pc:docMk/>
            <pc:sldMk cId="1943250845" sldId="9810"/>
            <ac:spMk id="29" creationId="{51509B96-7D24-4D66-D71B-117887B9B33E}"/>
          </ac:spMkLst>
        </pc:spChg>
        <pc:spChg chg="mod">
          <ac:chgData name="Macher, Andreas (DI FA CTR PLC PPM)" userId="f1dcac62-7bef-43eb-91f0-927336a1714f" providerId="ADAL" clId="{E8BBB977-0052-46D3-8D53-F26BB6C5E194}" dt="2022-11-26T18:28:56.876" v="87" actId="790"/>
          <ac:spMkLst>
            <pc:docMk/>
            <pc:sldMk cId="1943250845" sldId="9810"/>
            <ac:spMk id="30" creationId="{6EE0C415-FA5D-CEA7-4B06-F94B7ABD87D5}"/>
          </ac:spMkLst>
        </pc:spChg>
        <pc:spChg chg="mod">
          <ac:chgData name="Macher, Andreas (DI FA CTR PLC PPM)" userId="f1dcac62-7bef-43eb-91f0-927336a1714f" providerId="ADAL" clId="{E8BBB977-0052-46D3-8D53-F26BB6C5E194}" dt="2022-11-26T18:28:56.876" v="87" actId="790"/>
          <ac:spMkLst>
            <pc:docMk/>
            <pc:sldMk cId="1943250845" sldId="9810"/>
            <ac:spMk id="32" creationId="{424BB2A0-1891-7FE7-2D9F-A1B9BB662D01}"/>
          </ac:spMkLst>
        </pc:spChg>
        <pc:spChg chg="mod">
          <ac:chgData name="Macher, Andreas (DI FA CTR PLC PPM)" userId="f1dcac62-7bef-43eb-91f0-927336a1714f" providerId="ADAL" clId="{E8BBB977-0052-46D3-8D53-F26BB6C5E194}" dt="2022-11-26T18:28:56.876" v="87" actId="790"/>
          <ac:spMkLst>
            <pc:docMk/>
            <pc:sldMk cId="1943250845" sldId="9810"/>
            <ac:spMk id="40" creationId="{AB30348E-EF23-F974-089C-37F8D1D421C4}"/>
          </ac:spMkLst>
        </pc:spChg>
        <pc:spChg chg="mod">
          <ac:chgData name="Macher, Andreas (DI FA CTR PLC PPM)" userId="f1dcac62-7bef-43eb-91f0-927336a1714f" providerId="ADAL" clId="{E8BBB977-0052-46D3-8D53-F26BB6C5E194}" dt="2022-11-26T18:28:56.876" v="87" actId="790"/>
          <ac:spMkLst>
            <pc:docMk/>
            <pc:sldMk cId="1943250845" sldId="9810"/>
            <ac:spMk id="43" creationId="{17BA86CE-77B4-3286-250F-EE1FA0029378}"/>
          </ac:spMkLst>
        </pc:spChg>
        <pc:spChg chg="mod">
          <ac:chgData name="Macher, Andreas (DI FA CTR PLC PPM)" userId="f1dcac62-7bef-43eb-91f0-927336a1714f" providerId="ADAL" clId="{E8BBB977-0052-46D3-8D53-F26BB6C5E194}" dt="2022-11-26T18:28:56.876" v="87" actId="790"/>
          <ac:spMkLst>
            <pc:docMk/>
            <pc:sldMk cId="1943250845" sldId="9810"/>
            <ac:spMk id="44" creationId="{414CF385-136E-AD32-FE2A-7115E4D7CE4F}"/>
          </ac:spMkLst>
        </pc:spChg>
        <pc:spChg chg="mod">
          <ac:chgData name="Macher, Andreas (DI FA CTR PLC PPM)" userId="f1dcac62-7bef-43eb-91f0-927336a1714f" providerId="ADAL" clId="{E8BBB977-0052-46D3-8D53-F26BB6C5E194}" dt="2022-11-26T18:28:56.876" v="87" actId="790"/>
          <ac:spMkLst>
            <pc:docMk/>
            <pc:sldMk cId="1943250845" sldId="9810"/>
            <ac:spMk id="45" creationId="{CEE48F01-BB8A-96EE-5EB0-58AF8B36BDC5}"/>
          </ac:spMkLst>
        </pc:spChg>
        <pc:spChg chg="mod">
          <ac:chgData name="Macher, Andreas (DI FA CTR PLC PPM)" userId="f1dcac62-7bef-43eb-91f0-927336a1714f" providerId="ADAL" clId="{E8BBB977-0052-46D3-8D53-F26BB6C5E194}" dt="2022-11-26T18:28:56.876" v="87" actId="790"/>
          <ac:spMkLst>
            <pc:docMk/>
            <pc:sldMk cId="1943250845" sldId="9810"/>
            <ac:spMk id="50" creationId="{36FD3C6B-C371-A331-2A6C-6E10D0091E53}"/>
          </ac:spMkLst>
        </pc:spChg>
        <pc:spChg chg="mod">
          <ac:chgData name="Macher, Andreas (DI FA CTR PLC PPM)" userId="f1dcac62-7bef-43eb-91f0-927336a1714f" providerId="ADAL" clId="{E8BBB977-0052-46D3-8D53-F26BB6C5E194}" dt="2022-11-26T18:28:56.876" v="87" actId="790"/>
          <ac:spMkLst>
            <pc:docMk/>
            <pc:sldMk cId="1943250845" sldId="9810"/>
            <ac:spMk id="51" creationId="{195B4878-925A-5719-E95D-5F1DD49B759F}"/>
          </ac:spMkLst>
        </pc:spChg>
      </pc:sldChg>
      <pc:sldChg chg="modSp mod">
        <pc:chgData name="Macher, Andreas (DI FA CTR PLC PPM)" userId="f1dcac62-7bef-43eb-91f0-927336a1714f" providerId="ADAL" clId="{E8BBB977-0052-46D3-8D53-F26BB6C5E194}" dt="2022-12-08T14:53:52.489" v="396"/>
        <pc:sldMkLst>
          <pc:docMk/>
          <pc:sldMk cId="235526209" sldId="9811"/>
        </pc:sldMkLst>
        <pc:spChg chg="mod">
          <ac:chgData name="Macher, Andreas (DI FA CTR PLC PPM)" userId="f1dcac62-7bef-43eb-91f0-927336a1714f" providerId="ADAL" clId="{E8BBB977-0052-46D3-8D53-F26BB6C5E194}" dt="2022-11-26T18:28:39.550" v="86"/>
          <ac:spMkLst>
            <pc:docMk/>
            <pc:sldMk cId="235526209" sldId="9811"/>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235526209" sldId="9811"/>
            <ac:spMk id="3" creationId="{464FF754-0FEE-3BDB-6F33-8A0964399AD5}"/>
          </ac:spMkLst>
        </pc:spChg>
        <pc:spChg chg="mod">
          <ac:chgData name="Macher, Andreas (DI FA CTR PLC PPM)" userId="f1dcac62-7bef-43eb-91f0-927336a1714f" providerId="ADAL" clId="{E8BBB977-0052-46D3-8D53-F26BB6C5E194}" dt="2022-11-26T18:26:26.872" v="78" actId="790"/>
          <ac:spMkLst>
            <pc:docMk/>
            <pc:sldMk cId="235526209" sldId="9811"/>
            <ac:spMk id="7" creationId="{D567B1EF-AE33-823D-0D3C-35C0FBED6EE1}"/>
          </ac:spMkLst>
        </pc:spChg>
        <pc:spChg chg="mod">
          <ac:chgData name="Macher, Andreas (DI FA CTR PLC PPM)" userId="f1dcac62-7bef-43eb-91f0-927336a1714f" providerId="ADAL" clId="{E8BBB977-0052-46D3-8D53-F26BB6C5E194}" dt="2022-11-26T18:26:26.872" v="78" actId="790"/>
          <ac:spMkLst>
            <pc:docMk/>
            <pc:sldMk cId="235526209" sldId="9811"/>
            <ac:spMk id="21" creationId="{71594A9E-D366-4E24-2A91-6E97770A23EF}"/>
          </ac:spMkLst>
        </pc:spChg>
        <pc:spChg chg="mod">
          <ac:chgData name="Macher, Andreas (DI FA CTR PLC PPM)" userId="f1dcac62-7bef-43eb-91f0-927336a1714f" providerId="ADAL" clId="{E8BBB977-0052-46D3-8D53-F26BB6C5E194}" dt="2022-11-26T18:26:26.872" v="78" actId="790"/>
          <ac:spMkLst>
            <pc:docMk/>
            <pc:sldMk cId="235526209" sldId="9811"/>
            <ac:spMk id="27" creationId="{4F0F7FAC-C60C-3D50-46F0-17A5E5E6EBB4}"/>
          </ac:spMkLst>
        </pc:spChg>
        <pc:spChg chg="mod">
          <ac:chgData name="Macher, Andreas (DI FA CTR PLC PPM)" userId="f1dcac62-7bef-43eb-91f0-927336a1714f" providerId="ADAL" clId="{E8BBB977-0052-46D3-8D53-F26BB6C5E194}" dt="2022-11-26T18:26:26.872" v="78" actId="790"/>
          <ac:spMkLst>
            <pc:docMk/>
            <pc:sldMk cId="235526209" sldId="9811"/>
            <ac:spMk id="28" creationId="{63E53BDC-426A-55B2-05A6-5268A99C1043}"/>
          </ac:spMkLst>
        </pc:spChg>
        <pc:spChg chg="mod">
          <ac:chgData name="Macher, Andreas (DI FA CTR PLC PPM)" userId="f1dcac62-7bef-43eb-91f0-927336a1714f" providerId="ADAL" clId="{E8BBB977-0052-46D3-8D53-F26BB6C5E194}" dt="2022-11-26T18:26:26.872" v="78" actId="790"/>
          <ac:spMkLst>
            <pc:docMk/>
            <pc:sldMk cId="235526209" sldId="9811"/>
            <ac:spMk id="29" creationId="{51509B96-7D24-4D66-D71B-117887B9B33E}"/>
          </ac:spMkLst>
        </pc:spChg>
        <pc:spChg chg="mod">
          <ac:chgData name="Macher, Andreas (DI FA CTR PLC PPM)" userId="f1dcac62-7bef-43eb-91f0-927336a1714f" providerId="ADAL" clId="{E8BBB977-0052-46D3-8D53-F26BB6C5E194}" dt="2022-11-26T18:26:26.872" v="78" actId="790"/>
          <ac:spMkLst>
            <pc:docMk/>
            <pc:sldMk cId="235526209" sldId="9811"/>
            <ac:spMk id="30" creationId="{6EE0C415-FA5D-CEA7-4B06-F94B7ABD87D5}"/>
          </ac:spMkLst>
        </pc:spChg>
        <pc:spChg chg="mod">
          <ac:chgData name="Macher, Andreas (DI FA CTR PLC PPM)" userId="f1dcac62-7bef-43eb-91f0-927336a1714f" providerId="ADAL" clId="{E8BBB977-0052-46D3-8D53-F26BB6C5E194}" dt="2022-11-26T18:26:26.872" v="78" actId="790"/>
          <ac:spMkLst>
            <pc:docMk/>
            <pc:sldMk cId="235526209" sldId="9811"/>
            <ac:spMk id="31" creationId="{C8B119BA-2149-DD72-3835-D216D0B35AA9}"/>
          </ac:spMkLst>
        </pc:spChg>
        <pc:spChg chg="mod">
          <ac:chgData name="Macher, Andreas (DI FA CTR PLC PPM)" userId="f1dcac62-7bef-43eb-91f0-927336a1714f" providerId="ADAL" clId="{E8BBB977-0052-46D3-8D53-F26BB6C5E194}" dt="2022-11-26T18:26:26.872" v="78" actId="790"/>
          <ac:spMkLst>
            <pc:docMk/>
            <pc:sldMk cId="235526209" sldId="9811"/>
            <ac:spMk id="32" creationId="{424BB2A0-1891-7FE7-2D9F-A1B9BB662D01}"/>
          </ac:spMkLst>
        </pc:spChg>
        <pc:spChg chg="mod">
          <ac:chgData name="Macher, Andreas (DI FA CTR PLC PPM)" userId="f1dcac62-7bef-43eb-91f0-927336a1714f" providerId="ADAL" clId="{E8BBB977-0052-46D3-8D53-F26BB6C5E194}" dt="2022-11-28T13:58:10.754" v="298" actId="20577"/>
          <ac:spMkLst>
            <pc:docMk/>
            <pc:sldMk cId="235526209" sldId="9811"/>
            <ac:spMk id="40" creationId="{AB30348E-EF23-F974-089C-37F8D1D421C4}"/>
          </ac:spMkLst>
        </pc:spChg>
        <pc:spChg chg="mod">
          <ac:chgData name="Macher, Andreas (DI FA CTR PLC PPM)" userId="f1dcac62-7bef-43eb-91f0-927336a1714f" providerId="ADAL" clId="{E8BBB977-0052-46D3-8D53-F26BB6C5E194}" dt="2022-11-26T18:26:26.872" v="78" actId="790"/>
          <ac:spMkLst>
            <pc:docMk/>
            <pc:sldMk cId="235526209" sldId="9811"/>
            <ac:spMk id="44" creationId="{414CF385-136E-AD32-FE2A-7115E4D7CE4F}"/>
          </ac:spMkLst>
        </pc:spChg>
        <pc:spChg chg="mod">
          <ac:chgData name="Macher, Andreas (DI FA CTR PLC PPM)" userId="f1dcac62-7bef-43eb-91f0-927336a1714f" providerId="ADAL" clId="{E8BBB977-0052-46D3-8D53-F26BB6C5E194}" dt="2022-11-26T18:27:57.185" v="83"/>
          <ac:spMkLst>
            <pc:docMk/>
            <pc:sldMk cId="235526209" sldId="9811"/>
            <ac:spMk id="45" creationId="{CEE48F01-BB8A-96EE-5EB0-58AF8B36BDC5}"/>
          </ac:spMkLst>
        </pc:spChg>
        <pc:spChg chg="mod">
          <ac:chgData name="Macher, Andreas (DI FA CTR PLC PPM)" userId="f1dcac62-7bef-43eb-91f0-927336a1714f" providerId="ADAL" clId="{E8BBB977-0052-46D3-8D53-F26BB6C5E194}" dt="2022-11-26T18:26:26.872" v="78" actId="790"/>
          <ac:spMkLst>
            <pc:docMk/>
            <pc:sldMk cId="235526209" sldId="9811"/>
            <ac:spMk id="50" creationId="{36FD3C6B-C371-A331-2A6C-6E10D0091E53}"/>
          </ac:spMkLst>
        </pc:spChg>
        <pc:spChg chg="mod">
          <ac:chgData name="Macher, Andreas (DI FA CTR PLC PPM)" userId="f1dcac62-7bef-43eb-91f0-927336a1714f" providerId="ADAL" clId="{E8BBB977-0052-46D3-8D53-F26BB6C5E194}" dt="2022-11-26T18:26:26.872" v="78" actId="790"/>
          <ac:spMkLst>
            <pc:docMk/>
            <pc:sldMk cId="235526209" sldId="9811"/>
            <ac:spMk id="51" creationId="{195B4878-925A-5719-E95D-5F1DD49B759F}"/>
          </ac:spMkLst>
        </pc:spChg>
        <pc:spChg chg="mod">
          <ac:chgData name="Macher, Andreas (DI FA CTR PLC PPM)" userId="f1dcac62-7bef-43eb-91f0-927336a1714f" providerId="ADAL" clId="{E8BBB977-0052-46D3-8D53-F26BB6C5E194}" dt="2022-11-26T18:26:26.872" v="78" actId="790"/>
          <ac:spMkLst>
            <pc:docMk/>
            <pc:sldMk cId="235526209" sldId="9811"/>
            <ac:spMk id="52" creationId="{2173E257-B8E9-7A45-E66E-464CB380F5E7}"/>
          </ac:spMkLst>
        </pc:spChg>
        <pc:cxnChg chg="mod">
          <ac:chgData name="Macher, Andreas (DI FA CTR PLC PPM)" userId="f1dcac62-7bef-43eb-91f0-927336a1714f" providerId="ADAL" clId="{E8BBB977-0052-46D3-8D53-F26BB6C5E194}" dt="2022-11-28T13:58:20.069" v="300" actId="208"/>
          <ac:cxnSpMkLst>
            <pc:docMk/>
            <pc:sldMk cId="235526209" sldId="9811"/>
            <ac:cxnSpMk id="34" creationId="{06F55EBF-CB79-0635-FD10-3E1CA13ED53E}"/>
          </ac:cxnSpMkLst>
        </pc:cxnChg>
        <pc:cxnChg chg="mod">
          <ac:chgData name="Macher, Andreas (DI FA CTR PLC PPM)" userId="f1dcac62-7bef-43eb-91f0-927336a1714f" providerId="ADAL" clId="{E8BBB977-0052-46D3-8D53-F26BB6C5E194}" dt="2022-11-28T13:58:17.395" v="299" actId="208"/>
          <ac:cxnSpMkLst>
            <pc:docMk/>
            <pc:sldMk cId="235526209" sldId="9811"/>
            <ac:cxnSpMk id="38" creationId="{E37E2F24-2AB3-EB40-5F7D-EBD7608F1593}"/>
          </ac:cxnSpMkLst>
        </pc:cxnChg>
      </pc:sldChg>
      <pc:sldChg chg="addSp delSp modSp mod">
        <pc:chgData name="Macher, Andreas (DI FA CTR PLC PPM)" userId="f1dcac62-7bef-43eb-91f0-927336a1714f" providerId="ADAL" clId="{E8BBB977-0052-46D3-8D53-F26BB6C5E194}" dt="2022-12-08T14:53:52.489" v="396"/>
        <pc:sldMkLst>
          <pc:docMk/>
          <pc:sldMk cId="779072975" sldId="9812"/>
        </pc:sldMkLst>
        <pc:spChg chg="mod">
          <ac:chgData name="Macher, Andreas (DI FA CTR PLC PPM)" userId="f1dcac62-7bef-43eb-91f0-927336a1714f" providerId="ADAL" clId="{E8BBB977-0052-46D3-8D53-F26BB6C5E194}" dt="2022-11-26T18:26:53.254" v="80"/>
          <ac:spMkLst>
            <pc:docMk/>
            <pc:sldMk cId="779072975" sldId="9812"/>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779072975" sldId="9812"/>
            <ac:spMk id="3" creationId="{464FF754-0FEE-3BDB-6F33-8A0964399AD5}"/>
          </ac:spMkLst>
        </pc:spChg>
        <pc:spChg chg="mod">
          <ac:chgData name="Macher, Andreas (DI FA CTR PLC PPM)" userId="f1dcac62-7bef-43eb-91f0-927336a1714f" providerId="ADAL" clId="{E8BBB977-0052-46D3-8D53-F26BB6C5E194}" dt="2022-11-26T18:26:36.342" v="79" actId="790"/>
          <ac:spMkLst>
            <pc:docMk/>
            <pc:sldMk cId="779072975" sldId="9812"/>
            <ac:spMk id="4" creationId="{567E4D9E-36B3-8DDC-6212-96886DE30AFF}"/>
          </ac:spMkLst>
        </pc:spChg>
        <pc:spChg chg="mod">
          <ac:chgData name="Macher, Andreas (DI FA CTR PLC PPM)" userId="f1dcac62-7bef-43eb-91f0-927336a1714f" providerId="ADAL" clId="{E8BBB977-0052-46D3-8D53-F26BB6C5E194}" dt="2022-11-26T18:26:36.342" v="79" actId="790"/>
          <ac:spMkLst>
            <pc:docMk/>
            <pc:sldMk cId="779072975" sldId="9812"/>
            <ac:spMk id="5" creationId="{F131BF3E-86C3-431B-3C90-23DD7C735CEA}"/>
          </ac:spMkLst>
        </pc:spChg>
        <pc:spChg chg="mod">
          <ac:chgData name="Macher, Andreas (DI FA CTR PLC PPM)" userId="f1dcac62-7bef-43eb-91f0-927336a1714f" providerId="ADAL" clId="{E8BBB977-0052-46D3-8D53-F26BB6C5E194}" dt="2022-11-26T18:26:36.342" v="79" actId="790"/>
          <ac:spMkLst>
            <pc:docMk/>
            <pc:sldMk cId="779072975" sldId="9812"/>
            <ac:spMk id="6" creationId="{2A677C16-E4F9-DCAC-8218-037FA4A5897E}"/>
          </ac:spMkLst>
        </pc:spChg>
        <pc:spChg chg="add mod">
          <ac:chgData name="Macher, Andreas (DI FA CTR PLC PPM)" userId="f1dcac62-7bef-43eb-91f0-927336a1714f" providerId="ADAL" clId="{E8BBB977-0052-46D3-8D53-F26BB6C5E194}" dt="2022-11-28T13:58:30.811" v="302"/>
          <ac:spMkLst>
            <pc:docMk/>
            <pc:sldMk cId="779072975" sldId="9812"/>
            <ac:spMk id="8" creationId="{ECD479F7-2B1F-CC9F-BB22-0CC043E2F89E}"/>
          </ac:spMkLst>
        </pc:spChg>
        <pc:spChg chg="mod">
          <ac:chgData name="Macher, Andreas (DI FA CTR PLC PPM)" userId="f1dcac62-7bef-43eb-91f0-927336a1714f" providerId="ADAL" clId="{E8BBB977-0052-46D3-8D53-F26BB6C5E194}" dt="2022-11-26T18:26:36.342" v="79" actId="790"/>
          <ac:spMkLst>
            <pc:docMk/>
            <pc:sldMk cId="779072975" sldId="9812"/>
            <ac:spMk id="9" creationId="{CFF2031E-4E39-8952-7F54-F5A636A15596}"/>
          </ac:spMkLst>
        </pc:spChg>
        <pc:spChg chg="mod">
          <ac:chgData name="Macher, Andreas (DI FA CTR PLC PPM)" userId="f1dcac62-7bef-43eb-91f0-927336a1714f" providerId="ADAL" clId="{E8BBB977-0052-46D3-8D53-F26BB6C5E194}" dt="2022-11-26T18:26:36.342" v="79" actId="790"/>
          <ac:spMkLst>
            <pc:docMk/>
            <pc:sldMk cId="779072975" sldId="9812"/>
            <ac:spMk id="12" creationId="{8983FDC9-78B6-407F-1231-C0E4CD0470FC}"/>
          </ac:spMkLst>
        </pc:spChg>
        <pc:spChg chg="mod">
          <ac:chgData name="Macher, Andreas (DI FA CTR PLC PPM)" userId="f1dcac62-7bef-43eb-91f0-927336a1714f" providerId="ADAL" clId="{E8BBB977-0052-46D3-8D53-F26BB6C5E194}" dt="2022-11-26T18:26:36.342" v="79" actId="790"/>
          <ac:spMkLst>
            <pc:docMk/>
            <pc:sldMk cId="779072975" sldId="9812"/>
            <ac:spMk id="21" creationId="{71594A9E-D366-4E24-2A91-6E97770A23EF}"/>
          </ac:spMkLst>
        </pc:spChg>
        <pc:spChg chg="mod">
          <ac:chgData name="Macher, Andreas (DI FA CTR PLC PPM)" userId="f1dcac62-7bef-43eb-91f0-927336a1714f" providerId="ADAL" clId="{E8BBB977-0052-46D3-8D53-F26BB6C5E194}" dt="2022-11-26T18:26:36.342" v="79" actId="790"/>
          <ac:spMkLst>
            <pc:docMk/>
            <pc:sldMk cId="779072975" sldId="9812"/>
            <ac:spMk id="27" creationId="{4F0F7FAC-C60C-3D50-46F0-17A5E5E6EBB4}"/>
          </ac:spMkLst>
        </pc:spChg>
        <pc:spChg chg="mod">
          <ac:chgData name="Macher, Andreas (DI FA CTR PLC PPM)" userId="f1dcac62-7bef-43eb-91f0-927336a1714f" providerId="ADAL" clId="{E8BBB977-0052-46D3-8D53-F26BB6C5E194}" dt="2022-11-26T18:26:36.342" v="79" actId="790"/>
          <ac:spMkLst>
            <pc:docMk/>
            <pc:sldMk cId="779072975" sldId="9812"/>
            <ac:spMk id="29" creationId="{51509B96-7D24-4D66-D71B-117887B9B33E}"/>
          </ac:spMkLst>
        </pc:spChg>
        <pc:spChg chg="mod">
          <ac:chgData name="Macher, Andreas (DI FA CTR PLC PPM)" userId="f1dcac62-7bef-43eb-91f0-927336a1714f" providerId="ADAL" clId="{E8BBB977-0052-46D3-8D53-F26BB6C5E194}" dt="2022-11-26T18:26:36.342" v="79" actId="790"/>
          <ac:spMkLst>
            <pc:docMk/>
            <pc:sldMk cId="779072975" sldId="9812"/>
            <ac:spMk id="30" creationId="{6EE0C415-FA5D-CEA7-4B06-F94B7ABD87D5}"/>
          </ac:spMkLst>
        </pc:spChg>
        <pc:spChg chg="mod">
          <ac:chgData name="Macher, Andreas (DI FA CTR PLC PPM)" userId="f1dcac62-7bef-43eb-91f0-927336a1714f" providerId="ADAL" clId="{E8BBB977-0052-46D3-8D53-F26BB6C5E194}" dt="2022-11-26T18:26:36.342" v="79" actId="790"/>
          <ac:spMkLst>
            <pc:docMk/>
            <pc:sldMk cId="779072975" sldId="9812"/>
            <ac:spMk id="32" creationId="{424BB2A0-1891-7FE7-2D9F-A1B9BB662D01}"/>
          </ac:spMkLst>
        </pc:spChg>
        <pc:spChg chg="del mod">
          <ac:chgData name="Macher, Andreas (DI FA CTR PLC PPM)" userId="f1dcac62-7bef-43eb-91f0-927336a1714f" providerId="ADAL" clId="{E8BBB977-0052-46D3-8D53-F26BB6C5E194}" dt="2022-11-28T13:58:30.418" v="301" actId="478"/>
          <ac:spMkLst>
            <pc:docMk/>
            <pc:sldMk cId="779072975" sldId="9812"/>
            <ac:spMk id="40" creationId="{AB30348E-EF23-F974-089C-37F8D1D421C4}"/>
          </ac:spMkLst>
        </pc:spChg>
        <pc:spChg chg="mod">
          <ac:chgData name="Macher, Andreas (DI FA CTR PLC PPM)" userId="f1dcac62-7bef-43eb-91f0-927336a1714f" providerId="ADAL" clId="{E8BBB977-0052-46D3-8D53-F26BB6C5E194}" dt="2022-11-26T18:26:36.342" v="79" actId="790"/>
          <ac:spMkLst>
            <pc:docMk/>
            <pc:sldMk cId="779072975" sldId="9812"/>
            <ac:spMk id="44" creationId="{414CF385-136E-AD32-FE2A-7115E4D7CE4F}"/>
          </ac:spMkLst>
        </pc:spChg>
        <pc:spChg chg="mod">
          <ac:chgData name="Macher, Andreas (DI FA CTR PLC PPM)" userId="f1dcac62-7bef-43eb-91f0-927336a1714f" providerId="ADAL" clId="{E8BBB977-0052-46D3-8D53-F26BB6C5E194}" dt="2022-11-26T18:27:57.185" v="83"/>
          <ac:spMkLst>
            <pc:docMk/>
            <pc:sldMk cId="779072975" sldId="9812"/>
            <ac:spMk id="45" creationId="{CEE48F01-BB8A-96EE-5EB0-58AF8B36BDC5}"/>
          </ac:spMkLst>
        </pc:spChg>
        <pc:spChg chg="mod">
          <ac:chgData name="Macher, Andreas (DI FA CTR PLC PPM)" userId="f1dcac62-7bef-43eb-91f0-927336a1714f" providerId="ADAL" clId="{E8BBB977-0052-46D3-8D53-F26BB6C5E194}" dt="2022-11-26T18:26:36.342" v="79" actId="790"/>
          <ac:spMkLst>
            <pc:docMk/>
            <pc:sldMk cId="779072975" sldId="9812"/>
            <ac:spMk id="50" creationId="{36FD3C6B-C371-A331-2A6C-6E10D0091E53}"/>
          </ac:spMkLst>
        </pc:spChg>
        <pc:spChg chg="mod">
          <ac:chgData name="Macher, Andreas (DI FA CTR PLC PPM)" userId="f1dcac62-7bef-43eb-91f0-927336a1714f" providerId="ADAL" clId="{E8BBB977-0052-46D3-8D53-F26BB6C5E194}" dt="2022-11-26T18:26:36.342" v="79" actId="790"/>
          <ac:spMkLst>
            <pc:docMk/>
            <pc:sldMk cId="779072975" sldId="9812"/>
            <ac:spMk id="51" creationId="{195B4878-925A-5719-E95D-5F1DD49B759F}"/>
          </ac:spMkLst>
        </pc:spChg>
        <pc:cxnChg chg="add mod">
          <ac:chgData name="Macher, Andreas (DI FA CTR PLC PPM)" userId="f1dcac62-7bef-43eb-91f0-927336a1714f" providerId="ADAL" clId="{E8BBB977-0052-46D3-8D53-F26BB6C5E194}" dt="2022-11-28T13:58:30.811" v="302"/>
          <ac:cxnSpMkLst>
            <pc:docMk/>
            <pc:sldMk cId="779072975" sldId="9812"/>
            <ac:cxnSpMk id="7" creationId="{51DDF185-6C60-6B96-CAF2-DE79CBE2ADFA}"/>
          </ac:cxnSpMkLst>
        </pc:cxnChg>
        <pc:cxnChg chg="del">
          <ac:chgData name="Macher, Andreas (DI FA CTR PLC PPM)" userId="f1dcac62-7bef-43eb-91f0-927336a1714f" providerId="ADAL" clId="{E8BBB977-0052-46D3-8D53-F26BB6C5E194}" dt="2022-11-28T13:58:30.418" v="301" actId="478"/>
          <ac:cxnSpMkLst>
            <pc:docMk/>
            <pc:sldMk cId="779072975" sldId="9812"/>
            <ac:cxnSpMk id="38" creationId="{E37E2F24-2AB3-EB40-5F7D-EBD7608F1593}"/>
          </ac:cxnSpMkLst>
        </pc:cxnChg>
      </pc:sldChg>
      <pc:sldChg chg="delSp modSp mod">
        <pc:chgData name="Macher, Andreas (DI FA CTR PLC PPM)" userId="f1dcac62-7bef-43eb-91f0-927336a1714f" providerId="ADAL" clId="{E8BBB977-0052-46D3-8D53-F26BB6C5E194}" dt="2022-12-08T14:53:52.489" v="396"/>
        <pc:sldMkLst>
          <pc:docMk/>
          <pc:sldMk cId="1900806880" sldId="9813"/>
        </pc:sldMkLst>
        <pc:spChg chg="mod">
          <ac:chgData name="Macher, Andreas (DI FA CTR PLC PPM)" userId="f1dcac62-7bef-43eb-91f0-927336a1714f" providerId="ADAL" clId="{E8BBB977-0052-46D3-8D53-F26BB6C5E194}" dt="2022-11-26T18:27:18.880" v="82" actId="790"/>
          <ac:spMkLst>
            <pc:docMk/>
            <pc:sldMk cId="1900806880" sldId="9813"/>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1900806880" sldId="9813"/>
            <ac:spMk id="3" creationId="{464FF754-0FEE-3BDB-6F33-8A0964399AD5}"/>
          </ac:spMkLst>
        </pc:spChg>
        <pc:spChg chg="mod">
          <ac:chgData name="Macher, Andreas (DI FA CTR PLC PPM)" userId="f1dcac62-7bef-43eb-91f0-927336a1714f" providerId="ADAL" clId="{E8BBB977-0052-46D3-8D53-F26BB6C5E194}" dt="2022-11-26T18:27:18.880" v="82" actId="790"/>
          <ac:spMkLst>
            <pc:docMk/>
            <pc:sldMk cId="1900806880" sldId="9813"/>
            <ac:spMk id="4" creationId="{567E4D9E-36B3-8DDC-6212-96886DE30AFF}"/>
          </ac:spMkLst>
        </pc:spChg>
        <pc:spChg chg="mod">
          <ac:chgData name="Macher, Andreas (DI FA CTR PLC PPM)" userId="f1dcac62-7bef-43eb-91f0-927336a1714f" providerId="ADAL" clId="{E8BBB977-0052-46D3-8D53-F26BB6C5E194}" dt="2022-11-26T18:27:18.880" v="82" actId="790"/>
          <ac:spMkLst>
            <pc:docMk/>
            <pc:sldMk cId="1900806880" sldId="9813"/>
            <ac:spMk id="5" creationId="{F131BF3E-86C3-431B-3C90-23DD7C735CEA}"/>
          </ac:spMkLst>
        </pc:spChg>
        <pc:spChg chg="mod">
          <ac:chgData name="Macher, Andreas (DI FA CTR PLC PPM)" userId="f1dcac62-7bef-43eb-91f0-927336a1714f" providerId="ADAL" clId="{E8BBB977-0052-46D3-8D53-F26BB6C5E194}" dt="2022-11-26T18:27:18.880" v="82" actId="790"/>
          <ac:spMkLst>
            <pc:docMk/>
            <pc:sldMk cId="1900806880" sldId="9813"/>
            <ac:spMk id="6" creationId="{2A677C16-E4F9-DCAC-8218-037FA4A5897E}"/>
          </ac:spMkLst>
        </pc:spChg>
        <pc:spChg chg="mod">
          <ac:chgData name="Macher, Andreas (DI FA CTR PLC PPM)" userId="f1dcac62-7bef-43eb-91f0-927336a1714f" providerId="ADAL" clId="{E8BBB977-0052-46D3-8D53-F26BB6C5E194}" dt="2022-11-28T13:58:54.955" v="309" actId="20577"/>
          <ac:spMkLst>
            <pc:docMk/>
            <pc:sldMk cId="1900806880" sldId="9813"/>
            <ac:spMk id="7" creationId="{51B3E073-645A-B221-7081-DE206F08CC4E}"/>
          </ac:spMkLst>
        </pc:spChg>
        <pc:spChg chg="mod">
          <ac:chgData name="Macher, Andreas (DI FA CTR PLC PPM)" userId="f1dcac62-7bef-43eb-91f0-927336a1714f" providerId="ADAL" clId="{E8BBB977-0052-46D3-8D53-F26BB6C5E194}" dt="2022-11-26T18:27:18.880" v="82" actId="790"/>
          <ac:spMkLst>
            <pc:docMk/>
            <pc:sldMk cId="1900806880" sldId="9813"/>
            <ac:spMk id="8" creationId="{2EF7EFC9-F60F-420A-7C91-1B826CDAE04D}"/>
          </ac:spMkLst>
        </pc:spChg>
        <pc:spChg chg="mod">
          <ac:chgData name="Macher, Andreas (DI FA CTR PLC PPM)" userId="f1dcac62-7bef-43eb-91f0-927336a1714f" providerId="ADAL" clId="{E8BBB977-0052-46D3-8D53-F26BB6C5E194}" dt="2022-11-26T18:27:18.880" v="82" actId="790"/>
          <ac:spMkLst>
            <pc:docMk/>
            <pc:sldMk cId="1900806880" sldId="9813"/>
            <ac:spMk id="10" creationId="{66058533-18FB-25CE-575C-5E58A4289142}"/>
          </ac:spMkLst>
        </pc:spChg>
        <pc:spChg chg="mod">
          <ac:chgData name="Macher, Andreas (DI FA CTR PLC PPM)" userId="f1dcac62-7bef-43eb-91f0-927336a1714f" providerId="ADAL" clId="{E8BBB977-0052-46D3-8D53-F26BB6C5E194}" dt="2022-11-26T18:27:18.880" v="82" actId="790"/>
          <ac:spMkLst>
            <pc:docMk/>
            <pc:sldMk cId="1900806880" sldId="9813"/>
            <ac:spMk id="14" creationId="{5637B1E3-11DF-39AE-7F26-BA78275DDEC8}"/>
          </ac:spMkLst>
        </pc:spChg>
        <pc:spChg chg="mod">
          <ac:chgData name="Macher, Andreas (DI FA CTR PLC PPM)" userId="f1dcac62-7bef-43eb-91f0-927336a1714f" providerId="ADAL" clId="{E8BBB977-0052-46D3-8D53-F26BB6C5E194}" dt="2022-11-26T18:27:18.880" v="82" actId="790"/>
          <ac:spMkLst>
            <pc:docMk/>
            <pc:sldMk cId="1900806880" sldId="9813"/>
            <ac:spMk id="21" creationId="{71594A9E-D366-4E24-2A91-6E97770A23EF}"/>
          </ac:spMkLst>
        </pc:spChg>
        <pc:spChg chg="mod">
          <ac:chgData name="Macher, Andreas (DI FA CTR PLC PPM)" userId="f1dcac62-7bef-43eb-91f0-927336a1714f" providerId="ADAL" clId="{E8BBB977-0052-46D3-8D53-F26BB6C5E194}" dt="2022-11-26T18:27:18.880" v="82" actId="790"/>
          <ac:spMkLst>
            <pc:docMk/>
            <pc:sldMk cId="1900806880" sldId="9813"/>
            <ac:spMk id="27" creationId="{4F0F7FAC-C60C-3D50-46F0-17A5E5E6EBB4}"/>
          </ac:spMkLst>
        </pc:spChg>
        <pc:spChg chg="mod">
          <ac:chgData name="Macher, Andreas (DI FA CTR PLC PPM)" userId="f1dcac62-7bef-43eb-91f0-927336a1714f" providerId="ADAL" clId="{E8BBB977-0052-46D3-8D53-F26BB6C5E194}" dt="2022-11-26T18:27:18.880" v="82" actId="790"/>
          <ac:spMkLst>
            <pc:docMk/>
            <pc:sldMk cId="1900806880" sldId="9813"/>
            <ac:spMk id="29" creationId="{51509B96-7D24-4D66-D71B-117887B9B33E}"/>
          </ac:spMkLst>
        </pc:spChg>
        <pc:spChg chg="mod">
          <ac:chgData name="Macher, Andreas (DI FA CTR PLC PPM)" userId="f1dcac62-7bef-43eb-91f0-927336a1714f" providerId="ADAL" clId="{E8BBB977-0052-46D3-8D53-F26BB6C5E194}" dt="2022-11-28T13:58:52.719" v="308" actId="20577"/>
          <ac:spMkLst>
            <pc:docMk/>
            <pc:sldMk cId="1900806880" sldId="9813"/>
            <ac:spMk id="30" creationId="{6EE0C415-FA5D-CEA7-4B06-F94B7ABD87D5}"/>
          </ac:spMkLst>
        </pc:spChg>
        <pc:spChg chg="mod">
          <ac:chgData name="Macher, Andreas (DI FA CTR PLC PPM)" userId="f1dcac62-7bef-43eb-91f0-927336a1714f" providerId="ADAL" clId="{E8BBB977-0052-46D3-8D53-F26BB6C5E194}" dt="2022-11-26T18:27:18.880" v="82" actId="790"/>
          <ac:spMkLst>
            <pc:docMk/>
            <pc:sldMk cId="1900806880" sldId="9813"/>
            <ac:spMk id="32" creationId="{424BB2A0-1891-7FE7-2D9F-A1B9BB662D01}"/>
          </ac:spMkLst>
        </pc:spChg>
        <pc:spChg chg="del mod">
          <ac:chgData name="Macher, Andreas (DI FA CTR PLC PPM)" userId="f1dcac62-7bef-43eb-91f0-927336a1714f" providerId="ADAL" clId="{E8BBB977-0052-46D3-8D53-F26BB6C5E194}" dt="2022-11-28T13:58:46.888" v="306" actId="478"/>
          <ac:spMkLst>
            <pc:docMk/>
            <pc:sldMk cId="1900806880" sldId="9813"/>
            <ac:spMk id="40" creationId="{AB30348E-EF23-F974-089C-37F8D1D421C4}"/>
          </ac:spMkLst>
        </pc:spChg>
        <pc:spChg chg="del mod">
          <ac:chgData name="Macher, Andreas (DI FA CTR PLC PPM)" userId="f1dcac62-7bef-43eb-91f0-927336a1714f" providerId="ADAL" clId="{E8BBB977-0052-46D3-8D53-F26BB6C5E194}" dt="2022-11-28T13:58:46.888" v="306" actId="478"/>
          <ac:spMkLst>
            <pc:docMk/>
            <pc:sldMk cId="1900806880" sldId="9813"/>
            <ac:spMk id="43" creationId="{17BA86CE-77B4-3286-250F-EE1FA0029378}"/>
          </ac:spMkLst>
        </pc:spChg>
        <pc:spChg chg="mod">
          <ac:chgData name="Macher, Andreas (DI FA CTR PLC PPM)" userId="f1dcac62-7bef-43eb-91f0-927336a1714f" providerId="ADAL" clId="{E8BBB977-0052-46D3-8D53-F26BB6C5E194}" dt="2022-11-26T18:27:57.185" v="83"/>
          <ac:spMkLst>
            <pc:docMk/>
            <pc:sldMk cId="1900806880" sldId="9813"/>
            <ac:spMk id="45" creationId="{CEE48F01-BB8A-96EE-5EB0-58AF8B36BDC5}"/>
          </ac:spMkLst>
        </pc:spChg>
        <pc:spChg chg="mod">
          <ac:chgData name="Macher, Andreas (DI FA CTR PLC PPM)" userId="f1dcac62-7bef-43eb-91f0-927336a1714f" providerId="ADAL" clId="{E8BBB977-0052-46D3-8D53-F26BB6C5E194}" dt="2022-11-26T18:27:18.880" v="82" actId="790"/>
          <ac:spMkLst>
            <pc:docMk/>
            <pc:sldMk cId="1900806880" sldId="9813"/>
            <ac:spMk id="50" creationId="{36FD3C6B-C371-A331-2A6C-6E10D0091E53}"/>
          </ac:spMkLst>
        </pc:spChg>
        <pc:cxnChg chg="mod">
          <ac:chgData name="Macher, Andreas (DI FA CTR PLC PPM)" userId="f1dcac62-7bef-43eb-91f0-927336a1714f" providerId="ADAL" clId="{E8BBB977-0052-46D3-8D53-F26BB6C5E194}" dt="2022-11-28T13:58:50.846" v="307" actId="208"/>
          <ac:cxnSpMkLst>
            <pc:docMk/>
            <pc:sldMk cId="1900806880" sldId="9813"/>
            <ac:cxnSpMk id="35" creationId="{1BA3971E-30E9-3629-45BC-AEA106624B5F}"/>
          </ac:cxnSpMkLst>
        </pc:cxnChg>
        <pc:cxnChg chg="del">
          <ac:chgData name="Macher, Andreas (DI FA CTR PLC PPM)" userId="f1dcac62-7bef-43eb-91f0-927336a1714f" providerId="ADAL" clId="{E8BBB977-0052-46D3-8D53-F26BB6C5E194}" dt="2022-11-28T13:58:46.888" v="306" actId="478"/>
          <ac:cxnSpMkLst>
            <pc:docMk/>
            <pc:sldMk cId="1900806880" sldId="9813"/>
            <ac:cxnSpMk id="38" creationId="{E37E2F24-2AB3-EB40-5F7D-EBD7608F1593}"/>
          </ac:cxnSpMkLst>
        </pc:cxnChg>
        <pc:cxnChg chg="del">
          <ac:chgData name="Macher, Andreas (DI FA CTR PLC PPM)" userId="f1dcac62-7bef-43eb-91f0-927336a1714f" providerId="ADAL" clId="{E8BBB977-0052-46D3-8D53-F26BB6C5E194}" dt="2022-11-28T13:58:46.888" v="306" actId="478"/>
          <ac:cxnSpMkLst>
            <pc:docMk/>
            <pc:sldMk cId="1900806880" sldId="9813"/>
            <ac:cxnSpMk id="42" creationId="{09431DCD-942F-61B7-92E6-6A5436C624F1}"/>
          </ac:cxnSpMkLst>
        </pc:cxnChg>
      </pc:sldChg>
      <pc:sldChg chg="addSp delSp modSp mod">
        <pc:chgData name="Macher, Andreas (DI FA CTR PLC PPM)" userId="f1dcac62-7bef-43eb-91f0-927336a1714f" providerId="ADAL" clId="{E8BBB977-0052-46D3-8D53-F26BB6C5E194}" dt="2022-12-08T14:53:52.489" v="396"/>
        <pc:sldMkLst>
          <pc:docMk/>
          <pc:sldMk cId="1730934402" sldId="9814"/>
        </pc:sldMkLst>
        <pc:spChg chg="mod">
          <ac:chgData name="Macher, Andreas (DI FA CTR PLC PPM)" userId="f1dcac62-7bef-43eb-91f0-927336a1714f" providerId="ADAL" clId="{E8BBB977-0052-46D3-8D53-F26BB6C5E194}" dt="2022-11-26T18:27:08.688" v="81" actId="790"/>
          <ac:spMkLst>
            <pc:docMk/>
            <pc:sldMk cId="1730934402" sldId="9814"/>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1730934402" sldId="9814"/>
            <ac:spMk id="3" creationId="{464FF754-0FEE-3BDB-6F33-8A0964399AD5}"/>
          </ac:spMkLst>
        </pc:spChg>
        <pc:spChg chg="mod">
          <ac:chgData name="Macher, Andreas (DI FA CTR PLC PPM)" userId="f1dcac62-7bef-43eb-91f0-927336a1714f" providerId="ADAL" clId="{E8BBB977-0052-46D3-8D53-F26BB6C5E194}" dt="2022-11-26T18:27:08.688" v="81" actId="790"/>
          <ac:spMkLst>
            <pc:docMk/>
            <pc:sldMk cId="1730934402" sldId="9814"/>
            <ac:spMk id="4" creationId="{567E4D9E-36B3-8DDC-6212-96886DE30AFF}"/>
          </ac:spMkLst>
        </pc:spChg>
        <pc:spChg chg="mod">
          <ac:chgData name="Macher, Andreas (DI FA CTR PLC PPM)" userId="f1dcac62-7bef-43eb-91f0-927336a1714f" providerId="ADAL" clId="{E8BBB977-0052-46D3-8D53-F26BB6C5E194}" dt="2022-11-26T18:27:08.688" v="81" actId="790"/>
          <ac:spMkLst>
            <pc:docMk/>
            <pc:sldMk cId="1730934402" sldId="9814"/>
            <ac:spMk id="5" creationId="{F131BF3E-86C3-431B-3C90-23DD7C735CEA}"/>
          </ac:spMkLst>
        </pc:spChg>
        <pc:spChg chg="mod">
          <ac:chgData name="Macher, Andreas (DI FA CTR PLC PPM)" userId="f1dcac62-7bef-43eb-91f0-927336a1714f" providerId="ADAL" clId="{E8BBB977-0052-46D3-8D53-F26BB6C5E194}" dt="2022-11-26T18:27:08.688" v="81" actId="790"/>
          <ac:spMkLst>
            <pc:docMk/>
            <pc:sldMk cId="1730934402" sldId="9814"/>
            <ac:spMk id="6" creationId="{2A677C16-E4F9-DCAC-8218-037FA4A5897E}"/>
          </ac:spMkLst>
        </pc:spChg>
        <pc:spChg chg="mod">
          <ac:chgData name="Macher, Andreas (DI FA CTR PLC PPM)" userId="f1dcac62-7bef-43eb-91f0-927336a1714f" providerId="ADAL" clId="{E8BBB977-0052-46D3-8D53-F26BB6C5E194}" dt="2022-11-26T18:27:08.688" v="81" actId="790"/>
          <ac:spMkLst>
            <pc:docMk/>
            <pc:sldMk cId="1730934402" sldId="9814"/>
            <ac:spMk id="7" creationId="{5E836B0C-300A-E5EB-681D-0A3CB0264F4A}"/>
          </ac:spMkLst>
        </pc:spChg>
        <pc:spChg chg="mod">
          <ac:chgData name="Macher, Andreas (DI FA CTR PLC PPM)" userId="f1dcac62-7bef-43eb-91f0-927336a1714f" providerId="ADAL" clId="{E8BBB977-0052-46D3-8D53-F26BB6C5E194}" dt="2022-11-26T18:27:08.688" v="81" actId="790"/>
          <ac:spMkLst>
            <pc:docMk/>
            <pc:sldMk cId="1730934402" sldId="9814"/>
            <ac:spMk id="9" creationId="{CFF2031E-4E39-8952-7F54-F5A636A15596}"/>
          </ac:spMkLst>
        </pc:spChg>
        <pc:spChg chg="add mod">
          <ac:chgData name="Macher, Andreas (DI FA CTR PLC PPM)" userId="f1dcac62-7bef-43eb-91f0-927336a1714f" providerId="ADAL" clId="{E8BBB977-0052-46D3-8D53-F26BB6C5E194}" dt="2022-11-28T13:58:35.866" v="304"/>
          <ac:spMkLst>
            <pc:docMk/>
            <pc:sldMk cId="1730934402" sldId="9814"/>
            <ac:spMk id="10" creationId="{09C66339-DA3E-12D2-7CAA-B5718E7CACAE}"/>
          </ac:spMkLst>
        </pc:spChg>
        <pc:spChg chg="mod">
          <ac:chgData name="Macher, Andreas (DI FA CTR PLC PPM)" userId="f1dcac62-7bef-43eb-91f0-927336a1714f" providerId="ADAL" clId="{E8BBB977-0052-46D3-8D53-F26BB6C5E194}" dt="2022-11-26T18:27:08.688" v="81" actId="790"/>
          <ac:spMkLst>
            <pc:docMk/>
            <pc:sldMk cId="1730934402" sldId="9814"/>
            <ac:spMk id="12" creationId="{04E6A03C-B484-DEBC-450A-5C60772777BE}"/>
          </ac:spMkLst>
        </pc:spChg>
        <pc:spChg chg="mod">
          <ac:chgData name="Macher, Andreas (DI FA CTR PLC PPM)" userId="f1dcac62-7bef-43eb-91f0-927336a1714f" providerId="ADAL" clId="{E8BBB977-0052-46D3-8D53-F26BB6C5E194}" dt="2022-11-26T18:27:08.688" v="81" actId="790"/>
          <ac:spMkLst>
            <pc:docMk/>
            <pc:sldMk cId="1730934402" sldId="9814"/>
            <ac:spMk id="21" creationId="{71594A9E-D366-4E24-2A91-6E97770A23EF}"/>
          </ac:spMkLst>
        </pc:spChg>
        <pc:spChg chg="mod">
          <ac:chgData name="Macher, Andreas (DI FA CTR PLC PPM)" userId="f1dcac62-7bef-43eb-91f0-927336a1714f" providerId="ADAL" clId="{E8BBB977-0052-46D3-8D53-F26BB6C5E194}" dt="2022-11-26T18:27:08.688" v="81" actId="790"/>
          <ac:spMkLst>
            <pc:docMk/>
            <pc:sldMk cId="1730934402" sldId="9814"/>
            <ac:spMk id="27" creationId="{4F0F7FAC-C60C-3D50-46F0-17A5E5E6EBB4}"/>
          </ac:spMkLst>
        </pc:spChg>
        <pc:spChg chg="mod">
          <ac:chgData name="Macher, Andreas (DI FA CTR PLC PPM)" userId="f1dcac62-7bef-43eb-91f0-927336a1714f" providerId="ADAL" clId="{E8BBB977-0052-46D3-8D53-F26BB6C5E194}" dt="2022-11-26T18:27:08.688" v="81" actId="790"/>
          <ac:spMkLst>
            <pc:docMk/>
            <pc:sldMk cId="1730934402" sldId="9814"/>
            <ac:spMk id="29" creationId="{51509B96-7D24-4D66-D71B-117887B9B33E}"/>
          </ac:spMkLst>
        </pc:spChg>
        <pc:spChg chg="mod">
          <ac:chgData name="Macher, Andreas (DI FA CTR PLC PPM)" userId="f1dcac62-7bef-43eb-91f0-927336a1714f" providerId="ADAL" clId="{E8BBB977-0052-46D3-8D53-F26BB6C5E194}" dt="2022-11-26T18:27:08.688" v="81" actId="790"/>
          <ac:spMkLst>
            <pc:docMk/>
            <pc:sldMk cId="1730934402" sldId="9814"/>
            <ac:spMk id="30" creationId="{6EE0C415-FA5D-CEA7-4B06-F94B7ABD87D5}"/>
          </ac:spMkLst>
        </pc:spChg>
        <pc:spChg chg="mod">
          <ac:chgData name="Macher, Andreas (DI FA CTR PLC PPM)" userId="f1dcac62-7bef-43eb-91f0-927336a1714f" providerId="ADAL" clId="{E8BBB977-0052-46D3-8D53-F26BB6C5E194}" dt="2022-11-26T18:27:08.688" v="81" actId="790"/>
          <ac:spMkLst>
            <pc:docMk/>
            <pc:sldMk cId="1730934402" sldId="9814"/>
            <ac:spMk id="32" creationId="{424BB2A0-1891-7FE7-2D9F-A1B9BB662D01}"/>
          </ac:spMkLst>
        </pc:spChg>
        <pc:spChg chg="del mod">
          <ac:chgData name="Macher, Andreas (DI FA CTR PLC PPM)" userId="f1dcac62-7bef-43eb-91f0-927336a1714f" providerId="ADAL" clId="{E8BBB977-0052-46D3-8D53-F26BB6C5E194}" dt="2022-11-28T13:58:35.554" v="303" actId="478"/>
          <ac:spMkLst>
            <pc:docMk/>
            <pc:sldMk cId="1730934402" sldId="9814"/>
            <ac:spMk id="40" creationId="{AB30348E-EF23-F974-089C-37F8D1D421C4}"/>
          </ac:spMkLst>
        </pc:spChg>
        <pc:spChg chg="mod">
          <ac:chgData name="Macher, Andreas (DI FA CTR PLC PPM)" userId="f1dcac62-7bef-43eb-91f0-927336a1714f" providerId="ADAL" clId="{E8BBB977-0052-46D3-8D53-F26BB6C5E194}" dt="2022-11-26T18:27:08.688" v="81" actId="790"/>
          <ac:spMkLst>
            <pc:docMk/>
            <pc:sldMk cId="1730934402" sldId="9814"/>
            <ac:spMk id="44" creationId="{414CF385-136E-AD32-FE2A-7115E4D7CE4F}"/>
          </ac:spMkLst>
        </pc:spChg>
        <pc:spChg chg="mod">
          <ac:chgData name="Macher, Andreas (DI FA CTR PLC PPM)" userId="f1dcac62-7bef-43eb-91f0-927336a1714f" providerId="ADAL" clId="{E8BBB977-0052-46D3-8D53-F26BB6C5E194}" dt="2022-11-26T18:27:57.185" v="83"/>
          <ac:spMkLst>
            <pc:docMk/>
            <pc:sldMk cId="1730934402" sldId="9814"/>
            <ac:spMk id="45" creationId="{CEE48F01-BB8A-96EE-5EB0-58AF8B36BDC5}"/>
          </ac:spMkLst>
        </pc:spChg>
        <pc:spChg chg="mod">
          <ac:chgData name="Macher, Andreas (DI FA CTR PLC PPM)" userId="f1dcac62-7bef-43eb-91f0-927336a1714f" providerId="ADAL" clId="{E8BBB977-0052-46D3-8D53-F26BB6C5E194}" dt="2022-11-26T18:27:08.688" v="81" actId="790"/>
          <ac:spMkLst>
            <pc:docMk/>
            <pc:sldMk cId="1730934402" sldId="9814"/>
            <ac:spMk id="50" creationId="{36FD3C6B-C371-A331-2A6C-6E10D0091E53}"/>
          </ac:spMkLst>
        </pc:spChg>
        <pc:spChg chg="mod">
          <ac:chgData name="Macher, Andreas (DI FA CTR PLC PPM)" userId="f1dcac62-7bef-43eb-91f0-927336a1714f" providerId="ADAL" clId="{E8BBB977-0052-46D3-8D53-F26BB6C5E194}" dt="2022-11-26T18:27:08.688" v="81" actId="790"/>
          <ac:spMkLst>
            <pc:docMk/>
            <pc:sldMk cId="1730934402" sldId="9814"/>
            <ac:spMk id="51" creationId="{195B4878-925A-5719-E95D-5F1DD49B759F}"/>
          </ac:spMkLst>
        </pc:spChg>
        <pc:cxnChg chg="add mod">
          <ac:chgData name="Macher, Andreas (DI FA CTR PLC PPM)" userId="f1dcac62-7bef-43eb-91f0-927336a1714f" providerId="ADAL" clId="{E8BBB977-0052-46D3-8D53-F26BB6C5E194}" dt="2022-11-28T13:58:35.866" v="304"/>
          <ac:cxnSpMkLst>
            <pc:docMk/>
            <pc:sldMk cId="1730934402" sldId="9814"/>
            <ac:cxnSpMk id="8" creationId="{7891044B-8625-6736-C8AB-31EDF400E24A}"/>
          </ac:cxnSpMkLst>
        </pc:cxnChg>
        <pc:cxnChg chg="mod">
          <ac:chgData name="Macher, Andreas (DI FA CTR PLC PPM)" userId="f1dcac62-7bef-43eb-91f0-927336a1714f" providerId="ADAL" clId="{E8BBB977-0052-46D3-8D53-F26BB6C5E194}" dt="2022-11-28T13:58:39.449" v="305" actId="208"/>
          <ac:cxnSpMkLst>
            <pc:docMk/>
            <pc:sldMk cId="1730934402" sldId="9814"/>
            <ac:cxnSpMk id="35" creationId="{1BA3971E-30E9-3629-45BC-AEA106624B5F}"/>
          </ac:cxnSpMkLst>
        </pc:cxnChg>
        <pc:cxnChg chg="del">
          <ac:chgData name="Macher, Andreas (DI FA CTR PLC PPM)" userId="f1dcac62-7bef-43eb-91f0-927336a1714f" providerId="ADAL" clId="{E8BBB977-0052-46D3-8D53-F26BB6C5E194}" dt="2022-11-28T13:58:35.554" v="303" actId="478"/>
          <ac:cxnSpMkLst>
            <pc:docMk/>
            <pc:sldMk cId="1730934402" sldId="9814"/>
            <ac:cxnSpMk id="38" creationId="{E37E2F24-2AB3-EB40-5F7D-EBD7608F1593}"/>
          </ac:cxnSpMkLst>
        </pc:cxnChg>
      </pc:sldChg>
      <pc:sldChg chg="modSp mod">
        <pc:chgData name="Macher, Andreas (DI FA CTR PLC PPM)" userId="f1dcac62-7bef-43eb-91f0-927336a1714f" providerId="ADAL" clId="{E8BBB977-0052-46D3-8D53-F26BB6C5E194}" dt="2022-12-08T14:53:52.489" v="396"/>
        <pc:sldMkLst>
          <pc:docMk/>
          <pc:sldMk cId="1694673529" sldId="9815"/>
        </pc:sldMkLst>
        <pc:spChg chg="mod">
          <ac:chgData name="Macher, Andreas (DI FA CTR PLC PPM)" userId="f1dcac62-7bef-43eb-91f0-927336a1714f" providerId="ADAL" clId="{E8BBB977-0052-46D3-8D53-F26BB6C5E194}" dt="2022-12-08T14:53:52.489" v="396"/>
          <ac:spMkLst>
            <pc:docMk/>
            <pc:sldMk cId="1694673529" sldId="9815"/>
            <ac:spMk id="2" creationId="{0342A3D6-98FE-48A7-AFE2-71450107450D}"/>
          </ac:spMkLst>
        </pc:spChg>
        <pc:spChg chg="mod">
          <ac:chgData name="Macher, Andreas (DI FA CTR PLC PPM)" userId="f1dcac62-7bef-43eb-91f0-927336a1714f" providerId="ADAL" clId="{E8BBB977-0052-46D3-8D53-F26BB6C5E194}" dt="2022-11-26T18:30:54.604" v="100" actId="790"/>
          <ac:spMkLst>
            <pc:docMk/>
            <pc:sldMk cId="1694673529" sldId="9815"/>
            <ac:spMk id="4" creationId="{A645F354-40D6-4D3D-BA93-7A74F09635B4}"/>
          </ac:spMkLst>
        </pc:spChg>
        <pc:spChg chg="mod">
          <ac:chgData name="Macher, Andreas (DI FA CTR PLC PPM)" userId="f1dcac62-7bef-43eb-91f0-927336a1714f" providerId="ADAL" clId="{E8BBB977-0052-46D3-8D53-F26BB6C5E194}" dt="2022-11-26T18:30:54.604" v="100" actId="790"/>
          <ac:spMkLst>
            <pc:docMk/>
            <pc:sldMk cId="1694673529" sldId="9815"/>
            <ac:spMk id="5" creationId="{7D06A950-B2BF-4D5B-AC72-5B76B61FC3A8}"/>
          </ac:spMkLst>
        </pc:spChg>
      </pc:sldChg>
      <pc:sldChg chg="modSp mod">
        <pc:chgData name="Macher, Andreas (DI FA CTR PLC PPM)" userId="f1dcac62-7bef-43eb-91f0-927336a1714f" providerId="ADAL" clId="{E8BBB977-0052-46D3-8D53-F26BB6C5E194}" dt="2022-12-08T14:53:52.489" v="396"/>
        <pc:sldMkLst>
          <pc:docMk/>
          <pc:sldMk cId="428808085" sldId="9816"/>
        </pc:sldMkLst>
        <pc:spChg chg="mod">
          <ac:chgData name="Macher, Andreas (DI FA CTR PLC PPM)" userId="f1dcac62-7bef-43eb-91f0-927336a1714f" providerId="ADAL" clId="{E8BBB977-0052-46D3-8D53-F26BB6C5E194}" dt="2022-12-08T14:53:52.489" v="396"/>
          <ac:spMkLst>
            <pc:docMk/>
            <pc:sldMk cId="428808085" sldId="9816"/>
            <ac:spMk id="2" creationId="{0342A3D6-98FE-48A7-AFE2-71450107450D}"/>
          </ac:spMkLst>
        </pc:spChg>
        <pc:spChg chg="mod">
          <ac:chgData name="Macher, Andreas (DI FA CTR PLC PPM)" userId="f1dcac62-7bef-43eb-91f0-927336a1714f" providerId="ADAL" clId="{E8BBB977-0052-46D3-8D53-F26BB6C5E194}" dt="2022-11-26T18:33:29.866" v="121" actId="790"/>
          <ac:spMkLst>
            <pc:docMk/>
            <pc:sldMk cId="428808085" sldId="9816"/>
            <ac:spMk id="4" creationId="{A645F354-40D6-4D3D-BA93-7A74F09635B4}"/>
          </ac:spMkLst>
        </pc:spChg>
        <pc:spChg chg="mod">
          <ac:chgData name="Macher, Andreas (DI FA CTR PLC PPM)" userId="f1dcac62-7bef-43eb-91f0-927336a1714f" providerId="ADAL" clId="{E8BBB977-0052-46D3-8D53-F26BB6C5E194}" dt="2022-11-26T18:33:29.866" v="121" actId="790"/>
          <ac:spMkLst>
            <pc:docMk/>
            <pc:sldMk cId="428808085" sldId="9816"/>
            <ac:spMk id="5" creationId="{7D06A950-B2BF-4D5B-AC72-5B76B61FC3A8}"/>
          </ac:spMkLst>
        </pc:spChg>
      </pc:sldChg>
      <pc:sldChg chg="modSp mod">
        <pc:chgData name="Macher, Andreas (DI FA CTR PLC PPM)" userId="f1dcac62-7bef-43eb-91f0-927336a1714f" providerId="ADAL" clId="{E8BBB977-0052-46D3-8D53-F26BB6C5E194}" dt="2022-12-08T14:53:52.489" v="396"/>
        <pc:sldMkLst>
          <pc:docMk/>
          <pc:sldMk cId="3248444050" sldId="9817"/>
        </pc:sldMkLst>
        <pc:spChg chg="mod">
          <ac:chgData name="Macher, Andreas (DI FA CTR PLC PPM)" userId="f1dcac62-7bef-43eb-91f0-927336a1714f" providerId="ADAL" clId="{E8BBB977-0052-46D3-8D53-F26BB6C5E194}" dt="2022-12-08T14:53:52.489" v="396"/>
          <ac:spMkLst>
            <pc:docMk/>
            <pc:sldMk cId="3248444050" sldId="9817"/>
            <ac:spMk id="2" creationId="{0342A3D6-98FE-48A7-AFE2-71450107450D}"/>
          </ac:spMkLst>
        </pc:spChg>
        <pc:spChg chg="mod">
          <ac:chgData name="Macher, Andreas (DI FA CTR PLC PPM)" userId="f1dcac62-7bef-43eb-91f0-927336a1714f" providerId="ADAL" clId="{E8BBB977-0052-46D3-8D53-F26BB6C5E194}" dt="2022-11-26T18:28:13.308" v="84" actId="790"/>
          <ac:spMkLst>
            <pc:docMk/>
            <pc:sldMk cId="3248444050" sldId="9817"/>
            <ac:spMk id="4" creationId="{A645F354-40D6-4D3D-BA93-7A74F09635B4}"/>
          </ac:spMkLst>
        </pc:spChg>
        <pc:spChg chg="mod">
          <ac:chgData name="Macher, Andreas (DI FA CTR PLC PPM)" userId="f1dcac62-7bef-43eb-91f0-927336a1714f" providerId="ADAL" clId="{E8BBB977-0052-46D3-8D53-F26BB6C5E194}" dt="2022-11-26T18:28:13.308" v="84" actId="790"/>
          <ac:spMkLst>
            <pc:docMk/>
            <pc:sldMk cId="3248444050" sldId="9817"/>
            <ac:spMk id="5" creationId="{7D06A950-B2BF-4D5B-AC72-5B76B61FC3A8}"/>
          </ac:spMkLst>
        </pc:spChg>
      </pc:sldChg>
      <pc:sldChg chg="modSp mod">
        <pc:chgData name="Macher, Andreas (DI FA CTR PLC PPM)" userId="f1dcac62-7bef-43eb-91f0-927336a1714f" providerId="ADAL" clId="{E8BBB977-0052-46D3-8D53-F26BB6C5E194}" dt="2022-12-08T14:53:52.489" v="396"/>
        <pc:sldMkLst>
          <pc:docMk/>
          <pc:sldMk cId="1485339374" sldId="9818"/>
        </pc:sldMkLst>
        <pc:spChg chg="mod">
          <ac:chgData name="Macher, Andreas (DI FA CTR PLC PPM)" userId="f1dcac62-7bef-43eb-91f0-927336a1714f" providerId="ADAL" clId="{E8BBB977-0052-46D3-8D53-F26BB6C5E194}" dt="2022-12-08T14:53:52.489" v="396"/>
          <ac:spMkLst>
            <pc:docMk/>
            <pc:sldMk cId="1485339374" sldId="9818"/>
            <ac:spMk id="2" creationId="{0342A3D6-98FE-48A7-AFE2-71450107450D}"/>
          </ac:spMkLst>
        </pc:spChg>
        <pc:spChg chg="mod">
          <ac:chgData name="Macher, Andreas (DI FA CTR PLC PPM)" userId="f1dcac62-7bef-43eb-91f0-927336a1714f" providerId="ADAL" clId="{E8BBB977-0052-46D3-8D53-F26BB6C5E194}" dt="2022-11-26T18:29:39.132" v="92" actId="790"/>
          <ac:spMkLst>
            <pc:docMk/>
            <pc:sldMk cId="1485339374" sldId="9818"/>
            <ac:spMk id="4" creationId="{A645F354-40D6-4D3D-BA93-7A74F09635B4}"/>
          </ac:spMkLst>
        </pc:spChg>
        <pc:spChg chg="mod">
          <ac:chgData name="Macher, Andreas (DI FA CTR PLC PPM)" userId="f1dcac62-7bef-43eb-91f0-927336a1714f" providerId="ADAL" clId="{E8BBB977-0052-46D3-8D53-F26BB6C5E194}" dt="2022-11-26T18:29:39.132" v="92" actId="790"/>
          <ac:spMkLst>
            <pc:docMk/>
            <pc:sldMk cId="1485339374" sldId="9818"/>
            <ac:spMk id="5" creationId="{7D06A950-B2BF-4D5B-AC72-5B76B61FC3A8}"/>
          </ac:spMkLst>
        </pc:spChg>
      </pc:sldChg>
      <pc:sldChg chg="modSp mod">
        <pc:chgData name="Macher, Andreas (DI FA CTR PLC PPM)" userId="f1dcac62-7bef-43eb-91f0-927336a1714f" providerId="ADAL" clId="{E8BBB977-0052-46D3-8D53-F26BB6C5E194}" dt="2022-12-08T14:53:52.489" v="396"/>
        <pc:sldMkLst>
          <pc:docMk/>
          <pc:sldMk cId="2141837980" sldId="9819"/>
        </pc:sldMkLst>
        <pc:spChg chg="mod">
          <ac:chgData name="Macher, Andreas (DI FA CTR PLC PPM)" userId="f1dcac62-7bef-43eb-91f0-927336a1714f" providerId="ADAL" clId="{E8BBB977-0052-46D3-8D53-F26BB6C5E194}" dt="2022-11-26T18:30:06.848" v="94" actId="790"/>
          <ac:spMkLst>
            <pc:docMk/>
            <pc:sldMk cId="2141837980" sldId="9819"/>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2141837980" sldId="9819"/>
            <ac:spMk id="3" creationId="{464FF754-0FEE-3BDB-6F33-8A0964399AD5}"/>
          </ac:spMkLst>
        </pc:spChg>
        <pc:spChg chg="mod">
          <ac:chgData name="Macher, Andreas (DI FA CTR PLC PPM)" userId="f1dcac62-7bef-43eb-91f0-927336a1714f" providerId="ADAL" clId="{E8BBB977-0052-46D3-8D53-F26BB6C5E194}" dt="2022-11-26T18:30:06.848" v="94" actId="790"/>
          <ac:spMkLst>
            <pc:docMk/>
            <pc:sldMk cId="2141837980" sldId="9819"/>
            <ac:spMk id="7" creationId="{83284AA8-4959-7408-EA0D-D97C495757E0}"/>
          </ac:spMkLst>
        </pc:spChg>
        <pc:spChg chg="mod">
          <ac:chgData name="Macher, Andreas (DI FA CTR PLC PPM)" userId="f1dcac62-7bef-43eb-91f0-927336a1714f" providerId="ADAL" clId="{E8BBB977-0052-46D3-8D53-F26BB6C5E194}" dt="2022-11-26T18:30:06.848" v="94" actId="790"/>
          <ac:spMkLst>
            <pc:docMk/>
            <pc:sldMk cId="2141837980" sldId="9819"/>
            <ac:spMk id="11" creationId="{F185988F-3A08-4997-5281-CE73F7A30F0F}"/>
          </ac:spMkLst>
        </pc:spChg>
        <pc:spChg chg="mod">
          <ac:chgData name="Macher, Andreas (DI FA CTR PLC PPM)" userId="f1dcac62-7bef-43eb-91f0-927336a1714f" providerId="ADAL" clId="{E8BBB977-0052-46D3-8D53-F26BB6C5E194}" dt="2022-11-26T18:30:06.848" v="94" actId="790"/>
          <ac:spMkLst>
            <pc:docMk/>
            <pc:sldMk cId="2141837980" sldId="9819"/>
            <ac:spMk id="17" creationId="{B33FDAB9-DF67-BBCE-3040-B7C092299B9D}"/>
          </ac:spMkLst>
        </pc:spChg>
        <pc:spChg chg="mod">
          <ac:chgData name="Macher, Andreas (DI FA CTR PLC PPM)" userId="f1dcac62-7bef-43eb-91f0-927336a1714f" providerId="ADAL" clId="{E8BBB977-0052-46D3-8D53-F26BB6C5E194}" dt="2022-11-26T18:30:06.848" v="94" actId="790"/>
          <ac:spMkLst>
            <pc:docMk/>
            <pc:sldMk cId="2141837980" sldId="9819"/>
            <ac:spMk id="18" creationId="{72429D95-7352-6F39-3069-FF6730B7EE6F}"/>
          </ac:spMkLst>
        </pc:spChg>
        <pc:spChg chg="mod">
          <ac:chgData name="Macher, Andreas (DI FA CTR PLC PPM)" userId="f1dcac62-7bef-43eb-91f0-927336a1714f" providerId="ADAL" clId="{E8BBB977-0052-46D3-8D53-F26BB6C5E194}" dt="2022-11-26T18:30:06.848" v="94" actId="790"/>
          <ac:spMkLst>
            <pc:docMk/>
            <pc:sldMk cId="2141837980" sldId="9819"/>
            <ac:spMk id="19" creationId="{EB76E2D5-D5D5-94A9-E4DF-7FA0D6105805}"/>
          </ac:spMkLst>
        </pc:spChg>
        <pc:spChg chg="mod">
          <ac:chgData name="Macher, Andreas (DI FA CTR PLC PPM)" userId="f1dcac62-7bef-43eb-91f0-927336a1714f" providerId="ADAL" clId="{E8BBB977-0052-46D3-8D53-F26BB6C5E194}" dt="2022-11-26T18:30:06.848" v="94" actId="790"/>
          <ac:spMkLst>
            <pc:docMk/>
            <pc:sldMk cId="2141837980" sldId="9819"/>
            <ac:spMk id="20" creationId="{A8BBCB2E-FB65-3B22-23AF-EEB5C7BE3775}"/>
          </ac:spMkLst>
        </pc:spChg>
        <pc:spChg chg="mod">
          <ac:chgData name="Macher, Andreas (DI FA CTR PLC PPM)" userId="f1dcac62-7bef-43eb-91f0-927336a1714f" providerId="ADAL" clId="{E8BBB977-0052-46D3-8D53-F26BB6C5E194}" dt="2022-11-26T18:30:06.848" v="94" actId="790"/>
          <ac:spMkLst>
            <pc:docMk/>
            <pc:sldMk cId="2141837980" sldId="9819"/>
            <ac:spMk id="21" creationId="{71594A9E-D366-4E24-2A91-6E97770A23EF}"/>
          </ac:spMkLst>
        </pc:spChg>
        <pc:spChg chg="mod">
          <ac:chgData name="Macher, Andreas (DI FA CTR PLC PPM)" userId="f1dcac62-7bef-43eb-91f0-927336a1714f" providerId="ADAL" clId="{E8BBB977-0052-46D3-8D53-F26BB6C5E194}" dt="2022-11-26T18:30:06.848" v="94" actId="790"/>
          <ac:spMkLst>
            <pc:docMk/>
            <pc:sldMk cId="2141837980" sldId="9819"/>
            <ac:spMk id="22" creationId="{6CB83B30-64CE-1E2B-B128-471D5613B1DE}"/>
          </ac:spMkLst>
        </pc:spChg>
        <pc:spChg chg="mod">
          <ac:chgData name="Macher, Andreas (DI FA CTR PLC PPM)" userId="f1dcac62-7bef-43eb-91f0-927336a1714f" providerId="ADAL" clId="{E8BBB977-0052-46D3-8D53-F26BB6C5E194}" dt="2022-11-26T18:30:06.848" v="94" actId="790"/>
          <ac:spMkLst>
            <pc:docMk/>
            <pc:sldMk cId="2141837980" sldId="9819"/>
            <ac:spMk id="23" creationId="{0CE793DA-E889-9EC9-5327-D5CFA0EE8966}"/>
          </ac:spMkLst>
        </pc:spChg>
        <pc:spChg chg="mod">
          <ac:chgData name="Macher, Andreas (DI FA CTR PLC PPM)" userId="f1dcac62-7bef-43eb-91f0-927336a1714f" providerId="ADAL" clId="{E8BBB977-0052-46D3-8D53-F26BB6C5E194}" dt="2022-11-26T18:30:06.848" v="94" actId="790"/>
          <ac:spMkLst>
            <pc:docMk/>
            <pc:sldMk cId="2141837980" sldId="9819"/>
            <ac:spMk id="24" creationId="{3812969E-8EC6-249C-3DC4-B90E1A3FC5B9}"/>
          </ac:spMkLst>
        </pc:spChg>
        <pc:spChg chg="mod">
          <ac:chgData name="Macher, Andreas (DI FA CTR PLC PPM)" userId="f1dcac62-7bef-43eb-91f0-927336a1714f" providerId="ADAL" clId="{E8BBB977-0052-46D3-8D53-F26BB6C5E194}" dt="2022-11-26T18:30:06.848" v="94" actId="790"/>
          <ac:spMkLst>
            <pc:docMk/>
            <pc:sldMk cId="2141837980" sldId="9819"/>
            <ac:spMk id="27" creationId="{4F0F7FAC-C60C-3D50-46F0-17A5E5E6EBB4}"/>
          </ac:spMkLst>
        </pc:spChg>
        <pc:spChg chg="mod">
          <ac:chgData name="Macher, Andreas (DI FA CTR PLC PPM)" userId="f1dcac62-7bef-43eb-91f0-927336a1714f" providerId="ADAL" clId="{E8BBB977-0052-46D3-8D53-F26BB6C5E194}" dt="2022-11-26T18:30:06.848" v="94" actId="790"/>
          <ac:spMkLst>
            <pc:docMk/>
            <pc:sldMk cId="2141837980" sldId="9819"/>
            <ac:spMk id="29" creationId="{51509B96-7D24-4D66-D71B-117887B9B33E}"/>
          </ac:spMkLst>
        </pc:spChg>
        <pc:spChg chg="mod">
          <ac:chgData name="Macher, Andreas (DI FA CTR PLC PPM)" userId="f1dcac62-7bef-43eb-91f0-927336a1714f" providerId="ADAL" clId="{E8BBB977-0052-46D3-8D53-F26BB6C5E194}" dt="2022-11-26T18:30:06.848" v="94" actId="790"/>
          <ac:spMkLst>
            <pc:docMk/>
            <pc:sldMk cId="2141837980" sldId="9819"/>
            <ac:spMk id="30" creationId="{6EE0C415-FA5D-CEA7-4B06-F94B7ABD87D5}"/>
          </ac:spMkLst>
        </pc:spChg>
        <pc:spChg chg="mod">
          <ac:chgData name="Macher, Andreas (DI FA CTR PLC PPM)" userId="f1dcac62-7bef-43eb-91f0-927336a1714f" providerId="ADAL" clId="{E8BBB977-0052-46D3-8D53-F26BB6C5E194}" dt="2022-11-26T18:30:06.848" v="94" actId="790"/>
          <ac:spMkLst>
            <pc:docMk/>
            <pc:sldMk cId="2141837980" sldId="9819"/>
            <ac:spMk id="32" creationId="{424BB2A0-1891-7FE7-2D9F-A1B9BB662D01}"/>
          </ac:spMkLst>
        </pc:spChg>
        <pc:spChg chg="mod">
          <ac:chgData name="Macher, Andreas (DI FA CTR PLC PPM)" userId="f1dcac62-7bef-43eb-91f0-927336a1714f" providerId="ADAL" clId="{E8BBB977-0052-46D3-8D53-F26BB6C5E194}" dt="2022-11-26T18:30:06.848" v="94" actId="790"/>
          <ac:spMkLst>
            <pc:docMk/>
            <pc:sldMk cId="2141837980" sldId="9819"/>
            <ac:spMk id="33" creationId="{50BB9513-5A00-0333-1699-D86AB5D812E1}"/>
          </ac:spMkLst>
        </pc:spChg>
        <pc:spChg chg="mod">
          <ac:chgData name="Macher, Andreas (DI FA CTR PLC PPM)" userId="f1dcac62-7bef-43eb-91f0-927336a1714f" providerId="ADAL" clId="{E8BBB977-0052-46D3-8D53-F26BB6C5E194}" dt="2022-11-28T13:59:56.602" v="320" actId="6549"/>
          <ac:spMkLst>
            <pc:docMk/>
            <pc:sldMk cId="2141837980" sldId="9819"/>
            <ac:spMk id="36" creationId="{65DCF4B3-7867-851A-B3FB-46ECB0596392}"/>
          </ac:spMkLst>
        </pc:spChg>
        <pc:spChg chg="mod">
          <ac:chgData name="Macher, Andreas (DI FA CTR PLC PPM)" userId="f1dcac62-7bef-43eb-91f0-927336a1714f" providerId="ADAL" clId="{E8BBB977-0052-46D3-8D53-F26BB6C5E194}" dt="2022-11-26T18:30:06.848" v="94" actId="790"/>
          <ac:spMkLst>
            <pc:docMk/>
            <pc:sldMk cId="2141837980" sldId="9819"/>
            <ac:spMk id="40" creationId="{AB30348E-EF23-F974-089C-37F8D1D421C4}"/>
          </ac:spMkLst>
        </pc:spChg>
        <pc:spChg chg="mod">
          <ac:chgData name="Macher, Andreas (DI FA CTR PLC PPM)" userId="f1dcac62-7bef-43eb-91f0-927336a1714f" providerId="ADAL" clId="{E8BBB977-0052-46D3-8D53-F26BB6C5E194}" dt="2022-11-26T18:30:06.848" v="94" actId="790"/>
          <ac:spMkLst>
            <pc:docMk/>
            <pc:sldMk cId="2141837980" sldId="9819"/>
            <ac:spMk id="43" creationId="{17BA86CE-77B4-3286-250F-EE1FA0029378}"/>
          </ac:spMkLst>
        </pc:spChg>
        <pc:spChg chg="mod">
          <ac:chgData name="Macher, Andreas (DI FA CTR PLC PPM)" userId="f1dcac62-7bef-43eb-91f0-927336a1714f" providerId="ADAL" clId="{E8BBB977-0052-46D3-8D53-F26BB6C5E194}" dt="2022-11-26T18:30:06.848" v="94" actId="790"/>
          <ac:spMkLst>
            <pc:docMk/>
            <pc:sldMk cId="2141837980" sldId="9819"/>
            <ac:spMk id="45" creationId="{CEE48F01-BB8A-96EE-5EB0-58AF8B36BDC5}"/>
          </ac:spMkLst>
        </pc:spChg>
        <pc:spChg chg="mod">
          <ac:chgData name="Macher, Andreas (DI FA CTR PLC PPM)" userId="f1dcac62-7bef-43eb-91f0-927336a1714f" providerId="ADAL" clId="{E8BBB977-0052-46D3-8D53-F26BB6C5E194}" dt="2022-11-26T18:30:06.848" v="94" actId="790"/>
          <ac:spMkLst>
            <pc:docMk/>
            <pc:sldMk cId="2141837980" sldId="9819"/>
            <ac:spMk id="50" creationId="{36FD3C6B-C371-A331-2A6C-6E10D0091E53}"/>
          </ac:spMkLst>
        </pc:spChg>
        <pc:spChg chg="mod">
          <ac:chgData name="Macher, Andreas (DI FA CTR PLC PPM)" userId="f1dcac62-7bef-43eb-91f0-927336a1714f" providerId="ADAL" clId="{E8BBB977-0052-46D3-8D53-F26BB6C5E194}" dt="2022-11-26T18:30:06.848" v="94" actId="790"/>
          <ac:spMkLst>
            <pc:docMk/>
            <pc:sldMk cId="2141837980" sldId="9819"/>
            <ac:spMk id="52" creationId="{2173E257-B8E9-7A45-E66E-464CB380F5E7}"/>
          </ac:spMkLst>
        </pc:spChg>
      </pc:sldChg>
      <pc:sldChg chg="modSp mod">
        <pc:chgData name="Macher, Andreas (DI FA CTR PLC PPM)" userId="f1dcac62-7bef-43eb-91f0-927336a1714f" providerId="ADAL" clId="{E8BBB977-0052-46D3-8D53-F26BB6C5E194}" dt="2022-12-08T14:53:52.489" v="396"/>
        <pc:sldMkLst>
          <pc:docMk/>
          <pc:sldMk cId="501405151" sldId="9820"/>
        </pc:sldMkLst>
        <pc:spChg chg="mod">
          <ac:chgData name="Macher, Andreas (DI FA CTR PLC PPM)" userId="f1dcac62-7bef-43eb-91f0-927336a1714f" providerId="ADAL" clId="{E8BBB977-0052-46D3-8D53-F26BB6C5E194}" dt="2022-11-26T18:29:53.842" v="93" actId="790"/>
          <ac:spMkLst>
            <pc:docMk/>
            <pc:sldMk cId="501405151" sldId="9820"/>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501405151" sldId="9820"/>
            <ac:spMk id="3" creationId="{464FF754-0FEE-3BDB-6F33-8A0964399AD5}"/>
          </ac:spMkLst>
        </pc:spChg>
        <pc:spChg chg="mod">
          <ac:chgData name="Macher, Andreas (DI FA CTR PLC PPM)" userId="f1dcac62-7bef-43eb-91f0-927336a1714f" providerId="ADAL" clId="{E8BBB977-0052-46D3-8D53-F26BB6C5E194}" dt="2022-11-26T18:29:53.842" v="93" actId="790"/>
          <ac:spMkLst>
            <pc:docMk/>
            <pc:sldMk cId="501405151" sldId="9820"/>
            <ac:spMk id="5" creationId="{079C449F-B82C-B860-F9F1-5625B87C126C}"/>
          </ac:spMkLst>
        </pc:spChg>
        <pc:spChg chg="mod">
          <ac:chgData name="Macher, Andreas (DI FA CTR PLC PPM)" userId="f1dcac62-7bef-43eb-91f0-927336a1714f" providerId="ADAL" clId="{E8BBB977-0052-46D3-8D53-F26BB6C5E194}" dt="2022-11-26T18:29:53.842" v="93" actId="790"/>
          <ac:spMkLst>
            <pc:docMk/>
            <pc:sldMk cId="501405151" sldId="9820"/>
            <ac:spMk id="7" creationId="{83284AA8-4959-7408-EA0D-D97C495757E0}"/>
          </ac:spMkLst>
        </pc:spChg>
        <pc:spChg chg="mod">
          <ac:chgData name="Macher, Andreas (DI FA CTR PLC PPM)" userId="f1dcac62-7bef-43eb-91f0-927336a1714f" providerId="ADAL" clId="{E8BBB977-0052-46D3-8D53-F26BB6C5E194}" dt="2022-11-26T18:29:53.842" v="93" actId="790"/>
          <ac:spMkLst>
            <pc:docMk/>
            <pc:sldMk cId="501405151" sldId="9820"/>
            <ac:spMk id="11" creationId="{F185988F-3A08-4997-5281-CE73F7A30F0F}"/>
          </ac:spMkLst>
        </pc:spChg>
        <pc:spChg chg="mod">
          <ac:chgData name="Macher, Andreas (DI FA CTR PLC PPM)" userId="f1dcac62-7bef-43eb-91f0-927336a1714f" providerId="ADAL" clId="{E8BBB977-0052-46D3-8D53-F26BB6C5E194}" dt="2022-11-26T18:29:53.842" v="93" actId="790"/>
          <ac:spMkLst>
            <pc:docMk/>
            <pc:sldMk cId="501405151" sldId="9820"/>
            <ac:spMk id="17" creationId="{B33FDAB9-DF67-BBCE-3040-B7C092299B9D}"/>
          </ac:spMkLst>
        </pc:spChg>
        <pc:spChg chg="mod">
          <ac:chgData name="Macher, Andreas (DI FA CTR PLC PPM)" userId="f1dcac62-7bef-43eb-91f0-927336a1714f" providerId="ADAL" clId="{E8BBB977-0052-46D3-8D53-F26BB6C5E194}" dt="2022-11-26T18:29:53.842" v="93" actId="790"/>
          <ac:spMkLst>
            <pc:docMk/>
            <pc:sldMk cId="501405151" sldId="9820"/>
            <ac:spMk id="18" creationId="{72429D95-7352-6F39-3069-FF6730B7EE6F}"/>
          </ac:spMkLst>
        </pc:spChg>
        <pc:spChg chg="mod">
          <ac:chgData name="Macher, Andreas (DI FA CTR PLC PPM)" userId="f1dcac62-7bef-43eb-91f0-927336a1714f" providerId="ADAL" clId="{E8BBB977-0052-46D3-8D53-F26BB6C5E194}" dt="2022-11-26T18:29:53.842" v="93" actId="790"/>
          <ac:spMkLst>
            <pc:docMk/>
            <pc:sldMk cId="501405151" sldId="9820"/>
            <ac:spMk id="19" creationId="{EB76E2D5-D5D5-94A9-E4DF-7FA0D6105805}"/>
          </ac:spMkLst>
        </pc:spChg>
        <pc:spChg chg="mod">
          <ac:chgData name="Macher, Andreas (DI FA CTR PLC PPM)" userId="f1dcac62-7bef-43eb-91f0-927336a1714f" providerId="ADAL" clId="{E8BBB977-0052-46D3-8D53-F26BB6C5E194}" dt="2022-11-26T18:29:53.842" v="93" actId="790"/>
          <ac:spMkLst>
            <pc:docMk/>
            <pc:sldMk cId="501405151" sldId="9820"/>
            <ac:spMk id="20" creationId="{A8BBCB2E-FB65-3B22-23AF-EEB5C7BE3775}"/>
          </ac:spMkLst>
        </pc:spChg>
        <pc:spChg chg="mod">
          <ac:chgData name="Macher, Andreas (DI FA CTR PLC PPM)" userId="f1dcac62-7bef-43eb-91f0-927336a1714f" providerId="ADAL" clId="{E8BBB977-0052-46D3-8D53-F26BB6C5E194}" dt="2022-11-26T18:29:53.842" v="93" actId="790"/>
          <ac:spMkLst>
            <pc:docMk/>
            <pc:sldMk cId="501405151" sldId="9820"/>
            <ac:spMk id="21" creationId="{71594A9E-D366-4E24-2A91-6E97770A23EF}"/>
          </ac:spMkLst>
        </pc:spChg>
        <pc:spChg chg="mod">
          <ac:chgData name="Macher, Andreas (DI FA CTR PLC PPM)" userId="f1dcac62-7bef-43eb-91f0-927336a1714f" providerId="ADAL" clId="{E8BBB977-0052-46D3-8D53-F26BB6C5E194}" dt="2022-11-26T18:29:53.842" v="93" actId="790"/>
          <ac:spMkLst>
            <pc:docMk/>
            <pc:sldMk cId="501405151" sldId="9820"/>
            <ac:spMk id="27" creationId="{4F0F7FAC-C60C-3D50-46F0-17A5E5E6EBB4}"/>
          </ac:spMkLst>
        </pc:spChg>
        <pc:spChg chg="mod">
          <ac:chgData name="Macher, Andreas (DI FA CTR PLC PPM)" userId="f1dcac62-7bef-43eb-91f0-927336a1714f" providerId="ADAL" clId="{E8BBB977-0052-46D3-8D53-F26BB6C5E194}" dt="2022-11-26T18:29:53.842" v="93" actId="790"/>
          <ac:spMkLst>
            <pc:docMk/>
            <pc:sldMk cId="501405151" sldId="9820"/>
            <ac:spMk id="28" creationId="{63E53BDC-426A-55B2-05A6-5268A99C1043}"/>
          </ac:spMkLst>
        </pc:spChg>
        <pc:spChg chg="mod">
          <ac:chgData name="Macher, Andreas (DI FA CTR PLC PPM)" userId="f1dcac62-7bef-43eb-91f0-927336a1714f" providerId="ADAL" clId="{E8BBB977-0052-46D3-8D53-F26BB6C5E194}" dt="2022-11-26T18:29:53.842" v="93" actId="790"/>
          <ac:spMkLst>
            <pc:docMk/>
            <pc:sldMk cId="501405151" sldId="9820"/>
            <ac:spMk id="29" creationId="{51509B96-7D24-4D66-D71B-117887B9B33E}"/>
          </ac:spMkLst>
        </pc:spChg>
        <pc:spChg chg="mod">
          <ac:chgData name="Macher, Andreas (DI FA CTR PLC PPM)" userId="f1dcac62-7bef-43eb-91f0-927336a1714f" providerId="ADAL" clId="{E8BBB977-0052-46D3-8D53-F26BB6C5E194}" dt="2022-11-26T18:29:53.842" v="93" actId="790"/>
          <ac:spMkLst>
            <pc:docMk/>
            <pc:sldMk cId="501405151" sldId="9820"/>
            <ac:spMk id="30" creationId="{6EE0C415-FA5D-CEA7-4B06-F94B7ABD87D5}"/>
          </ac:spMkLst>
        </pc:spChg>
        <pc:spChg chg="mod">
          <ac:chgData name="Macher, Andreas (DI FA CTR PLC PPM)" userId="f1dcac62-7bef-43eb-91f0-927336a1714f" providerId="ADAL" clId="{E8BBB977-0052-46D3-8D53-F26BB6C5E194}" dt="2022-11-26T18:29:53.842" v="93" actId="790"/>
          <ac:spMkLst>
            <pc:docMk/>
            <pc:sldMk cId="501405151" sldId="9820"/>
            <ac:spMk id="31" creationId="{C8B119BA-2149-DD72-3835-D216D0B35AA9}"/>
          </ac:spMkLst>
        </pc:spChg>
        <pc:spChg chg="mod">
          <ac:chgData name="Macher, Andreas (DI FA CTR PLC PPM)" userId="f1dcac62-7bef-43eb-91f0-927336a1714f" providerId="ADAL" clId="{E8BBB977-0052-46D3-8D53-F26BB6C5E194}" dt="2022-11-26T18:29:53.842" v="93" actId="790"/>
          <ac:spMkLst>
            <pc:docMk/>
            <pc:sldMk cId="501405151" sldId="9820"/>
            <ac:spMk id="32" creationId="{424BB2A0-1891-7FE7-2D9F-A1B9BB662D01}"/>
          </ac:spMkLst>
        </pc:spChg>
        <pc:spChg chg="mod">
          <ac:chgData name="Macher, Andreas (DI FA CTR PLC PPM)" userId="f1dcac62-7bef-43eb-91f0-927336a1714f" providerId="ADAL" clId="{E8BBB977-0052-46D3-8D53-F26BB6C5E194}" dt="2022-11-26T18:29:53.842" v="93" actId="790"/>
          <ac:spMkLst>
            <pc:docMk/>
            <pc:sldMk cId="501405151" sldId="9820"/>
            <ac:spMk id="40" creationId="{AB30348E-EF23-F974-089C-37F8D1D421C4}"/>
          </ac:spMkLst>
        </pc:spChg>
        <pc:spChg chg="mod">
          <ac:chgData name="Macher, Andreas (DI FA CTR PLC PPM)" userId="f1dcac62-7bef-43eb-91f0-927336a1714f" providerId="ADAL" clId="{E8BBB977-0052-46D3-8D53-F26BB6C5E194}" dt="2022-11-26T18:29:53.842" v="93" actId="790"/>
          <ac:spMkLst>
            <pc:docMk/>
            <pc:sldMk cId="501405151" sldId="9820"/>
            <ac:spMk id="43" creationId="{17BA86CE-77B4-3286-250F-EE1FA0029378}"/>
          </ac:spMkLst>
        </pc:spChg>
        <pc:spChg chg="mod">
          <ac:chgData name="Macher, Andreas (DI FA CTR PLC PPM)" userId="f1dcac62-7bef-43eb-91f0-927336a1714f" providerId="ADAL" clId="{E8BBB977-0052-46D3-8D53-F26BB6C5E194}" dt="2022-11-26T18:29:53.842" v="93" actId="790"/>
          <ac:spMkLst>
            <pc:docMk/>
            <pc:sldMk cId="501405151" sldId="9820"/>
            <ac:spMk id="44" creationId="{414CF385-136E-AD32-FE2A-7115E4D7CE4F}"/>
          </ac:spMkLst>
        </pc:spChg>
        <pc:spChg chg="mod">
          <ac:chgData name="Macher, Andreas (DI FA CTR PLC PPM)" userId="f1dcac62-7bef-43eb-91f0-927336a1714f" providerId="ADAL" clId="{E8BBB977-0052-46D3-8D53-F26BB6C5E194}" dt="2022-11-26T18:29:53.842" v="93" actId="790"/>
          <ac:spMkLst>
            <pc:docMk/>
            <pc:sldMk cId="501405151" sldId="9820"/>
            <ac:spMk id="45" creationId="{CEE48F01-BB8A-96EE-5EB0-58AF8B36BDC5}"/>
          </ac:spMkLst>
        </pc:spChg>
        <pc:spChg chg="mod">
          <ac:chgData name="Macher, Andreas (DI FA CTR PLC PPM)" userId="f1dcac62-7bef-43eb-91f0-927336a1714f" providerId="ADAL" clId="{E8BBB977-0052-46D3-8D53-F26BB6C5E194}" dt="2022-11-26T18:29:53.842" v="93" actId="790"/>
          <ac:spMkLst>
            <pc:docMk/>
            <pc:sldMk cId="501405151" sldId="9820"/>
            <ac:spMk id="50" creationId="{36FD3C6B-C371-A331-2A6C-6E10D0091E53}"/>
          </ac:spMkLst>
        </pc:spChg>
        <pc:spChg chg="mod">
          <ac:chgData name="Macher, Andreas (DI FA CTR PLC PPM)" userId="f1dcac62-7bef-43eb-91f0-927336a1714f" providerId="ADAL" clId="{E8BBB977-0052-46D3-8D53-F26BB6C5E194}" dt="2022-11-26T18:29:53.842" v="93" actId="790"/>
          <ac:spMkLst>
            <pc:docMk/>
            <pc:sldMk cId="501405151" sldId="9820"/>
            <ac:spMk id="51" creationId="{195B4878-925A-5719-E95D-5F1DD49B759F}"/>
          </ac:spMkLst>
        </pc:spChg>
        <pc:spChg chg="mod">
          <ac:chgData name="Macher, Andreas (DI FA CTR PLC PPM)" userId="f1dcac62-7bef-43eb-91f0-927336a1714f" providerId="ADAL" clId="{E8BBB977-0052-46D3-8D53-F26BB6C5E194}" dt="2022-11-26T18:29:53.842" v="93" actId="790"/>
          <ac:spMkLst>
            <pc:docMk/>
            <pc:sldMk cId="501405151" sldId="9820"/>
            <ac:spMk id="52" creationId="{2173E257-B8E9-7A45-E66E-464CB380F5E7}"/>
          </ac:spMkLst>
        </pc:spChg>
      </pc:sldChg>
      <pc:sldChg chg="modSp del mod">
        <pc:chgData name="Macher, Andreas (DI FA CTR PLC PPM)" userId="f1dcac62-7bef-43eb-91f0-927336a1714f" providerId="ADAL" clId="{E8BBB977-0052-46D3-8D53-F26BB6C5E194}" dt="2022-11-28T13:59:39.282" v="318" actId="47"/>
        <pc:sldMkLst>
          <pc:docMk/>
          <pc:sldMk cId="2011835638" sldId="9822"/>
        </pc:sldMkLst>
        <pc:spChg chg="mod">
          <ac:chgData name="Macher, Andreas (DI FA CTR PLC PPM)" userId="f1dcac62-7bef-43eb-91f0-927336a1714f" providerId="ADAL" clId="{E8BBB977-0052-46D3-8D53-F26BB6C5E194}" dt="2022-11-26T18:29:15.151" v="89" actId="790"/>
          <ac:spMkLst>
            <pc:docMk/>
            <pc:sldMk cId="2011835638" sldId="9822"/>
            <ac:spMk id="2" creationId="{0342A3D6-98FE-48A7-AFE2-71450107450D}"/>
          </ac:spMkLst>
        </pc:spChg>
        <pc:spChg chg="mod">
          <ac:chgData name="Macher, Andreas (DI FA CTR PLC PPM)" userId="f1dcac62-7bef-43eb-91f0-927336a1714f" providerId="ADAL" clId="{E8BBB977-0052-46D3-8D53-F26BB6C5E194}" dt="2022-11-26T18:29:15.151" v="89" actId="790"/>
          <ac:spMkLst>
            <pc:docMk/>
            <pc:sldMk cId="2011835638" sldId="9822"/>
            <ac:spMk id="4" creationId="{A645F354-40D6-4D3D-BA93-7A74F09635B4}"/>
          </ac:spMkLst>
        </pc:spChg>
        <pc:spChg chg="mod">
          <ac:chgData name="Macher, Andreas (DI FA CTR PLC PPM)" userId="f1dcac62-7bef-43eb-91f0-927336a1714f" providerId="ADAL" clId="{E8BBB977-0052-46D3-8D53-F26BB6C5E194}" dt="2022-11-26T18:29:15.151" v="89" actId="790"/>
          <ac:spMkLst>
            <pc:docMk/>
            <pc:sldMk cId="2011835638" sldId="9822"/>
            <ac:spMk id="5" creationId="{7D06A950-B2BF-4D5B-AC72-5B76B61FC3A8}"/>
          </ac:spMkLst>
        </pc:spChg>
      </pc:sldChg>
      <pc:sldChg chg="modSp del mod">
        <pc:chgData name="Macher, Andreas (DI FA CTR PLC PPM)" userId="f1dcac62-7bef-43eb-91f0-927336a1714f" providerId="ADAL" clId="{E8BBB977-0052-46D3-8D53-F26BB6C5E194}" dt="2022-11-28T13:59:39.282" v="318" actId="47"/>
        <pc:sldMkLst>
          <pc:docMk/>
          <pc:sldMk cId="2970350811" sldId="9823"/>
        </pc:sldMkLst>
        <pc:spChg chg="mod">
          <ac:chgData name="Macher, Andreas (DI FA CTR PLC PPM)" userId="f1dcac62-7bef-43eb-91f0-927336a1714f" providerId="ADAL" clId="{E8BBB977-0052-46D3-8D53-F26BB6C5E194}" dt="2022-11-26T18:29:22.853" v="90" actId="790"/>
          <ac:spMkLst>
            <pc:docMk/>
            <pc:sldMk cId="2970350811" sldId="9823"/>
            <ac:spMk id="2" creationId="{F8AC8FCA-0FD5-6A1E-5A8F-F5D915D9E609}"/>
          </ac:spMkLst>
        </pc:spChg>
        <pc:spChg chg="mod">
          <ac:chgData name="Macher, Andreas (DI FA CTR PLC PPM)" userId="f1dcac62-7bef-43eb-91f0-927336a1714f" providerId="ADAL" clId="{E8BBB977-0052-46D3-8D53-F26BB6C5E194}" dt="2022-11-26T18:29:22.853" v="90" actId="790"/>
          <ac:spMkLst>
            <pc:docMk/>
            <pc:sldMk cId="2970350811" sldId="9823"/>
            <ac:spMk id="3" creationId="{464FF754-0FEE-3BDB-6F33-8A0964399AD5}"/>
          </ac:spMkLst>
        </pc:spChg>
        <pc:spChg chg="mod">
          <ac:chgData name="Macher, Andreas (DI FA CTR PLC PPM)" userId="f1dcac62-7bef-43eb-91f0-927336a1714f" providerId="ADAL" clId="{E8BBB977-0052-46D3-8D53-F26BB6C5E194}" dt="2022-11-26T18:29:22.853" v="90" actId="790"/>
          <ac:spMkLst>
            <pc:docMk/>
            <pc:sldMk cId="2970350811" sldId="9823"/>
            <ac:spMk id="21" creationId="{71594A9E-D366-4E24-2A91-6E97770A23EF}"/>
          </ac:spMkLst>
        </pc:spChg>
        <pc:spChg chg="mod">
          <ac:chgData name="Macher, Andreas (DI FA CTR PLC PPM)" userId="f1dcac62-7bef-43eb-91f0-927336a1714f" providerId="ADAL" clId="{E8BBB977-0052-46D3-8D53-F26BB6C5E194}" dt="2022-11-26T18:29:22.853" v="90" actId="790"/>
          <ac:spMkLst>
            <pc:docMk/>
            <pc:sldMk cId="2970350811" sldId="9823"/>
            <ac:spMk id="27" creationId="{4F0F7FAC-C60C-3D50-46F0-17A5E5E6EBB4}"/>
          </ac:spMkLst>
        </pc:spChg>
        <pc:spChg chg="mod">
          <ac:chgData name="Macher, Andreas (DI FA CTR PLC PPM)" userId="f1dcac62-7bef-43eb-91f0-927336a1714f" providerId="ADAL" clId="{E8BBB977-0052-46D3-8D53-F26BB6C5E194}" dt="2022-11-26T18:29:22.853" v="90" actId="790"/>
          <ac:spMkLst>
            <pc:docMk/>
            <pc:sldMk cId="2970350811" sldId="9823"/>
            <ac:spMk id="28" creationId="{63E53BDC-426A-55B2-05A6-5268A99C1043}"/>
          </ac:spMkLst>
        </pc:spChg>
        <pc:spChg chg="mod">
          <ac:chgData name="Macher, Andreas (DI FA CTR PLC PPM)" userId="f1dcac62-7bef-43eb-91f0-927336a1714f" providerId="ADAL" clId="{E8BBB977-0052-46D3-8D53-F26BB6C5E194}" dt="2022-11-26T18:29:22.853" v="90" actId="790"/>
          <ac:spMkLst>
            <pc:docMk/>
            <pc:sldMk cId="2970350811" sldId="9823"/>
            <ac:spMk id="29" creationId="{51509B96-7D24-4D66-D71B-117887B9B33E}"/>
          </ac:spMkLst>
        </pc:spChg>
        <pc:spChg chg="mod">
          <ac:chgData name="Macher, Andreas (DI FA CTR PLC PPM)" userId="f1dcac62-7bef-43eb-91f0-927336a1714f" providerId="ADAL" clId="{E8BBB977-0052-46D3-8D53-F26BB6C5E194}" dt="2022-11-26T18:29:22.853" v="90" actId="790"/>
          <ac:spMkLst>
            <pc:docMk/>
            <pc:sldMk cId="2970350811" sldId="9823"/>
            <ac:spMk id="30" creationId="{6EE0C415-FA5D-CEA7-4B06-F94B7ABD87D5}"/>
          </ac:spMkLst>
        </pc:spChg>
        <pc:spChg chg="mod">
          <ac:chgData name="Macher, Andreas (DI FA CTR PLC PPM)" userId="f1dcac62-7bef-43eb-91f0-927336a1714f" providerId="ADAL" clId="{E8BBB977-0052-46D3-8D53-F26BB6C5E194}" dt="2022-11-26T18:29:22.853" v="90" actId="790"/>
          <ac:spMkLst>
            <pc:docMk/>
            <pc:sldMk cId="2970350811" sldId="9823"/>
            <ac:spMk id="31" creationId="{C8B119BA-2149-DD72-3835-D216D0B35AA9}"/>
          </ac:spMkLst>
        </pc:spChg>
        <pc:spChg chg="mod">
          <ac:chgData name="Macher, Andreas (DI FA CTR PLC PPM)" userId="f1dcac62-7bef-43eb-91f0-927336a1714f" providerId="ADAL" clId="{E8BBB977-0052-46D3-8D53-F26BB6C5E194}" dt="2022-11-26T18:29:22.853" v="90" actId="790"/>
          <ac:spMkLst>
            <pc:docMk/>
            <pc:sldMk cId="2970350811" sldId="9823"/>
            <ac:spMk id="32" creationId="{424BB2A0-1891-7FE7-2D9F-A1B9BB662D01}"/>
          </ac:spMkLst>
        </pc:spChg>
        <pc:spChg chg="mod">
          <ac:chgData name="Macher, Andreas (DI FA CTR PLC PPM)" userId="f1dcac62-7bef-43eb-91f0-927336a1714f" providerId="ADAL" clId="{E8BBB977-0052-46D3-8D53-F26BB6C5E194}" dt="2022-11-26T18:29:22.853" v="90" actId="790"/>
          <ac:spMkLst>
            <pc:docMk/>
            <pc:sldMk cId="2970350811" sldId="9823"/>
            <ac:spMk id="40" creationId="{AB30348E-EF23-F974-089C-37F8D1D421C4}"/>
          </ac:spMkLst>
        </pc:spChg>
        <pc:spChg chg="mod">
          <ac:chgData name="Macher, Andreas (DI FA CTR PLC PPM)" userId="f1dcac62-7bef-43eb-91f0-927336a1714f" providerId="ADAL" clId="{E8BBB977-0052-46D3-8D53-F26BB6C5E194}" dt="2022-11-26T18:29:22.853" v="90" actId="790"/>
          <ac:spMkLst>
            <pc:docMk/>
            <pc:sldMk cId="2970350811" sldId="9823"/>
            <ac:spMk id="43" creationId="{17BA86CE-77B4-3286-250F-EE1FA0029378}"/>
          </ac:spMkLst>
        </pc:spChg>
        <pc:spChg chg="mod">
          <ac:chgData name="Macher, Andreas (DI FA CTR PLC PPM)" userId="f1dcac62-7bef-43eb-91f0-927336a1714f" providerId="ADAL" clId="{E8BBB977-0052-46D3-8D53-F26BB6C5E194}" dt="2022-11-26T18:29:22.853" v="90" actId="790"/>
          <ac:spMkLst>
            <pc:docMk/>
            <pc:sldMk cId="2970350811" sldId="9823"/>
            <ac:spMk id="44" creationId="{414CF385-136E-AD32-FE2A-7115E4D7CE4F}"/>
          </ac:spMkLst>
        </pc:spChg>
        <pc:spChg chg="mod">
          <ac:chgData name="Macher, Andreas (DI FA CTR PLC PPM)" userId="f1dcac62-7bef-43eb-91f0-927336a1714f" providerId="ADAL" clId="{E8BBB977-0052-46D3-8D53-F26BB6C5E194}" dt="2022-11-26T18:29:22.853" v="90" actId="790"/>
          <ac:spMkLst>
            <pc:docMk/>
            <pc:sldMk cId="2970350811" sldId="9823"/>
            <ac:spMk id="45" creationId="{CEE48F01-BB8A-96EE-5EB0-58AF8B36BDC5}"/>
          </ac:spMkLst>
        </pc:spChg>
        <pc:spChg chg="mod">
          <ac:chgData name="Macher, Andreas (DI FA CTR PLC PPM)" userId="f1dcac62-7bef-43eb-91f0-927336a1714f" providerId="ADAL" clId="{E8BBB977-0052-46D3-8D53-F26BB6C5E194}" dt="2022-11-26T18:29:22.853" v="90" actId="790"/>
          <ac:spMkLst>
            <pc:docMk/>
            <pc:sldMk cId="2970350811" sldId="9823"/>
            <ac:spMk id="50" creationId="{36FD3C6B-C371-A331-2A6C-6E10D0091E53}"/>
          </ac:spMkLst>
        </pc:spChg>
        <pc:spChg chg="mod">
          <ac:chgData name="Macher, Andreas (DI FA CTR PLC PPM)" userId="f1dcac62-7bef-43eb-91f0-927336a1714f" providerId="ADAL" clId="{E8BBB977-0052-46D3-8D53-F26BB6C5E194}" dt="2022-11-26T18:29:22.853" v="90" actId="790"/>
          <ac:spMkLst>
            <pc:docMk/>
            <pc:sldMk cId="2970350811" sldId="9823"/>
            <ac:spMk id="51" creationId="{195B4878-925A-5719-E95D-5F1DD49B759F}"/>
          </ac:spMkLst>
        </pc:spChg>
        <pc:spChg chg="mod">
          <ac:chgData name="Macher, Andreas (DI FA CTR PLC PPM)" userId="f1dcac62-7bef-43eb-91f0-927336a1714f" providerId="ADAL" clId="{E8BBB977-0052-46D3-8D53-F26BB6C5E194}" dt="2022-11-26T18:29:22.853" v="90" actId="790"/>
          <ac:spMkLst>
            <pc:docMk/>
            <pc:sldMk cId="2970350811" sldId="9823"/>
            <ac:spMk id="52" creationId="{2173E257-B8E9-7A45-E66E-464CB380F5E7}"/>
          </ac:spMkLst>
        </pc:spChg>
        <pc:spChg chg="mod">
          <ac:chgData name="Macher, Andreas (DI FA CTR PLC PPM)" userId="f1dcac62-7bef-43eb-91f0-927336a1714f" providerId="ADAL" clId="{E8BBB977-0052-46D3-8D53-F26BB6C5E194}" dt="2022-11-26T18:29:22.853" v="90" actId="790"/>
          <ac:spMkLst>
            <pc:docMk/>
            <pc:sldMk cId="2970350811" sldId="9823"/>
            <ac:spMk id="55" creationId="{19028842-F7AA-E73B-6255-BE0392A84787}"/>
          </ac:spMkLst>
        </pc:spChg>
      </pc:sldChg>
      <pc:sldChg chg="modSp del mod">
        <pc:chgData name="Macher, Andreas (DI FA CTR PLC PPM)" userId="f1dcac62-7bef-43eb-91f0-927336a1714f" providerId="ADAL" clId="{E8BBB977-0052-46D3-8D53-F26BB6C5E194}" dt="2022-11-28T13:59:39.282" v="318" actId="47"/>
        <pc:sldMkLst>
          <pc:docMk/>
          <pc:sldMk cId="659289129" sldId="9824"/>
        </pc:sldMkLst>
        <pc:spChg chg="mod">
          <ac:chgData name="Macher, Andreas (DI FA CTR PLC PPM)" userId="f1dcac62-7bef-43eb-91f0-927336a1714f" providerId="ADAL" clId="{E8BBB977-0052-46D3-8D53-F26BB6C5E194}" dt="2022-11-26T18:29:29.371" v="91" actId="790"/>
          <ac:spMkLst>
            <pc:docMk/>
            <pc:sldMk cId="659289129" sldId="9824"/>
            <ac:spMk id="2" creationId="{F8AC8FCA-0FD5-6A1E-5A8F-F5D915D9E609}"/>
          </ac:spMkLst>
        </pc:spChg>
        <pc:spChg chg="mod">
          <ac:chgData name="Macher, Andreas (DI FA CTR PLC PPM)" userId="f1dcac62-7bef-43eb-91f0-927336a1714f" providerId="ADAL" clId="{E8BBB977-0052-46D3-8D53-F26BB6C5E194}" dt="2022-11-26T18:29:29.371" v="91" actId="790"/>
          <ac:spMkLst>
            <pc:docMk/>
            <pc:sldMk cId="659289129" sldId="9824"/>
            <ac:spMk id="3" creationId="{464FF754-0FEE-3BDB-6F33-8A0964399AD5}"/>
          </ac:spMkLst>
        </pc:spChg>
        <pc:spChg chg="mod">
          <ac:chgData name="Macher, Andreas (DI FA CTR PLC PPM)" userId="f1dcac62-7bef-43eb-91f0-927336a1714f" providerId="ADAL" clId="{E8BBB977-0052-46D3-8D53-F26BB6C5E194}" dt="2022-11-26T18:29:29.371" v="91" actId="790"/>
          <ac:spMkLst>
            <pc:docMk/>
            <pc:sldMk cId="659289129" sldId="9824"/>
            <ac:spMk id="4" creationId="{B8CDC572-4A27-12F8-2C7B-25DE971F5D2C}"/>
          </ac:spMkLst>
        </pc:spChg>
        <pc:spChg chg="mod">
          <ac:chgData name="Macher, Andreas (DI FA CTR PLC PPM)" userId="f1dcac62-7bef-43eb-91f0-927336a1714f" providerId="ADAL" clId="{E8BBB977-0052-46D3-8D53-F26BB6C5E194}" dt="2022-11-26T18:29:29.371" v="91" actId="790"/>
          <ac:spMkLst>
            <pc:docMk/>
            <pc:sldMk cId="659289129" sldId="9824"/>
            <ac:spMk id="21" creationId="{71594A9E-D366-4E24-2A91-6E97770A23EF}"/>
          </ac:spMkLst>
        </pc:spChg>
        <pc:spChg chg="mod">
          <ac:chgData name="Macher, Andreas (DI FA CTR PLC PPM)" userId="f1dcac62-7bef-43eb-91f0-927336a1714f" providerId="ADAL" clId="{E8BBB977-0052-46D3-8D53-F26BB6C5E194}" dt="2022-11-26T18:29:29.371" v="91" actId="790"/>
          <ac:spMkLst>
            <pc:docMk/>
            <pc:sldMk cId="659289129" sldId="9824"/>
            <ac:spMk id="27" creationId="{4F0F7FAC-C60C-3D50-46F0-17A5E5E6EBB4}"/>
          </ac:spMkLst>
        </pc:spChg>
        <pc:spChg chg="mod">
          <ac:chgData name="Macher, Andreas (DI FA CTR PLC PPM)" userId="f1dcac62-7bef-43eb-91f0-927336a1714f" providerId="ADAL" clId="{E8BBB977-0052-46D3-8D53-F26BB6C5E194}" dt="2022-11-26T18:29:29.371" v="91" actId="790"/>
          <ac:spMkLst>
            <pc:docMk/>
            <pc:sldMk cId="659289129" sldId="9824"/>
            <ac:spMk id="28" creationId="{63E53BDC-426A-55B2-05A6-5268A99C1043}"/>
          </ac:spMkLst>
        </pc:spChg>
        <pc:spChg chg="mod">
          <ac:chgData name="Macher, Andreas (DI FA CTR PLC PPM)" userId="f1dcac62-7bef-43eb-91f0-927336a1714f" providerId="ADAL" clId="{E8BBB977-0052-46D3-8D53-F26BB6C5E194}" dt="2022-11-26T18:29:29.371" v="91" actId="790"/>
          <ac:spMkLst>
            <pc:docMk/>
            <pc:sldMk cId="659289129" sldId="9824"/>
            <ac:spMk id="29" creationId="{51509B96-7D24-4D66-D71B-117887B9B33E}"/>
          </ac:spMkLst>
        </pc:spChg>
        <pc:spChg chg="mod">
          <ac:chgData name="Macher, Andreas (DI FA CTR PLC PPM)" userId="f1dcac62-7bef-43eb-91f0-927336a1714f" providerId="ADAL" clId="{E8BBB977-0052-46D3-8D53-F26BB6C5E194}" dt="2022-11-26T18:29:29.371" v="91" actId="790"/>
          <ac:spMkLst>
            <pc:docMk/>
            <pc:sldMk cId="659289129" sldId="9824"/>
            <ac:spMk id="30" creationId="{6EE0C415-FA5D-CEA7-4B06-F94B7ABD87D5}"/>
          </ac:spMkLst>
        </pc:spChg>
        <pc:spChg chg="mod">
          <ac:chgData name="Macher, Andreas (DI FA CTR PLC PPM)" userId="f1dcac62-7bef-43eb-91f0-927336a1714f" providerId="ADAL" clId="{E8BBB977-0052-46D3-8D53-F26BB6C5E194}" dt="2022-11-26T18:29:29.371" v="91" actId="790"/>
          <ac:spMkLst>
            <pc:docMk/>
            <pc:sldMk cId="659289129" sldId="9824"/>
            <ac:spMk id="31" creationId="{C8B119BA-2149-DD72-3835-D216D0B35AA9}"/>
          </ac:spMkLst>
        </pc:spChg>
        <pc:spChg chg="mod">
          <ac:chgData name="Macher, Andreas (DI FA CTR PLC PPM)" userId="f1dcac62-7bef-43eb-91f0-927336a1714f" providerId="ADAL" clId="{E8BBB977-0052-46D3-8D53-F26BB6C5E194}" dt="2022-11-26T18:29:29.371" v="91" actId="790"/>
          <ac:spMkLst>
            <pc:docMk/>
            <pc:sldMk cId="659289129" sldId="9824"/>
            <ac:spMk id="32" creationId="{424BB2A0-1891-7FE7-2D9F-A1B9BB662D01}"/>
          </ac:spMkLst>
        </pc:spChg>
        <pc:spChg chg="mod">
          <ac:chgData name="Macher, Andreas (DI FA CTR PLC PPM)" userId="f1dcac62-7bef-43eb-91f0-927336a1714f" providerId="ADAL" clId="{E8BBB977-0052-46D3-8D53-F26BB6C5E194}" dt="2022-11-26T18:29:29.371" v="91" actId="790"/>
          <ac:spMkLst>
            <pc:docMk/>
            <pc:sldMk cId="659289129" sldId="9824"/>
            <ac:spMk id="40" creationId="{AB30348E-EF23-F974-089C-37F8D1D421C4}"/>
          </ac:spMkLst>
        </pc:spChg>
        <pc:spChg chg="mod">
          <ac:chgData name="Macher, Andreas (DI FA CTR PLC PPM)" userId="f1dcac62-7bef-43eb-91f0-927336a1714f" providerId="ADAL" clId="{E8BBB977-0052-46D3-8D53-F26BB6C5E194}" dt="2022-11-26T18:29:29.371" v="91" actId="790"/>
          <ac:spMkLst>
            <pc:docMk/>
            <pc:sldMk cId="659289129" sldId="9824"/>
            <ac:spMk id="43" creationId="{17BA86CE-77B4-3286-250F-EE1FA0029378}"/>
          </ac:spMkLst>
        </pc:spChg>
        <pc:spChg chg="mod">
          <ac:chgData name="Macher, Andreas (DI FA CTR PLC PPM)" userId="f1dcac62-7bef-43eb-91f0-927336a1714f" providerId="ADAL" clId="{E8BBB977-0052-46D3-8D53-F26BB6C5E194}" dt="2022-11-26T18:29:29.371" v="91" actId="790"/>
          <ac:spMkLst>
            <pc:docMk/>
            <pc:sldMk cId="659289129" sldId="9824"/>
            <ac:spMk id="44" creationId="{414CF385-136E-AD32-FE2A-7115E4D7CE4F}"/>
          </ac:spMkLst>
        </pc:spChg>
        <pc:spChg chg="mod">
          <ac:chgData name="Macher, Andreas (DI FA CTR PLC PPM)" userId="f1dcac62-7bef-43eb-91f0-927336a1714f" providerId="ADAL" clId="{E8BBB977-0052-46D3-8D53-F26BB6C5E194}" dt="2022-11-26T18:29:29.371" v="91" actId="790"/>
          <ac:spMkLst>
            <pc:docMk/>
            <pc:sldMk cId="659289129" sldId="9824"/>
            <ac:spMk id="45" creationId="{CEE48F01-BB8A-96EE-5EB0-58AF8B36BDC5}"/>
          </ac:spMkLst>
        </pc:spChg>
        <pc:spChg chg="mod">
          <ac:chgData name="Macher, Andreas (DI FA CTR PLC PPM)" userId="f1dcac62-7bef-43eb-91f0-927336a1714f" providerId="ADAL" clId="{E8BBB977-0052-46D3-8D53-F26BB6C5E194}" dt="2022-11-26T18:29:29.371" v="91" actId="790"/>
          <ac:spMkLst>
            <pc:docMk/>
            <pc:sldMk cId="659289129" sldId="9824"/>
            <ac:spMk id="50" creationId="{36FD3C6B-C371-A331-2A6C-6E10D0091E53}"/>
          </ac:spMkLst>
        </pc:spChg>
        <pc:spChg chg="mod">
          <ac:chgData name="Macher, Andreas (DI FA CTR PLC PPM)" userId="f1dcac62-7bef-43eb-91f0-927336a1714f" providerId="ADAL" clId="{E8BBB977-0052-46D3-8D53-F26BB6C5E194}" dt="2022-11-26T18:29:29.371" v="91" actId="790"/>
          <ac:spMkLst>
            <pc:docMk/>
            <pc:sldMk cId="659289129" sldId="9824"/>
            <ac:spMk id="51" creationId="{195B4878-925A-5719-E95D-5F1DD49B759F}"/>
          </ac:spMkLst>
        </pc:spChg>
        <pc:spChg chg="mod">
          <ac:chgData name="Macher, Andreas (DI FA CTR PLC PPM)" userId="f1dcac62-7bef-43eb-91f0-927336a1714f" providerId="ADAL" clId="{E8BBB977-0052-46D3-8D53-F26BB6C5E194}" dt="2022-11-26T18:29:29.371" v="91" actId="790"/>
          <ac:spMkLst>
            <pc:docMk/>
            <pc:sldMk cId="659289129" sldId="9824"/>
            <ac:spMk id="52" creationId="{2173E257-B8E9-7A45-E66E-464CB380F5E7}"/>
          </ac:spMkLst>
        </pc:spChg>
        <pc:spChg chg="mod">
          <ac:chgData name="Macher, Andreas (DI FA CTR PLC PPM)" userId="f1dcac62-7bef-43eb-91f0-927336a1714f" providerId="ADAL" clId="{E8BBB977-0052-46D3-8D53-F26BB6C5E194}" dt="2022-11-26T18:29:29.371" v="91" actId="790"/>
          <ac:spMkLst>
            <pc:docMk/>
            <pc:sldMk cId="659289129" sldId="9824"/>
            <ac:spMk id="55" creationId="{19028842-F7AA-E73B-6255-BE0392A84787}"/>
          </ac:spMkLst>
        </pc:spChg>
      </pc:sldChg>
      <pc:sldChg chg="modSp mod">
        <pc:chgData name="Macher, Andreas (DI FA CTR PLC PPM)" userId="f1dcac62-7bef-43eb-91f0-927336a1714f" providerId="ADAL" clId="{E8BBB977-0052-46D3-8D53-F26BB6C5E194}" dt="2022-12-08T14:53:52.489" v="396"/>
        <pc:sldMkLst>
          <pc:docMk/>
          <pc:sldMk cId="2929584427" sldId="9825"/>
        </pc:sldMkLst>
        <pc:spChg chg="mod">
          <ac:chgData name="Macher, Andreas (DI FA CTR PLC PPM)" userId="f1dcac62-7bef-43eb-91f0-927336a1714f" providerId="ADAL" clId="{E8BBB977-0052-46D3-8D53-F26BB6C5E194}" dt="2022-11-26T18:30:17.788" v="95" actId="790"/>
          <ac:spMkLst>
            <pc:docMk/>
            <pc:sldMk cId="2929584427" sldId="9825"/>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2929584427" sldId="9825"/>
            <ac:spMk id="3" creationId="{464FF754-0FEE-3BDB-6F33-8A0964399AD5}"/>
          </ac:spMkLst>
        </pc:spChg>
        <pc:spChg chg="mod">
          <ac:chgData name="Macher, Andreas (DI FA CTR PLC PPM)" userId="f1dcac62-7bef-43eb-91f0-927336a1714f" providerId="ADAL" clId="{E8BBB977-0052-46D3-8D53-F26BB6C5E194}" dt="2022-11-26T18:30:17.788" v="95" actId="790"/>
          <ac:spMkLst>
            <pc:docMk/>
            <pc:sldMk cId="2929584427" sldId="9825"/>
            <ac:spMk id="5" creationId="{B00CB9F4-7EDF-D802-6E8F-C03F87D5120F}"/>
          </ac:spMkLst>
        </pc:spChg>
        <pc:spChg chg="mod">
          <ac:chgData name="Macher, Andreas (DI FA CTR PLC PPM)" userId="f1dcac62-7bef-43eb-91f0-927336a1714f" providerId="ADAL" clId="{E8BBB977-0052-46D3-8D53-F26BB6C5E194}" dt="2022-11-26T18:30:17.788" v="95" actId="790"/>
          <ac:spMkLst>
            <pc:docMk/>
            <pc:sldMk cId="2929584427" sldId="9825"/>
            <ac:spMk id="7" creationId="{83284AA8-4959-7408-EA0D-D97C495757E0}"/>
          </ac:spMkLst>
        </pc:spChg>
        <pc:spChg chg="mod">
          <ac:chgData name="Macher, Andreas (DI FA CTR PLC PPM)" userId="f1dcac62-7bef-43eb-91f0-927336a1714f" providerId="ADAL" clId="{E8BBB977-0052-46D3-8D53-F26BB6C5E194}" dt="2022-11-26T18:30:17.788" v="95" actId="790"/>
          <ac:spMkLst>
            <pc:docMk/>
            <pc:sldMk cId="2929584427" sldId="9825"/>
            <ac:spMk id="8" creationId="{805CEC28-5CD1-84A5-FACC-344A17D2F878}"/>
          </ac:spMkLst>
        </pc:spChg>
        <pc:spChg chg="mod">
          <ac:chgData name="Macher, Andreas (DI FA CTR PLC PPM)" userId="f1dcac62-7bef-43eb-91f0-927336a1714f" providerId="ADAL" clId="{E8BBB977-0052-46D3-8D53-F26BB6C5E194}" dt="2022-11-26T18:30:17.788" v="95" actId="790"/>
          <ac:spMkLst>
            <pc:docMk/>
            <pc:sldMk cId="2929584427" sldId="9825"/>
            <ac:spMk id="11" creationId="{F185988F-3A08-4997-5281-CE73F7A30F0F}"/>
          </ac:spMkLst>
        </pc:spChg>
        <pc:spChg chg="mod">
          <ac:chgData name="Macher, Andreas (DI FA CTR PLC PPM)" userId="f1dcac62-7bef-43eb-91f0-927336a1714f" providerId="ADAL" clId="{E8BBB977-0052-46D3-8D53-F26BB6C5E194}" dt="2022-11-26T18:30:17.788" v="95" actId="790"/>
          <ac:spMkLst>
            <pc:docMk/>
            <pc:sldMk cId="2929584427" sldId="9825"/>
            <ac:spMk id="17" creationId="{B33FDAB9-DF67-BBCE-3040-B7C092299B9D}"/>
          </ac:spMkLst>
        </pc:spChg>
        <pc:spChg chg="mod">
          <ac:chgData name="Macher, Andreas (DI FA CTR PLC PPM)" userId="f1dcac62-7bef-43eb-91f0-927336a1714f" providerId="ADAL" clId="{E8BBB977-0052-46D3-8D53-F26BB6C5E194}" dt="2022-11-26T18:30:17.788" v="95" actId="790"/>
          <ac:spMkLst>
            <pc:docMk/>
            <pc:sldMk cId="2929584427" sldId="9825"/>
            <ac:spMk id="18" creationId="{72429D95-7352-6F39-3069-FF6730B7EE6F}"/>
          </ac:spMkLst>
        </pc:spChg>
        <pc:spChg chg="mod">
          <ac:chgData name="Macher, Andreas (DI FA CTR PLC PPM)" userId="f1dcac62-7bef-43eb-91f0-927336a1714f" providerId="ADAL" clId="{E8BBB977-0052-46D3-8D53-F26BB6C5E194}" dt="2022-11-26T18:30:17.788" v="95" actId="790"/>
          <ac:spMkLst>
            <pc:docMk/>
            <pc:sldMk cId="2929584427" sldId="9825"/>
            <ac:spMk id="19" creationId="{EB76E2D5-D5D5-94A9-E4DF-7FA0D6105805}"/>
          </ac:spMkLst>
        </pc:spChg>
        <pc:spChg chg="mod">
          <ac:chgData name="Macher, Andreas (DI FA CTR PLC PPM)" userId="f1dcac62-7bef-43eb-91f0-927336a1714f" providerId="ADAL" clId="{E8BBB977-0052-46D3-8D53-F26BB6C5E194}" dt="2022-11-26T18:30:17.788" v="95" actId="790"/>
          <ac:spMkLst>
            <pc:docMk/>
            <pc:sldMk cId="2929584427" sldId="9825"/>
            <ac:spMk id="20" creationId="{A8BBCB2E-FB65-3B22-23AF-EEB5C7BE3775}"/>
          </ac:spMkLst>
        </pc:spChg>
        <pc:spChg chg="mod">
          <ac:chgData name="Macher, Andreas (DI FA CTR PLC PPM)" userId="f1dcac62-7bef-43eb-91f0-927336a1714f" providerId="ADAL" clId="{E8BBB977-0052-46D3-8D53-F26BB6C5E194}" dt="2022-11-26T18:30:17.788" v="95" actId="790"/>
          <ac:spMkLst>
            <pc:docMk/>
            <pc:sldMk cId="2929584427" sldId="9825"/>
            <ac:spMk id="21" creationId="{71594A9E-D366-4E24-2A91-6E97770A23EF}"/>
          </ac:spMkLst>
        </pc:spChg>
        <pc:spChg chg="mod">
          <ac:chgData name="Macher, Andreas (DI FA CTR PLC PPM)" userId="f1dcac62-7bef-43eb-91f0-927336a1714f" providerId="ADAL" clId="{E8BBB977-0052-46D3-8D53-F26BB6C5E194}" dt="2022-11-26T18:30:17.788" v="95" actId="790"/>
          <ac:spMkLst>
            <pc:docMk/>
            <pc:sldMk cId="2929584427" sldId="9825"/>
            <ac:spMk id="22" creationId="{6CB83B30-64CE-1E2B-B128-471D5613B1DE}"/>
          </ac:spMkLst>
        </pc:spChg>
        <pc:spChg chg="mod">
          <ac:chgData name="Macher, Andreas (DI FA CTR PLC PPM)" userId="f1dcac62-7bef-43eb-91f0-927336a1714f" providerId="ADAL" clId="{E8BBB977-0052-46D3-8D53-F26BB6C5E194}" dt="2022-11-26T18:30:17.788" v="95" actId="790"/>
          <ac:spMkLst>
            <pc:docMk/>
            <pc:sldMk cId="2929584427" sldId="9825"/>
            <ac:spMk id="23" creationId="{0CE793DA-E889-9EC9-5327-D5CFA0EE8966}"/>
          </ac:spMkLst>
        </pc:spChg>
        <pc:spChg chg="mod">
          <ac:chgData name="Macher, Andreas (DI FA CTR PLC PPM)" userId="f1dcac62-7bef-43eb-91f0-927336a1714f" providerId="ADAL" clId="{E8BBB977-0052-46D3-8D53-F26BB6C5E194}" dt="2022-11-26T18:30:17.788" v="95" actId="790"/>
          <ac:spMkLst>
            <pc:docMk/>
            <pc:sldMk cId="2929584427" sldId="9825"/>
            <ac:spMk id="27" creationId="{4F0F7FAC-C60C-3D50-46F0-17A5E5E6EBB4}"/>
          </ac:spMkLst>
        </pc:spChg>
        <pc:spChg chg="mod">
          <ac:chgData name="Macher, Andreas (DI FA CTR PLC PPM)" userId="f1dcac62-7bef-43eb-91f0-927336a1714f" providerId="ADAL" clId="{E8BBB977-0052-46D3-8D53-F26BB6C5E194}" dt="2022-11-26T18:30:17.788" v="95" actId="790"/>
          <ac:spMkLst>
            <pc:docMk/>
            <pc:sldMk cId="2929584427" sldId="9825"/>
            <ac:spMk id="29" creationId="{51509B96-7D24-4D66-D71B-117887B9B33E}"/>
          </ac:spMkLst>
        </pc:spChg>
        <pc:spChg chg="mod">
          <ac:chgData name="Macher, Andreas (DI FA CTR PLC PPM)" userId="f1dcac62-7bef-43eb-91f0-927336a1714f" providerId="ADAL" clId="{E8BBB977-0052-46D3-8D53-F26BB6C5E194}" dt="2022-11-26T18:30:17.788" v="95" actId="790"/>
          <ac:spMkLst>
            <pc:docMk/>
            <pc:sldMk cId="2929584427" sldId="9825"/>
            <ac:spMk id="30" creationId="{6EE0C415-FA5D-CEA7-4B06-F94B7ABD87D5}"/>
          </ac:spMkLst>
        </pc:spChg>
        <pc:spChg chg="mod">
          <ac:chgData name="Macher, Andreas (DI FA CTR PLC PPM)" userId="f1dcac62-7bef-43eb-91f0-927336a1714f" providerId="ADAL" clId="{E8BBB977-0052-46D3-8D53-F26BB6C5E194}" dt="2022-11-26T18:30:17.788" v="95" actId="790"/>
          <ac:spMkLst>
            <pc:docMk/>
            <pc:sldMk cId="2929584427" sldId="9825"/>
            <ac:spMk id="32" creationId="{424BB2A0-1891-7FE7-2D9F-A1B9BB662D01}"/>
          </ac:spMkLst>
        </pc:spChg>
        <pc:spChg chg="mod">
          <ac:chgData name="Macher, Andreas (DI FA CTR PLC PPM)" userId="f1dcac62-7bef-43eb-91f0-927336a1714f" providerId="ADAL" clId="{E8BBB977-0052-46D3-8D53-F26BB6C5E194}" dt="2022-11-26T18:30:17.788" v="95" actId="790"/>
          <ac:spMkLst>
            <pc:docMk/>
            <pc:sldMk cId="2929584427" sldId="9825"/>
            <ac:spMk id="40" creationId="{AB30348E-EF23-F974-089C-37F8D1D421C4}"/>
          </ac:spMkLst>
        </pc:spChg>
        <pc:spChg chg="mod">
          <ac:chgData name="Macher, Andreas (DI FA CTR PLC PPM)" userId="f1dcac62-7bef-43eb-91f0-927336a1714f" providerId="ADAL" clId="{E8BBB977-0052-46D3-8D53-F26BB6C5E194}" dt="2022-11-26T18:30:17.788" v="95" actId="790"/>
          <ac:spMkLst>
            <pc:docMk/>
            <pc:sldMk cId="2929584427" sldId="9825"/>
            <ac:spMk id="43" creationId="{17BA86CE-77B4-3286-250F-EE1FA0029378}"/>
          </ac:spMkLst>
        </pc:spChg>
        <pc:spChg chg="mod">
          <ac:chgData name="Macher, Andreas (DI FA CTR PLC PPM)" userId="f1dcac62-7bef-43eb-91f0-927336a1714f" providerId="ADAL" clId="{E8BBB977-0052-46D3-8D53-F26BB6C5E194}" dt="2022-11-26T18:30:17.788" v="95" actId="790"/>
          <ac:spMkLst>
            <pc:docMk/>
            <pc:sldMk cId="2929584427" sldId="9825"/>
            <ac:spMk id="45" creationId="{CEE48F01-BB8A-96EE-5EB0-58AF8B36BDC5}"/>
          </ac:spMkLst>
        </pc:spChg>
        <pc:spChg chg="mod">
          <ac:chgData name="Macher, Andreas (DI FA CTR PLC PPM)" userId="f1dcac62-7bef-43eb-91f0-927336a1714f" providerId="ADAL" clId="{E8BBB977-0052-46D3-8D53-F26BB6C5E194}" dt="2022-11-26T18:30:17.788" v="95" actId="790"/>
          <ac:spMkLst>
            <pc:docMk/>
            <pc:sldMk cId="2929584427" sldId="9825"/>
            <ac:spMk id="50" creationId="{36FD3C6B-C371-A331-2A6C-6E10D0091E53}"/>
          </ac:spMkLst>
        </pc:spChg>
        <pc:spChg chg="mod">
          <ac:chgData name="Macher, Andreas (DI FA CTR PLC PPM)" userId="f1dcac62-7bef-43eb-91f0-927336a1714f" providerId="ADAL" clId="{E8BBB977-0052-46D3-8D53-F26BB6C5E194}" dt="2022-11-26T18:30:17.788" v="95" actId="790"/>
          <ac:spMkLst>
            <pc:docMk/>
            <pc:sldMk cId="2929584427" sldId="9825"/>
            <ac:spMk id="52" creationId="{2173E257-B8E9-7A45-E66E-464CB380F5E7}"/>
          </ac:spMkLst>
        </pc:spChg>
      </pc:sldChg>
      <pc:sldChg chg="modSp mod">
        <pc:chgData name="Macher, Andreas (DI FA CTR PLC PPM)" userId="f1dcac62-7bef-43eb-91f0-927336a1714f" providerId="ADAL" clId="{E8BBB977-0052-46D3-8D53-F26BB6C5E194}" dt="2022-12-08T14:53:52.489" v="396"/>
        <pc:sldMkLst>
          <pc:docMk/>
          <pc:sldMk cId="825812310" sldId="9826"/>
        </pc:sldMkLst>
        <pc:spChg chg="mod">
          <ac:chgData name="Macher, Andreas (DI FA CTR PLC PPM)" userId="f1dcac62-7bef-43eb-91f0-927336a1714f" providerId="ADAL" clId="{E8BBB977-0052-46D3-8D53-F26BB6C5E194}" dt="2022-12-08T14:53:52.489" v="396"/>
          <ac:spMkLst>
            <pc:docMk/>
            <pc:sldMk cId="825812310" sldId="9826"/>
            <ac:spMk id="2" creationId="{0342A3D6-98FE-48A7-AFE2-71450107450D}"/>
          </ac:spMkLst>
        </pc:spChg>
        <pc:spChg chg="mod">
          <ac:chgData name="Macher, Andreas (DI FA CTR PLC PPM)" userId="f1dcac62-7bef-43eb-91f0-927336a1714f" providerId="ADAL" clId="{E8BBB977-0052-46D3-8D53-F26BB6C5E194}" dt="2022-11-26T18:30:24.108" v="96" actId="790"/>
          <ac:spMkLst>
            <pc:docMk/>
            <pc:sldMk cId="825812310" sldId="9826"/>
            <ac:spMk id="4" creationId="{A645F354-40D6-4D3D-BA93-7A74F09635B4}"/>
          </ac:spMkLst>
        </pc:spChg>
        <pc:spChg chg="mod">
          <ac:chgData name="Macher, Andreas (DI FA CTR PLC PPM)" userId="f1dcac62-7bef-43eb-91f0-927336a1714f" providerId="ADAL" clId="{E8BBB977-0052-46D3-8D53-F26BB6C5E194}" dt="2022-11-26T18:30:24.108" v="96" actId="790"/>
          <ac:spMkLst>
            <pc:docMk/>
            <pc:sldMk cId="825812310" sldId="9826"/>
            <ac:spMk id="5" creationId="{7D06A950-B2BF-4D5B-AC72-5B76B61FC3A8}"/>
          </ac:spMkLst>
        </pc:spChg>
      </pc:sldChg>
      <pc:sldChg chg="modSp mod">
        <pc:chgData name="Macher, Andreas (DI FA CTR PLC PPM)" userId="f1dcac62-7bef-43eb-91f0-927336a1714f" providerId="ADAL" clId="{E8BBB977-0052-46D3-8D53-F26BB6C5E194}" dt="2022-12-08T14:53:52.489" v="396"/>
        <pc:sldMkLst>
          <pc:docMk/>
          <pc:sldMk cId="1812164412" sldId="9827"/>
        </pc:sldMkLst>
        <pc:spChg chg="mod">
          <ac:chgData name="Macher, Andreas (DI FA CTR PLC PPM)" userId="f1dcac62-7bef-43eb-91f0-927336a1714f" providerId="ADAL" clId="{E8BBB977-0052-46D3-8D53-F26BB6C5E194}" dt="2022-11-26T18:30:31.939" v="97" actId="790"/>
          <ac:spMkLst>
            <pc:docMk/>
            <pc:sldMk cId="1812164412" sldId="9827"/>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1812164412" sldId="9827"/>
            <ac:spMk id="3" creationId="{464FF754-0FEE-3BDB-6F33-8A0964399AD5}"/>
          </ac:spMkLst>
        </pc:spChg>
        <pc:spChg chg="mod">
          <ac:chgData name="Macher, Andreas (DI FA CTR PLC PPM)" userId="f1dcac62-7bef-43eb-91f0-927336a1714f" providerId="ADAL" clId="{E8BBB977-0052-46D3-8D53-F26BB6C5E194}" dt="2022-11-26T18:30:31.939" v="97" actId="790"/>
          <ac:spMkLst>
            <pc:docMk/>
            <pc:sldMk cId="1812164412" sldId="9827"/>
            <ac:spMk id="5" creationId="{079C449F-B82C-B860-F9F1-5625B87C126C}"/>
          </ac:spMkLst>
        </pc:spChg>
        <pc:spChg chg="mod">
          <ac:chgData name="Macher, Andreas (DI FA CTR PLC PPM)" userId="f1dcac62-7bef-43eb-91f0-927336a1714f" providerId="ADAL" clId="{E8BBB977-0052-46D3-8D53-F26BB6C5E194}" dt="2022-11-26T18:30:31.939" v="97" actId="790"/>
          <ac:spMkLst>
            <pc:docMk/>
            <pc:sldMk cId="1812164412" sldId="9827"/>
            <ac:spMk id="7" creationId="{83284AA8-4959-7408-EA0D-D97C495757E0}"/>
          </ac:spMkLst>
        </pc:spChg>
        <pc:spChg chg="mod">
          <ac:chgData name="Macher, Andreas (DI FA CTR PLC PPM)" userId="f1dcac62-7bef-43eb-91f0-927336a1714f" providerId="ADAL" clId="{E8BBB977-0052-46D3-8D53-F26BB6C5E194}" dt="2022-11-26T18:30:31.939" v="97" actId="790"/>
          <ac:spMkLst>
            <pc:docMk/>
            <pc:sldMk cId="1812164412" sldId="9827"/>
            <ac:spMk id="11" creationId="{F185988F-3A08-4997-5281-CE73F7A30F0F}"/>
          </ac:spMkLst>
        </pc:spChg>
        <pc:spChg chg="mod">
          <ac:chgData name="Macher, Andreas (DI FA CTR PLC PPM)" userId="f1dcac62-7bef-43eb-91f0-927336a1714f" providerId="ADAL" clId="{E8BBB977-0052-46D3-8D53-F26BB6C5E194}" dt="2022-11-26T18:30:31.939" v="97" actId="790"/>
          <ac:spMkLst>
            <pc:docMk/>
            <pc:sldMk cId="1812164412" sldId="9827"/>
            <ac:spMk id="17" creationId="{B33FDAB9-DF67-BBCE-3040-B7C092299B9D}"/>
          </ac:spMkLst>
        </pc:spChg>
        <pc:spChg chg="mod">
          <ac:chgData name="Macher, Andreas (DI FA CTR PLC PPM)" userId="f1dcac62-7bef-43eb-91f0-927336a1714f" providerId="ADAL" clId="{E8BBB977-0052-46D3-8D53-F26BB6C5E194}" dt="2022-11-26T18:30:31.939" v="97" actId="790"/>
          <ac:spMkLst>
            <pc:docMk/>
            <pc:sldMk cId="1812164412" sldId="9827"/>
            <ac:spMk id="18" creationId="{72429D95-7352-6F39-3069-FF6730B7EE6F}"/>
          </ac:spMkLst>
        </pc:spChg>
        <pc:spChg chg="mod">
          <ac:chgData name="Macher, Andreas (DI FA CTR PLC PPM)" userId="f1dcac62-7bef-43eb-91f0-927336a1714f" providerId="ADAL" clId="{E8BBB977-0052-46D3-8D53-F26BB6C5E194}" dt="2022-11-26T18:30:31.939" v="97" actId="790"/>
          <ac:spMkLst>
            <pc:docMk/>
            <pc:sldMk cId="1812164412" sldId="9827"/>
            <ac:spMk id="19" creationId="{EB76E2D5-D5D5-94A9-E4DF-7FA0D6105805}"/>
          </ac:spMkLst>
        </pc:spChg>
        <pc:spChg chg="mod">
          <ac:chgData name="Macher, Andreas (DI FA CTR PLC PPM)" userId="f1dcac62-7bef-43eb-91f0-927336a1714f" providerId="ADAL" clId="{E8BBB977-0052-46D3-8D53-F26BB6C5E194}" dt="2022-11-26T18:30:31.939" v="97" actId="790"/>
          <ac:spMkLst>
            <pc:docMk/>
            <pc:sldMk cId="1812164412" sldId="9827"/>
            <ac:spMk id="20" creationId="{A8BBCB2E-FB65-3B22-23AF-EEB5C7BE3775}"/>
          </ac:spMkLst>
        </pc:spChg>
        <pc:spChg chg="mod">
          <ac:chgData name="Macher, Andreas (DI FA CTR PLC PPM)" userId="f1dcac62-7bef-43eb-91f0-927336a1714f" providerId="ADAL" clId="{E8BBB977-0052-46D3-8D53-F26BB6C5E194}" dt="2022-11-26T18:30:31.939" v="97" actId="790"/>
          <ac:spMkLst>
            <pc:docMk/>
            <pc:sldMk cId="1812164412" sldId="9827"/>
            <ac:spMk id="21" creationId="{71594A9E-D366-4E24-2A91-6E97770A23EF}"/>
          </ac:spMkLst>
        </pc:spChg>
        <pc:spChg chg="mod">
          <ac:chgData name="Macher, Andreas (DI FA CTR PLC PPM)" userId="f1dcac62-7bef-43eb-91f0-927336a1714f" providerId="ADAL" clId="{E8BBB977-0052-46D3-8D53-F26BB6C5E194}" dt="2022-11-26T18:30:31.939" v="97" actId="790"/>
          <ac:spMkLst>
            <pc:docMk/>
            <pc:sldMk cId="1812164412" sldId="9827"/>
            <ac:spMk id="27" creationId="{4F0F7FAC-C60C-3D50-46F0-17A5E5E6EBB4}"/>
          </ac:spMkLst>
        </pc:spChg>
        <pc:spChg chg="mod">
          <ac:chgData name="Macher, Andreas (DI FA CTR PLC PPM)" userId="f1dcac62-7bef-43eb-91f0-927336a1714f" providerId="ADAL" clId="{E8BBB977-0052-46D3-8D53-F26BB6C5E194}" dt="2022-11-26T18:30:31.939" v="97" actId="790"/>
          <ac:spMkLst>
            <pc:docMk/>
            <pc:sldMk cId="1812164412" sldId="9827"/>
            <ac:spMk id="28" creationId="{63E53BDC-426A-55B2-05A6-5268A99C1043}"/>
          </ac:spMkLst>
        </pc:spChg>
        <pc:spChg chg="mod">
          <ac:chgData name="Macher, Andreas (DI FA CTR PLC PPM)" userId="f1dcac62-7bef-43eb-91f0-927336a1714f" providerId="ADAL" clId="{E8BBB977-0052-46D3-8D53-F26BB6C5E194}" dt="2022-11-26T18:30:31.939" v="97" actId="790"/>
          <ac:spMkLst>
            <pc:docMk/>
            <pc:sldMk cId="1812164412" sldId="9827"/>
            <ac:spMk id="29" creationId="{51509B96-7D24-4D66-D71B-117887B9B33E}"/>
          </ac:spMkLst>
        </pc:spChg>
        <pc:spChg chg="mod">
          <ac:chgData name="Macher, Andreas (DI FA CTR PLC PPM)" userId="f1dcac62-7bef-43eb-91f0-927336a1714f" providerId="ADAL" clId="{E8BBB977-0052-46D3-8D53-F26BB6C5E194}" dt="2022-11-26T18:30:31.939" v="97" actId="790"/>
          <ac:spMkLst>
            <pc:docMk/>
            <pc:sldMk cId="1812164412" sldId="9827"/>
            <ac:spMk id="30" creationId="{6EE0C415-FA5D-CEA7-4B06-F94B7ABD87D5}"/>
          </ac:spMkLst>
        </pc:spChg>
        <pc:spChg chg="mod">
          <ac:chgData name="Macher, Andreas (DI FA CTR PLC PPM)" userId="f1dcac62-7bef-43eb-91f0-927336a1714f" providerId="ADAL" clId="{E8BBB977-0052-46D3-8D53-F26BB6C5E194}" dt="2022-11-26T18:30:31.939" v="97" actId="790"/>
          <ac:spMkLst>
            <pc:docMk/>
            <pc:sldMk cId="1812164412" sldId="9827"/>
            <ac:spMk id="31" creationId="{C8B119BA-2149-DD72-3835-D216D0B35AA9}"/>
          </ac:spMkLst>
        </pc:spChg>
        <pc:spChg chg="mod">
          <ac:chgData name="Macher, Andreas (DI FA CTR PLC PPM)" userId="f1dcac62-7bef-43eb-91f0-927336a1714f" providerId="ADAL" clId="{E8BBB977-0052-46D3-8D53-F26BB6C5E194}" dt="2022-11-26T18:30:31.939" v="97" actId="790"/>
          <ac:spMkLst>
            <pc:docMk/>
            <pc:sldMk cId="1812164412" sldId="9827"/>
            <ac:spMk id="32" creationId="{424BB2A0-1891-7FE7-2D9F-A1B9BB662D01}"/>
          </ac:spMkLst>
        </pc:spChg>
        <pc:spChg chg="mod">
          <ac:chgData name="Macher, Andreas (DI FA CTR PLC PPM)" userId="f1dcac62-7bef-43eb-91f0-927336a1714f" providerId="ADAL" clId="{E8BBB977-0052-46D3-8D53-F26BB6C5E194}" dt="2022-11-26T18:30:31.939" v="97" actId="790"/>
          <ac:spMkLst>
            <pc:docMk/>
            <pc:sldMk cId="1812164412" sldId="9827"/>
            <ac:spMk id="40" creationId="{AB30348E-EF23-F974-089C-37F8D1D421C4}"/>
          </ac:spMkLst>
        </pc:spChg>
        <pc:spChg chg="mod">
          <ac:chgData name="Macher, Andreas (DI FA CTR PLC PPM)" userId="f1dcac62-7bef-43eb-91f0-927336a1714f" providerId="ADAL" clId="{E8BBB977-0052-46D3-8D53-F26BB6C5E194}" dt="2022-11-26T18:30:31.939" v="97" actId="790"/>
          <ac:spMkLst>
            <pc:docMk/>
            <pc:sldMk cId="1812164412" sldId="9827"/>
            <ac:spMk id="43" creationId="{17BA86CE-77B4-3286-250F-EE1FA0029378}"/>
          </ac:spMkLst>
        </pc:spChg>
        <pc:spChg chg="mod">
          <ac:chgData name="Macher, Andreas (DI FA CTR PLC PPM)" userId="f1dcac62-7bef-43eb-91f0-927336a1714f" providerId="ADAL" clId="{E8BBB977-0052-46D3-8D53-F26BB6C5E194}" dt="2022-11-26T18:30:31.939" v="97" actId="790"/>
          <ac:spMkLst>
            <pc:docMk/>
            <pc:sldMk cId="1812164412" sldId="9827"/>
            <ac:spMk id="44" creationId="{414CF385-136E-AD32-FE2A-7115E4D7CE4F}"/>
          </ac:spMkLst>
        </pc:spChg>
        <pc:spChg chg="mod">
          <ac:chgData name="Macher, Andreas (DI FA CTR PLC PPM)" userId="f1dcac62-7bef-43eb-91f0-927336a1714f" providerId="ADAL" clId="{E8BBB977-0052-46D3-8D53-F26BB6C5E194}" dt="2022-11-26T18:30:31.939" v="97" actId="790"/>
          <ac:spMkLst>
            <pc:docMk/>
            <pc:sldMk cId="1812164412" sldId="9827"/>
            <ac:spMk id="45" creationId="{CEE48F01-BB8A-96EE-5EB0-58AF8B36BDC5}"/>
          </ac:spMkLst>
        </pc:spChg>
        <pc:spChg chg="mod">
          <ac:chgData name="Macher, Andreas (DI FA CTR PLC PPM)" userId="f1dcac62-7bef-43eb-91f0-927336a1714f" providerId="ADAL" clId="{E8BBB977-0052-46D3-8D53-F26BB6C5E194}" dt="2022-11-26T18:30:31.939" v="97" actId="790"/>
          <ac:spMkLst>
            <pc:docMk/>
            <pc:sldMk cId="1812164412" sldId="9827"/>
            <ac:spMk id="50" creationId="{36FD3C6B-C371-A331-2A6C-6E10D0091E53}"/>
          </ac:spMkLst>
        </pc:spChg>
        <pc:spChg chg="mod">
          <ac:chgData name="Macher, Andreas (DI FA CTR PLC PPM)" userId="f1dcac62-7bef-43eb-91f0-927336a1714f" providerId="ADAL" clId="{E8BBB977-0052-46D3-8D53-F26BB6C5E194}" dt="2022-11-26T18:30:31.939" v="97" actId="790"/>
          <ac:spMkLst>
            <pc:docMk/>
            <pc:sldMk cId="1812164412" sldId="9827"/>
            <ac:spMk id="51" creationId="{195B4878-925A-5719-E95D-5F1DD49B759F}"/>
          </ac:spMkLst>
        </pc:spChg>
        <pc:spChg chg="mod">
          <ac:chgData name="Macher, Andreas (DI FA CTR PLC PPM)" userId="f1dcac62-7bef-43eb-91f0-927336a1714f" providerId="ADAL" clId="{E8BBB977-0052-46D3-8D53-F26BB6C5E194}" dt="2022-11-26T18:30:31.939" v="97" actId="790"/>
          <ac:spMkLst>
            <pc:docMk/>
            <pc:sldMk cId="1812164412" sldId="9827"/>
            <ac:spMk id="52" creationId="{2173E257-B8E9-7A45-E66E-464CB380F5E7}"/>
          </ac:spMkLst>
        </pc:spChg>
      </pc:sldChg>
      <pc:sldChg chg="modSp mod">
        <pc:chgData name="Macher, Andreas (DI FA CTR PLC PPM)" userId="f1dcac62-7bef-43eb-91f0-927336a1714f" providerId="ADAL" clId="{E8BBB977-0052-46D3-8D53-F26BB6C5E194}" dt="2022-12-08T14:53:52.489" v="396"/>
        <pc:sldMkLst>
          <pc:docMk/>
          <pc:sldMk cId="3121956596" sldId="9828"/>
        </pc:sldMkLst>
        <pc:spChg chg="mod">
          <ac:chgData name="Macher, Andreas (DI FA CTR PLC PPM)" userId="f1dcac62-7bef-43eb-91f0-927336a1714f" providerId="ADAL" clId="{E8BBB977-0052-46D3-8D53-F26BB6C5E194}" dt="2022-11-26T18:30:40.800" v="98" actId="790"/>
          <ac:spMkLst>
            <pc:docMk/>
            <pc:sldMk cId="3121956596" sldId="9828"/>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3121956596" sldId="9828"/>
            <ac:spMk id="3" creationId="{464FF754-0FEE-3BDB-6F33-8A0964399AD5}"/>
          </ac:spMkLst>
        </pc:spChg>
        <pc:spChg chg="mod">
          <ac:chgData name="Macher, Andreas (DI FA CTR PLC PPM)" userId="f1dcac62-7bef-43eb-91f0-927336a1714f" providerId="ADAL" clId="{E8BBB977-0052-46D3-8D53-F26BB6C5E194}" dt="2022-11-26T18:30:40.800" v="98" actId="790"/>
          <ac:spMkLst>
            <pc:docMk/>
            <pc:sldMk cId="3121956596" sldId="9828"/>
            <ac:spMk id="5" creationId="{079C449F-B82C-B860-F9F1-5625B87C126C}"/>
          </ac:spMkLst>
        </pc:spChg>
        <pc:spChg chg="mod">
          <ac:chgData name="Macher, Andreas (DI FA CTR PLC PPM)" userId="f1dcac62-7bef-43eb-91f0-927336a1714f" providerId="ADAL" clId="{E8BBB977-0052-46D3-8D53-F26BB6C5E194}" dt="2022-11-26T18:30:40.800" v="98" actId="790"/>
          <ac:spMkLst>
            <pc:docMk/>
            <pc:sldMk cId="3121956596" sldId="9828"/>
            <ac:spMk id="7" creationId="{83284AA8-4959-7408-EA0D-D97C495757E0}"/>
          </ac:spMkLst>
        </pc:spChg>
        <pc:spChg chg="mod">
          <ac:chgData name="Macher, Andreas (DI FA CTR PLC PPM)" userId="f1dcac62-7bef-43eb-91f0-927336a1714f" providerId="ADAL" clId="{E8BBB977-0052-46D3-8D53-F26BB6C5E194}" dt="2022-11-26T18:30:40.800" v="98" actId="790"/>
          <ac:spMkLst>
            <pc:docMk/>
            <pc:sldMk cId="3121956596" sldId="9828"/>
            <ac:spMk id="8" creationId="{B6E19440-EBA1-823A-72C3-1FD48E88B6B3}"/>
          </ac:spMkLst>
        </pc:spChg>
        <pc:spChg chg="mod">
          <ac:chgData name="Macher, Andreas (DI FA CTR PLC PPM)" userId="f1dcac62-7bef-43eb-91f0-927336a1714f" providerId="ADAL" clId="{E8BBB977-0052-46D3-8D53-F26BB6C5E194}" dt="2022-11-26T18:30:40.800" v="98" actId="790"/>
          <ac:spMkLst>
            <pc:docMk/>
            <pc:sldMk cId="3121956596" sldId="9828"/>
            <ac:spMk id="11" creationId="{F185988F-3A08-4997-5281-CE73F7A30F0F}"/>
          </ac:spMkLst>
        </pc:spChg>
        <pc:spChg chg="mod">
          <ac:chgData name="Macher, Andreas (DI FA CTR PLC PPM)" userId="f1dcac62-7bef-43eb-91f0-927336a1714f" providerId="ADAL" clId="{E8BBB977-0052-46D3-8D53-F26BB6C5E194}" dt="2022-11-26T18:30:40.800" v="98" actId="790"/>
          <ac:spMkLst>
            <pc:docMk/>
            <pc:sldMk cId="3121956596" sldId="9828"/>
            <ac:spMk id="15" creationId="{2091C447-0C0A-0921-709F-F737876C5C68}"/>
          </ac:spMkLst>
        </pc:spChg>
        <pc:spChg chg="mod">
          <ac:chgData name="Macher, Andreas (DI FA CTR PLC PPM)" userId="f1dcac62-7bef-43eb-91f0-927336a1714f" providerId="ADAL" clId="{E8BBB977-0052-46D3-8D53-F26BB6C5E194}" dt="2022-11-26T18:30:40.800" v="98" actId="790"/>
          <ac:spMkLst>
            <pc:docMk/>
            <pc:sldMk cId="3121956596" sldId="9828"/>
            <ac:spMk id="17" creationId="{B33FDAB9-DF67-BBCE-3040-B7C092299B9D}"/>
          </ac:spMkLst>
        </pc:spChg>
        <pc:spChg chg="mod">
          <ac:chgData name="Macher, Andreas (DI FA CTR PLC PPM)" userId="f1dcac62-7bef-43eb-91f0-927336a1714f" providerId="ADAL" clId="{E8BBB977-0052-46D3-8D53-F26BB6C5E194}" dt="2022-11-26T18:30:40.800" v="98" actId="790"/>
          <ac:spMkLst>
            <pc:docMk/>
            <pc:sldMk cId="3121956596" sldId="9828"/>
            <ac:spMk id="18" creationId="{72429D95-7352-6F39-3069-FF6730B7EE6F}"/>
          </ac:spMkLst>
        </pc:spChg>
        <pc:spChg chg="mod">
          <ac:chgData name="Macher, Andreas (DI FA CTR PLC PPM)" userId="f1dcac62-7bef-43eb-91f0-927336a1714f" providerId="ADAL" clId="{E8BBB977-0052-46D3-8D53-F26BB6C5E194}" dt="2022-11-26T18:30:40.800" v="98" actId="790"/>
          <ac:spMkLst>
            <pc:docMk/>
            <pc:sldMk cId="3121956596" sldId="9828"/>
            <ac:spMk id="19" creationId="{EB76E2D5-D5D5-94A9-E4DF-7FA0D6105805}"/>
          </ac:spMkLst>
        </pc:spChg>
        <pc:spChg chg="mod">
          <ac:chgData name="Macher, Andreas (DI FA CTR PLC PPM)" userId="f1dcac62-7bef-43eb-91f0-927336a1714f" providerId="ADAL" clId="{E8BBB977-0052-46D3-8D53-F26BB6C5E194}" dt="2022-11-26T18:30:40.800" v="98" actId="790"/>
          <ac:spMkLst>
            <pc:docMk/>
            <pc:sldMk cId="3121956596" sldId="9828"/>
            <ac:spMk id="20" creationId="{A8BBCB2E-FB65-3B22-23AF-EEB5C7BE3775}"/>
          </ac:spMkLst>
        </pc:spChg>
        <pc:spChg chg="mod">
          <ac:chgData name="Macher, Andreas (DI FA CTR PLC PPM)" userId="f1dcac62-7bef-43eb-91f0-927336a1714f" providerId="ADAL" clId="{E8BBB977-0052-46D3-8D53-F26BB6C5E194}" dt="2022-11-26T18:30:40.800" v="98" actId="790"/>
          <ac:spMkLst>
            <pc:docMk/>
            <pc:sldMk cId="3121956596" sldId="9828"/>
            <ac:spMk id="21" creationId="{71594A9E-D366-4E24-2A91-6E97770A23EF}"/>
          </ac:spMkLst>
        </pc:spChg>
        <pc:spChg chg="mod">
          <ac:chgData name="Macher, Andreas (DI FA CTR PLC PPM)" userId="f1dcac62-7bef-43eb-91f0-927336a1714f" providerId="ADAL" clId="{E8BBB977-0052-46D3-8D53-F26BB6C5E194}" dt="2022-11-28T14:00:12.304" v="322" actId="6549"/>
          <ac:spMkLst>
            <pc:docMk/>
            <pc:sldMk cId="3121956596" sldId="9828"/>
            <ac:spMk id="22" creationId="{0790B0E4-DB75-9025-AF74-6D55817DBBE6}"/>
          </ac:spMkLst>
        </pc:spChg>
        <pc:spChg chg="mod">
          <ac:chgData name="Macher, Andreas (DI FA CTR PLC PPM)" userId="f1dcac62-7bef-43eb-91f0-927336a1714f" providerId="ADAL" clId="{E8BBB977-0052-46D3-8D53-F26BB6C5E194}" dt="2022-11-26T18:30:40.800" v="98" actId="790"/>
          <ac:spMkLst>
            <pc:docMk/>
            <pc:sldMk cId="3121956596" sldId="9828"/>
            <ac:spMk id="27" creationId="{4F0F7FAC-C60C-3D50-46F0-17A5E5E6EBB4}"/>
          </ac:spMkLst>
        </pc:spChg>
        <pc:spChg chg="mod">
          <ac:chgData name="Macher, Andreas (DI FA CTR PLC PPM)" userId="f1dcac62-7bef-43eb-91f0-927336a1714f" providerId="ADAL" clId="{E8BBB977-0052-46D3-8D53-F26BB6C5E194}" dt="2022-11-26T18:30:40.800" v="98" actId="790"/>
          <ac:spMkLst>
            <pc:docMk/>
            <pc:sldMk cId="3121956596" sldId="9828"/>
            <ac:spMk id="28" creationId="{63E53BDC-426A-55B2-05A6-5268A99C1043}"/>
          </ac:spMkLst>
        </pc:spChg>
        <pc:spChg chg="mod">
          <ac:chgData name="Macher, Andreas (DI FA CTR PLC PPM)" userId="f1dcac62-7bef-43eb-91f0-927336a1714f" providerId="ADAL" clId="{E8BBB977-0052-46D3-8D53-F26BB6C5E194}" dt="2022-11-26T18:30:40.800" v="98" actId="790"/>
          <ac:spMkLst>
            <pc:docMk/>
            <pc:sldMk cId="3121956596" sldId="9828"/>
            <ac:spMk id="29" creationId="{51509B96-7D24-4D66-D71B-117887B9B33E}"/>
          </ac:spMkLst>
        </pc:spChg>
        <pc:spChg chg="mod">
          <ac:chgData name="Macher, Andreas (DI FA CTR PLC PPM)" userId="f1dcac62-7bef-43eb-91f0-927336a1714f" providerId="ADAL" clId="{E8BBB977-0052-46D3-8D53-F26BB6C5E194}" dt="2022-11-26T18:30:40.800" v="98" actId="790"/>
          <ac:spMkLst>
            <pc:docMk/>
            <pc:sldMk cId="3121956596" sldId="9828"/>
            <ac:spMk id="30" creationId="{6EE0C415-FA5D-CEA7-4B06-F94B7ABD87D5}"/>
          </ac:spMkLst>
        </pc:spChg>
        <pc:spChg chg="mod">
          <ac:chgData name="Macher, Andreas (DI FA CTR PLC PPM)" userId="f1dcac62-7bef-43eb-91f0-927336a1714f" providerId="ADAL" clId="{E8BBB977-0052-46D3-8D53-F26BB6C5E194}" dt="2022-11-26T18:30:40.800" v="98" actId="790"/>
          <ac:spMkLst>
            <pc:docMk/>
            <pc:sldMk cId="3121956596" sldId="9828"/>
            <ac:spMk id="31" creationId="{C8B119BA-2149-DD72-3835-D216D0B35AA9}"/>
          </ac:spMkLst>
        </pc:spChg>
        <pc:spChg chg="mod">
          <ac:chgData name="Macher, Andreas (DI FA CTR PLC PPM)" userId="f1dcac62-7bef-43eb-91f0-927336a1714f" providerId="ADAL" clId="{E8BBB977-0052-46D3-8D53-F26BB6C5E194}" dt="2022-11-26T18:30:40.800" v="98" actId="790"/>
          <ac:spMkLst>
            <pc:docMk/>
            <pc:sldMk cId="3121956596" sldId="9828"/>
            <ac:spMk id="32" creationId="{424BB2A0-1891-7FE7-2D9F-A1B9BB662D01}"/>
          </ac:spMkLst>
        </pc:spChg>
        <pc:spChg chg="mod">
          <ac:chgData name="Macher, Andreas (DI FA CTR PLC PPM)" userId="f1dcac62-7bef-43eb-91f0-927336a1714f" providerId="ADAL" clId="{E8BBB977-0052-46D3-8D53-F26BB6C5E194}" dt="2022-11-26T18:30:40.800" v="98" actId="790"/>
          <ac:spMkLst>
            <pc:docMk/>
            <pc:sldMk cId="3121956596" sldId="9828"/>
            <ac:spMk id="40" creationId="{AB30348E-EF23-F974-089C-37F8D1D421C4}"/>
          </ac:spMkLst>
        </pc:spChg>
        <pc:spChg chg="mod">
          <ac:chgData name="Macher, Andreas (DI FA CTR PLC PPM)" userId="f1dcac62-7bef-43eb-91f0-927336a1714f" providerId="ADAL" clId="{E8BBB977-0052-46D3-8D53-F26BB6C5E194}" dt="2022-11-26T18:30:40.800" v="98" actId="790"/>
          <ac:spMkLst>
            <pc:docMk/>
            <pc:sldMk cId="3121956596" sldId="9828"/>
            <ac:spMk id="43" creationId="{17BA86CE-77B4-3286-250F-EE1FA0029378}"/>
          </ac:spMkLst>
        </pc:spChg>
        <pc:spChg chg="mod">
          <ac:chgData name="Macher, Andreas (DI FA CTR PLC PPM)" userId="f1dcac62-7bef-43eb-91f0-927336a1714f" providerId="ADAL" clId="{E8BBB977-0052-46D3-8D53-F26BB6C5E194}" dt="2022-11-26T18:30:40.800" v="98" actId="790"/>
          <ac:spMkLst>
            <pc:docMk/>
            <pc:sldMk cId="3121956596" sldId="9828"/>
            <ac:spMk id="44" creationId="{414CF385-136E-AD32-FE2A-7115E4D7CE4F}"/>
          </ac:spMkLst>
        </pc:spChg>
        <pc:spChg chg="mod">
          <ac:chgData name="Macher, Andreas (DI FA CTR PLC PPM)" userId="f1dcac62-7bef-43eb-91f0-927336a1714f" providerId="ADAL" clId="{E8BBB977-0052-46D3-8D53-F26BB6C5E194}" dt="2022-11-26T18:30:40.800" v="98" actId="790"/>
          <ac:spMkLst>
            <pc:docMk/>
            <pc:sldMk cId="3121956596" sldId="9828"/>
            <ac:spMk id="45" creationId="{CEE48F01-BB8A-96EE-5EB0-58AF8B36BDC5}"/>
          </ac:spMkLst>
        </pc:spChg>
        <pc:spChg chg="mod">
          <ac:chgData name="Macher, Andreas (DI FA CTR PLC PPM)" userId="f1dcac62-7bef-43eb-91f0-927336a1714f" providerId="ADAL" clId="{E8BBB977-0052-46D3-8D53-F26BB6C5E194}" dt="2022-11-26T18:30:40.800" v="98" actId="790"/>
          <ac:spMkLst>
            <pc:docMk/>
            <pc:sldMk cId="3121956596" sldId="9828"/>
            <ac:spMk id="50" creationId="{36FD3C6B-C371-A331-2A6C-6E10D0091E53}"/>
          </ac:spMkLst>
        </pc:spChg>
        <pc:spChg chg="mod">
          <ac:chgData name="Macher, Andreas (DI FA CTR PLC PPM)" userId="f1dcac62-7bef-43eb-91f0-927336a1714f" providerId="ADAL" clId="{E8BBB977-0052-46D3-8D53-F26BB6C5E194}" dt="2022-11-26T18:30:40.800" v="98" actId="790"/>
          <ac:spMkLst>
            <pc:docMk/>
            <pc:sldMk cId="3121956596" sldId="9828"/>
            <ac:spMk id="52" creationId="{2173E257-B8E9-7A45-E66E-464CB380F5E7}"/>
          </ac:spMkLst>
        </pc:spChg>
      </pc:sldChg>
      <pc:sldChg chg="modSp mod">
        <pc:chgData name="Macher, Andreas (DI FA CTR PLC PPM)" userId="f1dcac62-7bef-43eb-91f0-927336a1714f" providerId="ADAL" clId="{E8BBB977-0052-46D3-8D53-F26BB6C5E194}" dt="2022-12-08T14:53:52.489" v="396"/>
        <pc:sldMkLst>
          <pc:docMk/>
          <pc:sldMk cId="2208780200" sldId="9829"/>
        </pc:sldMkLst>
        <pc:spChg chg="mod">
          <ac:chgData name="Macher, Andreas (DI FA CTR PLC PPM)" userId="f1dcac62-7bef-43eb-91f0-927336a1714f" providerId="ADAL" clId="{E8BBB977-0052-46D3-8D53-F26BB6C5E194}" dt="2022-11-26T18:30:47.184" v="99" actId="790"/>
          <ac:spMkLst>
            <pc:docMk/>
            <pc:sldMk cId="2208780200" sldId="9829"/>
            <ac:spMk id="2" creationId="{F8AC8FCA-0FD5-6A1E-5A8F-F5D915D9E609}"/>
          </ac:spMkLst>
        </pc:spChg>
        <pc:spChg chg="mod">
          <ac:chgData name="Macher, Andreas (DI FA CTR PLC PPM)" userId="f1dcac62-7bef-43eb-91f0-927336a1714f" providerId="ADAL" clId="{E8BBB977-0052-46D3-8D53-F26BB6C5E194}" dt="2022-12-08T14:53:52.489" v="396"/>
          <ac:spMkLst>
            <pc:docMk/>
            <pc:sldMk cId="2208780200" sldId="9829"/>
            <ac:spMk id="3" creationId="{464FF754-0FEE-3BDB-6F33-8A0964399AD5}"/>
          </ac:spMkLst>
        </pc:spChg>
        <pc:spChg chg="mod">
          <ac:chgData name="Macher, Andreas (DI FA CTR PLC PPM)" userId="f1dcac62-7bef-43eb-91f0-927336a1714f" providerId="ADAL" clId="{E8BBB977-0052-46D3-8D53-F26BB6C5E194}" dt="2022-11-26T18:30:47.184" v="99" actId="790"/>
          <ac:spMkLst>
            <pc:docMk/>
            <pc:sldMk cId="2208780200" sldId="9829"/>
            <ac:spMk id="5" creationId="{079C449F-B82C-B860-F9F1-5625B87C126C}"/>
          </ac:spMkLst>
        </pc:spChg>
        <pc:spChg chg="mod">
          <ac:chgData name="Macher, Andreas (DI FA CTR PLC PPM)" userId="f1dcac62-7bef-43eb-91f0-927336a1714f" providerId="ADAL" clId="{E8BBB977-0052-46D3-8D53-F26BB6C5E194}" dt="2022-11-26T18:30:47.184" v="99" actId="790"/>
          <ac:spMkLst>
            <pc:docMk/>
            <pc:sldMk cId="2208780200" sldId="9829"/>
            <ac:spMk id="7" creationId="{83284AA8-4959-7408-EA0D-D97C495757E0}"/>
          </ac:spMkLst>
        </pc:spChg>
        <pc:spChg chg="mod">
          <ac:chgData name="Macher, Andreas (DI FA CTR PLC PPM)" userId="f1dcac62-7bef-43eb-91f0-927336a1714f" providerId="ADAL" clId="{E8BBB977-0052-46D3-8D53-F26BB6C5E194}" dt="2022-11-26T18:30:47.184" v="99" actId="790"/>
          <ac:spMkLst>
            <pc:docMk/>
            <pc:sldMk cId="2208780200" sldId="9829"/>
            <ac:spMk id="8" creationId="{B6E19440-EBA1-823A-72C3-1FD48E88B6B3}"/>
          </ac:spMkLst>
        </pc:spChg>
        <pc:spChg chg="mod">
          <ac:chgData name="Macher, Andreas (DI FA CTR PLC PPM)" userId="f1dcac62-7bef-43eb-91f0-927336a1714f" providerId="ADAL" clId="{E8BBB977-0052-46D3-8D53-F26BB6C5E194}" dt="2022-11-26T18:30:47.184" v="99" actId="790"/>
          <ac:spMkLst>
            <pc:docMk/>
            <pc:sldMk cId="2208780200" sldId="9829"/>
            <ac:spMk id="11" creationId="{F185988F-3A08-4997-5281-CE73F7A30F0F}"/>
          </ac:spMkLst>
        </pc:spChg>
        <pc:spChg chg="mod">
          <ac:chgData name="Macher, Andreas (DI FA CTR PLC PPM)" userId="f1dcac62-7bef-43eb-91f0-927336a1714f" providerId="ADAL" clId="{E8BBB977-0052-46D3-8D53-F26BB6C5E194}" dt="2022-11-26T18:30:47.184" v="99" actId="790"/>
          <ac:spMkLst>
            <pc:docMk/>
            <pc:sldMk cId="2208780200" sldId="9829"/>
            <ac:spMk id="13" creationId="{EBE216B9-7E23-7933-31E1-AAF5269A95AF}"/>
          </ac:spMkLst>
        </pc:spChg>
        <pc:spChg chg="mod">
          <ac:chgData name="Macher, Andreas (DI FA CTR PLC PPM)" userId="f1dcac62-7bef-43eb-91f0-927336a1714f" providerId="ADAL" clId="{E8BBB977-0052-46D3-8D53-F26BB6C5E194}" dt="2022-11-26T18:30:47.184" v="99" actId="790"/>
          <ac:spMkLst>
            <pc:docMk/>
            <pc:sldMk cId="2208780200" sldId="9829"/>
            <ac:spMk id="14" creationId="{C7F35B8D-8F8E-CCB0-1190-7DCA80660BFC}"/>
          </ac:spMkLst>
        </pc:spChg>
        <pc:spChg chg="mod">
          <ac:chgData name="Macher, Andreas (DI FA CTR PLC PPM)" userId="f1dcac62-7bef-43eb-91f0-927336a1714f" providerId="ADAL" clId="{E8BBB977-0052-46D3-8D53-F26BB6C5E194}" dt="2022-11-26T18:30:47.184" v="99" actId="790"/>
          <ac:spMkLst>
            <pc:docMk/>
            <pc:sldMk cId="2208780200" sldId="9829"/>
            <ac:spMk id="17" creationId="{B33FDAB9-DF67-BBCE-3040-B7C092299B9D}"/>
          </ac:spMkLst>
        </pc:spChg>
        <pc:spChg chg="mod">
          <ac:chgData name="Macher, Andreas (DI FA CTR PLC PPM)" userId="f1dcac62-7bef-43eb-91f0-927336a1714f" providerId="ADAL" clId="{E8BBB977-0052-46D3-8D53-F26BB6C5E194}" dt="2022-11-26T18:30:47.184" v="99" actId="790"/>
          <ac:spMkLst>
            <pc:docMk/>
            <pc:sldMk cId="2208780200" sldId="9829"/>
            <ac:spMk id="18" creationId="{72429D95-7352-6F39-3069-FF6730B7EE6F}"/>
          </ac:spMkLst>
        </pc:spChg>
        <pc:spChg chg="mod">
          <ac:chgData name="Macher, Andreas (DI FA CTR PLC PPM)" userId="f1dcac62-7bef-43eb-91f0-927336a1714f" providerId="ADAL" clId="{E8BBB977-0052-46D3-8D53-F26BB6C5E194}" dt="2022-11-26T18:30:47.184" v="99" actId="790"/>
          <ac:spMkLst>
            <pc:docMk/>
            <pc:sldMk cId="2208780200" sldId="9829"/>
            <ac:spMk id="19" creationId="{EB76E2D5-D5D5-94A9-E4DF-7FA0D6105805}"/>
          </ac:spMkLst>
        </pc:spChg>
        <pc:spChg chg="mod">
          <ac:chgData name="Macher, Andreas (DI FA CTR PLC PPM)" userId="f1dcac62-7bef-43eb-91f0-927336a1714f" providerId="ADAL" clId="{E8BBB977-0052-46D3-8D53-F26BB6C5E194}" dt="2022-11-26T18:30:47.184" v="99" actId="790"/>
          <ac:spMkLst>
            <pc:docMk/>
            <pc:sldMk cId="2208780200" sldId="9829"/>
            <ac:spMk id="20" creationId="{A8BBCB2E-FB65-3B22-23AF-EEB5C7BE3775}"/>
          </ac:spMkLst>
        </pc:spChg>
        <pc:spChg chg="mod">
          <ac:chgData name="Macher, Andreas (DI FA CTR PLC PPM)" userId="f1dcac62-7bef-43eb-91f0-927336a1714f" providerId="ADAL" clId="{E8BBB977-0052-46D3-8D53-F26BB6C5E194}" dt="2022-11-26T18:30:47.184" v="99" actId="790"/>
          <ac:spMkLst>
            <pc:docMk/>
            <pc:sldMk cId="2208780200" sldId="9829"/>
            <ac:spMk id="21" creationId="{71594A9E-D366-4E24-2A91-6E97770A23EF}"/>
          </ac:spMkLst>
        </pc:spChg>
        <pc:spChg chg="mod">
          <ac:chgData name="Macher, Andreas (DI FA CTR PLC PPM)" userId="f1dcac62-7bef-43eb-91f0-927336a1714f" providerId="ADAL" clId="{E8BBB977-0052-46D3-8D53-F26BB6C5E194}" dt="2022-11-26T18:30:47.184" v="99" actId="790"/>
          <ac:spMkLst>
            <pc:docMk/>
            <pc:sldMk cId="2208780200" sldId="9829"/>
            <ac:spMk id="27" creationId="{4F0F7FAC-C60C-3D50-46F0-17A5E5E6EBB4}"/>
          </ac:spMkLst>
        </pc:spChg>
        <pc:spChg chg="mod">
          <ac:chgData name="Macher, Andreas (DI FA CTR PLC PPM)" userId="f1dcac62-7bef-43eb-91f0-927336a1714f" providerId="ADAL" clId="{E8BBB977-0052-46D3-8D53-F26BB6C5E194}" dt="2022-11-26T18:30:47.184" v="99" actId="790"/>
          <ac:spMkLst>
            <pc:docMk/>
            <pc:sldMk cId="2208780200" sldId="9829"/>
            <ac:spMk id="28" creationId="{63E53BDC-426A-55B2-05A6-5268A99C1043}"/>
          </ac:spMkLst>
        </pc:spChg>
        <pc:spChg chg="mod">
          <ac:chgData name="Macher, Andreas (DI FA CTR PLC PPM)" userId="f1dcac62-7bef-43eb-91f0-927336a1714f" providerId="ADAL" clId="{E8BBB977-0052-46D3-8D53-F26BB6C5E194}" dt="2022-11-26T18:30:47.184" v="99" actId="790"/>
          <ac:spMkLst>
            <pc:docMk/>
            <pc:sldMk cId="2208780200" sldId="9829"/>
            <ac:spMk id="29" creationId="{51509B96-7D24-4D66-D71B-117887B9B33E}"/>
          </ac:spMkLst>
        </pc:spChg>
        <pc:spChg chg="mod">
          <ac:chgData name="Macher, Andreas (DI FA CTR PLC PPM)" userId="f1dcac62-7bef-43eb-91f0-927336a1714f" providerId="ADAL" clId="{E8BBB977-0052-46D3-8D53-F26BB6C5E194}" dt="2022-11-26T18:30:47.184" v="99" actId="790"/>
          <ac:spMkLst>
            <pc:docMk/>
            <pc:sldMk cId="2208780200" sldId="9829"/>
            <ac:spMk id="30" creationId="{6EE0C415-FA5D-CEA7-4B06-F94B7ABD87D5}"/>
          </ac:spMkLst>
        </pc:spChg>
        <pc:spChg chg="mod">
          <ac:chgData name="Macher, Andreas (DI FA CTR PLC PPM)" userId="f1dcac62-7bef-43eb-91f0-927336a1714f" providerId="ADAL" clId="{E8BBB977-0052-46D3-8D53-F26BB6C5E194}" dt="2022-11-26T18:30:47.184" v="99" actId="790"/>
          <ac:spMkLst>
            <pc:docMk/>
            <pc:sldMk cId="2208780200" sldId="9829"/>
            <ac:spMk id="31" creationId="{C8B119BA-2149-DD72-3835-D216D0B35AA9}"/>
          </ac:spMkLst>
        </pc:spChg>
        <pc:spChg chg="mod">
          <ac:chgData name="Macher, Andreas (DI FA CTR PLC PPM)" userId="f1dcac62-7bef-43eb-91f0-927336a1714f" providerId="ADAL" clId="{E8BBB977-0052-46D3-8D53-F26BB6C5E194}" dt="2022-11-26T18:30:47.184" v="99" actId="790"/>
          <ac:spMkLst>
            <pc:docMk/>
            <pc:sldMk cId="2208780200" sldId="9829"/>
            <ac:spMk id="32" creationId="{424BB2A0-1891-7FE7-2D9F-A1B9BB662D01}"/>
          </ac:spMkLst>
        </pc:spChg>
        <pc:spChg chg="mod">
          <ac:chgData name="Macher, Andreas (DI FA CTR PLC PPM)" userId="f1dcac62-7bef-43eb-91f0-927336a1714f" providerId="ADAL" clId="{E8BBB977-0052-46D3-8D53-F26BB6C5E194}" dt="2022-11-26T18:30:47.184" v="99" actId="790"/>
          <ac:spMkLst>
            <pc:docMk/>
            <pc:sldMk cId="2208780200" sldId="9829"/>
            <ac:spMk id="40" creationId="{AB30348E-EF23-F974-089C-37F8D1D421C4}"/>
          </ac:spMkLst>
        </pc:spChg>
        <pc:spChg chg="mod">
          <ac:chgData name="Macher, Andreas (DI FA CTR PLC PPM)" userId="f1dcac62-7bef-43eb-91f0-927336a1714f" providerId="ADAL" clId="{E8BBB977-0052-46D3-8D53-F26BB6C5E194}" dt="2022-11-26T18:30:47.184" v="99" actId="790"/>
          <ac:spMkLst>
            <pc:docMk/>
            <pc:sldMk cId="2208780200" sldId="9829"/>
            <ac:spMk id="43" creationId="{17BA86CE-77B4-3286-250F-EE1FA0029378}"/>
          </ac:spMkLst>
        </pc:spChg>
        <pc:spChg chg="mod">
          <ac:chgData name="Macher, Andreas (DI FA CTR PLC PPM)" userId="f1dcac62-7bef-43eb-91f0-927336a1714f" providerId="ADAL" clId="{E8BBB977-0052-46D3-8D53-F26BB6C5E194}" dt="2022-11-26T18:30:47.184" v="99" actId="790"/>
          <ac:spMkLst>
            <pc:docMk/>
            <pc:sldMk cId="2208780200" sldId="9829"/>
            <ac:spMk id="44" creationId="{414CF385-136E-AD32-FE2A-7115E4D7CE4F}"/>
          </ac:spMkLst>
        </pc:spChg>
        <pc:spChg chg="mod">
          <ac:chgData name="Macher, Andreas (DI FA CTR PLC PPM)" userId="f1dcac62-7bef-43eb-91f0-927336a1714f" providerId="ADAL" clId="{E8BBB977-0052-46D3-8D53-F26BB6C5E194}" dt="2022-11-26T18:30:47.184" v="99" actId="790"/>
          <ac:spMkLst>
            <pc:docMk/>
            <pc:sldMk cId="2208780200" sldId="9829"/>
            <ac:spMk id="45" creationId="{CEE48F01-BB8A-96EE-5EB0-58AF8B36BDC5}"/>
          </ac:spMkLst>
        </pc:spChg>
        <pc:spChg chg="mod">
          <ac:chgData name="Macher, Andreas (DI FA CTR PLC PPM)" userId="f1dcac62-7bef-43eb-91f0-927336a1714f" providerId="ADAL" clId="{E8BBB977-0052-46D3-8D53-F26BB6C5E194}" dt="2022-11-26T18:30:47.184" v="99" actId="790"/>
          <ac:spMkLst>
            <pc:docMk/>
            <pc:sldMk cId="2208780200" sldId="9829"/>
            <ac:spMk id="52" creationId="{2173E257-B8E9-7A45-E66E-464CB380F5E7}"/>
          </ac:spMkLst>
        </pc:spChg>
      </pc:sldChg>
      <pc:sldChg chg="modSp mod">
        <pc:chgData name="Macher, Andreas (DI FA CTR PLC PPM)" userId="f1dcac62-7bef-43eb-91f0-927336a1714f" providerId="ADAL" clId="{E8BBB977-0052-46D3-8D53-F26BB6C5E194}" dt="2022-12-08T14:53:52.489" v="396"/>
        <pc:sldMkLst>
          <pc:docMk/>
          <pc:sldMk cId="123025365" sldId="9830"/>
        </pc:sldMkLst>
        <pc:spChg chg="mod">
          <ac:chgData name="Macher, Andreas (DI FA CTR PLC PPM)" userId="f1dcac62-7bef-43eb-91f0-927336a1714f" providerId="ADAL" clId="{E8BBB977-0052-46D3-8D53-F26BB6C5E194}" dt="2022-12-08T14:53:52.489" v="396"/>
          <ac:spMkLst>
            <pc:docMk/>
            <pc:sldMk cId="123025365" sldId="9830"/>
            <ac:spMk id="2" creationId="{0342A3D6-98FE-48A7-AFE2-71450107450D}"/>
          </ac:spMkLst>
        </pc:spChg>
        <pc:spChg chg="mod">
          <ac:chgData name="Macher, Andreas (DI FA CTR PLC PPM)" userId="f1dcac62-7bef-43eb-91f0-927336a1714f" providerId="ADAL" clId="{E8BBB977-0052-46D3-8D53-F26BB6C5E194}" dt="2022-11-26T18:34:37.416" v="135" actId="790"/>
          <ac:spMkLst>
            <pc:docMk/>
            <pc:sldMk cId="123025365" sldId="9830"/>
            <ac:spMk id="4" creationId="{A645F354-40D6-4D3D-BA93-7A74F09635B4}"/>
          </ac:spMkLst>
        </pc:spChg>
        <pc:spChg chg="mod">
          <ac:chgData name="Macher, Andreas (DI FA CTR PLC PPM)" userId="f1dcac62-7bef-43eb-91f0-927336a1714f" providerId="ADAL" clId="{E8BBB977-0052-46D3-8D53-F26BB6C5E194}" dt="2022-11-26T18:34:37.416" v="135" actId="790"/>
          <ac:spMkLst>
            <pc:docMk/>
            <pc:sldMk cId="123025365" sldId="9830"/>
            <ac:spMk id="5" creationId="{7D06A950-B2BF-4D5B-AC72-5B76B61FC3A8}"/>
          </ac:spMkLst>
        </pc:spChg>
      </pc:sldChg>
      <pc:sldChg chg="modSp mod">
        <pc:chgData name="Macher, Andreas (DI FA CTR PLC PPM)" userId="f1dcac62-7bef-43eb-91f0-927336a1714f" providerId="ADAL" clId="{E8BBB977-0052-46D3-8D53-F26BB6C5E194}" dt="2022-12-08T14:53:52.489" v="396"/>
        <pc:sldMkLst>
          <pc:docMk/>
          <pc:sldMk cId="2837041000" sldId="9831"/>
        </pc:sldMkLst>
        <pc:spChg chg="mod">
          <ac:chgData name="Macher, Andreas (DI FA CTR PLC PPM)" userId="f1dcac62-7bef-43eb-91f0-927336a1714f" providerId="ADAL" clId="{E8BBB977-0052-46D3-8D53-F26BB6C5E194}" dt="2022-11-26T18:35:22.261" v="137" actId="790"/>
          <ac:spMkLst>
            <pc:docMk/>
            <pc:sldMk cId="2837041000" sldId="9831"/>
            <ac:spMk id="2" creationId="{39903938-0C73-D655-B5B2-D4DFB94656D3}"/>
          </ac:spMkLst>
        </pc:spChg>
        <pc:spChg chg="mod">
          <ac:chgData name="Macher, Andreas (DI FA CTR PLC PPM)" userId="f1dcac62-7bef-43eb-91f0-927336a1714f" providerId="ADAL" clId="{E8BBB977-0052-46D3-8D53-F26BB6C5E194}" dt="2022-12-08T14:53:52.489" v="396"/>
          <ac:spMkLst>
            <pc:docMk/>
            <pc:sldMk cId="2837041000" sldId="9831"/>
            <ac:spMk id="3" creationId="{34330BFE-6BE6-2566-EFF7-B8EFCE525A6A}"/>
          </ac:spMkLst>
        </pc:spChg>
        <pc:spChg chg="mod">
          <ac:chgData name="Macher, Andreas (DI FA CTR PLC PPM)" userId="f1dcac62-7bef-43eb-91f0-927336a1714f" providerId="ADAL" clId="{E8BBB977-0052-46D3-8D53-F26BB6C5E194}" dt="2022-11-26T18:35:22.261" v="137" actId="790"/>
          <ac:spMkLst>
            <pc:docMk/>
            <pc:sldMk cId="2837041000" sldId="9831"/>
            <ac:spMk id="5" creationId="{AEAE8A43-93A4-A5EE-EBCD-6864C0887966}"/>
          </ac:spMkLst>
        </pc:spChg>
        <pc:spChg chg="mod">
          <ac:chgData name="Macher, Andreas (DI FA CTR PLC PPM)" userId="f1dcac62-7bef-43eb-91f0-927336a1714f" providerId="ADAL" clId="{E8BBB977-0052-46D3-8D53-F26BB6C5E194}" dt="2022-11-26T18:35:22.261" v="137" actId="790"/>
          <ac:spMkLst>
            <pc:docMk/>
            <pc:sldMk cId="2837041000" sldId="9831"/>
            <ac:spMk id="7" creationId="{AA220500-828E-44FD-0469-986C62BAEB1D}"/>
          </ac:spMkLst>
        </pc:spChg>
      </pc:sldChg>
      <pc:sldChg chg="modSp mod">
        <pc:chgData name="Macher, Andreas (DI FA CTR PLC PPM)" userId="f1dcac62-7bef-43eb-91f0-927336a1714f" providerId="ADAL" clId="{E8BBB977-0052-46D3-8D53-F26BB6C5E194}" dt="2022-12-08T14:53:52.489" v="396"/>
        <pc:sldMkLst>
          <pc:docMk/>
          <pc:sldMk cId="2900891345" sldId="9832"/>
        </pc:sldMkLst>
        <pc:spChg chg="mod">
          <ac:chgData name="Macher, Andreas (DI FA CTR PLC PPM)" userId="f1dcac62-7bef-43eb-91f0-927336a1714f" providerId="ADAL" clId="{E8BBB977-0052-46D3-8D53-F26BB6C5E194}" dt="2022-11-26T18:35:29.158" v="138" actId="790"/>
          <ac:spMkLst>
            <pc:docMk/>
            <pc:sldMk cId="2900891345" sldId="9832"/>
            <ac:spMk id="2" creationId="{39903938-0C73-D655-B5B2-D4DFB94656D3}"/>
          </ac:spMkLst>
        </pc:spChg>
        <pc:spChg chg="mod">
          <ac:chgData name="Macher, Andreas (DI FA CTR PLC PPM)" userId="f1dcac62-7bef-43eb-91f0-927336a1714f" providerId="ADAL" clId="{E8BBB977-0052-46D3-8D53-F26BB6C5E194}" dt="2022-12-08T14:53:52.489" v="396"/>
          <ac:spMkLst>
            <pc:docMk/>
            <pc:sldMk cId="2900891345" sldId="9832"/>
            <ac:spMk id="3" creationId="{34330BFE-6BE6-2566-EFF7-B8EFCE525A6A}"/>
          </ac:spMkLst>
        </pc:spChg>
        <pc:spChg chg="mod">
          <ac:chgData name="Macher, Andreas (DI FA CTR PLC PPM)" userId="f1dcac62-7bef-43eb-91f0-927336a1714f" providerId="ADAL" clId="{E8BBB977-0052-46D3-8D53-F26BB6C5E194}" dt="2022-11-26T18:35:29.158" v="138" actId="790"/>
          <ac:spMkLst>
            <pc:docMk/>
            <pc:sldMk cId="2900891345" sldId="9832"/>
            <ac:spMk id="9" creationId="{B2E11C7F-878B-4A84-43DA-47A3003005C4}"/>
          </ac:spMkLst>
        </pc:spChg>
        <pc:spChg chg="mod">
          <ac:chgData name="Macher, Andreas (DI FA CTR PLC PPM)" userId="f1dcac62-7bef-43eb-91f0-927336a1714f" providerId="ADAL" clId="{E8BBB977-0052-46D3-8D53-F26BB6C5E194}" dt="2022-11-26T18:35:29.158" v="138" actId="790"/>
          <ac:spMkLst>
            <pc:docMk/>
            <pc:sldMk cId="2900891345" sldId="9832"/>
            <ac:spMk id="10" creationId="{2D8EF707-4C7E-9773-617E-707D7EBAA35A}"/>
          </ac:spMkLst>
        </pc:spChg>
        <pc:spChg chg="mod">
          <ac:chgData name="Macher, Andreas (DI FA CTR PLC PPM)" userId="f1dcac62-7bef-43eb-91f0-927336a1714f" providerId="ADAL" clId="{E8BBB977-0052-46D3-8D53-F26BB6C5E194}" dt="2022-11-26T18:35:29.158" v="138" actId="790"/>
          <ac:spMkLst>
            <pc:docMk/>
            <pc:sldMk cId="2900891345" sldId="9832"/>
            <ac:spMk id="11" creationId="{59901DAD-169E-D887-9E5A-5F33125D722B}"/>
          </ac:spMkLst>
        </pc:spChg>
        <pc:spChg chg="mod">
          <ac:chgData name="Macher, Andreas (DI FA CTR PLC PPM)" userId="f1dcac62-7bef-43eb-91f0-927336a1714f" providerId="ADAL" clId="{E8BBB977-0052-46D3-8D53-F26BB6C5E194}" dt="2022-11-26T18:35:29.158" v="138" actId="790"/>
          <ac:spMkLst>
            <pc:docMk/>
            <pc:sldMk cId="2900891345" sldId="9832"/>
            <ac:spMk id="12" creationId="{6BB69809-4540-252B-FBEA-C1C62769ED1F}"/>
          </ac:spMkLst>
        </pc:spChg>
      </pc:sldChg>
      <pc:sldChg chg="delSp modSp add mod">
        <pc:chgData name="Macher, Andreas (DI FA CTR PLC PPM)" userId="f1dcac62-7bef-43eb-91f0-927336a1714f" providerId="ADAL" clId="{E8BBB977-0052-46D3-8D53-F26BB6C5E194}" dt="2022-11-30T12:30:02.782" v="381" actId="478"/>
        <pc:sldMkLst>
          <pc:docMk/>
          <pc:sldMk cId="2927792011" sldId="9833"/>
        </pc:sldMkLst>
        <pc:spChg chg="mod">
          <ac:chgData name="Macher, Andreas (DI FA CTR PLC PPM)" userId="f1dcac62-7bef-43eb-91f0-927336a1714f" providerId="ADAL" clId="{E8BBB977-0052-46D3-8D53-F26BB6C5E194}" dt="2022-11-26T18:19:43.004" v="37" actId="790"/>
          <ac:spMkLst>
            <pc:docMk/>
            <pc:sldMk cId="2927792011" sldId="9833"/>
            <ac:spMk id="2" creationId="{D844B46B-66FB-4F76-8B0E-37D7D4617D33}"/>
          </ac:spMkLst>
        </pc:spChg>
        <pc:spChg chg="mod">
          <ac:chgData name="Macher, Andreas (DI FA CTR PLC PPM)" userId="f1dcac62-7bef-43eb-91f0-927336a1714f" providerId="ADAL" clId="{E8BBB977-0052-46D3-8D53-F26BB6C5E194}" dt="2022-11-26T18:19:43.004" v="37" actId="790"/>
          <ac:spMkLst>
            <pc:docMk/>
            <pc:sldMk cId="2927792011" sldId="9833"/>
            <ac:spMk id="3" creationId="{06245AF5-1AE3-49EC-B4ED-2C4EC9A6E5FC}"/>
          </ac:spMkLst>
        </pc:spChg>
        <pc:spChg chg="mod">
          <ac:chgData name="Macher, Andreas (DI FA CTR PLC PPM)" userId="f1dcac62-7bef-43eb-91f0-927336a1714f" providerId="ADAL" clId="{E8BBB977-0052-46D3-8D53-F26BB6C5E194}" dt="2022-11-26T18:19:43.004" v="37" actId="790"/>
          <ac:spMkLst>
            <pc:docMk/>
            <pc:sldMk cId="2927792011" sldId="9833"/>
            <ac:spMk id="4" creationId="{59CA34EA-4792-9B73-9FCB-6C0D4AE3F30D}"/>
          </ac:spMkLst>
        </pc:spChg>
        <pc:spChg chg="mod">
          <ac:chgData name="Macher, Andreas (DI FA CTR PLC PPM)" userId="f1dcac62-7bef-43eb-91f0-927336a1714f" providerId="ADAL" clId="{E8BBB977-0052-46D3-8D53-F26BB6C5E194}" dt="2022-11-26T18:37:48.183" v="143" actId="20577"/>
          <ac:spMkLst>
            <pc:docMk/>
            <pc:sldMk cId="2927792011" sldId="9833"/>
            <ac:spMk id="5" creationId="{A38F6808-4085-423A-A99A-9DC01B1678CB}"/>
          </ac:spMkLst>
        </pc:spChg>
        <pc:spChg chg="mod">
          <ac:chgData name="Macher, Andreas (DI FA CTR PLC PPM)" userId="f1dcac62-7bef-43eb-91f0-927336a1714f" providerId="ADAL" clId="{E8BBB977-0052-46D3-8D53-F26BB6C5E194}" dt="2022-11-26T18:19:43.004" v="37" actId="790"/>
          <ac:spMkLst>
            <pc:docMk/>
            <pc:sldMk cId="2927792011" sldId="9833"/>
            <ac:spMk id="6" creationId="{3148748C-847D-C8C3-8852-8210D6336767}"/>
          </ac:spMkLst>
        </pc:spChg>
        <pc:spChg chg="mod">
          <ac:chgData name="Macher, Andreas (DI FA CTR PLC PPM)" userId="f1dcac62-7bef-43eb-91f0-927336a1714f" providerId="ADAL" clId="{E8BBB977-0052-46D3-8D53-F26BB6C5E194}" dt="2022-11-26T18:19:43.004" v="37" actId="790"/>
          <ac:spMkLst>
            <pc:docMk/>
            <pc:sldMk cId="2927792011" sldId="9833"/>
            <ac:spMk id="10" creationId="{DEFA907D-CD11-D4CB-8FBC-A6666DF95B28}"/>
          </ac:spMkLst>
        </pc:spChg>
        <pc:spChg chg="mod">
          <ac:chgData name="Macher, Andreas (DI FA CTR PLC PPM)" userId="f1dcac62-7bef-43eb-91f0-927336a1714f" providerId="ADAL" clId="{E8BBB977-0052-46D3-8D53-F26BB6C5E194}" dt="2022-11-26T18:19:43.004" v="37" actId="790"/>
          <ac:spMkLst>
            <pc:docMk/>
            <pc:sldMk cId="2927792011" sldId="9833"/>
            <ac:spMk id="11" creationId="{BDEB1F14-BABC-0BFE-1823-97A5746B8EDD}"/>
          </ac:spMkLst>
        </pc:spChg>
        <pc:spChg chg="mod">
          <ac:chgData name="Macher, Andreas (DI FA CTR PLC PPM)" userId="f1dcac62-7bef-43eb-91f0-927336a1714f" providerId="ADAL" clId="{E8BBB977-0052-46D3-8D53-F26BB6C5E194}" dt="2022-11-26T18:19:43.004" v="37" actId="790"/>
          <ac:spMkLst>
            <pc:docMk/>
            <pc:sldMk cId="2927792011" sldId="9833"/>
            <ac:spMk id="12" creationId="{6A394810-61B9-E0FD-DCB7-ED6AC6D10436}"/>
          </ac:spMkLst>
        </pc:spChg>
        <pc:spChg chg="mod">
          <ac:chgData name="Macher, Andreas (DI FA CTR PLC PPM)" userId="f1dcac62-7bef-43eb-91f0-927336a1714f" providerId="ADAL" clId="{E8BBB977-0052-46D3-8D53-F26BB6C5E194}" dt="2022-11-26T18:19:43.004" v="37" actId="790"/>
          <ac:spMkLst>
            <pc:docMk/>
            <pc:sldMk cId="2927792011" sldId="9833"/>
            <ac:spMk id="13" creationId="{04D64973-D549-F267-54BD-33EF3696BE1F}"/>
          </ac:spMkLst>
        </pc:spChg>
        <pc:spChg chg="del mod">
          <ac:chgData name="Macher, Andreas (DI FA CTR PLC PPM)" userId="f1dcac62-7bef-43eb-91f0-927336a1714f" providerId="ADAL" clId="{E8BBB977-0052-46D3-8D53-F26BB6C5E194}" dt="2022-11-30T12:30:02.782" v="381" actId="478"/>
          <ac:spMkLst>
            <pc:docMk/>
            <pc:sldMk cId="2927792011" sldId="9833"/>
            <ac:spMk id="14" creationId="{DAA0BF11-B92B-5FCB-AF05-E01ADE34A052}"/>
          </ac:spMkLst>
        </pc:spChg>
        <pc:grpChg chg="mod">
          <ac:chgData name="Macher, Andreas (DI FA CTR PLC PPM)" userId="f1dcac62-7bef-43eb-91f0-927336a1714f" providerId="ADAL" clId="{E8BBB977-0052-46D3-8D53-F26BB6C5E194}" dt="2022-11-26T18:19:26.125" v="34" actId="1036"/>
          <ac:grpSpMkLst>
            <pc:docMk/>
            <pc:sldMk cId="2927792011" sldId="9833"/>
            <ac:grpSpMk id="9" creationId="{27A92C2F-D47D-57BB-8D48-72EC2F30F9AE}"/>
          </ac:grpSpMkLst>
        </pc:grpChg>
      </pc:sldChg>
      <pc:sldChg chg="modSp add mod">
        <pc:chgData name="Macher, Andreas (DI FA CTR PLC PPM)" userId="f1dcac62-7bef-43eb-91f0-927336a1714f" providerId="ADAL" clId="{E8BBB977-0052-46D3-8D53-F26BB6C5E194}" dt="2022-12-08T14:53:52.489" v="396"/>
        <pc:sldMkLst>
          <pc:docMk/>
          <pc:sldMk cId="1169606922" sldId="9834"/>
        </pc:sldMkLst>
        <pc:spChg chg="mod">
          <ac:chgData name="Macher, Andreas (DI FA CTR PLC PPM)" userId="f1dcac62-7bef-43eb-91f0-927336a1714f" providerId="ADAL" clId="{E8BBB977-0052-46D3-8D53-F26BB6C5E194}" dt="2022-11-28T13:57:23.635" v="289" actId="113"/>
          <ac:spMkLst>
            <pc:docMk/>
            <pc:sldMk cId="1169606922" sldId="9834"/>
            <ac:spMk id="3" creationId="{BF7D4BB2-A382-DABA-D929-7F5FC08A53D0}"/>
          </ac:spMkLst>
        </pc:spChg>
        <pc:spChg chg="mod">
          <ac:chgData name="Macher, Andreas (DI FA CTR PLC PPM)" userId="f1dcac62-7bef-43eb-91f0-927336a1714f" providerId="ADAL" clId="{E8BBB977-0052-46D3-8D53-F26BB6C5E194}" dt="2022-11-28T13:54:35.639" v="206" actId="790"/>
          <ac:spMkLst>
            <pc:docMk/>
            <pc:sldMk cId="1169606922" sldId="9834"/>
            <ac:spMk id="4" creationId="{00000000-0000-0000-0000-000000000000}"/>
          </ac:spMkLst>
        </pc:spChg>
        <pc:spChg chg="mod">
          <ac:chgData name="Macher, Andreas (DI FA CTR PLC PPM)" userId="f1dcac62-7bef-43eb-91f0-927336a1714f" providerId="ADAL" clId="{E8BBB977-0052-46D3-8D53-F26BB6C5E194}" dt="2022-12-08T14:53:52.489" v="396"/>
          <ac:spMkLst>
            <pc:docMk/>
            <pc:sldMk cId="1169606922" sldId="9834"/>
            <ac:spMk id="5" creationId="{48728F41-6187-45BF-9CF4-A5BB263B0080}"/>
          </ac:spMkLst>
        </pc:spChg>
        <pc:spChg chg="mod">
          <ac:chgData name="Macher, Andreas (DI FA CTR PLC PPM)" userId="f1dcac62-7bef-43eb-91f0-927336a1714f" providerId="ADAL" clId="{E8BBB977-0052-46D3-8D53-F26BB6C5E194}" dt="2022-11-28T13:56:28.947" v="281"/>
          <ac:spMkLst>
            <pc:docMk/>
            <pc:sldMk cId="1169606922" sldId="9834"/>
            <ac:spMk id="22" creationId="{C9EEA922-B3A4-362D-BD95-279D137D92C0}"/>
          </ac:spMkLst>
        </pc:spChg>
        <pc:spChg chg="mod">
          <ac:chgData name="Macher, Andreas (DI FA CTR PLC PPM)" userId="f1dcac62-7bef-43eb-91f0-927336a1714f" providerId="ADAL" clId="{E8BBB977-0052-46D3-8D53-F26BB6C5E194}" dt="2022-11-28T13:56:24.505" v="280" actId="20577"/>
          <ac:spMkLst>
            <pc:docMk/>
            <pc:sldMk cId="1169606922" sldId="9834"/>
            <ac:spMk id="23" creationId="{67FD6E9D-7208-A1D1-46F5-69F6272B80A5}"/>
          </ac:spMkLst>
        </pc:spChg>
        <pc:spChg chg="mod">
          <ac:chgData name="Macher, Andreas (DI FA CTR PLC PPM)" userId="f1dcac62-7bef-43eb-91f0-927336a1714f" providerId="ADAL" clId="{E8BBB977-0052-46D3-8D53-F26BB6C5E194}" dt="2022-11-28T13:56:48.699" v="284" actId="6549"/>
          <ac:spMkLst>
            <pc:docMk/>
            <pc:sldMk cId="1169606922" sldId="9834"/>
            <ac:spMk id="24" creationId="{D0EAA846-DA45-E08B-9D16-4A1DD2521CCA}"/>
          </ac:spMkLst>
        </pc:spChg>
        <pc:spChg chg="mod">
          <ac:chgData name="Macher, Andreas (DI FA CTR PLC PPM)" userId="f1dcac62-7bef-43eb-91f0-927336a1714f" providerId="ADAL" clId="{E8BBB977-0052-46D3-8D53-F26BB6C5E194}" dt="2022-11-28T13:56:08.319" v="253" actId="790"/>
          <ac:spMkLst>
            <pc:docMk/>
            <pc:sldMk cId="1169606922" sldId="9834"/>
            <ac:spMk id="27" creationId="{8F355E81-DC5E-0E3F-3FB4-C2B19F8529BA}"/>
          </ac:spMkLst>
        </pc:spChg>
        <pc:spChg chg="mod">
          <ac:chgData name="Macher, Andreas (DI FA CTR PLC PPM)" userId="f1dcac62-7bef-43eb-91f0-927336a1714f" providerId="ADAL" clId="{E8BBB977-0052-46D3-8D53-F26BB6C5E194}" dt="2022-11-28T13:56:08.319" v="253" actId="790"/>
          <ac:spMkLst>
            <pc:docMk/>
            <pc:sldMk cId="1169606922" sldId="9834"/>
            <ac:spMk id="30" creationId="{31CBA463-B0FD-5017-B471-3866D8F126F7}"/>
          </ac:spMkLst>
        </pc:spChg>
        <pc:spChg chg="mod">
          <ac:chgData name="Macher, Andreas (DI FA CTR PLC PPM)" userId="f1dcac62-7bef-43eb-91f0-927336a1714f" providerId="ADAL" clId="{E8BBB977-0052-46D3-8D53-F26BB6C5E194}" dt="2022-11-28T13:56:08.319" v="253" actId="790"/>
          <ac:spMkLst>
            <pc:docMk/>
            <pc:sldMk cId="1169606922" sldId="9834"/>
            <ac:spMk id="37" creationId="{977DD7DD-52D8-AA77-C903-2F9B5098054D}"/>
          </ac:spMkLst>
        </pc:spChg>
        <pc:spChg chg="mod">
          <ac:chgData name="Macher, Andreas (DI FA CTR PLC PPM)" userId="f1dcac62-7bef-43eb-91f0-927336a1714f" providerId="ADAL" clId="{E8BBB977-0052-46D3-8D53-F26BB6C5E194}" dt="2022-11-28T13:56:08.319" v="253" actId="790"/>
          <ac:spMkLst>
            <pc:docMk/>
            <pc:sldMk cId="1169606922" sldId="9834"/>
            <ac:spMk id="61" creationId="{60626C85-67B3-6889-C761-7B38A2C44830}"/>
          </ac:spMkLst>
        </pc:spChg>
        <pc:spChg chg="mod">
          <ac:chgData name="Macher, Andreas (DI FA CTR PLC PPM)" userId="f1dcac62-7bef-43eb-91f0-927336a1714f" providerId="ADAL" clId="{E8BBB977-0052-46D3-8D53-F26BB6C5E194}" dt="2022-11-28T13:56:08.319" v="253" actId="790"/>
          <ac:spMkLst>
            <pc:docMk/>
            <pc:sldMk cId="1169606922" sldId="9834"/>
            <ac:spMk id="75" creationId="{210F37D0-825C-D839-F2AB-07E1421BF852}"/>
          </ac:spMkLst>
        </pc:spChg>
        <pc:spChg chg="mod">
          <ac:chgData name="Macher, Andreas (DI FA CTR PLC PPM)" userId="f1dcac62-7bef-43eb-91f0-927336a1714f" providerId="ADAL" clId="{E8BBB977-0052-46D3-8D53-F26BB6C5E194}" dt="2022-11-28T13:56:08.319" v="253" actId="790"/>
          <ac:spMkLst>
            <pc:docMk/>
            <pc:sldMk cId="1169606922" sldId="9834"/>
            <ac:spMk id="82" creationId="{957B73DC-717F-3FBC-AFFA-F20472A586F2}"/>
          </ac:spMkLst>
        </pc:spChg>
      </pc:sldChg>
      <pc:sldMasterChg chg="modSp modSldLayout">
        <pc:chgData name="Macher, Andreas (DI FA CTR PLC PPM)" userId="f1dcac62-7bef-43eb-91f0-927336a1714f" providerId="ADAL" clId="{E8BBB977-0052-46D3-8D53-F26BB6C5E194}" dt="2022-12-08T14:53:52.489" v="396"/>
        <pc:sldMasterMkLst>
          <pc:docMk/>
          <pc:sldMasterMk cId="1698585145" sldId="2147483648"/>
        </pc:sldMasterMkLst>
        <pc:spChg chg="mod">
          <ac:chgData name="Macher, Andreas (DI FA CTR PLC PPM)" userId="f1dcac62-7bef-43eb-91f0-927336a1714f" providerId="ADAL" clId="{E8BBB977-0052-46D3-8D53-F26BB6C5E194}" dt="2022-12-08T14:53:52.489" v="396"/>
          <ac:spMkLst>
            <pc:docMk/>
            <pc:sldMasterMk cId="1698585145" sldId="2147483648"/>
            <ac:spMk id="5" creationId="{4F5CAFE5-0972-49AB-B42B-7C613C153AFE}"/>
          </ac:spMkLst>
        </pc:spChg>
        <pc:sldLayoutChg chg="modSp">
          <pc:chgData name="Macher, Andreas (DI FA CTR PLC PPM)" userId="f1dcac62-7bef-43eb-91f0-927336a1714f" providerId="ADAL" clId="{E8BBB977-0052-46D3-8D53-F26BB6C5E194}" dt="2022-12-08T14:53:52.489" v="396"/>
          <pc:sldLayoutMkLst>
            <pc:docMk/>
            <pc:sldMasterMk cId="1698585145" sldId="2147483648"/>
            <pc:sldLayoutMk cId="1842942607" sldId="2147483650"/>
          </pc:sldLayoutMkLst>
          <pc:spChg chg="mod">
            <ac:chgData name="Macher, Andreas (DI FA CTR PLC PPM)" userId="f1dcac62-7bef-43eb-91f0-927336a1714f" providerId="ADAL" clId="{E8BBB977-0052-46D3-8D53-F26BB6C5E194}" dt="2022-12-08T14:53:52.489" v="396"/>
            <ac:spMkLst>
              <pc:docMk/>
              <pc:sldMasterMk cId="1698585145" sldId="2147483648"/>
              <pc:sldLayoutMk cId="1842942607" sldId="2147483650"/>
              <ac:spMk id="5" creationId="{E519D384-FA09-4D60-95A8-589F157A93F4}"/>
            </ac:spMkLst>
          </pc:spChg>
        </pc:sldLayoutChg>
        <pc:sldLayoutChg chg="modSp">
          <pc:chgData name="Macher, Andreas (DI FA CTR PLC PPM)" userId="f1dcac62-7bef-43eb-91f0-927336a1714f" providerId="ADAL" clId="{E8BBB977-0052-46D3-8D53-F26BB6C5E194}" dt="2022-12-08T14:53:52.489" v="396"/>
          <pc:sldLayoutMkLst>
            <pc:docMk/>
            <pc:sldMasterMk cId="1698585145" sldId="2147483648"/>
            <pc:sldLayoutMk cId="2943002918" sldId="2147483655"/>
          </pc:sldLayoutMkLst>
          <pc:spChg chg="mod">
            <ac:chgData name="Macher, Andreas (DI FA CTR PLC PPM)" userId="f1dcac62-7bef-43eb-91f0-927336a1714f" providerId="ADAL" clId="{E8BBB977-0052-46D3-8D53-F26BB6C5E194}" dt="2022-12-08T14:53:52.489" v="396"/>
            <ac:spMkLst>
              <pc:docMk/>
              <pc:sldMasterMk cId="1698585145" sldId="2147483648"/>
              <pc:sldLayoutMk cId="2943002918" sldId="2147483655"/>
              <ac:spMk id="9" creationId="{8C6E0B19-DC70-4D19-9A56-05E87567F196}"/>
            </ac:spMkLst>
          </pc:spChg>
        </pc:sldLayoutChg>
        <pc:sldLayoutChg chg="modSp">
          <pc:chgData name="Macher, Andreas (DI FA CTR PLC PPM)" userId="f1dcac62-7bef-43eb-91f0-927336a1714f" providerId="ADAL" clId="{E8BBB977-0052-46D3-8D53-F26BB6C5E194}" dt="2022-12-08T14:53:52.489" v="396"/>
          <pc:sldLayoutMkLst>
            <pc:docMk/>
            <pc:sldMasterMk cId="1698585145" sldId="2147483648"/>
            <pc:sldLayoutMk cId="4100799088" sldId="2147483678"/>
          </pc:sldLayoutMkLst>
          <pc:spChg chg="mod">
            <ac:chgData name="Macher, Andreas (DI FA CTR PLC PPM)" userId="f1dcac62-7bef-43eb-91f0-927336a1714f" providerId="ADAL" clId="{E8BBB977-0052-46D3-8D53-F26BB6C5E194}" dt="2022-12-08T14:53:52.489" v="396"/>
            <ac:spMkLst>
              <pc:docMk/>
              <pc:sldMasterMk cId="1698585145" sldId="2147483648"/>
              <pc:sldLayoutMk cId="4100799088" sldId="2147483678"/>
              <ac:spMk id="8" creationId="{3279A350-3BB2-4CA2-A422-8F5A951F6F64}"/>
            </ac:spMkLst>
          </pc:spChg>
        </pc:sldLayoutChg>
        <pc:sldLayoutChg chg="modSp">
          <pc:chgData name="Macher, Andreas (DI FA CTR PLC PPM)" userId="f1dcac62-7bef-43eb-91f0-927336a1714f" providerId="ADAL" clId="{E8BBB977-0052-46D3-8D53-F26BB6C5E194}" dt="2022-12-08T14:53:52.489" v="396"/>
          <pc:sldLayoutMkLst>
            <pc:docMk/>
            <pc:sldMasterMk cId="1698585145" sldId="2147483648"/>
            <pc:sldLayoutMk cId="674823635" sldId="2147483708"/>
          </pc:sldLayoutMkLst>
          <pc:spChg chg="mod">
            <ac:chgData name="Macher, Andreas (DI FA CTR PLC PPM)" userId="f1dcac62-7bef-43eb-91f0-927336a1714f" providerId="ADAL" clId="{E8BBB977-0052-46D3-8D53-F26BB6C5E194}" dt="2022-12-08T14:53:52.489" v="396"/>
            <ac:spMkLst>
              <pc:docMk/>
              <pc:sldMasterMk cId="1698585145" sldId="2147483648"/>
              <pc:sldLayoutMk cId="674823635" sldId="2147483708"/>
              <ac:spMk id="5" creationId="{16495290-0795-4AB1-8AEA-2BB786783622}"/>
            </ac:spMkLst>
          </pc:spChg>
        </pc:sldLayoutChg>
      </pc:sldMasterChg>
    </pc:docChg>
  </pc:docChgLst>
  <pc:docChgLst>
    <pc:chgData name="Macher, Andreas (DI FA CTR PLC PPM)" userId="f1dcac62-7bef-43eb-91f0-927336a1714f" providerId="ADAL" clId="{42A619FA-2A58-4939-A31C-66F034B72B9C}"/>
    <pc:docChg chg="undo redo custSel addSld delSld modSld sldOrd modMainMaster modSection">
      <pc:chgData name="Macher, Andreas (DI FA CTR PLC PPM)" userId="f1dcac62-7bef-43eb-91f0-927336a1714f" providerId="ADAL" clId="{42A619FA-2A58-4939-A31C-66F034B72B9C}" dt="2022-11-25T17:46:45.567" v="7343" actId="478"/>
      <pc:docMkLst>
        <pc:docMk/>
      </pc:docMkLst>
      <pc:sldChg chg="modSp">
        <pc:chgData name="Macher, Andreas (DI FA CTR PLC PPM)" userId="f1dcac62-7bef-43eb-91f0-927336a1714f" providerId="ADAL" clId="{42A619FA-2A58-4939-A31C-66F034B72B9C}" dt="2022-11-25T17:43:56.265" v="7286"/>
        <pc:sldMkLst>
          <pc:docMk/>
          <pc:sldMk cId="3044083358" sldId="268"/>
        </pc:sldMkLst>
        <pc:spChg chg="mod">
          <ac:chgData name="Macher, Andreas (DI FA CTR PLC PPM)" userId="f1dcac62-7bef-43eb-91f0-927336a1714f" providerId="ADAL" clId="{42A619FA-2A58-4939-A31C-66F034B72B9C}" dt="2022-11-25T17:43:56.265" v="7286"/>
          <ac:spMkLst>
            <pc:docMk/>
            <pc:sldMk cId="3044083358" sldId="268"/>
            <ac:spMk id="2" creationId="{7D86EBFB-CE6A-4758-896A-AAD8E1D08CC8}"/>
          </ac:spMkLst>
        </pc:spChg>
      </pc:sldChg>
      <pc:sldChg chg="addSp delSp modSp del mod">
        <pc:chgData name="Macher, Andreas (DI FA CTR PLC PPM)" userId="f1dcac62-7bef-43eb-91f0-927336a1714f" providerId="ADAL" clId="{42A619FA-2A58-4939-A31C-66F034B72B9C}" dt="2022-08-10T15:01:18.308" v="1103" actId="47"/>
        <pc:sldMkLst>
          <pc:docMk/>
          <pc:sldMk cId="1880746461" sldId="271"/>
        </pc:sldMkLst>
        <pc:spChg chg="mod">
          <ac:chgData name="Macher, Andreas (DI FA CTR PLC PPM)" userId="f1dcac62-7bef-43eb-91f0-927336a1714f" providerId="ADAL" clId="{42A619FA-2A58-4939-A31C-66F034B72B9C}" dt="2022-08-09T12:36:23.725" v="179" actId="1036"/>
          <ac:spMkLst>
            <pc:docMk/>
            <pc:sldMk cId="1880746461" sldId="271"/>
            <ac:spMk id="7" creationId="{A46C4B78-1C9A-B8D1-43C0-7AB25036EF41}"/>
          </ac:spMkLst>
        </pc:spChg>
        <pc:spChg chg="mod">
          <ac:chgData name="Macher, Andreas (DI FA CTR PLC PPM)" userId="f1dcac62-7bef-43eb-91f0-927336a1714f" providerId="ADAL" clId="{42A619FA-2A58-4939-A31C-66F034B72B9C}" dt="2022-08-09T12:36:23.725" v="179" actId="1036"/>
          <ac:spMkLst>
            <pc:docMk/>
            <pc:sldMk cId="1880746461" sldId="271"/>
            <ac:spMk id="8" creationId="{6E50712F-4B1E-4503-B810-6CD6AAEAC17E}"/>
          </ac:spMkLst>
        </pc:spChg>
        <pc:spChg chg="mod">
          <ac:chgData name="Macher, Andreas (DI FA CTR PLC PPM)" userId="f1dcac62-7bef-43eb-91f0-927336a1714f" providerId="ADAL" clId="{42A619FA-2A58-4939-A31C-66F034B72B9C}" dt="2022-08-09T12:36:23.725" v="179" actId="1036"/>
          <ac:spMkLst>
            <pc:docMk/>
            <pc:sldMk cId="1880746461" sldId="271"/>
            <ac:spMk id="16" creationId="{00000000-0000-0000-0000-000000000000}"/>
          </ac:spMkLst>
        </pc:spChg>
        <pc:spChg chg="mod">
          <ac:chgData name="Macher, Andreas (DI FA CTR PLC PPM)" userId="f1dcac62-7bef-43eb-91f0-927336a1714f" providerId="ADAL" clId="{42A619FA-2A58-4939-A31C-66F034B72B9C}" dt="2022-08-09T12:36:23.725" v="179" actId="1036"/>
          <ac:spMkLst>
            <pc:docMk/>
            <pc:sldMk cId="1880746461" sldId="271"/>
            <ac:spMk id="17" creationId="{00000000-0000-0000-0000-000000000000}"/>
          </ac:spMkLst>
        </pc:spChg>
        <pc:spChg chg="mod">
          <ac:chgData name="Macher, Andreas (DI FA CTR PLC PPM)" userId="f1dcac62-7bef-43eb-91f0-927336a1714f" providerId="ADAL" clId="{42A619FA-2A58-4939-A31C-66F034B72B9C}" dt="2022-08-09T12:36:23.725" v="179" actId="1036"/>
          <ac:spMkLst>
            <pc:docMk/>
            <pc:sldMk cId="1880746461" sldId="271"/>
            <ac:spMk id="19" creationId="{00000000-0000-0000-0000-000000000000}"/>
          </ac:spMkLst>
        </pc:spChg>
        <pc:spChg chg="mod">
          <ac:chgData name="Macher, Andreas (DI FA CTR PLC PPM)" userId="f1dcac62-7bef-43eb-91f0-927336a1714f" providerId="ADAL" clId="{42A619FA-2A58-4939-A31C-66F034B72B9C}" dt="2022-08-09T12:36:55.075" v="202" actId="1035"/>
          <ac:spMkLst>
            <pc:docMk/>
            <pc:sldMk cId="1880746461" sldId="271"/>
            <ac:spMk id="20" creationId="{00000000-0000-0000-0000-000000000000}"/>
          </ac:spMkLst>
        </pc:spChg>
        <pc:spChg chg="mod">
          <ac:chgData name="Macher, Andreas (DI FA CTR PLC PPM)" userId="f1dcac62-7bef-43eb-91f0-927336a1714f" providerId="ADAL" clId="{42A619FA-2A58-4939-A31C-66F034B72B9C}" dt="2022-08-09T12:36:23.725" v="179" actId="1036"/>
          <ac:spMkLst>
            <pc:docMk/>
            <pc:sldMk cId="1880746461" sldId="271"/>
            <ac:spMk id="32" creationId="{00000000-0000-0000-0000-000000000000}"/>
          </ac:spMkLst>
        </pc:spChg>
        <pc:spChg chg="mod">
          <ac:chgData name="Macher, Andreas (DI FA CTR PLC PPM)" userId="f1dcac62-7bef-43eb-91f0-927336a1714f" providerId="ADAL" clId="{42A619FA-2A58-4939-A31C-66F034B72B9C}" dt="2022-08-09T12:36:23.725" v="179" actId="1036"/>
          <ac:spMkLst>
            <pc:docMk/>
            <pc:sldMk cId="1880746461" sldId="271"/>
            <ac:spMk id="33" creationId="{00000000-0000-0000-0000-000000000000}"/>
          </ac:spMkLst>
        </pc:spChg>
        <pc:spChg chg="mod">
          <ac:chgData name="Macher, Andreas (DI FA CTR PLC PPM)" userId="f1dcac62-7bef-43eb-91f0-927336a1714f" providerId="ADAL" clId="{42A619FA-2A58-4939-A31C-66F034B72B9C}" dt="2022-08-09T12:36:23.725" v="179" actId="1036"/>
          <ac:spMkLst>
            <pc:docMk/>
            <pc:sldMk cId="1880746461" sldId="271"/>
            <ac:spMk id="34" creationId="{00000000-0000-0000-0000-000000000000}"/>
          </ac:spMkLst>
        </pc:spChg>
        <pc:spChg chg="mod">
          <ac:chgData name="Macher, Andreas (DI FA CTR PLC PPM)" userId="f1dcac62-7bef-43eb-91f0-927336a1714f" providerId="ADAL" clId="{42A619FA-2A58-4939-A31C-66F034B72B9C}" dt="2022-08-09T12:36:23.725" v="179" actId="1036"/>
          <ac:spMkLst>
            <pc:docMk/>
            <pc:sldMk cId="1880746461" sldId="271"/>
            <ac:spMk id="35" creationId="{00000000-0000-0000-0000-000000000000}"/>
          </ac:spMkLst>
        </pc:spChg>
        <pc:spChg chg="mod">
          <ac:chgData name="Macher, Andreas (DI FA CTR PLC PPM)" userId="f1dcac62-7bef-43eb-91f0-927336a1714f" providerId="ADAL" clId="{42A619FA-2A58-4939-A31C-66F034B72B9C}" dt="2022-08-09T12:36:55.075" v="202" actId="1035"/>
          <ac:spMkLst>
            <pc:docMk/>
            <pc:sldMk cId="1880746461" sldId="271"/>
            <ac:spMk id="41" creationId="{00000000-0000-0000-0000-000000000000}"/>
          </ac:spMkLst>
        </pc:spChg>
        <pc:spChg chg="mod">
          <ac:chgData name="Macher, Andreas (DI FA CTR PLC PPM)" userId="f1dcac62-7bef-43eb-91f0-927336a1714f" providerId="ADAL" clId="{42A619FA-2A58-4939-A31C-66F034B72B9C}" dt="2022-08-09T12:36:38.107" v="183" actId="1035"/>
          <ac:spMkLst>
            <pc:docMk/>
            <pc:sldMk cId="1880746461" sldId="271"/>
            <ac:spMk id="64" creationId="{00000000-0000-0000-0000-000000000000}"/>
          </ac:spMkLst>
        </pc:spChg>
        <pc:spChg chg="mod">
          <ac:chgData name="Macher, Andreas (DI FA CTR PLC PPM)" userId="f1dcac62-7bef-43eb-91f0-927336a1714f" providerId="ADAL" clId="{42A619FA-2A58-4939-A31C-66F034B72B9C}" dt="2022-08-09T12:36:38.107" v="183" actId="1035"/>
          <ac:spMkLst>
            <pc:docMk/>
            <pc:sldMk cId="1880746461" sldId="271"/>
            <ac:spMk id="65" creationId="{00000000-0000-0000-0000-000000000000}"/>
          </ac:spMkLst>
        </pc:spChg>
        <pc:spChg chg="mod">
          <ac:chgData name="Macher, Andreas (DI FA CTR PLC PPM)" userId="f1dcac62-7bef-43eb-91f0-927336a1714f" providerId="ADAL" clId="{42A619FA-2A58-4939-A31C-66F034B72B9C}" dt="2022-08-09T12:36:38.107" v="183" actId="1035"/>
          <ac:spMkLst>
            <pc:docMk/>
            <pc:sldMk cId="1880746461" sldId="271"/>
            <ac:spMk id="66" creationId="{00000000-0000-0000-0000-000000000000}"/>
          </ac:spMkLst>
        </pc:spChg>
        <pc:spChg chg="mod">
          <ac:chgData name="Macher, Andreas (DI FA CTR PLC PPM)" userId="f1dcac62-7bef-43eb-91f0-927336a1714f" providerId="ADAL" clId="{42A619FA-2A58-4939-A31C-66F034B72B9C}" dt="2022-08-09T12:36:38.107" v="183" actId="1035"/>
          <ac:spMkLst>
            <pc:docMk/>
            <pc:sldMk cId="1880746461" sldId="271"/>
            <ac:spMk id="67" creationId="{00000000-0000-0000-0000-000000000000}"/>
          </ac:spMkLst>
        </pc:spChg>
        <pc:spChg chg="mod">
          <ac:chgData name="Macher, Andreas (DI FA CTR PLC PPM)" userId="f1dcac62-7bef-43eb-91f0-927336a1714f" providerId="ADAL" clId="{42A619FA-2A58-4939-A31C-66F034B72B9C}" dt="2022-08-09T12:36:38.107" v="183" actId="1035"/>
          <ac:spMkLst>
            <pc:docMk/>
            <pc:sldMk cId="1880746461" sldId="271"/>
            <ac:spMk id="68" creationId="{00000000-0000-0000-0000-000000000000}"/>
          </ac:spMkLst>
        </pc:spChg>
        <pc:spChg chg="mod">
          <ac:chgData name="Macher, Andreas (DI FA CTR PLC PPM)" userId="f1dcac62-7bef-43eb-91f0-927336a1714f" providerId="ADAL" clId="{42A619FA-2A58-4939-A31C-66F034B72B9C}" dt="2022-08-09T12:36:38.107" v="183" actId="1035"/>
          <ac:spMkLst>
            <pc:docMk/>
            <pc:sldMk cId="1880746461" sldId="271"/>
            <ac:spMk id="69" creationId="{00000000-0000-0000-0000-000000000000}"/>
          </ac:spMkLst>
        </pc:spChg>
        <pc:spChg chg="mod">
          <ac:chgData name="Macher, Andreas (DI FA CTR PLC PPM)" userId="f1dcac62-7bef-43eb-91f0-927336a1714f" providerId="ADAL" clId="{42A619FA-2A58-4939-A31C-66F034B72B9C}" dt="2022-08-09T12:36:38.107" v="183" actId="1035"/>
          <ac:spMkLst>
            <pc:docMk/>
            <pc:sldMk cId="1880746461" sldId="271"/>
            <ac:spMk id="71" creationId="{00000000-0000-0000-0000-000000000000}"/>
          </ac:spMkLst>
        </pc:spChg>
        <pc:spChg chg="mod">
          <ac:chgData name="Macher, Andreas (DI FA CTR PLC PPM)" userId="f1dcac62-7bef-43eb-91f0-927336a1714f" providerId="ADAL" clId="{42A619FA-2A58-4939-A31C-66F034B72B9C}" dt="2022-08-09T12:36:38.107" v="183" actId="1035"/>
          <ac:spMkLst>
            <pc:docMk/>
            <pc:sldMk cId="1880746461" sldId="271"/>
            <ac:spMk id="72" creationId="{00000000-0000-0000-0000-000000000000}"/>
          </ac:spMkLst>
        </pc:spChg>
        <pc:spChg chg="mod">
          <ac:chgData name="Macher, Andreas (DI FA CTR PLC PPM)" userId="f1dcac62-7bef-43eb-91f0-927336a1714f" providerId="ADAL" clId="{42A619FA-2A58-4939-A31C-66F034B72B9C}" dt="2022-08-09T12:36:55.075" v="202" actId="1035"/>
          <ac:spMkLst>
            <pc:docMk/>
            <pc:sldMk cId="1880746461" sldId="271"/>
            <ac:spMk id="75" creationId="{00000000-0000-0000-0000-000000000000}"/>
          </ac:spMkLst>
        </pc:spChg>
        <pc:spChg chg="mod">
          <ac:chgData name="Macher, Andreas (DI FA CTR PLC PPM)" userId="f1dcac62-7bef-43eb-91f0-927336a1714f" providerId="ADAL" clId="{42A619FA-2A58-4939-A31C-66F034B72B9C}" dt="2022-08-09T12:37:16.805" v="203" actId="554"/>
          <ac:spMkLst>
            <pc:docMk/>
            <pc:sldMk cId="1880746461" sldId="271"/>
            <ac:spMk id="88" creationId="{A74DA6F0-3F0A-12B3-8692-1D86E34D852E}"/>
          </ac:spMkLst>
        </pc:spChg>
        <pc:spChg chg="mod">
          <ac:chgData name="Macher, Andreas (DI FA CTR PLC PPM)" userId="f1dcac62-7bef-43eb-91f0-927336a1714f" providerId="ADAL" clId="{42A619FA-2A58-4939-A31C-66F034B72B9C}" dt="2022-08-09T12:37:16.805" v="203" actId="554"/>
          <ac:spMkLst>
            <pc:docMk/>
            <pc:sldMk cId="1880746461" sldId="271"/>
            <ac:spMk id="90" creationId="{1083F10D-D4E7-83B0-1864-2E2234B33329}"/>
          </ac:spMkLst>
        </pc:spChg>
        <pc:spChg chg="mod">
          <ac:chgData name="Macher, Andreas (DI FA CTR PLC PPM)" userId="f1dcac62-7bef-43eb-91f0-927336a1714f" providerId="ADAL" clId="{42A619FA-2A58-4939-A31C-66F034B72B9C}" dt="2022-08-09T12:37:16.805" v="203" actId="554"/>
          <ac:spMkLst>
            <pc:docMk/>
            <pc:sldMk cId="1880746461" sldId="271"/>
            <ac:spMk id="91" creationId="{65E5D24C-5397-CE1A-0383-3256E99B2798}"/>
          </ac:spMkLst>
        </pc:spChg>
        <pc:spChg chg="del">
          <ac:chgData name="Macher, Andreas (DI FA CTR PLC PPM)" userId="f1dcac62-7bef-43eb-91f0-927336a1714f" providerId="ADAL" clId="{42A619FA-2A58-4939-A31C-66F034B72B9C}" dt="2022-08-09T12:31:55.538" v="16" actId="478"/>
          <ac:spMkLst>
            <pc:docMk/>
            <pc:sldMk cId="1880746461" sldId="271"/>
            <ac:spMk id="92" creationId="{9E0D74BB-6C40-F02B-0E9A-9E2253F603DD}"/>
          </ac:spMkLst>
        </pc:spChg>
        <pc:spChg chg="mod">
          <ac:chgData name="Macher, Andreas (DI FA CTR PLC PPM)" userId="f1dcac62-7bef-43eb-91f0-927336a1714f" providerId="ADAL" clId="{42A619FA-2A58-4939-A31C-66F034B72B9C}" dt="2022-08-09T12:36:23.725" v="179" actId="1036"/>
          <ac:spMkLst>
            <pc:docMk/>
            <pc:sldMk cId="1880746461" sldId="271"/>
            <ac:spMk id="93" creationId="{242ACA42-B006-3B03-EAA6-9E4260499FF9}"/>
          </ac:spMkLst>
        </pc:spChg>
        <pc:spChg chg="mod">
          <ac:chgData name="Macher, Andreas (DI FA CTR PLC PPM)" userId="f1dcac62-7bef-43eb-91f0-927336a1714f" providerId="ADAL" clId="{42A619FA-2A58-4939-A31C-66F034B72B9C}" dt="2022-08-09T12:36:23.725" v="179" actId="1036"/>
          <ac:spMkLst>
            <pc:docMk/>
            <pc:sldMk cId="1880746461" sldId="271"/>
            <ac:spMk id="94" creationId="{8AD1BF44-3102-9D41-AB10-7220CCDB68E8}"/>
          </ac:spMkLst>
        </pc:spChg>
        <pc:spChg chg="mod">
          <ac:chgData name="Macher, Andreas (DI FA CTR PLC PPM)" userId="f1dcac62-7bef-43eb-91f0-927336a1714f" providerId="ADAL" clId="{42A619FA-2A58-4939-A31C-66F034B72B9C}" dt="2022-08-09T12:36:23.725" v="179" actId="1036"/>
          <ac:spMkLst>
            <pc:docMk/>
            <pc:sldMk cId="1880746461" sldId="271"/>
            <ac:spMk id="95" creationId="{3BE7AD9F-836F-12C9-D81E-5BD9A6FC9937}"/>
          </ac:spMkLst>
        </pc:spChg>
        <pc:spChg chg="mod">
          <ac:chgData name="Macher, Andreas (DI FA CTR PLC PPM)" userId="f1dcac62-7bef-43eb-91f0-927336a1714f" providerId="ADAL" clId="{42A619FA-2A58-4939-A31C-66F034B72B9C}" dt="2022-08-09T12:36:23.725" v="179" actId="1036"/>
          <ac:spMkLst>
            <pc:docMk/>
            <pc:sldMk cId="1880746461" sldId="271"/>
            <ac:spMk id="96" creationId="{EEA8DAE5-7EBC-A21C-B1DF-F30EB5088225}"/>
          </ac:spMkLst>
        </pc:spChg>
        <pc:spChg chg="mod">
          <ac:chgData name="Macher, Andreas (DI FA CTR PLC PPM)" userId="f1dcac62-7bef-43eb-91f0-927336a1714f" providerId="ADAL" clId="{42A619FA-2A58-4939-A31C-66F034B72B9C}" dt="2022-08-09T12:36:38.107" v="183" actId="1035"/>
          <ac:spMkLst>
            <pc:docMk/>
            <pc:sldMk cId="1880746461" sldId="271"/>
            <ac:spMk id="97" creationId="{31D7FF33-7332-9C7E-2303-C57B3C1975B9}"/>
          </ac:spMkLst>
        </pc:spChg>
        <pc:spChg chg="mod">
          <ac:chgData name="Macher, Andreas (DI FA CTR PLC PPM)" userId="f1dcac62-7bef-43eb-91f0-927336a1714f" providerId="ADAL" clId="{42A619FA-2A58-4939-A31C-66F034B72B9C}" dt="2022-08-09T12:36:23.725" v="179" actId="1036"/>
          <ac:spMkLst>
            <pc:docMk/>
            <pc:sldMk cId="1880746461" sldId="271"/>
            <ac:spMk id="99" creationId="{D3B71E9B-4605-5BD7-34EA-9B36522ABE54}"/>
          </ac:spMkLst>
        </pc:spChg>
        <pc:spChg chg="mod">
          <ac:chgData name="Macher, Andreas (DI FA CTR PLC PPM)" userId="f1dcac62-7bef-43eb-91f0-927336a1714f" providerId="ADAL" clId="{42A619FA-2A58-4939-A31C-66F034B72B9C}" dt="2022-08-09T12:36:23.725" v="179" actId="1036"/>
          <ac:spMkLst>
            <pc:docMk/>
            <pc:sldMk cId="1880746461" sldId="271"/>
            <ac:spMk id="100" creationId="{668F7A01-4013-4AF1-6FFF-31EB2F0A029D}"/>
          </ac:spMkLst>
        </pc:spChg>
        <pc:spChg chg="del">
          <ac:chgData name="Macher, Andreas (DI FA CTR PLC PPM)" userId="f1dcac62-7bef-43eb-91f0-927336a1714f" providerId="ADAL" clId="{42A619FA-2A58-4939-A31C-66F034B72B9C}" dt="2022-08-09T12:31:58.971" v="17" actId="478"/>
          <ac:spMkLst>
            <pc:docMk/>
            <pc:sldMk cId="1880746461" sldId="271"/>
            <ac:spMk id="113" creationId="{FED74C27-1020-4F19-966F-26F903FE8997}"/>
          </ac:spMkLst>
        </pc:spChg>
        <pc:spChg chg="mod">
          <ac:chgData name="Macher, Andreas (DI FA CTR PLC PPM)" userId="f1dcac62-7bef-43eb-91f0-927336a1714f" providerId="ADAL" clId="{42A619FA-2A58-4939-A31C-66F034B72B9C}" dt="2022-08-09T12:36:38.107" v="183" actId="1035"/>
          <ac:spMkLst>
            <pc:docMk/>
            <pc:sldMk cId="1880746461" sldId="271"/>
            <ac:spMk id="114" creationId="{95380F57-BCA0-AE6A-9BE0-E37FC5E398BC}"/>
          </ac:spMkLst>
        </pc:spChg>
        <pc:spChg chg="mod">
          <ac:chgData name="Macher, Andreas (DI FA CTR PLC PPM)" userId="f1dcac62-7bef-43eb-91f0-927336a1714f" providerId="ADAL" clId="{42A619FA-2A58-4939-A31C-66F034B72B9C}" dt="2022-08-09T12:36:23.725" v="179" actId="1036"/>
          <ac:spMkLst>
            <pc:docMk/>
            <pc:sldMk cId="1880746461" sldId="271"/>
            <ac:spMk id="115" creationId="{2F68D649-E18C-45B5-B214-9EDB6C1E6C50}"/>
          </ac:spMkLst>
        </pc:spChg>
        <pc:spChg chg="mod">
          <ac:chgData name="Macher, Andreas (DI FA CTR PLC PPM)" userId="f1dcac62-7bef-43eb-91f0-927336a1714f" providerId="ADAL" clId="{42A619FA-2A58-4939-A31C-66F034B72B9C}" dt="2022-08-09T12:36:23.725" v="179" actId="1036"/>
          <ac:spMkLst>
            <pc:docMk/>
            <pc:sldMk cId="1880746461" sldId="271"/>
            <ac:spMk id="116" creationId="{0EB354C3-B7EE-4420-9ABC-B7F4E9FA4CEC}"/>
          </ac:spMkLst>
        </pc:spChg>
        <pc:spChg chg="mod">
          <ac:chgData name="Macher, Andreas (DI FA CTR PLC PPM)" userId="f1dcac62-7bef-43eb-91f0-927336a1714f" providerId="ADAL" clId="{42A619FA-2A58-4939-A31C-66F034B72B9C}" dt="2022-08-09T12:36:38.107" v="183" actId="1035"/>
          <ac:spMkLst>
            <pc:docMk/>
            <pc:sldMk cId="1880746461" sldId="271"/>
            <ac:spMk id="117" creationId="{8A8B780A-E542-0145-BA23-14A7919DA516}"/>
          </ac:spMkLst>
        </pc:spChg>
        <pc:spChg chg="mod">
          <ac:chgData name="Macher, Andreas (DI FA CTR PLC PPM)" userId="f1dcac62-7bef-43eb-91f0-927336a1714f" providerId="ADAL" clId="{42A619FA-2A58-4939-A31C-66F034B72B9C}" dt="2022-08-09T12:36:38.107" v="183" actId="1035"/>
          <ac:spMkLst>
            <pc:docMk/>
            <pc:sldMk cId="1880746461" sldId="271"/>
            <ac:spMk id="118" creationId="{222B23F3-2F58-14FC-317E-660848FE3FBE}"/>
          </ac:spMkLst>
        </pc:spChg>
        <pc:spChg chg="mod">
          <ac:chgData name="Macher, Andreas (DI FA CTR PLC PPM)" userId="f1dcac62-7bef-43eb-91f0-927336a1714f" providerId="ADAL" clId="{42A619FA-2A58-4939-A31C-66F034B72B9C}" dt="2022-08-09T12:36:23.725" v="179" actId="1036"/>
          <ac:spMkLst>
            <pc:docMk/>
            <pc:sldMk cId="1880746461" sldId="271"/>
            <ac:spMk id="124" creationId="{6FADF8E6-4281-4A64-82FB-D0CA59CE02B9}"/>
          </ac:spMkLst>
        </pc:spChg>
        <pc:spChg chg="mod">
          <ac:chgData name="Macher, Andreas (DI FA CTR PLC PPM)" userId="f1dcac62-7bef-43eb-91f0-927336a1714f" providerId="ADAL" clId="{42A619FA-2A58-4939-A31C-66F034B72B9C}" dt="2022-08-09T12:36:23.725" v="179" actId="1036"/>
          <ac:spMkLst>
            <pc:docMk/>
            <pc:sldMk cId="1880746461" sldId="271"/>
            <ac:spMk id="125" creationId="{22CD02A5-3AE6-4FFC-BFD1-8E5D75698DFD}"/>
          </ac:spMkLst>
        </pc:spChg>
        <pc:spChg chg="mod">
          <ac:chgData name="Macher, Andreas (DI FA CTR PLC PPM)" userId="f1dcac62-7bef-43eb-91f0-927336a1714f" providerId="ADAL" clId="{42A619FA-2A58-4939-A31C-66F034B72B9C}" dt="2022-08-09T12:36:38.107" v="183" actId="1035"/>
          <ac:spMkLst>
            <pc:docMk/>
            <pc:sldMk cId="1880746461" sldId="271"/>
            <ac:spMk id="126" creationId="{D3FC2025-4423-4908-83AC-848E692352C2}"/>
          </ac:spMkLst>
        </pc:spChg>
        <pc:spChg chg="mod">
          <ac:chgData name="Macher, Andreas (DI FA CTR PLC PPM)" userId="f1dcac62-7bef-43eb-91f0-927336a1714f" providerId="ADAL" clId="{42A619FA-2A58-4939-A31C-66F034B72B9C}" dt="2022-08-09T12:36:38.107" v="183" actId="1035"/>
          <ac:spMkLst>
            <pc:docMk/>
            <pc:sldMk cId="1880746461" sldId="271"/>
            <ac:spMk id="127" creationId="{6F70A4C7-9085-46AB-8F2E-E7FFDDC873B5}"/>
          </ac:spMkLst>
        </pc:spChg>
        <pc:picChg chg="mod">
          <ac:chgData name="Macher, Andreas (DI FA CTR PLC PPM)" userId="f1dcac62-7bef-43eb-91f0-927336a1714f" providerId="ADAL" clId="{42A619FA-2A58-4939-A31C-66F034B72B9C}" dt="2022-08-09T12:36:23.725" v="179" actId="1036"/>
          <ac:picMkLst>
            <pc:docMk/>
            <pc:sldMk cId="1880746461" sldId="271"/>
            <ac:picMk id="14" creationId="{00000000-0000-0000-0000-000000000000}"/>
          </ac:picMkLst>
        </pc:picChg>
        <pc:picChg chg="mod">
          <ac:chgData name="Macher, Andreas (DI FA CTR PLC PPM)" userId="f1dcac62-7bef-43eb-91f0-927336a1714f" providerId="ADAL" clId="{42A619FA-2A58-4939-A31C-66F034B72B9C}" dt="2022-08-09T12:36:23.725" v="179" actId="1036"/>
          <ac:picMkLst>
            <pc:docMk/>
            <pc:sldMk cId="1880746461" sldId="271"/>
            <ac:picMk id="15" creationId="{00000000-0000-0000-0000-000000000000}"/>
          </ac:picMkLst>
        </pc:picChg>
        <pc:picChg chg="mod">
          <ac:chgData name="Macher, Andreas (DI FA CTR PLC PPM)" userId="f1dcac62-7bef-43eb-91f0-927336a1714f" providerId="ADAL" clId="{42A619FA-2A58-4939-A31C-66F034B72B9C}" dt="2022-08-09T12:36:38.107" v="183" actId="1035"/>
          <ac:picMkLst>
            <pc:docMk/>
            <pc:sldMk cId="1880746461" sldId="271"/>
            <ac:picMk id="62" creationId="{00000000-0000-0000-0000-000000000000}"/>
          </ac:picMkLst>
        </pc:picChg>
        <pc:picChg chg="mod">
          <ac:chgData name="Macher, Andreas (DI FA CTR PLC PPM)" userId="f1dcac62-7bef-43eb-91f0-927336a1714f" providerId="ADAL" clId="{42A619FA-2A58-4939-A31C-66F034B72B9C}" dt="2022-08-09T12:36:38.107" v="183" actId="1035"/>
          <ac:picMkLst>
            <pc:docMk/>
            <pc:sldMk cId="1880746461" sldId="271"/>
            <ac:picMk id="63" creationId="{00000000-0000-0000-0000-000000000000}"/>
          </ac:picMkLst>
        </pc:picChg>
        <pc:cxnChg chg="add del mod">
          <ac:chgData name="Macher, Andreas (DI FA CTR PLC PPM)" userId="f1dcac62-7bef-43eb-91f0-927336a1714f" providerId="ADAL" clId="{42A619FA-2A58-4939-A31C-66F034B72B9C}" dt="2022-08-09T12:36:44.229" v="184" actId="478"/>
          <ac:cxnSpMkLst>
            <pc:docMk/>
            <pc:sldMk cId="1880746461" sldId="271"/>
            <ac:cxnSpMk id="9" creationId="{72697454-6D85-5E92-25B0-CFE30DBB80E2}"/>
          </ac:cxnSpMkLst>
        </pc:cxnChg>
      </pc:sldChg>
      <pc:sldChg chg="addSp delSp modSp mod chgLayout">
        <pc:chgData name="Macher, Andreas (DI FA CTR PLC PPM)" userId="f1dcac62-7bef-43eb-91f0-927336a1714f" providerId="ADAL" clId="{42A619FA-2A58-4939-A31C-66F034B72B9C}" dt="2022-11-25T17:43:56.265" v="7286"/>
        <pc:sldMkLst>
          <pc:docMk/>
          <pc:sldMk cId="3071364467" sldId="344"/>
        </pc:sldMkLst>
        <pc:spChg chg="mod ord">
          <ac:chgData name="Macher, Andreas (DI FA CTR PLC PPM)" userId="f1dcac62-7bef-43eb-91f0-927336a1714f" providerId="ADAL" clId="{42A619FA-2A58-4939-A31C-66F034B72B9C}" dt="2022-11-25T17:43:56.265" v="7286"/>
          <ac:spMkLst>
            <pc:docMk/>
            <pc:sldMk cId="3071364467" sldId="344"/>
            <ac:spMk id="2" creationId="{ECAAA2C8-6FB4-4F59-9236-62F1B45144FC}"/>
          </ac:spMkLst>
        </pc:spChg>
        <pc:spChg chg="add mod ord">
          <ac:chgData name="Macher, Andreas (DI FA CTR PLC PPM)" userId="f1dcac62-7bef-43eb-91f0-927336a1714f" providerId="ADAL" clId="{42A619FA-2A58-4939-A31C-66F034B72B9C}" dt="2022-11-17T09:23:35.918" v="1441" actId="167"/>
          <ac:spMkLst>
            <pc:docMk/>
            <pc:sldMk cId="3071364467" sldId="344"/>
            <ac:spMk id="3" creationId="{7E443143-BB79-D366-3AB3-ED254665B92B}"/>
          </ac:spMkLst>
        </pc:spChg>
        <pc:spChg chg="mod ord">
          <ac:chgData name="Macher, Andreas (DI FA CTR PLC PPM)" userId="f1dcac62-7bef-43eb-91f0-927336a1714f" providerId="ADAL" clId="{42A619FA-2A58-4939-A31C-66F034B72B9C}" dt="2022-11-17T09:23:54.838" v="1445" actId="207"/>
          <ac:spMkLst>
            <pc:docMk/>
            <pc:sldMk cId="3071364467" sldId="344"/>
            <ac:spMk id="4" creationId="{00000000-0000-0000-0000-000000000000}"/>
          </ac:spMkLst>
        </pc:spChg>
        <pc:spChg chg="add mod">
          <ac:chgData name="Macher, Andreas (DI FA CTR PLC PPM)" userId="f1dcac62-7bef-43eb-91f0-927336a1714f" providerId="ADAL" clId="{42A619FA-2A58-4939-A31C-66F034B72B9C}" dt="2022-11-17T09:24:12.427" v="1457" actId="20577"/>
          <ac:spMkLst>
            <pc:docMk/>
            <pc:sldMk cId="3071364467" sldId="344"/>
            <ac:spMk id="5" creationId="{4AA51351-2ACA-5AF1-03B4-25FA6A2FC1D1}"/>
          </ac:spMkLst>
        </pc:spChg>
        <pc:spChg chg="mod">
          <ac:chgData name="Macher, Andreas (DI FA CTR PLC PPM)" userId="f1dcac62-7bef-43eb-91f0-927336a1714f" providerId="ADAL" clId="{42A619FA-2A58-4939-A31C-66F034B72B9C}" dt="2022-11-17T09:24:33.289" v="1462" actId="108"/>
          <ac:spMkLst>
            <pc:docMk/>
            <pc:sldMk cId="3071364467" sldId="344"/>
            <ac:spMk id="6" creationId="{00000000-0000-0000-0000-000000000000}"/>
          </ac:spMkLst>
        </pc:spChg>
        <pc:spChg chg="del">
          <ac:chgData name="Macher, Andreas (DI FA CTR PLC PPM)" userId="f1dcac62-7bef-43eb-91f0-927336a1714f" providerId="ADAL" clId="{42A619FA-2A58-4939-A31C-66F034B72B9C}" dt="2022-11-17T09:23:09.425" v="1429" actId="478"/>
          <ac:spMkLst>
            <pc:docMk/>
            <pc:sldMk cId="3071364467" sldId="344"/>
            <ac:spMk id="7" creationId="{00000000-0000-0000-0000-000000000000}"/>
          </ac:spMkLst>
        </pc:spChg>
        <pc:spChg chg="add mod">
          <ac:chgData name="Macher, Andreas (DI FA CTR PLC PPM)" userId="f1dcac62-7bef-43eb-91f0-927336a1714f" providerId="ADAL" clId="{42A619FA-2A58-4939-A31C-66F034B72B9C}" dt="2022-11-17T09:24:20.244" v="1459" actId="1076"/>
          <ac:spMkLst>
            <pc:docMk/>
            <pc:sldMk cId="3071364467" sldId="344"/>
            <ac:spMk id="9" creationId="{E1AE7EA4-7585-E7A7-2173-5913868D4ED4}"/>
          </ac:spMkLst>
        </pc:spChg>
        <pc:spChg chg="mod">
          <ac:chgData name="Macher, Andreas (DI FA CTR PLC PPM)" userId="f1dcac62-7bef-43eb-91f0-927336a1714f" providerId="ADAL" clId="{42A619FA-2A58-4939-A31C-66F034B72B9C}" dt="2022-11-17T09:23:43.104" v="1443" actId="207"/>
          <ac:spMkLst>
            <pc:docMk/>
            <pc:sldMk cId="3071364467" sldId="344"/>
            <ac:spMk id="14" creationId="{00000000-0000-0000-0000-000000000000}"/>
          </ac:spMkLst>
        </pc:spChg>
        <pc:spChg chg="mod">
          <ac:chgData name="Macher, Andreas (DI FA CTR PLC PPM)" userId="f1dcac62-7bef-43eb-91f0-927336a1714f" providerId="ADAL" clId="{42A619FA-2A58-4939-A31C-66F034B72B9C}" dt="2022-11-17T09:24:29.510" v="1461" actId="207"/>
          <ac:spMkLst>
            <pc:docMk/>
            <pc:sldMk cId="3071364467" sldId="344"/>
            <ac:spMk id="35" creationId="{00000000-0000-0000-0000-000000000000}"/>
          </ac:spMkLst>
        </pc:spChg>
        <pc:spChg chg="mod">
          <ac:chgData name="Macher, Andreas (DI FA CTR PLC PPM)" userId="f1dcac62-7bef-43eb-91f0-927336a1714f" providerId="ADAL" clId="{42A619FA-2A58-4939-A31C-66F034B72B9C}" dt="2022-11-17T09:23:46.750" v="1444" actId="207"/>
          <ac:spMkLst>
            <pc:docMk/>
            <pc:sldMk cId="3071364467" sldId="344"/>
            <ac:spMk id="40" creationId="{00000000-0000-0000-0000-000000000000}"/>
          </ac:spMkLst>
        </pc:spChg>
        <pc:grpChg chg="mod">
          <ac:chgData name="Macher, Andreas (DI FA CTR PLC PPM)" userId="f1dcac62-7bef-43eb-91f0-927336a1714f" providerId="ADAL" clId="{42A619FA-2A58-4939-A31C-66F034B72B9C}" dt="2022-11-17T09:21:23.959" v="1417" actId="207"/>
          <ac:grpSpMkLst>
            <pc:docMk/>
            <pc:sldMk cId="3071364467" sldId="344"/>
            <ac:grpSpMk id="18" creationId="{84CE9C68-4DB5-430C-B97F-6FE9E39CF356}"/>
          </ac:grpSpMkLst>
        </pc:grpChg>
        <pc:grpChg chg="mod">
          <ac:chgData name="Macher, Andreas (DI FA CTR PLC PPM)" userId="f1dcac62-7bef-43eb-91f0-927336a1714f" providerId="ADAL" clId="{42A619FA-2A58-4939-A31C-66F034B72B9C}" dt="2022-11-17T09:21:26.697" v="1418" actId="207"/>
          <ac:grpSpMkLst>
            <pc:docMk/>
            <pc:sldMk cId="3071364467" sldId="344"/>
            <ac:grpSpMk id="22" creationId="{C2C49641-E3FD-42C4-B52F-6F324AB48B55}"/>
          </ac:grpSpMkLst>
        </pc:grpChg>
        <pc:picChg chg="mod">
          <ac:chgData name="Macher, Andreas (DI FA CTR PLC PPM)" userId="f1dcac62-7bef-43eb-91f0-927336a1714f" providerId="ADAL" clId="{42A619FA-2A58-4939-A31C-66F034B72B9C}" dt="2022-11-17T09:21:23.959" v="1417" actId="207"/>
          <ac:picMkLst>
            <pc:docMk/>
            <pc:sldMk cId="3071364467" sldId="344"/>
            <ac:picMk id="19" creationId="{5D2D8818-2291-4FC2-AD5A-E8E41CF0508E}"/>
          </ac:picMkLst>
        </pc:picChg>
        <pc:picChg chg="mod">
          <ac:chgData name="Macher, Andreas (DI FA CTR PLC PPM)" userId="f1dcac62-7bef-43eb-91f0-927336a1714f" providerId="ADAL" clId="{42A619FA-2A58-4939-A31C-66F034B72B9C}" dt="2022-11-17T09:21:23.959" v="1417" actId="207"/>
          <ac:picMkLst>
            <pc:docMk/>
            <pc:sldMk cId="3071364467" sldId="344"/>
            <ac:picMk id="20" creationId="{69EBD857-1004-4868-84B6-DAAC6E323588}"/>
          </ac:picMkLst>
        </pc:picChg>
        <pc:picChg chg="mod">
          <ac:chgData name="Macher, Andreas (DI FA CTR PLC PPM)" userId="f1dcac62-7bef-43eb-91f0-927336a1714f" providerId="ADAL" clId="{42A619FA-2A58-4939-A31C-66F034B72B9C}" dt="2022-11-17T09:21:23.959" v="1417" actId="207"/>
          <ac:picMkLst>
            <pc:docMk/>
            <pc:sldMk cId="3071364467" sldId="344"/>
            <ac:picMk id="21" creationId="{4F34F3DA-1B9D-4AD2-AFC5-94FD81E4870F}"/>
          </ac:picMkLst>
        </pc:picChg>
        <pc:picChg chg="mod">
          <ac:chgData name="Macher, Andreas (DI FA CTR PLC PPM)" userId="f1dcac62-7bef-43eb-91f0-927336a1714f" providerId="ADAL" clId="{42A619FA-2A58-4939-A31C-66F034B72B9C}" dt="2022-11-17T09:21:26.697" v="1418" actId="207"/>
          <ac:picMkLst>
            <pc:docMk/>
            <pc:sldMk cId="3071364467" sldId="344"/>
            <ac:picMk id="23" creationId="{9891BC1B-DAEC-4DCB-814C-C0009B3C70BD}"/>
          </ac:picMkLst>
        </pc:picChg>
        <pc:picChg chg="mod">
          <ac:chgData name="Macher, Andreas (DI FA CTR PLC PPM)" userId="f1dcac62-7bef-43eb-91f0-927336a1714f" providerId="ADAL" clId="{42A619FA-2A58-4939-A31C-66F034B72B9C}" dt="2022-11-17T09:21:26.697" v="1418" actId="207"/>
          <ac:picMkLst>
            <pc:docMk/>
            <pc:sldMk cId="3071364467" sldId="344"/>
            <ac:picMk id="24" creationId="{8915001E-4AF3-4CEA-89EB-09BDDFDDEACA}"/>
          </ac:picMkLst>
        </pc:picChg>
        <pc:picChg chg="mod">
          <ac:chgData name="Macher, Andreas (DI FA CTR PLC PPM)" userId="f1dcac62-7bef-43eb-91f0-927336a1714f" providerId="ADAL" clId="{42A619FA-2A58-4939-A31C-66F034B72B9C}" dt="2022-11-17T09:21:26.697" v="1418" actId="207"/>
          <ac:picMkLst>
            <pc:docMk/>
            <pc:sldMk cId="3071364467" sldId="344"/>
            <ac:picMk id="25" creationId="{4CE50556-B1DB-444F-AFC4-BD5A7791EF40}"/>
          </ac:picMkLst>
        </pc:picChg>
        <pc:picChg chg="mod">
          <ac:chgData name="Macher, Andreas (DI FA CTR PLC PPM)" userId="f1dcac62-7bef-43eb-91f0-927336a1714f" providerId="ADAL" clId="{42A619FA-2A58-4939-A31C-66F034B72B9C}" dt="2022-11-17T09:21:37.279" v="1421" actId="207"/>
          <ac:picMkLst>
            <pc:docMk/>
            <pc:sldMk cId="3071364467" sldId="344"/>
            <ac:picMk id="26" creationId="{81C87F7A-DD0D-4EFF-902E-B7744BDEE410}"/>
          </ac:picMkLst>
        </pc:picChg>
        <pc:picChg chg="del mod">
          <ac:chgData name="Macher, Andreas (DI FA CTR PLC PPM)" userId="f1dcac62-7bef-43eb-91f0-927336a1714f" providerId="ADAL" clId="{42A619FA-2A58-4939-A31C-66F034B72B9C}" dt="2022-11-17T09:23:05.746" v="1428" actId="478"/>
          <ac:picMkLst>
            <pc:docMk/>
            <pc:sldMk cId="3071364467" sldId="344"/>
            <ac:picMk id="37" creationId="{F8107614-CF97-4D3D-ABB6-7BF19B73C636}"/>
          </ac:picMkLst>
        </pc:picChg>
      </pc:sldChg>
      <pc:sldChg chg="modSp mod chgLayout">
        <pc:chgData name="Macher, Andreas (DI FA CTR PLC PPM)" userId="f1dcac62-7bef-43eb-91f0-927336a1714f" providerId="ADAL" clId="{42A619FA-2A58-4939-A31C-66F034B72B9C}" dt="2022-11-25T17:43:56.265" v="7286"/>
        <pc:sldMkLst>
          <pc:docMk/>
          <pc:sldMk cId="539676313" sldId="358"/>
        </pc:sldMkLst>
        <pc:spChg chg="mod ord">
          <ac:chgData name="Macher, Andreas (DI FA CTR PLC PPM)" userId="f1dcac62-7bef-43eb-91f0-927336a1714f" providerId="ADAL" clId="{42A619FA-2A58-4939-A31C-66F034B72B9C}" dt="2022-11-25T17:43:56.265" v="7286"/>
          <ac:spMkLst>
            <pc:docMk/>
            <pc:sldMk cId="539676313" sldId="358"/>
            <ac:spMk id="4" creationId="{3DD2FE0F-26C9-44A2-8E72-736EE0DE558E}"/>
          </ac:spMkLst>
        </pc:spChg>
        <pc:spChg chg="mod ord">
          <ac:chgData name="Macher, Andreas (DI FA CTR PLC PPM)" userId="f1dcac62-7bef-43eb-91f0-927336a1714f" providerId="ADAL" clId="{42A619FA-2A58-4939-A31C-66F034B72B9C}" dt="2022-11-17T11:56:37.699" v="2141" actId="700"/>
          <ac:spMkLst>
            <pc:docMk/>
            <pc:sldMk cId="539676313" sldId="358"/>
            <ac:spMk id="6" creationId="{D4F1BB0F-7015-47A8-B11D-F42FBD661E59}"/>
          </ac:spMkLst>
        </pc:spChg>
        <pc:spChg chg="mod ord">
          <ac:chgData name="Macher, Andreas (DI FA CTR PLC PPM)" userId="f1dcac62-7bef-43eb-91f0-927336a1714f" providerId="ADAL" clId="{42A619FA-2A58-4939-A31C-66F034B72B9C}" dt="2022-11-17T11:56:41.618" v="2142" actId="1076"/>
          <ac:spMkLst>
            <pc:docMk/>
            <pc:sldMk cId="539676313" sldId="358"/>
            <ac:spMk id="7" creationId="{B0F1AA84-8232-42E6-A097-B5D82BFE58C8}"/>
          </ac:spMkLst>
        </pc:spChg>
      </pc:sldChg>
      <pc:sldChg chg="modSp del mod chgLayout">
        <pc:chgData name="Macher, Andreas (DI FA CTR PLC PPM)" userId="f1dcac62-7bef-43eb-91f0-927336a1714f" providerId="ADAL" clId="{42A619FA-2A58-4939-A31C-66F034B72B9C}" dt="2022-11-25T17:26:22.904" v="6268" actId="2696"/>
        <pc:sldMkLst>
          <pc:docMk/>
          <pc:sldMk cId="1383762711" sldId="2050"/>
        </pc:sldMkLst>
        <pc:spChg chg="mod ord">
          <ac:chgData name="Macher, Andreas (DI FA CTR PLC PPM)" userId="f1dcac62-7bef-43eb-91f0-927336a1714f" providerId="ADAL" clId="{42A619FA-2A58-4939-A31C-66F034B72B9C}" dt="2022-11-17T09:26:34.775" v="1475" actId="700"/>
          <ac:spMkLst>
            <pc:docMk/>
            <pc:sldMk cId="1383762711" sldId="2050"/>
            <ac:spMk id="2" creationId="{C3A4766A-9655-44D2-BD3C-D826CF2D065F}"/>
          </ac:spMkLst>
        </pc:spChg>
        <pc:spChg chg="mod ord">
          <ac:chgData name="Macher, Andreas (DI FA CTR PLC PPM)" userId="f1dcac62-7bef-43eb-91f0-927336a1714f" providerId="ADAL" clId="{42A619FA-2A58-4939-A31C-66F034B72B9C}" dt="2022-11-17T09:26:38.678" v="1476" actId="207"/>
          <ac:spMkLst>
            <pc:docMk/>
            <pc:sldMk cId="1383762711" sldId="2050"/>
            <ac:spMk id="9" creationId="{0C28BC50-A39B-423E-A679-7FD09FA2A36C}"/>
          </ac:spMkLst>
        </pc:spChg>
        <pc:spChg chg="mod">
          <ac:chgData name="Macher, Andreas (DI FA CTR PLC PPM)" userId="f1dcac62-7bef-43eb-91f0-927336a1714f" providerId="ADAL" clId="{42A619FA-2A58-4939-A31C-66F034B72B9C}" dt="2022-11-25T16:50:25.997" v="5419" actId="6549"/>
          <ac:spMkLst>
            <pc:docMk/>
            <pc:sldMk cId="1383762711" sldId="2050"/>
            <ac:spMk id="10" creationId="{243DBCE7-2BF9-42B5-8EAE-01EC23168721}"/>
          </ac:spMkLst>
        </pc:spChg>
        <pc:spChg chg="mod">
          <ac:chgData name="Macher, Andreas (DI FA CTR PLC PPM)" userId="f1dcac62-7bef-43eb-91f0-927336a1714f" providerId="ADAL" clId="{42A619FA-2A58-4939-A31C-66F034B72B9C}" dt="2022-11-25T16:50:34.235" v="5423" actId="20577"/>
          <ac:spMkLst>
            <pc:docMk/>
            <pc:sldMk cId="1383762711" sldId="2050"/>
            <ac:spMk id="15" creationId="{5A8B794E-9750-40AF-B8D7-2E457F04B90F}"/>
          </ac:spMkLst>
        </pc:spChg>
      </pc:sldChg>
      <pc:sldChg chg="modSp add mod">
        <pc:chgData name="Macher, Andreas (DI FA CTR PLC PPM)" userId="f1dcac62-7bef-43eb-91f0-927336a1714f" providerId="ADAL" clId="{42A619FA-2A58-4939-A31C-66F034B72B9C}" dt="2022-11-25T17:43:56.265" v="7286"/>
        <pc:sldMkLst>
          <pc:docMk/>
          <pc:sldMk cId="1580632269" sldId="2050"/>
        </pc:sldMkLst>
        <pc:spChg chg="mod">
          <ac:chgData name="Macher, Andreas (DI FA CTR PLC PPM)" userId="f1dcac62-7bef-43eb-91f0-927336a1714f" providerId="ADAL" clId="{42A619FA-2A58-4939-A31C-66F034B72B9C}" dt="2022-11-25T17:43:56.265" v="7286"/>
          <ac:spMkLst>
            <pc:docMk/>
            <pc:sldMk cId="1580632269" sldId="2050"/>
            <ac:spMk id="2" creationId="{C3A4766A-9655-44D2-BD3C-D826CF2D065F}"/>
          </ac:spMkLst>
        </pc:spChg>
        <pc:spChg chg="mod">
          <ac:chgData name="Macher, Andreas (DI FA CTR PLC PPM)" userId="f1dcac62-7bef-43eb-91f0-927336a1714f" providerId="ADAL" clId="{42A619FA-2A58-4939-A31C-66F034B72B9C}" dt="2022-11-25T17:39:27.517" v="7193"/>
          <ac:spMkLst>
            <pc:docMk/>
            <pc:sldMk cId="1580632269" sldId="2050"/>
            <ac:spMk id="9" creationId="{0C28BC50-A39B-423E-A679-7FD09FA2A36C}"/>
          </ac:spMkLst>
        </pc:spChg>
      </pc:sldChg>
      <pc:sldChg chg="addSp delSp modSp del mod chgLayout">
        <pc:chgData name="Macher, Andreas (DI FA CTR PLC PPM)" userId="f1dcac62-7bef-43eb-91f0-927336a1714f" providerId="ADAL" clId="{42A619FA-2A58-4939-A31C-66F034B72B9C}" dt="2022-11-17T11:37:54.641" v="1874" actId="47"/>
        <pc:sldMkLst>
          <pc:docMk/>
          <pc:sldMk cId="3901662827" sldId="2260"/>
        </pc:sldMkLst>
        <pc:spChg chg="mod ord">
          <ac:chgData name="Macher, Andreas (DI FA CTR PLC PPM)" userId="f1dcac62-7bef-43eb-91f0-927336a1714f" providerId="ADAL" clId="{42A619FA-2A58-4939-A31C-66F034B72B9C}" dt="2022-11-17T09:27:14.575" v="1481" actId="700"/>
          <ac:spMkLst>
            <pc:docMk/>
            <pc:sldMk cId="3901662827" sldId="2260"/>
            <ac:spMk id="2" creationId="{FC3625B7-6E71-4862-8687-E4ED1A58BD31}"/>
          </ac:spMkLst>
        </pc:spChg>
        <pc:spChg chg="add mod ord">
          <ac:chgData name="Macher, Andreas (DI FA CTR PLC PPM)" userId="f1dcac62-7bef-43eb-91f0-927336a1714f" providerId="ADAL" clId="{42A619FA-2A58-4939-A31C-66F034B72B9C}" dt="2022-11-17T10:16:00.558" v="1721" actId="1076"/>
          <ac:spMkLst>
            <pc:docMk/>
            <pc:sldMk cId="3901662827" sldId="2260"/>
            <ac:spMk id="4" creationId="{B428E36E-272D-0389-2EF6-D2B01A634877}"/>
          </ac:spMkLst>
        </pc:spChg>
        <pc:spChg chg="add mod ord">
          <ac:chgData name="Macher, Andreas (DI FA CTR PLC PPM)" userId="f1dcac62-7bef-43eb-91f0-927336a1714f" providerId="ADAL" clId="{42A619FA-2A58-4939-A31C-66F034B72B9C}" dt="2022-11-17T10:16:23.448" v="1724" actId="14100"/>
          <ac:spMkLst>
            <pc:docMk/>
            <pc:sldMk cId="3901662827" sldId="2260"/>
            <ac:spMk id="8" creationId="{F388DFC6-3545-1056-A479-B72C6B8E7B72}"/>
          </ac:spMkLst>
        </pc:spChg>
        <pc:spChg chg="add mod ord">
          <ac:chgData name="Macher, Andreas (DI FA CTR PLC PPM)" userId="f1dcac62-7bef-43eb-91f0-927336a1714f" providerId="ADAL" clId="{42A619FA-2A58-4939-A31C-66F034B72B9C}" dt="2022-11-17T09:29:11.414" v="1500" actId="167"/>
          <ac:spMkLst>
            <pc:docMk/>
            <pc:sldMk cId="3901662827" sldId="2260"/>
            <ac:spMk id="9" creationId="{C01C3C06-BBF2-6218-C7F2-4D715A107886}"/>
          </ac:spMkLst>
        </pc:spChg>
        <pc:spChg chg="add mod ord">
          <ac:chgData name="Macher, Andreas (DI FA CTR PLC PPM)" userId="f1dcac62-7bef-43eb-91f0-927336a1714f" providerId="ADAL" clId="{42A619FA-2A58-4939-A31C-66F034B72B9C}" dt="2022-11-17T09:29:24.150" v="1503" actId="167"/>
          <ac:spMkLst>
            <pc:docMk/>
            <pc:sldMk cId="3901662827" sldId="2260"/>
            <ac:spMk id="10" creationId="{65488C40-E1A7-28CC-83A8-840A8E181A73}"/>
          </ac:spMkLst>
        </pc:spChg>
        <pc:spChg chg="add mod ord">
          <ac:chgData name="Macher, Andreas (DI FA CTR PLC PPM)" userId="f1dcac62-7bef-43eb-91f0-927336a1714f" providerId="ADAL" clId="{42A619FA-2A58-4939-A31C-66F034B72B9C}" dt="2022-11-17T09:29:41.031" v="1508" actId="167"/>
          <ac:spMkLst>
            <pc:docMk/>
            <pc:sldMk cId="3901662827" sldId="2260"/>
            <ac:spMk id="11" creationId="{C6A85654-C03F-22A5-B740-BE90404C21A0}"/>
          </ac:spMkLst>
        </pc:spChg>
        <pc:spChg chg="mod ord">
          <ac:chgData name="Macher, Andreas (DI FA CTR PLC PPM)" userId="f1dcac62-7bef-43eb-91f0-927336a1714f" providerId="ADAL" clId="{42A619FA-2A58-4939-A31C-66F034B72B9C}" dt="2022-11-17T09:27:19.627" v="1482" actId="207"/>
          <ac:spMkLst>
            <pc:docMk/>
            <pc:sldMk cId="3901662827" sldId="2260"/>
            <ac:spMk id="12" creationId="{AF564EC5-ED64-4093-9F3D-79901D7E9A45}"/>
          </ac:spMkLst>
        </pc:spChg>
        <pc:spChg chg="mod topLvl">
          <ac:chgData name="Macher, Andreas (DI FA CTR PLC PPM)" userId="f1dcac62-7bef-43eb-91f0-927336a1714f" providerId="ADAL" clId="{42A619FA-2A58-4939-A31C-66F034B72B9C}" dt="2022-11-17T10:15:45.100" v="1717" actId="207"/>
          <ac:spMkLst>
            <pc:docMk/>
            <pc:sldMk cId="3901662827" sldId="2260"/>
            <ac:spMk id="23" creationId="{00000000-0000-0000-0000-000000000000}"/>
          </ac:spMkLst>
        </pc:spChg>
        <pc:spChg chg="mod topLvl">
          <ac:chgData name="Macher, Andreas (DI FA CTR PLC PPM)" userId="f1dcac62-7bef-43eb-91f0-927336a1714f" providerId="ADAL" clId="{42A619FA-2A58-4939-A31C-66F034B72B9C}" dt="2022-11-17T10:16:04.926" v="1722" actId="207"/>
          <ac:spMkLst>
            <pc:docMk/>
            <pc:sldMk cId="3901662827" sldId="2260"/>
            <ac:spMk id="27" creationId="{00000000-0000-0000-0000-000000000000}"/>
          </ac:spMkLst>
        </pc:spChg>
        <pc:spChg chg="mod">
          <ac:chgData name="Macher, Andreas (DI FA CTR PLC PPM)" userId="f1dcac62-7bef-43eb-91f0-927336a1714f" providerId="ADAL" clId="{42A619FA-2A58-4939-A31C-66F034B72B9C}" dt="2022-11-17T09:51:57.584" v="1648" actId="1038"/>
          <ac:spMkLst>
            <pc:docMk/>
            <pc:sldMk cId="3901662827" sldId="2260"/>
            <ac:spMk id="28" creationId="{505A1F36-BB52-4FB8-9067-5D375A3CC318}"/>
          </ac:spMkLst>
        </pc:spChg>
        <pc:spChg chg="mod">
          <ac:chgData name="Macher, Andreas (DI FA CTR PLC PPM)" userId="f1dcac62-7bef-43eb-91f0-927336a1714f" providerId="ADAL" clId="{42A619FA-2A58-4939-A31C-66F034B72B9C}" dt="2022-11-17T09:51:57.584" v="1648" actId="1038"/>
          <ac:spMkLst>
            <pc:docMk/>
            <pc:sldMk cId="3901662827" sldId="2260"/>
            <ac:spMk id="29" creationId="{40626CB6-22CA-497D-9A75-D6D5E9A8A850}"/>
          </ac:spMkLst>
        </pc:spChg>
        <pc:spChg chg="mod">
          <ac:chgData name="Macher, Andreas (DI FA CTR PLC PPM)" userId="f1dcac62-7bef-43eb-91f0-927336a1714f" providerId="ADAL" clId="{42A619FA-2A58-4939-A31C-66F034B72B9C}" dt="2022-11-17T09:51:57.584" v="1648" actId="1038"/>
          <ac:spMkLst>
            <pc:docMk/>
            <pc:sldMk cId="3901662827" sldId="2260"/>
            <ac:spMk id="30" creationId="{68823770-E775-4313-88E4-AD141E420049}"/>
          </ac:spMkLst>
        </pc:spChg>
        <pc:spChg chg="mod">
          <ac:chgData name="Macher, Andreas (DI FA CTR PLC PPM)" userId="f1dcac62-7bef-43eb-91f0-927336a1714f" providerId="ADAL" clId="{42A619FA-2A58-4939-A31C-66F034B72B9C}" dt="2022-11-17T10:17:11.054" v="1736" actId="207"/>
          <ac:spMkLst>
            <pc:docMk/>
            <pc:sldMk cId="3901662827" sldId="2260"/>
            <ac:spMk id="36" creationId="{4DA9C7C3-0D4B-4465-99F9-8DE57C53ECE1}"/>
          </ac:spMkLst>
        </pc:spChg>
        <pc:spChg chg="mod">
          <ac:chgData name="Macher, Andreas (DI FA CTR PLC PPM)" userId="f1dcac62-7bef-43eb-91f0-927336a1714f" providerId="ADAL" clId="{42A619FA-2A58-4939-A31C-66F034B72B9C}" dt="2022-11-17T10:17:11.054" v="1736" actId="207"/>
          <ac:spMkLst>
            <pc:docMk/>
            <pc:sldMk cId="3901662827" sldId="2260"/>
            <ac:spMk id="37" creationId="{6032309B-FA2C-479E-A70E-11E9D22FC031}"/>
          </ac:spMkLst>
        </pc:spChg>
        <pc:spChg chg="mod">
          <ac:chgData name="Macher, Andreas (DI FA CTR PLC PPM)" userId="f1dcac62-7bef-43eb-91f0-927336a1714f" providerId="ADAL" clId="{42A619FA-2A58-4939-A31C-66F034B72B9C}" dt="2022-11-17T10:17:11.054" v="1736" actId="207"/>
          <ac:spMkLst>
            <pc:docMk/>
            <pc:sldMk cId="3901662827" sldId="2260"/>
            <ac:spMk id="38" creationId="{69A4F0E2-3DFE-4E3A-94F0-457C97BD0117}"/>
          </ac:spMkLst>
        </pc:spChg>
        <pc:spChg chg="mod topLvl">
          <ac:chgData name="Macher, Andreas (DI FA CTR PLC PPM)" userId="f1dcac62-7bef-43eb-91f0-927336a1714f" providerId="ADAL" clId="{42A619FA-2A58-4939-A31C-66F034B72B9C}" dt="2022-11-17T10:15:10.904" v="1708" actId="207"/>
          <ac:spMkLst>
            <pc:docMk/>
            <pc:sldMk cId="3901662827" sldId="2260"/>
            <ac:spMk id="89" creationId="{00000000-0000-0000-0000-000000000000}"/>
          </ac:spMkLst>
        </pc:spChg>
        <pc:spChg chg="mod">
          <ac:chgData name="Macher, Andreas (DI FA CTR PLC PPM)" userId="f1dcac62-7bef-43eb-91f0-927336a1714f" providerId="ADAL" clId="{42A619FA-2A58-4939-A31C-66F034B72B9C}" dt="2022-11-17T10:16:32.464" v="1726" actId="207"/>
          <ac:spMkLst>
            <pc:docMk/>
            <pc:sldMk cId="3901662827" sldId="2260"/>
            <ac:spMk id="90" creationId="{00000000-0000-0000-0000-000000000000}"/>
          </ac:spMkLst>
        </pc:spChg>
        <pc:spChg chg="mod">
          <ac:chgData name="Macher, Andreas (DI FA CTR PLC PPM)" userId="f1dcac62-7bef-43eb-91f0-927336a1714f" providerId="ADAL" clId="{42A619FA-2A58-4939-A31C-66F034B72B9C}" dt="2022-11-17T10:16:13.584" v="1723" actId="207"/>
          <ac:spMkLst>
            <pc:docMk/>
            <pc:sldMk cId="3901662827" sldId="2260"/>
            <ac:spMk id="91" creationId="{00000000-0000-0000-0000-000000000000}"/>
          </ac:spMkLst>
        </pc:spChg>
        <pc:spChg chg="mod">
          <ac:chgData name="Macher, Andreas (DI FA CTR PLC PPM)" userId="f1dcac62-7bef-43eb-91f0-927336a1714f" providerId="ADAL" clId="{42A619FA-2A58-4939-A31C-66F034B72B9C}" dt="2022-11-17T10:15:18.345" v="1709" actId="207"/>
          <ac:spMkLst>
            <pc:docMk/>
            <pc:sldMk cId="3901662827" sldId="2260"/>
            <ac:spMk id="93" creationId="{00000000-0000-0000-0000-000000000000}"/>
          </ac:spMkLst>
        </pc:spChg>
        <pc:spChg chg="mod">
          <ac:chgData name="Macher, Andreas (DI FA CTR PLC PPM)" userId="f1dcac62-7bef-43eb-91f0-927336a1714f" providerId="ADAL" clId="{42A619FA-2A58-4939-A31C-66F034B72B9C}" dt="2022-11-17T09:51:57.584" v="1648" actId="1038"/>
          <ac:spMkLst>
            <pc:docMk/>
            <pc:sldMk cId="3901662827" sldId="2260"/>
            <ac:spMk id="95" creationId="{00000000-0000-0000-0000-000000000000}"/>
          </ac:spMkLst>
        </pc:spChg>
        <pc:spChg chg="mod">
          <ac:chgData name="Macher, Andreas (DI FA CTR PLC PPM)" userId="f1dcac62-7bef-43eb-91f0-927336a1714f" providerId="ADAL" clId="{42A619FA-2A58-4939-A31C-66F034B72B9C}" dt="2022-11-17T09:51:57.584" v="1648" actId="1038"/>
          <ac:spMkLst>
            <pc:docMk/>
            <pc:sldMk cId="3901662827" sldId="2260"/>
            <ac:spMk id="96" creationId="{00000000-0000-0000-0000-000000000000}"/>
          </ac:spMkLst>
        </pc:spChg>
        <pc:spChg chg="mod">
          <ac:chgData name="Macher, Andreas (DI FA CTR PLC PPM)" userId="f1dcac62-7bef-43eb-91f0-927336a1714f" providerId="ADAL" clId="{42A619FA-2A58-4939-A31C-66F034B72B9C}" dt="2022-11-17T09:51:57.584" v="1648" actId="1038"/>
          <ac:spMkLst>
            <pc:docMk/>
            <pc:sldMk cId="3901662827" sldId="2260"/>
            <ac:spMk id="97" creationId="{00000000-0000-0000-0000-000000000000}"/>
          </ac:spMkLst>
        </pc:spChg>
        <pc:grpChg chg="del mod">
          <ac:chgData name="Macher, Andreas (DI FA CTR PLC PPM)" userId="f1dcac62-7bef-43eb-91f0-927336a1714f" providerId="ADAL" clId="{42A619FA-2A58-4939-A31C-66F034B72B9C}" dt="2022-11-17T09:52:07.246" v="1649" actId="165"/>
          <ac:grpSpMkLst>
            <pc:docMk/>
            <pc:sldMk cId="3901662827" sldId="2260"/>
            <ac:grpSpMk id="5" creationId="{EB0B1918-3BA9-4316-AEB1-172CC17971FA}"/>
          </ac:grpSpMkLst>
        </pc:grpChg>
        <pc:grpChg chg="mod">
          <ac:chgData name="Macher, Andreas (DI FA CTR PLC PPM)" userId="f1dcac62-7bef-43eb-91f0-927336a1714f" providerId="ADAL" clId="{42A619FA-2A58-4939-A31C-66F034B72B9C}" dt="2022-11-17T09:51:57.584" v="1648" actId="1038"/>
          <ac:grpSpMkLst>
            <pc:docMk/>
            <pc:sldMk cId="3901662827" sldId="2260"/>
            <ac:grpSpMk id="7" creationId="{DC2BE1C3-4386-4EDA-82CD-357C8F7CD095}"/>
          </ac:grpSpMkLst>
        </pc:grpChg>
        <pc:grpChg chg="mod">
          <ac:chgData name="Macher, Andreas (DI FA CTR PLC PPM)" userId="f1dcac62-7bef-43eb-91f0-927336a1714f" providerId="ADAL" clId="{42A619FA-2A58-4939-A31C-66F034B72B9C}" dt="2022-11-17T09:51:57.584" v="1648" actId="1038"/>
          <ac:grpSpMkLst>
            <pc:docMk/>
            <pc:sldMk cId="3901662827" sldId="2260"/>
            <ac:grpSpMk id="26" creationId="{3F38F9FE-85D9-409E-B2A4-5B967B20730C}"/>
          </ac:grpSpMkLst>
        </pc:grpChg>
        <pc:grpChg chg="mod">
          <ac:chgData name="Macher, Andreas (DI FA CTR PLC PPM)" userId="f1dcac62-7bef-43eb-91f0-927336a1714f" providerId="ADAL" clId="{42A619FA-2A58-4939-A31C-66F034B72B9C}" dt="2022-11-17T10:17:11.054" v="1736" actId="207"/>
          <ac:grpSpMkLst>
            <pc:docMk/>
            <pc:sldMk cId="3901662827" sldId="2260"/>
            <ac:grpSpMk id="35" creationId="{13A92123-8DFC-4682-A814-1DC817810321}"/>
          </ac:grpSpMkLst>
        </pc:grpChg>
        <pc:picChg chg="mod">
          <ac:chgData name="Macher, Andreas (DI FA CTR PLC PPM)" userId="f1dcac62-7bef-43eb-91f0-927336a1714f" providerId="ADAL" clId="{42A619FA-2A58-4939-A31C-66F034B72B9C}" dt="2022-11-17T10:16:38.428" v="1728" actId="14100"/>
          <ac:picMkLst>
            <pc:docMk/>
            <pc:sldMk cId="3901662827" sldId="2260"/>
            <ac:picMk id="3" creationId="{610ED3D1-0CFD-4A28-BED6-4041538AD38C}"/>
          </ac:picMkLst>
        </pc:picChg>
        <pc:picChg chg="mod">
          <ac:chgData name="Macher, Andreas (DI FA CTR PLC PPM)" userId="f1dcac62-7bef-43eb-91f0-927336a1714f" providerId="ADAL" clId="{42A619FA-2A58-4939-A31C-66F034B72B9C}" dt="2022-11-17T09:29:35.742" v="1506" actId="14100"/>
          <ac:picMkLst>
            <pc:docMk/>
            <pc:sldMk cId="3901662827" sldId="2260"/>
            <ac:picMk id="6" creationId="{58A610D1-0A8B-41DB-B706-70246B8DA17B}"/>
          </ac:picMkLst>
        </pc:picChg>
        <pc:picChg chg="mod topLvl">
          <ac:chgData name="Macher, Andreas (DI FA CTR PLC PPM)" userId="f1dcac62-7bef-43eb-91f0-927336a1714f" providerId="ADAL" clId="{42A619FA-2A58-4939-A31C-66F034B72B9C}" dt="2022-11-17T10:15:55.405" v="1720" actId="166"/>
          <ac:picMkLst>
            <pc:docMk/>
            <pc:sldMk cId="3901662827" sldId="2260"/>
            <ac:picMk id="44" creationId="{00000000-0000-0000-0000-000000000000}"/>
          </ac:picMkLst>
        </pc:picChg>
        <pc:picChg chg="mod">
          <ac:chgData name="Macher, Andreas (DI FA CTR PLC PPM)" userId="f1dcac62-7bef-43eb-91f0-927336a1714f" providerId="ADAL" clId="{42A619FA-2A58-4939-A31C-66F034B72B9C}" dt="2022-11-17T09:51:57.584" v="1648" actId="1038"/>
          <ac:picMkLst>
            <pc:docMk/>
            <pc:sldMk cId="3901662827" sldId="2260"/>
            <ac:picMk id="46" creationId="{00000000-0000-0000-0000-000000000000}"/>
          </ac:picMkLst>
        </pc:picChg>
      </pc:sldChg>
      <pc:sldChg chg="addSp modSp del mod chgLayout">
        <pc:chgData name="Macher, Andreas (DI FA CTR PLC PPM)" userId="f1dcac62-7bef-43eb-91f0-927336a1714f" providerId="ADAL" clId="{42A619FA-2A58-4939-A31C-66F034B72B9C}" dt="2022-11-17T11:37:55.693" v="1875" actId="47"/>
        <pc:sldMkLst>
          <pc:docMk/>
          <pc:sldMk cId="3330227079" sldId="2261"/>
        </pc:sldMkLst>
        <pc:spChg chg="mod ord">
          <ac:chgData name="Macher, Andreas (DI FA CTR PLC PPM)" userId="f1dcac62-7bef-43eb-91f0-927336a1714f" providerId="ADAL" clId="{42A619FA-2A58-4939-A31C-66F034B72B9C}" dt="2022-11-17T09:28:07.115" v="1488" actId="700"/>
          <ac:spMkLst>
            <pc:docMk/>
            <pc:sldMk cId="3330227079" sldId="2261"/>
            <ac:spMk id="3" creationId="{E731705F-F442-4FEB-BCD4-D26AC77B7CC0}"/>
          </ac:spMkLst>
        </pc:spChg>
        <pc:spChg chg="add mod ord">
          <ac:chgData name="Macher, Andreas (DI FA CTR PLC PPM)" userId="f1dcac62-7bef-43eb-91f0-927336a1714f" providerId="ADAL" clId="{42A619FA-2A58-4939-A31C-66F034B72B9C}" dt="2022-11-17T09:29:52.382" v="1512" actId="167"/>
          <ac:spMkLst>
            <pc:docMk/>
            <pc:sldMk cId="3330227079" sldId="2261"/>
            <ac:spMk id="4" creationId="{A75861E4-A2BE-3A73-A506-F6FAB4F51101}"/>
          </ac:spMkLst>
        </pc:spChg>
        <pc:spChg chg="add mod ord">
          <ac:chgData name="Macher, Andreas (DI FA CTR PLC PPM)" userId="f1dcac62-7bef-43eb-91f0-927336a1714f" providerId="ADAL" clId="{42A619FA-2A58-4939-A31C-66F034B72B9C}" dt="2022-11-17T09:29:59.814" v="1515" actId="167"/>
          <ac:spMkLst>
            <pc:docMk/>
            <pc:sldMk cId="3330227079" sldId="2261"/>
            <ac:spMk id="5" creationId="{1C6C73B0-8003-FEA2-406B-E758B662FBDD}"/>
          </ac:spMkLst>
        </pc:spChg>
        <pc:spChg chg="mod ord">
          <ac:chgData name="Macher, Andreas (DI FA CTR PLC PPM)" userId="f1dcac62-7bef-43eb-91f0-927336a1714f" providerId="ADAL" clId="{42A619FA-2A58-4939-A31C-66F034B72B9C}" dt="2022-11-17T09:28:19.936" v="1489" actId="207"/>
          <ac:spMkLst>
            <pc:docMk/>
            <pc:sldMk cId="3330227079" sldId="2261"/>
            <ac:spMk id="7" creationId="{EF4F3097-9EF6-4802-9435-66B566B98C29}"/>
          </ac:spMkLst>
        </pc:spChg>
        <pc:spChg chg="mod">
          <ac:chgData name="Macher, Andreas (DI FA CTR PLC PPM)" userId="f1dcac62-7bef-43eb-91f0-927336a1714f" providerId="ADAL" clId="{42A619FA-2A58-4939-A31C-66F034B72B9C}" dt="2022-11-17T09:30:10.116" v="1517" actId="207"/>
          <ac:spMkLst>
            <pc:docMk/>
            <pc:sldMk cId="3330227079" sldId="2261"/>
            <ac:spMk id="28" creationId="{1F8BD704-148E-405C-A1E2-EE0C4AEE9169}"/>
          </ac:spMkLst>
        </pc:spChg>
        <pc:spChg chg="mod">
          <ac:chgData name="Macher, Andreas (DI FA CTR PLC PPM)" userId="f1dcac62-7bef-43eb-91f0-927336a1714f" providerId="ADAL" clId="{42A619FA-2A58-4939-A31C-66F034B72B9C}" dt="2022-11-17T09:30:04.912" v="1516" actId="207"/>
          <ac:spMkLst>
            <pc:docMk/>
            <pc:sldMk cId="3330227079" sldId="2261"/>
            <ac:spMk id="36" creationId="{12A9B25F-6D12-4555-AD70-C851BE6400C9}"/>
          </ac:spMkLst>
        </pc:spChg>
      </pc:sldChg>
      <pc:sldChg chg="modSp add mod">
        <pc:chgData name="Macher, Andreas (DI FA CTR PLC PPM)" userId="f1dcac62-7bef-43eb-91f0-927336a1714f" providerId="ADAL" clId="{42A619FA-2A58-4939-A31C-66F034B72B9C}" dt="2022-11-25T17:44:39.237" v="7295" actId="20577"/>
        <pc:sldMkLst>
          <pc:docMk/>
          <pc:sldMk cId="578210998" sldId="9072"/>
        </pc:sldMkLst>
        <pc:spChg chg="mod">
          <ac:chgData name="Macher, Andreas (DI FA CTR PLC PPM)" userId="f1dcac62-7bef-43eb-91f0-927336a1714f" providerId="ADAL" clId="{42A619FA-2A58-4939-A31C-66F034B72B9C}" dt="2022-11-25T17:44:39.237" v="7295" actId="20577"/>
          <ac:spMkLst>
            <pc:docMk/>
            <pc:sldMk cId="578210998" sldId="9072"/>
            <ac:spMk id="2" creationId="{0342A3D6-98FE-48A7-AFE2-71450107450D}"/>
          </ac:spMkLst>
        </pc:spChg>
        <pc:spChg chg="mod">
          <ac:chgData name="Macher, Andreas (DI FA CTR PLC PPM)" userId="f1dcac62-7bef-43eb-91f0-927336a1714f" providerId="ADAL" clId="{42A619FA-2A58-4939-A31C-66F034B72B9C}" dt="2022-11-25T16:43:21.163" v="5201" actId="20577"/>
          <ac:spMkLst>
            <pc:docMk/>
            <pc:sldMk cId="578210998" sldId="9072"/>
            <ac:spMk id="4" creationId="{A645F354-40D6-4D3D-BA93-7A74F09635B4}"/>
          </ac:spMkLst>
        </pc:spChg>
        <pc:spChg chg="mod">
          <ac:chgData name="Macher, Andreas (DI FA CTR PLC PPM)" userId="f1dcac62-7bef-43eb-91f0-927336a1714f" providerId="ADAL" clId="{42A619FA-2A58-4939-A31C-66F034B72B9C}" dt="2022-11-25T17:05:46.474" v="5807" actId="20577"/>
          <ac:spMkLst>
            <pc:docMk/>
            <pc:sldMk cId="578210998" sldId="9072"/>
            <ac:spMk id="5" creationId="{7D06A950-B2BF-4D5B-AC72-5B76B61FC3A8}"/>
          </ac:spMkLst>
        </pc:spChg>
      </pc:sldChg>
      <pc:sldChg chg="addSp delSp modSp del mod chgLayout">
        <pc:chgData name="Macher, Andreas (DI FA CTR PLC PPM)" userId="f1dcac62-7bef-43eb-91f0-927336a1714f" providerId="ADAL" clId="{42A619FA-2A58-4939-A31C-66F034B72B9C}" dt="2022-11-17T11:41:00.781" v="1928" actId="47"/>
        <pc:sldMkLst>
          <pc:docMk/>
          <pc:sldMk cId="95143713" sldId="9116"/>
        </pc:sldMkLst>
        <pc:spChg chg="add mod ord">
          <ac:chgData name="Macher, Andreas (DI FA CTR PLC PPM)" userId="f1dcac62-7bef-43eb-91f0-927336a1714f" providerId="ADAL" clId="{42A619FA-2A58-4939-A31C-66F034B72B9C}" dt="2022-11-17T10:09:46.002" v="1676" actId="1035"/>
          <ac:spMkLst>
            <pc:docMk/>
            <pc:sldMk cId="95143713" sldId="9116"/>
            <ac:spMk id="2" creationId="{E3618E48-5828-FEAE-86D2-68EE68B1C0F6}"/>
          </ac:spMkLst>
        </pc:spChg>
        <pc:spChg chg="mod ord">
          <ac:chgData name="Macher, Andreas (DI FA CTR PLC PPM)" userId="f1dcac62-7bef-43eb-91f0-927336a1714f" providerId="ADAL" clId="{42A619FA-2A58-4939-A31C-66F034B72B9C}" dt="2022-11-17T09:47:27.585" v="1518" actId="700"/>
          <ac:spMkLst>
            <pc:docMk/>
            <pc:sldMk cId="95143713" sldId="9116"/>
            <ac:spMk id="3" creationId="{E731705F-F442-4FEB-BCD4-D26AC77B7CC0}"/>
          </ac:spMkLst>
        </pc:spChg>
        <pc:spChg chg="add mod">
          <ac:chgData name="Macher, Andreas (DI FA CTR PLC PPM)" userId="f1dcac62-7bef-43eb-91f0-927336a1714f" providerId="ADAL" clId="{42A619FA-2A58-4939-A31C-66F034B72B9C}" dt="2022-11-17T10:09:57.831" v="1678" actId="1076"/>
          <ac:spMkLst>
            <pc:docMk/>
            <pc:sldMk cId="95143713" sldId="9116"/>
            <ac:spMk id="6" creationId="{A8C4C86E-E3A3-9D7E-D7E1-E614217EB7C8}"/>
          </ac:spMkLst>
        </pc:spChg>
        <pc:spChg chg="mod ord">
          <ac:chgData name="Macher, Andreas (DI FA CTR PLC PPM)" userId="f1dcac62-7bef-43eb-91f0-927336a1714f" providerId="ADAL" clId="{42A619FA-2A58-4939-A31C-66F034B72B9C}" dt="2022-11-17T10:08:52.940" v="1671" actId="207"/>
          <ac:spMkLst>
            <pc:docMk/>
            <pc:sldMk cId="95143713" sldId="9116"/>
            <ac:spMk id="7" creationId="{EF4F3097-9EF6-4802-9435-66B566B98C29}"/>
          </ac:spMkLst>
        </pc:spChg>
        <pc:spChg chg="add mod">
          <ac:chgData name="Macher, Andreas (DI FA CTR PLC PPM)" userId="f1dcac62-7bef-43eb-91f0-927336a1714f" providerId="ADAL" clId="{42A619FA-2A58-4939-A31C-66F034B72B9C}" dt="2022-11-17T10:10:11.251" v="1680" actId="1076"/>
          <ac:spMkLst>
            <pc:docMk/>
            <pc:sldMk cId="95143713" sldId="9116"/>
            <ac:spMk id="8" creationId="{690B6398-3FAF-FB9C-9BCF-282B269DF368}"/>
          </ac:spMkLst>
        </pc:spChg>
        <pc:spChg chg="add mod ord">
          <ac:chgData name="Macher, Andreas (DI FA CTR PLC PPM)" userId="f1dcac62-7bef-43eb-91f0-927336a1714f" providerId="ADAL" clId="{42A619FA-2A58-4939-A31C-66F034B72B9C}" dt="2022-11-17T10:11:21.481" v="1690" actId="1076"/>
          <ac:spMkLst>
            <pc:docMk/>
            <pc:sldMk cId="95143713" sldId="9116"/>
            <ac:spMk id="9" creationId="{2B629A9C-45E7-817C-11DC-BC7765CB8872}"/>
          </ac:spMkLst>
        </pc:spChg>
        <pc:spChg chg="add mod">
          <ac:chgData name="Macher, Andreas (DI FA CTR PLC PPM)" userId="f1dcac62-7bef-43eb-91f0-927336a1714f" providerId="ADAL" clId="{42A619FA-2A58-4939-A31C-66F034B72B9C}" dt="2022-11-17T10:10:32.305" v="1684" actId="1076"/>
          <ac:spMkLst>
            <pc:docMk/>
            <pc:sldMk cId="95143713" sldId="9116"/>
            <ac:spMk id="11" creationId="{73054AFD-0E0A-4CE9-6513-940E152DF310}"/>
          </ac:spMkLst>
        </pc:spChg>
        <pc:spChg chg="add del mod">
          <ac:chgData name="Macher, Andreas (DI FA CTR PLC PPM)" userId="f1dcac62-7bef-43eb-91f0-927336a1714f" providerId="ADAL" clId="{42A619FA-2A58-4939-A31C-66F034B72B9C}" dt="2022-11-17T10:13:49.254" v="1700" actId="478"/>
          <ac:spMkLst>
            <pc:docMk/>
            <pc:sldMk cId="95143713" sldId="9116"/>
            <ac:spMk id="12" creationId="{2C01556E-60CD-9B86-5B95-100D1F76D548}"/>
          </ac:spMkLst>
        </pc:spChg>
        <pc:spChg chg="mod">
          <ac:chgData name="Macher, Andreas (DI FA CTR PLC PPM)" userId="f1dcac62-7bef-43eb-91f0-927336a1714f" providerId="ADAL" clId="{42A619FA-2A58-4939-A31C-66F034B72B9C}" dt="2022-11-17T10:07:15.659" v="1657" actId="207"/>
          <ac:spMkLst>
            <pc:docMk/>
            <pc:sldMk cId="95143713" sldId="9116"/>
            <ac:spMk id="23" creationId="{00000000-0000-0000-0000-000000000000}"/>
          </ac:spMkLst>
        </pc:spChg>
        <pc:spChg chg="mod">
          <ac:chgData name="Macher, Andreas (DI FA CTR PLC PPM)" userId="f1dcac62-7bef-43eb-91f0-927336a1714f" providerId="ADAL" clId="{42A619FA-2A58-4939-A31C-66F034B72B9C}" dt="2022-11-17T10:08:26.969" v="1665" actId="207"/>
          <ac:spMkLst>
            <pc:docMk/>
            <pc:sldMk cId="95143713" sldId="9116"/>
            <ac:spMk id="27" creationId="{00000000-0000-0000-0000-000000000000}"/>
          </ac:spMkLst>
        </pc:spChg>
        <pc:spChg chg="mod">
          <ac:chgData name="Macher, Andreas (DI FA CTR PLC PPM)" userId="f1dcac62-7bef-43eb-91f0-927336a1714f" providerId="ADAL" clId="{42A619FA-2A58-4939-A31C-66F034B72B9C}" dt="2022-11-17T10:08:01.557" v="1659" actId="207"/>
          <ac:spMkLst>
            <pc:docMk/>
            <pc:sldMk cId="95143713" sldId="9116"/>
            <ac:spMk id="42" creationId="{2B753D97-1009-4D0F-9203-9EC319B2EE41}"/>
          </ac:spMkLst>
        </pc:spChg>
        <pc:spChg chg="mod">
          <ac:chgData name="Macher, Andreas (DI FA CTR PLC PPM)" userId="f1dcac62-7bef-43eb-91f0-927336a1714f" providerId="ADAL" clId="{42A619FA-2A58-4939-A31C-66F034B72B9C}" dt="2022-11-17T10:08:13.563" v="1662" actId="207"/>
          <ac:spMkLst>
            <pc:docMk/>
            <pc:sldMk cId="95143713" sldId="9116"/>
            <ac:spMk id="43" creationId="{1B572551-9B93-4F6A-B1C5-D2712A05D20D}"/>
          </ac:spMkLst>
        </pc:spChg>
        <pc:spChg chg="mod">
          <ac:chgData name="Macher, Andreas (DI FA CTR PLC PPM)" userId="f1dcac62-7bef-43eb-91f0-927336a1714f" providerId="ADAL" clId="{42A619FA-2A58-4939-A31C-66F034B72B9C}" dt="2022-11-17T10:08:46.020" v="1669" actId="207"/>
          <ac:spMkLst>
            <pc:docMk/>
            <pc:sldMk cId="95143713" sldId="9116"/>
            <ac:spMk id="44" creationId="{8B89CD1C-9622-4326-BF96-DFC407E0895B}"/>
          </ac:spMkLst>
        </pc:spChg>
        <pc:spChg chg="mod">
          <ac:chgData name="Macher, Andreas (DI FA CTR PLC PPM)" userId="f1dcac62-7bef-43eb-91f0-927336a1714f" providerId="ADAL" clId="{42A619FA-2A58-4939-A31C-66F034B72B9C}" dt="2022-11-17T10:08:05.218" v="1660" actId="207"/>
          <ac:spMkLst>
            <pc:docMk/>
            <pc:sldMk cId="95143713" sldId="9116"/>
            <ac:spMk id="47" creationId="{00110CEA-AC1A-43FC-85B8-AD6591A76422}"/>
          </ac:spMkLst>
        </pc:spChg>
        <pc:spChg chg="mod">
          <ac:chgData name="Macher, Andreas (DI FA CTR PLC PPM)" userId="f1dcac62-7bef-43eb-91f0-927336a1714f" providerId="ADAL" clId="{42A619FA-2A58-4939-A31C-66F034B72B9C}" dt="2022-11-17T10:08:10.091" v="1661" actId="207"/>
          <ac:spMkLst>
            <pc:docMk/>
            <pc:sldMk cId="95143713" sldId="9116"/>
            <ac:spMk id="48" creationId="{8704A4A8-199B-4038-B58B-F2DD920EC4CF}"/>
          </ac:spMkLst>
        </pc:spChg>
        <pc:spChg chg="mod">
          <ac:chgData name="Macher, Andreas (DI FA CTR PLC PPM)" userId="f1dcac62-7bef-43eb-91f0-927336a1714f" providerId="ADAL" clId="{42A619FA-2A58-4939-A31C-66F034B72B9C}" dt="2022-11-17T10:08:49.814" v="1670" actId="207"/>
          <ac:spMkLst>
            <pc:docMk/>
            <pc:sldMk cId="95143713" sldId="9116"/>
            <ac:spMk id="49" creationId="{C7EE2D0A-3BED-4CF1-94B3-F546B964CE08}"/>
          </ac:spMkLst>
        </pc:spChg>
        <pc:spChg chg="mod">
          <ac:chgData name="Macher, Andreas (DI FA CTR PLC PPM)" userId="f1dcac62-7bef-43eb-91f0-927336a1714f" providerId="ADAL" clId="{42A619FA-2A58-4939-A31C-66F034B72B9C}" dt="2022-11-17T10:08:33.587" v="1666" actId="207"/>
          <ac:spMkLst>
            <pc:docMk/>
            <pc:sldMk cId="95143713" sldId="9116"/>
            <ac:spMk id="89" creationId="{00000000-0000-0000-0000-000000000000}"/>
          </ac:spMkLst>
        </pc:spChg>
        <pc:spChg chg="mod">
          <ac:chgData name="Macher, Andreas (DI FA CTR PLC PPM)" userId="f1dcac62-7bef-43eb-91f0-927336a1714f" providerId="ADAL" clId="{42A619FA-2A58-4939-A31C-66F034B72B9C}" dt="2022-11-17T10:14:26.973" v="1705" actId="478"/>
          <ac:spMkLst>
            <pc:docMk/>
            <pc:sldMk cId="95143713" sldId="9116"/>
            <ac:spMk id="90" creationId="{00000000-0000-0000-0000-000000000000}"/>
          </ac:spMkLst>
        </pc:spChg>
        <pc:spChg chg="mod">
          <ac:chgData name="Macher, Andreas (DI FA CTR PLC PPM)" userId="f1dcac62-7bef-43eb-91f0-927336a1714f" providerId="ADAL" clId="{42A619FA-2A58-4939-A31C-66F034B72B9C}" dt="2022-11-17T10:14:26.973" v="1705" actId="478"/>
          <ac:spMkLst>
            <pc:docMk/>
            <pc:sldMk cId="95143713" sldId="9116"/>
            <ac:spMk id="91" creationId="{00000000-0000-0000-0000-000000000000}"/>
          </ac:spMkLst>
        </pc:spChg>
        <pc:spChg chg="mod">
          <ac:chgData name="Macher, Andreas (DI FA CTR PLC PPM)" userId="f1dcac62-7bef-43eb-91f0-927336a1714f" providerId="ADAL" clId="{42A619FA-2A58-4939-A31C-66F034B72B9C}" dt="2022-11-17T10:14:26.973" v="1705" actId="478"/>
          <ac:spMkLst>
            <pc:docMk/>
            <pc:sldMk cId="95143713" sldId="9116"/>
            <ac:spMk id="93" creationId="{00000000-0000-0000-0000-000000000000}"/>
          </ac:spMkLst>
        </pc:spChg>
        <pc:spChg chg="mod">
          <ac:chgData name="Macher, Andreas (DI FA CTR PLC PPM)" userId="f1dcac62-7bef-43eb-91f0-927336a1714f" providerId="ADAL" clId="{42A619FA-2A58-4939-A31C-66F034B72B9C}" dt="2022-11-17T10:07:57.701" v="1658" actId="207"/>
          <ac:spMkLst>
            <pc:docMk/>
            <pc:sldMk cId="95143713" sldId="9116"/>
            <ac:spMk id="95" creationId="{00000000-0000-0000-0000-000000000000}"/>
          </ac:spMkLst>
        </pc:spChg>
        <pc:spChg chg="mod">
          <ac:chgData name="Macher, Andreas (DI FA CTR PLC PPM)" userId="f1dcac62-7bef-43eb-91f0-927336a1714f" providerId="ADAL" clId="{42A619FA-2A58-4939-A31C-66F034B72B9C}" dt="2022-11-17T10:08:17.142" v="1663" actId="207"/>
          <ac:spMkLst>
            <pc:docMk/>
            <pc:sldMk cId="95143713" sldId="9116"/>
            <ac:spMk id="96" creationId="{00000000-0000-0000-0000-000000000000}"/>
          </ac:spMkLst>
        </pc:spChg>
        <pc:spChg chg="mod">
          <ac:chgData name="Macher, Andreas (DI FA CTR PLC PPM)" userId="f1dcac62-7bef-43eb-91f0-927336a1714f" providerId="ADAL" clId="{42A619FA-2A58-4939-A31C-66F034B72B9C}" dt="2022-11-17T10:08:41.149" v="1668" actId="207"/>
          <ac:spMkLst>
            <pc:docMk/>
            <pc:sldMk cId="95143713" sldId="9116"/>
            <ac:spMk id="97" creationId="{00000000-0000-0000-0000-000000000000}"/>
          </ac:spMkLst>
        </pc:spChg>
        <pc:grpChg chg="del mod">
          <ac:chgData name="Macher, Andreas (DI FA CTR PLC PPM)" userId="f1dcac62-7bef-43eb-91f0-927336a1714f" providerId="ADAL" clId="{42A619FA-2A58-4939-A31C-66F034B72B9C}" dt="2022-11-17T10:14:26.973" v="1705" actId="478"/>
          <ac:grpSpMkLst>
            <pc:docMk/>
            <pc:sldMk cId="95143713" sldId="9116"/>
            <ac:grpSpMk id="5" creationId="{E1EEEF04-A7E0-42B6-8383-3350B9C54D59}"/>
          </ac:grpSpMkLst>
        </pc:grpChg>
        <pc:grpChg chg="mod">
          <ac:chgData name="Macher, Andreas (DI FA CTR PLC PPM)" userId="f1dcac62-7bef-43eb-91f0-927336a1714f" providerId="ADAL" clId="{42A619FA-2A58-4939-A31C-66F034B72B9C}" dt="2022-11-17T10:14:44.109" v="1706" actId="465"/>
          <ac:grpSpMkLst>
            <pc:docMk/>
            <pc:sldMk cId="95143713" sldId="9116"/>
            <ac:grpSpMk id="38" creationId="{00000000-0000-0000-0000-000000000000}"/>
          </ac:grpSpMkLst>
        </pc:grpChg>
        <pc:grpChg chg="mod">
          <ac:chgData name="Macher, Andreas (DI FA CTR PLC PPM)" userId="f1dcac62-7bef-43eb-91f0-927336a1714f" providerId="ADAL" clId="{42A619FA-2A58-4939-A31C-66F034B72B9C}" dt="2022-11-17T10:14:44.109" v="1706" actId="465"/>
          <ac:grpSpMkLst>
            <pc:docMk/>
            <pc:sldMk cId="95143713" sldId="9116"/>
            <ac:grpSpMk id="39" creationId="{00000000-0000-0000-0000-000000000000}"/>
          </ac:grpSpMkLst>
        </pc:grpChg>
        <pc:grpChg chg="mod">
          <ac:chgData name="Macher, Andreas (DI FA CTR PLC PPM)" userId="f1dcac62-7bef-43eb-91f0-927336a1714f" providerId="ADAL" clId="{42A619FA-2A58-4939-A31C-66F034B72B9C}" dt="2022-11-17T10:07:15.659" v="1657" actId="207"/>
          <ac:grpSpMkLst>
            <pc:docMk/>
            <pc:sldMk cId="95143713" sldId="9116"/>
            <ac:grpSpMk id="40" creationId="{00000000-0000-0000-0000-000000000000}"/>
          </ac:grpSpMkLst>
        </pc:grpChg>
        <pc:grpChg chg="mod">
          <ac:chgData name="Macher, Andreas (DI FA CTR PLC PPM)" userId="f1dcac62-7bef-43eb-91f0-927336a1714f" providerId="ADAL" clId="{42A619FA-2A58-4939-A31C-66F034B72B9C}" dt="2022-11-17T10:14:44.109" v="1706" actId="465"/>
          <ac:grpSpMkLst>
            <pc:docMk/>
            <pc:sldMk cId="95143713" sldId="9116"/>
            <ac:grpSpMk id="41" creationId="{ED8CAA2C-F91F-49DC-A2F2-22ECBDF8BA59}"/>
          </ac:grpSpMkLst>
        </pc:grpChg>
        <pc:grpChg chg="mod ord">
          <ac:chgData name="Macher, Andreas (DI FA CTR PLC PPM)" userId="f1dcac62-7bef-43eb-91f0-927336a1714f" providerId="ADAL" clId="{42A619FA-2A58-4939-A31C-66F034B72B9C}" dt="2022-11-17T10:09:43.249" v="1675" actId="167"/>
          <ac:grpSpMkLst>
            <pc:docMk/>
            <pc:sldMk cId="95143713" sldId="9116"/>
            <ac:grpSpMk id="46" creationId="{4AC591F3-EB20-410C-B4D9-50DE6C017DB6}"/>
          </ac:grpSpMkLst>
        </pc:grpChg>
        <pc:picChg chg="mod">
          <ac:chgData name="Macher, Andreas (DI FA CTR PLC PPM)" userId="f1dcac62-7bef-43eb-91f0-927336a1714f" providerId="ADAL" clId="{42A619FA-2A58-4939-A31C-66F034B72B9C}" dt="2022-11-17T10:10:46.893" v="1685" actId="166"/>
          <ac:picMkLst>
            <pc:docMk/>
            <pc:sldMk cId="95143713" sldId="9116"/>
            <ac:picMk id="4" creationId="{547816BA-E4F8-4513-B7F7-36B537511CC3}"/>
          </ac:picMkLst>
        </pc:picChg>
        <pc:picChg chg="mod">
          <ac:chgData name="Macher, Andreas (DI FA CTR PLC PPM)" userId="f1dcac62-7bef-43eb-91f0-927336a1714f" providerId="ADAL" clId="{42A619FA-2A58-4939-A31C-66F034B72B9C}" dt="2022-11-17T10:10:46.893" v="1685" actId="166"/>
          <ac:picMkLst>
            <pc:docMk/>
            <pc:sldMk cId="95143713" sldId="9116"/>
            <ac:picMk id="10" creationId="{26270D85-A916-4B02-9CC5-B445B890A5A1}"/>
          </ac:picMkLst>
        </pc:picChg>
        <pc:picChg chg="add mod">
          <ac:chgData name="Macher, Andreas (DI FA CTR PLC PPM)" userId="f1dcac62-7bef-43eb-91f0-927336a1714f" providerId="ADAL" clId="{42A619FA-2A58-4939-A31C-66F034B72B9C}" dt="2022-11-17T10:14:24.319" v="1704" actId="1076"/>
          <ac:picMkLst>
            <pc:docMk/>
            <pc:sldMk cId="95143713" sldId="9116"/>
            <ac:picMk id="14" creationId="{9E4740AC-E91C-7CD0-A67E-C9FCC3A6EE4C}"/>
          </ac:picMkLst>
        </pc:picChg>
        <pc:picChg chg="mod">
          <ac:chgData name="Macher, Andreas (DI FA CTR PLC PPM)" userId="f1dcac62-7bef-43eb-91f0-927336a1714f" providerId="ADAL" clId="{42A619FA-2A58-4939-A31C-66F034B72B9C}" dt="2022-11-17T10:10:46.893" v="1685" actId="166"/>
          <ac:picMkLst>
            <pc:docMk/>
            <pc:sldMk cId="95143713" sldId="9116"/>
            <ac:picMk id="15" creationId="{9E91121A-D9E8-4361-AAFF-C30D45B6DB48}"/>
          </ac:picMkLst>
        </pc:picChg>
        <pc:picChg chg="mod">
          <ac:chgData name="Macher, Andreas (DI FA CTR PLC PPM)" userId="f1dcac62-7bef-43eb-91f0-927336a1714f" providerId="ADAL" clId="{42A619FA-2A58-4939-A31C-66F034B72B9C}" dt="2022-11-17T10:10:46.893" v="1685" actId="166"/>
          <ac:picMkLst>
            <pc:docMk/>
            <pc:sldMk cId="95143713" sldId="9116"/>
            <ac:picMk id="32" creationId="{00000000-0000-0000-0000-000000000000}"/>
          </ac:picMkLst>
        </pc:picChg>
        <pc:picChg chg="del mod">
          <ac:chgData name="Macher, Andreas (DI FA CTR PLC PPM)" userId="f1dcac62-7bef-43eb-91f0-927336a1714f" providerId="ADAL" clId="{42A619FA-2A58-4939-A31C-66F034B72B9C}" dt="2022-11-17T10:14:26.973" v="1705" actId="478"/>
          <ac:picMkLst>
            <pc:docMk/>
            <pc:sldMk cId="95143713" sldId="9116"/>
            <ac:picMk id="33" creationId="{00000000-0000-0000-0000-000000000000}"/>
          </ac:picMkLst>
        </pc:picChg>
      </pc:sldChg>
      <pc:sldChg chg="addSp delSp modSp mod">
        <pc:chgData name="Macher, Andreas (DI FA CTR PLC PPM)" userId="f1dcac62-7bef-43eb-91f0-927336a1714f" providerId="ADAL" clId="{42A619FA-2A58-4939-A31C-66F034B72B9C}" dt="2022-11-25T17:43:56.265" v="7286"/>
        <pc:sldMkLst>
          <pc:docMk/>
          <pc:sldMk cId="3721668768" sldId="9781"/>
        </pc:sldMkLst>
        <pc:spChg chg="mod">
          <ac:chgData name="Macher, Andreas (DI FA CTR PLC PPM)" userId="f1dcac62-7bef-43eb-91f0-927336a1714f" providerId="ADAL" clId="{42A619FA-2A58-4939-A31C-66F034B72B9C}" dt="2022-11-25T17:43:56.265" v="7286"/>
          <ac:spMkLst>
            <pc:docMk/>
            <pc:sldMk cId="3721668768" sldId="9781"/>
            <ac:spMk id="3" creationId="{06245AF5-1AE3-49EC-B4ED-2C4EC9A6E5FC}"/>
          </ac:spMkLst>
        </pc:spChg>
        <pc:spChg chg="del">
          <ac:chgData name="Macher, Andreas (DI FA CTR PLC PPM)" userId="f1dcac62-7bef-43eb-91f0-927336a1714f" providerId="ADAL" clId="{42A619FA-2A58-4939-A31C-66F034B72B9C}" dt="2022-11-17T09:19:51.390" v="1397" actId="478"/>
          <ac:spMkLst>
            <pc:docMk/>
            <pc:sldMk cId="3721668768" sldId="9781"/>
            <ac:spMk id="5" creationId="{A38F6808-4085-423A-A99A-9DC01B1678CB}"/>
          </ac:spMkLst>
        </pc:spChg>
        <pc:spChg chg="del">
          <ac:chgData name="Macher, Andreas (DI FA CTR PLC PPM)" userId="f1dcac62-7bef-43eb-91f0-927336a1714f" providerId="ADAL" clId="{42A619FA-2A58-4939-A31C-66F034B72B9C}" dt="2022-11-17T09:20:51.797" v="1415" actId="478"/>
          <ac:spMkLst>
            <pc:docMk/>
            <pc:sldMk cId="3721668768" sldId="9781"/>
            <ac:spMk id="8" creationId="{2C5325A6-55B8-4C6C-8536-054DE43AC8D4}"/>
          </ac:spMkLst>
        </pc:spChg>
        <pc:spChg chg="add mod">
          <ac:chgData name="Macher, Andreas (DI FA CTR PLC PPM)" userId="f1dcac62-7bef-43eb-91f0-927336a1714f" providerId="ADAL" clId="{42A619FA-2A58-4939-A31C-66F034B72B9C}" dt="2022-11-17T09:19:52.056" v="1398"/>
          <ac:spMkLst>
            <pc:docMk/>
            <pc:sldMk cId="3721668768" sldId="9781"/>
            <ac:spMk id="10" creationId="{30451C18-96E8-F1F2-65EE-D290602C1E46}"/>
          </ac:spMkLst>
        </pc:spChg>
        <pc:spChg chg="mod">
          <ac:chgData name="Macher, Andreas (DI FA CTR PLC PPM)" userId="f1dcac62-7bef-43eb-91f0-927336a1714f" providerId="ADAL" clId="{42A619FA-2A58-4939-A31C-66F034B72B9C}" dt="2022-11-17T09:19:52.056" v="1398"/>
          <ac:spMkLst>
            <pc:docMk/>
            <pc:sldMk cId="3721668768" sldId="9781"/>
            <ac:spMk id="12" creationId="{949A9C17-3771-185D-B066-4B8559E6777D}"/>
          </ac:spMkLst>
        </pc:spChg>
        <pc:spChg chg="mod">
          <ac:chgData name="Macher, Andreas (DI FA CTR PLC PPM)" userId="f1dcac62-7bef-43eb-91f0-927336a1714f" providerId="ADAL" clId="{42A619FA-2A58-4939-A31C-66F034B72B9C}" dt="2022-11-17T09:19:52.056" v="1398"/>
          <ac:spMkLst>
            <pc:docMk/>
            <pc:sldMk cId="3721668768" sldId="9781"/>
            <ac:spMk id="13" creationId="{1838872C-18E8-3840-6F1D-BAFD084632A8}"/>
          </ac:spMkLst>
        </pc:spChg>
        <pc:grpChg chg="del">
          <ac:chgData name="Macher, Andreas (DI FA CTR PLC PPM)" userId="f1dcac62-7bef-43eb-91f0-927336a1714f" providerId="ADAL" clId="{42A619FA-2A58-4939-A31C-66F034B72B9C}" dt="2022-11-17T09:19:51.390" v="1397" actId="478"/>
          <ac:grpSpMkLst>
            <pc:docMk/>
            <pc:sldMk cId="3721668768" sldId="9781"/>
            <ac:grpSpMk id="9" creationId="{27A92C2F-D47D-57BB-8D48-72EC2F30F9AE}"/>
          </ac:grpSpMkLst>
        </pc:grpChg>
        <pc:grpChg chg="add mod">
          <ac:chgData name="Macher, Andreas (DI FA CTR PLC PPM)" userId="f1dcac62-7bef-43eb-91f0-927336a1714f" providerId="ADAL" clId="{42A619FA-2A58-4939-A31C-66F034B72B9C}" dt="2022-11-17T09:20:00.019" v="1414" actId="1036"/>
          <ac:grpSpMkLst>
            <pc:docMk/>
            <pc:sldMk cId="3721668768" sldId="9781"/>
            <ac:grpSpMk id="11" creationId="{BEBF0624-1FFB-E615-5E43-A64B86DBE1BD}"/>
          </ac:grpSpMkLst>
        </pc:grpChg>
      </pc:sldChg>
      <pc:sldChg chg="addSp delSp modSp mod chgLayout">
        <pc:chgData name="Macher, Andreas (DI FA CTR PLC PPM)" userId="f1dcac62-7bef-43eb-91f0-927336a1714f" providerId="ADAL" clId="{42A619FA-2A58-4939-A31C-66F034B72B9C}" dt="2022-11-25T17:43:56.265" v="7286"/>
        <pc:sldMkLst>
          <pc:docMk/>
          <pc:sldMk cId="2885743806" sldId="9783"/>
        </pc:sldMkLst>
        <pc:spChg chg="mod ord">
          <ac:chgData name="Macher, Andreas (DI FA CTR PLC PPM)" userId="f1dcac62-7bef-43eb-91f0-927336a1714f" providerId="ADAL" clId="{42A619FA-2A58-4939-A31C-66F034B72B9C}" dt="2022-11-17T09:25:47.830" v="1467" actId="207"/>
          <ac:spMkLst>
            <pc:docMk/>
            <pc:sldMk cId="2885743806" sldId="9783"/>
            <ac:spMk id="2" creationId="{028CDF48-62E8-00B6-483B-CC350571158D}"/>
          </ac:spMkLst>
        </pc:spChg>
        <pc:spChg chg="mod ord">
          <ac:chgData name="Macher, Andreas (DI FA CTR PLC PPM)" userId="f1dcac62-7bef-43eb-91f0-927336a1714f" providerId="ADAL" clId="{42A619FA-2A58-4939-A31C-66F034B72B9C}" dt="2022-11-25T17:43:56.265" v="7286"/>
          <ac:spMkLst>
            <pc:docMk/>
            <pc:sldMk cId="2885743806" sldId="9783"/>
            <ac:spMk id="3" creationId="{E39E3B3C-CD9A-99D5-3324-9324A60D6F45}"/>
          </ac:spMkLst>
        </pc:spChg>
        <pc:spChg chg="mod">
          <ac:chgData name="Macher, Andreas (DI FA CTR PLC PPM)" userId="f1dcac62-7bef-43eb-91f0-927336a1714f" providerId="ADAL" clId="{42A619FA-2A58-4939-A31C-66F034B72B9C}" dt="2022-08-10T15:13:11.255" v="1266" actId="1037"/>
          <ac:spMkLst>
            <pc:docMk/>
            <pc:sldMk cId="2885743806" sldId="9783"/>
            <ac:spMk id="8" creationId="{43F048BD-FF0F-6EFA-C1DC-3AF4EC11438F}"/>
          </ac:spMkLst>
        </pc:spChg>
        <pc:spChg chg="mod">
          <ac:chgData name="Macher, Andreas (DI FA CTR PLC PPM)" userId="f1dcac62-7bef-43eb-91f0-927336a1714f" providerId="ADAL" clId="{42A619FA-2A58-4939-A31C-66F034B72B9C}" dt="2022-08-10T15:37:33.791" v="1373" actId="1076"/>
          <ac:spMkLst>
            <pc:docMk/>
            <pc:sldMk cId="2885743806" sldId="9783"/>
            <ac:spMk id="9" creationId="{4E433ADA-F50F-0F7C-FF91-BF1985547CC1}"/>
          </ac:spMkLst>
        </pc:spChg>
        <pc:spChg chg="mod">
          <ac:chgData name="Macher, Andreas (DI FA CTR PLC PPM)" userId="f1dcac62-7bef-43eb-91f0-927336a1714f" providerId="ADAL" clId="{42A619FA-2A58-4939-A31C-66F034B72B9C}" dt="2022-08-10T15:37:37.481" v="1374" actId="1076"/>
          <ac:spMkLst>
            <pc:docMk/>
            <pc:sldMk cId="2885743806" sldId="9783"/>
            <ac:spMk id="10" creationId="{182640C5-D5B2-450D-4C92-4C493D5EFBFB}"/>
          </ac:spMkLst>
        </pc:spChg>
        <pc:graphicFrameChg chg="mod modGraphic">
          <ac:chgData name="Macher, Andreas (DI FA CTR PLC PPM)" userId="f1dcac62-7bef-43eb-91f0-927336a1714f" providerId="ADAL" clId="{42A619FA-2A58-4939-A31C-66F034B72B9C}" dt="2022-11-17T11:53:29.369" v="2119" actId="207"/>
          <ac:graphicFrameMkLst>
            <pc:docMk/>
            <pc:sldMk cId="2885743806" sldId="9783"/>
            <ac:graphicFrameMk id="4" creationId="{E634435A-F05C-1C06-328F-1740776AC6D5}"/>
          </ac:graphicFrameMkLst>
        </pc:graphicFrameChg>
        <pc:picChg chg="del mod">
          <ac:chgData name="Macher, Andreas (DI FA CTR PLC PPM)" userId="f1dcac62-7bef-43eb-91f0-927336a1714f" providerId="ADAL" clId="{42A619FA-2A58-4939-A31C-66F034B72B9C}" dt="2022-08-10T15:10:37.961" v="1207" actId="478"/>
          <ac:picMkLst>
            <pc:docMk/>
            <pc:sldMk cId="2885743806" sldId="9783"/>
            <ac:picMk id="6" creationId="{12E19CBF-0AE2-5CF5-F84B-DFD06AA5F946}"/>
          </ac:picMkLst>
        </pc:picChg>
        <pc:picChg chg="del mod">
          <ac:chgData name="Macher, Andreas (DI FA CTR PLC PPM)" userId="f1dcac62-7bef-43eb-91f0-927336a1714f" providerId="ADAL" clId="{42A619FA-2A58-4939-A31C-66F034B72B9C}" dt="2022-08-10T15:11:02.041" v="1211" actId="478"/>
          <ac:picMkLst>
            <pc:docMk/>
            <pc:sldMk cId="2885743806" sldId="9783"/>
            <ac:picMk id="7" creationId="{B0839651-9AC9-F7D1-BAC3-03B6ABEFC13A}"/>
          </ac:picMkLst>
        </pc:picChg>
        <pc:picChg chg="add mod">
          <ac:chgData name="Macher, Andreas (DI FA CTR PLC PPM)" userId="f1dcac62-7bef-43eb-91f0-927336a1714f" providerId="ADAL" clId="{42A619FA-2A58-4939-A31C-66F034B72B9C}" dt="2022-08-10T15:39:14.716" v="1396" actId="1038"/>
          <ac:picMkLst>
            <pc:docMk/>
            <pc:sldMk cId="2885743806" sldId="9783"/>
            <ac:picMk id="11" creationId="{592B975C-78F0-7C65-E46F-00B0745127CD}"/>
          </ac:picMkLst>
        </pc:picChg>
        <pc:picChg chg="add del mod">
          <ac:chgData name="Macher, Andreas (DI FA CTR PLC PPM)" userId="f1dcac62-7bef-43eb-91f0-927336a1714f" providerId="ADAL" clId="{42A619FA-2A58-4939-A31C-66F034B72B9C}" dt="2022-08-10T15:07:35.746" v="1200" actId="478"/>
          <ac:picMkLst>
            <pc:docMk/>
            <pc:sldMk cId="2885743806" sldId="9783"/>
            <ac:picMk id="14" creationId="{3755EDF1-CF9B-C9ED-6CC8-556336C08866}"/>
          </ac:picMkLst>
        </pc:picChg>
        <pc:picChg chg="add del mod">
          <ac:chgData name="Macher, Andreas (DI FA CTR PLC PPM)" userId="f1dcac62-7bef-43eb-91f0-927336a1714f" providerId="ADAL" clId="{42A619FA-2A58-4939-A31C-66F034B72B9C}" dt="2022-08-10T15:08:06.866" v="1202" actId="478"/>
          <ac:picMkLst>
            <pc:docMk/>
            <pc:sldMk cId="2885743806" sldId="9783"/>
            <ac:picMk id="16" creationId="{FBA1C8C0-D4A3-6DFF-0ED1-93594F0CB3FA}"/>
          </ac:picMkLst>
        </pc:picChg>
        <pc:picChg chg="add del mod">
          <ac:chgData name="Macher, Andreas (DI FA CTR PLC PPM)" userId="f1dcac62-7bef-43eb-91f0-927336a1714f" providerId="ADAL" clId="{42A619FA-2A58-4939-A31C-66F034B72B9C}" dt="2022-08-10T15:08:32.123" v="1205" actId="478"/>
          <ac:picMkLst>
            <pc:docMk/>
            <pc:sldMk cId="2885743806" sldId="9783"/>
            <ac:picMk id="18" creationId="{FCF9EC92-292B-BD22-BB49-CD8D26F940DA}"/>
          </ac:picMkLst>
        </pc:picChg>
        <pc:picChg chg="add mod">
          <ac:chgData name="Macher, Andreas (DI FA CTR PLC PPM)" userId="f1dcac62-7bef-43eb-91f0-927336a1714f" providerId="ADAL" clId="{42A619FA-2A58-4939-A31C-66F034B72B9C}" dt="2022-08-10T15:10:45.448" v="1208" actId="1076"/>
          <ac:picMkLst>
            <pc:docMk/>
            <pc:sldMk cId="2885743806" sldId="9783"/>
            <ac:picMk id="20" creationId="{B9AF0067-9B33-287F-B99C-C72ADF79F8A9}"/>
          </ac:picMkLst>
        </pc:picChg>
        <pc:picChg chg="add mod">
          <ac:chgData name="Macher, Andreas (DI FA CTR PLC PPM)" userId="f1dcac62-7bef-43eb-91f0-927336a1714f" providerId="ADAL" clId="{42A619FA-2A58-4939-A31C-66F034B72B9C}" dt="2022-08-10T15:12:41.967" v="1221" actId="1076"/>
          <ac:picMkLst>
            <pc:docMk/>
            <pc:sldMk cId="2885743806" sldId="9783"/>
            <ac:picMk id="22" creationId="{1501AF1E-354D-D654-2C72-7D413348E350}"/>
          </ac:picMkLst>
        </pc:picChg>
        <pc:cxnChg chg="add del mod">
          <ac:chgData name="Macher, Andreas (DI FA CTR PLC PPM)" userId="f1dcac62-7bef-43eb-91f0-927336a1714f" providerId="ADAL" clId="{42A619FA-2A58-4939-A31C-66F034B72B9C}" dt="2022-08-10T15:06:44.118" v="1173" actId="478"/>
          <ac:cxnSpMkLst>
            <pc:docMk/>
            <pc:sldMk cId="2885743806" sldId="9783"/>
            <ac:cxnSpMk id="12" creationId="{1C073BA3-0815-3715-582A-5801CD19A175}"/>
          </ac:cxnSpMkLst>
        </pc:cxnChg>
      </pc:sldChg>
      <pc:sldChg chg="modSp mod">
        <pc:chgData name="Macher, Andreas (DI FA CTR PLC PPM)" userId="f1dcac62-7bef-43eb-91f0-927336a1714f" providerId="ADAL" clId="{42A619FA-2A58-4939-A31C-66F034B72B9C}" dt="2022-11-25T17:44:54.684" v="7305" actId="20577"/>
        <pc:sldMkLst>
          <pc:docMk/>
          <pc:sldMk cId="3807773920" sldId="9785"/>
        </pc:sldMkLst>
        <pc:spChg chg="mod">
          <ac:chgData name="Macher, Andreas (DI FA CTR PLC PPM)" userId="f1dcac62-7bef-43eb-91f0-927336a1714f" providerId="ADAL" clId="{42A619FA-2A58-4939-A31C-66F034B72B9C}" dt="2022-11-25T17:44:54.684" v="7305" actId="20577"/>
          <ac:spMkLst>
            <pc:docMk/>
            <pc:sldMk cId="3807773920" sldId="9785"/>
            <ac:spMk id="3" creationId="{38D101C9-5442-4E35-9BFD-3591529F0F77}"/>
          </ac:spMkLst>
        </pc:spChg>
      </pc:sldChg>
      <pc:sldChg chg="addSp delSp modSp add mod chgLayout">
        <pc:chgData name="Macher, Andreas (DI FA CTR PLC PPM)" userId="f1dcac62-7bef-43eb-91f0-927336a1714f" providerId="ADAL" clId="{42A619FA-2A58-4939-A31C-66F034B72B9C}" dt="2022-11-25T17:43:56.265" v="7286"/>
        <pc:sldMkLst>
          <pc:docMk/>
          <pc:sldMk cId="702078302" sldId="9786"/>
        </pc:sldMkLst>
        <pc:spChg chg="add mod">
          <ac:chgData name="Macher, Andreas (DI FA CTR PLC PPM)" userId="f1dcac62-7bef-43eb-91f0-927336a1714f" providerId="ADAL" clId="{42A619FA-2A58-4939-A31C-66F034B72B9C}" dt="2022-11-25T11:51:38.141" v="2316" actId="207"/>
          <ac:spMkLst>
            <pc:docMk/>
            <pc:sldMk cId="702078302" sldId="9786"/>
            <ac:spMk id="2" creationId="{0F63B983-6E45-382B-3A85-CAF9FBA4A9DC}"/>
          </ac:spMkLst>
        </pc:spChg>
        <pc:spChg chg="add del mod">
          <ac:chgData name="Macher, Andreas (DI FA CTR PLC PPM)" userId="f1dcac62-7bef-43eb-91f0-927336a1714f" providerId="ADAL" clId="{42A619FA-2A58-4939-A31C-66F034B72B9C}" dt="2022-08-10T14:39:28.387" v="687" actId="478"/>
          <ac:spMkLst>
            <pc:docMk/>
            <pc:sldMk cId="702078302" sldId="9786"/>
            <ac:spMk id="2" creationId="{F7948F78-3ADB-DF78-C0A2-38F35BB62F56}"/>
          </ac:spMkLst>
        </pc:spChg>
        <pc:spChg chg="mod">
          <ac:chgData name="Macher, Andreas (DI FA CTR PLC PPM)" userId="f1dcac62-7bef-43eb-91f0-927336a1714f" providerId="ADAL" clId="{42A619FA-2A58-4939-A31C-66F034B72B9C}" dt="2022-11-17T11:51:18.570" v="2109" actId="207"/>
          <ac:spMkLst>
            <pc:docMk/>
            <pc:sldMk cId="702078302" sldId="9786"/>
            <ac:spMk id="3" creationId="{90E15EE6-86F6-4348-83B1-13B171E5D511}"/>
          </ac:spMkLst>
        </pc:spChg>
        <pc:spChg chg="mod ord">
          <ac:chgData name="Macher, Andreas (DI FA CTR PLC PPM)" userId="f1dcac62-7bef-43eb-91f0-927336a1714f" providerId="ADAL" clId="{42A619FA-2A58-4939-A31C-66F034B72B9C}" dt="2022-11-17T11:50:08.743" v="2100" actId="207"/>
          <ac:spMkLst>
            <pc:docMk/>
            <pc:sldMk cId="702078302" sldId="9786"/>
            <ac:spMk id="4" creationId="{00000000-0000-0000-0000-000000000000}"/>
          </ac:spMkLst>
        </pc:spChg>
        <pc:spChg chg="mod ord">
          <ac:chgData name="Macher, Andreas (DI FA CTR PLC PPM)" userId="f1dcac62-7bef-43eb-91f0-927336a1714f" providerId="ADAL" clId="{42A619FA-2A58-4939-A31C-66F034B72B9C}" dt="2022-11-25T17:43:56.265" v="7286"/>
          <ac:spMkLst>
            <pc:docMk/>
            <pc:sldMk cId="702078302" sldId="9786"/>
            <ac:spMk id="5" creationId="{48728F41-6187-45BF-9CF4-A5BB263B0080}"/>
          </ac:spMkLst>
        </pc:spChg>
        <pc:spChg chg="del">
          <ac:chgData name="Macher, Andreas (DI FA CTR PLC PPM)" userId="f1dcac62-7bef-43eb-91f0-927336a1714f" providerId="ADAL" clId="{42A619FA-2A58-4939-A31C-66F034B72B9C}" dt="2022-11-17T11:49:18.232" v="2093" actId="478"/>
          <ac:spMkLst>
            <pc:docMk/>
            <pc:sldMk cId="702078302" sldId="9786"/>
            <ac:spMk id="6" creationId="{ABAE6320-861B-4CC3-81F9-D97DDE9FCC87}"/>
          </ac:spMkLst>
        </pc:spChg>
        <pc:spChg chg="mod">
          <ac:chgData name="Macher, Andreas (DI FA CTR PLC PPM)" userId="f1dcac62-7bef-43eb-91f0-927336a1714f" providerId="ADAL" clId="{42A619FA-2A58-4939-A31C-66F034B72B9C}" dt="2022-11-17T11:49:38.482" v="2095" actId="207"/>
          <ac:spMkLst>
            <pc:docMk/>
            <pc:sldMk cId="702078302" sldId="9786"/>
            <ac:spMk id="7" creationId="{A46C4B78-1C9A-B8D1-43C0-7AB25036EF41}"/>
          </ac:spMkLst>
        </pc:spChg>
        <pc:spChg chg="mod">
          <ac:chgData name="Macher, Andreas (DI FA CTR PLC PPM)" userId="f1dcac62-7bef-43eb-91f0-927336a1714f" providerId="ADAL" clId="{42A619FA-2A58-4939-A31C-66F034B72B9C}" dt="2022-08-10T14:44:44.125" v="821" actId="1076"/>
          <ac:spMkLst>
            <pc:docMk/>
            <pc:sldMk cId="702078302" sldId="9786"/>
            <ac:spMk id="8" creationId="{6E50712F-4B1E-4503-B810-6CD6AAEAC17E}"/>
          </ac:spMkLst>
        </pc:spChg>
        <pc:spChg chg="mod">
          <ac:chgData name="Macher, Andreas (DI FA CTR PLC PPM)" userId="f1dcac62-7bef-43eb-91f0-927336a1714f" providerId="ADAL" clId="{42A619FA-2A58-4939-A31C-66F034B72B9C}" dt="2022-11-17T11:52:58.625" v="2118" actId="2085"/>
          <ac:spMkLst>
            <pc:docMk/>
            <pc:sldMk cId="702078302" sldId="9786"/>
            <ac:spMk id="9" creationId="{ABE9752B-653F-1DBF-F1FF-719B92255628}"/>
          </ac:spMkLst>
        </pc:spChg>
        <pc:spChg chg="add mod ord">
          <ac:chgData name="Macher, Andreas (DI FA CTR PLC PPM)" userId="f1dcac62-7bef-43eb-91f0-927336a1714f" providerId="ADAL" clId="{42A619FA-2A58-4939-A31C-66F034B72B9C}" dt="2022-11-17T11:59:39.074" v="2169" actId="14100"/>
          <ac:spMkLst>
            <pc:docMk/>
            <pc:sldMk cId="702078302" sldId="9786"/>
            <ac:spMk id="13" creationId="{F5EBED59-F598-B238-BCF4-BC1130E5C1FB}"/>
          </ac:spMkLst>
        </pc:spChg>
        <pc:spChg chg="mod">
          <ac:chgData name="Macher, Andreas (DI FA CTR PLC PPM)" userId="f1dcac62-7bef-43eb-91f0-927336a1714f" providerId="ADAL" clId="{42A619FA-2A58-4939-A31C-66F034B72B9C}" dt="2022-08-10T14:44:44.125" v="821" actId="1076"/>
          <ac:spMkLst>
            <pc:docMk/>
            <pc:sldMk cId="702078302" sldId="9786"/>
            <ac:spMk id="16" creationId="{00000000-0000-0000-0000-000000000000}"/>
          </ac:spMkLst>
        </pc:spChg>
        <pc:spChg chg="mod">
          <ac:chgData name="Macher, Andreas (DI FA CTR PLC PPM)" userId="f1dcac62-7bef-43eb-91f0-927336a1714f" providerId="ADAL" clId="{42A619FA-2A58-4939-A31C-66F034B72B9C}" dt="2022-08-10T14:44:44.125" v="821" actId="1076"/>
          <ac:spMkLst>
            <pc:docMk/>
            <pc:sldMk cId="702078302" sldId="9786"/>
            <ac:spMk id="17" creationId="{00000000-0000-0000-0000-000000000000}"/>
          </ac:spMkLst>
        </pc:spChg>
        <pc:spChg chg="add mod ord">
          <ac:chgData name="Macher, Andreas (DI FA CTR PLC PPM)" userId="f1dcac62-7bef-43eb-91f0-927336a1714f" providerId="ADAL" clId="{42A619FA-2A58-4939-A31C-66F034B72B9C}" dt="2022-11-17T11:59:42.524" v="2170" actId="14100"/>
          <ac:spMkLst>
            <pc:docMk/>
            <pc:sldMk cId="702078302" sldId="9786"/>
            <ac:spMk id="18" creationId="{75AC320C-2DEB-BADA-DFED-AADD3574A54E}"/>
          </ac:spMkLst>
        </pc:spChg>
        <pc:spChg chg="add del">
          <ac:chgData name="Macher, Andreas (DI FA CTR PLC PPM)" userId="f1dcac62-7bef-43eb-91f0-927336a1714f" providerId="ADAL" clId="{42A619FA-2A58-4939-A31C-66F034B72B9C}" dt="2022-08-10T14:47:37.283" v="863" actId="478"/>
          <ac:spMkLst>
            <pc:docMk/>
            <pc:sldMk cId="702078302" sldId="9786"/>
            <ac:spMk id="18" creationId="{D7A8B161-1506-784B-59F0-AD37A186B6D3}"/>
          </ac:spMkLst>
        </pc:spChg>
        <pc:spChg chg="mod">
          <ac:chgData name="Macher, Andreas (DI FA CTR PLC PPM)" userId="f1dcac62-7bef-43eb-91f0-927336a1714f" providerId="ADAL" clId="{42A619FA-2A58-4939-A31C-66F034B72B9C}" dt="2022-08-10T14:44:44.125" v="821" actId="1076"/>
          <ac:spMkLst>
            <pc:docMk/>
            <pc:sldMk cId="702078302" sldId="9786"/>
            <ac:spMk id="19" creationId="{00000000-0000-0000-0000-000000000000}"/>
          </ac:spMkLst>
        </pc:spChg>
        <pc:spChg chg="del mod">
          <ac:chgData name="Macher, Andreas (DI FA CTR PLC PPM)" userId="f1dcac62-7bef-43eb-91f0-927336a1714f" providerId="ADAL" clId="{42A619FA-2A58-4939-A31C-66F034B72B9C}" dt="2022-08-09T12:45:23.930" v="418" actId="478"/>
          <ac:spMkLst>
            <pc:docMk/>
            <pc:sldMk cId="702078302" sldId="9786"/>
            <ac:spMk id="20" creationId="{00000000-0000-0000-0000-000000000000}"/>
          </ac:spMkLst>
        </pc:spChg>
        <pc:spChg chg="add mod ord">
          <ac:chgData name="Macher, Andreas (DI FA CTR PLC PPM)" userId="f1dcac62-7bef-43eb-91f0-927336a1714f" providerId="ADAL" clId="{42A619FA-2A58-4939-A31C-66F034B72B9C}" dt="2022-11-17T11:59:22.203" v="2167" actId="167"/>
          <ac:spMkLst>
            <pc:docMk/>
            <pc:sldMk cId="702078302" sldId="9786"/>
            <ac:spMk id="20" creationId="{263F46F3-09AA-0946-2D0D-E7828B47CFF8}"/>
          </ac:spMkLst>
        </pc:spChg>
        <pc:spChg chg="add del">
          <ac:chgData name="Macher, Andreas (DI FA CTR PLC PPM)" userId="f1dcac62-7bef-43eb-91f0-927336a1714f" providerId="ADAL" clId="{42A619FA-2A58-4939-A31C-66F034B72B9C}" dt="2022-08-10T14:47:59.083" v="865" actId="478"/>
          <ac:spMkLst>
            <pc:docMk/>
            <pc:sldMk cId="702078302" sldId="9786"/>
            <ac:spMk id="20" creationId="{92D00711-05DD-86DA-BA83-79D1E7169073}"/>
          </ac:spMkLst>
        </pc:spChg>
        <pc:spChg chg="add mod topLvl">
          <ac:chgData name="Macher, Andreas (DI FA CTR PLC PPM)" userId="f1dcac62-7bef-43eb-91f0-927336a1714f" providerId="ADAL" clId="{42A619FA-2A58-4939-A31C-66F034B72B9C}" dt="2022-11-17T12:05:35.206" v="2218" actId="14100"/>
          <ac:spMkLst>
            <pc:docMk/>
            <pc:sldMk cId="702078302" sldId="9786"/>
            <ac:spMk id="21" creationId="{08F9D2B3-29A0-E30C-763E-BBB51E036F39}"/>
          </ac:spMkLst>
        </pc:spChg>
        <pc:spChg chg="add del mod">
          <ac:chgData name="Macher, Andreas (DI FA CTR PLC PPM)" userId="f1dcac62-7bef-43eb-91f0-927336a1714f" providerId="ADAL" clId="{42A619FA-2A58-4939-A31C-66F034B72B9C}" dt="2022-11-17T12:06:31.339" v="2226" actId="478"/>
          <ac:spMkLst>
            <pc:docMk/>
            <pc:sldMk cId="702078302" sldId="9786"/>
            <ac:spMk id="22" creationId="{92B91DA3-8C11-5828-A1A5-850BD524F387}"/>
          </ac:spMkLst>
        </pc:spChg>
        <pc:spChg chg="add del mod">
          <ac:chgData name="Macher, Andreas (DI FA CTR PLC PPM)" userId="f1dcac62-7bef-43eb-91f0-927336a1714f" providerId="ADAL" clId="{42A619FA-2A58-4939-A31C-66F034B72B9C}" dt="2022-11-17T12:05:47.141" v="2221" actId="478"/>
          <ac:spMkLst>
            <pc:docMk/>
            <pc:sldMk cId="702078302" sldId="9786"/>
            <ac:spMk id="23" creationId="{12854B48-9C53-1354-2357-D3879E44C05A}"/>
          </ac:spMkLst>
        </pc:spChg>
        <pc:spChg chg="add del">
          <ac:chgData name="Macher, Andreas (DI FA CTR PLC PPM)" userId="f1dcac62-7bef-43eb-91f0-927336a1714f" providerId="ADAL" clId="{42A619FA-2A58-4939-A31C-66F034B72B9C}" dt="2022-11-17T12:06:07.306" v="2223" actId="478"/>
          <ac:spMkLst>
            <pc:docMk/>
            <pc:sldMk cId="702078302" sldId="9786"/>
            <ac:spMk id="24" creationId="{7902EAD1-C1CD-99E9-D454-4AE90DB3D1A1}"/>
          </ac:spMkLst>
        </pc:spChg>
        <pc:spChg chg="add mod">
          <ac:chgData name="Macher, Andreas (DI FA CTR PLC PPM)" userId="f1dcac62-7bef-43eb-91f0-927336a1714f" providerId="ADAL" clId="{42A619FA-2A58-4939-A31C-66F034B72B9C}" dt="2022-11-17T12:11:56.371" v="2270" actId="1035"/>
          <ac:spMkLst>
            <pc:docMk/>
            <pc:sldMk cId="702078302" sldId="9786"/>
            <ac:spMk id="25" creationId="{0ECA9E06-0EC8-E04E-A9C8-75D9C4BAAA16}"/>
          </ac:spMkLst>
        </pc:spChg>
        <pc:spChg chg="add mod">
          <ac:chgData name="Macher, Andreas (DI FA CTR PLC PPM)" userId="f1dcac62-7bef-43eb-91f0-927336a1714f" providerId="ADAL" clId="{42A619FA-2A58-4939-A31C-66F034B72B9C}" dt="2022-11-17T12:09:17.865" v="2261" actId="207"/>
          <ac:spMkLst>
            <pc:docMk/>
            <pc:sldMk cId="702078302" sldId="9786"/>
            <ac:spMk id="26" creationId="{99163D18-9376-FC7C-6676-E8A77D2E17DB}"/>
          </ac:spMkLst>
        </pc:spChg>
        <pc:spChg chg="add del mod">
          <ac:chgData name="Macher, Andreas (DI FA CTR PLC PPM)" userId="f1dcac62-7bef-43eb-91f0-927336a1714f" providerId="ADAL" clId="{42A619FA-2A58-4939-A31C-66F034B72B9C}" dt="2022-08-10T14:50:32.516" v="907" actId="478"/>
          <ac:spMkLst>
            <pc:docMk/>
            <pc:sldMk cId="702078302" sldId="9786"/>
            <ac:spMk id="27" creationId="{71DD3F50-655B-C863-C499-4F0965F3BDE2}"/>
          </ac:spMkLst>
        </pc:spChg>
        <pc:spChg chg="add del mod">
          <ac:chgData name="Macher, Andreas (DI FA CTR PLC PPM)" userId="f1dcac62-7bef-43eb-91f0-927336a1714f" providerId="ADAL" clId="{42A619FA-2A58-4939-A31C-66F034B72B9C}" dt="2022-11-17T12:13:00.515" v="2279" actId="478"/>
          <ac:spMkLst>
            <pc:docMk/>
            <pc:sldMk cId="702078302" sldId="9786"/>
            <ac:spMk id="27" creationId="{F833E5EE-9C99-DDBD-BF2B-D32AAAFFFBDB}"/>
          </ac:spMkLst>
        </pc:spChg>
        <pc:spChg chg="add mod ord">
          <ac:chgData name="Macher, Andreas (DI FA CTR PLC PPM)" userId="f1dcac62-7bef-43eb-91f0-927336a1714f" providerId="ADAL" clId="{42A619FA-2A58-4939-A31C-66F034B72B9C}" dt="2022-11-25T11:52:05.130" v="2319" actId="1076"/>
          <ac:spMkLst>
            <pc:docMk/>
            <pc:sldMk cId="702078302" sldId="9786"/>
            <ac:spMk id="28" creationId="{0BAA2841-D12C-97A9-88C9-EFB37F563C0F}"/>
          </ac:spMkLst>
        </pc:spChg>
        <pc:spChg chg="add del mod">
          <ac:chgData name="Macher, Andreas (DI FA CTR PLC PPM)" userId="f1dcac62-7bef-43eb-91f0-927336a1714f" providerId="ADAL" clId="{42A619FA-2A58-4939-A31C-66F034B72B9C}" dt="2022-08-10T14:53:48.851" v="973" actId="478"/>
          <ac:spMkLst>
            <pc:docMk/>
            <pc:sldMk cId="702078302" sldId="9786"/>
            <ac:spMk id="28" creationId="{24449C73-CEEE-AA2D-C569-4067CF508FD5}"/>
          </ac:spMkLst>
        </pc:spChg>
        <pc:spChg chg="add mod">
          <ac:chgData name="Macher, Andreas (DI FA CTR PLC PPM)" userId="f1dcac62-7bef-43eb-91f0-927336a1714f" providerId="ADAL" clId="{42A619FA-2A58-4939-A31C-66F034B72B9C}" dt="2022-08-10T15:01:41.382" v="1105" actId="403"/>
          <ac:spMkLst>
            <pc:docMk/>
            <pc:sldMk cId="702078302" sldId="9786"/>
            <ac:spMk id="29" creationId="{C88704B7-2FD9-DA96-0824-3A2C31842D84}"/>
          </ac:spMkLst>
        </pc:spChg>
        <pc:spChg chg="mod">
          <ac:chgData name="Macher, Andreas (DI FA CTR PLC PPM)" userId="f1dcac62-7bef-43eb-91f0-927336a1714f" providerId="ADAL" clId="{42A619FA-2A58-4939-A31C-66F034B72B9C}" dt="2022-08-10T14:57:17.935" v="1086" actId="1035"/>
          <ac:spMkLst>
            <pc:docMk/>
            <pc:sldMk cId="702078302" sldId="9786"/>
            <ac:spMk id="32" creationId="{00000000-0000-0000-0000-000000000000}"/>
          </ac:spMkLst>
        </pc:spChg>
        <pc:spChg chg="mod">
          <ac:chgData name="Macher, Andreas (DI FA CTR PLC PPM)" userId="f1dcac62-7bef-43eb-91f0-927336a1714f" providerId="ADAL" clId="{42A619FA-2A58-4939-A31C-66F034B72B9C}" dt="2022-08-10T14:57:17.935" v="1086" actId="1035"/>
          <ac:spMkLst>
            <pc:docMk/>
            <pc:sldMk cId="702078302" sldId="9786"/>
            <ac:spMk id="33" creationId="{00000000-0000-0000-0000-000000000000}"/>
          </ac:spMkLst>
        </pc:spChg>
        <pc:spChg chg="mod">
          <ac:chgData name="Macher, Andreas (DI FA CTR PLC PPM)" userId="f1dcac62-7bef-43eb-91f0-927336a1714f" providerId="ADAL" clId="{42A619FA-2A58-4939-A31C-66F034B72B9C}" dt="2022-08-10T14:57:17.935" v="1086" actId="1035"/>
          <ac:spMkLst>
            <pc:docMk/>
            <pc:sldMk cId="702078302" sldId="9786"/>
            <ac:spMk id="34" creationId="{00000000-0000-0000-0000-000000000000}"/>
          </ac:spMkLst>
        </pc:spChg>
        <pc:spChg chg="mod">
          <ac:chgData name="Macher, Andreas (DI FA CTR PLC PPM)" userId="f1dcac62-7bef-43eb-91f0-927336a1714f" providerId="ADAL" clId="{42A619FA-2A58-4939-A31C-66F034B72B9C}" dt="2022-08-10T14:57:17.935" v="1086" actId="1035"/>
          <ac:spMkLst>
            <pc:docMk/>
            <pc:sldMk cId="702078302" sldId="9786"/>
            <ac:spMk id="35" creationId="{00000000-0000-0000-0000-000000000000}"/>
          </ac:spMkLst>
        </pc:spChg>
        <pc:spChg chg="add mod">
          <ac:chgData name="Macher, Andreas (DI FA CTR PLC PPM)" userId="f1dcac62-7bef-43eb-91f0-927336a1714f" providerId="ADAL" clId="{42A619FA-2A58-4939-A31C-66F034B72B9C}" dt="2022-11-17T12:14:35.098" v="2291" actId="2085"/>
          <ac:spMkLst>
            <pc:docMk/>
            <pc:sldMk cId="702078302" sldId="9786"/>
            <ac:spMk id="36" creationId="{C2298751-860E-83C0-EEB6-73F7352E506D}"/>
          </ac:spMkLst>
        </pc:spChg>
        <pc:spChg chg="del mod ord">
          <ac:chgData name="Macher, Andreas (DI FA CTR PLC PPM)" userId="f1dcac62-7bef-43eb-91f0-927336a1714f" providerId="ADAL" clId="{42A619FA-2A58-4939-A31C-66F034B72B9C}" dt="2022-11-17T12:12:58.027" v="2278" actId="478"/>
          <ac:spMkLst>
            <pc:docMk/>
            <pc:sldMk cId="702078302" sldId="9786"/>
            <ac:spMk id="41" creationId="{00000000-0000-0000-0000-000000000000}"/>
          </ac:spMkLst>
        </pc:spChg>
        <pc:spChg chg="add del mod">
          <ac:chgData name="Macher, Andreas (DI FA CTR PLC PPM)" userId="f1dcac62-7bef-43eb-91f0-927336a1714f" providerId="ADAL" clId="{42A619FA-2A58-4939-A31C-66F034B72B9C}" dt="2022-08-10T14:39:19.089" v="686" actId="478"/>
          <ac:spMkLst>
            <pc:docMk/>
            <pc:sldMk cId="702078302" sldId="9786"/>
            <ac:spMk id="51" creationId="{093730A8-F2FE-FAB1-B437-5AD51BC539BC}"/>
          </ac:spMkLst>
        </pc:spChg>
        <pc:spChg chg="add del mod">
          <ac:chgData name="Macher, Andreas (DI FA CTR PLC PPM)" userId="f1dcac62-7bef-43eb-91f0-927336a1714f" providerId="ADAL" clId="{42A619FA-2A58-4939-A31C-66F034B72B9C}" dt="2022-08-10T14:39:45.882" v="688" actId="478"/>
          <ac:spMkLst>
            <pc:docMk/>
            <pc:sldMk cId="702078302" sldId="9786"/>
            <ac:spMk id="53" creationId="{6A830A75-FBC4-E91B-4F00-B0CF06FEA9DC}"/>
          </ac:spMkLst>
        </pc:spChg>
        <pc:spChg chg="add del mod">
          <ac:chgData name="Macher, Andreas (DI FA CTR PLC PPM)" userId="f1dcac62-7bef-43eb-91f0-927336a1714f" providerId="ADAL" clId="{42A619FA-2A58-4939-A31C-66F034B72B9C}" dt="2022-08-10T14:39:45.882" v="688" actId="478"/>
          <ac:spMkLst>
            <pc:docMk/>
            <pc:sldMk cId="702078302" sldId="9786"/>
            <ac:spMk id="56" creationId="{586BE231-7C3C-6742-97AC-04F6CC48BDFF}"/>
          </ac:spMkLst>
        </pc:spChg>
        <pc:spChg chg="add mod">
          <ac:chgData name="Macher, Andreas (DI FA CTR PLC PPM)" userId="f1dcac62-7bef-43eb-91f0-927336a1714f" providerId="ADAL" clId="{42A619FA-2A58-4939-A31C-66F034B72B9C}" dt="2022-11-17T11:58:15.679" v="2153" actId="1076"/>
          <ac:spMkLst>
            <pc:docMk/>
            <pc:sldMk cId="702078302" sldId="9786"/>
            <ac:spMk id="57" creationId="{DA3226BE-D6DD-23F6-8F24-7B4168013D73}"/>
          </ac:spMkLst>
        </pc:spChg>
        <pc:spChg chg="mod">
          <ac:chgData name="Macher, Andreas (DI FA CTR PLC PPM)" userId="f1dcac62-7bef-43eb-91f0-927336a1714f" providerId="ADAL" clId="{42A619FA-2A58-4939-A31C-66F034B72B9C}" dt="2022-11-17T11:52:58.625" v="2118" actId="2085"/>
          <ac:spMkLst>
            <pc:docMk/>
            <pc:sldMk cId="702078302" sldId="9786"/>
            <ac:spMk id="60" creationId="{7442B94B-4234-9299-137B-A2E9177BC414}"/>
          </ac:spMkLst>
        </pc:spChg>
        <pc:spChg chg="add mod">
          <ac:chgData name="Macher, Andreas (DI FA CTR PLC PPM)" userId="f1dcac62-7bef-43eb-91f0-927336a1714f" providerId="ADAL" clId="{42A619FA-2A58-4939-A31C-66F034B72B9C}" dt="2022-08-10T14:39:52.634" v="689" actId="1076"/>
          <ac:spMkLst>
            <pc:docMk/>
            <pc:sldMk cId="702078302" sldId="9786"/>
            <ac:spMk id="61" creationId="{60626C85-67B3-6889-C761-7B38A2C44830}"/>
          </ac:spMkLst>
        </pc:spChg>
        <pc:spChg chg="mod">
          <ac:chgData name="Macher, Andreas (DI FA CTR PLC PPM)" userId="f1dcac62-7bef-43eb-91f0-927336a1714f" providerId="ADAL" clId="{42A619FA-2A58-4939-A31C-66F034B72B9C}" dt="2022-08-10T14:57:24.921" v="1091" actId="1035"/>
          <ac:spMkLst>
            <pc:docMk/>
            <pc:sldMk cId="702078302" sldId="9786"/>
            <ac:spMk id="64" creationId="{00000000-0000-0000-0000-000000000000}"/>
          </ac:spMkLst>
        </pc:spChg>
        <pc:spChg chg="mod">
          <ac:chgData name="Macher, Andreas (DI FA CTR PLC PPM)" userId="f1dcac62-7bef-43eb-91f0-927336a1714f" providerId="ADAL" clId="{42A619FA-2A58-4939-A31C-66F034B72B9C}" dt="2022-08-10T14:57:24.921" v="1091" actId="1035"/>
          <ac:spMkLst>
            <pc:docMk/>
            <pc:sldMk cId="702078302" sldId="9786"/>
            <ac:spMk id="65" creationId="{00000000-0000-0000-0000-000000000000}"/>
          </ac:spMkLst>
        </pc:spChg>
        <pc:spChg chg="mod">
          <ac:chgData name="Macher, Andreas (DI FA CTR PLC PPM)" userId="f1dcac62-7bef-43eb-91f0-927336a1714f" providerId="ADAL" clId="{42A619FA-2A58-4939-A31C-66F034B72B9C}" dt="2022-08-10T14:57:24.921" v="1091" actId="1035"/>
          <ac:spMkLst>
            <pc:docMk/>
            <pc:sldMk cId="702078302" sldId="9786"/>
            <ac:spMk id="66" creationId="{00000000-0000-0000-0000-000000000000}"/>
          </ac:spMkLst>
        </pc:spChg>
        <pc:spChg chg="mod">
          <ac:chgData name="Macher, Andreas (DI FA CTR PLC PPM)" userId="f1dcac62-7bef-43eb-91f0-927336a1714f" providerId="ADAL" clId="{42A619FA-2A58-4939-A31C-66F034B72B9C}" dt="2022-08-10T14:57:24.921" v="1091" actId="1035"/>
          <ac:spMkLst>
            <pc:docMk/>
            <pc:sldMk cId="702078302" sldId="9786"/>
            <ac:spMk id="67" creationId="{00000000-0000-0000-0000-000000000000}"/>
          </ac:spMkLst>
        </pc:spChg>
        <pc:spChg chg="mod">
          <ac:chgData name="Macher, Andreas (DI FA CTR PLC PPM)" userId="f1dcac62-7bef-43eb-91f0-927336a1714f" providerId="ADAL" clId="{42A619FA-2A58-4939-A31C-66F034B72B9C}" dt="2022-11-25T11:52:50.161" v="2326" actId="2085"/>
          <ac:spMkLst>
            <pc:docMk/>
            <pc:sldMk cId="702078302" sldId="9786"/>
            <ac:spMk id="68" creationId="{00000000-0000-0000-0000-000000000000}"/>
          </ac:spMkLst>
        </pc:spChg>
        <pc:spChg chg="mod">
          <ac:chgData name="Macher, Andreas (DI FA CTR PLC PPM)" userId="f1dcac62-7bef-43eb-91f0-927336a1714f" providerId="ADAL" clId="{42A619FA-2A58-4939-A31C-66F034B72B9C}" dt="2022-11-25T11:52:45.200" v="2325" actId="108"/>
          <ac:spMkLst>
            <pc:docMk/>
            <pc:sldMk cId="702078302" sldId="9786"/>
            <ac:spMk id="69" creationId="{00000000-0000-0000-0000-000000000000}"/>
          </ac:spMkLst>
        </pc:spChg>
        <pc:spChg chg="add del mod">
          <ac:chgData name="Macher, Andreas (DI FA CTR PLC PPM)" userId="f1dcac62-7bef-43eb-91f0-927336a1714f" providerId="ADAL" clId="{42A619FA-2A58-4939-A31C-66F034B72B9C}" dt="2022-08-10T14:43:00.533" v="797" actId="478"/>
          <ac:spMkLst>
            <pc:docMk/>
            <pc:sldMk cId="702078302" sldId="9786"/>
            <ac:spMk id="70" creationId="{39AFC9E0-217D-C530-3987-62668E85CDB6}"/>
          </ac:spMkLst>
        </pc:spChg>
        <pc:spChg chg="mod">
          <ac:chgData name="Macher, Andreas (DI FA CTR PLC PPM)" userId="f1dcac62-7bef-43eb-91f0-927336a1714f" providerId="ADAL" clId="{42A619FA-2A58-4939-A31C-66F034B72B9C}" dt="2022-11-25T11:52:39.151" v="2323" actId="108"/>
          <ac:spMkLst>
            <pc:docMk/>
            <pc:sldMk cId="702078302" sldId="9786"/>
            <ac:spMk id="71" creationId="{00000000-0000-0000-0000-000000000000}"/>
          </ac:spMkLst>
        </pc:spChg>
        <pc:spChg chg="mod">
          <ac:chgData name="Macher, Andreas (DI FA CTR PLC PPM)" userId="f1dcac62-7bef-43eb-91f0-927336a1714f" providerId="ADAL" clId="{42A619FA-2A58-4939-A31C-66F034B72B9C}" dt="2022-08-10T14:57:24.921" v="1091" actId="1035"/>
          <ac:spMkLst>
            <pc:docMk/>
            <pc:sldMk cId="702078302" sldId="9786"/>
            <ac:spMk id="72" creationId="{00000000-0000-0000-0000-000000000000}"/>
          </ac:spMkLst>
        </pc:spChg>
        <pc:spChg chg="add del mod">
          <ac:chgData name="Macher, Andreas (DI FA CTR PLC PPM)" userId="f1dcac62-7bef-43eb-91f0-927336a1714f" providerId="ADAL" clId="{42A619FA-2A58-4939-A31C-66F034B72B9C}" dt="2022-08-10T14:43:08.058" v="800" actId="478"/>
          <ac:spMkLst>
            <pc:docMk/>
            <pc:sldMk cId="702078302" sldId="9786"/>
            <ac:spMk id="73" creationId="{90D1726C-6AB3-9AFC-04B1-95672546EA04}"/>
          </ac:spMkLst>
        </pc:spChg>
        <pc:spChg chg="del">
          <ac:chgData name="Macher, Andreas (DI FA CTR PLC PPM)" userId="f1dcac62-7bef-43eb-91f0-927336a1714f" providerId="ADAL" clId="{42A619FA-2A58-4939-A31C-66F034B72B9C}" dt="2022-08-09T12:50:52.279" v="619" actId="478"/>
          <ac:spMkLst>
            <pc:docMk/>
            <pc:sldMk cId="702078302" sldId="9786"/>
            <ac:spMk id="75" creationId="{00000000-0000-0000-0000-000000000000}"/>
          </ac:spMkLst>
        </pc:spChg>
        <pc:spChg chg="add mod">
          <ac:chgData name="Macher, Andreas (DI FA CTR PLC PPM)" userId="f1dcac62-7bef-43eb-91f0-927336a1714f" providerId="ADAL" clId="{42A619FA-2A58-4939-A31C-66F034B72B9C}" dt="2022-11-17T11:59:12.019" v="2164" actId="14100"/>
          <ac:spMkLst>
            <pc:docMk/>
            <pc:sldMk cId="702078302" sldId="9786"/>
            <ac:spMk id="75" creationId="{210F37D0-825C-D839-F2AB-07E1421BF852}"/>
          </ac:spMkLst>
        </pc:spChg>
        <pc:spChg chg="add del mod">
          <ac:chgData name="Macher, Andreas (DI FA CTR PLC PPM)" userId="f1dcac62-7bef-43eb-91f0-927336a1714f" providerId="ADAL" clId="{42A619FA-2A58-4939-A31C-66F034B72B9C}" dt="2022-08-10T14:43:05.290" v="799" actId="478"/>
          <ac:spMkLst>
            <pc:docMk/>
            <pc:sldMk cId="702078302" sldId="9786"/>
            <ac:spMk id="76" creationId="{0E30F49A-9BB9-8845-B116-F9839EB1108A}"/>
          </ac:spMkLst>
        </pc:spChg>
        <pc:spChg chg="mod">
          <ac:chgData name="Macher, Andreas (DI FA CTR PLC PPM)" userId="f1dcac62-7bef-43eb-91f0-927336a1714f" providerId="ADAL" clId="{42A619FA-2A58-4939-A31C-66F034B72B9C}" dt="2022-11-17T11:52:53.673" v="2117" actId="2085"/>
          <ac:spMkLst>
            <pc:docMk/>
            <pc:sldMk cId="702078302" sldId="9786"/>
            <ac:spMk id="76" creationId="{9BA733E6-CEFD-21C0-8B1C-51C4814EC0F5}"/>
          </ac:spMkLst>
        </pc:spChg>
        <pc:spChg chg="mod">
          <ac:chgData name="Macher, Andreas (DI FA CTR PLC PPM)" userId="f1dcac62-7bef-43eb-91f0-927336a1714f" providerId="ADAL" clId="{42A619FA-2A58-4939-A31C-66F034B72B9C}" dt="2022-11-17T11:52:53.673" v="2117" actId="2085"/>
          <ac:spMkLst>
            <pc:docMk/>
            <pc:sldMk cId="702078302" sldId="9786"/>
            <ac:spMk id="77" creationId="{9BD3CC99-407A-DB41-398D-7D5D07C57B9D}"/>
          </ac:spMkLst>
        </pc:spChg>
        <pc:spChg chg="add del mod">
          <ac:chgData name="Macher, Andreas (DI FA CTR PLC PPM)" userId="f1dcac62-7bef-43eb-91f0-927336a1714f" providerId="ADAL" clId="{42A619FA-2A58-4939-A31C-66F034B72B9C}" dt="2022-08-10T14:47:09.202" v="860" actId="478"/>
          <ac:spMkLst>
            <pc:docMk/>
            <pc:sldMk cId="702078302" sldId="9786"/>
            <ac:spMk id="77" creationId="{C2D0A5DE-97DD-B1E2-6718-AFA9DD2EE88B}"/>
          </ac:spMkLst>
        </pc:spChg>
        <pc:spChg chg="add mod">
          <ac:chgData name="Macher, Andreas (DI FA CTR PLC PPM)" userId="f1dcac62-7bef-43eb-91f0-927336a1714f" providerId="ADAL" clId="{42A619FA-2A58-4939-A31C-66F034B72B9C}" dt="2022-11-17T11:57:40.795" v="2146" actId="207"/>
          <ac:spMkLst>
            <pc:docMk/>
            <pc:sldMk cId="702078302" sldId="9786"/>
            <ac:spMk id="78" creationId="{A1AD1CD6-F428-C088-1BB5-5EE8EB8D2E64}"/>
          </ac:spMkLst>
        </pc:spChg>
        <pc:spChg chg="add mod">
          <ac:chgData name="Macher, Andreas (DI FA CTR PLC PPM)" userId="f1dcac62-7bef-43eb-91f0-927336a1714f" providerId="ADAL" clId="{42A619FA-2A58-4939-A31C-66F034B72B9C}" dt="2022-11-17T11:58:44.598" v="2159" actId="207"/>
          <ac:spMkLst>
            <pc:docMk/>
            <pc:sldMk cId="702078302" sldId="9786"/>
            <ac:spMk id="80" creationId="{2197E8B0-01F0-11EC-9A6D-C713A874DFC5}"/>
          </ac:spMkLst>
        </pc:spChg>
        <pc:spChg chg="add mod">
          <ac:chgData name="Macher, Andreas (DI FA CTR PLC PPM)" userId="f1dcac62-7bef-43eb-91f0-927336a1714f" providerId="ADAL" clId="{42A619FA-2A58-4939-A31C-66F034B72B9C}" dt="2022-11-17T12:09:59.487" v="2264" actId="14100"/>
          <ac:spMkLst>
            <pc:docMk/>
            <pc:sldMk cId="702078302" sldId="9786"/>
            <ac:spMk id="82" creationId="{957B73DC-717F-3FBC-AFFA-F20472A586F2}"/>
          </ac:spMkLst>
        </pc:spChg>
        <pc:spChg chg="add mod">
          <ac:chgData name="Macher, Andreas (DI FA CTR PLC PPM)" userId="f1dcac62-7bef-43eb-91f0-927336a1714f" providerId="ADAL" clId="{42A619FA-2A58-4939-A31C-66F034B72B9C}" dt="2022-11-17T11:59:29.956" v="2168" actId="207"/>
          <ac:spMkLst>
            <pc:docMk/>
            <pc:sldMk cId="702078302" sldId="9786"/>
            <ac:spMk id="83" creationId="{D3FAF9C8-FE01-76AE-4579-08827595CC36}"/>
          </ac:spMkLst>
        </pc:spChg>
        <pc:spChg chg="add mod topLvl">
          <ac:chgData name="Macher, Andreas (DI FA CTR PLC PPM)" userId="f1dcac62-7bef-43eb-91f0-927336a1714f" providerId="ADAL" clId="{42A619FA-2A58-4939-A31C-66F034B72B9C}" dt="2022-11-17T12:00:00.572" v="2173" actId="14100"/>
          <ac:spMkLst>
            <pc:docMk/>
            <pc:sldMk cId="702078302" sldId="9786"/>
            <ac:spMk id="84" creationId="{B700E9A3-9EA2-38EA-36C9-9542A1B8E642}"/>
          </ac:spMkLst>
        </pc:spChg>
        <pc:spChg chg="add mod topLvl">
          <ac:chgData name="Macher, Andreas (DI FA CTR PLC PPM)" userId="f1dcac62-7bef-43eb-91f0-927336a1714f" providerId="ADAL" clId="{42A619FA-2A58-4939-A31C-66F034B72B9C}" dt="2022-11-17T12:00:04.380" v="2174" actId="14100"/>
          <ac:spMkLst>
            <pc:docMk/>
            <pc:sldMk cId="702078302" sldId="9786"/>
            <ac:spMk id="85" creationId="{90B78E92-82A9-4560-6569-686D42C3E19B}"/>
          </ac:spMkLst>
        </pc:spChg>
        <pc:spChg chg="mod">
          <ac:chgData name="Macher, Andreas (DI FA CTR PLC PPM)" userId="f1dcac62-7bef-43eb-91f0-927336a1714f" providerId="ADAL" clId="{42A619FA-2A58-4939-A31C-66F034B72B9C}" dt="2022-11-17T11:52:47.984" v="2116" actId="2085"/>
          <ac:spMkLst>
            <pc:docMk/>
            <pc:sldMk cId="702078302" sldId="9786"/>
            <ac:spMk id="86" creationId="{9AC68153-71AD-72FD-6DF2-1246684A5CC9}"/>
          </ac:spMkLst>
        </pc:spChg>
        <pc:spChg chg="add del mod">
          <ac:chgData name="Macher, Andreas (DI FA CTR PLC PPM)" userId="f1dcac62-7bef-43eb-91f0-927336a1714f" providerId="ADAL" clId="{42A619FA-2A58-4939-A31C-66F034B72B9C}" dt="2022-08-10T14:53:55.570" v="974" actId="478"/>
          <ac:spMkLst>
            <pc:docMk/>
            <pc:sldMk cId="702078302" sldId="9786"/>
            <ac:spMk id="86" creationId="{A4746172-5DEE-C669-9142-390595D03A41}"/>
          </ac:spMkLst>
        </pc:spChg>
        <pc:spChg chg="add mod">
          <ac:chgData name="Macher, Andreas (DI FA CTR PLC PPM)" userId="f1dcac62-7bef-43eb-91f0-927336a1714f" providerId="ADAL" clId="{42A619FA-2A58-4939-A31C-66F034B72B9C}" dt="2022-08-10T15:01:41.382" v="1105" actId="403"/>
          <ac:spMkLst>
            <pc:docMk/>
            <pc:sldMk cId="702078302" sldId="9786"/>
            <ac:spMk id="87" creationId="{44A722D3-B215-7884-37FC-412A3963D4CC}"/>
          </ac:spMkLst>
        </pc:spChg>
        <pc:spChg chg="add del">
          <ac:chgData name="Macher, Andreas (DI FA CTR PLC PPM)" userId="f1dcac62-7bef-43eb-91f0-927336a1714f" providerId="ADAL" clId="{42A619FA-2A58-4939-A31C-66F034B72B9C}" dt="2022-08-09T12:42:02.824" v="281" actId="478"/>
          <ac:spMkLst>
            <pc:docMk/>
            <pc:sldMk cId="702078302" sldId="9786"/>
            <ac:spMk id="88" creationId="{A74DA6F0-3F0A-12B3-8692-1D86E34D852E}"/>
          </ac:spMkLst>
        </pc:spChg>
        <pc:spChg chg="add mod">
          <ac:chgData name="Macher, Andreas (DI FA CTR PLC PPM)" userId="f1dcac62-7bef-43eb-91f0-927336a1714f" providerId="ADAL" clId="{42A619FA-2A58-4939-A31C-66F034B72B9C}" dt="2022-11-25T11:52:02.553" v="2318" actId="1076"/>
          <ac:spMkLst>
            <pc:docMk/>
            <pc:sldMk cId="702078302" sldId="9786"/>
            <ac:spMk id="88" creationId="{F0E87285-79F0-9FD2-695F-D8643929923D}"/>
          </ac:spMkLst>
        </pc:spChg>
        <pc:spChg chg="mod">
          <ac:chgData name="Macher, Andreas (DI FA CTR PLC PPM)" userId="f1dcac62-7bef-43eb-91f0-927336a1714f" providerId="ADAL" clId="{42A619FA-2A58-4939-A31C-66F034B72B9C}" dt="2022-11-17T11:52:47.984" v="2116" actId="2085"/>
          <ac:spMkLst>
            <pc:docMk/>
            <pc:sldMk cId="702078302" sldId="9786"/>
            <ac:spMk id="89" creationId="{DB74BAE3-644E-6294-729D-321AD178F4DC}"/>
          </ac:spMkLst>
        </pc:spChg>
        <pc:spChg chg="del mod">
          <ac:chgData name="Macher, Andreas (DI FA CTR PLC PPM)" userId="f1dcac62-7bef-43eb-91f0-927336a1714f" providerId="ADAL" clId="{42A619FA-2A58-4939-A31C-66F034B72B9C}" dt="2022-08-10T14:43:16.024" v="802" actId="478"/>
          <ac:spMkLst>
            <pc:docMk/>
            <pc:sldMk cId="702078302" sldId="9786"/>
            <ac:spMk id="90" creationId="{1083F10D-D4E7-83B0-1864-2E2234B33329}"/>
          </ac:spMkLst>
        </pc:spChg>
        <pc:spChg chg="del">
          <ac:chgData name="Macher, Andreas (DI FA CTR PLC PPM)" userId="f1dcac62-7bef-43eb-91f0-927336a1714f" providerId="ADAL" clId="{42A619FA-2A58-4939-A31C-66F034B72B9C}" dt="2022-08-10T14:45:28.714" v="832" actId="478"/>
          <ac:spMkLst>
            <pc:docMk/>
            <pc:sldMk cId="702078302" sldId="9786"/>
            <ac:spMk id="91" creationId="{65E5D24C-5397-CE1A-0383-3256E99B2798}"/>
          </ac:spMkLst>
        </pc:spChg>
        <pc:spChg chg="mod">
          <ac:chgData name="Macher, Andreas (DI FA CTR PLC PPM)" userId="f1dcac62-7bef-43eb-91f0-927336a1714f" providerId="ADAL" clId="{42A619FA-2A58-4939-A31C-66F034B72B9C}" dt="2022-11-17T12:15:52.317" v="2300" actId="14100"/>
          <ac:spMkLst>
            <pc:docMk/>
            <pc:sldMk cId="702078302" sldId="9786"/>
            <ac:spMk id="93" creationId="{242ACA42-B006-3B03-EAA6-9E4260499FF9}"/>
          </ac:spMkLst>
        </pc:spChg>
        <pc:spChg chg="mod">
          <ac:chgData name="Macher, Andreas (DI FA CTR PLC PPM)" userId="f1dcac62-7bef-43eb-91f0-927336a1714f" providerId="ADAL" clId="{42A619FA-2A58-4939-A31C-66F034B72B9C}" dt="2022-11-25T11:52:37.764" v="2322" actId="108"/>
          <ac:spMkLst>
            <pc:docMk/>
            <pc:sldMk cId="702078302" sldId="9786"/>
            <ac:spMk id="94" creationId="{8AD1BF44-3102-9D41-AB10-7220CCDB68E8}"/>
          </ac:spMkLst>
        </pc:spChg>
        <pc:spChg chg="mod">
          <ac:chgData name="Macher, Andreas (DI FA CTR PLC PPM)" userId="f1dcac62-7bef-43eb-91f0-927336a1714f" providerId="ADAL" clId="{42A619FA-2A58-4939-A31C-66F034B72B9C}" dt="2022-11-25T11:52:44.360" v="2324" actId="108"/>
          <ac:spMkLst>
            <pc:docMk/>
            <pc:sldMk cId="702078302" sldId="9786"/>
            <ac:spMk id="95" creationId="{3BE7AD9F-836F-12C9-D81E-5BD9A6FC9937}"/>
          </ac:spMkLst>
        </pc:spChg>
        <pc:spChg chg="mod">
          <ac:chgData name="Macher, Andreas (DI FA CTR PLC PPM)" userId="f1dcac62-7bef-43eb-91f0-927336a1714f" providerId="ADAL" clId="{42A619FA-2A58-4939-A31C-66F034B72B9C}" dt="2022-11-17T12:15:56.068" v="2301" actId="14100"/>
          <ac:spMkLst>
            <pc:docMk/>
            <pc:sldMk cId="702078302" sldId="9786"/>
            <ac:spMk id="96" creationId="{EEA8DAE5-7EBC-A21C-B1DF-F30EB5088225}"/>
          </ac:spMkLst>
        </pc:spChg>
        <pc:spChg chg="mod">
          <ac:chgData name="Macher, Andreas (DI FA CTR PLC PPM)" userId="f1dcac62-7bef-43eb-91f0-927336a1714f" providerId="ADAL" clId="{42A619FA-2A58-4939-A31C-66F034B72B9C}" dt="2022-11-17T11:50:21.609" v="2103" actId="108"/>
          <ac:spMkLst>
            <pc:docMk/>
            <pc:sldMk cId="702078302" sldId="9786"/>
            <ac:spMk id="97" creationId="{31D7FF33-7332-9C7E-2303-C57B3C1975B9}"/>
          </ac:spMkLst>
        </pc:spChg>
        <pc:spChg chg="mod">
          <ac:chgData name="Macher, Andreas (DI FA CTR PLC PPM)" userId="f1dcac62-7bef-43eb-91f0-927336a1714f" providerId="ADAL" clId="{42A619FA-2A58-4939-A31C-66F034B72B9C}" dt="2022-11-17T11:49:44.917" v="2096" actId="108"/>
          <ac:spMkLst>
            <pc:docMk/>
            <pc:sldMk cId="702078302" sldId="9786"/>
            <ac:spMk id="99" creationId="{D3B71E9B-4605-5BD7-34EA-9B36522ABE54}"/>
          </ac:spMkLst>
        </pc:spChg>
        <pc:spChg chg="mod">
          <ac:chgData name="Macher, Andreas (DI FA CTR PLC PPM)" userId="f1dcac62-7bef-43eb-91f0-927336a1714f" providerId="ADAL" clId="{42A619FA-2A58-4939-A31C-66F034B72B9C}" dt="2022-11-17T11:49:45.776" v="2097" actId="108"/>
          <ac:spMkLst>
            <pc:docMk/>
            <pc:sldMk cId="702078302" sldId="9786"/>
            <ac:spMk id="100" creationId="{668F7A01-4013-4AF1-6FFF-31EB2F0A029D}"/>
          </ac:spMkLst>
        </pc:spChg>
        <pc:spChg chg="mod">
          <ac:chgData name="Macher, Andreas (DI FA CTR PLC PPM)" userId="f1dcac62-7bef-43eb-91f0-927336a1714f" providerId="ADAL" clId="{42A619FA-2A58-4939-A31C-66F034B72B9C}" dt="2022-11-17T11:49:46.459" v="2098" actId="108"/>
          <ac:spMkLst>
            <pc:docMk/>
            <pc:sldMk cId="702078302" sldId="9786"/>
            <ac:spMk id="114" creationId="{95380F57-BCA0-AE6A-9BE0-E37FC5E398BC}"/>
          </ac:spMkLst>
        </pc:spChg>
        <pc:spChg chg="mod">
          <ac:chgData name="Macher, Andreas (DI FA CTR PLC PPM)" userId="f1dcac62-7bef-43eb-91f0-927336a1714f" providerId="ADAL" clId="{42A619FA-2A58-4939-A31C-66F034B72B9C}" dt="2022-08-10T14:57:17.935" v="1086" actId="1035"/>
          <ac:spMkLst>
            <pc:docMk/>
            <pc:sldMk cId="702078302" sldId="9786"/>
            <ac:spMk id="115" creationId="{2F68D649-E18C-45B5-B214-9EDB6C1E6C50}"/>
          </ac:spMkLst>
        </pc:spChg>
        <pc:spChg chg="mod">
          <ac:chgData name="Macher, Andreas (DI FA CTR PLC PPM)" userId="f1dcac62-7bef-43eb-91f0-927336a1714f" providerId="ADAL" clId="{42A619FA-2A58-4939-A31C-66F034B72B9C}" dt="2022-08-10T14:57:17.935" v="1086" actId="1035"/>
          <ac:spMkLst>
            <pc:docMk/>
            <pc:sldMk cId="702078302" sldId="9786"/>
            <ac:spMk id="116" creationId="{0EB354C3-B7EE-4420-9ABC-B7F4E9FA4CEC}"/>
          </ac:spMkLst>
        </pc:spChg>
        <pc:spChg chg="mod">
          <ac:chgData name="Macher, Andreas (DI FA CTR PLC PPM)" userId="f1dcac62-7bef-43eb-91f0-927336a1714f" providerId="ADAL" clId="{42A619FA-2A58-4939-A31C-66F034B72B9C}" dt="2022-11-17T11:49:47.171" v="2099" actId="108"/>
          <ac:spMkLst>
            <pc:docMk/>
            <pc:sldMk cId="702078302" sldId="9786"/>
            <ac:spMk id="117" creationId="{8A8B780A-E542-0145-BA23-14A7919DA516}"/>
          </ac:spMkLst>
        </pc:spChg>
        <pc:spChg chg="mod">
          <ac:chgData name="Macher, Andreas (DI FA CTR PLC PPM)" userId="f1dcac62-7bef-43eb-91f0-927336a1714f" providerId="ADAL" clId="{42A619FA-2A58-4939-A31C-66F034B72B9C}" dt="2022-08-10T14:57:24.921" v="1091" actId="1035"/>
          <ac:spMkLst>
            <pc:docMk/>
            <pc:sldMk cId="702078302" sldId="9786"/>
            <ac:spMk id="118" creationId="{222B23F3-2F58-14FC-317E-660848FE3FBE}"/>
          </ac:spMkLst>
        </pc:spChg>
        <pc:spChg chg="mod">
          <ac:chgData name="Macher, Andreas (DI FA CTR PLC PPM)" userId="f1dcac62-7bef-43eb-91f0-927336a1714f" providerId="ADAL" clId="{42A619FA-2A58-4939-A31C-66F034B72B9C}" dt="2022-11-25T11:52:28.219" v="2321" actId="2085"/>
          <ac:spMkLst>
            <pc:docMk/>
            <pc:sldMk cId="702078302" sldId="9786"/>
            <ac:spMk id="124" creationId="{6FADF8E6-4281-4A64-82FB-D0CA59CE02B9}"/>
          </ac:spMkLst>
        </pc:spChg>
        <pc:spChg chg="mod">
          <ac:chgData name="Macher, Andreas (DI FA CTR PLC PPM)" userId="f1dcac62-7bef-43eb-91f0-927336a1714f" providerId="ADAL" clId="{42A619FA-2A58-4939-A31C-66F034B72B9C}" dt="2022-11-25T11:52:28.219" v="2321" actId="2085"/>
          <ac:spMkLst>
            <pc:docMk/>
            <pc:sldMk cId="702078302" sldId="9786"/>
            <ac:spMk id="125" creationId="{22CD02A5-3AE6-4FFC-BFD1-8E5D75698DFD}"/>
          </ac:spMkLst>
        </pc:spChg>
        <pc:spChg chg="mod">
          <ac:chgData name="Macher, Andreas (DI FA CTR PLC PPM)" userId="f1dcac62-7bef-43eb-91f0-927336a1714f" providerId="ADAL" clId="{42A619FA-2A58-4939-A31C-66F034B72B9C}" dt="2022-08-10T14:57:24.921" v="1091" actId="1035"/>
          <ac:spMkLst>
            <pc:docMk/>
            <pc:sldMk cId="702078302" sldId="9786"/>
            <ac:spMk id="126" creationId="{D3FC2025-4423-4908-83AC-848E692352C2}"/>
          </ac:spMkLst>
        </pc:spChg>
        <pc:spChg chg="mod">
          <ac:chgData name="Macher, Andreas (DI FA CTR PLC PPM)" userId="f1dcac62-7bef-43eb-91f0-927336a1714f" providerId="ADAL" clId="{42A619FA-2A58-4939-A31C-66F034B72B9C}" dt="2022-08-10T14:57:24.921" v="1091" actId="1035"/>
          <ac:spMkLst>
            <pc:docMk/>
            <pc:sldMk cId="702078302" sldId="9786"/>
            <ac:spMk id="127" creationId="{6F70A4C7-9085-46AB-8F2E-E7FFDDC873B5}"/>
          </ac:spMkLst>
        </pc:spChg>
        <pc:grpChg chg="del mod">
          <ac:chgData name="Macher, Andreas (DI FA CTR PLC PPM)" userId="f1dcac62-7bef-43eb-91f0-927336a1714f" providerId="ADAL" clId="{42A619FA-2A58-4939-A31C-66F034B72B9C}" dt="2022-11-17T11:50:45.850" v="2105" actId="165"/>
          <ac:grpSpMkLst>
            <pc:docMk/>
            <pc:sldMk cId="702078302" sldId="9786"/>
            <ac:grpSpMk id="2" creationId="{39D62B98-D930-2591-AC7C-8A10CE612D42}"/>
          </ac:grpSpMkLst>
        </pc:grpChg>
        <pc:grpChg chg="add del mod">
          <ac:chgData name="Macher, Andreas (DI FA CTR PLC PPM)" userId="f1dcac62-7bef-43eb-91f0-927336a1714f" providerId="ADAL" clId="{42A619FA-2A58-4939-A31C-66F034B72B9C}" dt="2022-08-10T14:49:43.798" v="899" actId="165"/>
          <ac:grpSpMkLst>
            <pc:docMk/>
            <pc:sldMk cId="702078302" sldId="9786"/>
            <ac:grpSpMk id="22" creationId="{BCBC590B-F711-BFBA-A70F-D49302B08646}"/>
          </ac:grpSpMkLst>
        </pc:grpChg>
        <pc:grpChg chg="add mod">
          <ac:chgData name="Macher, Andreas (DI FA CTR PLC PPM)" userId="f1dcac62-7bef-43eb-91f0-927336a1714f" providerId="ADAL" clId="{42A619FA-2A58-4939-A31C-66F034B72B9C}" dt="2022-08-10T14:57:33.605" v="1092" actId="14100"/>
          <ac:grpSpMkLst>
            <pc:docMk/>
            <pc:sldMk cId="702078302" sldId="9786"/>
            <ac:grpSpMk id="26" creationId="{13CAEBDF-E33F-5082-8C3A-429E838332BB}"/>
          </ac:grpSpMkLst>
        </pc:grpChg>
        <pc:picChg chg="mod">
          <ac:chgData name="Macher, Andreas (DI FA CTR PLC PPM)" userId="f1dcac62-7bef-43eb-91f0-927336a1714f" providerId="ADAL" clId="{42A619FA-2A58-4939-A31C-66F034B72B9C}" dt="2022-08-10T14:44:44.125" v="821" actId="1076"/>
          <ac:picMkLst>
            <pc:docMk/>
            <pc:sldMk cId="702078302" sldId="9786"/>
            <ac:picMk id="14" creationId="{00000000-0000-0000-0000-000000000000}"/>
          </ac:picMkLst>
        </pc:picChg>
        <pc:picChg chg="mod">
          <ac:chgData name="Macher, Andreas (DI FA CTR PLC PPM)" userId="f1dcac62-7bef-43eb-91f0-927336a1714f" providerId="ADAL" clId="{42A619FA-2A58-4939-A31C-66F034B72B9C}" dt="2022-08-10T14:44:44.125" v="821" actId="1076"/>
          <ac:picMkLst>
            <pc:docMk/>
            <pc:sldMk cId="702078302" sldId="9786"/>
            <ac:picMk id="15" creationId="{00000000-0000-0000-0000-000000000000}"/>
          </ac:picMkLst>
        </pc:picChg>
        <pc:picChg chg="mod">
          <ac:chgData name="Macher, Andreas (DI FA CTR PLC PPM)" userId="f1dcac62-7bef-43eb-91f0-927336a1714f" providerId="ADAL" clId="{42A619FA-2A58-4939-A31C-66F034B72B9C}" dt="2022-08-10T14:57:24.921" v="1091" actId="1035"/>
          <ac:picMkLst>
            <pc:docMk/>
            <pc:sldMk cId="702078302" sldId="9786"/>
            <ac:picMk id="62" creationId="{00000000-0000-0000-0000-000000000000}"/>
          </ac:picMkLst>
        </pc:picChg>
        <pc:picChg chg="mod">
          <ac:chgData name="Macher, Andreas (DI FA CTR PLC PPM)" userId="f1dcac62-7bef-43eb-91f0-927336a1714f" providerId="ADAL" clId="{42A619FA-2A58-4939-A31C-66F034B72B9C}" dt="2022-08-10T14:57:24.921" v="1091" actId="1035"/>
          <ac:picMkLst>
            <pc:docMk/>
            <pc:sldMk cId="702078302" sldId="9786"/>
            <ac:picMk id="63" creationId="{00000000-0000-0000-0000-000000000000}"/>
          </ac:picMkLst>
        </pc:picChg>
        <pc:cxnChg chg="add del mod">
          <ac:chgData name="Macher, Andreas (DI FA CTR PLC PPM)" userId="f1dcac62-7bef-43eb-91f0-927336a1714f" providerId="ADAL" clId="{42A619FA-2A58-4939-A31C-66F034B72B9C}" dt="2022-08-10T14:39:28.387" v="687" actId="478"/>
          <ac:cxnSpMkLst>
            <pc:docMk/>
            <pc:sldMk cId="702078302" sldId="9786"/>
            <ac:cxnSpMk id="10" creationId="{3EB4DEAE-77F1-64D1-2748-4AF5AF8E1FF2}"/>
          </ac:cxnSpMkLst>
        </pc:cxnChg>
        <pc:cxnChg chg="add del">
          <ac:chgData name="Macher, Andreas (DI FA CTR PLC PPM)" userId="f1dcac62-7bef-43eb-91f0-927336a1714f" providerId="ADAL" clId="{42A619FA-2A58-4939-A31C-66F034B72B9C}" dt="2022-08-09T12:46:08.313" v="423" actId="478"/>
          <ac:cxnSpMkLst>
            <pc:docMk/>
            <pc:sldMk cId="702078302" sldId="9786"/>
            <ac:cxnSpMk id="12" creationId="{92EE017A-9BFF-4847-5CE4-E32B734B7927}"/>
          </ac:cxnSpMkLst>
        </pc:cxnChg>
        <pc:cxnChg chg="add del mod">
          <ac:chgData name="Macher, Andreas (DI FA CTR PLC PPM)" userId="f1dcac62-7bef-43eb-91f0-927336a1714f" providerId="ADAL" clId="{42A619FA-2A58-4939-A31C-66F034B72B9C}" dt="2022-08-09T12:50:56.777" v="620" actId="478"/>
          <ac:cxnSpMkLst>
            <pc:docMk/>
            <pc:sldMk cId="702078302" sldId="9786"/>
            <ac:cxnSpMk id="18" creationId="{5CA7D0DF-7303-BEF9-5A1A-708F6754CB8C}"/>
          </ac:cxnSpMkLst>
        </pc:cxnChg>
        <pc:cxnChg chg="add mod">
          <ac:chgData name="Macher, Andreas (DI FA CTR PLC PPM)" userId="f1dcac62-7bef-43eb-91f0-927336a1714f" providerId="ADAL" clId="{42A619FA-2A58-4939-A31C-66F034B72B9C}" dt="2022-11-17T12:13:22.082" v="2283" actId="208"/>
          <ac:cxnSpMkLst>
            <pc:docMk/>
            <pc:sldMk cId="702078302" sldId="9786"/>
            <ac:cxnSpMk id="31" creationId="{5CCCF9DA-7129-1381-C25F-A1DB99D0ACDF}"/>
          </ac:cxnSpMkLst>
        </pc:cxnChg>
        <pc:cxnChg chg="add del mod">
          <ac:chgData name="Macher, Andreas (DI FA CTR PLC PPM)" userId="f1dcac62-7bef-43eb-91f0-927336a1714f" providerId="ADAL" clId="{42A619FA-2A58-4939-A31C-66F034B72B9C}" dt="2022-08-10T14:58:23.805" v="1101" actId="478"/>
          <ac:cxnSpMkLst>
            <pc:docMk/>
            <pc:sldMk cId="702078302" sldId="9786"/>
            <ac:cxnSpMk id="31" creationId="{94D06AEF-AE1C-B0F0-B6DD-284B8E539572}"/>
          </ac:cxnSpMkLst>
        </pc:cxnChg>
        <pc:cxnChg chg="add mod">
          <ac:chgData name="Macher, Andreas (DI FA CTR PLC PPM)" userId="f1dcac62-7bef-43eb-91f0-927336a1714f" providerId="ADAL" clId="{42A619FA-2A58-4939-A31C-66F034B72B9C}" dt="2022-11-17T12:15:12.181" v="2294" actId="208"/>
          <ac:cxnSpMkLst>
            <pc:docMk/>
            <pc:sldMk cId="702078302" sldId="9786"/>
            <ac:cxnSpMk id="38" creationId="{4E6939C2-C1D9-088E-28F1-81097D6ABDC5}"/>
          </ac:cxnSpMkLst>
        </pc:cxnChg>
        <pc:cxnChg chg="add del">
          <ac:chgData name="Macher, Andreas (DI FA CTR PLC PPM)" userId="f1dcac62-7bef-43eb-91f0-927336a1714f" providerId="ADAL" clId="{42A619FA-2A58-4939-A31C-66F034B72B9C}" dt="2022-08-10T15:06:31.103" v="1170" actId="21"/>
          <ac:cxnSpMkLst>
            <pc:docMk/>
            <pc:sldMk cId="702078302" sldId="9786"/>
            <ac:cxnSpMk id="39" creationId="{15D8D7CF-D7D5-29DE-B491-E521239AE52E}"/>
          </ac:cxnSpMkLst>
        </pc:cxnChg>
        <pc:cxnChg chg="add mod">
          <ac:chgData name="Macher, Andreas (DI FA CTR PLC PPM)" userId="f1dcac62-7bef-43eb-91f0-927336a1714f" providerId="ADAL" clId="{42A619FA-2A58-4939-A31C-66F034B72B9C}" dt="2022-11-17T12:15:30.088" v="2298" actId="14100"/>
          <ac:cxnSpMkLst>
            <pc:docMk/>
            <pc:sldMk cId="702078302" sldId="9786"/>
            <ac:cxnSpMk id="39" creationId="{42C46155-2068-D7F5-9DD7-AF3CD036EBF7}"/>
          </ac:cxnSpMkLst>
        </pc:cxnChg>
        <pc:cxnChg chg="add del mod">
          <ac:chgData name="Macher, Andreas (DI FA CTR PLC PPM)" userId="f1dcac62-7bef-43eb-91f0-927336a1714f" providerId="ADAL" clId="{42A619FA-2A58-4939-A31C-66F034B72B9C}" dt="2022-08-10T14:43:01.804" v="798" actId="478"/>
          <ac:cxnSpMkLst>
            <pc:docMk/>
            <pc:sldMk cId="702078302" sldId="9786"/>
            <ac:cxnSpMk id="74" creationId="{174D67AD-FB82-D634-E432-EEA78E54ED02}"/>
          </ac:cxnSpMkLst>
        </pc:cxnChg>
        <pc:cxnChg chg="del mod">
          <ac:chgData name="Macher, Andreas (DI FA CTR PLC PPM)" userId="f1dcac62-7bef-43eb-91f0-927336a1714f" providerId="ADAL" clId="{42A619FA-2A58-4939-A31C-66F034B72B9C}" dt="2022-11-17T11:58:53.013" v="2160" actId="478"/>
          <ac:cxnSpMkLst>
            <pc:docMk/>
            <pc:sldMk cId="702078302" sldId="9786"/>
            <ac:cxnSpMk id="79" creationId="{01332141-D8B7-4541-9113-87F60117E2DB}"/>
          </ac:cxnSpMkLst>
        </pc:cxnChg>
        <pc:cxnChg chg="del mod">
          <ac:chgData name="Macher, Andreas (DI FA CTR PLC PPM)" userId="f1dcac62-7bef-43eb-91f0-927336a1714f" providerId="ADAL" clId="{42A619FA-2A58-4939-A31C-66F034B72B9C}" dt="2022-11-17T11:59:01.066" v="2161" actId="478"/>
          <ac:cxnSpMkLst>
            <pc:docMk/>
            <pc:sldMk cId="702078302" sldId="9786"/>
            <ac:cxnSpMk id="81" creationId="{01332141-D8B7-4541-9113-87F60117E2DB}"/>
          </ac:cxnSpMkLst>
        </pc:cxnChg>
      </pc:sldChg>
      <pc:sldChg chg="modSp del mod chgLayout">
        <pc:chgData name="Macher, Andreas (DI FA CTR PLC PPM)" userId="f1dcac62-7bef-43eb-91f0-927336a1714f" providerId="ADAL" clId="{42A619FA-2A58-4939-A31C-66F034B72B9C}" dt="2022-11-25T17:23:01.245" v="6258" actId="47"/>
        <pc:sldMkLst>
          <pc:docMk/>
          <pc:sldMk cId="1946256361" sldId="9787"/>
        </pc:sldMkLst>
        <pc:spChg chg="mod ord">
          <ac:chgData name="Macher, Andreas (DI FA CTR PLC PPM)" userId="f1dcac62-7bef-43eb-91f0-927336a1714f" providerId="ADAL" clId="{42A619FA-2A58-4939-A31C-66F034B72B9C}" dt="2022-11-17T09:25:54.371" v="1468" actId="207"/>
          <ac:spMkLst>
            <pc:docMk/>
            <pc:sldMk cId="1946256361" sldId="9787"/>
            <ac:spMk id="2" creationId="{54EDA1C3-1779-4464-9AE9-DF1453500F02}"/>
          </ac:spMkLst>
        </pc:spChg>
        <pc:spChg chg="mod ord">
          <ac:chgData name="Macher, Andreas (DI FA CTR PLC PPM)" userId="f1dcac62-7bef-43eb-91f0-927336a1714f" providerId="ADAL" clId="{42A619FA-2A58-4939-A31C-66F034B72B9C}" dt="2022-11-17T09:25:40.615" v="1466" actId="700"/>
          <ac:spMkLst>
            <pc:docMk/>
            <pc:sldMk cId="1946256361" sldId="9787"/>
            <ac:spMk id="3" creationId="{B8893336-141C-46AB-8984-16D9E82672EB}"/>
          </ac:spMkLst>
        </pc:spChg>
        <pc:spChg chg="mod">
          <ac:chgData name="Macher, Andreas (DI FA CTR PLC PPM)" userId="f1dcac62-7bef-43eb-91f0-927336a1714f" providerId="ADAL" clId="{42A619FA-2A58-4939-A31C-66F034B72B9C}" dt="2022-11-25T11:55:09.408" v="2333" actId="207"/>
          <ac:spMkLst>
            <pc:docMk/>
            <pc:sldMk cId="1946256361" sldId="9787"/>
            <ac:spMk id="47" creationId="{B31A0DDD-A8E3-47AA-9AD3-25BC345401EA}"/>
          </ac:spMkLst>
        </pc:spChg>
        <pc:spChg chg="mod">
          <ac:chgData name="Macher, Andreas (DI FA CTR PLC PPM)" userId="f1dcac62-7bef-43eb-91f0-927336a1714f" providerId="ADAL" clId="{42A619FA-2A58-4939-A31C-66F034B72B9C}" dt="2022-11-25T11:55:09.408" v="2333" actId="207"/>
          <ac:spMkLst>
            <pc:docMk/>
            <pc:sldMk cId="1946256361" sldId="9787"/>
            <ac:spMk id="48" creationId="{3D111978-CDD7-46E7-9F01-E0E64CE29715}"/>
          </ac:spMkLst>
        </pc:spChg>
        <pc:spChg chg="mod">
          <ac:chgData name="Macher, Andreas (DI FA CTR PLC PPM)" userId="f1dcac62-7bef-43eb-91f0-927336a1714f" providerId="ADAL" clId="{42A619FA-2A58-4939-A31C-66F034B72B9C}" dt="2022-11-25T11:55:22.355" v="2337" actId="207"/>
          <ac:spMkLst>
            <pc:docMk/>
            <pc:sldMk cId="1946256361" sldId="9787"/>
            <ac:spMk id="85" creationId="{9D5C7FFF-EDF7-A702-83B4-EB005005843A}"/>
          </ac:spMkLst>
        </pc:spChg>
        <pc:spChg chg="mod">
          <ac:chgData name="Macher, Andreas (DI FA CTR PLC PPM)" userId="f1dcac62-7bef-43eb-91f0-927336a1714f" providerId="ADAL" clId="{42A619FA-2A58-4939-A31C-66F034B72B9C}" dt="2022-11-25T11:55:19.858" v="2336" actId="207"/>
          <ac:spMkLst>
            <pc:docMk/>
            <pc:sldMk cId="1946256361" sldId="9787"/>
            <ac:spMk id="123" creationId="{B338CEB4-7431-A985-864E-C4D6B397AD72}"/>
          </ac:spMkLst>
        </pc:spChg>
        <pc:graphicFrameChg chg="modGraphic">
          <ac:chgData name="Macher, Andreas (DI FA CTR PLC PPM)" userId="f1dcac62-7bef-43eb-91f0-927336a1714f" providerId="ADAL" clId="{42A619FA-2A58-4939-A31C-66F034B72B9C}" dt="2022-11-17T12:17:07.390" v="2304" actId="207"/>
          <ac:graphicFrameMkLst>
            <pc:docMk/>
            <pc:sldMk cId="1946256361" sldId="9787"/>
            <ac:graphicFrameMk id="43" creationId="{A5482973-ED17-48DF-A2DD-67D2566F6DCD}"/>
          </ac:graphicFrameMkLst>
        </pc:graphicFrameChg>
      </pc:sldChg>
      <pc:sldChg chg="modSp del mod chgLayout">
        <pc:chgData name="Macher, Andreas (DI FA CTR PLC PPM)" userId="f1dcac62-7bef-43eb-91f0-927336a1714f" providerId="ADAL" clId="{42A619FA-2A58-4939-A31C-66F034B72B9C}" dt="2022-11-25T17:23:00.261" v="6257" actId="47"/>
        <pc:sldMkLst>
          <pc:docMk/>
          <pc:sldMk cId="1825254082" sldId="9788"/>
        </pc:sldMkLst>
        <pc:spChg chg="mod ord">
          <ac:chgData name="Macher, Andreas (DI FA CTR PLC PPM)" userId="f1dcac62-7bef-43eb-91f0-927336a1714f" providerId="ADAL" clId="{42A619FA-2A58-4939-A31C-66F034B72B9C}" dt="2022-11-17T09:26:07.041" v="1470" actId="207"/>
          <ac:spMkLst>
            <pc:docMk/>
            <pc:sldMk cId="1825254082" sldId="9788"/>
            <ac:spMk id="2" creationId="{54EDA1C3-1779-4464-9AE9-DF1453500F02}"/>
          </ac:spMkLst>
        </pc:spChg>
        <pc:spChg chg="mod ord">
          <ac:chgData name="Macher, Andreas (DI FA CTR PLC PPM)" userId="f1dcac62-7bef-43eb-91f0-927336a1714f" providerId="ADAL" clId="{42A619FA-2A58-4939-A31C-66F034B72B9C}" dt="2022-11-17T09:26:02.693" v="1469" actId="700"/>
          <ac:spMkLst>
            <pc:docMk/>
            <pc:sldMk cId="1825254082" sldId="9788"/>
            <ac:spMk id="3" creationId="{B8893336-141C-46AB-8984-16D9E82672EB}"/>
          </ac:spMkLst>
        </pc:spChg>
        <pc:spChg chg="mod">
          <ac:chgData name="Macher, Andreas (DI FA CTR PLC PPM)" userId="f1dcac62-7bef-43eb-91f0-927336a1714f" providerId="ADAL" clId="{42A619FA-2A58-4939-A31C-66F034B72B9C}" dt="2022-11-25T11:55:38.214" v="2339" actId="207"/>
          <ac:spMkLst>
            <pc:docMk/>
            <pc:sldMk cId="1825254082" sldId="9788"/>
            <ac:spMk id="68" creationId="{2474BCA3-2FB3-2ED2-DAF3-74B32DBF2CFA}"/>
          </ac:spMkLst>
        </pc:spChg>
        <pc:spChg chg="mod">
          <ac:chgData name="Macher, Andreas (DI FA CTR PLC PPM)" userId="f1dcac62-7bef-43eb-91f0-927336a1714f" providerId="ADAL" clId="{42A619FA-2A58-4939-A31C-66F034B72B9C}" dt="2022-11-25T11:55:31.762" v="2338" actId="207"/>
          <ac:spMkLst>
            <pc:docMk/>
            <pc:sldMk cId="1825254082" sldId="9788"/>
            <ac:spMk id="96" creationId="{1BC2DF1A-73F6-B55E-9DC6-655C32A60BBF}"/>
          </ac:spMkLst>
        </pc:spChg>
        <pc:spChg chg="mod">
          <ac:chgData name="Macher, Andreas (DI FA CTR PLC PPM)" userId="f1dcac62-7bef-43eb-91f0-927336a1714f" providerId="ADAL" clId="{42A619FA-2A58-4939-A31C-66F034B72B9C}" dt="2022-11-25T11:55:31.762" v="2338" actId="207"/>
          <ac:spMkLst>
            <pc:docMk/>
            <pc:sldMk cId="1825254082" sldId="9788"/>
            <ac:spMk id="97" creationId="{7A176ED4-455D-C21B-6FA8-62986FBE02A7}"/>
          </ac:spMkLst>
        </pc:spChg>
        <pc:spChg chg="mod">
          <ac:chgData name="Macher, Andreas (DI FA CTR PLC PPM)" userId="f1dcac62-7bef-43eb-91f0-927336a1714f" providerId="ADAL" clId="{42A619FA-2A58-4939-A31C-66F034B72B9C}" dt="2022-11-25T11:55:42.041" v="2340" actId="207"/>
          <ac:spMkLst>
            <pc:docMk/>
            <pc:sldMk cId="1825254082" sldId="9788"/>
            <ac:spMk id="145" creationId="{1103B914-EAB6-A3C3-71E3-F4BC851862A3}"/>
          </ac:spMkLst>
        </pc:spChg>
        <pc:graphicFrameChg chg="modGraphic">
          <ac:chgData name="Macher, Andreas (DI FA CTR PLC PPM)" userId="f1dcac62-7bef-43eb-91f0-927336a1714f" providerId="ADAL" clId="{42A619FA-2A58-4939-A31C-66F034B72B9C}" dt="2022-11-17T12:17:12.996" v="2305" actId="207"/>
          <ac:graphicFrameMkLst>
            <pc:docMk/>
            <pc:sldMk cId="1825254082" sldId="9788"/>
            <ac:graphicFrameMk id="43" creationId="{A5482973-ED17-48DF-A2DD-67D2566F6DCD}"/>
          </ac:graphicFrameMkLst>
        </pc:graphicFrameChg>
        <pc:picChg chg="mod">
          <ac:chgData name="Macher, Andreas (DI FA CTR PLC PPM)" userId="f1dcac62-7bef-43eb-91f0-927336a1714f" providerId="ADAL" clId="{42A619FA-2A58-4939-A31C-66F034B72B9C}" dt="2022-11-25T15:18:47.056" v="3808" actId="207"/>
          <ac:picMkLst>
            <pc:docMk/>
            <pc:sldMk cId="1825254082" sldId="9788"/>
            <ac:picMk id="81" creationId="{D64F1823-87A4-16EB-1C70-DE8768E56CA1}"/>
          </ac:picMkLst>
        </pc:picChg>
        <pc:picChg chg="mod">
          <ac:chgData name="Macher, Andreas (DI FA CTR PLC PPM)" userId="f1dcac62-7bef-43eb-91f0-927336a1714f" providerId="ADAL" clId="{42A619FA-2A58-4939-A31C-66F034B72B9C}" dt="2022-11-25T15:18:42.625" v="3807" actId="207"/>
          <ac:picMkLst>
            <pc:docMk/>
            <pc:sldMk cId="1825254082" sldId="9788"/>
            <ac:picMk id="108" creationId="{AD5ECF7C-1D4D-A30E-D7F6-3EAB2B49B3BF}"/>
          </ac:picMkLst>
        </pc:picChg>
        <pc:picChg chg="mod">
          <ac:chgData name="Macher, Andreas (DI FA CTR PLC PPM)" userId="f1dcac62-7bef-43eb-91f0-927336a1714f" providerId="ADAL" clId="{42A619FA-2A58-4939-A31C-66F034B72B9C}" dt="2022-11-25T15:18:59.204" v="3809" actId="207"/>
          <ac:picMkLst>
            <pc:docMk/>
            <pc:sldMk cId="1825254082" sldId="9788"/>
            <ac:picMk id="152" creationId="{730AF2F3-CD33-8DF3-128C-BE690F940BDD}"/>
          </ac:picMkLst>
        </pc:picChg>
      </pc:sldChg>
      <pc:sldChg chg="modSp del mod chgLayout">
        <pc:chgData name="Macher, Andreas (DI FA CTR PLC PPM)" userId="f1dcac62-7bef-43eb-91f0-927336a1714f" providerId="ADAL" clId="{42A619FA-2A58-4939-A31C-66F034B72B9C}" dt="2022-11-25T17:22:58.570" v="6256" actId="47"/>
        <pc:sldMkLst>
          <pc:docMk/>
          <pc:sldMk cId="1368414199" sldId="9789"/>
        </pc:sldMkLst>
        <pc:spChg chg="mod ord">
          <ac:chgData name="Macher, Andreas (DI FA CTR PLC PPM)" userId="f1dcac62-7bef-43eb-91f0-927336a1714f" providerId="ADAL" clId="{42A619FA-2A58-4939-A31C-66F034B72B9C}" dt="2022-11-17T09:26:17.894" v="1472" actId="207"/>
          <ac:spMkLst>
            <pc:docMk/>
            <pc:sldMk cId="1368414199" sldId="9789"/>
            <ac:spMk id="2" creationId="{54EDA1C3-1779-4464-9AE9-DF1453500F02}"/>
          </ac:spMkLst>
        </pc:spChg>
        <pc:spChg chg="mod ord">
          <ac:chgData name="Macher, Andreas (DI FA CTR PLC PPM)" userId="f1dcac62-7bef-43eb-91f0-927336a1714f" providerId="ADAL" clId="{42A619FA-2A58-4939-A31C-66F034B72B9C}" dt="2022-11-17T09:26:14.736" v="1471" actId="700"/>
          <ac:spMkLst>
            <pc:docMk/>
            <pc:sldMk cId="1368414199" sldId="9789"/>
            <ac:spMk id="3" creationId="{B8893336-141C-46AB-8984-16D9E82672EB}"/>
          </ac:spMkLst>
        </pc:spChg>
        <pc:spChg chg="mod">
          <ac:chgData name="Macher, Andreas (DI FA CTR PLC PPM)" userId="f1dcac62-7bef-43eb-91f0-927336a1714f" providerId="ADAL" clId="{42A619FA-2A58-4939-A31C-66F034B72B9C}" dt="2022-11-25T11:54:46.730" v="2330" actId="207"/>
          <ac:spMkLst>
            <pc:docMk/>
            <pc:sldMk cId="1368414199" sldId="9789"/>
            <ac:spMk id="77" creationId="{1BF35466-7C40-9564-3134-C74662BD2401}"/>
          </ac:spMkLst>
        </pc:spChg>
        <pc:spChg chg="mod">
          <ac:chgData name="Macher, Andreas (DI FA CTR PLC PPM)" userId="f1dcac62-7bef-43eb-91f0-927336a1714f" providerId="ADAL" clId="{42A619FA-2A58-4939-A31C-66F034B72B9C}" dt="2022-11-25T11:54:46.730" v="2330" actId="207"/>
          <ac:spMkLst>
            <pc:docMk/>
            <pc:sldMk cId="1368414199" sldId="9789"/>
            <ac:spMk id="82" creationId="{8E902678-43F5-6A90-ED8B-233CE61506A7}"/>
          </ac:spMkLst>
        </pc:spChg>
        <pc:spChg chg="mod">
          <ac:chgData name="Macher, Andreas (DI FA CTR PLC PPM)" userId="f1dcac62-7bef-43eb-91f0-927336a1714f" providerId="ADAL" clId="{42A619FA-2A58-4939-A31C-66F034B72B9C}" dt="2022-11-17T12:17:44.476" v="2308" actId="207"/>
          <ac:spMkLst>
            <pc:docMk/>
            <pc:sldMk cId="1368414199" sldId="9789"/>
            <ac:spMk id="109" creationId="{3175746C-595E-793A-B1B1-BFCBC3262120}"/>
          </ac:spMkLst>
        </pc:spChg>
        <pc:spChg chg="mod">
          <ac:chgData name="Macher, Andreas (DI FA CTR PLC PPM)" userId="f1dcac62-7bef-43eb-91f0-927336a1714f" providerId="ADAL" clId="{42A619FA-2A58-4939-A31C-66F034B72B9C}" dt="2022-11-17T12:17:50.587" v="2309" actId="207"/>
          <ac:spMkLst>
            <pc:docMk/>
            <pc:sldMk cId="1368414199" sldId="9789"/>
            <ac:spMk id="131" creationId="{D653DA80-8D9B-CCF5-4885-2F47B25211E2}"/>
          </ac:spMkLst>
        </pc:spChg>
        <pc:spChg chg="mod">
          <ac:chgData name="Macher, Andreas (DI FA CTR PLC PPM)" userId="f1dcac62-7bef-43eb-91f0-927336a1714f" providerId="ADAL" clId="{42A619FA-2A58-4939-A31C-66F034B72B9C}" dt="2022-11-17T12:17:55.434" v="2310" actId="207"/>
          <ac:spMkLst>
            <pc:docMk/>
            <pc:sldMk cId="1368414199" sldId="9789"/>
            <ac:spMk id="134" creationId="{AC97DCA2-FBA9-A544-DF42-73B508BAEDA0}"/>
          </ac:spMkLst>
        </pc:spChg>
        <pc:spChg chg="mod">
          <ac:chgData name="Macher, Andreas (DI FA CTR PLC PPM)" userId="f1dcac62-7bef-43eb-91f0-927336a1714f" providerId="ADAL" clId="{42A619FA-2A58-4939-A31C-66F034B72B9C}" dt="2022-11-25T11:54:50.202" v="2331" actId="207"/>
          <ac:spMkLst>
            <pc:docMk/>
            <pc:sldMk cId="1368414199" sldId="9789"/>
            <ac:spMk id="213" creationId="{D58CB1CC-4A03-B9AA-F1EE-2A9B4406F6E6}"/>
          </ac:spMkLst>
        </pc:spChg>
        <pc:spChg chg="mod">
          <ac:chgData name="Macher, Andreas (DI FA CTR PLC PPM)" userId="f1dcac62-7bef-43eb-91f0-927336a1714f" providerId="ADAL" clId="{42A619FA-2A58-4939-A31C-66F034B72B9C}" dt="2022-11-25T11:54:53.210" v="2332" actId="207"/>
          <ac:spMkLst>
            <pc:docMk/>
            <pc:sldMk cId="1368414199" sldId="9789"/>
            <ac:spMk id="240" creationId="{86458247-BF02-04FB-D6B8-1172682B6CEB}"/>
          </ac:spMkLst>
        </pc:spChg>
        <pc:graphicFrameChg chg="modGraphic">
          <ac:chgData name="Macher, Andreas (DI FA CTR PLC PPM)" userId="f1dcac62-7bef-43eb-91f0-927336a1714f" providerId="ADAL" clId="{42A619FA-2A58-4939-A31C-66F034B72B9C}" dt="2022-11-17T12:17:20.244" v="2306" actId="207"/>
          <ac:graphicFrameMkLst>
            <pc:docMk/>
            <pc:sldMk cId="1368414199" sldId="9789"/>
            <ac:graphicFrameMk id="43" creationId="{A5482973-ED17-48DF-A2DD-67D2566F6DCD}"/>
          </ac:graphicFrameMkLst>
        </pc:graphicFrameChg>
      </pc:sldChg>
      <pc:sldChg chg="modSp del mod chgLayout">
        <pc:chgData name="Macher, Andreas (DI FA CTR PLC PPM)" userId="f1dcac62-7bef-43eb-91f0-927336a1714f" providerId="ADAL" clId="{42A619FA-2A58-4939-A31C-66F034B72B9C}" dt="2022-11-25T17:22:56.767" v="6255" actId="47"/>
        <pc:sldMkLst>
          <pc:docMk/>
          <pc:sldMk cId="3315452300" sldId="9790"/>
        </pc:sldMkLst>
        <pc:spChg chg="mod ord">
          <ac:chgData name="Macher, Andreas (DI FA CTR PLC PPM)" userId="f1dcac62-7bef-43eb-91f0-927336a1714f" providerId="ADAL" clId="{42A619FA-2A58-4939-A31C-66F034B72B9C}" dt="2022-11-17T09:26:27.598" v="1474" actId="207"/>
          <ac:spMkLst>
            <pc:docMk/>
            <pc:sldMk cId="3315452300" sldId="9790"/>
            <ac:spMk id="2" creationId="{54EDA1C3-1779-4464-9AE9-DF1453500F02}"/>
          </ac:spMkLst>
        </pc:spChg>
        <pc:spChg chg="mod ord">
          <ac:chgData name="Macher, Andreas (DI FA CTR PLC PPM)" userId="f1dcac62-7bef-43eb-91f0-927336a1714f" providerId="ADAL" clId="{42A619FA-2A58-4939-A31C-66F034B72B9C}" dt="2022-11-17T09:26:24.280" v="1473" actId="700"/>
          <ac:spMkLst>
            <pc:docMk/>
            <pc:sldMk cId="3315452300" sldId="9790"/>
            <ac:spMk id="3" creationId="{B8893336-141C-46AB-8984-16D9E82672EB}"/>
          </ac:spMkLst>
        </pc:spChg>
        <pc:spChg chg="mod">
          <ac:chgData name="Macher, Andreas (DI FA CTR PLC PPM)" userId="f1dcac62-7bef-43eb-91f0-927336a1714f" providerId="ADAL" clId="{42A619FA-2A58-4939-A31C-66F034B72B9C}" dt="2022-11-25T11:54:35.310" v="2327" actId="207"/>
          <ac:spMkLst>
            <pc:docMk/>
            <pc:sldMk cId="3315452300" sldId="9790"/>
            <ac:spMk id="77" creationId="{1BF35466-7C40-9564-3134-C74662BD2401}"/>
          </ac:spMkLst>
        </pc:spChg>
        <pc:spChg chg="mod">
          <ac:chgData name="Macher, Andreas (DI FA CTR PLC PPM)" userId="f1dcac62-7bef-43eb-91f0-927336a1714f" providerId="ADAL" clId="{42A619FA-2A58-4939-A31C-66F034B72B9C}" dt="2022-11-25T11:54:35.310" v="2327" actId="207"/>
          <ac:spMkLst>
            <pc:docMk/>
            <pc:sldMk cId="3315452300" sldId="9790"/>
            <ac:spMk id="82" creationId="{8E902678-43F5-6A90-ED8B-233CE61506A7}"/>
          </ac:spMkLst>
        </pc:spChg>
        <pc:spChg chg="mod">
          <ac:chgData name="Macher, Andreas (DI FA CTR PLC PPM)" userId="f1dcac62-7bef-43eb-91f0-927336a1714f" providerId="ADAL" clId="{42A619FA-2A58-4939-A31C-66F034B72B9C}" dt="2022-11-17T12:18:04.353" v="2311" actId="207"/>
          <ac:spMkLst>
            <pc:docMk/>
            <pc:sldMk cId="3315452300" sldId="9790"/>
            <ac:spMk id="150" creationId="{754E6EF4-54C0-8EA7-DF2F-4AC7DD70DCAF}"/>
          </ac:spMkLst>
        </pc:spChg>
        <pc:spChg chg="mod">
          <ac:chgData name="Macher, Andreas (DI FA CTR PLC PPM)" userId="f1dcac62-7bef-43eb-91f0-927336a1714f" providerId="ADAL" clId="{42A619FA-2A58-4939-A31C-66F034B72B9C}" dt="2022-11-17T12:18:04.353" v="2311" actId="207"/>
          <ac:spMkLst>
            <pc:docMk/>
            <pc:sldMk cId="3315452300" sldId="9790"/>
            <ac:spMk id="151" creationId="{973E522F-30B1-2617-60D8-D306F22A7D9D}"/>
          </ac:spMkLst>
        </pc:spChg>
        <pc:spChg chg="mod">
          <ac:chgData name="Macher, Andreas (DI FA CTR PLC PPM)" userId="f1dcac62-7bef-43eb-91f0-927336a1714f" providerId="ADAL" clId="{42A619FA-2A58-4939-A31C-66F034B72B9C}" dt="2022-11-17T12:18:04.353" v="2311" actId="207"/>
          <ac:spMkLst>
            <pc:docMk/>
            <pc:sldMk cId="3315452300" sldId="9790"/>
            <ac:spMk id="153" creationId="{E913A7B9-B2E7-593E-4E01-3B9F6FAC6EF7}"/>
          </ac:spMkLst>
        </pc:spChg>
        <pc:spChg chg="mod">
          <ac:chgData name="Macher, Andreas (DI FA CTR PLC PPM)" userId="f1dcac62-7bef-43eb-91f0-927336a1714f" providerId="ADAL" clId="{42A619FA-2A58-4939-A31C-66F034B72B9C}" dt="2022-11-17T12:18:04.353" v="2311" actId="207"/>
          <ac:spMkLst>
            <pc:docMk/>
            <pc:sldMk cId="3315452300" sldId="9790"/>
            <ac:spMk id="154" creationId="{C9F8362B-4A73-9BD4-A11A-0AA25E282585}"/>
          </ac:spMkLst>
        </pc:spChg>
        <pc:spChg chg="mod">
          <ac:chgData name="Macher, Andreas (DI FA CTR PLC PPM)" userId="f1dcac62-7bef-43eb-91f0-927336a1714f" providerId="ADAL" clId="{42A619FA-2A58-4939-A31C-66F034B72B9C}" dt="2022-11-17T12:18:04.353" v="2311" actId="207"/>
          <ac:spMkLst>
            <pc:docMk/>
            <pc:sldMk cId="3315452300" sldId="9790"/>
            <ac:spMk id="156" creationId="{3E710509-F5B6-E2C9-207E-39046E7C10B1}"/>
          </ac:spMkLst>
        </pc:spChg>
        <pc:spChg chg="mod">
          <ac:chgData name="Macher, Andreas (DI FA CTR PLC PPM)" userId="f1dcac62-7bef-43eb-91f0-927336a1714f" providerId="ADAL" clId="{42A619FA-2A58-4939-A31C-66F034B72B9C}" dt="2022-11-17T12:18:04.353" v="2311" actId="207"/>
          <ac:spMkLst>
            <pc:docMk/>
            <pc:sldMk cId="3315452300" sldId="9790"/>
            <ac:spMk id="157" creationId="{14897EC0-FB30-EBE5-6EFD-5496E03AE8A5}"/>
          </ac:spMkLst>
        </pc:spChg>
        <pc:spChg chg="mod">
          <ac:chgData name="Macher, Andreas (DI FA CTR PLC PPM)" userId="f1dcac62-7bef-43eb-91f0-927336a1714f" providerId="ADAL" clId="{42A619FA-2A58-4939-A31C-66F034B72B9C}" dt="2022-11-25T11:54:38.455" v="2328" actId="207"/>
          <ac:spMkLst>
            <pc:docMk/>
            <pc:sldMk cId="3315452300" sldId="9790"/>
            <ac:spMk id="166" creationId="{49E0C75D-2D42-8D3C-4B66-337BCEBC4066}"/>
          </ac:spMkLst>
        </pc:spChg>
        <pc:spChg chg="mod">
          <ac:chgData name="Macher, Andreas (DI FA CTR PLC PPM)" userId="f1dcac62-7bef-43eb-91f0-927336a1714f" providerId="ADAL" clId="{42A619FA-2A58-4939-A31C-66F034B72B9C}" dt="2022-11-25T11:54:38.455" v="2328" actId="207"/>
          <ac:spMkLst>
            <pc:docMk/>
            <pc:sldMk cId="3315452300" sldId="9790"/>
            <ac:spMk id="167" creationId="{6024C1D4-DAD2-51E2-D974-5D4D3156FB21}"/>
          </ac:spMkLst>
        </pc:spChg>
        <pc:spChg chg="mod">
          <ac:chgData name="Macher, Andreas (DI FA CTR PLC PPM)" userId="f1dcac62-7bef-43eb-91f0-927336a1714f" providerId="ADAL" clId="{42A619FA-2A58-4939-A31C-66F034B72B9C}" dt="2022-11-25T11:54:41.617" v="2329" actId="207"/>
          <ac:spMkLst>
            <pc:docMk/>
            <pc:sldMk cId="3315452300" sldId="9790"/>
            <ac:spMk id="196" creationId="{D727A2B6-2339-A1C7-C782-30970AE55F1C}"/>
          </ac:spMkLst>
        </pc:spChg>
        <pc:spChg chg="mod">
          <ac:chgData name="Macher, Andreas (DI FA CTR PLC PPM)" userId="f1dcac62-7bef-43eb-91f0-927336a1714f" providerId="ADAL" clId="{42A619FA-2A58-4939-A31C-66F034B72B9C}" dt="2022-11-25T11:54:41.617" v="2329" actId="207"/>
          <ac:spMkLst>
            <pc:docMk/>
            <pc:sldMk cId="3315452300" sldId="9790"/>
            <ac:spMk id="197" creationId="{9CEA1668-EB9E-84A1-F5C3-5E4253797CB8}"/>
          </ac:spMkLst>
        </pc:spChg>
        <pc:graphicFrameChg chg="modGraphic">
          <ac:chgData name="Macher, Andreas (DI FA CTR PLC PPM)" userId="f1dcac62-7bef-43eb-91f0-927336a1714f" providerId="ADAL" clId="{42A619FA-2A58-4939-A31C-66F034B72B9C}" dt="2022-11-25T11:55:57.993" v="2349" actId="20577"/>
          <ac:graphicFrameMkLst>
            <pc:docMk/>
            <pc:sldMk cId="3315452300" sldId="9790"/>
            <ac:graphicFrameMk id="43" creationId="{A5482973-ED17-48DF-A2DD-67D2566F6DCD}"/>
          </ac:graphicFrameMkLst>
        </pc:graphicFrameChg>
      </pc:sldChg>
      <pc:sldChg chg="del">
        <pc:chgData name="Macher, Andreas (DI FA CTR PLC PPM)" userId="f1dcac62-7bef-43eb-91f0-927336a1714f" providerId="ADAL" clId="{42A619FA-2A58-4939-A31C-66F034B72B9C}" dt="2022-11-17T11:48:59.533" v="2092" actId="47"/>
        <pc:sldMkLst>
          <pc:docMk/>
          <pc:sldMk cId="1286651627" sldId="9791"/>
        </pc:sldMkLst>
      </pc:sldChg>
      <pc:sldChg chg="addSp delSp modSp mod chgLayout">
        <pc:chgData name="Macher, Andreas (DI FA CTR PLC PPM)" userId="f1dcac62-7bef-43eb-91f0-927336a1714f" providerId="ADAL" clId="{42A619FA-2A58-4939-A31C-66F034B72B9C}" dt="2022-11-25T17:43:56.265" v="7286"/>
        <pc:sldMkLst>
          <pc:docMk/>
          <pc:sldMk cId="3758560682" sldId="9792"/>
        </pc:sldMkLst>
        <pc:spChg chg="mod ord">
          <ac:chgData name="Macher, Andreas (DI FA CTR PLC PPM)" userId="f1dcac62-7bef-43eb-91f0-927336a1714f" providerId="ADAL" clId="{42A619FA-2A58-4939-A31C-66F034B72B9C}" dt="2022-11-25T17:43:56.265" v="7286"/>
          <ac:spMkLst>
            <pc:docMk/>
            <pc:sldMk cId="3758560682" sldId="9792"/>
            <ac:spMk id="2" creationId="{FC3625B7-6E71-4862-8687-E4ED1A58BD31}"/>
          </ac:spMkLst>
        </pc:spChg>
        <pc:spChg chg="del">
          <ac:chgData name="Macher, Andreas (DI FA CTR PLC PPM)" userId="f1dcac62-7bef-43eb-91f0-927336a1714f" providerId="ADAL" clId="{42A619FA-2A58-4939-A31C-66F034B72B9C}" dt="2022-11-25T15:04:32.985" v="3617" actId="478"/>
          <ac:spMkLst>
            <pc:docMk/>
            <pc:sldMk cId="3758560682" sldId="9792"/>
            <ac:spMk id="3" creationId="{075A84F9-CE03-980F-BF24-0981FFFF7110}"/>
          </ac:spMkLst>
        </pc:spChg>
        <pc:spChg chg="add mod">
          <ac:chgData name="Macher, Andreas (DI FA CTR PLC PPM)" userId="f1dcac62-7bef-43eb-91f0-927336a1714f" providerId="ADAL" clId="{42A619FA-2A58-4939-A31C-66F034B72B9C}" dt="2022-11-25T15:07:16.966" v="3649" actId="1076"/>
          <ac:spMkLst>
            <pc:docMk/>
            <pc:sldMk cId="3758560682" sldId="9792"/>
            <ac:spMk id="4" creationId="{8AEC199F-A444-5EBB-49A1-49E05E1DAECE}"/>
          </ac:spMkLst>
        </pc:spChg>
        <pc:spChg chg="add mod">
          <ac:chgData name="Macher, Andreas (DI FA CTR PLC PPM)" userId="f1dcac62-7bef-43eb-91f0-927336a1714f" providerId="ADAL" clId="{42A619FA-2A58-4939-A31C-66F034B72B9C}" dt="2022-11-25T15:06:24.892" v="3639" actId="164"/>
          <ac:spMkLst>
            <pc:docMk/>
            <pc:sldMk cId="3758560682" sldId="9792"/>
            <ac:spMk id="6" creationId="{687F0138-70E8-A320-DEB3-168B37576192}"/>
          </ac:spMkLst>
        </pc:spChg>
        <pc:spChg chg="add mod">
          <ac:chgData name="Macher, Andreas (DI FA CTR PLC PPM)" userId="f1dcac62-7bef-43eb-91f0-927336a1714f" providerId="ADAL" clId="{42A619FA-2A58-4939-A31C-66F034B72B9C}" dt="2022-11-25T15:06:24.892" v="3639" actId="164"/>
          <ac:spMkLst>
            <pc:docMk/>
            <pc:sldMk cId="3758560682" sldId="9792"/>
            <ac:spMk id="7" creationId="{C4F6EF2D-2CCC-B47B-4457-0CBFB8DA0C8E}"/>
          </ac:spMkLst>
        </pc:spChg>
        <pc:spChg chg="mod">
          <ac:chgData name="Macher, Andreas (DI FA CTR PLC PPM)" userId="f1dcac62-7bef-43eb-91f0-927336a1714f" providerId="ADAL" clId="{42A619FA-2A58-4939-A31C-66F034B72B9C}" dt="2022-11-25T15:06:29.914" v="3640"/>
          <ac:spMkLst>
            <pc:docMk/>
            <pc:sldMk cId="3758560682" sldId="9792"/>
            <ac:spMk id="10" creationId="{DC91F31B-D5AF-BB3E-4885-C60314C85AFC}"/>
          </ac:spMkLst>
        </pc:spChg>
        <pc:spChg chg="mod">
          <ac:chgData name="Macher, Andreas (DI FA CTR PLC PPM)" userId="f1dcac62-7bef-43eb-91f0-927336a1714f" providerId="ADAL" clId="{42A619FA-2A58-4939-A31C-66F034B72B9C}" dt="2022-11-25T15:06:29.914" v="3640"/>
          <ac:spMkLst>
            <pc:docMk/>
            <pc:sldMk cId="3758560682" sldId="9792"/>
            <ac:spMk id="11" creationId="{005C3432-2B31-85B0-3848-DAC312455F0B}"/>
          </ac:spMkLst>
        </pc:spChg>
        <pc:spChg chg="mod ord">
          <ac:chgData name="Macher, Andreas (DI FA CTR PLC PPM)" userId="f1dcac62-7bef-43eb-91f0-927336a1714f" providerId="ADAL" clId="{42A619FA-2A58-4939-A31C-66F034B72B9C}" dt="2022-11-17T11:54:04.417" v="2121" actId="207"/>
          <ac:spMkLst>
            <pc:docMk/>
            <pc:sldMk cId="3758560682" sldId="9792"/>
            <ac:spMk id="12" creationId="{AF564EC5-ED64-4093-9F3D-79901D7E9A45}"/>
          </ac:spMkLst>
        </pc:spChg>
        <pc:spChg chg="mod">
          <ac:chgData name="Macher, Andreas (DI FA CTR PLC PPM)" userId="f1dcac62-7bef-43eb-91f0-927336a1714f" providerId="ADAL" clId="{42A619FA-2A58-4939-A31C-66F034B72B9C}" dt="2022-11-25T15:06:35.736" v="3642"/>
          <ac:spMkLst>
            <pc:docMk/>
            <pc:sldMk cId="3758560682" sldId="9792"/>
            <ac:spMk id="14" creationId="{ABADDEC9-B05D-6710-CEC8-DF1B8BC37912}"/>
          </ac:spMkLst>
        </pc:spChg>
        <pc:spChg chg="mod">
          <ac:chgData name="Macher, Andreas (DI FA CTR PLC PPM)" userId="f1dcac62-7bef-43eb-91f0-927336a1714f" providerId="ADAL" clId="{42A619FA-2A58-4939-A31C-66F034B72B9C}" dt="2022-11-25T15:06:35.736" v="3642"/>
          <ac:spMkLst>
            <pc:docMk/>
            <pc:sldMk cId="3758560682" sldId="9792"/>
            <ac:spMk id="15" creationId="{B3DAC6FA-250A-8075-31DE-ABD4A999AE1B}"/>
          </ac:spMkLst>
        </pc:spChg>
        <pc:spChg chg="mod">
          <ac:chgData name="Macher, Andreas (DI FA CTR PLC PPM)" userId="f1dcac62-7bef-43eb-91f0-927336a1714f" providerId="ADAL" clId="{42A619FA-2A58-4939-A31C-66F034B72B9C}" dt="2022-11-25T15:06:47.647" v="3645"/>
          <ac:spMkLst>
            <pc:docMk/>
            <pc:sldMk cId="3758560682" sldId="9792"/>
            <ac:spMk id="17" creationId="{531C7800-6B3A-0231-878F-9B121B6448BB}"/>
          </ac:spMkLst>
        </pc:spChg>
        <pc:spChg chg="mod">
          <ac:chgData name="Macher, Andreas (DI FA CTR PLC PPM)" userId="f1dcac62-7bef-43eb-91f0-927336a1714f" providerId="ADAL" clId="{42A619FA-2A58-4939-A31C-66F034B72B9C}" dt="2022-11-25T15:07:20.990" v="3650" actId="1076"/>
          <ac:spMkLst>
            <pc:docMk/>
            <pc:sldMk cId="3758560682" sldId="9792"/>
            <ac:spMk id="18" creationId="{F0A09DC0-D736-E7C0-B8B0-BD5D0DEA17D5}"/>
          </ac:spMkLst>
        </pc:spChg>
        <pc:spChg chg="mod">
          <ac:chgData name="Macher, Andreas (DI FA CTR PLC PPM)" userId="f1dcac62-7bef-43eb-91f0-927336a1714f" providerId="ADAL" clId="{42A619FA-2A58-4939-A31C-66F034B72B9C}" dt="2022-11-25T15:07:36.778" v="3654"/>
          <ac:spMkLst>
            <pc:docMk/>
            <pc:sldMk cId="3758560682" sldId="9792"/>
            <ac:spMk id="20" creationId="{98165509-7F53-CE71-667E-BECBD01BB624}"/>
          </ac:spMkLst>
        </pc:spChg>
        <pc:spChg chg="mod">
          <ac:chgData name="Macher, Andreas (DI FA CTR PLC PPM)" userId="f1dcac62-7bef-43eb-91f0-927336a1714f" providerId="ADAL" clId="{42A619FA-2A58-4939-A31C-66F034B72B9C}" dt="2022-11-25T15:07:42.643" v="3656" actId="20577"/>
          <ac:spMkLst>
            <pc:docMk/>
            <pc:sldMk cId="3758560682" sldId="9792"/>
            <ac:spMk id="21" creationId="{A1DEBC22-27E7-C718-D03B-BA4EFACA7CF4}"/>
          </ac:spMkLst>
        </pc:spChg>
        <pc:spChg chg="mod">
          <ac:chgData name="Macher, Andreas (DI FA CTR PLC PPM)" userId="f1dcac62-7bef-43eb-91f0-927336a1714f" providerId="ADAL" clId="{42A619FA-2A58-4939-A31C-66F034B72B9C}" dt="2022-11-25T15:07:44.159" v="3657"/>
          <ac:spMkLst>
            <pc:docMk/>
            <pc:sldMk cId="3758560682" sldId="9792"/>
            <ac:spMk id="23" creationId="{806C7FA0-A962-437E-11EB-6387123B40BA}"/>
          </ac:spMkLst>
        </pc:spChg>
        <pc:spChg chg="mod">
          <ac:chgData name="Macher, Andreas (DI FA CTR PLC PPM)" userId="f1dcac62-7bef-43eb-91f0-927336a1714f" providerId="ADAL" clId="{42A619FA-2A58-4939-A31C-66F034B72B9C}" dt="2022-11-25T15:07:49.897" v="3659" actId="20577"/>
          <ac:spMkLst>
            <pc:docMk/>
            <pc:sldMk cId="3758560682" sldId="9792"/>
            <ac:spMk id="24" creationId="{28C64ED3-AD86-7F2E-13CA-530F80D3A8BB}"/>
          </ac:spMkLst>
        </pc:spChg>
        <pc:spChg chg="mod">
          <ac:chgData name="Macher, Andreas (DI FA CTR PLC PPM)" userId="f1dcac62-7bef-43eb-91f0-927336a1714f" providerId="ADAL" clId="{42A619FA-2A58-4939-A31C-66F034B72B9C}" dt="2022-11-25T15:07:54.509" v="3660"/>
          <ac:spMkLst>
            <pc:docMk/>
            <pc:sldMk cId="3758560682" sldId="9792"/>
            <ac:spMk id="26" creationId="{544C05EB-B45E-BE53-DF6B-B2A3365B140E}"/>
          </ac:spMkLst>
        </pc:spChg>
        <pc:spChg chg="mod">
          <ac:chgData name="Macher, Andreas (DI FA CTR PLC PPM)" userId="f1dcac62-7bef-43eb-91f0-927336a1714f" providerId="ADAL" clId="{42A619FA-2A58-4939-A31C-66F034B72B9C}" dt="2022-11-25T15:07:54.509" v="3660"/>
          <ac:spMkLst>
            <pc:docMk/>
            <pc:sldMk cId="3758560682" sldId="9792"/>
            <ac:spMk id="27" creationId="{5D4C4FB0-7DEB-E6D3-E82D-BBAA9998B234}"/>
          </ac:spMkLst>
        </pc:spChg>
        <pc:spChg chg="mod">
          <ac:chgData name="Macher, Andreas (DI FA CTR PLC PPM)" userId="f1dcac62-7bef-43eb-91f0-927336a1714f" providerId="ADAL" clId="{42A619FA-2A58-4939-A31C-66F034B72B9C}" dt="2022-11-25T15:08:00.586" v="3662"/>
          <ac:spMkLst>
            <pc:docMk/>
            <pc:sldMk cId="3758560682" sldId="9792"/>
            <ac:spMk id="29" creationId="{B947497F-1F32-0D37-8878-8748BC2F8F79}"/>
          </ac:spMkLst>
        </pc:spChg>
        <pc:spChg chg="mod">
          <ac:chgData name="Macher, Andreas (DI FA CTR PLC PPM)" userId="f1dcac62-7bef-43eb-91f0-927336a1714f" providerId="ADAL" clId="{42A619FA-2A58-4939-A31C-66F034B72B9C}" dt="2022-11-25T15:08:00.586" v="3662"/>
          <ac:spMkLst>
            <pc:docMk/>
            <pc:sldMk cId="3758560682" sldId="9792"/>
            <ac:spMk id="30" creationId="{7923B63B-E708-EDD6-0841-BDC074C4F45B}"/>
          </ac:spMkLst>
        </pc:spChg>
        <pc:spChg chg="mod">
          <ac:chgData name="Macher, Andreas (DI FA CTR PLC PPM)" userId="f1dcac62-7bef-43eb-91f0-927336a1714f" providerId="ADAL" clId="{42A619FA-2A58-4939-A31C-66F034B72B9C}" dt="2022-11-25T15:08:08.450" v="3664"/>
          <ac:spMkLst>
            <pc:docMk/>
            <pc:sldMk cId="3758560682" sldId="9792"/>
            <ac:spMk id="66" creationId="{5373260B-1173-9DC0-6618-27FE800568BB}"/>
          </ac:spMkLst>
        </pc:spChg>
        <pc:spChg chg="mod">
          <ac:chgData name="Macher, Andreas (DI FA CTR PLC PPM)" userId="f1dcac62-7bef-43eb-91f0-927336a1714f" providerId="ADAL" clId="{42A619FA-2A58-4939-A31C-66F034B72B9C}" dt="2022-11-25T15:08:16.960" v="3666" actId="20577"/>
          <ac:spMkLst>
            <pc:docMk/>
            <pc:sldMk cId="3758560682" sldId="9792"/>
            <ac:spMk id="67" creationId="{57004991-27E4-648B-66C7-75EAA6CC3DE2}"/>
          </ac:spMkLst>
        </pc:spChg>
        <pc:spChg chg="mod">
          <ac:chgData name="Macher, Andreas (DI FA CTR PLC PPM)" userId="f1dcac62-7bef-43eb-91f0-927336a1714f" providerId="ADAL" clId="{42A619FA-2A58-4939-A31C-66F034B72B9C}" dt="2022-11-25T15:08:21.232" v="3667"/>
          <ac:spMkLst>
            <pc:docMk/>
            <pc:sldMk cId="3758560682" sldId="9792"/>
            <ac:spMk id="69" creationId="{736E97A3-EBA6-5294-CECB-51F994E43833}"/>
          </ac:spMkLst>
        </pc:spChg>
        <pc:spChg chg="mod">
          <ac:chgData name="Macher, Andreas (DI FA CTR PLC PPM)" userId="f1dcac62-7bef-43eb-91f0-927336a1714f" providerId="ADAL" clId="{42A619FA-2A58-4939-A31C-66F034B72B9C}" dt="2022-11-25T15:08:21.232" v="3667"/>
          <ac:spMkLst>
            <pc:docMk/>
            <pc:sldMk cId="3758560682" sldId="9792"/>
            <ac:spMk id="70" creationId="{134AB808-B032-5A40-B525-01817E651495}"/>
          </ac:spMkLst>
        </pc:spChg>
        <pc:spChg chg="mod">
          <ac:chgData name="Macher, Andreas (DI FA CTR PLC PPM)" userId="f1dcac62-7bef-43eb-91f0-927336a1714f" providerId="ADAL" clId="{42A619FA-2A58-4939-A31C-66F034B72B9C}" dt="2022-11-25T15:08:27.423" v="3669"/>
          <ac:spMkLst>
            <pc:docMk/>
            <pc:sldMk cId="3758560682" sldId="9792"/>
            <ac:spMk id="72" creationId="{E330B94D-BA70-6FA5-214B-B7A52353BB15}"/>
          </ac:spMkLst>
        </pc:spChg>
        <pc:spChg chg="mod">
          <ac:chgData name="Macher, Andreas (DI FA CTR PLC PPM)" userId="f1dcac62-7bef-43eb-91f0-927336a1714f" providerId="ADAL" clId="{42A619FA-2A58-4939-A31C-66F034B72B9C}" dt="2022-11-25T15:08:34.632" v="3671" actId="20577"/>
          <ac:spMkLst>
            <pc:docMk/>
            <pc:sldMk cId="3758560682" sldId="9792"/>
            <ac:spMk id="73" creationId="{FB1D3680-BBFD-3596-6388-1624C92530A7}"/>
          </ac:spMkLst>
        </pc:spChg>
        <pc:spChg chg="mod">
          <ac:chgData name="Macher, Andreas (DI FA CTR PLC PPM)" userId="f1dcac62-7bef-43eb-91f0-927336a1714f" providerId="ADAL" clId="{42A619FA-2A58-4939-A31C-66F034B72B9C}" dt="2022-11-25T15:08:39.160" v="3672"/>
          <ac:spMkLst>
            <pc:docMk/>
            <pc:sldMk cId="3758560682" sldId="9792"/>
            <ac:spMk id="75" creationId="{BF4FE757-456E-12F4-8E15-F5D797AC2880}"/>
          </ac:spMkLst>
        </pc:spChg>
        <pc:spChg chg="mod">
          <ac:chgData name="Macher, Andreas (DI FA CTR PLC PPM)" userId="f1dcac62-7bef-43eb-91f0-927336a1714f" providerId="ADAL" clId="{42A619FA-2A58-4939-A31C-66F034B72B9C}" dt="2022-11-25T15:08:39.160" v="3672"/>
          <ac:spMkLst>
            <pc:docMk/>
            <pc:sldMk cId="3758560682" sldId="9792"/>
            <ac:spMk id="76" creationId="{654F4A42-459C-AD86-AF42-71EF3B805D6B}"/>
          </ac:spMkLst>
        </pc:spChg>
        <pc:spChg chg="mod">
          <ac:chgData name="Macher, Andreas (DI FA CTR PLC PPM)" userId="f1dcac62-7bef-43eb-91f0-927336a1714f" providerId="ADAL" clId="{42A619FA-2A58-4939-A31C-66F034B72B9C}" dt="2022-11-25T15:09:02.301" v="3674"/>
          <ac:spMkLst>
            <pc:docMk/>
            <pc:sldMk cId="3758560682" sldId="9792"/>
            <ac:spMk id="78" creationId="{0EFEA951-0CA2-1DBD-FD3B-B3636124131B}"/>
          </ac:spMkLst>
        </pc:spChg>
        <pc:spChg chg="mod">
          <ac:chgData name="Macher, Andreas (DI FA CTR PLC PPM)" userId="f1dcac62-7bef-43eb-91f0-927336a1714f" providerId="ADAL" clId="{42A619FA-2A58-4939-A31C-66F034B72B9C}" dt="2022-11-25T15:09:02.301" v="3674"/>
          <ac:spMkLst>
            <pc:docMk/>
            <pc:sldMk cId="3758560682" sldId="9792"/>
            <ac:spMk id="79" creationId="{B29FE29F-1752-5C3D-32D7-32DBE9D8B5D5}"/>
          </ac:spMkLst>
        </pc:spChg>
        <pc:grpChg chg="add mod">
          <ac:chgData name="Macher, Andreas (DI FA CTR PLC PPM)" userId="f1dcac62-7bef-43eb-91f0-927336a1714f" providerId="ADAL" clId="{42A619FA-2A58-4939-A31C-66F034B72B9C}" dt="2022-11-25T15:06:45.290" v="3644" actId="1076"/>
          <ac:grpSpMkLst>
            <pc:docMk/>
            <pc:sldMk cId="3758560682" sldId="9792"/>
            <ac:grpSpMk id="8" creationId="{DDD7DE59-F5BC-DB41-7799-3051F415AF82}"/>
          </ac:grpSpMkLst>
        </pc:grpChg>
        <pc:grpChg chg="add mod">
          <ac:chgData name="Macher, Andreas (DI FA CTR PLC PPM)" userId="f1dcac62-7bef-43eb-91f0-927336a1714f" providerId="ADAL" clId="{42A619FA-2A58-4939-A31C-66F034B72B9C}" dt="2022-11-25T15:07:35.480" v="3653" actId="1076"/>
          <ac:grpSpMkLst>
            <pc:docMk/>
            <pc:sldMk cId="3758560682" sldId="9792"/>
            <ac:grpSpMk id="9" creationId="{B91281CE-C13E-7E87-9DE1-14C2B0BB5416}"/>
          </ac:grpSpMkLst>
        </pc:grpChg>
        <pc:grpChg chg="add mod">
          <ac:chgData name="Macher, Andreas (DI FA CTR PLC PPM)" userId="f1dcac62-7bef-43eb-91f0-927336a1714f" providerId="ADAL" clId="{42A619FA-2A58-4939-A31C-66F034B72B9C}" dt="2022-11-25T15:06:39.612" v="3643" actId="1076"/>
          <ac:grpSpMkLst>
            <pc:docMk/>
            <pc:sldMk cId="3758560682" sldId="9792"/>
            <ac:grpSpMk id="13" creationId="{DE070728-236A-6B70-AC11-55701FDD16C4}"/>
          </ac:grpSpMkLst>
        </pc:grpChg>
        <pc:grpChg chg="add del mod">
          <ac:chgData name="Macher, Andreas (DI FA CTR PLC PPM)" userId="f1dcac62-7bef-43eb-91f0-927336a1714f" providerId="ADAL" clId="{42A619FA-2A58-4939-A31C-66F034B72B9C}" dt="2022-11-25T15:07:29.932" v="3652" actId="478"/>
          <ac:grpSpMkLst>
            <pc:docMk/>
            <pc:sldMk cId="3758560682" sldId="9792"/>
            <ac:grpSpMk id="16" creationId="{1B131F01-2BC8-6D9A-10BD-EB7E92048567}"/>
          </ac:grpSpMkLst>
        </pc:grpChg>
        <pc:grpChg chg="add mod">
          <ac:chgData name="Macher, Andreas (DI FA CTR PLC PPM)" userId="f1dcac62-7bef-43eb-91f0-927336a1714f" providerId="ADAL" clId="{42A619FA-2A58-4939-A31C-66F034B72B9C}" dt="2022-11-25T15:07:40.265" v="3655" actId="1076"/>
          <ac:grpSpMkLst>
            <pc:docMk/>
            <pc:sldMk cId="3758560682" sldId="9792"/>
            <ac:grpSpMk id="19" creationId="{CF2B0B48-A270-3EED-4F5B-63C9DE66C994}"/>
          </ac:grpSpMkLst>
        </pc:grpChg>
        <pc:grpChg chg="add mod">
          <ac:chgData name="Macher, Andreas (DI FA CTR PLC PPM)" userId="f1dcac62-7bef-43eb-91f0-927336a1714f" providerId="ADAL" clId="{42A619FA-2A58-4939-A31C-66F034B72B9C}" dt="2022-11-25T15:07:47.244" v="3658" actId="1076"/>
          <ac:grpSpMkLst>
            <pc:docMk/>
            <pc:sldMk cId="3758560682" sldId="9792"/>
            <ac:grpSpMk id="22" creationId="{EACA9F0C-A856-ADA1-5336-65814D02164F}"/>
          </ac:grpSpMkLst>
        </pc:grpChg>
        <pc:grpChg chg="add mod">
          <ac:chgData name="Macher, Andreas (DI FA CTR PLC PPM)" userId="f1dcac62-7bef-43eb-91f0-927336a1714f" providerId="ADAL" clId="{42A619FA-2A58-4939-A31C-66F034B72B9C}" dt="2022-11-25T15:07:59.781" v="3661" actId="1076"/>
          <ac:grpSpMkLst>
            <pc:docMk/>
            <pc:sldMk cId="3758560682" sldId="9792"/>
            <ac:grpSpMk id="25" creationId="{A048130D-BEEC-5106-84BA-5DEBC1A0F968}"/>
          </ac:grpSpMkLst>
        </pc:grpChg>
        <pc:grpChg chg="add mod">
          <ac:chgData name="Macher, Andreas (DI FA CTR PLC PPM)" userId="f1dcac62-7bef-43eb-91f0-927336a1714f" providerId="ADAL" clId="{42A619FA-2A58-4939-A31C-66F034B72B9C}" dt="2022-11-25T15:08:06.496" v="3663" actId="1076"/>
          <ac:grpSpMkLst>
            <pc:docMk/>
            <pc:sldMk cId="3758560682" sldId="9792"/>
            <ac:grpSpMk id="28" creationId="{5E1B18CA-5CF5-F85C-8982-BCEC6ACE6FCB}"/>
          </ac:grpSpMkLst>
        </pc:grpChg>
        <pc:grpChg chg="add mod">
          <ac:chgData name="Macher, Andreas (DI FA CTR PLC PPM)" userId="f1dcac62-7bef-43eb-91f0-927336a1714f" providerId="ADAL" clId="{42A619FA-2A58-4939-A31C-66F034B72B9C}" dt="2022-11-25T15:08:14.747" v="3665" actId="1076"/>
          <ac:grpSpMkLst>
            <pc:docMk/>
            <pc:sldMk cId="3758560682" sldId="9792"/>
            <ac:grpSpMk id="31" creationId="{454821F9-ED32-648A-270F-0A3396EF75DA}"/>
          </ac:grpSpMkLst>
        </pc:grpChg>
        <pc:grpChg chg="add mod">
          <ac:chgData name="Macher, Andreas (DI FA CTR PLC PPM)" userId="f1dcac62-7bef-43eb-91f0-927336a1714f" providerId="ADAL" clId="{42A619FA-2A58-4939-A31C-66F034B72B9C}" dt="2022-11-25T15:08:24.321" v="3668" actId="1076"/>
          <ac:grpSpMkLst>
            <pc:docMk/>
            <pc:sldMk cId="3758560682" sldId="9792"/>
            <ac:grpSpMk id="68" creationId="{B7CBCAA1-84A9-C66E-0B6F-91C70344D012}"/>
          </ac:grpSpMkLst>
        </pc:grpChg>
        <pc:grpChg chg="add mod">
          <ac:chgData name="Macher, Andreas (DI FA CTR PLC PPM)" userId="f1dcac62-7bef-43eb-91f0-927336a1714f" providerId="ADAL" clId="{42A619FA-2A58-4939-A31C-66F034B72B9C}" dt="2022-11-25T15:08:31.355" v="3670" actId="1076"/>
          <ac:grpSpMkLst>
            <pc:docMk/>
            <pc:sldMk cId="3758560682" sldId="9792"/>
            <ac:grpSpMk id="71" creationId="{C45F68E2-E806-0ECE-3880-34674EA7F9D2}"/>
          </ac:grpSpMkLst>
        </pc:grpChg>
        <pc:grpChg chg="add mod">
          <ac:chgData name="Macher, Andreas (DI FA CTR PLC PPM)" userId="f1dcac62-7bef-43eb-91f0-927336a1714f" providerId="ADAL" clId="{42A619FA-2A58-4939-A31C-66F034B72B9C}" dt="2022-11-25T15:08:41.730" v="3673" actId="1076"/>
          <ac:grpSpMkLst>
            <pc:docMk/>
            <pc:sldMk cId="3758560682" sldId="9792"/>
            <ac:grpSpMk id="74" creationId="{4A74C4BE-FBCA-D994-9166-144FC0B9F686}"/>
          </ac:grpSpMkLst>
        </pc:grpChg>
        <pc:grpChg chg="add mod">
          <ac:chgData name="Macher, Andreas (DI FA CTR PLC PPM)" userId="f1dcac62-7bef-43eb-91f0-927336a1714f" providerId="ADAL" clId="{42A619FA-2A58-4939-A31C-66F034B72B9C}" dt="2022-11-25T15:09:07.728" v="3675" actId="1076"/>
          <ac:grpSpMkLst>
            <pc:docMk/>
            <pc:sldMk cId="3758560682" sldId="9792"/>
            <ac:grpSpMk id="77" creationId="{72C0DC1C-1BCF-AC73-9E4B-EECF392870F0}"/>
          </ac:grpSpMkLst>
        </pc:grpChg>
        <pc:picChg chg="mod">
          <ac:chgData name="Macher, Andreas (DI FA CTR PLC PPM)" userId="f1dcac62-7bef-43eb-91f0-927336a1714f" providerId="ADAL" clId="{42A619FA-2A58-4939-A31C-66F034B72B9C}" dt="2022-11-25T15:04:12.099" v="3616" actId="1076"/>
          <ac:picMkLst>
            <pc:docMk/>
            <pc:sldMk cId="3758560682" sldId="9792"/>
            <ac:picMk id="5" creationId="{E26DA85F-7F76-171B-7F51-6CBED0D840A9}"/>
          </ac:picMkLst>
        </pc:picChg>
      </pc:sldChg>
      <pc:sldChg chg="modSp del mod chgLayout">
        <pc:chgData name="Macher, Andreas (DI FA CTR PLC PPM)" userId="f1dcac62-7bef-43eb-91f0-927336a1714f" providerId="ADAL" clId="{42A619FA-2A58-4939-A31C-66F034B72B9C}" dt="2022-11-25T17:39:40.699" v="7195" actId="47"/>
        <pc:sldMkLst>
          <pc:docMk/>
          <pc:sldMk cId="1710389102" sldId="9793"/>
        </pc:sldMkLst>
        <pc:spChg chg="mod ord">
          <ac:chgData name="Macher, Andreas (DI FA CTR PLC PPM)" userId="f1dcac62-7bef-43eb-91f0-927336a1714f" providerId="ADAL" clId="{42A619FA-2A58-4939-A31C-66F034B72B9C}" dt="2022-11-17T11:56:31.765" v="2140" actId="700"/>
          <ac:spMkLst>
            <pc:docMk/>
            <pc:sldMk cId="1710389102" sldId="9793"/>
            <ac:spMk id="2" creationId="{FC3625B7-6E71-4862-8687-E4ED1A58BD31}"/>
          </ac:spMkLst>
        </pc:spChg>
        <pc:spChg chg="mod ord">
          <ac:chgData name="Macher, Andreas (DI FA CTR PLC PPM)" userId="f1dcac62-7bef-43eb-91f0-927336a1714f" providerId="ADAL" clId="{42A619FA-2A58-4939-A31C-66F034B72B9C}" dt="2022-11-17T12:16:42.799" v="2303" actId="207"/>
          <ac:spMkLst>
            <pc:docMk/>
            <pc:sldMk cId="1710389102" sldId="9793"/>
            <ac:spMk id="12" creationId="{AF564EC5-ED64-4093-9F3D-79901D7E9A45}"/>
          </ac:spMkLst>
        </pc:spChg>
      </pc:sldChg>
      <pc:sldChg chg="addSp delSp modSp mod chgLayout">
        <pc:chgData name="Macher, Andreas (DI FA CTR PLC PPM)" userId="f1dcac62-7bef-43eb-91f0-927336a1714f" providerId="ADAL" clId="{42A619FA-2A58-4939-A31C-66F034B72B9C}" dt="2022-11-25T17:43:56.265" v="7286"/>
        <pc:sldMkLst>
          <pc:docMk/>
          <pc:sldMk cId="1874514011" sldId="9794"/>
        </pc:sldMkLst>
        <pc:spChg chg="mod ord">
          <ac:chgData name="Macher, Andreas (DI FA CTR PLC PPM)" userId="f1dcac62-7bef-43eb-91f0-927336a1714f" providerId="ADAL" clId="{42A619FA-2A58-4939-A31C-66F034B72B9C}" dt="2022-11-25T15:11:15.736" v="3706" actId="20577"/>
          <ac:spMkLst>
            <pc:docMk/>
            <pc:sldMk cId="1874514011" sldId="9794"/>
            <ac:spMk id="2" creationId="{A8020DF4-44C3-C6A0-CC50-8FF18BD3C396}"/>
          </ac:spMkLst>
        </pc:spChg>
        <pc:spChg chg="mod ord">
          <ac:chgData name="Macher, Andreas (DI FA CTR PLC PPM)" userId="f1dcac62-7bef-43eb-91f0-927336a1714f" providerId="ADAL" clId="{42A619FA-2A58-4939-A31C-66F034B72B9C}" dt="2022-11-25T17:43:56.265" v="7286"/>
          <ac:spMkLst>
            <pc:docMk/>
            <pc:sldMk cId="1874514011" sldId="9794"/>
            <ac:spMk id="3" creationId="{EA35394F-BBF4-C3EC-2FDE-B524DBA81B6B}"/>
          </ac:spMkLst>
        </pc:spChg>
        <pc:spChg chg="mod">
          <ac:chgData name="Macher, Andreas (DI FA CTR PLC PPM)" userId="f1dcac62-7bef-43eb-91f0-927336a1714f" providerId="ADAL" clId="{42A619FA-2A58-4939-A31C-66F034B72B9C}" dt="2022-11-25T15:09:38.532" v="3678"/>
          <ac:spMkLst>
            <pc:docMk/>
            <pc:sldMk cId="1874514011" sldId="9794"/>
            <ac:spMk id="7" creationId="{216053FE-B00E-F6A8-0624-900CD6BBE262}"/>
          </ac:spMkLst>
        </pc:spChg>
        <pc:spChg chg="mod">
          <ac:chgData name="Macher, Andreas (DI FA CTR PLC PPM)" userId="f1dcac62-7bef-43eb-91f0-927336a1714f" providerId="ADAL" clId="{42A619FA-2A58-4939-A31C-66F034B72B9C}" dt="2022-11-25T15:09:38.532" v="3678"/>
          <ac:spMkLst>
            <pc:docMk/>
            <pc:sldMk cId="1874514011" sldId="9794"/>
            <ac:spMk id="9" creationId="{C0ABDE72-366B-2BDF-3AFF-84F4D16EAF59}"/>
          </ac:spMkLst>
        </pc:spChg>
        <pc:spChg chg="mod">
          <ac:chgData name="Macher, Andreas (DI FA CTR PLC PPM)" userId="f1dcac62-7bef-43eb-91f0-927336a1714f" providerId="ADAL" clId="{42A619FA-2A58-4939-A31C-66F034B72B9C}" dt="2022-11-25T15:09:47.556" v="3680"/>
          <ac:spMkLst>
            <pc:docMk/>
            <pc:sldMk cId="1874514011" sldId="9794"/>
            <ac:spMk id="13" creationId="{B843A931-A0F0-6422-003E-631AA52E6CF2}"/>
          </ac:spMkLst>
        </pc:spChg>
        <pc:spChg chg="del mod">
          <ac:chgData name="Macher, Andreas (DI FA CTR PLC PPM)" userId="f1dcac62-7bef-43eb-91f0-927336a1714f" providerId="ADAL" clId="{42A619FA-2A58-4939-A31C-66F034B72B9C}" dt="2022-11-25T15:09:23.372" v="3677" actId="478"/>
          <ac:spMkLst>
            <pc:docMk/>
            <pc:sldMk cId="1874514011" sldId="9794"/>
            <ac:spMk id="15" creationId="{50249483-5BEF-4DBA-3BBC-A12ED5927A31}"/>
          </ac:spMkLst>
        </pc:spChg>
        <pc:spChg chg="mod">
          <ac:chgData name="Macher, Andreas (DI FA CTR PLC PPM)" userId="f1dcac62-7bef-43eb-91f0-927336a1714f" providerId="ADAL" clId="{42A619FA-2A58-4939-A31C-66F034B72B9C}" dt="2022-11-25T15:09:47.556" v="3680"/>
          <ac:spMkLst>
            <pc:docMk/>
            <pc:sldMk cId="1874514011" sldId="9794"/>
            <ac:spMk id="16" creationId="{33D64473-0C9F-0DC3-C5FD-AE2508245C29}"/>
          </ac:spMkLst>
        </pc:spChg>
        <pc:grpChg chg="add mod">
          <ac:chgData name="Macher, Andreas (DI FA CTR PLC PPM)" userId="f1dcac62-7bef-43eb-91f0-927336a1714f" providerId="ADAL" clId="{42A619FA-2A58-4939-A31C-66F034B72B9C}" dt="2022-11-25T15:10:13.808" v="3684" actId="1076"/>
          <ac:grpSpMkLst>
            <pc:docMk/>
            <pc:sldMk cId="1874514011" sldId="9794"/>
            <ac:grpSpMk id="5" creationId="{C1D3EAB6-E06F-9233-21CB-A42ABC6B518C}"/>
          </ac:grpSpMkLst>
        </pc:grpChg>
        <pc:grpChg chg="add mod">
          <ac:chgData name="Macher, Andreas (DI FA CTR PLC PPM)" userId="f1dcac62-7bef-43eb-91f0-927336a1714f" providerId="ADAL" clId="{42A619FA-2A58-4939-A31C-66F034B72B9C}" dt="2022-11-25T15:09:51.130" v="3681" actId="1076"/>
          <ac:grpSpMkLst>
            <pc:docMk/>
            <pc:sldMk cId="1874514011" sldId="9794"/>
            <ac:grpSpMk id="11" creationId="{CC881835-4B34-0BC0-1FD8-222FF85EA2BD}"/>
          </ac:grpSpMkLst>
        </pc:grpChg>
        <pc:graphicFrameChg chg="mod modGraphic">
          <ac:chgData name="Macher, Andreas (DI FA CTR PLC PPM)" userId="f1dcac62-7bef-43eb-91f0-927336a1714f" providerId="ADAL" clId="{42A619FA-2A58-4939-A31C-66F034B72B9C}" dt="2022-11-25T15:15:04.017" v="3791" actId="14734"/>
          <ac:graphicFrameMkLst>
            <pc:docMk/>
            <pc:sldMk cId="1874514011" sldId="9794"/>
            <ac:graphicFrameMk id="6" creationId="{1F15B0CB-7857-C0C6-44E8-EB638917087F}"/>
          </ac:graphicFrameMkLst>
        </pc:graphicFrameChg>
        <pc:picChg chg="del mod">
          <ac:chgData name="Macher, Andreas (DI FA CTR PLC PPM)" userId="f1dcac62-7bef-43eb-91f0-927336a1714f" providerId="ADAL" clId="{42A619FA-2A58-4939-A31C-66F034B72B9C}" dt="2022-11-25T15:09:16.602" v="3676" actId="478"/>
          <ac:picMkLst>
            <pc:docMk/>
            <pc:sldMk cId="1874514011" sldId="9794"/>
            <ac:picMk id="8" creationId="{F8422E2D-9D45-A189-F18E-D6EF38CBFDB1}"/>
          </ac:picMkLst>
        </pc:picChg>
        <pc:picChg chg="mod">
          <ac:chgData name="Macher, Andreas (DI FA CTR PLC PPM)" userId="f1dcac62-7bef-43eb-91f0-927336a1714f" providerId="ADAL" clId="{42A619FA-2A58-4939-A31C-66F034B72B9C}" dt="2022-11-25T15:13:00.186" v="3757" actId="1076"/>
          <ac:picMkLst>
            <pc:docMk/>
            <pc:sldMk cId="1874514011" sldId="9794"/>
            <ac:picMk id="10" creationId="{213F1C69-D54A-18C8-8BEE-F5DCA5DFAA4B}"/>
          </ac:picMkLst>
        </pc:picChg>
        <pc:picChg chg="mod">
          <ac:chgData name="Macher, Andreas (DI FA CTR PLC PPM)" userId="f1dcac62-7bef-43eb-91f0-927336a1714f" providerId="ADAL" clId="{42A619FA-2A58-4939-A31C-66F034B72B9C}" dt="2022-11-25T15:10:13.808" v="3684" actId="1076"/>
          <ac:picMkLst>
            <pc:docMk/>
            <pc:sldMk cId="1874514011" sldId="9794"/>
            <ac:picMk id="14" creationId="{B1785B5D-616B-B680-8F39-DCB6DA439257}"/>
          </ac:picMkLst>
        </pc:picChg>
        <pc:cxnChg chg="add mod">
          <ac:chgData name="Macher, Andreas (DI FA CTR PLC PPM)" userId="f1dcac62-7bef-43eb-91f0-927336a1714f" providerId="ADAL" clId="{42A619FA-2A58-4939-A31C-66F034B72B9C}" dt="2022-11-25T15:12:48.590" v="3754" actId="692"/>
          <ac:cxnSpMkLst>
            <pc:docMk/>
            <pc:sldMk cId="1874514011" sldId="9794"/>
            <ac:cxnSpMk id="18" creationId="{DDA4B59B-20B6-18D8-3620-3747CB3B5879}"/>
          </ac:cxnSpMkLst>
        </pc:cxnChg>
        <pc:cxnChg chg="add mod">
          <ac:chgData name="Macher, Andreas (DI FA CTR PLC PPM)" userId="f1dcac62-7bef-43eb-91f0-927336a1714f" providerId="ADAL" clId="{42A619FA-2A58-4939-A31C-66F034B72B9C}" dt="2022-11-25T15:12:48.590" v="3754" actId="692"/>
          <ac:cxnSpMkLst>
            <pc:docMk/>
            <pc:sldMk cId="1874514011" sldId="9794"/>
            <ac:cxnSpMk id="19" creationId="{34CDA6BE-F048-478C-03D2-70510E37153D}"/>
          </ac:cxnSpMkLst>
        </pc:cxnChg>
        <pc:cxnChg chg="add mod">
          <ac:chgData name="Macher, Andreas (DI FA CTR PLC PPM)" userId="f1dcac62-7bef-43eb-91f0-927336a1714f" providerId="ADAL" clId="{42A619FA-2A58-4939-A31C-66F034B72B9C}" dt="2022-11-25T15:13:04.391" v="3759" actId="14100"/>
          <ac:cxnSpMkLst>
            <pc:docMk/>
            <pc:sldMk cId="1874514011" sldId="9794"/>
            <ac:cxnSpMk id="22" creationId="{7D857040-812F-D17A-F48B-DC4256345828}"/>
          </ac:cxnSpMkLst>
        </pc:cxnChg>
      </pc:sldChg>
      <pc:sldChg chg="addSp delSp modSp mod chgLayout">
        <pc:chgData name="Macher, Andreas (DI FA CTR PLC PPM)" userId="f1dcac62-7bef-43eb-91f0-927336a1714f" providerId="ADAL" clId="{42A619FA-2A58-4939-A31C-66F034B72B9C}" dt="2022-11-25T17:43:56.265" v="7286"/>
        <pc:sldMkLst>
          <pc:docMk/>
          <pc:sldMk cId="1354691719" sldId="9795"/>
        </pc:sldMkLst>
        <pc:spChg chg="mod ord">
          <ac:chgData name="Macher, Andreas (DI FA CTR PLC PPM)" userId="f1dcac62-7bef-43eb-91f0-927336a1714f" providerId="ADAL" clId="{42A619FA-2A58-4939-A31C-66F034B72B9C}" dt="2022-11-17T11:55:42.890" v="2135" actId="113"/>
          <ac:spMkLst>
            <pc:docMk/>
            <pc:sldMk cId="1354691719" sldId="9795"/>
            <ac:spMk id="2" creationId="{7987EFCA-DAA4-BA74-2708-F825BEB56106}"/>
          </ac:spMkLst>
        </pc:spChg>
        <pc:spChg chg="mod ord">
          <ac:chgData name="Macher, Andreas (DI FA CTR PLC PPM)" userId="f1dcac62-7bef-43eb-91f0-927336a1714f" providerId="ADAL" clId="{42A619FA-2A58-4939-A31C-66F034B72B9C}" dt="2022-11-25T17:43:56.265" v="7286"/>
          <ac:spMkLst>
            <pc:docMk/>
            <pc:sldMk cId="1354691719" sldId="9795"/>
            <ac:spMk id="3" creationId="{1A1BE250-4CF4-2372-178D-F0F54EED63E7}"/>
          </ac:spMkLst>
        </pc:spChg>
        <pc:spChg chg="del">
          <ac:chgData name="Macher, Andreas (DI FA CTR PLC PPM)" userId="f1dcac62-7bef-43eb-91f0-927336a1714f" providerId="ADAL" clId="{42A619FA-2A58-4939-A31C-66F034B72B9C}" dt="2022-11-25T15:13:32.473" v="3762" actId="478"/>
          <ac:spMkLst>
            <pc:docMk/>
            <pc:sldMk cId="1354691719" sldId="9795"/>
            <ac:spMk id="5" creationId="{6C2DCDA5-424E-3CFA-6239-CA9C4BBF9D14}"/>
          </ac:spMkLst>
        </pc:spChg>
        <pc:spChg chg="mod">
          <ac:chgData name="Macher, Andreas (DI FA CTR PLC PPM)" userId="f1dcac62-7bef-43eb-91f0-927336a1714f" providerId="ADAL" clId="{42A619FA-2A58-4939-A31C-66F034B72B9C}" dt="2022-11-25T15:15:13.971" v="3793" actId="6549"/>
          <ac:spMkLst>
            <pc:docMk/>
            <pc:sldMk cId="1354691719" sldId="9795"/>
            <ac:spMk id="6" creationId="{462AD076-1955-5F70-DA87-81B269E9A690}"/>
          </ac:spMkLst>
        </pc:spChg>
        <pc:picChg chg="mod">
          <ac:chgData name="Macher, Andreas (DI FA CTR PLC PPM)" userId="f1dcac62-7bef-43eb-91f0-927336a1714f" providerId="ADAL" clId="{42A619FA-2A58-4939-A31C-66F034B72B9C}" dt="2022-11-25T15:13:18.475" v="3761" actId="1076"/>
          <ac:picMkLst>
            <pc:docMk/>
            <pc:sldMk cId="1354691719" sldId="9795"/>
            <ac:picMk id="7" creationId="{1A1277B3-82CA-4F4F-F7FD-2785049DCCAB}"/>
          </ac:picMkLst>
        </pc:picChg>
        <pc:picChg chg="add mod">
          <ac:chgData name="Macher, Andreas (DI FA CTR PLC PPM)" userId="f1dcac62-7bef-43eb-91f0-927336a1714f" providerId="ADAL" clId="{42A619FA-2A58-4939-A31C-66F034B72B9C}" dt="2022-11-25T15:15:39.770" v="3798" actId="14100"/>
          <ac:picMkLst>
            <pc:docMk/>
            <pc:sldMk cId="1354691719" sldId="9795"/>
            <ac:picMk id="8" creationId="{C735FDDC-01B9-C659-B8BE-C77552AA04F4}"/>
          </ac:picMkLst>
        </pc:picChg>
        <pc:picChg chg="add mod">
          <ac:chgData name="Macher, Andreas (DI FA CTR PLC PPM)" userId="f1dcac62-7bef-43eb-91f0-927336a1714f" providerId="ADAL" clId="{42A619FA-2A58-4939-A31C-66F034B72B9C}" dt="2022-11-25T15:16:03.862" v="3805" actId="14100"/>
          <ac:picMkLst>
            <pc:docMk/>
            <pc:sldMk cId="1354691719" sldId="9795"/>
            <ac:picMk id="9" creationId="{0BE9320E-BAE3-B4FA-DD5F-B0035302CD89}"/>
          </ac:picMkLst>
        </pc:picChg>
      </pc:sldChg>
      <pc:sldChg chg="modSp del mod chgLayout">
        <pc:chgData name="Macher, Andreas (DI FA CTR PLC PPM)" userId="f1dcac62-7bef-43eb-91f0-927336a1714f" providerId="ADAL" clId="{42A619FA-2A58-4939-A31C-66F034B72B9C}" dt="2022-11-25T17:26:44.420" v="6271" actId="47"/>
        <pc:sldMkLst>
          <pc:docMk/>
          <pc:sldMk cId="4221416400" sldId="9796"/>
        </pc:sldMkLst>
        <pc:spChg chg="mod ord">
          <ac:chgData name="Macher, Andreas (DI FA CTR PLC PPM)" userId="f1dcac62-7bef-43eb-91f0-927336a1714f" providerId="ADAL" clId="{42A619FA-2A58-4939-A31C-66F034B72B9C}" dt="2022-11-17T11:56:31.765" v="2140" actId="700"/>
          <ac:spMkLst>
            <pc:docMk/>
            <pc:sldMk cId="4221416400" sldId="9796"/>
            <ac:spMk id="2" creationId="{39903938-0C73-D655-B5B2-D4DFB94656D3}"/>
          </ac:spMkLst>
        </pc:spChg>
        <pc:spChg chg="mod ord">
          <ac:chgData name="Macher, Andreas (DI FA CTR PLC PPM)" userId="f1dcac62-7bef-43eb-91f0-927336a1714f" providerId="ADAL" clId="{42A619FA-2A58-4939-A31C-66F034B72B9C}" dt="2022-11-17T11:56:31.765" v="2140" actId="700"/>
          <ac:spMkLst>
            <pc:docMk/>
            <pc:sldMk cId="4221416400" sldId="9796"/>
            <ac:spMk id="3" creationId="{34330BFE-6BE6-2566-EFF7-B8EFCE525A6A}"/>
          </ac:spMkLst>
        </pc:spChg>
      </pc:sldChg>
      <pc:sldChg chg="addSp delSp modSp mod ord chgLayout">
        <pc:chgData name="Macher, Andreas (DI FA CTR PLC PPM)" userId="f1dcac62-7bef-43eb-91f0-927336a1714f" providerId="ADAL" clId="{42A619FA-2A58-4939-A31C-66F034B72B9C}" dt="2022-11-25T17:46:25.086" v="7321" actId="21"/>
        <pc:sldMkLst>
          <pc:docMk/>
          <pc:sldMk cId="3305163737" sldId="9797"/>
        </pc:sldMkLst>
        <pc:spChg chg="mod ord">
          <ac:chgData name="Macher, Andreas (DI FA CTR PLC PPM)" userId="f1dcac62-7bef-43eb-91f0-927336a1714f" providerId="ADAL" clId="{42A619FA-2A58-4939-A31C-66F034B72B9C}" dt="2022-11-25T17:29:43.785" v="6459" actId="113"/>
          <ac:spMkLst>
            <pc:docMk/>
            <pc:sldMk cId="3305163737" sldId="9797"/>
            <ac:spMk id="2" creationId="{39903938-0C73-D655-B5B2-D4DFB94656D3}"/>
          </ac:spMkLst>
        </pc:spChg>
        <pc:spChg chg="mod ord">
          <ac:chgData name="Macher, Andreas (DI FA CTR PLC PPM)" userId="f1dcac62-7bef-43eb-91f0-927336a1714f" providerId="ADAL" clId="{42A619FA-2A58-4939-A31C-66F034B72B9C}" dt="2022-11-25T17:43:56.265" v="7286"/>
          <ac:spMkLst>
            <pc:docMk/>
            <pc:sldMk cId="3305163737" sldId="9797"/>
            <ac:spMk id="3" creationId="{34330BFE-6BE6-2566-EFF7-B8EFCE525A6A}"/>
          </ac:spMkLst>
        </pc:spChg>
        <pc:spChg chg="add mod">
          <ac:chgData name="Macher, Andreas (DI FA CTR PLC PPM)" userId="f1dcac62-7bef-43eb-91f0-927336a1714f" providerId="ADAL" clId="{42A619FA-2A58-4939-A31C-66F034B72B9C}" dt="2022-11-25T17:34:16.037" v="6816" actId="1076"/>
          <ac:spMkLst>
            <pc:docMk/>
            <pc:sldMk cId="3305163737" sldId="9797"/>
            <ac:spMk id="11" creationId="{0067F2F2-EC9B-EEB1-0EB7-6466BF759D5E}"/>
          </ac:spMkLst>
        </pc:spChg>
        <pc:spChg chg="add del">
          <ac:chgData name="Macher, Andreas (DI FA CTR PLC PPM)" userId="f1dcac62-7bef-43eb-91f0-927336a1714f" providerId="ADAL" clId="{42A619FA-2A58-4939-A31C-66F034B72B9C}" dt="2022-11-25T17:36:30.533" v="7096" actId="21"/>
          <ac:spMkLst>
            <pc:docMk/>
            <pc:sldMk cId="3305163737" sldId="9797"/>
            <ac:spMk id="12" creationId="{04FAB103-0AE5-E438-9464-9086F8BA122D}"/>
          </ac:spMkLst>
        </pc:spChg>
        <pc:spChg chg="add mod ord">
          <ac:chgData name="Macher, Andreas (DI FA CTR PLC PPM)" userId="f1dcac62-7bef-43eb-91f0-927336a1714f" providerId="ADAL" clId="{42A619FA-2A58-4939-A31C-66F034B72B9C}" dt="2022-11-25T17:45:59.967" v="7308" actId="207"/>
          <ac:spMkLst>
            <pc:docMk/>
            <pc:sldMk cId="3305163737" sldId="9797"/>
            <ac:spMk id="13" creationId="{0E9194E7-79BA-7D4B-A115-4164A3FEBC9D}"/>
          </ac:spMkLst>
        </pc:spChg>
        <pc:spChg chg="add del mod">
          <ac:chgData name="Macher, Andreas (DI FA CTR PLC PPM)" userId="f1dcac62-7bef-43eb-91f0-927336a1714f" providerId="ADAL" clId="{42A619FA-2A58-4939-A31C-66F034B72B9C}" dt="2022-11-25T17:46:25.086" v="7321" actId="21"/>
          <ac:spMkLst>
            <pc:docMk/>
            <pc:sldMk cId="3305163737" sldId="9797"/>
            <ac:spMk id="14" creationId="{AFAA664B-C840-9D95-A548-D7B7F06EE291}"/>
          </ac:spMkLst>
        </pc:spChg>
        <pc:picChg chg="add del mod">
          <ac:chgData name="Macher, Andreas (DI FA CTR PLC PPM)" userId="f1dcac62-7bef-43eb-91f0-927336a1714f" providerId="ADAL" clId="{42A619FA-2A58-4939-A31C-66F034B72B9C}" dt="2022-11-25T17:27:57.475" v="6313" actId="478"/>
          <ac:picMkLst>
            <pc:docMk/>
            <pc:sldMk cId="3305163737" sldId="9797"/>
            <ac:picMk id="6" creationId="{1A28F2AF-E903-CD92-EA1F-1810B45AC17F}"/>
          </ac:picMkLst>
        </pc:picChg>
        <pc:picChg chg="add del mod">
          <ac:chgData name="Macher, Andreas (DI FA CTR PLC PPM)" userId="f1dcac62-7bef-43eb-91f0-927336a1714f" providerId="ADAL" clId="{42A619FA-2A58-4939-A31C-66F034B72B9C}" dt="2022-11-25T17:29:47.824" v="6460" actId="478"/>
          <ac:picMkLst>
            <pc:docMk/>
            <pc:sldMk cId="3305163737" sldId="9797"/>
            <ac:picMk id="8" creationId="{5BF992AE-6C25-5B9D-F140-E645FF2E3DBA}"/>
          </ac:picMkLst>
        </pc:picChg>
        <pc:picChg chg="add mod">
          <ac:chgData name="Macher, Andreas (DI FA CTR PLC PPM)" userId="f1dcac62-7bef-43eb-91f0-927336a1714f" providerId="ADAL" clId="{42A619FA-2A58-4939-A31C-66F034B72B9C}" dt="2022-11-25T17:29:51.201" v="6461" actId="1076"/>
          <ac:picMkLst>
            <pc:docMk/>
            <pc:sldMk cId="3305163737" sldId="9797"/>
            <ac:picMk id="10" creationId="{F558DB4D-8CF3-D6AF-BB28-8A690D506FB0}"/>
          </ac:picMkLst>
        </pc:picChg>
      </pc:sldChg>
      <pc:sldChg chg="modSp del mod chgLayout">
        <pc:chgData name="Macher, Andreas (DI FA CTR PLC PPM)" userId="f1dcac62-7bef-43eb-91f0-927336a1714f" providerId="ADAL" clId="{42A619FA-2A58-4939-A31C-66F034B72B9C}" dt="2022-11-25T17:39:35.921" v="7194" actId="47"/>
        <pc:sldMkLst>
          <pc:docMk/>
          <pc:sldMk cId="1201775869" sldId="9798"/>
        </pc:sldMkLst>
        <pc:spChg chg="mod ord">
          <ac:chgData name="Macher, Andreas (DI FA CTR PLC PPM)" userId="f1dcac62-7bef-43eb-91f0-927336a1714f" providerId="ADAL" clId="{42A619FA-2A58-4939-A31C-66F034B72B9C}" dt="2022-11-17T11:56:31.765" v="2140" actId="700"/>
          <ac:spMkLst>
            <pc:docMk/>
            <pc:sldMk cId="1201775869" sldId="9798"/>
            <ac:spMk id="2" creationId="{39903938-0C73-D655-B5B2-D4DFB94656D3}"/>
          </ac:spMkLst>
        </pc:spChg>
        <pc:spChg chg="mod ord">
          <ac:chgData name="Macher, Andreas (DI FA CTR PLC PPM)" userId="f1dcac62-7bef-43eb-91f0-927336a1714f" providerId="ADAL" clId="{42A619FA-2A58-4939-A31C-66F034B72B9C}" dt="2022-11-17T11:56:31.765" v="2140" actId="700"/>
          <ac:spMkLst>
            <pc:docMk/>
            <pc:sldMk cId="1201775869" sldId="9798"/>
            <ac:spMk id="3" creationId="{34330BFE-6BE6-2566-EFF7-B8EFCE525A6A}"/>
          </ac:spMkLst>
        </pc:spChg>
      </pc:sldChg>
      <pc:sldChg chg="delSp modSp del mod chgLayout">
        <pc:chgData name="Macher, Andreas (DI FA CTR PLC PPM)" userId="f1dcac62-7bef-43eb-91f0-927336a1714f" providerId="ADAL" clId="{42A619FA-2A58-4939-A31C-66F034B72B9C}" dt="2022-11-25T15:16:15.344" v="3806" actId="47"/>
        <pc:sldMkLst>
          <pc:docMk/>
          <pc:sldMk cId="3816640865" sldId="9799"/>
        </pc:sldMkLst>
        <pc:spChg chg="mod ord">
          <ac:chgData name="Macher, Andreas (DI FA CTR PLC PPM)" userId="f1dcac62-7bef-43eb-91f0-927336a1714f" providerId="ADAL" clId="{42A619FA-2A58-4939-A31C-66F034B72B9C}" dt="2022-11-17T11:56:11.209" v="2139" actId="700"/>
          <ac:spMkLst>
            <pc:docMk/>
            <pc:sldMk cId="3816640865" sldId="9799"/>
            <ac:spMk id="2" creationId="{E9CC06D5-DCD7-A664-97D2-A399ADE0B7C1}"/>
          </ac:spMkLst>
        </pc:spChg>
        <pc:spChg chg="mod ord">
          <ac:chgData name="Macher, Andreas (DI FA CTR PLC PPM)" userId="f1dcac62-7bef-43eb-91f0-927336a1714f" providerId="ADAL" clId="{42A619FA-2A58-4939-A31C-66F034B72B9C}" dt="2022-11-17T11:56:11.209" v="2139" actId="700"/>
          <ac:spMkLst>
            <pc:docMk/>
            <pc:sldMk cId="3816640865" sldId="9799"/>
            <ac:spMk id="3" creationId="{AE1CAFD4-BF2A-37B2-163E-D35E5AA529EB}"/>
          </ac:spMkLst>
        </pc:spChg>
        <pc:picChg chg="del mod">
          <ac:chgData name="Macher, Andreas (DI FA CTR PLC PPM)" userId="f1dcac62-7bef-43eb-91f0-927336a1714f" providerId="ADAL" clId="{42A619FA-2A58-4939-A31C-66F034B72B9C}" dt="2022-11-25T15:15:33.610" v="3795" actId="21"/>
          <ac:picMkLst>
            <pc:docMk/>
            <pc:sldMk cId="3816640865" sldId="9799"/>
            <ac:picMk id="7" creationId="{A1D57E82-F8C1-443E-92DB-E8C9ED93FAED}"/>
          </ac:picMkLst>
        </pc:picChg>
        <pc:picChg chg="del">
          <ac:chgData name="Macher, Andreas (DI FA CTR PLC PPM)" userId="f1dcac62-7bef-43eb-91f0-927336a1714f" providerId="ADAL" clId="{42A619FA-2A58-4939-A31C-66F034B72B9C}" dt="2022-11-25T15:15:44.342" v="3799" actId="21"/>
          <ac:picMkLst>
            <pc:docMk/>
            <pc:sldMk cId="3816640865" sldId="9799"/>
            <ac:picMk id="8" creationId="{178076B5-8E13-4D49-BB01-EBC8D7D64B7A}"/>
          </ac:picMkLst>
        </pc:picChg>
      </pc:sldChg>
      <pc:sldChg chg="addSp delSp modSp new mod">
        <pc:chgData name="Macher, Andreas (DI FA CTR PLC PPM)" userId="f1dcac62-7bef-43eb-91f0-927336a1714f" providerId="ADAL" clId="{42A619FA-2A58-4939-A31C-66F034B72B9C}" dt="2022-11-25T17:43:56.265" v="7286"/>
        <pc:sldMkLst>
          <pc:docMk/>
          <pc:sldMk cId="3079121584" sldId="9800"/>
        </pc:sldMkLst>
        <pc:spChg chg="mod">
          <ac:chgData name="Macher, Andreas (DI FA CTR PLC PPM)" userId="f1dcac62-7bef-43eb-91f0-927336a1714f" providerId="ADAL" clId="{42A619FA-2A58-4939-A31C-66F034B72B9C}" dt="2022-11-25T12:09:28.750" v="2362" actId="20577"/>
          <ac:spMkLst>
            <pc:docMk/>
            <pc:sldMk cId="3079121584" sldId="9800"/>
            <ac:spMk id="2" creationId="{30ECF9A0-538E-E13A-A605-D68CBAFC2841}"/>
          </ac:spMkLst>
        </pc:spChg>
        <pc:spChg chg="mod">
          <ac:chgData name="Macher, Andreas (DI FA CTR PLC PPM)" userId="f1dcac62-7bef-43eb-91f0-927336a1714f" providerId="ADAL" clId="{42A619FA-2A58-4939-A31C-66F034B72B9C}" dt="2022-11-25T17:43:56.265" v="7286"/>
          <ac:spMkLst>
            <pc:docMk/>
            <pc:sldMk cId="3079121584" sldId="9800"/>
            <ac:spMk id="3" creationId="{4DC02295-A77B-8302-DF2B-31F7331EC4B0}"/>
          </ac:spMkLst>
        </pc:spChg>
        <pc:spChg chg="add mod">
          <ac:chgData name="Macher, Andreas (DI FA CTR PLC PPM)" userId="f1dcac62-7bef-43eb-91f0-927336a1714f" providerId="ADAL" clId="{42A619FA-2A58-4939-A31C-66F034B72B9C}" dt="2022-11-17T11:41:26.079" v="1929"/>
          <ac:spMkLst>
            <pc:docMk/>
            <pc:sldMk cId="3079121584" sldId="9800"/>
            <ac:spMk id="10" creationId="{C4EEDEBC-49BF-0713-7172-E032D436D118}"/>
          </ac:spMkLst>
        </pc:spChg>
        <pc:spChg chg="add mod">
          <ac:chgData name="Macher, Andreas (DI FA CTR PLC PPM)" userId="f1dcac62-7bef-43eb-91f0-927336a1714f" providerId="ADAL" clId="{42A619FA-2A58-4939-A31C-66F034B72B9C}" dt="2022-11-25T12:10:41.330" v="2396" actId="20577"/>
          <ac:spMkLst>
            <pc:docMk/>
            <pc:sldMk cId="3079121584" sldId="9800"/>
            <ac:spMk id="11" creationId="{E01D4B64-3B06-AAC8-83E2-72E450251F83}"/>
          </ac:spMkLst>
        </pc:spChg>
        <pc:graphicFrameChg chg="add mod modGraphic">
          <ac:chgData name="Macher, Andreas (DI FA CTR PLC PPM)" userId="f1dcac62-7bef-43eb-91f0-927336a1714f" providerId="ADAL" clId="{42A619FA-2A58-4939-A31C-66F034B72B9C}" dt="2022-11-25T12:09:50.803" v="2367" actId="2165"/>
          <ac:graphicFrameMkLst>
            <pc:docMk/>
            <pc:sldMk cId="3079121584" sldId="9800"/>
            <ac:graphicFrameMk id="4" creationId="{F170BBCA-C806-41C3-8B15-6EDFFB668C8F}"/>
          </ac:graphicFrameMkLst>
        </pc:graphicFrameChg>
        <pc:picChg chg="add mod">
          <ac:chgData name="Macher, Andreas (DI FA CTR PLC PPM)" userId="f1dcac62-7bef-43eb-91f0-927336a1714f" providerId="ADAL" clId="{42A619FA-2A58-4939-A31C-66F034B72B9C}" dt="2022-11-17T11:33:09.797" v="1805" actId="1076"/>
          <ac:picMkLst>
            <pc:docMk/>
            <pc:sldMk cId="3079121584" sldId="9800"/>
            <ac:picMk id="5" creationId="{F3391780-76A5-3ED8-2142-FD521A142DE2}"/>
          </ac:picMkLst>
        </pc:picChg>
        <pc:picChg chg="add mod">
          <ac:chgData name="Macher, Andreas (DI FA CTR PLC PPM)" userId="f1dcac62-7bef-43eb-91f0-927336a1714f" providerId="ADAL" clId="{42A619FA-2A58-4939-A31C-66F034B72B9C}" dt="2022-11-17T11:34:01.092" v="1819" actId="1076"/>
          <ac:picMkLst>
            <pc:docMk/>
            <pc:sldMk cId="3079121584" sldId="9800"/>
            <ac:picMk id="6" creationId="{CF5CB38B-01B0-B4EC-9A46-E87671AB75F2}"/>
          </ac:picMkLst>
        </pc:picChg>
        <pc:picChg chg="add del mod">
          <ac:chgData name="Macher, Andreas (DI FA CTR PLC PPM)" userId="f1dcac62-7bef-43eb-91f0-927336a1714f" providerId="ADAL" clId="{42A619FA-2A58-4939-A31C-66F034B72B9C}" dt="2022-11-25T12:09:42.980" v="2366" actId="478"/>
          <ac:picMkLst>
            <pc:docMk/>
            <pc:sldMk cId="3079121584" sldId="9800"/>
            <ac:picMk id="7" creationId="{41E4AED9-0EB9-5C7D-759C-4CB41CFFA64F}"/>
          </ac:picMkLst>
        </pc:picChg>
        <pc:picChg chg="add mod">
          <ac:chgData name="Macher, Andreas (DI FA CTR PLC PPM)" userId="f1dcac62-7bef-43eb-91f0-927336a1714f" providerId="ADAL" clId="{42A619FA-2A58-4939-A31C-66F034B72B9C}" dt="2022-11-17T11:34:02.516" v="1820" actId="1076"/>
          <ac:picMkLst>
            <pc:docMk/>
            <pc:sldMk cId="3079121584" sldId="9800"/>
            <ac:picMk id="8" creationId="{84A92ABB-8019-FB35-D2AE-96156C5A3904}"/>
          </ac:picMkLst>
        </pc:picChg>
        <pc:picChg chg="add mod">
          <ac:chgData name="Macher, Andreas (DI FA CTR PLC PPM)" userId="f1dcac62-7bef-43eb-91f0-927336a1714f" providerId="ADAL" clId="{42A619FA-2A58-4939-A31C-66F034B72B9C}" dt="2022-11-17T11:34:03.785" v="1821" actId="1076"/>
          <ac:picMkLst>
            <pc:docMk/>
            <pc:sldMk cId="3079121584" sldId="9800"/>
            <ac:picMk id="9" creationId="{691BA7E1-065F-66BE-2ADD-B7D08F9385B4}"/>
          </ac:picMkLst>
        </pc:picChg>
      </pc:sldChg>
      <pc:sldChg chg="addSp modSp new del mod">
        <pc:chgData name="Macher, Andreas (DI FA CTR PLC PPM)" userId="f1dcac62-7bef-43eb-91f0-927336a1714f" providerId="ADAL" clId="{42A619FA-2A58-4939-A31C-66F034B72B9C}" dt="2022-11-17T10:14:51.934" v="1707" actId="47"/>
        <pc:sldMkLst>
          <pc:docMk/>
          <pc:sldMk cId="3549235138" sldId="9800"/>
        </pc:sldMkLst>
        <pc:graphicFrameChg chg="add mod modGraphic">
          <ac:chgData name="Macher, Andreas (DI FA CTR PLC PPM)" userId="f1dcac62-7bef-43eb-91f0-927336a1714f" providerId="ADAL" clId="{42A619FA-2A58-4939-A31C-66F034B72B9C}" dt="2022-11-17T09:50:53.521" v="1570" actId="1076"/>
          <ac:graphicFrameMkLst>
            <pc:docMk/>
            <pc:sldMk cId="3549235138" sldId="9800"/>
            <ac:graphicFrameMk id="4" creationId="{1EB53B51-C504-69DB-BBDA-E7DB901B8C9B}"/>
          </ac:graphicFrameMkLst>
        </pc:graphicFrameChg>
      </pc:sldChg>
      <pc:sldChg chg="addSp delSp modSp add mod">
        <pc:chgData name="Macher, Andreas (DI FA CTR PLC PPM)" userId="f1dcac62-7bef-43eb-91f0-927336a1714f" providerId="ADAL" clId="{42A619FA-2A58-4939-A31C-66F034B72B9C}" dt="2022-11-25T17:43:56.265" v="7286"/>
        <pc:sldMkLst>
          <pc:docMk/>
          <pc:sldMk cId="370056949" sldId="9801"/>
        </pc:sldMkLst>
        <pc:spChg chg="mod">
          <ac:chgData name="Macher, Andreas (DI FA CTR PLC PPM)" userId="f1dcac62-7bef-43eb-91f0-927336a1714f" providerId="ADAL" clId="{42A619FA-2A58-4939-A31C-66F034B72B9C}" dt="2022-11-25T12:09:13.426" v="2358" actId="20577"/>
          <ac:spMkLst>
            <pc:docMk/>
            <pc:sldMk cId="370056949" sldId="9801"/>
            <ac:spMk id="2" creationId="{30ECF9A0-538E-E13A-A605-D68CBAFC2841}"/>
          </ac:spMkLst>
        </pc:spChg>
        <pc:spChg chg="mod">
          <ac:chgData name="Macher, Andreas (DI FA CTR PLC PPM)" userId="f1dcac62-7bef-43eb-91f0-927336a1714f" providerId="ADAL" clId="{42A619FA-2A58-4939-A31C-66F034B72B9C}" dt="2022-11-25T17:43:56.265" v="7286"/>
          <ac:spMkLst>
            <pc:docMk/>
            <pc:sldMk cId="370056949" sldId="9801"/>
            <ac:spMk id="3" creationId="{4DC02295-A77B-8302-DF2B-31F7331EC4B0}"/>
          </ac:spMkLst>
        </pc:spChg>
        <pc:spChg chg="add mod">
          <ac:chgData name="Macher, Andreas (DI FA CTR PLC PPM)" userId="f1dcac62-7bef-43eb-91f0-927336a1714f" providerId="ADAL" clId="{42A619FA-2A58-4939-A31C-66F034B72B9C}" dt="2022-11-17T11:37:28.230" v="1871" actId="1076"/>
          <ac:spMkLst>
            <pc:docMk/>
            <pc:sldMk cId="370056949" sldId="9801"/>
            <ac:spMk id="12" creationId="{5F57E8F4-7598-0ADC-8F9E-E108A746DE15}"/>
          </ac:spMkLst>
        </pc:spChg>
        <pc:spChg chg="add mod">
          <ac:chgData name="Macher, Andreas (DI FA CTR PLC PPM)" userId="f1dcac62-7bef-43eb-91f0-927336a1714f" providerId="ADAL" clId="{42A619FA-2A58-4939-A31C-66F034B72B9C}" dt="2022-11-17T11:41:28.773" v="1930"/>
          <ac:spMkLst>
            <pc:docMk/>
            <pc:sldMk cId="370056949" sldId="9801"/>
            <ac:spMk id="13" creationId="{58D4CBEF-DE76-6AD5-AF91-0F13F7A6F57B}"/>
          </ac:spMkLst>
        </pc:spChg>
        <pc:spChg chg="add del mod">
          <ac:chgData name="Macher, Andreas (DI FA CTR PLC PPM)" userId="f1dcac62-7bef-43eb-91f0-927336a1714f" providerId="ADAL" clId="{42A619FA-2A58-4939-A31C-66F034B72B9C}" dt="2022-11-17T11:41:33.681" v="1932" actId="478"/>
          <ac:spMkLst>
            <pc:docMk/>
            <pc:sldMk cId="370056949" sldId="9801"/>
            <ac:spMk id="14" creationId="{1DD6F2F6-2B72-9285-DE63-CF42F8DDCA60}"/>
          </ac:spMkLst>
        </pc:spChg>
        <pc:graphicFrameChg chg="mod modGraphic">
          <ac:chgData name="Macher, Andreas (DI FA CTR PLC PPM)" userId="f1dcac62-7bef-43eb-91f0-927336a1714f" providerId="ADAL" clId="{42A619FA-2A58-4939-A31C-66F034B72B9C}" dt="2022-11-17T11:45:57.947" v="2062" actId="108"/>
          <ac:graphicFrameMkLst>
            <pc:docMk/>
            <pc:sldMk cId="370056949" sldId="9801"/>
            <ac:graphicFrameMk id="4" creationId="{F170BBCA-C806-41C3-8B15-6EDFFB668C8F}"/>
          </ac:graphicFrameMkLst>
        </pc:graphicFrameChg>
        <pc:picChg chg="del">
          <ac:chgData name="Macher, Andreas (DI FA CTR PLC PPM)" userId="f1dcac62-7bef-43eb-91f0-927336a1714f" providerId="ADAL" clId="{42A619FA-2A58-4939-A31C-66F034B72B9C}" dt="2022-11-17T11:34:43.321" v="1829" actId="478"/>
          <ac:picMkLst>
            <pc:docMk/>
            <pc:sldMk cId="370056949" sldId="9801"/>
            <ac:picMk id="5" creationId="{F3391780-76A5-3ED8-2142-FD521A142DE2}"/>
          </ac:picMkLst>
        </pc:picChg>
        <pc:picChg chg="del">
          <ac:chgData name="Macher, Andreas (DI FA CTR PLC PPM)" userId="f1dcac62-7bef-43eb-91f0-927336a1714f" providerId="ADAL" clId="{42A619FA-2A58-4939-A31C-66F034B72B9C}" dt="2022-11-17T11:34:42.634" v="1828" actId="478"/>
          <ac:picMkLst>
            <pc:docMk/>
            <pc:sldMk cId="370056949" sldId="9801"/>
            <ac:picMk id="6" creationId="{CF5CB38B-01B0-B4EC-9A46-E87671AB75F2}"/>
          </ac:picMkLst>
        </pc:picChg>
        <pc:picChg chg="del">
          <ac:chgData name="Macher, Andreas (DI FA CTR PLC PPM)" userId="f1dcac62-7bef-43eb-91f0-927336a1714f" providerId="ADAL" clId="{42A619FA-2A58-4939-A31C-66F034B72B9C}" dt="2022-11-17T11:34:40.241" v="1825" actId="478"/>
          <ac:picMkLst>
            <pc:docMk/>
            <pc:sldMk cId="370056949" sldId="9801"/>
            <ac:picMk id="7" creationId="{41E4AED9-0EB9-5C7D-759C-4CB41CFFA64F}"/>
          </ac:picMkLst>
        </pc:picChg>
        <pc:picChg chg="del">
          <ac:chgData name="Macher, Andreas (DI FA CTR PLC PPM)" userId="f1dcac62-7bef-43eb-91f0-927336a1714f" providerId="ADAL" clId="{42A619FA-2A58-4939-A31C-66F034B72B9C}" dt="2022-11-17T11:34:42.016" v="1827" actId="478"/>
          <ac:picMkLst>
            <pc:docMk/>
            <pc:sldMk cId="370056949" sldId="9801"/>
            <ac:picMk id="8" creationId="{84A92ABB-8019-FB35-D2AE-96156C5A3904}"/>
          </ac:picMkLst>
        </pc:picChg>
        <pc:picChg chg="del">
          <ac:chgData name="Macher, Andreas (DI FA CTR PLC PPM)" userId="f1dcac62-7bef-43eb-91f0-927336a1714f" providerId="ADAL" clId="{42A619FA-2A58-4939-A31C-66F034B72B9C}" dt="2022-11-17T11:34:41.427" v="1826" actId="478"/>
          <ac:picMkLst>
            <pc:docMk/>
            <pc:sldMk cId="370056949" sldId="9801"/>
            <ac:picMk id="9" creationId="{691BA7E1-065F-66BE-2ADD-B7D08F9385B4}"/>
          </ac:picMkLst>
        </pc:picChg>
        <pc:picChg chg="add mod">
          <ac:chgData name="Macher, Andreas (DI FA CTR PLC PPM)" userId="f1dcac62-7bef-43eb-91f0-927336a1714f" providerId="ADAL" clId="{42A619FA-2A58-4939-A31C-66F034B72B9C}" dt="2022-11-17T11:37:33.437" v="1873" actId="1076"/>
          <ac:picMkLst>
            <pc:docMk/>
            <pc:sldMk cId="370056949" sldId="9801"/>
            <ac:picMk id="10" creationId="{F7BD8864-2A46-E9A2-EDDA-0DFE6FFC0976}"/>
          </ac:picMkLst>
        </pc:picChg>
        <pc:picChg chg="add mod">
          <ac:chgData name="Macher, Andreas (DI FA CTR PLC PPM)" userId="f1dcac62-7bef-43eb-91f0-927336a1714f" providerId="ADAL" clId="{42A619FA-2A58-4939-A31C-66F034B72B9C}" dt="2022-11-17T11:37:30.939" v="1872" actId="1076"/>
          <ac:picMkLst>
            <pc:docMk/>
            <pc:sldMk cId="370056949" sldId="9801"/>
            <ac:picMk id="11" creationId="{26BD0209-D103-A95D-E432-1DE0E884094F}"/>
          </ac:picMkLst>
        </pc:picChg>
      </pc:sldChg>
      <pc:sldChg chg="addSp delSp modSp add mod">
        <pc:chgData name="Macher, Andreas (DI FA CTR PLC PPM)" userId="f1dcac62-7bef-43eb-91f0-927336a1714f" providerId="ADAL" clId="{42A619FA-2A58-4939-A31C-66F034B72B9C}" dt="2022-11-25T17:43:56.265" v="7286"/>
        <pc:sldMkLst>
          <pc:docMk/>
          <pc:sldMk cId="1967402227" sldId="9802"/>
        </pc:sldMkLst>
        <pc:spChg chg="mod">
          <ac:chgData name="Macher, Andreas (DI FA CTR PLC PPM)" userId="f1dcac62-7bef-43eb-91f0-927336a1714f" providerId="ADAL" clId="{42A619FA-2A58-4939-A31C-66F034B72B9C}" dt="2022-11-17T11:38:24.723" v="1884"/>
          <ac:spMkLst>
            <pc:docMk/>
            <pc:sldMk cId="1967402227" sldId="9802"/>
            <ac:spMk id="2" creationId="{30ECF9A0-538E-E13A-A605-D68CBAFC2841}"/>
          </ac:spMkLst>
        </pc:spChg>
        <pc:spChg chg="mod">
          <ac:chgData name="Macher, Andreas (DI FA CTR PLC PPM)" userId="f1dcac62-7bef-43eb-91f0-927336a1714f" providerId="ADAL" clId="{42A619FA-2A58-4939-A31C-66F034B72B9C}" dt="2022-11-25T17:43:56.265" v="7286"/>
          <ac:spMkLst>
            <pc:docMk/>
            <pc:sldMk cId="1967402227" sldId="9802"/>
            <ac:spMk id="3" creationId="{4DC02295-A77B-8302-DF2B-31F7331EC4B0}"/>
          </ac:spMkLst>
        </pc:spChg>
        <pc:spChg chg="add mod">
          <ac:chgData name="Macher, Andreas (DI FA CTR PLC PPM)" userId="f1dcac62-7bef-43eb-91f0-927336a1714f" providerId="ADAL" clId="{42A619FA-2A58-4939-A31C-66F034B72B9C}" dt="2022-11-17T11:41:35.542" v="1933"/>
          <ac:spMkLst>
            <pc:docMk/>
            <pc:sldMk cId="1967402227" sldId="9802"/>
            <ac:spMk id="15" creationId="{C3C5EF53-7BA9-9477-FADD-9108670E95D2}"/>
          </ac:spMkLst>
        </pc:spChg>
        <pc:spChg chg="add del mod">
          <ac:chgData name="Macher, Andreas (DI FA CTR PLC PPM)" userId="f1dcac62-7bef-43eb-91f0-927336a1714f" providerId="ADAL" clId="{42A619FA-2A58-4939-A31C-66F034B72B9C}" dt="2022-11-17T11:41:52.650" v="1935"/>
          <ac:spMkLst>
            <pc:docMk/>
            <pc:sldMk cId="1967402227" sldId="9802"/>
            <ac:spMk id="16" creationId="{0B829E4E-968E-9541-A525-D12690AC78A5}"/>
          </ac:spMkLst>
        </pc:spChg>
        <pc:graphicFrameChg chg="mod modGraphic">
          <ac:chgData name="Macher, Andreas (DI FA CTR PLC PPM)" userId="f1dcac62-7bef-43eb-91f0-927336a1714f" providerId="ADAL" clId="{42A619FA-2A58-4939-A31C-66F034B72B9C}" dt="2022-11-17T11:45:54.525" v="2058" actId="108"/>
          <ac:graphicFrameMkLst>
            <pc:docMk/>
            <pc:sldMk cId="1967402227" sldId="9802"/>
            <ac:graphicFrameMk id="4" creationId="{F170BBCA-C806-41C3-8B15-6EDFFB668C8F}"/>
          </ac:graphicFrameMkLst>
        </pc:graphicFrameChg>
        <pc:picChg chg="del">
          <ac:chgData name="Macher, Andreas (DI FA CTR PLC PPM)" userId="f1dcac62-7bef-43eb-91f0-927336a1714f" providerId="ADAL" clId="{42A619FA-2A58-4939-A31C-66F034B72B9C}" dt="2022-11-17T11:38:14.127" v="1879" actId="478"/>
          <ac:picMkLst>
            <pc:docMk/>
            <pc:sldMk cId="1967402227" sldId="9802"/>
            <ac:picMk id="5" creationId="{F3391780-76A5-3ED8-2142-FD521A142DE2}"/>
          </ac:picMkLst>
        </pc:picChg>
        <pc:picChg chg="del">
          <ac:chgData name="Macher, Andreas (DI FA CTR PLC PPM)" userId="f1dcac62-7bef-43eb-91f0-927336a1714f" providerId="ADAL" clId="{42A619FA-2A58-4939-A31C-66F034B72B9C}" dt="2022-11-17T11:38:14.628" v="1880" actId="478"/>
          <ac:picMkLst>
            <pc:docMk/>
            <pc:sldMk cId="1967402227" sldId="9802"/>
            <ac:picMk id="6" creationId="{CF5CB38B-01B0-B4EC-9A46-E87671AB75F2}"/>
          </ac:picMkLst>
        </pc:picChg>
        <pc:picChg chg="del">
          <ac:chgData name="Macher, Andreas (DI FA CTR PLC PPM)" userId="f1dcac62-7bef-43eb-91f0-927336a1714f" providerId="ADAL" clId="{42A619FA-2A58-4939-A31C-66F034B72B9C}" dt="2022-11-17T11:38:16.284" v="1883" actId="478"/>
          <ac:picMkLst>
            <pc:docMk/>
            <pc:sldMk cId="1967402227" sldId="9802"/>
            <ac:picMk id="7" creationId="{41E4AED9-0EB9-5C7D-759C-4CB41CFFA64F}"/>
          </ac:picMkLst>
        </pc:picChg>
        <pc:picChg chg="del">
          <ac:chgData name="Macher, Andreas (DI FA CTR PLC PPM)" userId="f1dcac62-7bef-43eb-91f0-927336a1714f" providerId="ADAL" clId="{42A619FA-2A58-4939-A31C-66F034B72B9C}" dt="2022-11-17T11:38:15.198" v="1881" actId="478"/>
          <ac:picMkLst>
            <pc:docMk/>
            <pc:sldMk cId="1967402227" sldId="9802"/>
            <ac:picMk id="8" creationId="{84A92ABB-8019-FB35-D2AE-96156C5A3904}"/>
          </ac:picMkLst>
        </pc:picChg>
        <pc:picChg chg="del">
          <ac:chgData name="Macher, Andreas (DI FA CTR PLC PPM)" userId="f1dcac62-7bef-43eb-91f0-927336a1714f" providerId="ADAL" clId="{42A619FA-2A58-4939-A31C-66F034B72B9C}" dt="2022-11-17T11:38:15.746" v="1882" actId="478"/>
          <ac:picMkLst>
            <pc:docMk/>
            <pc:sldMk cId="1967402227" sldId="9802"/>
            <ac:picMk id="9" creationId="{691BA7E1-065F-66BE-2ADD-B7D08F9385B4}"/>
          </ac:picMkLst>
        </pc:picChg>
        <pc:picChg chg="add mod">
          <ac:chgData name="Macher, Andreas (DI FA CTR PLC PPM)" userId="f1dcac62-7bef-43eb-91f0-927336a1714f" providerId="ADAL" clId="{42A619FA-2A58-4939-A31C-66F034B72B9C}" dt="2022-11-17T11:40:50.435" v="1925" actId="1076"/>
          <ac:picMkLst>
            <pc:docMk/>
            <pc:sldMk cId="1967402227" sldId="9802"/>
            <ac:picMk id="10" creationId="{845F3654-926B-2B8D-B934-BECD4945AFBA}"/>
          </ac:picMkLst>
        </pc:picChg>
        <pc:picChg chg="add mod">
          <ac:chgData name="Macher, Andreas (DI FA CTR PLC PPM)" userId="f1dcac62-7bef-43eb-91f0-927336a1714f" providerId="ADAL" clId="{42A619FA-2A58-4939-A31C-66F034B72B9C}" dt="2022-11-17T11:40:48.404" v="1924" actId="1076"/>
          <ac:picMkLst>
            <pc:docMk/>
            <pc:sldMk cId="1967402227" sldId="9802"/>
            <ac:picMk id="11" creationId="{52E7B856-1A2B-6F1A-2319-BECD5C862965}"/>
          </ac:picMkLst>
        </pc:picChg>
        <pc:picChg chg="add mod">
          <ac:chgData name="Macher, Andreas (DI FA CTR PLC PPM)" userId="f1dcac62-7bef-43eb-91f0-927336a1714f" providerId="ADAL" clId="{42A619FA-2A58-4939-A31C-66F034B72B9C}" dt="2022-11-17T11:40:45.464" v="1923" actId="1076"/>
          <ac:picMkLst>
            <pc:docMk/>
            <pc:sldMk cId="1967402227" sldId="9802"/>
            <ac:picMk id="12" creationId="{F091202E-6269-30B5-B2EE-1192D79F51E9}"/>
          </ac:picMkLst>
        </pc:picChg>
        <pc:picChg chg="add mod">
          <ac:chgData name="Macher, Andreas (DI FA CTR PLC PPM)" userId="f1dcac62-7bef-43eb-91f0-927336a1714f" providerId="ADAL" clId="{42A619FA-2A58-4939-A31C-66F034B72B9C}" dt="2022-11-17T11:40:54.549" v="1927" actId="1076"/>
          <ac:picMkLst>
            <pc:docMk/>
            <pc:sldMk cId="1967402227" sldId="9802"/>
            <ac:picMk id="13" creationId="{BB5F766C-5FD3-F9F0-E100-1AEB9D5C6B28}"/>
          </ac:picMkLst>
        </pc:picChg>
        <pc:picChg chg="add mod">
          <ac:chgData name="Macher, Andreas (DI FA CTR PLC PPM)" userId="f1dcac62-7bef-43eb-91f0-927336a1714f" providerId="ADAL" clId="{42A619FA-2A58-4939-A31C-66F034B72B9C}" dt="2022-11-17T11:40:52.394" v="1926" actId="1076"/>
          <ac:picMkLst>
            <pc:docMk/>
            <pc:sldMk cId="1967402227" sldId="9802"/>
            <ac:picMk id="14" creationId="{570A3EFA-29EB-1ECC-9F50-DDAE64A62C8E}"/>
          </ac:picMkLst>
        </pc:picChg>
      </pc:sldChg>
      <pc:sldChg chg="addSp delSp modSp add mod">
        <pc:chgData name="Macher, Andreas (DI FA CTR PLC PPM)" userId="f1dcac62-7bef-43eb-91f0-927336a1714f" providerId="ADAL" clId="{42A619FA-2A58-4939-A31C-66F034B72B9C}" dt="2022-11-25T17:43:56.265" v="7286"/>
        <pc:sldMkLst>
          <pc:docMk/>
          <pc:sldMk cId="1516446008" sldId="9803"/>
        </pc:sldMkLst>
        <pc:spChg chg="mod">
          <ac:chgData name="Macher, Andreas (DI FA CTR PLC PPM)" userId="f1dcac62-7bef-43eb-91f0-927336a1714f" providerId="ADAL" clId="{42A619FA-2A58-4939-A31C-66F034B72B9C}" dt="2022-11-17T11:42:10.377" v="1938" actId="207"/>
          <ac:spMkLst>
            <pc:docMk/>
            <pc:sldMk cId="1516446008" sldId="9803"/>
            <ac:spMk id="2" creationId="{30ECF9A0-538E-E13A-A605-D68CBAFC2841}"/>
          </ac:spMkLst>
        </pc:spChg>
        <pc:spChg chg="mod">
          <ac:chgData name="Macher, Andreas (DI FA CTR PLC PPM)" userId="f1dcac62-7bef-43eb-91f0-927336a1714f" providerId="ADAL" clId="{42A619FA-2A58-4939-A31C-66F034B72B9C}" dt="2022-11-25T17:43:56.265" v="7286"/>
          <ac:spMkLst>
            <pc:docMk/>
            <pc:sldMk cId="1516446008" sldId="9803"/>
            <ac:spMk id="3" creationId="{4DC02295-A77B-8302-DF2B-31F7331EC4B0}"/>
          </ac:spMkLst>
        </pc:spChg>
        <pc:spChg chg="add mod">
          <ac:chgData name="Macher, Andreas (DI FA CTR PLC PPM)" userId="f1dcac62-7bef-43eb-91f0-927336a1714f" providerId="ADAL" clId="{42A619FA-2A58-4939-A31C-66F034B72B9C}" dt="2022-11-17T11:43:00.917" v="2020" actId="1037"/>
          <ac:spMkLst>
            <pc:docMk/>
            <pc:sldMk cId="1516446008" sldId="9803"/>
            <ac:spMk id="5" creationId="{46804C3B-1995-E1EF-9E04-E417F56C0A01}"/>
          </ac:spMkLst>
        </pc:spChg>
        <pc:spChg chg="del">
          <ac:chgData name="Macher, Andreas (DI FA CTR PLC PPM)" userId="f1dcac62-7bef-43eb-91f0-927336a1714f" providerId="ADAL" clId="{42A619FA-2A58-4939-A31C-66F034B72B9C}" dt="2022-11-17T11:42:56.759" v="2010" actId="478"/>
          <ac:spMkLst>
            <pc:docMk/>
            <pc:sldMk cId="1516446008" sldId="9803"/>
            <ac:spMk id="15" creationId="{C3C5EF53-7BA9-9477-FADD-9108670E95D2}"/>
          </ac:spMkLst>
        </pc:spChg>
        <pc:graphicFrameChg chg="mod modGraphic">
          <ac:chgData name="Macher, Andreas (DI FA CTR PLC PPM)" userId="f1dcac62-7bef-43eb-91f0-927336a1714f" providerId="ADAL" clId="{42A619FA-2A58-4939-A31C-66F034B72B9C}" dt="2022-11-25T12:22:50.819" v="2537" actId="6549"/>
          <ac:graphicFrameMkLst>
            <pc:docMk/>
            <pc:sldMk cId="1516446008" sldId="9803"/>
            <ac:graphicFrameMk id="4" creationId="{F170BBCA-C806-41C3-8B15-6EDFFB668C8F}"/>
          </ac:graphicFrameMkLst>
        </pc:graphicFrameChg>
        <pc:picChg chg="add mod">
          <ac:chgData name="Macher, Andreas (DI FA CTR PLC PPM)" userId="f1dcac62-7bef-43eb-91f0-927336a1714f" providerId="ADAL" clId="{42A619FA-2A58-4939-A31C-66F034B72B9C}" dt="2022-11-17T11:48:15.756" v="2084" actId="1076"/>
          <ac:picMkLst>
            <pc:docMk/>
            <pc:sldMk cId="1516446008" sldId="9803"/>
            <ac:picMk id="6" creationId="{8B325E5B-DB22-A169-C3B6-80277E6AEAE4}"/>
          </ac:picMkLst>
        </pc:picChg>
        <pc:picChg chg="add del mod">
          <ac:chgData name="Macher, Andreas (DI FA CTR PLC PPM)" userId="f1dcac62-7bef-43eb-91f0-927336a1714f" providerId="ADAL" clId="{42A619FA-2A58-4939-A31C-66F034B72B9C}" dt="2022-11-17T11:48:45.207" v="2086" actId="478"/>
          <ac:picMkLst>
            <pc:docMk/>
            <pc:sldMk cId="1516446008" sldId="9803"/>
            <ac:picMk id="7" creationId="{0B156E29-8AF8-6110-DCBC-8D895A7E3FC3}"/>
          </ac:picMkLst>
        </pc:picChg>
        <pc:picChg chg="add mod">
          <ac:chgData name="Macher, Andreas (DI FA CTR PLC PPM)" userId="f1dcac62-7bef-43eb-91f0-927336a1714f" providerId="ADAL" clId="{42A619FA-2A58-4939-A31C-66F034B72B9C}" dt="2022-11-17T11:48:11.268" v="2081" actId="14100"/>
          <ac:picMkLst>
            <pc:docMk/>
            <pc:sldMk cId="1516446008" sldId="9803"/>
            <ac:picMk id="9" creationId="{4933F6D7-AD30-03F2-5F39-2A834CFB6761}"/>
          </ac:picMkLst>
        </pc:picChg>
        <pc:picChg chg="del">
          <ac:chgData name="Macher, Andreas (DI FA CTR PLC PPM)" userId="f1dcac62-7bef-43eb-91f0-927336a1714f" providerId="ADAL" clId="{42A619FA-2A58-4939-A31C-66F034B72B9C}" dt="2022-11-17T11:42:18.381" v="1942" actId="478"/>
          <ac:picMkLst>
            <pc:docMk/>
            <pc:sldMk cId="1516446008" sldId="9803"/>
            <ac:picMk id="10" creationId="{845F3654-926B-2B8D-B934-BECD4945AFBA}"/>
          </ac:picMkLst>
        </pc:picChg>
        <pc:picChg chg="del">
          <ac:chgData name="Macher, Andreas (DI FA CTR PLC PPM)" userId="f1dcac62-7bef-43eb-91f0-927336a1714f" providerId="ADAL" clId="{42A619FA-2A58-4939-A31C-66F034B72B9C}" dt="2022-11-17T11:42:17.872" v="1941" actId="478"/>
          <ac:picMkLst>
            <pc:docMk/>
            <pc:sldMk cId="1516446008" sldId="9803"/>
            <ac:picMk id="11" creationId="{52E7B856-1A2B-6F1A-2319-BECD5C862965}"/>
          </ac:picMkLst>
        </pc:picChg>
        <pc:picChg chg="del">
          <ac:chgData name="Macher, Andreas (DI FA CTR PLC PPM)" userId="f1dcac62-7bef-43eb-91f0-927336a1714f" providerId="ADAL" clId="{42A619FA-2A58-4939-A31C-66F034B72B9C}" dt="2022-11-17T11:42:17.471" v="1940" actId="478"/>
          <ac:picMkLst>
            <pc:docMk/>
            <pc:sldMk cId="1516446008" sldId="9803"/>
            <ac:picMk id="12" creationId="{F091202E-6269-30B5-B2EE-1192D79F51E9}"/>
          </ac:picMkLst>
        </pc:picChg>
        <pc:picChg chg="del">
          <ac:chgData name="Macher, Andreas (DI FA CTR PLC PPM)" userId="f1dcac62-7bef-43eb-91f0-927336a1714f" providerId="ADAL" clId="{42A619FA-2A58-4939-A31C-66F034B72B9C}" dt="2022-11-17T11:42:19.355" v="1944" actId="478"/>
          <ac:picMkLst>
            <pc:docMk/>
            <pc:sldMk cId="1516446008" sldId="9803"/>
            <ac:picMk id="13" creationId="{BB5F766C-5FD3-F9F0-E100-1AEB9D5C6B28}"/>
          </ac:picMkLst>
        </pc:picChg>
        <pc:picChg chg="del">
          <ac:chgData name="Macher, Andreas (DI FA CTR PLC PPM)" userId="f1dcac62-7bef-43eb-91f0-927336a1714f" providerId="ADAL" clId="{42A619FA-2A58-4939-A31C-66F034B72B9C}" dt="2022-11-17T11:42:18.875" v="1943" actId="478"/>
          <ac:picMkLst>
            <pc:docMk/>
            <pc:sldMk cId="1516446008" sldId="9803"/>
            <ac:picMk id="14" creationId="{570A3EFA-29EB-1ECC-9F50-DDAE64A62C8E}"/>
          </ac:picMkLst>
        </pc:picChg>
        <pc:picChg chg="add mod">
          <ac:chgData name="Macher, Andreas (DI FA CTR PLC PPM)" userId="f1dcac62-7bef-43eb-91f0-927336a1714f" providerId="ADAL" clId="{42A619FA-2A58-4939-A31C-66F034B72B9C}" dt="2022-11-17T11:48:54.404" v="2091" actId="1076"/>
          <ac:picMkLst>
            <pc:docMk/>
            <pc:sldMk cId="1516446008" sldId="9803"/>
            <ac:picMk id="17" creationId="{D682DDB1-E8D6-52FE-1377-C668160B7689}"/>
          </ac:picMkLst>
        </pc:picChg>
      </pc:sldChg>
      <pc:sldChg chg="addSp delSp modSp add mod">
        <pc:chgData name="Macher, Andreas (DI FA CTR PLC PPM)" userId="f1dcac62-7bef-43eb-91f0-927336a1714f" providerId="ADAL" clId="{42A619FA-2A58-4939-A31C-66F034B72B9C}" dt="2022-11-25T17:43:56.265" v="7286"/>
        <pc:sldMkLst>
          <pc:docMk/>
          <pc:sldMk cId="3900263247" sldId="9804"/>
        </pc:sldMkLst>
        <pc:spChg chg="mod">
          <ac:chgData name="Macher, Andreas (DI FA CTR PLC PPM)" userId="f1dcac62-7bef-43eb-91f0-927336a1714f" providerId="ADAL" clId="{42A619FA-2A58-4939-A31C-66F034B72B9C}" dt="2022-11-25T12:09:35.308" v="2364" actId="20577"/>
          <ac:spMkLst>
            <pc:docMk/>
            <pc:sldMk cId="3900263247" sldId="9804"/>
            <ac:spMk id="2" creationId="{30ECF9A0-538E-E13A-A605-D68CBAFC2841}"/>
          </ac:spMkLst>
        </pc:spChg>
        <pc:spChg chg="mod">
          <ac:chgData name="Macher, Andreas (DI FA CTR PLC PPM)" userId="f1dcac62-7bef-43eb-91f0-927336a1714f" providerId="ADAL" clId="{42A619FA-2A58-4939-A31C-66F034B72B9C}" dt="2022-11-25T17:43:56.265" v="7286"/>
          <ac:spMkLst>
            <pc:docMk/>
            <pc:sldMk cId="3900263247" sldId="9804"/>
            <ac:spMk id="3" creationId="{4DC02295-A77B-8302-DF2B-31F7331EC4B0}"/>
          </ac:spMkLst>
        </pc:spChg>
        <pc:graphicFrameChg chg="mod modGraphic">
          <ac:chgData name="Macher, Andreas (DI FA CTR PLC PPM)" userId="f1dcac62-7bef-43eb-91f0-927336a1714f" providerId="ADAL" clId="{42A619FA-2A58-4939-A31C-66F034B72B9C}" dt="2022-11-25T12:27:37.648" v="2566" actId="404"/>
          <ac:graphicFrameMkLst>
            <pc:docMk/>
            <pc:sldMk cId="3900263247" sldId="9804"/>
            <ac:graphicFrameMk id="4" creationId="{F170BBCA-C806-41C3-8B15-6EDFFB668C8F}"/>
          </ac:graphicFrameMkLst>
        </pc:graphicFrameChg>
        <pc:picChg chg="del">
          <ac:chgData name="Macher, Andreas (DI FA CTR PLC PPM)" userId="f1dcac62-7bef-43eb-91f0-927336a1714f" providerId="ADAL" clId="{42A619FA-2A58-4939-A31C-66F034B72B9C}" dt="2022-11-25T12:11:03.921" v="2398" actId="478"/>
          <ac:picMkLst>
            <pc:docMk/>
            <pc:sldMk cId="3900263247" sldId="9804"/>
            <ac:picMk id="5" creationId="{F3391780-76A5-3ED8-2142-FD521A142DE2}"/>
          </ac:picMkLst>
        </pc:picChg>
        <pc:picChg chg="del">
          <ac:chgData name="Macher, Andreas (DI FA CTR PLC PPM)" userId="f1dcac62-7bef-43eb-91f0-927336a1714f" providerId="ADAL" clId="{42A619FA-2A58-4939-A31C-66F034B72B9C}" dt="2022-11-25T12:11:03.921" v="2398" actId="478"/>
          <ac:picMkLst>
            <pc:docMk/>
            <pc:sldMk cId="3900263247" sldId="9804"/>
            <ac:picMk id="6" creationId="{CF5CB38B-01B0-B4EC-9A46-E87671AB75F2}"/>
          </ac:picMkLst>
        </pc:picChg>
        <pc:picChg chg="mod">
          <ac:chgData name="Macher, Andreas (DI FA CTR PLC PPM)" userId="f1dcac62-7bef-43eb-91f0-927336a1714f" providerId="ADAL" clId="{42A619FA-2A58-4939-A31C-66F034B72B9C}" dt="2022-11-25T12:11:23.361" v="2406" actId="1076"/>
          <ac:picMkLst>
            <pc:docMk/>
            <pc:sldMk cId="3900263247" sldId="9804"/>
            <ac:picMk id="7" creationId="{41E4AED9-0EB9-5C7D-759C-4CB41CFFA64F}"/>
          </ac:picMkLst>
        </pc:picChg>
        <pc:picChg chg="del">
          <ac:chgData name="Macher, Andreas (DI FA CTR PLC PPM)" userId="f1dcac62-7bef-43eb-91f0-927336a1714f" providerId="ADAL" clId="{42A619FA-2A58-4939-A31C-66F034B72B9C}" dt="2022-11-25T12:11:03.921" v="2398" actId="478"/>
          <ac:picMkLst>
            <pc:docMk/>
            <pc:sldMk cId="3900263247" sldId="9804"/>
            <ac:picMk id="8" creationId="{84A92ABB-8019-FB35-D2AE-96156C5A3904}"/>
          </ac:picMkLst>
        </pc:picChg>
        <pc:picChg chg="del">
          <ac:chgData name="Macher, Andreas (DI FA CTR PLC PPM)" userId="f1dcac62-7bef-43eb-91f0-927336a1714f" providerId="ADAL" clId="{42A619FA-2A58-4939-A31C-66F034B72B9C}" dt="2022-11-25T12:11:03.921" v="2398" actId="478"/>
          <ac:picMkLst>
            <pc:docMk/>
            <pc:sldMk cId="3900263247" sldId="9804"/>
            <ac:picMk id="9" creationId="{691BA7E1-065F-66BE-2ADD-B7D08F9385B4}"/>
          </ac:picMkLst>
        </pc:picChg>
        <pc:picChg chg="add mod">
          <ac:chgData name="Macher, Andreas (DI FA CTR PLC PPM)" userId="f1dcac62-7bef-43eb-91f0-927336a1714f" providerId="ADAL" clId="{42A619FA-2A58-4939-A31C-66F034B72B9C}" dt="2022-11-25T12:16:37.677" v="2431" actId="1035"/>
          <ac:picMkLst>
            <pc:docMk/>
            <pc:sldMk cId="3900263247" sldId="9804"/>
            <ac:picMk id="11" creationId="{CC6C6E02-FB04-DFD2-2C42-232E7ADD231A}"/>
          </ac:picMkLst>
        </pc:picChg>
        <pc:picChg chg="add mod">
          <ac:chgData name="Macher, Andreas (DI FA CTR PLC PPM)" userId="f1dcac62-7bef-43eb-91f0-927336a1714f" providerId="ADAL" clId="{42A619FA-2A58-4939-A31C-66F034B72B9C}" dt="2022-11-25T12:20:04.404" v="2454" actId="1076"/>
          <ac:picMkLst>
            <pc:docMk/>
            <pc:sldMk cId="3900263247" sldId="9804"/>
            <ac:picMk id="13" creationId="{0AFE79F0-0F35-2F14-B42C-F80A96DE03CF}"/>
          </ac:picMkLst>
        </pc:picChg>
      </pc:sldChg>
      <pc:sldChg chg="addSp delSp modSp new del mod">
        <pc:chgData name="Macher, Andreas (DI FA CTR PLC PPM)" userId="f1dcac62-7bef-43eb-91f0-927336a1714f" providerId="ADAL" clId="{42A619FA-2A58-4939-A31C-66F034B72B9C}" dt="2022-11-25T17:42:48.647" v="7284" actId="47"/>
        <pc:sldMkLst>
          <pc:docMk/>
          <pc:sldMk cId="860732200" sldId="9805"/>
        </pc:sldMkLst>
        <pc:spChg chg="mod">
          <ac:chgData name="Macher, Andreas (DI FA CTR PLC PPM)" userId="f1dcac62-7bef-43eb-91f0-927336a1714f" providerId="ADAL" clId="{42A619FA-2A58-4939-A31C-66F034B72B9C}" dt="2022-11-25T13:58:09.029" v="3025" actId="113"/>
          <ac:spMkLst>
            <pc:docMk/>
            <pc:sldMk cId="860732200" sldId="9805"/>
            <ac:spMk id="2" creationId="{63DF9877-DD35-6969-BEA5-BA03ACDEB10B}"/>
          </ac:spMkLst>
        </pc:spChg>
        <pc:spChg chg="add mod">
          <ac:chgData name="Macher, Andreas (DI FA CTR PLC PPM)" userId="f1dcac62-7bef-43eb-91f0-927336a1714f" providerId="ADAL" clId="{42A619FA-2A58-4939-A31C-66F034B72B9C}" dt="2022-11-25T12:39:01.901" v="2930" actId="1076"/>
          <ac:spMkLst>
            <pc:docMk/>
            <pc:sldMk cId="860732200" sldId="9805"/>
            <ac:spMk id="4" creationId="{0CBB8433-8C1D-1842-2D5C-8778F5566F9E}"/>
          </ac:spMkLst>
        </pc:spChg>
        <pc:spChg chg="add mod">
          <ac:chgData name="Macher, Andreas (DI FA CTR PLC PPM)" userId="f1dcac62-7bef-43eb-91f0-927336a1714f" providerId="ADAL" clId="{42A619FA-2A58-4939-A31C-66F034B72B9C}" dt="2022-11-25T12:39:01.901" v="2930" actId="1076"/>
          <ac:spMkLst>
            <pc:docMk/>
            <pc:sldMk cId="860732200" sldId="9805"/>
            <ac:spMk id="5" creationId="{5B510664-3D23-B629-3D23-B67ACB7780DB}"/>
          </ac:spMkLst>
        </pc:spChg>
        <pc:spChg chg="add mod">
          <ac:chgData name="Macher, Andreas (DI FA CTR PLC PPM)" userId="f1dcac62-7bef-43eb-91f0-927336a1714f" providerId="ADAL" clId="{42A619FA-2A58-4939-A31C-66F034B72B9C}" dt="2022-11-25T12:39:01.901" v="2930" actId="1076"/>
          <ac:spMkLst>
            <pc:docMk/>
            <pc:sldMk cId="860732200" sldId="9805"/>
            <ac:spMk id="6" creationId="{34D04DF0-F8CD-7B8D-CFE4-68324A111265}"/>
          </ac:spMkLst>
        </pc:spChg>
        <pc:spChg chg="add mod">
          <ac:chgData name="Macher, Andreas (DI FA CTR PLC PPM)" userId="f1dcac62-7bef-43eb-91f0-927336a1714f" providerId="ADAL" clId="{42A619FA-2A58-4939-A31C-66F034B72B9C}" dt="2022-11-25T12:39:01.901" v="2930" actId="1076"/>
          <ac:spMkLst>
            <pc:docMk/>
            <pc:sldMk cId="860732200" sldId="9805"/>
            <ac:spMk id="9" creationId="{7966C8F3-1B9C-E472-BF9D-132DF5972FBA}"/>
          </ac:spMkLst>
        </pc:spChg>
        <pc:spChg chg="add mod">
          <ac:chgData name="Macher, Andreas (DI FA CTR PLC PPM)" userId="f1dcac62-7bef-43eb-91f0-927336a1714f" providerId="ADAL" clId="{42A619FA-2A58-4939-A31C-66F034B72B9C}" dt="2022-11-25T12:39:01.901" v="2930" actId="1076"/>
          <ac:spMkLst>
            <pc:docMk/>
            <pc:sldMk cId="860732200" sldId="9805"/>
            <ac:spMk id="11" creationId="{66CA47D3-526B-C33C-0F2D-5DAF69579180}"/>
          </ac:spMkLst>
        </pc:spChg>
        <pc:spChg chg="mod">
          <ac:chgData name="Macher, Andreas (DI FA CTR PLC PPM)" userId="f1dcac62-7bef-43eb-91f0-927336a1714f" providerId="ADAL" clId="{42A619FA-2A58-4939-A31C-66F034B72B9C}" dt="2022-11-25T12:39:01.901" v="2930" actId="1076"/>
          <ac:spMkLst>
            <pc:docMk/>
            <pc:sldMk cId="860732200" sldId="9805"/>
            <ac:spMk id="13" creationId="{5C3B3EF0-A0A1-4A8E-A2F4-03567EBCF997}"/>
          </ac:spMkLst>
        </pc:spChg>
        <pc:spChg chg="add mod">
          <ac:chgData name="Macher, Andreas (DI FA CTR PLC PPM)" userId="f1dcac62-7bef-43eb-91f0-927336a1714f" providerId="ADAL" clId="{42A619FA-2A58-4939-A31C-66F034B72B9C}" dt="2022-11-25T12:39:01.901" v="2930" actId="1076"/>
          <ac:spMkLst>
            <pc:docMk/>
            <pc:sldMk cId="860732200" sldId="9805"/>
            <ac:spMk id="20" creationId="{116A3953-3D4D-9975-F0AF-30360F0EBBAA}"/>
          </ac:spMkLst>
        </pc:spChg>
        <pc:spChg chg="mod">
          <ac:chgData name="Macher, Andreas (DI FA CTR PLC PPM)" userId="f1dcac62-7bef-43eb-91f0-927336a1714f" providerId="ADAL" clId="{42A619FA-2A58-4939-A31C-66F034B72B9C}" dt="2022-11-25T12:39:01.901" v="2930" actId="1076"/>
          <ac:spMkLst>
            <pc:docMk/>
            <pc:sldMk cId="860732200" sldId="9805"/>
            <ac:spMk id="22" creationId="{1210B446-7FDF-EF88-C418-BAC29FBB083B}"/>
          </ac:spMkLst>
        </pc:spChg>
        <pc:spChg chg="add mod">
          <ac:chgData name="Macher, Andreas (DI FA CTR PLC PPM)" userId="f1dcac62-7bef-43eb-91f0-927336a1714f" providerId="ADAL" clId="{42A619FA-2A58-4939-A31C-66F034B72B9C}" dt="2022-11-25T12:39:01.901" v="2930" actId="1076"/>
          <ac:spMkLst>
            <pc:docMk/>
            <pc:sldMk cId="860732200" sldId="9805"/>
            <ac:spMk id="29" creationId="{17FAA8A4-BB46-F1D0-3B66-0907576A22B4}"/>
          </ac:spMkLst>
        </pc:spChg>
        <pc:spChg chg="add mod">
          <ac:chgData name="Macher, Andreas (DI FA CTR PLC PPM)" userId="f1dcac62-7bef-43eb-91f0-927336a1714f" providerId="ADAL" clId="{42A619FA-2A58-4939-A31C-66F034B72B9C}" dt="2022-11-25T12:39:01.901" v="2930" actId="1076"/>
          <ac:spMkLst>
            <pc:docMk/>
            <pc:sldMk cId="860732200" sldId="9805"/>
            <ac:spMk id="30" creationId="{F39BEE3B-0FE8-1880-58BC-E31229A0FAC3}"/>
          </ac:spMkLst>
        </pc:spChg>
        <pc:spChg chg="add mod">
          <ac:chgData name="Macher, Andreas (DI FA CTR PLC PPM)" userId="f1dcac62-7bef-43eb-91f0-927336a1714f" providerId="ADAL" clId="{42A619FA-2A58-4939-A31C-66F034B72B9C}" dt="2022-11-25T12:39:01.901" v="2930" actId="1076"/>
          <ac:spMkLst>
            <pc:docMk/>
            <pc:sldMk cId="860732200" sldId="9805"/>
            <ac:spMk id="31" creationId="{DB904CDE-E5D3-1276-23D3-34A33DB6D151}"/>
          </ac:spMkLst>
        </pc:spChg>
        <pc:spChg chg="add mod">
          <ac:chgData name="Macher, Andreas (DI FA CTR PLC PPM)" userId="f1dcac62-7bef-43eb-91f0-927336a1714f" providerId="ADAL" clId="{42A619FA-2A58-4939-A31C-66F034B72B9C}" dt="2022-11-25T12:39:01.901" v="2930" actId="1076"/>
          <ac:spMkLst>
            <pc:docMk/>
            <pc:sldMk cId="860732200" sldId="9805"/>
            <ac:spMk id="33" creationId="{83F5E677-EE52-07CB-6A25-E4E7BA9706EB}"/>
          </ac:spMkLst>
        </pc:spChg>
        <pc:spChg chg="add mod">
          <ac:chgData name="Macher, Andreas (DI FA CTR PLC PPM)" userId="f1dcac62-7bef-43eb-91f0-927336a1714f" providerId="ADAL" clId="{42A619FA-2A58-4939-A31C-66F034B72B9C}" dt="2022-11-25T12:39:01.901" v="2930" actId="1076"/>
          <ac:spMkLst>
            <pc:docMk/>
            <pc:sldMk cId="860732200" sldId="9805"/>
            <ac:spMk id="34" creationId="{6DFB3FD3-DBB0-3A87-D512-D447AC300B12}"/>
          </ac:spMkLst>
        </pc:spChg>
        <pc:spChg chg="add mod">
          <ac:chgData name="Macher, Andreas (DI FA CTR PLC PPM)" userId="f1dcac62-7bef-43eb-91f0-927336a1714f" providerId="ADAL" clId="{42A619FA-2A58-4939-A31C-66F034B72B9C}" dt="2022-11-25T12:39:01.901" v="2930" actId="1076"/>
          <ac:spMkLst>
            <pc:docMk/>
            <pc:sldMk cId="860732200" sldId="9805"/>
            <ac:spMk id="35" creationId="{F4EF0340-3055-DFF9-9BE7-2B6ABF01B9D9}"/>
          </ac:spMkLst>
        </pc:spChg>
        <pc:spChg chg="add mod">
          <ac:chgData name="Macher, Andreas (DI FA CTR PLC PPM)" userId="f1dcac62-7bef-43eb-91f0-927336a1714f" providerId="ADAL" clId="{42A619FA-2A58-4939-A31C-66F034B72B9C}" dt="2022-11-25T12:39:01.901" v="2930" actId="1076"/>
          <ac:spMkLst>
            <pc:docMk/>
            <pc:sldMk cId="860732200" sldId="9805"/>
            <ac:spMk id="38" creationId="{0A72613F-F5F5-39EA-0997-6FF4439D36EA}"/>
          </ac:spMkLst>
        </pc:spChg>
        <pc:spChg chg="add mod">
          <ac:chgData name="Macher, Andreas (DI FA CTR PLC PPM)" userId="f1dcac62-7bef-43eb-91f0-927336a1714f" providerId="ADAL" clId="{42A619FA-2A58-4939-A31C-66F034B72B9C}" dt="2022-11-25T12:39:01.901" v="2930" actId="1076"/>
          <ac:spMkLst>
            <pc:docMk/>
            <pc:sldMk cId="860732200" sldId="9805"/>
            <ac:spMk id="41" creationId="{BB75C713-56FE-2557-36C7-D4D360C5A4F0}"/>
          </ac:spMkLst>
        </pc:spChg>
        <pc:spChg chg="add mod">
          <ac:chgData name="Macher, Andreas (DI FA CTR PLC PPM)" userId="f1dcac62-7bef-43eb-91f0-927336a1714f" providerId="ADAL" clId="{42A619FA-2A58-4939-A31C-66F034B72B9C}" dt="2022-11-25T12:39:01.901" v="2930" actId="1076"/>
          <ac:spMkLst>
            <pc:docMk/>
            <pc:sldMk cId="860732200" sldId="9805"/>
            <ac:spMk id="49" creationId="{A332CED8-75C4-DCD6-E149-2268B0A34A03}"/>
          </ac:spMkLst>
        </pc:spChg>
        <pc:spChg chg="add del mod">
          <ac:chgData name="Macher, Andreas (DI FA CTR PLC PPM)" userId="f1dcac62-7bef-43eb-91f0-927336a1714f" providerId="ADAL" clId="{42A619FA-2A58-4939-A31C-66F034B72B9C}" dt="2022-11-25T12:34:33.992" v="2657" actId="478"/>
          <ac:spMkLst>
            <pc:docMk/>
            <pc:sldMk cId="860732200" sldId="9805"/>
            <ac:spMk id="56" creationId="{259F150C-38DA-A798-C236-1BDBC30166BD}"/>
          </ac:spMkLst>
        </pc:spChg>
        <pc:spChg chg="add mod">
          <ac:chgData name="Macher, Andreas (DI FA CTR PLC PPM)" userId="f1dcac62-7bef-43eb-91f0-927336a1714f" providerId="ADAL" clId="{42A619FA-2A58-4939-A31C-66F034B72B9C}" dt="2022-11-25T12:39:01.901" v="2930" actId="1076"/>
          <ac:spMkLst>
            <pc:docMk/>
            <pc:sldMk cId="860732200" sldId="9805"/>
            <ac:spMk id="63" creationId="{8EBCB06F-3A96-AC4D-CE3C-8B7A3EC99DB6}"/>
          </ac:spMkLst>
        </pc:spChg>
        <pc:spChg chg="add mod">
          <ac:chgData name="Macher, Andreas (DI FA CTR PLC PPM)" userId="f1dcac62-7bef-43eb-91f0-927336a1714f" providerId="ADAL" clId="{42A619FA-2A58-4939-A31C-66F034B72B9C}" dt="2022-11-25T12:39:01.901" v="2930" actId="1076"/>
          <ac:spMkLst>
            <pc:docMk/>
            <pc:sldMk cId="860732200" sldId="9805"/>
            <ac:spMk id="66" creationId="{66C1B07F-E093-20C0-562C-5BEB43F7FE0F}"/>
          </ac:spMkLst>
        </pc:spChg>
        <pc:spChg chg="add mod">
          <ac:chgData name="Macher, Andreas (DI FA CTR PLC PPM)" userId="f1dcac62-7bef-43eb-91f0-927336a1714f" providerId="ADAL" clId="{42A619FA-2A58-4939-A31C-66F034B72B9C}" dt="2022-11-25T12:39:01.901" v="2930" actId="1076"/>
          <ac:spMkLst>
            <pc:docMk/>
            <pc:sldMk cId="860732200" sldId="9805"/>
            <ac:spMk id="70" creationId="{CD6E3C64-A95A-E2F7-221A-8D5D2C1B3AAB}"/>
          </ac:spMkLst>
        </pc:spChg>
        <pc:spChg chg="add mod">
          <ac:chgData name="Macher, Andreas (DI FA CTR PLC PPM)" userId="f1dcac62-7bef-43eb-91f0-927336a1714f" providerId="ADAL" clId="{42A619FA-2A58-4939-A31C-66F034B72B9C}" dt="2022-11-25T12:39:01.901" v="2930" actId="1076"/>
          <ac:spMkLst>
            <pc:docMk/>
            <pc:sldMk cId="860732200" sldId="9805"/>
            <ac:spMk id="74" creationId="{44C3BEF4-95F1-AF3C-56C0-34C081F66BBE}"/>
          </ac:spMkLst>
        </pc:spChg>
        <pc:spChg chg="add mod">
          <ac:chgData name="Macher, Andreas (DI FA CTR PLC PPM)" userId="f1dcac62-7bef-43eb-91f0-927336a1714f" providerId="ADAL" clId="{42A619FA-2A58-4939-A31C-66F034B72B9C}" dt="2022-11-25T12:39:01.901" v="2930" actId="1076"/>
          <ac:spMkLst>
            <pc:docMk/>
            <pc:sldMk cId="860732200" sldId="9805"/>
            <ac:spMk id="75" creationId="{BB6199B2-1BC5-F18A-F80E-3DBA74CC8E32}"/>
          </ac:spMkLst>
        </pc:spChg>
        <pc:spChg chg="add mod">
          <ac:chgData name="Macher, Andreas (DI FA CTR PLC PPM)" userId="f1dcac62-7bef-43eb-91f0-927336a1714f" providerId="ADAL" clId="{42A619FA-2A58-4939-A31C-66F034B72B9C}" dt="2022-11-25T12:39:01.901" v="2930" actId="1076"/>
          <ac:spMkLst>
            <pc:docMk/>
            <pc:sldMk cId="860732200" sldId="9805"/>
            <ac:spMk id="76" creationId="{281E5639-A8B1-79EB-0027-FBE9BDA1D135}"/>
          </ac:spMkLst>
        </pc:spChg>
        <pc:spChg chg="add mod">
          <ac:chgData name="Macher, Andreas (DI FA CTR PLC PPM)" userId="f1dcac62-7bef-43eb-91f0-927336a1714f" providerId="ADAL" clId="{42A619FA-2A58-4939-A31C-66F034B72B9C}" dt="2022-11-25T12:39:01.901" v="2930" actId="1076"/>
          <ac:spMkLst>
            <pc:docMk/>
            <pc:sldMk cId="860732200" sldId="9805"/>
            <ac:spMk id="77" creationId="{00EA95DD-DE75-44AA-988C-0BE888EE014C}"/>
          </ac:spMkLst>
        </pc:spChg>
        <pc:spChg chg="add mod">
          <ac:chgData name="Macher, Andreas (DI FA CTR PLC PPM)" userId="f1dcac62-7bef-43eb-91f0-927336a1714f" providerId="ADAL" clId="{42A619FA-2A58-4939-A31C-66F034B72B9C}" dt="2022-11-25T12:39:01.901" v="2930" actId="1076"/>
          <ac:spMkLst>
            <pc:docMk/>
            <pc:sldMk cId="860732200" sldId="9805"/>
            <ac:spMk id="78" creationId="{117EF0AD-8618-B4AA-0D81-53F8414E4362}"/>
          </ac:spMkLst>
        </pc:spChg>
        <pc:spChg chg="add mod">
          <ac:chgData name="Macher, Andreas (DI FA CTR PLC PPM)" userId="f1dcac62-7bef-43eb-91f0-927336a1714f" providerId="ADAL" clId="{42A619FA-2A58-4939-A31C-66F034B72B9C}" dt="2022-11-25T12:39:01.901" v="2930" actId="1076"/>
          <ac:spMkLst>
            <pc:docMk/>
            <pc:sldMk cId="860732200" sldId="9805"/>
            <ac:spMk id="80" creationId="{DC829CE5-6D40-6599-5400-9471D83CD978}"/>
          </ac:spMkLst>
        </pc:spChg>
        <pc:spChg chg="add mod">
          <ac:chgData name="Macher, Andreas (DI FA CTR PLC PPM)" userId="f1dcac62-7bef-43eb-91f0-927336a1714f" providerId="ADAL" clId="{42A619FA-2A58-4939-A31C-66F034B72B9C}" dt="2022-11-25T12:39:01.901" v="2930" actId="1076"/>
          <ac:spMkLst>
            <pc:docMk/>
            <pc:sldMk cId="860732200" sldId="9805"/>
            <ac:spMk id="83" creationId="{AB1D89C8-63FD-4EFD-003E-0FFDEA59B3BE}"/>
          </ac:spMkLst>
        </pc:spChg>
        <pc:spChg chg="add mod">
          <ac:chgData name="Macher, Andreas (DI FA CTR PLC PPM)" userId="f1dcac62-7bef-43eb-91f0-927336a1714f" providerId="ADAL" clId="{42A619FA-2A58-4939-A31C-66F034B72B9C}" dt="2022-11-25T12:39:01.901" v="2930" actId="1076"/>
          <ac:spMkLst>
            <pc:docMk/>
            <pc:sldMk cId="860732200" sldId="9805"/>
            <ac:spMk id="84" creationId="{0EC7BCF1-FA63-9DAC-6BF8-193877F6D131}"/>
          </ac:spMkLst>
        </pc:spChg>
        <pc:spChg chg="add mod">
          <ac:chgData name="Macher, Andreas (DI FA CTR PLC PPM)" userId="f1dcac62-7bef-43eb-91f0-927336a1714f" providerId="ADAL" clId="{42A619FA-2A58-4939-A31C-66F034B72B9C}" dt="2022-11-25T12:39:01.901" v="2930" actId="1076"/>
          <ac:spMkLst>
            <pc:docMk/>
            <pc:sldMk cId="860732200" sldId="9805"/>
            <ac:spMk id="85" creationId="{1C1D8CDB-1478-0077-506D-E5A8F710A494}"/>
          </ac:spMkLst>
        </pc:spChg>
        <pc:spChg chg="add mod">
          <ac:chgData name="Macher, Andreas (DI FA CTR PLC PPM)" userId="f1dcac62-7bef-43eb-91f0-927336a1714f" providerId="ADAL" clId="{42A619FA-2A58-4939-A31C-66F034B72B9C}" dt="2022-11-25T12:39:01.901" v="2930" actId="1076"/>
          <ac:spMkLst>
            <pc:docMk/>
            <pc:sldMk cId="860732200" sldId="9805"/>
            <ac:spMk id="86" creationId="{3FE5F30F-B4CC-38C7-51BF-6EA065D50E3A}"/>
          </ac:spMkLst>
        </pc:spChg>
        <pc:spChg chg="add mod ord">
          <ac:chgData name="Macher, Andreas (DI FA CTR PLC PPM)" userId="f1dcac62-7bef-43eb-91f0-927336a1714f" providerId="ADAL" clId="{42A619FA-2A58-4939-A31C-66F034B72B9C}" dt="2022-11-25T12:39:01.901" v="2930" actId="1076"/>
          <ac:spMkLst>
            <pc:docMk/>
            <pc:sldMk cId="860732200" sldId="9805"/>
            <ac:spMk id="87" creationId="{1D1CDBEA-CFED-985C-3CB1-FDB4F892BB6B}"/>
          </ac:spMkLst>
        </pc:spChg>
        <pc:spChg chg="add mod">
          <ac:chgData name="Macher, Andreas (DI FA CTR PLC PPM)" userId="f1dcac62-7bef-43eb-91f0-927336a1714f" providerId="ADAL" clId="{42A619FA-2A58-4939-A31C-66F034B72B9C}" dt="2022-11-25T13:56:54.950" v="3012" actId="20577"/>
          <ac:spMkLst>
            <pc:docMk/>
            <pc:sldMk cId="860732200" sldId="9805"/>
            <ac:spMk id="93" creationId="{91BE891F-AC93-365F-4BF6-85912C341C01}"/>
          </ac:spMkLst>
        </pc:spChg>
        <pc:grpChg chg="add mod">
          <ac:chgData name="Macher, Andreas (DI FA CTR PLC PPM)" userId="f1dcac62-7bef-43eb-91f0-927336a1714f" providerId="ADAL" clId="{42A619FA-2A58-4939-A31C-66F034B72B9C}" dt="2022-11-25T12:39:01.901" v="2930" actId="1076"/>
          <ac:grpSpMkLst>
            <pc:docMk/>
            <pc:sldMk cId="860732200" sldId="9805"/>
            <ac:grpSpMk id="12" creationId="{A0BBC705-2BAF-2BB3-9B7C-D6C7683E305D}"/>
          </ac:grpSpMkLst>
        </pc:grpChg>
        <pc:grpChg chg="mod">
          <ac:chgData name="Macher, Andreas (DI FA CTR PLC PPM)" userId="f1dcac62-7bef-43eb-91f0-927336a1714f" providerId="ADAL" clId="{42A619FA-2A58-4939-A31C-66F034B72B9C}" dt="2022-11-25T12:39:01.901" v="2930" actId="1076"/>
          <ac:grpSpMkLst>
            <pc:docMk/>
            <pc:sldMk cId="860732200" sldId="9805"/>
            <ac:grpSpMk id="14" creationId="{77376BA0-AFDB-ADC8-7EF4-940EFF70D41C}"/>
          </ac:grpSpMkLst>
        </pc:grpChg>
        <pc:grpChg chg="add mod">
          <ac:chgData name="Macher, Andreas (DI FA CTR PLC PPM)" userId="f1dcac62-7bef-43eb-91f0-927336a1714f" providerId="ADAL" clId="{42A619FA-2A58-4939-A31C-66F034B72B9C}" dt="2022-11-25T12:39:01.901" v="2930" actId="1076"/>
          <ac:grpSpMkLst>
            <pc:docMk/>
            <pc:sldMk cId="860732200" sldId="9805"/>
            <ac:grpSpMk id="21" creationId="{5F55D575-997D-4C20-DF5E-3D52CE65C4DB}"/>
          </ac:grpSpMkLst>
        </pc:grpChg>
        <pc:grpChg chg="mod">
          <ac:chgData name="Macher, Andreas (DI FA CTR PLC PPM)" userId="f1dcac62-7bef-43eb-91f0-927336a1714f" providerId="ADAL" clId="{42A619FA-2A58-4939-A31C-66F034B72B9C}" dt="2022-11-25T12:39:01.901" v="2930" actId="1076"/>
          <ac:grpSpMkLst>
            <pc:docMk/>
            <pc:sldMk cId="860732200" sldId="9805"/>
            <ac:grpSpMk id="23" creationId="{048F41D9-42A2-12A7-1012-E1D7CBC3896E}"/>
          </ac:grpSpMkLst>
        </pc:grpChg>
        <pc:grpChg chg="add mod">
          <ac:chgData name="Macher, Andreas (DI FA CTR PLC PPM)" userId="f1dcac62-7bef-43eb-91f0-927336a1714f" providerId="ADAL" clId="{42A619FA-2A58-4939-A31C-66F034B72B9C}" dt="2022-11-25T12:39:01.901" v="2930" actId="1076"/>
          <ac:grpSpMkLst>
            <pc:docMk/>
            <pc:sldMk cId="860732200" sldId="9805"/>
            <ac:grpSpMk id="44" creationId="{121BB4A5-1DA5-5188-E9DA-E9F15F6BE213}"/>
          </ac:grpSpMkLst>
        </pc:grpChg>
        <pc:grpChg chg="add del mod">
          <ac:chgData name="Macher, Andreas (DI FA CTR PLC PPM)" userId="f1dcac62-7bef-43eb-91f0-927336a1714f" providerId="ADAL" clId="{42A619FA-2A58-4939-A31C-66F034B72B9C}" dt="2022-11-25T12:34:33.992" v="2657" actId="478"/>
          <ac:grpSpMkLst>
            <pc:docMk/>
            <pc:sldMk cId="860732200" sldId="9805"/>
            <ac:grpSpMk id="51" creationId="{585686DB-4E7F-BD01-07F5-284F516FAB81}"/>
          </ac:grpSpMkLst>
        </pc:grpChg>
        <pc:grpChg chg="add mod">
          <ac:chgData name="Macher, Andreas (DI FA CTR PLC PPM)" userId="f1dcac62-7bef-43eb-91f0-927336a1714f" providerId="ADAL" clId="{42A619FA-2A58-4939-A31C-66F034B72B9C}" dt="2022-11-25T12:39:01.901" v="2930" actId="1076"/>
          <ac:grpSpMkLst>
            <pc:docMk/>
            <pc:sldMk cId="860732200" sldId="9805"/>
            <ac:grpSpMk id="58" creationId="{6C436D01-7BBD-2A4B-9761-E50686B4F664}"/>
          </ac:grpSpMkLst>
        </pc:grpChg>
        <pc:picChg chg="add mod">
          <ac:chgData name="Macher, Andreas (DI FA CTR PLC PPM)" userId="f1dcac62-7bef-43eb-91f0-927336a1714f" providerId="ADAL" clId="{42A619FA-2A58-4939-A31C-66F034B72B9C}" dt="2022-11-25T12:39:01.901" v="2930" actId="1076"/>
          <ac:picMkLst>
            <pc:docMk/>
            <pc:sldMk cId="860732200" sldId="9805"/>
            <ac:picMk id="7" creationId="{4555D06D-8569-DCEE-F29E-0402E751755F}"/>
          </ac:picMkLst>
        </pc:picChg>
        <pc:picChg chg="mod">
          <ac:chgData name="Macher, Andreas (DI FA CTR PLC PPM)" userId="f1dcac62-7bef-43eb-91f0-927336a1714f" providerId="ADAL" clId="{42A619FA-2A58-4939-A31C-66F034B72B9C}" dt="2022-11-25T12:39:01.901" v="2930" actId="1076"/>
          <ac:picMkLst>
            <pc:docMk/>
            <pc:sldMk cId="860732200" sldId="9805"/>
            <ac:picMk id="15" creationId="{A0EFABB1-CC2F-CE2F-14B4-9BE3B045B62F}"/>
          </ac:picMkLst>
        </pc:picChg>
        <pc:picChg chg="mod">
          <ac:chgData name="Macher, Andreas (DI FA CTR PLC PPM)" userId="f1dcac62-7bef-43eb-91f0-927336a1714f" providerId="ADAL" clId="{42A619FA-2A58-4939-A31C-66F034B72B9C}" dt="2022-11-25T12:39:01.901" v="2930" actId="1076"/>
          <ac:picMkLst>
            <pc:docMk/>
            <pc:sldMk cId="860732200" sldId="9805"/>
            <ac:picMk id="16" creationId="{62852FFF-3B83-9EC5-60BF-25C3803D628D}"/>
          </ac:picMkLst>
        </pc:picChg>
        <pc:picChg chg="mod">
          <ac:chgData name="Macher, Andreas (DI FA CTR PLC PPM)" userId="f1dcac62-7bef-43eb-91f0-927336a1714f" providerId="ADAL" clId="{42A619FA-2A58-4939-A31C-66F034B72B9C}" dt="2022-11-25T12:39:01.901" v="2930" actId="1076"/>
          <ac:picMkLst>
            <pc:docMk/>
            <pc:sldMk cId="860732200" sldId="9805"/>
            <ac:picMk id="17" creationId="{45753770-8019-3431-B53C-9211F84C5F0A}"/>
          </ac:picMkLst>
        </pc:picChg>
        <pc:picChg chg="add mod">
          <ac:chgData name="Macher, Andreas (DI FA CTR PLC PPM)" userId="f1dcac62-7bef-43eb-91f0-927336a1714f" providerId="ADAL" clId="{42A619FA-2A58-4939-A31C-66F034B72B9C}" dt="2022-11-25T12:39:01.901" v="2930" actId="1076"/>
          <ac:picMkLst>
            <pc:docMk/>
            <pc:sldMk cId="860732200" sldId="9805"/>
            <ac:picMk id="18" creationId="{4D9724A2-696B-E2A4-37F6-A8B49532AEA2}"/>
          </ac:picMkLst>
        </pc:picChg>
        <pc:picChg chg="mod">
          <ac:chgData name="Macher, Andreas (DI FA CTR PLC PPM)" userId="f1dcac62-7bef-43eb-91f0-927336a1714f" providerId="ADAL" clId="{42A619FA-2A58-4939-A31C-66F034B72B9C}" dt="2022-11-25T12:39:01.901" v="2930" actId="1076"/>
          <ac:picMkLst>
            <pc:docMk/>
            <pc:sldMk cId="860732200" sldId="9805"/>
            <ac:picMk id="24" creationId="{029F751F-507D-FF2D-0A1C-5963CBE1E0E6}"/>
          </ac:picMkLst>
        </pc:picChg>
        <pc:picChg chg="mod">
          <ac:chgData name="Macher, Andreas (DI FA CTR PLC PPM)" userId="f1dcac62-7bef-43eb-91f0-927336a1714f" providerId="ADAL" clId="{42A619FA-2A58-4939-A31C-66F034B72B9C}" dt="2022-11-25T12:39:01.901" v="2930" actId="1076"/>
          <ac:picMkLst>
            <pc:docMk/>
            <pc:sldMk cId="860732200" sldId="9805"/>
            <ac:picMk id="25" creationId="{DDDB2ED0-089D-363E-8B8F-07F316071C9A}"/>
          </ac:picMkLst>
        </pc:picChg>
        <pc:picChg chg="mod">
          <ac:chgData name="Macher, Andreas (DI FA CTR PLC PPM)" userId="f1dcac62-7bef-43eb-91f0-927336a1714f" providerId="ADAL" clId="{42A619FA-2A58-4939-A31C-66F034B72B9C}" dt="2022-11-25T12:39:01.901" v="2930" actId="1076"/>
          <ac:picMkLst>
            <pc:docMk/>
            <pc:sldMk cId="860732200" sldId="9805"/>
            <ac:picMk id="26" creationId="{74E47306-42B8-A57A-79A5-BEFA677F083E}"/>
          </ac:picMkLst>
        </pc:picChg>
        <pc:picChg chg="add mod">
          <ac:chgData name="Macher, Andreas (DI FA CTR PLC PPM)" userId="f1dcac62-7bef-43eb-91f0-927336a1714f" providerId="ADAL" clId="{42A619FA-2A58-4939-A31C-66F034B72B9C}" dt="2022-11-25T12:39:01.901" v="2930" actId="1076"/>
          <ac:picMkLst>
            <pc:docMk/>
            <pc:sldMk cId="860732200" sldId="9805"/>
            <ac:picMk id="27" creationId="{EABE495A-1BAF-34E7-9635-D666C1562A31}"/>
          </ac:picMkLst>
        </pc:picChg>
        <pc:picChg chg="add mod">
          <ac:chgData name="Macher, Andreas (DI FA CTR PLC PPM)" userId="f1dcac62-7bef-43eb-91f0-927336a1714f" providerId="ADAL" clId="{42A619FA-2A58-4939-A31C-66F034B72B9C}" dt="2022-11-25T12:39:01.901" v="2930" actId="1076"/>
          <ac:picMkLst>
            <pc:docMk/>
            <pc:sldMk cId="860732200" sldId="9805"/>
            <ac:picMk id="36" creationId="{A0D98F5D-E044-65DA-B9A4-B57D1F7BC8A4}"/>
          </ac:picMkLst>
        </pc:picChg>
        <pc:picChg chg="add mod">
          <ac:chgData name="Macher, Andreas (DI FA CTR PLC PPM)" userId="f1dcac62-7bef-43eb-91f0-927336a1714f" providerId="ADAL" clId="{42A619FA-2A58-4939-A31C-66F034B72B9C}" dt="2022-11-25T12:39:01.901" v="2930" actId="1076"/>
          <ac:picMkLst>
            <pc:docMk/>
            <pc:sldMk cId="860732200" sldId="9805"/>
            <ac:picMk id="39" creationId="{9606D8A8-6C28-7F71-5C02-2EB72F751634}"/>
          </ac:picMkLst>
        </pc:picChg>
        <pc:picChg chg="mod">
          <ac:chgData name="Macher, Andreas (DI FA CTR PLC PPM)" userId="f1dcac62-7bef-43eb-91f0-927336a1714f" providerId="ADAL" clId="{42A619FA-2A58-4939-A31C-66F034B72B9C}" dt="2022-11-25T12:39:01.901" v="2930" actId="1076"/>
          <ac:picMkLst>
            <pc:docMk/>
            <pc:sldMk cId="860732200" sldId="9805"/>
            <ac:picMk id="45" creationId="{9150D2B8-2DF8-1D7B-AF64-C7BE812EBD2E}"/>
          </ac:picMkLst>
        </pc:picChg>
        <pc:picChg chg="mod">
          <ac:chgData name="Macher, Andreas (DI FA CTR PLC PPM)" userId="f1dcac62-7bef-43eb-91f0-927336a1714f" providerId="ADAL" clId="{42A619FA-2A58-4939-A31C-66F034B72B9C}" dt="2022-11-25T12:39:01.901" v="2930" actId="1076"/>
          <ac:picMkLst>
            <pc:docMk/>
            <pc:sldMk cId="860732200" sldId="9805"/>
            <ac:picMk id="46" creationId="{D01F76BD-E141-F008-E5F0-2C9571E02FAC}"/>
          </ac:picMkLst>
        </pc:picChg>
        <pc:picChg chg="mod">
          <ac:chgData name="Macher, Andreas (DI FA CTR PLC PPM)" userId="f1dcac62-7bef-43eb-91f0-927336a1714f" providerId="ADAL" clId="{42A619FA-2A58-4939-A31C-66F034B72B9C}" dt="2022-11-25T12:39:01.901" v="2930" actId="1076"/>
          <ac:picMkLst>
            <pc:docMk/>
            <pc:sldMk cId="860732200" sldId="9805"/>
            <ac:picMk id="47" creationId="{521F57C7-D751-C652-512A-D7AB20D8CB3F}"/>
          </ac:picMkLst>
        </pc:picChg>
        <pc:picChg chg="mod">
          <ac:chgData name="Macher, Andreas (DI FA CTR PLC PPM)" userId="f1dcac62-7bef-43eb-91f0-927336a1714f" providerId="ADAL" clId="{42A619FA-2A58-4939-A31C-66F034B72B9C}" dt="2022-11-25T12:39:01.901" v="2930" actId="1076"/>
          <ac:picMkLst>
            <pc:docMk/>
            <pc:sldMk cId="860732200" sldId="9805"/>
            <ac:picMk id="48" creationId="{5CCDF092-ED0F-5D57-8A0F-6B22C9F937E0}"/>
          </ac:picMkLst>
        </pc:picChg>
        <pc:picChg chg="mod">
          <ac:chgData name="Macher, Andreas (DI FA CTR PLC PPM)" userId="f1dcac62-7bef-43eb-91f0-927336a1714f" providerId="ADAL" clId="{42A619FA-2A58-4939-A31C-66F034B72B9C}" dt="2022-11-25T12:34:18.627" v="2654" actId="1076"/>
          <ac:picMkLst>
            <pc:docMk/>
            <pc:sldMk cId="860732200" sldId="9805"/>
            <ac:picMk id="52" creationId="{38B1E60F-65F4-73A0-23F2-E9C00CEEAE30}"/>
          </ac:picMkLst>
        </pc:picChg>
        <pc:picChg chg="mod">
          <ac:chgData name="Macher, Andreas (DI FA CTR PLC PPM)" userId="f1dcac62-7bef-43eb-91f0-927336a1714f" providerId="ADAL" clId="{42A619FA-2A58-4939-A31C-66F034B72B9C}" dt="2022-11-25T12:34:18.627" v="2654" actId="1076"/>
          <ac:picMkLst>
            <pc:docMk/>
            <pc:sldMk cId="860732200" sldId="9805"/>
            <ac:picMk id="53" creationId="{CDF90E1F-100E-5D29-BBDE-56B32C4424AD}"/>
          </ac:picMkLst>
        </pc:picChg>
        <pc:picChg chg="mod">
          <ac:chgData name="Macher, Andreas (DI FA CTR PLC PPM)" userId="f1dcac62-7bef-43eb-91f0-927336a1714f" providerId="ADAL" clId="{42A619FA-2A58-4939-A31C-66F034B72B9C}" dt="2022-11-25T12:34:18.627" v="2654" actId="1076"/>
          <ac:picMkLst>
            <pc:docMk/>
            <pc:sldMk cId="860732200" sldId="9805"/>
            <ac:picMk id="54" creationId="{E0859325-4BDC-6372-CFBC-EDA9DC95CC95}"/>
          </ac:picMkLst>
        </pc:picChg>
        <pc:picChg chg="mod">
          <ac:chgData name="Macher, Andreas (DI FA CTR PLC PPM)" userId="f1dcac62-7bef-43eb-91f0-927336a1714f" providerId="ADAL" clId="{42A619FA-2A58-4939-A31C-66F034B72B9C}" dt="2022-11-25T12:34:18.627" v="2654" actId="1076"/>
          <ac:picMkLst>
            <pc:docMk/>
            <pc:sldMk cId="860732200" sldId="9805"/>
            <ac:picMk id="55" creationId="{47A2614B-C9FF-1013-EE4F-4234535633EB}"/>
          </ac:picMkLst>
        </pc:picChg>
        <pc:picChg chg="mod">
          <ac:chgData name="Macher, Andreas (DI FA CTR PLC PPM)" userId="f1dcac62-7bef-43eb-91f0-927336a1714f" providerId="ADAL" clId="{42A619FA-2A58-4939-A31C-66F034B72B9C}" dt="2022-11-25T12:39:01.901" v="2930" actId="1076"/>
          <ac:picMkLst>
            <pc:docMk/>
            <pc:sldMk cId="860732200" sldId="9805"/>
            <ac:picMk id="59" creationId="{A8043542-CBC8-DF88-C0D9-BD28A2DE278E}"/>
          </ac:picMkLst>
        </pc:picChg>
        <pc:picChg chg="mod">
          <ac:chgData name="Macher, Andreas (DI FA CTR PLC PPM)" userId="f1dcac62-7bef-43eb-91f0-927336a1714f" providerId="ADAL" clId="{42A619FA-2A58-4939-A31C-66F034B72B9C}" dt="2022-11-25T12:39:01.901" v="2930" actId="1076"/>
          <ac:picMkLst>
            <pc:docMk/>
            <pc:sldMk cId="860732200" sldId="9805"/>
            <ac:picMk id="60" creationId="{95C29BB4-5AEC-8FAE-DB83-C2A87F1FCD12}"/>
          </ac:picMkLst>
        </pc:picChg>
        <pc:picChg chg="mod">
          <ac:chgData name="Macher, Andreas (DI FA CTR PLC PPM)" userId="f1dcac62-7bef-43eb-91f0-927336a1714f" providerId="ADAL" clId="{42A619FA-2A58-4939-A31C-66F034B72B9C}" dt="2022-11-25T12:39:01.901" v="2930" actId="1076"/>
          <ac:picMkLst>
            <pc:docMk/>
            <pc:sldMk cId="860732200" sldId="9805"/>
            <ac:picMk id="61" creationId="{30BD4B45-2E9C-37BD-D003-34F2708300C0}"/>
          </ac:picMkLst>
        </pc:picChg>
        <pc:picChg chg="mod">
          <ac:chgData name="Macher, Andreas (DI FA CTR PLC PPM)" userId="f1dcac62-7bef-43eb-91f0-927336a1714f" providerId="ADAL" clId="{42A619FA-2A58-4939-A31C-66F034B72B9C}" dt="2022-11-25T12:39:01.901" v="2930" actId="1076"/>
          <ac:picMkLst>
            <pc:docMk/>
            <pc:sldMk cId="860732200" sldId="9805"/>
            <ac:picMk id="62" creationId="{34DABE26-DAC8-87CA-6187-B9C91FCA3FCE}"/>
          </ac:picMkLst>
        </pc:picChg>
        <pc:picChg chg="add mod">
          <ac:chgData name="Macher, Andreas (DI FA CTR PLC PPM)" userId="f1dcac62-7bef-43eb-91f0-927336a1714f" providerId="ADAL" clId="{42A619FA-2A58-4939-A31C-66F034B72B9C}" dt="2022-11-25T12:39:01.901" v="2930" actId="1076"/>
          <ac:picMkLst>
            <pc:docMk/>
            <pc:sldMk cId="860732200" sldId="9805"/>
            <ac:picMk id="64" creationId="{B4895F50-AF24-A800-53F1-490782B39CC5}"/>
          </ac:picMkLst>
        </pc:picChg>
        <pc:picChg chg="add mod">
          <ac:chgData name="Macher, Andreas (DI FA CTR PLC PPM)" userId="f1dcac62-7bef-43eb-91f0-927336a1714f" providerId="ADAL" clId="{42A619FA-2A58-4939-A31C-66F034B72B9C}" dt="2022-11-25T12:39:01.901" v="2930" actId="1076"/>
          <ac:picMkLst>
            <pc:docMk/>
            <pc:sldMk cId="860732200" sldId="9805"/>
            <ac:picMk id="67" creationId="{91E3FAD9-6320-F4BE-2EEA-178BACE6DB7C}"/>
          </ac:picMkLst>
        </pc:picChg>
        <pc:picChg chg="add mod">
          <ac:chgData name="Macher, Andreas (DI FA CTR PLC PPM)" userId="f1dcac62-7bef-43eb-91f0-927336a1714f" providerId="ADAL" clId="{42A619FA-2A58-4939-A31C-66F034B72B9C}" dt="2022-11-25T12:39:01.901" v="2930" actId="1076"/>
          <ac:picMkLst>
            <pc:docMk/>
            <pc:sldMk cId="860732200" sldId="9805"/>
            <ac:picMk id="68" creationId="{DD4B1395-9367-8E7A-2D21-E4BFAF4C1D1E}"/>
          </ac:picMkLst>
        </pc:picChg>
        <pc:picChg chg="add mod">
          <ac:chgData name="Macher, Andreas (DI FA CTR PLC PPM)" userId="f1dcac62-7bef-43eb-91f0-927336a1714f" providerId="ADAL" clId="{42A619FA-2A58-4939-A31C-66F034B72B9C}" dt="2022-11-25T12:39:01.901" v="2930" actId="1076"/>
          <ac:picMkLst>
            <pc:docMk/>
            <pc:sldMk cId="860732200" sldId="9805"/>
            <ac:picMk id="71" creationId="{6314E425-B92A-13F0-DBF7-0C5E342282C8}"/>
          </ac:picMkLst>
        </pc:picChg>
        <pc:picChg chg="add mod">
          <ac:chgData name="Macher, Andreas (DI FA CTR PLC PPM)" userId="f1dcac62-7bef-43eb-91f0-927336a1714f" providerId="ADAL" clId="{42A619FA-2A58-4939-A31C-66F034B72B9C}" dt="2022-11-25T12:39:01.901" v="2930" actId="1076"/>
          <ac:picMkLst>
            <pc:docMk/>
            <pc:sldMk cId="860732200" sldId="9805"/>
            <ac:picMk id="72" creationId="{4EF900E4-7C4C-A341-F6D8-FDCCE8B88B1A}"/>
          </ac:picMkLst>
        </pc:picChg>
        <pc:picChg chg="add mod">
          <ac:chgData name="Macher, Andreas (DI FA CTR PLC PPM)" userId="f1dcac62-7bef-43eb-91f0-927336a1714f" providerId="ADAL" clId="{42A619FA-2A58-4939-A31C-66F034B72B9C}" dt="2022-11-25T12:39:01.901" v="2930" actId="1076"/>
          <ac:picMkLst>
            <pc:docMk/>
            <pc:sldMk cId="860732200" sldId="9805"/>
            <ac:picMk id="79" creationId="{887E42A3-A683-5BDB-B88E-D291F1B55938}"/>
          </ac:picMkLst>
        </pc:picChg>
        <pc:picChg chg="add del mod">
          <ac:chgData name="Macher, Andreas (DI FA CTR PLC PPM)" userId="f1dcac62-7bef-43eb-91f0-927336a1714f" providerId="ADAL" clId="{42A619FA-2A58-4939-A31C-66F034B72B9C}" dt="2022-11-25T13:55:01.740" v="2965" actId="478"/>
          <ac:picMkLst>
            <pc:docMk/>
            <pc:sldMk cId="860732200" sldId="9805"/>
            <ac:picMk id="95" creationId="{F2838D9F-B9A1-A29D-2600-3F99C7709998}"/>
          </ac:picMkLst>
        </pc:picChg>
        <pc:picChg chg="add mod">
          <ac:chgData name="Macher, Andreas (DI FA CTR PLC PPM)" userId="f1dcac62-7bef-43eb-91f0-927336a1714f" providerId="ADAL" clId="{42A619FA-2A58-4939-A31C-66F034B72B9C}" dt="2022-11-25T13:55:14.982" v="2971" actId="1076"/>
          <ac:picMkLst>
            <pc:docMk/>
            <pc:sldMk cId="860732200" sldId="9805"/>
            <ac:picMk id="97" creationId="{02CE0D91-ECEC-0715-7791-23B55A909568}"/>
          </ac:picMkLst>
        </pc:picChg>
        <pc:cxnChg chg="add mod">
          <ac:chgData name="Macher, Andreas (DI FA CTR PLC PPM)" userId="f1dcac62-7bef-43eb-91f0-927336a1714f" providerId="ADAL" clId="{42A619FA-2A58-4939-A31C-66F034B72B9C}" dt="2022-11-25T12:39:01.901" v="2930" actId="1076"/>
          <ac:cxnSpMkLst>
            <pc:docMk/>
            <pc:sldMk cId="860732200" sldId="9805"/>
            <ac:cxnSpMk id="8" creationId="{301D4531-0690-C012-6DBC-1D929EE77B59}"/>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10" creationId="{613FBF91-6566-3973-17A5-0C6C04C85937}"/>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19" creationId="{9DA0152B-3C8D-BF1C-CEA1-E766BD6ECA35}"/>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28" creationId="{DC837CCE-58BC-E49B-180F-FDCA5FAD5785}"/>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32" creationId="{8AFE2317-EC8C-58A3-BDA8-27B46033A3A5}"/>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37" creationId="{B01B2906-333D-CEAD-06E5-E4F9A6BC35F7}"/>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40" creationId="{C9B90BF8-A3CE-6F70-C957-3AA3447DC9F0}"/>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42" creationId="{C9124833-0D34-2147-C6DF-87CE7454C3DE}"/>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43" creationId="{CB786E65-06C6-1656-E911-BD63219CFF80}"/>
          </ac:cxnSpMkLst>
        </pc:cxnChg>
        <pc:cxnChg chg="add del mod">
          <ac:chgData name="Macher, Andreas (DI FA CTR PLC PPM)" userId="f1dcac62-7bef-43eb-91f0-927336a1714f" providerId="ADAL" clId="{42A619FA-2A58-4939-A31C-66F034B72B9C}" dt="2022-11-25T12:34:37.334" v="2658" actId="478"/>
          <ac:cxnSpMkLst>
            <pc:docMk/>
            <pc:sldMk cId="860732200" sldId="9805"/>
            <ac:cxnSpMk id="50" creationId="{667BBC79-D932-6525-7022-AF9DB6C6DE3C}"/>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57" creationId="{5B175D7B-DE72-6609-4582-D83BFDDC0DBD}"/>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65" creationId="{1B31BE74-7BB6-47A0-0266-4DBD8A19B1A5}"/>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69" creationId="{973D586D-8AAE-869C-9EDF-EF493B5D69FE}"/>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73" creationId="{6E87AB79-5364-3702-B5B0-087442ACB97A}"/>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81" creationId="{18294C70-518A-5E9D-F534-9948E503BA7F}"/>
          </ac:cxnSpMkLst>
        </pc:cxnChg>
        <pc:cxnChg chg="add mod">
          <ac:chgData name="Macher, Andreas (DI FA CTR PLC PPM)" userId="f1dcac62-7bef-43eb-91f0-927336a1714f" providerId="ADAL" clId="{42A619FA-2A58-4939-A31C-66F034B72B9C}" dt="2022-11-25T12:39:01.901" v="2930" actId="1076"/>
          <ac:cxnSpMkLst>
            <pc:docMk/>
            <pc:sldMk cId="860732200" sldId="9805"/>
            <ac:cxnSpMk id="82" creationId="{A435BD44-EB82-35A3-9E97-31C4058FBA43}"/>
          </ac:cxnSpMkLst>
        </pc:cxnChg>
      </pc:sldChg>
      <pc:sldChg chg="addSp delSp modSp add del mod">
        <pc:chgData name="Macher, Andreas (DI FA CTR PLC PPM)" userId="f1dcac62-7bef-43eb-91f0-927336a1714f" providerId="ADAL" clId="{42A619FA-2A58-4939-A31C-66F034B72B9C}" dt="2022-11-25T17:42:48.647" v="7284" actId="47"/>
        <pc:sldMkLst>
          <pc:docMk/>
          <pc:sldMk cId="414608196" sldId="9806"/>
        </pc:sldMkLst>
        <pc:spChg chg="mod">
          <ac:chgData name="Macher, Andreas (DI FA CTR PLC PPM)" userId="f1dcac62-7bef-43eb-91f0-927336a1714f" providerId="ADAL" clId="{42A619FA-2A58-4939-A31C-66F034B72B9C}" dt="2022-11-25T13:59:01.902" v="3055" actId="113"/>
          <ac:spMkLst>
            <pc:docMk/>
            <pc:sldMk cId="414608196" sldId="9806"/>
            <ac:spMk id="2" creationId="{63DF9877-DD35-6969-BEA5-BA03ACDEB10B}"/>
          </ac:spMkLst>
        </pc:spChg>
        <pc:spChg chg="del">
          <ac:chgData name="Macher, Andreas (DI FA CTR PLC PPM)" userId="f1dcac62-7bef-43eb-91f0-927336a1714f" providerId="ADAL" clId="{42A619FA-2A58-4939-A31C-66F034B72B9C}" dt="2022-11-25T12:42:12.635" v="2959" actId="478"/>
          <ac:spMkLst>
            <pc:docMk/>
            <pc:sldMk cId="414608196" sldId="9806"/>
            <ac:spMk id="4" creationId="{0CBB8433-8C1D-1842-2D5C-8778F5566F9E}"/>
          </ac:spMkLst>
        </pc:spChg>
        <pc:spChg chg="del">
          <ac:chgData name="Macher, Andreas (DI FA CTR PLC PPM)" userId="f1dcac62-7bef-43eb-91f0-927336a1714f" providerId="ADAL" clId="{42A619FA-2A58-4939-A31C-66F034B72B9C}" dt="2022-11-25T12:42:12.635" v="2959" actId="478"/>
          <ac:spMkLst>
            <pc:docMk/>
            <pc:sldMk cId="414608196" sldId="9806"/>
            <ac:spMk id="5" creationId="{5B510664-3D23-B629-3D23-B67ACB7780DB}"/>
          </ac:spMkLst>
        </pc:spChg>
        <pc:spChg chg="del">
          <ac:chgData name="Macher, Andreas (DI FA CTR PLC PPM)" userId="f1dcac62-7bef-43eb-91f0-927336a1714f" providerId="ADAL" clId="{42A619FA-2A58-4939-A31C-66F034B72B9C}" dt="2022-11-25T12:42:12.635" v="2959" actId="478"/>
          <ac:spMkLst>
            <pc:docMk/>
            <pc:sldMk cId="414608196" sldId="9806"/>
            <ac:spMk id="6" creationId="{34D04DF0-F8CD-7B8D-CFE4-68324A111265}"/>
          </ac:spMkLst>
        </pc:spChg>
        <pc:spChg chg="del">
          <ac:chgData name="Macher, Andreas (DI FA CTR PLC PPM)" userId="f1dcac62-7bef-43eb-91f0-927336a1714f" providerId="ADAL" clId="{42A619FA-2A58-4939-A31C-66F034B72B9C}" dt="2022-11-25T12:42:12.635" v="2959" actId="478"/>
          <ac:spMkLst>
            <pc:docMk/>
            <pc:sldMk cId="414608196" sldId="9806"/>
            <ac:spMk id="9" creationId="{7966C8F3-1B9C-E472-BF9D-132DF5972FBA}"/>
          </ac:spMkLst>
        </pc:spChg>
        <pc:spChg chg="del">
          <ac:chgData name="Macher, Andreas (DI FA CTR PLC PPM)" userId="f1dcac62-7bef-43eb-91f0-927336a1714f" providerId="ADAL" clId="{42A619FA-2A58-4939-A31C-66F034B72B9C}" dt="2022-11-25T12:42:12.635" v="2959" actId="478"/>
          <ac:spMkLst>
            <pc:docMk/>
            <pc:sldMk cId="414608196" sldId="9806"/>
            <ac:spMk id="11" creationId="{66CA47D3-526B-C33C-0F2D-5DAF69579180}"/>
          </ac:spMkLst>
        </pc:spChg>
        <pc:spChg chg="del">
          <ac:chgData name="Macher, Andreas (DI FA CTR PLC PPM)" userId="f1dcac62-7bef-43eb-91f0-927336a1714f" providerId="ADAL" clId="{42A619FA-2A58-4939-A31C-66F034B72B9C}" dt="2022-11-25T12:42:12.635" v="2959" actId="478"/>
          <ac:spMkLst>
            <pc:docMk/>
            <pc:sldMk cId="414608196" sldId="9806"/>
            <ac:spMk id="20" creationId="{116A3953-3D4D-9975-F0AF-30360F0EBBAA}"/>
          </ac:spMkLst>
        </pc:spChg>
        <pc:spChg chg="del">
          <ac:chgData name="Macher, Andreas (DI FA CTR PLC PPM)" userId="f1dcac62-7bef-43eb-91f0-927336a1714f" providerId="ADAL" clId="{42A619FA-2A58-4939-A31C-66F034B72B9C}" dt="2022-11-25T12:42:12.635" v="2959" actId="478"/>
          <ac:spMkLst>
            <pc:docMk/>
            <pc:sldMk cId="414608196" sldId="9806"/>
            <ac:spMk id="29" creationId="{17FAA8A4-BB46-F1D0-3B66-0907576A22B4}"/>
          </ac:spMkLst>
        </pc:spChg>
        <pc:spChg chg="del">
          <ac:chgData name="Macher, Andreas (DI FA CTR PLC PPM)" userId="f1dcac62-7bef-43eb-91f0-927336a1714f" providerId="ADAL" clId="{42A619FA-2A58-4939-A31C-66F034B72B9C}" dt="2022-11-25T12:42:12.635" v="2959" actId="478"/>
          <ac:spMkLst>
            <pc:docMk/>
            <pc:sldMk cId="414608196" sldId="9806"/>
            <ac:spMk id="30" creationId="{F39BEE3B-0FE8-1880-58BC-E31229A0FAC3}"/>
          </ac:spMkLst>
        </pc:spChg>
        <pc:spChg chg="del">
          <ac:chgData name="Macher, Andreas (DI FA CTR PLC PPM)" userId="f1dcac62-7bef-43eb-91f0-927336a1714f" providerId="ADAL" clId="{42A619FA-2A58-4939-A31C-66F034B72B9C}" dt="2022-11-25T12:42:12.635" v="2959" actId="478"/>
          <ac:spMkLst>
            <pc:docMk/>
            <pc:sldMk cId="414608196" sldId="9806"/>
            <ac:spMk id="31" creationId="{DB904CDE-E5D3-1276-23D3-34A33DB6D151}"/>
          </ac:spMkLst>
        </pc:spChg>
        <pc:spChg chg="del">
          <ac:chgData name="Macher, Andreas (DI FA CTR PLC PPM)" userId="f1dcac62-7bef-43eb-91f0-927336a1714f" providerId="ADAL" clId="{42A619FA-2A58-4939-A31C-66F034B72B9C}" dt="2022-11-25T12:42:12.635" v="2959" actId="478"/>
          <ac:spMkLst>
            <pc:docMk/>
            <pc:sldMk cId="414608196" sldId="9806"/>
            <ac:spMk id="33" creationId="{83F5E677-EE52-07CB-6A25-E4E7BA9706EB}"/>
          </ac:spMkLst>
        </pc:spChg>
        <pc:spChg chg="del">
          <ac:chgData name="Macher, Andreas (DI FA CTR PLC PPM)" userId="f1dcac62-7bef-43eb-91f0-927336a1714f" providerId="ADAL" clId="{42A619FA-2A58-4939-A31C-66F034B72B9C}" dt="2022-11-25T12:42:12.635" v="2959" actId="478"/>
          <ac:spMkLst>
            <pc:docMk/>
            <pc:sldMk cId="414608196" sldId="9806"/>
            <ac:spMk id="34" creationId="{6DFB3FD3-DBB0-3A87-D512-D447AC300B12}"/>
          </ac:spMkLst>
        </pc:spChg>
        <pc:spChg chg="del">
          <ac:chgData name="Macher, Andreas (DI FA CTR PLC PPM)" userId="f1dcac62-7bef-43eb-91f0-927336a1714f" providerId="ADAL" clId="{42A619FA-2A58-4939-A31C-66F034B72B9C}" dt="2022-11-25T12:42:12.635" v="2959" actId="478"/>
          <ac:spMkLst>
            <pc:docMk/>
            <pc:sldMk cId="414608196" sldId="9806"/>
            <ac:spMk id="35" creationId="{F4EF0340-3055-DFF9-9BE7-2B6ABF01B9D9}"/>
          </ac:spMkLst>
        </pc:spChg>
        <pc:spChg chg="del">
          <ac:chgData name="Macher, Andreas (DI FA CTR PLC PPM)" userId="f1dcac62-7bef-43eb-91f0-927336a1714f" providerId="ADAL" clId="{42A619FA-2A58-4939-A31C-66F034B72B9C}" dt="2022-11-25T12:42:12.635" v="2959" actId="478"/>
          <ac:spMkLst>
            <pc:docMk/>
            <pc:sldMk cId="414608196" sldId="9806"/>
            <ac:spMk id="38" creationId="{0A72613F-F5F5-39EA-0997-6FF4439D36EA}"/>
          </ac:spMkLst>
        </pc:spChg>
        <pc:spChg chg="del">
          <ac:chgData name="Macher, Andreas (DI FA CTR PLC PPM)" userId="f1dcac62-7bef-43eb-91f0-927336a1714f" providerId="ADAL" clId="{42A619FA-2A58-4939-A31C-66F034B72B9C}" dt="2022-11-25T12:42:12.635" v="2959" actId="478"/>
          <ac:spMkLst>
            <pc:docMk/>
            <pc:sldMk cId="414608196" sldId="9806"/>
            <ac:spMk id="41" creationId="{BB75C713-56FE-2557-36C7-D4D360C5A4F0}"/>
          </ac:spMkLst>
        </pc:spChg>
        <pc:spChg chg="del">
          <ac:chgData name="Macher, Andreas (DI FA CTR PLC PPM)" userId="f1dcac62-7bef-43eb-91f0-927336a1714f" providerId="ADAL" clId="{42A619FA-2A58-4939-A31C-66F034B72B9C}" dt="2022-11-25T12:42:12.635" v="2959" actId="478"/>
          <ac:spMkLst>
            <pc:docMk/>
            <pc:sldMk cId="414608196" sldId="9806"/>
            <ac:spMk id="49" creationId="{A332CED8-75C4-DCD6-E149-2268B0A34A03}"/>
          </ac:spMkLst>
        </pc:spChg>
        <pc:spChg chg="add mod">
          <ac:chgData name="Macher, Andreas (DI FA CTR PLC PPM)" userId="f1dcac62-7bef-43eb-91f0-927336a1714f" providerId="ADAL" clId="{42A619FA-2A58-4939-A31C-66F034B72B9C}" dt="2022-11-25T14:28:49.826" v="3366" actId="1035"/>
          <ac:spMkLst>
            <pc:docMk/>
            <pc:sldMk cId="414608196" sldId="9806"/>
            <ac:spMk id="50" creationId="{6F93FBE3-8AC8-7134-9C46-176F0090DCE9}"/>
          </ac:spMkLst>
        </pc:spChg>
        <pc:spChg chg="add del mod ord">
          <ac:chgData name="Macher, Andreas (DI FA CTR PLC PPM)" userId="f1dcac62-7bef-43eb-91f0-927336a1714f" providerId="ADAL" clId="{42A619FA-2A58-4939-A31C-66F034B72B9C}" dt="2022-11-25T14:28:49.826" v="3366" actId="1035"/>
          <ac:spMkLst>
            <pc:docMk/>
            <pc:sldMk cId="414608196" sldId="9806"/>
            <ac:spMk id="52" creationId="{187F2CE5-DEE3-E8C4-90F8-AE1F477EDCD4}"/>
          </ac:spMkLst>
        </pc:spChg>
        <pc:spChg chg="mod">
          <ac:chgData name="Macher, Andreas (DI FA CTR PLC PPM)" userId="f1dcac62-7bef-43eb-91f0-927336a1714f" providerId="ADAL" clId="{42A619FA-2A58-4939-A31C-66F034B72B9C}" dt="2022-11-25T14:12:26.983" v="3145" actId="207"/>
          <ac:spMkLst>
            <pc:docMk/>
            <pc:sldMk cId="414608196" sldId="9806"/>
            <ac:spMk id="54" creationId="{69D9FCCB-89B5-7D72-4289-25398CC5E531}"/>
          </ac:spMkLst>
        </pc:spChg>
        <pc:spChg chg="del">
          <ac:chgData name="Macher, Andreas (DI FA CTR PLC PPM)" userId="f1dcac62-7bef-43eb-91f0-927336a1714f" providerId="ADAL" clId="{42A619FA-2A58-4939-A31C-66F034B72B9C}" dt="2022-11-25T12:42:12.635" v="2959" actId="478"/>
          <ac:spMkLst>
            <pc:docMk/>
            <pc:sldMk cId="414608196" sldId="9806"/>
            <ac:spMk id="63" creationId="{8EBCB06F-3A96-AC4D-CE3C-8B7A3EC99DB6}"/>
          </ac:spMkLst>
        </pc:spChg>
        <pc:spChg chg="del">
          <ac:chgData name="Macher, Andreas (DI FA CTR PLC PPM)" userId="f1dcac62-7bef-43eb-91f0-927336a1714f" providerId="ADAL" clId="{42A619FA-2A58-4939-A31C-66F034B72B9C}" dt="2022-11-25T12:42:12.635" v="2959" actId="478"/>
          <ac:spMkLst>
            <pc:docMk/>
            <pc:sldMk cId="414608196" sldId="9806"/>
            <ac:spMk id="66" creationId="{66C1B07F-E093-20C0-562C-5BEB43F7FE0F}"/>
          </ac:spMkLst>
        </pc:spChg>
        <pc:spChg chg="del">
          <ac:chgData name="Macher, Andreas (DI FA CTR PLC PPM)" userId="f1dcac62-7bef-43eb-91f0-927336a1714f" providerId="ADAL" clId="{42A619FA-2A58-4939-A31C-66F034B72B9C}" dt="2022-11-25T12:42:12.635" v="2959" actId="478"/>
          <ac:spMkLst>
            <pc:docMk/>
            <pc:sldMk cId="414608196" sldId="9806"/>
            <ac:spMk id="70" creationId="{CD6E3C64-A95A-E2F7-221A-8D5D2C1B3AAB}"/>
          </ac:spMkLst>
        </pc:spChg>
        <pc:spChg chg="del">
          <ac:chgData name="Macher, Andreas (DI FA CTR PLC PPM)" userId="f1dcac62-7bef-43eb-91f0-927336a1714f" providerId="ADAL" clId="{42A619FA-2A58-4939-A31C-66F034B72B9C}" dt="2022-11-25T12:42:12.635" v="2959" actId="478"/>
          <ac:spMkLst>
            <pc:docMk/>
            <pc:sldMk cId="414608196" sldId="9806"/>
            <ac:spMk id="74" creationId="{44C3BEF4-95F1-AF3C-56C0-34C081F66BBE}"/>
          </ac:spMkLst>
        </pc:spChg>
        <pc:spChg chg="del">
          <ac:chgData name="Macher, Andreas (DI FA CTR PLC PPM)" userId="f1dcac62-7bef-43eb-91f0-927336a1714f" providerId="ADAL" clId="{42A619FA-2A58-4939-A31C-66F034B72B9C}" dt="2022-11-25T12:42:12.635" v="2959" actId="478"/>
          <ac:spMkLst>
            <pc:docMk/>
            <pc:sldMk cId="414608196" sldId="9806"/>
            <ac:spMk id="75" creationId="{BB6199B2-1BC5-F18A-F80E-3DBA74CC8E32}"/>
          </ac:spMkLst>
        </pc:spChg>
        <pc:spChg chg="del">
          <ac:chgData name="Macher, Andreas (DI FA CTR PLC PPM)" userId="f1dcac62-7bef-43eb-91f0-927336a1714f" providerId="ADAL" clId="{42A619FA-2A58-4939-A31C-66F034B72B9C}" dt="2022-11-25T12:42:12.635" v="2959" actId="478"/>
          <ac:spMkLst>
            <pc:docMk/>
            <pc:sldMk cId="414608196" sldId="9806"/>
            <ac:spMk id="76" creationId="{281E5639-A8B1-79EB-0027-FBE9BDA1D135}"/>
          </ac:spMkLst>
        </pc:spChg>
        <pc:spChg chg="del">
          <ac:chgData name="Macher, Andreas (DI FA CTR PLC PPM)" userId="f1dcac62-7bef-43eb-91f0-927336a1714f" providerId="ADAL" clId="{42A619FA-2A58-4939-A31C-66F034B72B9C}" dt="2022-11-25T12:42:12.635" v="2959" actId="478"/>
          <ac:spMkLst>
            <pc:docMk/>
            <pc:sldMk cId="414608196" sldId="9806"/>
            <ac:spMk id="77" creationId="{00EA95DD-DE75-44AA-988C-0BE888EE014C}"/>
          </ac:spMkLst>
        </pc:spChg>
        <pc:spChg chg="del">
          <ac:chgData name="Macher, Andreas (DI FA CTR PLC PPM)" userId="f1dcac62-7bef-43eb-91f0-927336a1714f" providerId="ADAL" clId="{42A619FA-2A58-4939-A31C-66F034B72B9C}" dt="2022-11-25T12:42:12.635" v="2959" actId="478"/>
          <ac:spMkLst>
            <pc:docMk/>
            <pc:sldMk cId="414608196" sldId="9806"/>
            <ac:spMk id="78" creationId="{117EF0AD-8618-B4AA-0D81-53F8414E4362}"/>
          </ac:spMkLst>
        </pc:spChg>
        <pc:spChg chg="del">
          <ac:chgData name="Macher, Andreas (DI FA CTR PLC PPM)" userId="f1dcac62-7bef-43eb-91f0-927336a1714f" providerId="ADAL" clId="{42A619FA-2A58-4939-A31C-66F034B72B9C}" dt="2022-11-25T12:42:12.635" v="2959" actId="478"/>
          <ac:spMkLst>
            <pc:docMk/>
            <pc:sldMk cId="414608196" sldId="9806"/>
            <ac:spMk id="80" creationId="{DC829CE5-6D40-6599-5400-9471D83CD978}"/>
          </ac:spMkLst>
        </pc:spChg>
        <pc:spChg chg="del">
          <ac:chgData name="Macher, Andreas (DI FA CTR PLC PPM)" userId="f1dcac62-7bef-43eb-91f0-927336a1714f" providerId="ADAL" clId="{42A619FA-2A58-4939-A31C-66F034B72B9C}" dt="2022-11-25T12:42:17.060" v="2960" actId="478"/>
          <ac:spMkLst>
            <pc:docMk/>
            <pc:sldMk cId="414608196" sldId="9806"/>
            <ac:spMk id="83" creationId="{AB1D89C8-63FD-4EFD-003E-0FFDEA59B3BE}"/>
          </ac:spMkLst>
        </pc:spChg>
        <pc:spChg chg="del">
          <ac:chgData name="Macher, Andreas (DI FA CTR PLC PPM)" userId="f1dcac62-7bef-43eb-91f0-927336a1714f" providerId="ADAL" clId="{42A619FA-2A58-4939-A31C-66F034B72B9C}" dt="2022-11-25T12:42:12.635" v="2959" actId="478"/>
          <ac:spMkLst>
            <pc:docMk/>
            <pc:sldMk cId="414608196" sldId="9806"/>
            <ac:spMk id="84" creationId="{0EC7BCF1-FA63-9DAC-6BF8-193877F6D131}"/>
          </ac:spMkLst>
        </pc:spChg>
        <pc:spChg chg="del">
          <ac:chgData name="Macher, Andreas (DI FA CTR PLC PPM)" userId="f1dcac62-7bef-43eb-91f0-927336a1714f" providerId="ADAL" clId="{42A619FA-2A58-4939-A31C-66F034B72B9C}" dt="2022-11-25T12:42:12.635" v="2959" actId="478"/>
          <ac:spMkLst>
            <pc:docMk/>
            <pc:sldMk cId="414608196" sldId="9806"/>
            <ac:spMk id="85" creationId="{1C1D8CDB-1478-0077-506D-E5A8F710A494}"/>
          </ac:spMkLst>
        </pc:spChg>
        <pc:spChg chg="del">
          <ac:chgData name="Macher, Andreas (DI FA CTR PLC PPM)" userId="f1dcac62-7bef-43eb-91f0-927336a1714f" providerId="ADAL" clId="{42A619FA-2A58-4939-A31C-66F034B72B9C}" dt="2022-11-25T12:42:12.635" v="2959" actId="478"/>
          <ac:spMkLst>
            <pc:docMk/>
            <pc:sldMk cId="414608196" sldId="9806"/>
            <ac:spMk id="86" creationId="{3FE5F30F-B4CC-38C7-51BF-6EA065D50E3A}"/>
          </ac:spMkLst>
        </pc:spChg>
        <pc:spChg chg="mod">
          <ac:chgData name="Macher, Andreas (DI FA CTR PLC PPM)" userId="f1dcac62-7bef-43eb-91f0-927336a1714f" providerId="ADAL" clId="{42A619FA-2A58-4939-A31C-66F034B72B9C}" dt="2022-11-25T14:24:48.033" v="3331" actId="14100"/>
          <ac:spMkLst>
            <pc:docMk/>
            <pc:sldMk cId="414608196" sldId="9806"/>
            <ac:spMk id="87" creationId="{1D1CDBEA-CFED-985C-3CB1-FDB4F892BB6B}"/>
          </ac:spMkLst>
        </pc:spChg>
        <pc:spChg chg="add del mod">
          <ac:chgData name="Macher, Andreas (DI FA CTR PLC PPM)" userId="f1dcac62-7bef-43eb-91f0-927336a1714f" providerId="ADAL" clId="{42A619FA-2A58-4939-A31C-66F034B72B9C}" dt="2022-11-25T14:15:46.146" v="3166" actId="478"/>
          <ac:spMkLst>
            <pc:docMk/>
            <pc:sldMk cId="414608196" sldId="9806"/>
            <ac:spMk id="90" creationId="{471C7543-128A-3970-E7E4-4C13B5793E25}"/>
          </ac:spMkLst>
        </pc:spChg>
        <pc:spChg chg="add del mod">
          <ac:chgData name="Macher, Andreas (DI FA CTR PLC PPM)" userId="f1dcac62-7bef-43eb-91f0-927336a1714f" providerId="ADAL" clId="{42A619FA-2A58-4939-A31C-66F034B72B9C}" dt="2022-11-25T14:15:46.146" v="3166" actId="478"/>
          <ac:spMkLst>
            <pc:docMk/>
            <pc:sldMk cId="414608196" sldId="9806"/>
            <ac:spMk id="91" creationId="{76A1FAE6-ADF1-EA20-7E67-1F25F77280D0}"/>
          </ac:spMkLst>
        </pc:spChg>
        <pc:spChg chg="mod">
          <ac:chgData name="Macher, Andreas (DI FA CTR PLC PPM)" userId="f1dcac62-7bef-43eb-91f0-927336a1714f" providerId="ADAL" clId="{42A619FA-2A58-4939-A31C-66F034B72B9C}" dt="2022-11-25T14:30:46.270" v="3560" actId="20577"/>
          <ac:spMkLst>
            <pc:docMk/>
            <pc:sldMk cId="414608196" sldId="9806"/>
            <ac:spMk id="93" creationId="{91BE891F-AC93-365F-4BF6-85912C341C01}"/>
          </ac:spMkLst>
        </pc:spChg>
        <pc:spChg chg="add del mod">
          <ac:chgData name="Macher, Andreas (DI FA CTR PLC PPM)" userId="f1dcac62-7bef-43eb-91f0-927336a1714f" providerId="ADAL" clId="{42A619FA-2A58-4939-A31C-66F034B72B9C}" dt="2022-11-25T14:12:37.536" v="3146" actId="478"/>
          <ac:spMkLst>
            <pc:docMk/>
            <pc:sldMk cId="414608196" sldId="9806"/>
            <ac:spMk id="96" creationId="{987631C4-050F-2171-E358-228E7B27A427}"/>
          </ac:spMkLst>
        </pc:spChg>
        <pc:spChg chg="add mod">
          <ac:chgData name="Macher, Andreas (DI FA CTR PLC PPM)" userId="f1dcac62-7bef-43eb-91f0-927336a1714f" providerId="ADAL" clId="{42A619FA-2A58-4939-A31C-66F034B72B9C}" dt="2022-11-25T14:28:49.826" v="3366" actId="1035"/>
          <ac:spMkLst>
            <pc:docMk/>
            <pc:sldMk cId="414608196" sldId="9806"/>
            <ac:spMk id="97" creationId="{0093B79D-8B08-B5D1-C9FA-370D8A2C341C}"/>
          </ac:spMkLst>
        </pc:spChg>
        <pc:spChg chg="add mod ord">
          <ac:chgData name="Macher, Andreas (DI FA CTR PLC PPM)" userId="f1dcac62-7bef-43eb-91f0-927336a1714f" providerId="ADAL" clId="{42A619FA-2A58-4939-A31C-66F034B72B9C}" dt="2022-11-25T14:28:49.826" v="3366" actId="1035"/>
          <ac:spMkLst>
            <pc:docMk/>
            <pc:sldMk cId="414608196" sldId="9806"/>
            <ac:spMk id="99" creationId="{54459492-8CC4-D4AC-EC26-BB1DF81DB089}"/>
          </ac:spMkLst>
        </pc:spChg>
        <pc:spChg chg="add mod ord">
          <ac:chgData name="Macher, Andreas (DI FA CTR PLC PPM)" userId="f1dcac62-7bef-43eb-91f0-927336a1714f" providerId="ADAL" clId="{42A619FA-2A58-4939-A31C-66F034B72B9C}" dt="2022-11-25T14:28:49.826" v="3366" actId="1035"/>
          <ac:spMkLst>
            <pc:docMk/>
            <pc:sldMk cId="414608196" sldId="9806"/>
            <ac:spMk id="100" creationId="{A9D18DE3-D70B-409B-0B8D-078772D5186C}"/>
          </ac:spMkLst>
        </pc:spChg>
        <pc:spChg chg="add mod ord">
          <ac:chgData name="Macher, Andreas (DI FA CTR PLC PPM)" userId="f1dcac62-7bef-43eb-91f0-927336a1714f" providerId="ADAL" clId="{42A619FA-2A58-4939-A31C-66F034B72B9C}" dt="2022-11-25T14:28:49.826" v="3366" actId="1035"/>
          <ac:spMkLst>
            <pc:docMk/>
            <pc:sldMk cId="414608196" sldId="9806"/>
            <ac:spMk id="101" creationId="{FBA961DB-B975-1026-99ED-6522EB7A5B0F}"/>
          </ac:spMkLst>
        </pc:spChg>
        <pc:spChg chg="add mod">
          <ac:chgData name="Macher, Andreas (DI FA CTR PLC PPM)" userId="f1dcac62-7bef-43eb-91f0-927336a1714f" providerId="ADAL" clId="{42A619FA-2A58-4939-A31C-66F034B72B9C}" dt="2022-11-25T14:28:49.826" v="3366" actId="1035"/>
          <ac:spMkLst>
            <pc:docMk/>
            <pc:sldMk cId="414608196" sldId="9806"/>
            <ac:spMk id="102" creationId="{DC38BF4A-50AA-5F5E-FB1C-F15BEC35BF6E}"/>
          </ac:spMkLst>
        </pc:spChg>
        <pc:spChg chg="add mod ord">
          <ac:chgData name="Macher, Andreas (DI FA CTR PLC PPM)" userId="f1dcac62-7bef-43eb-91f0-927336a1714f" providerId="ADAL" clId="{42A619FA-2A58-4939-A31C-66F034B72B9C}" dt="2022-11-25T14:28:49.826" v="3366" actId="1035"/>
          <ac:spMkLst>
            <pc:docMk/>
            <pc:sldMk cId="414608196" sldId="9806"/>
            <ac:spMk id="104" creationId="{461DD2BC-40C6-CB7A-A379-F477D662FC74}"/>
          </ac:spMkLst>
        </pc:spChg>
        <pc:spChg chg="add mod ord">
          <ac:chgData name="Macher, Andreas (DI FA CTR PLC PPM)" userId="f1dcac62-7bef-43eb-91f0-927336a1714f" providerId="ADAL" clId="{42A619FA-2A58-4939-A31C-66F034B72B9C}" dt="2022-11-25T14:28:49.826" v="3366" actId="1035"/>
          <ac:spMkLst>
            <pc:docMk/>
            <pc:sldMk cId="414608196" sldId="9806"/>
            <ac:spMk id="105" creationId="{D6F4F100-F058-E9FC-99ED-3B2D078F0D4E}"/>
          </ac:spMkLst>
        </pc:spChg>
        <pc:spChg chg="add mod ord">
          <ac:chgData name="Macher, Andreas (DI FA CTR PLC PPM)" userId="f1dcac62-7bef-43eb-91f0-927336a1714f" providerId="ADAL" clId="{42A619FA-2A58-4939-A31C-66F034B72B9C}" dt="2022-11-25T14:28:49.826" v="3366" actId="1035"/>
          <ac:spMkLst>
            <pc:docMk/>
            <pc:sldMk cId="414608196" sldId="9806"/>
            <ac:spMk id="106" creationId="{F8FE6DF5-7410-F2D9-2230-125A46559B1B}"/>
          </ac:spMkLst>
        </pc:spChg>
        <pc:spChg chg="add mod">
          <ac:chgData name="Macher, Andreas (DI FA CTR PLC PPM)" userId="f1dcac62-7bef-43eb-91f0-927336a1714f" providerId="ADAL" clId="{42A619FA-2A58-4939-A31C-66F034B72B9C}" dt="2022-11-25T14:28:49.826" v="3366" actId="1035"/>
          <ac:spMkLst>
            <pc:docMk/>
            <pc:sldMk cId="414608196" sldId="9806"/>
            <ac:spMk id="109" creationId="{716B0635-7488-75B3-2335-1CD7889670B9}"/>
          </ac:spMkLst>
        </pc:spChg>
        <pc:spChg chg="add mod">
          <ac:chgData name="Macher, Andreas (DI FA CTR PLC PPM)" userId="f1dcac62-7bef-43eb-91f0-927336a1714f" providerId="ADAL" clId="{42A619FA-2A58-4939-A31C-66F034B72B9C}" dt="2022-11-25T14:28:49.826" v="3366" actId="1035"/>
          <ac:spMkLst>
            <pc:docMk/>
            <pc:sldMk cId="414608196" sldId="9806"/>
            <ac:spMk id="110" creationId="{CFE7CA7D-24BC-343C-AEF3-84CCE102339E}"/>
          </ac:spMkLst>
        </pc:spChg>
        <pc:spChg chg="add mod">
          <ac:chgData name="Macher, Andreas (DI FA CTR PLC PPM)" userId="f1dcac62-7bef-43eb-91f0-927336a1714f" providerId="ADAL" clId="{42A619FA-2A58-4939-A31C-66F034B72B9C}" dt="2022-11-25T14:28:49.826" v="3366" actId="1035"/>
          <ac:spMkLst>
            <pc:docMk/>
            <pc:sldMk cId="414608196" sldId="9806"/>
            <ac:spMk id="111" creationId="{8F116301-C391-55B9-5631-8C3D5C99326A}"/>
          </ac:spMkLst>
        </pc:spChg>
        <pc:spChg chg="add mod">
          <ac:chgData name="Macher, Andreas (DI FA CTR PLC PPM)" userId="f1dcac62-7bef-43eb-91f0-927336a1714f" providerId="ADAL" clId="{42A619FA-2A58-4939-A31C-66F034B72B9C}" dt="2022-11-25T14:28:49.826" v="3366" actId="1035"/>
          <ac:spMkLst>
            <pc:docMk/>
            <pc:sldMk cId="414608196" sldId="9806"/>
            <ac:spMk id="118" creationId="{3F767B4F-1178-1DA3-161F-E12537409D13}"/>
          </ac:spMkLst>
        </pc:spChg>
        <pc:spChg chg="mod">
          <ac:chgData name="Macher, Andreas (DI FA CTR PLC PPM)" userId="f1dcac62-7bef-43eb-91f0-927336a1714f" providerId="ADAL" clId="{42A619FA-2A58-4939-A31C-66F034B72B9C}" dt="2022-11-25T14:28:49.826" v="3366" actId="1035"/>
          <ac:spMkLst>
            <pc:docMk/>
            <pc:sldMk cId="414608196" sldId="9806"/>
            <ac:spMk id="122" creationId="{96E3174C-4531-B56C-DCD2-AE0FBDF4B8CF}"/>
          </ac:spMkLst>
        </pc:spChg>
        <pc:spChg chg="mod">
          <ac:chgData name="Macher, Andreas (DI FA CTR PLC PPM)" userId="f1dcac62-7bef-43eb-91f0-927336a1714f" providerId="ADAL" clId="{42A619FA-2A58-4939-A31C-66F034B72B9C}" dt="2022-11-25T14:28:49.826" v="3366" actId="1035"/>
          <ac:spMkLst>
            <pc:docMk/>
            <pc:sldMk cId="414608196" sldId="9806"/>
            <ac:spMk id="128" creationId="{D57558B7-960E-51B6-ABF5-05E564748C9F}"/>
          </ac:spMkLst>
        </pc:spChg>
        <pc:spChg chg="add mod">
          <ac:chgData name="Macher, Andreas (DI FA CTR PLC PPM)" userId="f1dcac62-7bef-43eb-91f0-927336a1714f" providerId="ADAL" clId="{42A619FA-2A58-4939-A31C-66F034B72B9C}" dt="2022-11-25T14:28:49.826" v="3366" actId="1035"/>
          <ac:spMkLst>
            <pc:docMk/>
            <pc:sldMk cId="414608196" sldId="9806"/>
            <ac:spMk id="133" creationId="{2A65E01C-F57A-900F-CD65-5C880AA15563}"/>
          </ac:spMkLst>
        </pc:spChg>
        <pc:spChg chg="add mod">
          <ac:chgData name="Macher, Andreas (DI FA CTR PLC PPM)" userId="f1dcac62-7bef-43eb-91f0-927336a1714f" providerId="ADAL" clId="{42A619FA-2A58-4939-A31C-66F034B72B9C}" dt="2022-11-25T14:28:49.826" v="3366" actId="1035"/>
          <ac:spMkLst>
            <pc:docMk/>
            <pc:sldMk cId="414608196" sldId="9806"/>
            <ac:spMk id="134" creationId="{7D12D465-C8A9-B8F0-B527-1AF02EBFA50E}"/>
          </ac:spMkLst>
        </pc:spChg>
        <pc:spChg chg="add mod">
          <ac:chgData name="Macher, Andreas (DI FA CTR PLC PPM)" userId="f1dcac62-7bef-43eb-91f0-927336a1714f" providerId="ADAL" clId="{42A619FA-2A58-4939-A31C-66F034B72B9C}" dt="2022-11-25T14:28:49.826" v="3366" actId="1035"/>
          <ac:spMkLst>
            <pc:docMk/>
            <pc:sldMk cId="414608196" sldId="9806"/>
            <ac:spMk id="136" creationId="{2A0400BE-B4D2-911E-5EB4-9F49AA61F099}"/>
          </ac:spMkLst>
        </pc:spChg>
        <pc:spChg chg="add mod">
          <ac:chgData name="Macher, Andreas (DI FA CTR PLC PPM)" userId="f1dcac62-7bef-43eb-91f0-927336a1714f" providerId="ADAL" clId="{42A619FA-2A58-4939-A31C-66F034B72B9C}" dt="2022-11-25T14:28:49.826" v="3366" actId="1035"/>
          <ac:spMkLst>
            <pc:docMk/>
            <pc:sldMk cId="414608196" sldId="9806"/>
            <ac:spMk id="137" creationId="{C2025598-4897-AE5C-B6C3-8B1189844938}"/>
          </ac:spMkLst>
        </pc:spChg>
        <pc:spChg chg="add mod">
          <ac:chgData name="Macher, Andreas (DI FA CTR PLC PPM)" userId="f1dcac62-7bef-43eb-91f0-927336a1714f" providerId="ADAL" clId="{42A619FA-2A58-4939-A31C-66F034B72B9C}" dt="2022-11-25T14:28:49.826" v="3366" actId="1035"/>
          <ac:spMkLst>
            <pc:docMk/>
            <pc:sldMk cId="414608196" sldId="9806"/>
            <ac:spMk id="139" creationId="{3BAA80EC-33B0-682F-6479-66087FB9B98E}"/>
          </ac:spMkLst>
        </pc:spChg>
        <pc:spChg chg="add mod">
          <ac:chgData name="Macher, Andreas (DI FA CTR PLC PPM)" userId="f1dcac62-7bef-43eb-91f0-927336a1714f" providerId="ADAL" clId="{42A619FA-2A58-4939-A31C-66F034B72B9C}" dt="2022-11-25T14:28:49.826" v="3366" actId="1035"/>
          <ac:spMkLst>
            <pc:docMk/>
            <pc:sldMk cId="414608196" sldId="9806"/>
            <ac:spMk id="141" creationId="{3B00F7C7-88E8-BC5C-C6EF-E6AC82DFC8DC}"/>
          </ac:spMkLst>
        </pc:spChg>
        <pc:spChg chg="add mod">
          <ac:chgData name="Macher, Andreas (DI FA CTR PLC PPM)" userId="f1dcac62-7bef-43eb-91f0-927336a1714f" providerId="ADAL" clId="{42A619FA-2A58-4939-A31C-66F034B72B9C}" dt="2022-11-25T14:28:49.826" v="3366" actId="1035"/>
          <ac:spMkLst>
            <pc:docMk/>
            <pc:sldMk cId="414608196" sldId="9806"/>
            <ac:spMk id="143" creationId="{CB97B5B9-79DE-2A0A-9411-525EA3FEC236}"/>
          </ac:spMkLst>
        </pc:spChg>
        <pc:spChg chg="add del mod">
          <ac:chgData name="Macher, Andreas (DI FA CTR PLC PPM)" userId="f1dcac62-7bef-43eb-91f0-927336a1714f" providerId="ADAL" clId="{42A619FA-2A58-4939-A31C-66F034B72B9C}" dt="2022-11-25T14:24:24.827" v="3328" actId="478"/>
          <ac:spMkLst>
            <pc:docMk/>
            <pc:sldMk cId="414608196" sldId="9806"/>
            <ac:spMk id="144" creationId="{FC65A8AF-CCCC-8A7B-C833-2BC8DA197856}"/>
          </ac:spMkLst>
        </pc:spChg>
        <pc:spChg chg="add del mod">
          <ac:chgData name="Macher, Andreas (DI FA CTR PLC PPM)" userId="f1dcac62-7bef-43eb-91f0-927336a1714f" providerId="ADAL" clId="{42A619FA-2A58-4939-A31C-66F034B72B9C}" dt="2022-11-25T14:24:24.827" v="3328" actId="478"/>
          <ac:spMkLst>
            <pc:docMk/>
            <pc:sldMk cId="414608196" sldId="9806"/>
            <ac:spMk id="148" creationId="{7FAF1C17-2478-079F-E913-BE5DE4FC9F57}"/>
          </ac:spMkLst>
        </pc:spChg>
        <pc:spChg chg="add del mod">
          <ac:chgData name="Macher, Andreas (DI FA CTR PLC PPM)" userId="f1dcac62-7bef-43eb-91f0-927336a1714f" providerId="ADAL" clId="{42A619FA-2A58-4939-A31C-66F034B72B9C}" dt="2022-11-25T14:24:24.827" v="3328" actId="478"/>
          <ac:spMkLst>
            <pc:docMk/>
            <pc:sldMk cId="414608196" sldId="9806"/>
            <ac:spMk id="149" creationId="{7A7987BC-49DC-2BA3-5F02-FA9E3FF29F43}"/>
          </ac:spMkLst>
        </pc:spChg>
        <pc:spChg chg="add del mod">
          <ac:chgData name="Macher, Andreas (DI FA CTR PLC PPM)" userId="f1dcac62-7bef-43eb-91f0-927336a1714f" providerId="ADAL" clId="{42A619FA-2A58-4939-A31C-66F034B72B9C}" dt="2022-11-25T14:24:24.827" v="3328" actId="478"/>
          <ac:spMkLst>
            <pc:docMk/>
            <pc:sldMk cId="414608196" sldId="9806"/>
            <ac:spMk id="150" creationId="{6C02BCAD-DBBF-B2DB-C00A-62AF455FE728}"/>
          </ac:spMkLst>
        </pc:spChg>
        <pc:spChg chg="add del mod">
          <ac:chgData name="Macher, Andreas (DI FA CTR PLC PPM)" userId="f1dcac62-7bef-43eb-91f0-927336a1714f" providerId="ADAL" clId="{42A619FA-2A58-4939-A31C-66F034B72B9C}" dt="2022-11-25T14:24:24.827" v="3328" actId="478"/>
          <ac:spMkLst>
            <pc:docMk/>
            <pc:sldMk cId="414608196" sldId="9806"/>
            <ac:spMk id="151" creationId="{AB10D21E-9C4D-D7A4-9ECC-8162B19EB985}"/>
          </ac:spMkLst>
        </pc:spChg>
        <pc:spChg chg="add del mod">
          <ac:chgData name="Macher, Andreas (DI FA CTR PLC PPM)" userId="f1dcac62-7bef-43eb-91f0-927336a1714f" providerId="ADAL" clId="{42A619FA-2A58-4939-A31C-66F034B72B9C}" dt="2022-11-25T14:24:24.827" v="3328" actId="478"/>
          <ac:spMkLst>
            <pc:docMk/>
            <pc:sldMk cId="414608196" sldId="9806"/>
            <ac:spMk id="152" creationId="{0EFEB5B7-3D6C-A5DC-5FF8-1ED89ADC1B8B}"/>
          </ac:spMkLst>
        </pc:spChg>
        <pc:spChg chg="add del mod">
          <ac:chgData name="Macher, Andreas (DI FA CTR PLC PPM)" userId="f1dcac62-7bef-43eb-91f0-927336a1714f" providerId="ADAL" clId="{42A619FA-2A58-4939-A31C-66F034B72B9C}" dt="2022-11-25T14:24:24.827" v="3328" actId="478"/>
          <ac:spMkLst>
            <pc:docMk/>
            <pc:sldMk cId="414608196" sldId="9806"/>
            <ac:spMk id="153" creationId="{DA76FC9B-F37D-A8CB-E354-EA34013684F5}"/>
          </ac:spMkLst>
        </pc:spChg>
        <pc:spChg chg="add del mod">
          <ac:chgData name="Macher, Andreas (DI FA CTR PLC PPM)" userId="f1dcac62-7bef-43eb-91f0-927336a1714f" providerId="ADAL" clId="{42A619FA-2A58-4939-A31C-66F034B72B9C}" dt="2022-11-25T14:24:24.827" v="3328" actId="478"/>
          <ac:spMkLst>
            <pc:docMk/>
            <pc:sldMk cId="414608196" sldId="9806"/>
            <ac:spMk id="154" creationId="{879B71F1-94C4-B759-B384-130748E7BCBC}"/>
          </ac:spMkLst>
        </pc:spChg>
        <pc:spChg chg="add del mod">
          <ac:chgData name="Macher, Andreas (DI FA CTR PLC PPM)" userId="f1dcac62-7bef-43eb-91f0-927336a1714f" providerId="ADAL" clId="{42A619FA-2A58-4939-A31C-66F034B72B9C}" dt="2022-11-25T14:24:24.827" v="3328" actId="478"/>
          <ac:spMkLst>
            <pc:docMk/>
            <pc:sldMk cId="414608196" sldId="9806"/>
            <ac:spMk id="155" creationId="{0032D75D-DA08-52D8-64F3-A4755BF32355}"/>
          </ac:spMkLst>
        </pc:spChg>
        <pc:spChg chg="add mod">
          <ac:chgData name="Macher, Andreas (DI FA CTR PLC PPM)" userId="f1dcac62-7bef-43eb-91f0-927336a1714f" providerId="ADAL" clId="{42A619FA-2A58-4939-A31C-66F034B72B9C}" dt="2022-11-25T14:28:49.826" v="3366" actId="1035"/>
          <ac:spMkLst>
            <pc:docMk/>
            <pc:sldMk cId="414608196" sldId="9806"/>
            <ac:spMk id="158" creationId="{D78C26AE-026A-B87E-6C43-B93C2BC9A1F2}"/>
          </ac:spMkLst>
        </pc:spChg>
        <pc:spChg chg="add mod">
          <ac:chgData name="Macher, Andreas (DI FA CTR PLC PPM)" userId="f1dcac62-7bef-43eb-91f0-927336a1714f" providerId="ADAL" clId="{42A619FA-2A58-4939-A31C-66F034B72B9C}" dt="2022-11-25T14:28:49.826" v="3366" actId="1035"/>
          <ac:spMkLst>
            <pc:docMk/>
            <pc:sldMk cId="414608196" sldId="9806"/>
            <ac:spMk id="159" creationId="{88758A0F-C7A9-8DA5-4D8E-83D860981E2B}"/>
          </ac:spMkLst>
        </pc:spChg>
        <pc:spChg chg="add mod">
          <ac:chgData name="Macher, Andreas (DI FA CTR PLC PPM)" userId="f1dcac62-7bef-43eb-91f0-927336a1714f" providerId="ADAL" clId="{42A619FA-2A58-4939-A31C-66F034B72B9C}" dt="2022-11-25T14:28:49.826" v="3366" actId="1035"/>
          <ac:spMkLst>
            <pc:docMk/>
            <pc:sldMk cId="414608196" sldId="9806"/>
            <ac:spMk id="160" creationId="{018B0BB4-76F7-52EE-3150-89303BAD66DE}"/>
          </ac:spMkLst>
        </pc:spChg>
        <pc:spChg chg="add del mod">
          <ac:chgData name="Macher, Andreas (DI FA CTR PLC PPM)" userId="f1dcac62-7bef-43eb-91f0-927336a1714f" providerId="ADAL" clId="{42A619FA-2A58-4939-A31C-66F034B72B9C}" dt="2022-11-25T14:24:24.827" v="3328" actId="478"/>
          <ac:spMkLst>
            <pc:docMk/>
            <pc:sldMk cId="414608196" sldId="9806"/>
            <ac:spMk id="164" creationId="{5DB37836-88A7-4882-B0F0-7D6E0326DF6D}"/>
          </ac:spMkLst>
        </pc:spChg>
        <pc:spChg chg="mod">
          <ac:chgData name="Macher, Andreas (DI FA CTR PLC PPM)" userId="f1dcac62-7bef-43eb-91f0-927336a1714f" providerId="ADAL" clId="{42A619FA-2A58-4939-A31C-66F034B72B9C}" dt="2022-11-25T14:28:49.826" v="3366" actId="1035"/>
          <ac:spMkLst>
            <pc:docMk/>
            <pc:sldMk cId="414608196" sldId="9806"/>
            <ac:spMk id="172" creationId="{BB32ABFB-ACB9-CECE-D251-BEC28442799A}"/>
          </ac:spMkLst>
        </pc:spChg>
        <pc:spChg chg="add mod">
          <ac:chgData name="Macher, Andreas (DI FA CTR PLC PPM)" userId="f1dcac62-7bef-43eb-91f0-927336a1714f" providerId="ADAL" clId="{42A619FA-2A58-4939-A31C-66F034B72B9C}" dt="2022-11-25T14:28:49.826" v="3366" actId="1035"/>
          <ac:spMkLst>
            <pc:docMk/>
            <pc:sldMk cId="414608196" sldId="9806"/>
            <ac:spMk id="177" creationId="{9BF3B808-31B9-18B9-E96E-7051CC348BFB}"/>
          </ac:spMkLst>
        </pc:spChg>
        <pc:spChg chg="add mod">
          <ac:chgData name="Macher, Andreas (DI FA CTR PLC PPM)" userId="f1dcac62-7bef-43eb-91f0-927336a1714f" providerId="ADAL" clId="{42A619FA-2A58-4939-A31C-66F034B72B9C}" dt="2022-11-25T14:28:49.826" v="3366" actId="1035"/>
          <ac:spMkLst>
            <pc:docMk/>
            <pc:sldMk cId="414608196" sldId="9806"/>
            <ac:spMk id="178" creationId="{E3DC4D0E-D98F-F9D9-F418-A7201F4E0D22}"/>
          </ac:spMkLst>
        </pc:spChg>
        <pc:spChg chg="add mod">
          <ac:chgData name="Macher, Andreas (DI FA CTR PLC PPM)" userId="f1dcac62-7bef-43eb-91f0-927336a1714f" providerId="ADAL" clId="{42A619FA-2A58-4939-A31C-66F034B72B9C}" dt="2022-11-25T14:28:49.826" v="3366" actId="1035"/>
          <ac:spMkLst>
            <pc:docMk/>
            <pc:sldMk cId="414608196" sldId="9806"/>
            <ac:spMk id="180" creationId="{9C7A9E7F-B3CE-7929-46F4-2FFC5EA3C4D4}"/>
          </ac:spMkLst>
        </pc:spChg>
        <pc:spChg chg="add mod">
          <ac:chgData name="Macher, Andreas (DI FA CTR PLC PPM)" userId="f1dcac62-7bef-43eb-91f0-927336a1714f" providerId="ADAL" clId="{42A619FA-2A58-4939-A31C-66F034B72B9C}" dt="2022-11-25T14:28:49.826" v="3366" actId="1035"/>
          <ac:spMkLst>
            <pc:docMk/>
            <pc:sldMk cId="414608196" sldId="9806"/>
            <ac:spMk id="181" creationId="{FE96AC31-CEE0-F88D-F7A5-63C273F1C2E0}"/>
          </ac:spMkLst>
        </pc:spChg>
        <pc:spChg chg="add mod">
          <ac:chgData name="Macher, Andreas (DI FA CTR PLC PPM)" userId="f1dcac62-7bef-43eb-91f0-927336a1714f" providerId="ADAL" clId="{42A619FA-2A58-4939-A31C-66F034B72B9C}" dt="2022-11-25T14:28:49.826" v="3366" actId="1035"/>
          <ac:spMkLst>
            <pc:docMk/>
            <pc:sldMk cId="414608196" sldId="9806"/>
            <ac:spMk id="183" creationId="{C4892170-429D-C749-F81D-0C89F568C216}"/>
          </ac:spMkLst>
        </pc:spChg>
        <pc:spChg chg="mod">
          <ac:chgData name="Macher, Andreas (DI FA CTR PLC PPM)" userId="f1dcac62-7bef-43eb-91f0-927336a1714f" providerId="ADAL" clId="{42A619FA-2A58-4939-A31C-66F034B72B9C}" dt="2022-11-25T14:28:49.826" v="3366" actId="1035"/>
          <ac:spMkLst>
            <pc:docMk/>
            <pc:sldMk cId="414608196" sldId="9806"/>
            <ac:spMk id="185" creationId="{4C6346DE-F83A-78B1-0483-376C4A87D718}"/>
          </ac:spMkLst>
        </pc:spChg>
        <pc:spChg chg="add mod">
          <ac:chgData name="Macher, Andreas (DI FA CTR PLC PPM)" userId="f1dcac62-7bef-43eb-91f0-927336a1714f" providerId="ADAL" clId="{42A619FA-2A58-4939-A31C-66F034B72B9C}" dt="2022-11-25T14:28:49.826" v="3366" actId="1035"/>
          <ac:spMkLst>
            <pc:docMk/>
            <pc:sldMk cId="414608196" sldId="9806"/>
            <ac:spMk id="190" creationId="{07D6D238-2106-CF5D-E0DF-2F8C2F637D7B}"/>
          </ac:spMkLst>
        </pc:spChg>
        <pc:spChg chg="add mod">
          <ac:chgData name="Macher, Andreas (DI FA CTR PLC PPM)" userId="f1dcac62-7bef-43eb-91f0-927336a1714f" providerId="ADAL" clId="{42A619FA-2A58-4939-A31C-66F034B72B9C}" dt="2022-11-25T14:28:49.826" v="3366" actId="1035"/>
          <ac:spMkLst>
            <pc:docMk/>
            <pc:sldMk cId="414608196" sldId="9806"/>
            <ac:spMk id="191" creationId="{57C12292-E060-E1DE-D2F0-A96EF0AFB20F}"/>
          </ac:spMkLst>
        </pc:spChg>
        <pc:spChg chg="add del mod">
          <ac:chgData name="Macher, Andreas (DI FA CTR PLC PPM)" userId="f1dcac62-7bef-43eb-91f0-927336a1714f" providerId="ADAL" clId="{42A619FA-2A58-4939-A31C-66F034B72B9C}" dt="2022-11-25T14:24:24.827" v="3328" actId="478"/>
          <ac:spMkLst>
            <pc:docMk/>
            <pc:sldMk cId="414608196" sldId="9806"/>
            <ac:spMk id="192" creationId="{C19970C1-A010-200F-5651-A6CA7DAAF42C}"/>
          </ac:spMkLst>
        </pc:spChg>
        <pc:spChg chg="add mod">
          <ac:chgData name="Macher, Andreas (DI FA CTR PLC PPM)" userId="f1dcac62-7bef-43eb-91f0-927336a1714f" providerId="ADAL" clId="{42A619FA-2A58-4939-A31C-66F034B72B9C}" dt="2022-11-25T14:28:49.826" v="3366" actId="1035"/>
          <ac:spMkLst>
            <pc:docMk/>
            <pc:sldMk cId="414608196" sldId="9806"/>
            <ac:spMk id="193" creationId="{199D75AE-250A-B64A-711E-CB0AFB724DB2}"/>
          </ac:spMkLst>
        </pc:spChg>
        <pc:spChg chg="add mod">
          <ac:chgData name="Macher, Andreas (DI FA CTR PLC PPM)" userId="f1dcac62-7bef-43eb-91f0-927336a1714f" providerId="ADAL" clId="{42A619FA-2A58-4939-A31C-66F034B72B9C}" dt="2022-11-25T14:28:49.826" v="3366" actId="1035"/>
          <ac:spMkLst>
            <pc:docMk/>
            <pc:sldMk cId="414608196" sldId="9806"/>
            <ac:spMk id="196" creationId="{635A2472-32D2-F1B1-7427-8D4ADE5D8710}"/>
          </ac:spMkLst>
        </pc:spChg>
        <pc:spChg chg="add mod">
          <ac:chgData name="Macher, Andreas (DI FA CTR PLC PPM)" userId="f1dcac62-7bef-43eb-91f0-927336a1714f" providerId="ADAL" clId="{42A619FA-2A58-4939-A31C-66F034B72B9C}" dt="2022-11-25T14:28:49.826" v="3366" actId="1035"/>
          <ac:spMkLst>
            <pc:docMk/>
            <pc:sldMk cId="414608196" sldId="9806"/>
            <ac:spMk id="198" creationId="{BCA580B2-1235-B870-A047-21A4AB975BCA}"/>
          </ac:spMkLst>
        </pc:spChg>
        <pc:spChg chg="add mod">
          <ac:chgData name="Macher, Andreas (DI FA CTR PLC PPM)" userId="f1dcac62-7bef-43eb-91f0-927336a1714f" providerId="ADAL" clId="{42A619FA-2A58-4939-A31C-66F034B72B9C}" dt="2022-11-25T14:28:49.826" v="3366" actId="1035"/>
          <ac:spMkLst>
            <pc:docMk/>
            <pc:sldMk cId="414608196" sldId="9806"/>
            <ac:spMk id="199" creationId="{55A493C4-EF04-B657-DF4C-204E38133661}"/>
          </ac:spMkLst>
        </pc:spChg>
        <pc:spChg chg="add mod">
          <ac:chgData name="Macher, Andreas (DI FA CTR PLC PPM)" userId="f1dcac62-7bef-43eb-91f0-927336a1714f" providerId="ADAL" clId="{42A619FA-2A58-4939-A31C-66F034B72B9C}" dt="2022-11-25T14:28:49.826" v="3366" actId="1035"/>
          <ac:spMkLst>
            <pc:docMk/>
            <pc:sldMk cId="414608196" sldId="9806"/>
            <ac:spMk id="200" creationId="{C642279C-7661-F91B-F71A-F17B1FB07A2C}"/>
          </ac:spMkLst>
        </pc:spChg>
        <pc:spChg chg="add mod">
          <ac:chgData name="Macher, Andreas (DI FA CTR PLC PPM)" userId="f1dcac62-7bef-43eb-91f0-927336a1714f" providerId="ADAL" clId="{42A619FA-2A58-4939-A31C-66F034B72B9C}" dt="2022-11-25T14:28:49.826" v="3366" actId="1035"/>
          <ac:spMkLst>
            <pc:docMk/>
            <pc:sldMk cId="414608196" sldId="9806"/>
            <ac:spMk id="201" creationId="{FAD7244D-DB30-9A85-0FD6-180F9102B698}"/>
          </ac:spMkLst>
        </pc:spChg>
        <pc:spChg chg="add mod">
          <ac:chgData name="Macher, Andreas (DI FA CTR PLC PPM)" userId="f1dcac62-7bef-43eb-91f0-927336a1714f" providerId="ADAL" clId="{42A619FA-2A58-4939-A31C-66F034B72B9C}" dt="2022-11-25T14:28:49.826" v="3366" actId="1035"/>
          <ac:spMkLst>
            <pc:docMk/>
            <pc:sldMk cId="414608196" sldId="9806"/>
            <ac:spMk id="203" creationId="{37136B42-5309-1E85-4245-6DE4412036F6}"/>
          </ac:spMkLst>
        </pc:spChg>
        <pc:spChg chg="add mod">
          <ac:chgData name="Macher, Andreas (DI FA CTR PLC PPM)" userId="f1dcac62-7bef-43eb-91f0-927336a1714f" providerId="ADAL" clId="{42A619FA-2A58-4939-A31C-66F034B72B9C}" dt="2022-11-25T14:28:49.826" v="3366" actId="1035"/>
          <ac:spMkLst>
            <pc:docMk/>
            <pc:sldMk cId="414608196" sldId="9806"/>
            <ac:spMk id="204" creationId="{CA60CEA6-8E2C-E8A0-C1B9-DFBDBCDAE36B}"/>
          </ac:spMkLst>
        </pc:spChg>
        <pc:spChg chg="add mod">
          <ac:chgData name="Macher, Andreas (DI FA CTR PLC PPM)" userId="f1dcac62-7bef-43eb-91f0-927336a1714f" providerId="ADAL" clId="{42A619FA-2A58-4939-A31C-66F034B72B9C}" dt="2022-11-25T14:28:49.826" v="3366" actId="1035"/>
          <ac:spMkLst>
            <pc:docMk/>
            <pc:sldMk cId="414608196" sldId="9806"/>
            <ac:spMk id="205" creationId="{FE97EEAD-6F87-ABE6-4675-419015D0B51F}"/>
          </ac:spMkLst>
        </pc:spChg>
        <pc:spChg chg="add mod">
          <ac:chgData name="Macher, Andreas (DI FA CTR PLC PPM)" userId="f1dcac62-7bef-43eb-91f0-927336a1714f" providerId="ADAL" clId="{42A619FA-2A58-4939-A31C-66F034B72B9C}" dt="2022-11-25T14:28:49.826" v="3366" actId="1035"/>
          <ac:spMkLst>
            <pc:docMk/>
            <pc:sldMk cId="414608196" sldId="9806"/>
            <ac:spMk id="208" creationId="{F2EEAAB4-36A8-65BA-ADED-59409CA5CB35}"/>
          </ac:spMkLst>
        </pc:spChg>
        <pc:spChg chg="add mod">
          <ac:chgData name="Macher, Andreas (DI FA CTR PLC PPM)" userId="f1dcac62-7bef-43eb-91f0-927336a1714f" providerId="ADAL" clId="{42A619FA-2A58-4939-A31C-66F034B72B9C}" dt="2022-11-25T14:28:49.826" v="3366" actId="1035"/>
          <ac:spMkLst>
            <pc:docMk/>
            <pc:sldMk cId="414608196" sldId="9806"/>
            <ac:spMk id="211" creationId="{9A3875B8-F908-4937-8145-BFDF24790B81}"/>
          </ac:spMkLst>
        </pc:spChg>
        <pc:spChg chg="add mod">
          <ac:chgData name="Macher, Andreas (DI FA CTR PLC PPM)" userId="f1dcac62-7bef-43eb-91f0-927336a1714f" providerId="ADAL" clId="{42A619FA-2A58-4939-A31C-66F034B72B9C}" dt="2022-11-25T14:28:49.826" v="3366" actId="1035"/>
          <ac:spMkLst>
            <pc:docMk/>
            <pc:sldMk cId="414608196" sldId="9806"/>
            <ac:spMk id="213" creationId="{D14AD710-CE41-89DA-251C-6EF3475D7947}"/>
          </ac:spMkLst>
        </pc:spChg>
        <pc:spChg chg="add mod">
          <ac:chgData name="Macher, Andreas (DI FA CTR PLC PPM)" userId="f1dcac62-7bef-43eb-91f0-927336a1714f" providerId="ADAL" clId="{42A619FA-2A58-4939-A31C-66F034B72B9C}" dt="2022-11-25T14:28:49.826" v="3366" actId="1035"/>
          <ac:spMkLst>
            <pc:docMk/>
            <pc:sldMk cId="414608196" sldId="9806"/>
            <ac:spMk id="216" creationId="{967F9758-7D7E-F655-132B-62BA062121BC}"/>
          </ac:spMkLst>
        </pc:spChg>
        <pc:spChg chg="add mod">
          <ac:chgData name="Macher, Andreas (DI FA CTR PLC PPM)" userId="f1dcac62-7bef-43eb-91f0-927336a1714f" providerId="ADAL" clId="{42A619FA-2A58-4939-A31C-66F034B72B9C}" dt="2022-11-25T14:28:49.826" v="3366" actId="1035"/>
          <ac:spMkLst>
            <pc:docMk/>
            <pc:sldMk cId="414608196" sldId="9806"/>
            <ac:spMk id="223" creationId="{146F0E23-5FF8-937E-FEA7-E848891A86D4}"/>
          </ac:spMkLst>
        </pc:spChg>
        <pc:spChg chg="add mod">
          <ac:chgData name="Macher, Andreas (DI FA CTR PLC PPM)" userId="f1dcac62-7bef-43eb-91f0-927336a1714f" providerId="ADAL" clId="{42A619FA-2A58-4939-A31C-66F034B72B9C}" dt="2022-11-25T14:28:49.826" v="3366" actId="1035"/>
          <ac:spMkLst>
            <pc:docMk/>
            <pc:sldMk cId="414608196" sldId="9806"/>
            <ac:spMk id="224" creationId="{6954A963-DB42-B802-B8B8-2152AE4E01A9}"/>
          </ac:spMkLst>
        </pc:spChg>
        <pc:spChg chg="add mod">
          <ac:chgData name="Macher, Andreas (DI FA CTR PLC PPM)" userId="f1dcac62-7bef-43eb-91f0-927336a1714f" providerId="ADAL" clId="{42A619FA-2A58-4939-A31C-66F034B72B9C}" dt="2022-11-25T14:28:49.826" v="3366" actId="1035"/>
          <ac:spMkLst>
            <pc:docMk/>
            <pc:sldMk cId="414608196" sldId="9806"/>
            <ac:spMk id="225" creationId="{EE8099E7-E6AE-5300-6E68-2605D0309640}"/>
          </ac:spMkLst>
        </pc:spChg>
        <pc:spChg chg="add mod">
          <ac:chgData name="Macher, Andreas (DI FA CTR PLC PPM)" userId="f1dcac62-7bef-43eb-91f0-927336a1714f" providerId="ADAL" clId="{42A619FA-2A58-4939-A31C-66F034B72B9C}" dt="2022-11-25T14:28:49.826" v="3366" actId="1035"/>
          <ac:spMkLst>
            <pc:docMk/>
            <pc:sldMk cId="414608196" sldId="9806"/>
            <ac:spMk id="226" creationId="{A1E16E18-936E-20D0-4881-E630BBA28F1E}"/>
          </ac:spMkLst>
        </pc:spChg>
        <pc:spChg chg="add del mod">
          <ac:chgData name="Macher, Andreas (DI FA CTR PLC PPM)" userId="f1dcac62-7bef-43eb-91f0-927336a1714f" providerId="ADAL" clId="{42A619FA-2A58-4939-A31C-66F034B72B9C}" dt="2022-11-25T14:28:39.559" v="3359" actId="478"/>
          <ac:spMkLst>
            <pc:docMk/>
            <pc:sldMk cId="414608196" sldId="9806"/>
            <ac:spMk id="227" creationId="{18F63426-6325-BFC4-5670-910AFFEC56DD}"/>
          </ac:spMkLst>
        </pc:spChg>
        <pc:spChg chg="add mod">
          <ac:chgData name="Macher, Andreas (DI FA CTR PLC PPM)" userId="f1dcac62-7bef-43eb-91f0-927336a1714f" providerId="ADAL" clId="{42A619FA-2A58-4939-A31C-66F034B72B9C}" dt="2022-11-25T14:29:25.172" v="3394" actId="1076"/>
          <ac:spMkLst>
            <pc:docMk/>
            <pc:sldMk cId="414608196" sldId="9806"/>
            <ac:spMk id="228" creationId="{CD0F366C-3810-5E40-8E68-038374BBD357}"/>
          </ac:spMkLst>
        </pc:spChg>
        <pc:spChg chg="add mod">
          <ac:chgData name="Macher, Andreas (DI FA CTR PLC PPM)" userId="f1dcac62-7bef-43eb-91f0-927336a1714f" providerId="ADAL" clId="{42A619FA-2A58-4939-A31C-66F034B72B9C}" dt="2022-11-25T14:29:33.766" v="3408" actId="20577"/>
          <ac:spMkLst>
            <pc:docMk/>
            <pc:sldMk cId="414608196" sldId="9806"/>
            <ac:spMk id="229" creationId="{255C8837-2A77-FA4E-2649-47E2480EE103}"/>
          </ac:spMkLst>
        </pc:spChg>
        <pc:spChg chg="add mod">
          <ac:chgData name="Macher, Andreas (DI FA CTR PLC PPM)" userId="f1dcac62-7bef-43eb-91f0-927336a1714f" providerId="ADAL" clId="{42A619FA-2A58-4939-A31C-66F034B72B9C}" dt="2022-11-25T14:31:04.160" v="3562" actId="1076"/>
          <ac:spMkLst>
            <pc:docMk/>
            <pc:sldMk cId="414608196" sldId="9806"/>
            <ac:spMk id="230" creationId="{89249828-C0F0-A1E8-9667-76083A6C3D03}"/>
          </ac:spMkLst>
        </pc:spChg>
        <pc:spChg chg="add mod">
          <ac:chgData name="Macher, Andreas (DI FA CTR PLC PPM)" userId="f1dcac62-7bef-43eb-91f0-927336a1714f" providerId="ADAL" clId="{42A619FA-2A58-4939-A31C-66F034B72B9C}" dt="2022-11-25T14:31:08.490" v="3564" actId="1076"/>
          <ac:spMkLst>
            <pc:docMk/>
            <pc:sldMk cId="414608196" sldId="9806"/>
            <ac:spMk id="231" creationId="{40E81059-C26B-01D2-53EE-A0D087E4FD3C}"/>
          </ac:spMkLst>
        </pc:spChg>
        <pc:spChg chg="add mod">
          <ac:chgData name="Macher, Andreas (DI FA CTR PLC PPM)" userId="f1dcac62-7bef-43eb-91f0-927336a1714f" providerId="ADAL" clId="{42A619FA-2A58-4939-A31C-66F034B72B9C}" dt="2022-11-25T14:31:24.857" v="3566" actId="1076"/>
          <ac:spMkLst>
            <pc:docMk/>
            <pc:sldMk cId="414608196" sldId="9806"/>
            <ac:spMk id="232" creationId="{C812BC46-A6B2-DE42-3FF5-35505F038A91}"/>
          </ac:spMkLst>
        </pc:spChg>
        <pc:spChg chg="add mod">
          <ac:chgData name="Macher, Andreas (DI FA CTR PLC PPM)" userId="f1dcac62-7bef-43eb-91f0-927336a1714f" providerId="ADAL" clId="{42A619FA-2A58-4939-A31C-66F034B72B9C}" dt="2022-11-25T14:31:24.857" v="3566" actId="1076"/>
          <ac:spMkLst>
            <pc:docMk/>
            <pc:sldMk cId="414608196" sldId="9806"/>
            <ac:spMk id="233" creationId="{C2F81A0D-0C6A-3546-BF4D-4A38E167C5A4}"/>
          </ac:spMkLst>
        </pc:spChg>
        <pc:grpChg chg="del">
          <ac:chgData name="Macher, Andreas (DI FA CTR PLC PPM)" userId="f1dcac62-7bef-43eb-91f0-927336a1714f" providerId="ADAL" clId="{42A619FA-2A58-4939-A31C-66F034B72B9C}" dt="2022-11-25T12:42:12.635" v="2959" actId="478"/>
          <ac:grpSpMkLst>
            <pc:docMk/>
            <pc:sldMk cId="414608196" sldId="9806"/>
            <ac:grpSpMk id="12" creationId="{A0BBC705-2BAF-2BB3-9B7C-D6C7683E305D}"/>
          </ac:grpSpMkLst>
        </pc:grpChg>
        <pc:grpChg chg="del">
          <ac:chgData name="Macher, Andreas (DI FA CTR PLC PPM)" userId="f1dcac62-7bef-43eb-91f0-927336a1714f" providerId="ADAL" clId="{42A619FA-2A58-4939-A31C-66F034B72B9C}" dt="2022-11-25T12:42:12.635" v="2959" actId="478"/>
          <ac:grpSpMkLst>
            <pc:docMk/>
            <pc:sldMk cId="414608196" sldId="9806"/>
            <ac:grpSpMk id="21" creationId="{5F55D575-997D-4C20-DF5E-3D52CE65C4DB}"/>
          </ac:grpSpMkLst>
        </pc:grpChg>
        <pc:grpChg chg="del">
          <ac:chgData name="Macher, Andreas (DI FA CTR PLC PPM)" userId="f1dcac62-7bef-43eb-91f0-927336a1714f" providerId="ADAL" clId="{42A619FA-2A58-4939-A31C-66F034B72B9C}" dt="2022-11-25T12:42:12.635" v="2959" actId="478"/>
          <ac:grpSpMkLst>
            <pc:docMk/>
            <pc:sldMk cId="414608196" sldId="9806"/>
            <ac:grpSpMk id="44" creationId="{121BB4A5-1DA5-5188-E9DA-E9F15F6BE213}"/>
          </ac:grpSpMkLst>
        </pc:grpChg>
        <pc:grpChg chg="add del mod">
          <ac:chgData name="Macher, Andreas (DI FA CTR PLC PPM)" userId="f1dcac62-7bef-43eb-91f0-927336a1714f" providerId="ADAL" clId="{42A619FA-2A58-4939-A31C-66F034B72B9C}" dt="2022-11-25T14:15:46.146" v="3166" actId="478"/>
          <ac:grpSpMkLst>
            <pc:docMk/>
            <pc:sldMk cId="414608196" sldId="9806"/>
            <ac:grpSpMk id="53" creationId="{96F41FAB-19D1-05C8-0462-F81CBF025803}"/>
          </ac:grpSpMkLst>
        </pc:grpChg>
        <pc:grpChg chg="mod">
          <ac:chgData name="Macher, Andreas (DI FA CTR PLC PPM)" userId="f1dcac62-7bef-43eb-91f0-927336a1714f" providerId="ADAL" clId="{42A619FA-2A58-4939-A31C-66F034B72B9C}" dt="2022-11-25T14:12:26.983" v="3145" actId="207"/>
          <ac:grpSpMkLst>
            <pc:docMk/>
            <pc:sldMk cId="414608196" sldId="9806"/>
            <ac:grpSpMk id="55" creationId="{F996F977-02C5-40BF-F2ED-DA8F8F4B9485}"/>
          </ac:grpSpMkLst>
        </pc:grpChg>
        <pc:grpChg chg="del">
          <ac:chgData name="Macher, Andreas (DI FA CTR PLC PPM)" userId="f1dcac62-7bef-43eb-91f0-927336a1714f" providerId="ADAL" clId="{42A619FA-2A58-4939-A31C-66F034B72B9C}" dt="2022-11-25T12:42:12.635" v="2959" actId="478"/>
          <ac:grpSpMkLst>
            <pc:docMk/>
            <pc:sldMk cId="414608196" sldId="9806"/>
            <ac:grpSpMk id="58" creationId="{6C436D01-7BBD-2A4B-9761-E50686B4F664}"/>
          </ac:grpSpMkLst>
        </pc:grpChg>
        <pc:grpChg chg="add mod ord">
          <ac:chgData name="Macher, Andreas (DI FA CTR PLC PPM)" userId="f1dcac62-7bef-43eb-91f0-927336a1714f" providerId="ADAL" clId="{42A619FA-2A58-4939-A31C-66F034B72B9C}" dt="2022-11-25T14:28:49.826" v="3366" actId="1035"/>
          <ac:grpSpMkLst>
            <pc:docMk/>
            <pc:sldMk cId="414608196" sldId="9806"/>
            <ac:grpSpMk id="113" creationId="{5A89FF19-830D-F9F9-34D1-A6A6F0F2DCD4}"/>
          </ac:grpSpMkLst>
        </pc:grpChg>
        <pc:grpChg chg="add mod">
          <ac:chgData name="Macher, Andreas (DI FA CTR PLC PPM)" userId="f1dcac62-7bef-43eb-91f0-927336a1714f" providerId="ADAL" clId="{42A619FA-2A58-4939-A31C-66F034B72B9C}" dt="2022-11-25T14:28:49.826" v="3366" actId="1035"/>
          <ac:grpSpMkLst>
            <pc:docMk/>
            <pc:sldMk cId="414608196" sldId="9806"/>
            <ac:grpSpMk id="121" creationId="{CD8E3D78-8E39-A18F-5C0D-068231823BE7}"/>
          </ac:grpSpMkLst>
        </pc:grpChg>
        <pc:grpChg chg="mod">
          <ac:chgData name="Macher, Andreas (DI FA CTR PLC PPM)" userId="f1dcac62-7bef-43eb-91f0-927336a1714f" providerId="ADAL" clId="{42A619FA-2A58-4939-A31C-66F034B72B9C}" dt="2022-11-25T14:28:49.826" v="3366" actId="1035"/>
          <ac:grpSpMkLst>
            <pc:docMk/>
            <pc:sldMk cId="414608196" sldId="9806"/>
            <ac:grpSpMk id="123" creationId="{FB1DD80E-4DED-C958-FC3D-2B0EC2855C6A}"/>
          </ac:grpSpMkLst>
        </pc:grpChg>
        <pc:grpChg chg="add mod ord">
          <ac:chgData name="Macher, Andreas (DI FA CTR PLC PPM)" userId="f1dcac62-7bef-43eb-91f0-927336a1714f" providerId="ADAL" clId="{42A619FA-2A58-4939-A31C-66F034B72B9C}" dt="2022-11-25T14:28:49.826" v="3366" actId="1035"/>
          <ac:grpSpMkLst>
            <pc:docMk/>
            <pc:sldMk cId="414608196" sldId="9806"/>
            <ac:grpSpMk id="127" creationId="{C590C4AC-61BD-FA7F-7D6D-BA181B9A0D29}"/>
          </ac:grpSpMkLst>
        </pc:grpChg>
        <pc:grpChg chg="mod">
          <ac:chgData name="Macher, Andreas (DI FA CTR PLC PPM)" userId="f1dcac62-7bef-43eb-91f0-927336a1714f" providerId="ADAL" clId="{42A619FA-2A58-4939-A31C-66F034B72B9C}" dt="2022-11-25T14:28:49.826" v="3366" actId="1035"/>
          <ac:grpSpMkLst>
            <pc:docMk/>
            <pc:sldMk cId="414608196" sldId="9806"/>
            <ac:grpSpMk id="129" creationId="{2A53FD23-7C01-CCD1-13C8-9A4EA8485E0E}"/>
          </ac:grpSpMkLst>
        </pc:grpChg>
        <pc:grpChg chg="add del mod">
          <ac:chgData name="Macher, Andreas (DI FA CTR PLC PPM)" userId="f1dcac62-7bef-43eb-91f0-927336a1714f" providerId="ADAL" clId="{42A619FA-2A58-4939-A31C-66F034B72B9C}" dt="2022-11-25T14:24:24.827" v="3328" actId="478"/>
          <ac:grpSpMkLst>
            <pc:docMk/>
            <pc:sldMk cId="414608196" sldId="9806"/>
            <ac:grpSpMk id="166" creationId="{5DF6CF6D-3851-6BEA-7207-3AB09DF3A729}"/>
          </ac:grpSpMkLst>
        </pc:grpChg>
        <pc:grpChg chg="add mod">
          <ac:chgData name="Macher, Andreas (DI FA CTR PLC PPM)" userId="f1dcac62-7bef-43eb-91f0-927336a1714f" providerId="ADAL" clId="{42A619FA-2A58-4939-A31C-66F034B72B9C}" dt="2022-11-25T14:28:49.826" v="3366" actId="1035"/>
          <ac:grpSpMkLst>
            <pc:docMk/>
            <pc:sldMk cId="414608196" sldId="9806"/>
            <ac:grpSpMk id="171" creationId="{0780B0E3-FF1C-E7C6-E675-E6079E4FFE7A}"/>
          </ac:grpSpMkLst>
        </pc:grpChg>
        <pc:grpChg chg="mod">
          <ac:chgData name="Macher, Andreas (DI FA CTR PLC PPM)" userId="f1dcac62-7bef-43eb-91f0-927336a1714f" providerId="ADAL" clId="{42A619FA-2A58-4939-A31C-66F034B72B9C}" dt="2022-11-25T14:28:49.826" v="3366" actId="1035"/>
          <ac:grpSpMkLst>
            <pc:docMk/>
            <pc:sldMk cId="414608196" sldId="9806"/>
            <ac:grpSpMk id="173" creationId="{5B4EBE80-3F48-81FB-1F71-C6C47710F8B4}"/>
          </ac:grpSpMkLst>
        </pc:grpChg>
        <pc:grpChg chg="add mod">
          <ac:chgData name="Macher, Andreas (DI FA CTR PLC PPM)" userId="f1dcac62-7bef-43eb-91f0-927336a1714f" providerId="ADAL" clId="{42A619FA-2A58-4939-A31C-66F034B72B9C}" dt="2022-11-25T14:28:49.826" v="3366" actId="1035"/>
          <ac:grpSpMkLst>
            <pc:docMk/>
            <pc:sldMk cId="414608196" sldId="9806"/>
            <ac:grpSpMk id="184" creationId="{7E455BFA-EB26-6252-5177-B2B0CB2361E9}"/>
          </ac:grpSpMkLst>
        </pc:grpChg>
        <pc:grpChg chg="mod">
          <ac:chgData name="Macher, Andreas (DI FA CTR PLC PPM)" userId="f1dcac62-7bef-43eb-91f0-927336a1714f" providerId="ADAL" clId="{42A619FA-2A58-4939-A31C-66F034B72B9C}" dt="2022-11-25T14:28:49.826" v="3366" actId="1035"/>
          <ac:grpSpMkLst>
            <pc:docMk/>
            <pc:sldMk cId="414608196" sldId="9806"/>
            <ac:grpSpMk id="186" creationId="{1E3E327F-2A92-39F1-0803-DA0FACC6D402}"/>
          </ac:grpSpMkLst>
        </pc:grpChg>
        <pc:grpChg chg="add mod">
          <ac:chgData name="Macher, Andreas (DI FA CTR PLC PPM)" userId="f1dcac62-7bef-43eb-91f0-927336a1714f" providerId="ADAL" clId="{42A619FA-2A58-4939-A31C-66F034B72B9C}" dt="2022-11-25T14:28:49.826" v="3366" actId="1035"/>
          <ac:grpSpMkLst>
            <pc:docMk/>
            <pc:sldMk cId="414608196" sldId="9806"/>
            <ac:grpSpMk id="218" creationId="{81C306D3-A761-F570-12DB-DEAE734DC94B}"/>
          </ac:grpSpMkLst>
        </pc:grpChg>
        <pc:picChg chg="del">
          <ac:chgData name="Macher, Andreas (DI FA CTR PLC PPM)" userId="f1dcac62-7bef-43eb-91f0-927336a1714f" providerId="ADAL" clId="{42A619FA-2A58-4939-A31C-66F034B72B9C}" dt="2022-11-25T12:42:12.635" v="2959" actId="478"/>
          <ac:picMkLst>
            <pc:docMk/>
            <pc:sldMk cId="414608196" sldId="9806"/>
            <ac:picMk id="7" creationId="{4555D06D-8569-DCEE-F29E-0402E751755F}"/>
          </ac:picMkLst>
        </pc:picChg>
        <pc:picChg chg="del">
          <ac:chgData name="Macher, Andreas (DI FA CTR PLC PPM)" userId="f1dcac62-7bef-43eb-91f0-927336a1714f" providerId="ADAL" clId="{42A619FA-2A58-4939-A31C-66F034B72B9C}" dt="2022-11-25T12:42:12.635" v="2959" actId="478"/>
          <ac:picMkLst>
            <pc:docMk/>
            <pc:sldMk cId="414608196" sldId="9806"/>
            <ac:picMk id="18" creationId="{4D9724A2-696B-E2A4-37F6-A8B49532AEA2}"/>
          </ac:picMkLst>
        </pc:picChg>
        <pc:picChg chg="del">
          <ac:chgData name="Macher, Andreas (DI FA CTR PLC PPM)" userId="f1dcac62-7bef-43eb-91f0-927336a1714f" providerId="ADAL" clId="{42A619FA-2A58-4939-A31C-66F034B72B9C}" dt="2022-11-25T12:42:12.635" v="2959" actId="478"/>
          <ac:picMkLst>
            <pc:docMk/>
            <pc:sldMk cId="414608196" sldId="9806"/>
            <ac:picMk id="27" creationId="{EABE495A-1BAF-34E7-9635-D666C1562A31}"/>
          </ac:picMkLst>
        </pc:picChg>
        <pc:picChg chg="del">
          <ac:chgData name="Macher, Andreas (DI FA CTR PLC PPM)" userId="f1dcac62-7bef-43eb-91f0-927336a1714f" providerId="ADAL" clId="{42A619FA-2A58-4939-A31C-66F034B72B9C}" dt="2022-11-25T12:42:12.635" v="2959" actId="478"/>
          <ac:picMkLst>
            <pc:docMk/>
            <pc:sldMk cId="414608196" sldId="9806"/>
            <ac:picMk id="36" creationId="{A0D98F5D-E044-65DA-B9A4-B57D1F7BC8A4}"/>
          </ac:picMkLst>
        </pc:picChg>
        <pc:picChg chg="del">
          <ac:chgData name="Macher, Andreas (DI FA CTR PLC PPM)" userId="f1dcac62-7bef-43eb-91f0-927336a1714f" providerId="ADAL" clId="{42A619FA-2A58-4939-A31C-66F034B72B9C}" dt="2022-11-25T12:42:12.635" v="2959" actId="478"/>
          <ac:picMkLst>
            <pc:docMk/>
            <pc:sldMk cId="414608196" sldId="9806"/>
            <ac:picMk id="39" creationId="{9606D8A8-6C28-7F71-5C02-2EB72F751634}"/>
          </ac:picMkLst>
        </pc:picChg>
        <pc:picChg chg="mod">
          <ac:chgData name="Macher, Andreas (DI FA CTR PLC PPM)" userId="f1dcac62-7bef-43eb-91f0-927336a1714f" providerId="ADAL" clId="{42A619FA-2A58-4939-A31C-66F034B72B9C}" dt="2022-11-25T14:12:26.983" v="3145" actId="207"/>
          <ac:picMkLst>
            <pc:docMk/>
            <pc:sldMk cId="414608196" sldId="9806"/>
            <ac:picMk id="56" creationId="{A145A0D1-5BD2-4205-EE53-2CB0D76E9154}"/>
          </ac:picMkLst>
        </pc:picChg>
        <pc:picChg chg="del">
          <ac:chgData name="Macher, Andreas (DI FA CTR PLC PPM)" userId="f1dcac62-7bef-43eb-91f0-927336a1714f" providerId="ADAL" clId="{42A619FA-2A58-4939-A31C-66F034B72B9C}" dt="2022-11-25T12:42:12.635" v="2959" actId="478"/>
          <ac:picMkLst>
            <pc:docMk/>
            <pc:sldMk cId="414608196" sldId="9806"/>
            <ac:picMk id="64" creationId="{B4895F50-AF24-A800-53F1-490782B39CC5}"/>
          </ac:picMkLst>
        </pc:picChg>
        <pc:picChg chg="del">
          <ac:chgData name="Macher, Andreas (DI FA CTR PLC PPM)" userId="f1dcac62-7bef-43eb-91f0-927336a1714f" providerId="ADAL" clId="{42A619FA-2A58-4939-A31C-66F034B72B9C}" dt="2022-11-25T12:42:12.635" v="2959" actId="478"/>
          <ac:picMkLst>
            <pc:docMk/>
            <pc:sldMk cId="414608196" sldId="9806"/>
            <ac:picMk id="67" creationId="{91E3FAD9-6320-F4BE-2EEA-178BACE6DB7C}"/>
          </ac:picMkLst>
        </pc:picChg>
        <pc:picChg chg="del">
          <ac:chgData name="Macher, Andreas (DI FA CTR PLC PPM)" userId="f1dcac62-7bef-43eb-91f0-927336a1714f" providerId="ADAL" clId="{42A619FA-2A58-4939-A31C-66F034B72B9C}" dt="2022-11-25T12:42:12.635" v="2959" actId="478"/>
          <ac:picMkLst>
            <pc:docMk/>
            <pc:sldMk cId="414608196" sldId="9806"/>
            <ac:picMk id="68" creationId="{DD4B1395-9367-8E7A-2D21-E4BFAF4C1D1E}"/>
          </ac:picMkLst>
        </pc:picChg>
        <pc:picChg chg="del">
          <ac:chgData name="Macher, Andreas (DI FA CTR PLC PPM)" userId="f1dcac62-7bef-43eb-91f0-927336a1714f" providerId="ADAL" clId="{42A619FA-2A58-4939-A31C-66F034B72B9C}" dt="2022-11-25T12:42:12.635" v="2959" actId="478"/>
          <ac:picMkLst>
            <pc:docMk/>
            <pc:sldMk cId="414608196" sldId="9806"/>
            <ac:picMk id="71" creationId="{6314E425-B92A-13F0-DBF7-0C5E342282C8}"/>
          </ac:picMkLst>
        </pc:picChg>
        <pc:picChg chg="del">
          <ac:chgData name="Macher, Andreas (DI FA CTR PLC PPM)" userId="f1dcac62-7bef-43eb-91f0-927336a1714f" providerId="ADAL" clId="{42A619FA-2A58-4939-A31C-66F034B72B9C}" dt="2022-11-25T12:42:12.635" v="2959" actId="478"/>
          <ac:picMkLst>
            <pc:docMk/>
            <pc:sldMk cId="414608196" sldId="9806"/>
            <ac:picMk id="72" creationId="{4EF900E4-7C4C-A341-F6D8-FDCCE8B88B1A}"/>
          </ac:picMkLst>
        </pc:picChg>
        <pc:picChg chg="del">
          <ac:chgData name="Macher, Andreas (DI FA CTR PLC PPM)" userId="f1dcac62-7bef-43eb-91f0-927336a1714f" providerId="ADAL" clId="{42A619FA-2A58-4939-A31C-66F034B72B9C}" dt="2022-11-25T12:42:12.635" v="2959" actId="478"/>
          <ac:picMkLst>
            <pc:docMk/>
            <pc:sldMk cId="414608196" sldId="9806"/>
            <ac:picMk id="79" creationId="{887E42A3-A683-5BDB-B88E-D291F1B55938}"/>
          </ac:picMkLst>
        </pc:picChg>
        <pc:picChg chg="mod">
          <ac:chgData name="Macher, Andreas (DI FA CTR PLC PPM)" userId="f1dcac62-7bef-43eb-91f0-927336a1714f" providerId="ADAL" clId="{42A619FA-2A58-4939-A31C-66F034B72B9C}" dt="2022-11-25T14:12:26.983" v="3145" actId="207"/>
          <ac:picMkLst>
            <pc:docMk/>
            <pc:sldMk cId="414608196" sldId="9806"/>
            <ac:picMk id="88" creationId="{9A7D8028-9A5A-B59C-5769-84099271484C}"/>
          </ac:picMkLst>
        </pc:picChg>
        <pc:picChg chg="mod">
          <ac:chgData name="Macher, Andreas (DI FA CTR PLC PPM)" userId="f1dcac62-7bef-43eb-91f0-927336a1714f" providerId="ADAL" clId="{42A619FA-2A58-4939-A31C-66F034B72B9C}" dt="2022-11-25T14:12:26.983" v="3145" actId="207"/>
          <ac:picMkLst>
            <pc:docMk/>
            <pc:sldMk cId="414608196" sldId="9806"/>
            <ac:picMk id="89" creationId="{4382CB99-DB11-4B5A-E059-6EAC796F9920}"/>
          </ac:picMkLst>
        </pc:picChg>
        <pc:picChg chg="add mod">
          <ac:chgData name="Macher, Andreas (DI FA CTR PLC PPM)" userId="f1dcac62-7bef-43eb-91f0-927336a1714f" providerId="ADAL" clId="{42A619FA-2A58-4939-A31C-66F034B72B9C}" dt="2022-11-25T14:28:49.826" v="3366" actId="1035"/>
          <ac:picMkLst>
            <pc:docMk/>
            <pc:sldMk cId="414608196" sldId="9806"/>
            <ac:picMk id="92" creationId="{04649D58-9C63-4DE6-B94A-8FEB0721FF4C}"/>
          </ac:picMkLst>
        </pc:picChg>
        <pc:picChg chg="add mod">
          <ac:chgData name="Macher, Andreas (DI FA CTR PLC PPM)" userId="f1dcac62-7bef-43eb-91f0-927336a1714f" providerId="ADAL" clId="{42A619FA-2A58-4939-A31C-66F034B72B9C}" dt="2022-11-25T14:28:49.826" v="3366" actId="1035"/>
          <ac:picMkLst>
            <pc:docMk/>
            <pc:sldMk cId="414608196" sldId="9806"/>
            <ac:picMk id="94" creationId="{9387F713-7922-E312-4296-C5DB3A1CF839}"/>
          </ac:picMkLst>
        </pc:picChg>
        <pc:picChg chg="add mod ord">
          <ac:chgData name="Macher, Andreas (DI FA CTR PLC PPM)" userId="f1dcac62-7bef-43eb-91f0-927336a1714f" providerId="ADAL" clId="{42A619FA-2A58-4939-A31C-66F034B72B9C}" dt="2022-11-25T14:28:49.826" v="3366" actId="1035"/>
          <ac:picMkLst>
            <pc:docMk/>
            <pc:sldMk cId="414608196" sldId="9806"/>
            <ac:picMk id="98" creationId="{6C03AA15-7890-65F0-6CDD-DD763B9ABD7C}"/>
          </ac:picMkLst>
        </pc:picChg>
        <pc:picChg chg="add mod ord">
          <ac:chgData name="Macher, Andreas (DI FA CTR PLC PPM)" userId="f1dcac62-7bef-43eb-91f0-927336a1714f" providerId="ADAL" clId="{42A619FA-2A58-4939-A31C-66F034B72B9C}" dt="2022-11-25T14:28:49.826" v="3366" actId="1035"/>
          <ac:picMkLst>
            <pc:docMk/>
            <pc:sldMk cId="414608196" sldId="9806"/>
            <ac:picMk id="103" creationId="{018B6749-856D-2BF2-28E7-5AE48892C776}"/>
          </ac:picMkLst>
        </pc:picChg>
        <pc:picChg chg="mod">
          <ac:chgData name="Macher, Andreas (DI FA CTR PLC PPM)" userId="f1dcac62-7bef-43eb-91f0-927336a1714f" providerId="ADAL" clId="{42A619FA-2A58-4939-A31C-66F034B72B9C}" dt="2022-11-25T14:28:49.826" v="3366" actId="1035"/>
          <ac:picMkLst>
            <pc:docMk/>
            <pc:sldMk cId="414608196" sldId="9806"/>
            <ac:picMk id="114" creationId="{0806BDC2-8F46-22A3-09EC-D86BA3DBAF80}"/>
          </ac:picMkLst>
        </pc:picChg>
        <pc:picChg chg="mod">
          <ac:chgData name="Macher, Andreas (DI FA CTR PLC PPM)" userId="f1dcac62-7bef-43eb-91f0-927336a1714f" providerId="ADAL" clId="{42A619FA-2A58-4939-A31C-66F034B72B9C}" dt="2022-11-25T14:28:49.826" v="3366" actId="1035"/>
          <ac:picMkLst>
            <pc:docMk/>
            <pc:sldMk cId="414608196" sldId="9806"/>
            <ac:picMk id="115" creationId="{F30AB8E1-8957-DC47-2DA8-D7A826AAED0E}"/>
          </ac:picMkLst>
        </pc:picChg>
        <pc:picChg chg="mod">
          <ac:chgData name="Macher, Andreas (DI FA CTR PLC PPM)" userId="f1dcac62-7bef-43eb-91f0-927336a1714f" providerId="ADAL" clId="{42A619FA-2A58-4939-A31C-66F034B72B9C}" dt="2022-11-25T14:28:49.826" v="3366" actId="1035"/>
          <ac:picMkLst>
            <pc:docMk/>
            <pc:sldMk cId="414608196" sldId="9806"/>
            <ac:picMk id="116" creationId="{1CEF1F60-184D-A97F-5333-DA06A184F8AE}"/>
          </ac:picMkLst>
        </pc:picChg>
        <pc:picChg chg="mod">
          <ac:chgData name="Macher, Andreas (DI FA CTR PLC PPM)" userId="f1dcac62-7bef-43eb-91f0-927336a1714f" providerId="ADAL" clId="{42A619FA-2A58-4939-A31C-66F034B72B9C}" dt="2022-11-25T14:28:49.826" v="3366" actId="1035"/>
          <ac:picMkLst>
            <pc:docMk/>
            <pc:sldMk cId="414608196" sldId="9806"/>
            <ac:picMk id="117" creationId="{2A03371B-8517-62F6-E16C-8B88F95B22FF}"/>
          </ac:picMkLst>
        </pc:picChg>
        <pc:picChg chg="mod">
          <ac:chgData name="Macher, Andreas (DI FA CTR PLC PPM)" userId="f1dcac62-7bef-43eb-91f0-927336a1714f" providerId="ADAL" clId="{42A619FA-2A58-4939-A31C-66F034B72B9C}" dt="2022-11-25T14:28:49.826" v="3366" actId="1035"/>
          <ac:picMkLst>
            <pc:docMk/>
            <pc:sldMk cId="414608196" sldId="9806"/>
            <ac:picMk id="124" creationId="{49F71F6A-5104-4A47-EB5D-A8424F6F8E2C}"/>
          </ac:picMkLst>
        </pc:picChg>
        <pc:picChg chg="mod">
          <ac:chgData name="Macher, Andreas (DI FA CTR PLC PPM)" userId="f1dcac62-7bef-43eb-91f0-927336a1714f" providerId="ADAL" clId="{42A619FA-2A58-4939-A31C-66F034B72B9C}" dt="2022-11-25T14:28:49.826" v="3366" actId="1035"/>
          <ac:picMkLst>
            <pc:docMk/>
            <pc:sldMk cId="414608196" sldId="9806"/>
            <ac:picMk id="125" creationId="{784E7A3F-8005-D053-663B-E543E7B49213}"/>
          </ac:picMkLst>
        </pc:picChg>
        <pc:picChg chg="mod">
          <ac:chgData name="Macher, Andreas (DI FA CTR PLC PPM)" userId="f1dcac62-7bef-43eb-91f0-927336a1714f" providerId="ADAL" clId="{42A619FA-2A58-4939-A31C-66F034B72B9C}" dt="2022-11-25T14:28:49.826" v="3366" actId="1035"/>
          <ac:picMkLst>
            <pc:docMk/>
            <pc:sldMk cId="414608196" sldId="9806"/>
            <ac:picMk id="126" creationId="{13F088FB-5F2D-7CD1-4276-480C521A7437}"/>
          </ac:picMkLst>
        </pc:picChg>
        <pc:picChg chg="mod">
          <ac:chgData name="Macher, Andreas (DI FA CTR PLC PPM)" userId="f1dcac62-7bef-43eb-91f0-927336a1714f" providerId="ADAL" clId="{42A619FA-2A58-4939-A31C-66F034B72B9C}" dt="2022-11-25T14:28:49.826" v="3366" actId="1035"/>
          <ac:picMkLst>
            <pc:docMk/>
            <pc:sldMk cId="414608196" sldId="9806"/>
            <ac:picMk id="130" creationId="{03EF8ACD-D721-BD17-8DDC-B273DB8F9A47}"/>
          </ac:picMkLst>
        </pc:picChg>
        <pc:picChg chg="mod">
          <ac:chgData name="Macher, Andreas (DI FA CTR PLC PPM)" userId="f1dcac62-7bef-43eb-91f0-927336a1714f" providerId="ADAL" clId="{42A619FA-2A58-4939-A31C-66F034B72B9C}" dt="2022-11-25T14:28:49.826" v="3366" actId="1035"/>
          <ac:picMkLst>
            <pc:docMk/>
            <pc:sldMk cId="414608196" sldId="9806"/>
            <ac:picMk id="131" creationId="{68DF4674-DE70-2B6B-1300-47B95D6BC6D4}"/>
          </ac:picMkLst>
        </pc:picChg>
        <pc:picChg chg="mod">
          <ac:chgData name="Macher, Andreas (DI FA CTR PLC PPM)" userId="f1dcac62-7bef-43eb-91f0-927336a1714f" providerId="ADAL" clId="{42A619FA-2A58-4939-A31C-66F034B72B9C}" dt="2022-11-25T14:28:49.826" v="3366" actId="1035"/>
          <ac:picMkLst>
            <pc:docMk/>
            <pc:sldMk cId="414608196" sldId="9806"/>
            <ac:picMk id="132" creationId="{79284615-71FE-4114-70E5-709E78C7F327}"/>
          </ac:picMkLst>
        </pc:picChg>
        <pc:picChg chg="add del mod">
          <ac:chgData name="Macher, Andreas (DI FA CTR PLC PPM)" userId="f1dcac62-7bef-43eb-91f0-927336a1714f" providerId="ADAL" clId="{42A619FA-2A58-4939-A31C-66F034B72B9C}" dt="2022-11-25T14:24:24.827" v="3328" actId="478"/>
          <ac:picMkLst>
            <pc:docMk/>
            <pc:sldMk cId="414608196" sldId="9806"/>
            <ac:picMk id="146" creationId="{1BCCD54F-4480-CC5C-42E2-F2DCE3FD7465}"/>
          </ac:picMkLst>
        </pc:picChg>
        <pc:picChg chg="add del mod">
          <ac:chgData name="Macher, Andreas (DI FA CTR PLC PPM)" userId="f1dcac62-7bef-43eb-91f0-927336a1714f" providerId="ADAL" clId="{42A619FA-2A58-4939-A31C-66F034B72B9C}" dt="2022-11-25T14:24:24.827" v="3328" actId="478"/>
          <ac:picMkLst>
            <pc:docMk/>
            <pc:sldMk cId="414608196" sldId="9806"/>
            <ac:picMk id="147" creationId="{6ECC86C9-AA0C-C037-5F2B-DAA37478B2AD}"/>
          </ac:picMkLst>
        </pc:picChg>
        <pc:picChg chg="add del mod">
          <ac:chgData name="Macher, Andreas (DI FA CTR PLC PPM)" userId="f1dcac62-7bef-43eb-91f0-927336a1714f" providerId="ADAL" clId="{42A619FA-2A58-4939-A31C-66F034B72B9C}" dt="2022-11-25T14:24:24.827" v="3328" actId="478"/>
          <ac:picMkLst>
            <pc:docMk/>
            <pc:sldMk cId="414608196" sldId="9806"/>
            <ac:picMk id="161" creationId="{04C26D44-28CF-EAD2-C598-13EE04C6BCA5}"/>
          </ac:picMkLst>
        </pc:picChg>
        <pc:picChg chg="add del mod">
          <ac:chgData name="Macher, Andreas (DI FA CTR PLC PPM)" userId="f1dcac62-7bef-43eb-91f0-927336a1714f" providerId="ADAL" clId="{42A619FA-2A58-4939-A31C-66F034B72B9C}" dt="2022-11-25T14:24:24.827" v="3328" actId="478"/>
          <ac:picMkLst>
            <pc:docMk/>
            <pc:sldMk cId="414608196" sldId="9806"/>
            <ac:picMk id="162" creationId="{C62D0134-A276-3FFC-8636-1E4D65679329}"/>
          </ac:picMkLst>
        </pc:picChg>
        <pc:picChg chg="mod">
          <ac:chgData name="Macher, Andreas (DI FA CTR PLC PPM)" userId="f1dcac62-7bef-43eb-91f0-927336a1714f" providerId="ADAL" clId="{42A619FA-2A58-4939-A31C-66F034B72B9C}" dt="2022-11-25T14:24:14.679" v="3327" actId="1076"/>
          <ac:picMkLst>
            <pc:docMk/>
            <pc:sldMk cId="414608196" sldId="9806"/>
            <ac:picMk id="167" creationId="{E56BE8DE-99DD-DB62-B5FF-5001F69D0297}"/>
          </ac:picMkLst>
        </pc:picChg>
        <pc:picChg chg="mod">
          <ac:chgData name="Macher, Andreas (DI FA CTR PLC PPM)" userId="f1dcac62-7bef-43eb-91f0-927336a1714f" providerId="ADAL" clId="{42A619FA-2A58-4939-A31C-66F034B72B9C}" dt="2022-11-25T14:24:14.679" v="3327" actId="1076"/>
          <ac:picMkLst>
            <pc:docMk/>
            <pc:sldMk cId="414608196" sldId="9806"/>
            <ac:picMk id="168" creationId="{73F9F763-4939-300E-E9E2-E0B094987385}"/>
          </ac:picMkLst>
        </pc:picChg>
        <pc:picChg chg="mod">
          <ac:chgData name="Macher, Andreas (DI FA CTR PLC PPM)" userId="f1dcac62-7bef-43eb-91f0-927336a1714f" providerId="ADAL" clId="{42A619FA-2A58-4939-A31C-66F034B72B9C}" dt="2022-11-25T14:24:14.679" v="3327" actId="1076"/>
          <ac:picMkLst>
            <pc:docMk/>
            <pc:sldMk cId="414608196" sldId="9806"/>
            <ac:picMk id="169" creationId="{2EDC86FF-E834-8C8E-0054-6DEC24F53E56}"/>
          </ac:picMkLst>
        </pc:picChg>
        <pc:picChg chg="mod">
          <ac:chgData name="Macher, Andreas (DI FA CTR PLC PPM)" userId="f1dcac62-7bef-43eb-91f0-927336a1714f" providerId="ADAL" clId="{42A619FA-2A58-4939-A31C-66F034B72B9C}" dt="2022-11-25T14:24:14.679" v="3327" actId="1076"/>
          <ac:picMkLst>
            <pc:docMk/>
            <pc:sldMk cId="414608196" sldId="9806"/>
            <ac:picMk id="170" creationId="{07CFA660-E3C5-F6AA-5BD7-8A19992AB85E}"/>
          </ac:picMkLst>
        </pc:picChg>
        <pc:picChg chg="mod">
          <ac:chgData name="Macher, Andreas (DI FA CTR PLC PPM)" userId="f1dcac62-7bef-43eb-91f0-927336a1714f" providerId="ADAL" clId="{42A619FA-2A58-4939-A31C-66F034B72B9C}" dt="2022-11-25T14:28:49.826" v="3366" actId="1035"/>
          <ac:picMkLst>
            <pc:docMk/>
            <pc:sldMk cId="414608196" sldId="9806"/>
            <ac:picMk id="174" creationId="{BFC815ED-7448-AF39-9D8D-8104D6546162}"/>
          </ac:picMkLst>
        </pc:picChg>
        <pc:picChg chg="mod">
          <ac:chgData name="Macher, Andreas (DI FA CTR PLC PPM)" userId="f1dcac62-7bef-43eb-91f0-927336a1714f" providerId="ADAL" clId="{42A619FA-2A58-4939-A31C-66F034B72B9C}" dt="2022-11-25T14:28:49.826" v="3366" actId="1035"/>
          <ac:picMkLst>
            <pc:docMk/>
            <pc:sldMk cId="414608196" sldId="9806"/>
            <ac:picMk id="175" creationId="{3AE3D966-73D4-981A-0E79-8B4E8215F955}"/>
          </ac:picMkLst>
        </pc:picChg>
        <pc:picChg chg="mod">
          <ac:chgData name="Macher, Andreas (DI FA CTR PLC PPM)" userId="f1dcac62-7bef-43eb-91f0-927336a1714f" providerId="ADAL" clId="{42A619FA-2A58-4939-A31C-66F034B72B9C}" dt="2022-11-25T14:28:49.826" v="3366" actId="1035"/>
          <ac:picMkLst>
            <pc:docMk/>
            <pc:sldMk cId="414608196" sldId="9806"/>
            <ac:picMk id="176" creationId="{3C913B4E-6D4D-C69F-066E-3113D06A0901}"/>
          </ac:picMkLst>
        </pc:picChg>
        <pc:picChg chg="mod">
          <ac:chgData name="Macher, Andreas (DI FA CTR PLC PPM)" userId="f1dcac62-7bef-43eb-91f0-927336a1714f" providerId="ADAL" clId="{42A619FA-2A58-4939-A31C-66F034B72B9C}" dt="2022-11-25T14:28:49.826" v="3366" actId="1035"/>
          <ac:picMkLst>
            <pc:docMk/>
            <pc:sldMk cId="414608196" sldId="9806"/>
            <ac:picMk id="187" creationId="{3BCD1920-C6BA-AA78-0324-5DD7DEF15DC6}"/>
          </ac:picMkLst>
        </pc:picChg>
        <pc:picChg chg="mod">
          <ac:chgData name="Macher, Andreas (DI FA CTR PLC PPM)" userId="f1dcac62-7bef-43eb-91f0-927336a1714f" providerId="ADAL" clId="{42A619FA-2A58-4939-A31C-66F034B72B9C}" dt="2022-11-25T14:28:49.826" v="3366" actId="1035"/>
          <ac:picMkLst>
            <pc:docMk/>
            <pc:sldMk cId="414608196" sldId="9806"/>
            <ac:picMk id="188" creationId="{9A395203-03B6-B5FC-9B93-0EB837A8F57D}"/>
          </ac:picMkLst>
        </pc:picChg>
        <pc:picChg chg="mod">
          <ac:chgData name="Macher, Andreas (DI FA CTR PLC PPM)" userId="f1dcac62-7bef-43eb-91f0-927336a1714f" providerId="ADAL" clId="{42A619FA-2A58-4939-A31C-66F034B72B9C}" dt="2022-11-25T14:28:49.826" v="3366" actId="1035"/>
          <ac:picMkLst>
            <pc:docMk/>
            <pc:sldMk cId="414608196" sldId="9806"/>
            <ac:picMk id="189" creationId="{6C649A35-88C8-0992-FDFA-571FB4AECFF2}"/>
          </ac:picMkLst>
        </pc:picChg>
        <pc:picChg chg="add mod">
          <ac:chgData name="Macher, Andreas (DI FA CTR PLC PPM)" userId="f1dcac62-7bef-43eb-91f0-927336a1714f" providerId="ADAL" clId="{42A619FA-2A58-4939-A31C-66F034B72B9C}" dt="2022-11-25T14:28:49.826" v="3366" actId="1035"/>
          <ac:picMkLst>
            <pc:docMk/>
            <pc:sldMk cId="414608196" sldId="9806"/>
            <ac:picMk id="194" creationId="{E1494288-B236-231D-F5E0-B0A236147268}"/>
          </ac:picMkLst>
        </pc:picChg>
        <pc:picChg chg="add mod">
          <ac:chgData name="Macher, Andreas (DI FA CTR PLC PPM)" userId="f1dcac62-7bef-43eb-91f0-927336a1714f" providerId="ADAL" clId="{42A619FA-2A58-4939-A31C-66F034B72B9C}" dt="2022-11-25T14:28:49.826" v="3366" actId="1035"/>
          <ac:picMkLst>
            <pc:docMk/>
            <pc:sldMk cId="414608196" sldId="9806"/>
            <ac:picMk id="195" creationId="{84301769-7961-5333-EFD6-31049AFD0A4C}"/>
          </ac:picMkLst>
        </pc:picChg>
        <pc:picChg chg="add mod ord">
          <ac:chgData name="Macher, Andreas (DI FA CTR PLC PPM)" userId="f1dcac62-7bef-43eb-91f0-927336a1714f" providerId="ADAL" clId="{42A619FA-2A58-4939-A31C-66F034B72B9C}" dt="2022-11-25T14:28:49.826" v="3366" actId="1035"/>
          <ac:picMkLst>
            <pc:docMk/>
            <pc:sldMk cId="414608196" sldId="9806"/>
            <ac:picMk id="197" creationId="{2A9ECE62-B542-07B5-3879-A11C8AAF6692}"/>
          </ac:picMkLst>
        </pc:picChg>
        <pc:picChg chg="add mod">
          <ac:chgData name="Macher, Andreas (DI FA CTR PLC PPM)" userId="f1dcac62-7bef-43eb-91f0-927336a1714f" providerId="ADAL" clId="{42A619FA-2A58-4939-A31C-66F034B72B9C}" dt="2022-11-25T14:28:49.826" v="3366" actId="1035"/>
          <ac:picMkLst>
            <pc:docMk/>
            <pc:sldMk cId="414608196" sldId="9806"/>
            <ac:picMk id="202" creationId="{2F867F0F-AB76-D788-EE2D-C1351214ED20}"/>
          </ac:picMkLst>
        </pc:picChg>
        <pc:picChg chg="add mod">
          <ac:chgData name="Macher, Andreas (DI FA CTR PLC PPM)" userId="f1dcac62-7bef-43eb-91f0-927336a1714f" providerId="ADAL" clId="{42A619FA-2A58-4939-A31C-66F034B72B9C}" dt="2022-11-25T14:28:49.826" v="3366" actId="1035"/>
          <ac:picMkLst>
            <pc:docMk/>
            <pc:sldMk cId="414608196" sldId="9806"/>
            <ac:picMk id="209" creationId="{B67B22D4-1AEA-F781-FFA2-D308AF0764E7}"/>
          </ac:picMkLst>
        </pc:picChg>
        <pc:picChg chg="add mod">
          <ac:chgData name="Macher, Andreas (DI FA CTR PLC PPM)" userId="f1dcac62-7bef-43eb-91f0-927336a1714f" providerId="ADAL" clId="{42A619FA-2A58-4939-A31C-66F034B72B9C}" dt="2022-11-25T14:28:49.826" v="3366" actId="1035"/>
          <ac:picMkLst>
            <pc:docMk/>
            <pc:sldMk cId="414608196" sldId="9806"/>
            <ac:picMk id="210" creationId="{18AE076C-7759-A510-231F-B956A3FEE5BE}"/>
          </ac:picMkLst>
        </pc:picChg>
        <pc:picChg chg="mod">
          <ac:chgData name="Macher, Andreas (DI FA CTR PLC PPM)" userId="f1dcac62-7bef-43eb-91f0-927336a1714f" providerId="ADAL" clId="{42A619FA-2A58-4939-A31C-66F034B72B9C}" dt="2022-11-25T14:28:49.826" v="3366" actId="1035"/>
          <ac:picMkLst>
            <pc:docMk/>
            <pc:sldMk cId="414608196" sldId="9806"/>
            <ac:picMk id="219" creationId="{70DEEA66-6F4A-2717-A048-F2E63417D1D3}"/>
          </ac:picMkLst>
        </pc:picChg>
        <pc:picChg chg="mod">
          <ac:chgData name="Macher, Andreas (DI FA CTR PLC PPM)" userId="f1dcac62-7bef-43eb-91f0-927336a1714f" providerId="ADAL" clId="{42A619FA-2A58-4939-A31C-66F034B72B9C}" dt="2022-11-25T14:28:49.826" v="3366" actId="1035"/>
          <ac:picMkLst>
            <pc:docMk/>
            <pc:sldMk cId="414608196" sldId="9806"/>
            <ac:picMk id="220" creationId="{6A1CE400-19CA-4B4C-04C5-58F7D8C8357A}"/>
          </ac:picMkLst>
        </pc:picChg>
        <pc:picChg chg="mod">
          <ac:chgData name="Macher, Andreas (DI FA CTR PLC PPM)" userId="f1dcac62-7bef-43eb-91f0-927336a1714f" providerId="ADAL" clId="{42A619FA-2A58-4939-A31C-66F034B72B9C}" dt="2022-11-25T14:28:49.826" v="3366" actId="1035"/>
          <ac:picMkLst>
            <pc:docMk/>
            <pc:sldMk cId="414608196" sldId="9806"/>
            <ac:picMk id="221" creationId="{D7F5FCBE-76FF-FABE-216C-53428B599F36}"/>
          </ac:picMkLst>
        </pc:picChg>
        <pc:picChg chg="mod">
          <ac:chgData name="Macher, Andreas (DI FA CTR PLC PPM)" userId="f1dcac62-7bef-43eb-91f0-927336a1714f" providerId="ADAL" clId="{42A619FA-2A58-4939-A31C-66F034B72B9C}" dt="2022-11-25T14:28:49.826" v="3366" actId="1035"/>
          <ac:picMkLst>
            <pc:docMk/>
            <pc:sldMk cId="414608196" sldId="9806"/>
            <ac:picMk id="222" creationId="{70E1E156-762C-78C9-214C-B6FD3AB24674}"/>
          </ac:picMkLst>
        </pc:picChg>
        <pc:cxnChg chg="del">
          <ac:chgData name="Macher, Andreas (DI FA CTR PLC PPM)" userId="f1dcac62-7bef-43eb-91f0-927336a1714f" providerId="ADAL" clId="{42A619FA-2A58-4939-A31C-66F034B72B9C}" dt="2022-11-25T12:42:12.635" v="2959" actId="478"/>
          <ac:cxnSpMkLst>
            <pc:docMk/>
            <pc:sldMk cId="414608196" sldId="9806"/>
            <ac:cxnSpMk id="8" creationId="{301D4531-0690-C012-6DBC-1D929EE77B59}"/>
          </ac:cxnSpMkLst>
        </pc:cxnChg>
        <pc:cxnChg chg="del">
          <ac:chgData name="Macher, Andreas (DI FA CTR PLC PPM)" userId="f1dcac62-7bef-43eb-91f0-927336a1714f" providerId="ADAL" clId="{42A619FA-2A58-4939-A31C-66F034B72B9C}" dt="2022-11-25T12:42:12.635" v="2959" actId="478"/>
          <ac:cxnSpMkLst>
            <pc:docMk/>
            <pc:sldMk cId="414608196" sldId="9806"/>
            <ac:cxnSpMk id="10" creationId="{613FBF91-6566-3973-17A5-0C6C04C85937}"/>
          </ac:cxnSpMkLst>
        </pc:cxnChg>
        <pc:cxnChg chg="del">
          <ac:chgData name="Macher, Andreas (DI FA CTR PLC PPM)" userId="f1dcac62-7bef-43eb-91f0-927336a1714f" providerId="ADAL" clId="{42A619FA-2A58-4939-A31C-66F034B72B9C}" dt="2022-11-25T12:42:12.635" v="2959" actId="478"/>
          <ac:cxnSpMkLst>
            <pc:docMk/>
            <pc:sldMk cId="414608196" sldId="9806"/>
            <ac:cxnSpMk id="19" creationId="{9DA0152B-3C8D-BF1C-CEA1-E766BD6ECA35}"/>
          </ac:cxnSpMkLst>
        </pc:cxnChg>
        <pc:cxnChg chg="del">
          <ac:chgData name="Macher, Andreas (DI FA CTR PLC PPM)" userId="f1dcac62-7bef-43eb-91f0-927336a1714f" providerId="ADAL" clId="{42A619FA-2A58-4939-A31C-66F034B72B9C}" dt="2022-11-25T12:42:12.635" v="2959" actId="478"/>
          <ac:cxnSpMkLst>
            <pc:docMk/>
            <pc:sldMk cId="414608196" sldId="9806"/>
            <ac:cxnSpMk id="28" creationId="{DC837CCE-58BC-E49B-180F-FDCA5FAD5785}"/>
          </ac:cxnSpMkLst>
        </pc:cxnChg>
        <pc:cxnChg chg="del">
          <ac:chgData name="Macher, Andreas (DI FA CTR PLC PPM)" userId="f1dcac62-7bef-43eb-91f0-927336a1714f" providerId="ADAL" clId="{42A619FA-2A58-4939-A31C-66F034B72B9C}" dt="2022-11-25T12:42:12.635" v="2959" actId="478"/>
          <ac:cxnSpMkLst>
            <pc:docMk/>
            <pc:sldMk cId="414608196" sldId="9806"/>
            <ac:cxnSpMk id="32" creationId="{8AFE2317-EC8C-58A3-BDA8-27B46033A3A5}"/>
          </ac:cxnSpMkLst>
        </pc:cxnChg>
        <pc:cxnChg chg="del">
          <ac:chgData name="Macher, Andreas (DI FA CTR PLC PPM)" userId="f1dcac62-7bef-43eb-91f0-927336a1714f" providerId="ADAL" clId="{42A619FA-2A58-4939-A31C-66F034B72B9C}" dt="2022-11-25T12:42:12.635" v="2959" actId="478"/>
          <ac:cxnSpMkLst>
            <pc:docMk/>
            <pc:sldMk cId="414608196" sldId="9806"/>
            <ac:cxnSpMk id="37" creationId="{B01B2906-333D-CEAD-06E5-E4F9A6BC35F7}"/>
          </ac:cxnSpMkLst>
        </pc:cxnChg>
        <pc:cxnChg chg="del">
          <ac:chgData name="Macher, Andreas (DI FA CTR PLC PPM)" userId="f1dcac62-7bef-43eb-91f0-927336a1714f" providerId="ADAL" clId="{42A619FA-2A58-4939-A31C-66F034B72B9C}" dt="2022-11-25T12:42:12.635" v="2959" actId="478"/>
          <ac:cxnSpMkLst>
            <pc:docMk/>
            <pc:sldMk cId="414608196" sldId="9806"/>
            <ac:cxnSpMk id="40" creationId="{C9B90BF8-A3CE-6F70-C957-3AA3447DC9F0}"/>
          </ac:cxnSpMkLst>
        </pc:cxnChg>
        <pc:cxnChg chg="del">
          <ac:chgData name="Macher, Andreas (DI FA CTR PLC PPM)" userId="f1dcac62-7bef-43eb-91f0-927336a1714f" providerId="ADAL" clId="{42A619FA-2A58-4939-A31C-66F034B72B9C}" dt="2022-11-25T12:42:12.635" v="2959" actId="478"/>
          <ac:cxnSpMkLst>
            <pc:docMk/>
            <pc:sldMk cId="414608196" sldId="9806"/>
            <ac:cxnSpMk id="42" creationId="{C9124833-0D34-2147-C6DF-87CE7454C3DE}"/>
          </ac:cxnSpMkLst>
        </pc:cxnChg>
        <pc:cxnChg chg="del">
          <ac:chgData name="Macher, Andreas (DI FA CTR PLC PPM)" userId="f1dcac62-7bef-43eb-91f0-927336a1714f" providerId="ADAL" clId="{42A619FA-2A58-4939-A31C-66F034B72B9C}" dt="2022-11-25T12:42:12.635" v="2959" actId="478"/>
          <ac:cxnSpMkLst>
            <pc:docMk/>
            <pc:sldMk cId="414608196" sldId="9806"/>
            <ac:cxnSpMk id="43" creationId="{CB786E65-06C6-1656-E911-BD63219CFF80}"/>
          </ac:cxnSpMkLst>
        </pc:cxnChg>
        <pc:cxnChg chg="add del mod">
          <ac:chgData name="Macher, Andreas (DI FA CTR PLC PPM)" userId="f1dcac62-7bef-43eb-91f0-927336a1714f" providerId="ADAL" clId="{42A619FA-2A58-4939-A31C-66F034B72B9C}" dt="2022-11-25T14:28:49.826" v="3366" actId="1035"/>
          <ac:cxnSpMkLst>
            <pc:docMk/>
            <pc:sldMk cId="414608196" sldId="9806"/>
            <ac:cxnSpMk id="51" creationId="{422B4108-2081-6661-EA31-8B161912CE8A}"/>
          </ac:cxnSpMkLst>
        </pc:cxnChg>
        <pc:cxnChg chg="del">
          <ac:chgData name="Macher, Andreas (DI FA CTR PLC PPM)" userId="f1dcac62-7bef-43eb-91f0-927336a1714f" providerId="ADAL" clId="{42A619FA-2A58-4939-A31C-66F034B72B9C}" dt="2022-11-25T12:42:12.635" v="2959" actId="478"/>
          <ac:cxnSpMkLst>
            <pc:docMk/>
            <pc:sldMk cId="414608196" sldId="9806"/>
            <ac:cxnSpMk id="57" creationId="{5B175D7B-DE72-6609-4582-D83BFDDC0DBD}"/>
          </ac:cxnSpMkLst>
        </pc:cxnChg>
        <pc:cxnChg chg="del">
          <ac:chgData name="Macher, Andreas (DI FA CTR PLC PPM)" userId="f1dcac62-7bef-43eb-91f0-927336a1714f" providerId="ADAL" clId="{42A619FA-2A58-4939-A31C-66F034B72B9C}" dt="2022-11-25T12:42:12.635" v="2959" actId="478"/>
          <ac:cxnSpMkLst>
            <pc:docMk/>
            <pc:sldMk cId="414608196" sldId="9806"/>
            <ac:cxnSpMk id="65" creationId="{1B31BE74-7BB6-47A0-0266-4DBD8A19B1A5}"/>
          </ac:cxnSpMkLst>
        </pc:cxnChg>
        <pc:cxnChg chg="del">
          <ac:chgData name="Macher, Andreas (DI FA CTR PLC PPM)" userId="f1dcac62-7bef-43eb-91f0-927336a1714f" providerId="ADAL" clId="{42A619FA-2A58-4939-A31C-66F034B72B9C}" dt="2022-11-25T12:42:12.635" v="2959" actId="478"/>
          <ac:cxnSpMkLst>
            <pc:docMk/>
            <pc:sldMk cId="414608196" sldId="9806"/>
            <ac:cxnSpMk id="69" creationId="{973D586D-8AAE-869C-9EDF-EF493B5D69FE}"/>
          </ac:cxnSpMkLst>
        </pc:cxnChg>
        <pc:cxnChg chg="del">
          <ac:chgData name="Macher, Andreas (DI FA CTR PLC PPM)" userId="f1dcac62-7bef-43eb-91f0-927336a1714f" providerId="ADAL" clId="{42A619FA-2A58-4939-A31C-66F034B72B9C}" dt="2022-11-25T12:42:12.635" v="2959" actId="478"/>
          <ac:cxnSpMkLst>
            <pc:docMk/>
            <pc:sldMk cId="414608196" sldId="9806"/>
            <ac:cxnSpMk id="73" creationId="{6E87AB79-5364-3702-B5B0-087442ACB97A}"/>
          </ac:cxnSpMkLst>
        </pc:cxnChg>
        <pc:cxnChg chg="del">
          <ac:chgData name="Macher, Andreas (DI FA CTR PLC PPM)" userId="f1dcac62-7bef-43eb-91f0-927336a1714f" providerId="ADAL" clId="{42A619FA-2A58-4939-A31C-66F034B72B9C}" dt="2022-11-25T12:42:12.635" v="2959" actId="478"/>
          <ac:cxnSpMkLst>
            <pc:docMk/>
            <pc:sldMk cId="414608196" sldId="9806"/>
            <ac:cxnSpMk id="81" creationId="{18294C70-518A-5E9D-F534-9948E503BA7F}"/>
          </ac:cxnSpMkLst>
        </pc:cxnChg>
        <pc:cxnChg chg="del">
          <ac:chgData name="Macher, Andreas (DI FA CTR PLC PPM)" userId="f1dcac62-7bef-43eb-91f0-927336a1714f" providerId="ADAL" clId="{42A619FA-2A58-4939-A31C-66F034B72B9C}" dt="2022-11-25T12:42:12.635" v="2959" actId="478"/>
          <ac:cxnSpMkLst>
            <pc:docMk/>
            <pc:sldMk cId="414608196" sldId="9806"/>
            <ac:cxnSpMk id="82" creationId="{A435BD44-EB82-35A3-9E97-31C4058FBA43}"/>
          </ac:cxnSpMkLst>
        </pc:cxnChg>
        <pc:cxnChg chg="add del mod">
          <ac:chgData name="Macher, Andreas (DI FA CTR PLC PPM)" userId="f1dcac62-7bef-43eb-91f0-927336a1714f" providerId="ADAL" clId="{42A619FA-2A58-4939-A31C-66F034B72B9C}" dt="2022-11-25T14:12:41.378" v="3147" actId="478"/>
          <ac:cxnSpMkLst>
            <pc:docMk/>
            <pc:sldMk cId="414608196" sldId="9806"/>
            <ac:cxnSpMk id="95" creationId="{83EE0ED0-A2D9-A412-EAF9-88B6332AACB3}"/>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07" creationId="{1504D008-CB52-E16D-3693-7DCA374A013C}"/>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08" creationId="{DFB8067D-C043-27FD-5F4C-BD36AAEB6649}"/>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12" creationId="{AC6ACDE9-F620-CD93-586C-4D1B37ED547B}"/>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20" creationId="{216BFB6F-B6BF-FF29-F195-B8C117A9CE06}"/>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35" creationId="{508BF396-0225-1EF0-77DD-2D8270C6CCA0}"/>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38" creationId="{46F18DFD-A2AC-189F-EEE0-0AB3B5BE09DF}"/>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45" creationId="{03FDDC2A-9DBC-36A3-6625-B699BD265C3A}"/>
          </ac:cxnSpMkLst>
        </pc:cxnChg>
        <pc:cxnChg chg="add del mod">
          <ac:chgData name="Macher, Andreas (DI FA CTR PLC PPM)" userId="f1dcac62-7bef-43eb-91f0-927336a1714f" providerId="ADAL" clId="{42A619FA-2A58-4939-A31C-66F034B72B9C}" dt="2022-11-25T14:24:24.827" v="3328" actId="478"/>
          <ac:cxnSpMkLst>
            <pc:docMk/>
            <pc:sldMk cId="414608196" sldId="9806"/>
            <ac:cxnSpMk id="156" creationId="{86AAD9B2-F924-0A37-1772-C31DE2B219AC}"/>
          </ac:cxnSpMkLst>
        </pc:cxnChg>
        <pc:cxnChg chg="add del mod">
          <ac:chgData name="Macher, Andreas (DI FA CTR PLC PPM)" userId="f1dcac62-7bef-43eb-91f0-927336a1714f" providerId="ADAL" clId="{42A619FA-2A58-4939-A31C-66F034B72B9C}" dt="2022-11-25T14:24:24.827" v="3328" actId="478"/>
          <ac:cxnSpMkLst>
            <pc:docMk/>
            <pc:sldMk cId="414608196" sldId="9806"/>
            <ac:cxnSpMk id="157" creationId="{59ABB987-0EA0-EEAB-88F5-857641DEA088}"/>
          </ac:cxnSpMkLst>
        </pc:cxnChg>
        <pc:cxnChg chg="add del mod">
          <ac:chgData name="Macher, Andreas (DI FA CTR PLC PPM)" userId="f1dcac62-7bef-43eb-91f0-927336a1714f" providerId="ADAL" clId="{42A619FA-2A58-4939-A31C-66F034B72B9C}" dt="2022-11-25T14:24:24.827" v="3328" actId="478"/>
          <ac:cxnSpMkLst>
            <pc:docMk/>
            <pc:sldMk cId="414608196" sldId="9806"/>
            <ac:cxnSpMk id="163" creationId="{C1DD0BF9-7331-A0CC-E5B4-B754FEECDCF5}"/>
          </ac:cxnSpMkLst>
        </pc:cxnChg>
        <pc:cxnChg chg="add del mod">
          <ac:chgData name="Macher, Andreas (DI FA CTR PLC PPM)" userId="f1dcac62-7bef-43eb-91f0-927336a1714f" providerId="ADAL" clId="{42A619FA-2A58-4939-A31C-66F034B72B9C}" dt="2022-11-25T14:24:24.827" v="3328" actId="478"/>
          <ac:cxnSpMkLst>
            <pc:docMk/>
            <pc:sldMk cId="414608196" sldId="9806"/>
            <ac:cxnSpMk id="165" creationId="{BF4F7551-F812-83A5-09FB-03A39A15C5A2}"/>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79" creationId="{8B13D0C0-77C9-4A9C-0B6E-2B02FC765DEC}"/>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182" creationId="{D1127672-DF53-BE5A-5B62-FD5D7E39E917}"/>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206" creationId="{CA2E89B5-9B4D-36DE-89CE-901A3BD3957B}"/>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207" creationId="{BE041348-7FB6-B450-285E-44E39169D20B}"/>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212" creationId="{E3B53847-B6E7-758D-5E76-120FF1F50946}"/>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214" creationId="{1E75A2D1-2E3F-AB49-841E-B39ADF774C80}"/>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215" creationId="{D14CF832-AB84-391E-A779-5BA1D0913042}"/>
          </ac:cxnSpMkLst>
        </pc:cxnChg>
        <pc:cxnChg chg="add mod">
          <ac:chgData name="Macher, Andreas (DI FA CTR PLC PPM)" userId="f1dcac62-7bef-43eb-91f0-927336a1714f" providerId="ADAL" clId="{42A619FA-2A58-4939-A31C-66F034B72B9C}" dt="2022-11-25T14:28:49.826" v="3366" actId="1035"/>
          <ac:cxnSpMkLst>
            <pc:docMk/>
            <pc:sldMk cId="414608196" sldId="9806"/>
            <ac:cxnSpMk id="217" creationId="{DE20A783-4577-E342-FABF-B279EAAD5FFE}"/>
          </ac:cxnSpMkLst>
        </pc:cxnChg>
      </pc:sldChg>
      <pc:sldChg chg="addSp delSp modSp new del mod">
        <pc:chgData name="Macher, Andreas (DI FA CTR PLC PPM)" userId="f1dcac62-7bef-43eb-91f0-927336a1714f" providerId="ADAL" clId="{42A619FA-2A58-4939-A31C-66F034B72B9C}" dt="2022-11-25T14:31:34.394" v="3567" actId="47"/>
        <pc:sldMkLst>
          <pc:docMk/>
          <pc:sldMk cId="1371357030" sldId="9807"/>
        </pc:sldMkLst>
        <pc:spChg chg="add del mod">
          <ac:chgData name="Macher, Andreas (DI FA CTR PLC PPM)" userId="f1dcac62-7bef-43eb-91f0-927336a1714f" providerId="ADAL" clId="{42A619FA-2A58-4939-A31C-66F034B72B9C}" dt="2022-11-25T14:22:44.979" v="3296" actId="1076"/>
          <ac:spMkLst>
            <pc:docMk/>
            <pc:sldMk cId="1371357030" sldId="9807"/>
            <ac:spMk id="4" creationId="{C74779B2-04CC-EB95-5575-F596A2D6DC2E}"/>
          </ac:spMkLst>
        </pc:spChg>
        <pc:spChg chg="add mod">
          <ac:chgData name="Macher, Andreas (DI FA CTR PLC PPM)" userId="f1dcac62-7bef-43eb-91f0-927336a1714f" providerId="ADAL" clId="{42A619FA-2A58-4939-A31C-66F034B72B9C}" dt="2022-11-25T14:20:35.846" v="3256"/>
          <ac:spMkLst>
            <pc:docMk/>
            <pc:sldMk cId="1371357030" sldId="9807"/>
            <ac:spMk id="5" creationId="{6D97E2EA-3263-DB91-C16E-91491168BFF1}"/>
          </ac:spMkLst>
        </pc:spChg>
        <pc:spChg chg="add del mod">
          <ac:chgData name="Macher, Andreas (DI FA CTR PLC PPM)" userId="f1dcac62-7bef-43eb-91f0-927336a1714f" providerId="ADAL" clId="{42A619FA-2A58-4939-A31C-66F034B72B9C}" dt="2022-11-25T14:20:42.818" v="3259" actId="478"/>
          <ac:spMkLst>
            <pc:docMk/>
            <pc:sldMk cId="1371357030" sldId="9807"/>
            <ac:spMk id="15" creationId="{C31B59CC-FD38-B9C7-A494-3C198BC7FD17}"/>
          </ac:spMkLst>
        </pc:spChg>
        <pc:spChg chg="add del mod">
          <ac:chgData name="Macher, Andreas (DI FA CTR PLC PPM)" userId="f1dcac62-7bef-43eb-91f0-927336a1714f" providerId="ADAL" clId="{42A619FA-2A58-4939-A31C-66F034B72B9C}" dt="2022-11-25T14:20:44.740" v="3262" actId="478"/>
          <ac:spMkLst>
            <pc:docMk/>
            <pc:sldMk cId="1371357030" sldId="9807"/>
            <ac:spMk id="22" creationId="{55CE17A0-48BB-0DCB-BDBB-FE7D66E5518D}"/>
          </ac:spMkLst>
        </pc:spChg>
        <pc:spChg chg="add mod ord">
          <ac:chgData name="Macher, Andreas (DI FA CTR PLC PPM)" userId="f1dcac62-7bef-43eb-91f0-927336a1714f" providerId="ADAL" clId="{42A619FA-2A58-4939-A31C-66F034B72B9C}" dt="2022-11-25T14:23:46.798" v="3325" actId="166"/>
          <ac:spMkLst>
            <pc:docMk/>
            <pc:sldMk cId="1371357030" sldId="9807"/>
            <ac:spMk id="29" creationId="{DF476593-547B-F97B-8C71-7F092AA2BD38}"/>
          </ac:spMkLst>
        </pc:spChg>
        <pc:spChg chg="add del mod">
          <ac:chgData name="Macher, Andreas (DI FA CTR PLC PPM)" userId="f1dcac62-7bef-43eb-91f0-927336a1714f" providerId="ADAL" clId="{42A619FA-2A58-4939-A31C-66F034B72B9C}" dt="2022-11-25T14:20:50.124" v="3268" actId="478"/>
          <ac:spMkLst>
            <pc:docMk/>
            <pc:sldMk cId="1371357030" sldId="9807"/>
            <ac:spMk id="32" creationId="{E644D089-76D7-4BCD-4143-53C0083FB2D6}"/>
          </ac:spMkLst>
        </pc:spChg>
        <pc:spChg chg="add mod">
          <ac:chgData name="Macher, Andreas (DI FA CTR PLC PPM)" userId="f1dcac62-7bef-43eb-91f0-927336a1714f" providerId="ADAL" clId="{42A619FA-2A58-4939-A31C-66F034B72B9C}" dt="2022-11-25T14:20:35.846" v="3256"/>
          <ac:spMkLst>
            <pc:docMk/>
            <pc:sldMk cId="1371357030" sldId="9807"/>
            <ac:spMk id="34" creationId="{B1CA0A29-F682-FCAE-6192-714B10ACC404}"/>
          </ac:spMkLst>
        </pc:spChg>
        <pc:spChg chg="add mod">
          <ac:chgData name="Macher, Andreas (DI FA CTR PLC PPM)" userId="f1dcac62-7bef-43eb-91f0-927336a1714f" providerId="ADAL" clId="{42A619FA-2A58-4939-A31C-66F034B72B9C}" dt="2022-11-25T14:20:35.846" v="3256"/>
          <ac:spMkLst>
            <pc:docMk/>
            <pc:sldMk cId="1371357030" sldId="9807"/>
            <ac:spMk id="36" creationId="{61C51CE1-76C9-99FF-00C0-D4FC1E09396C}"/>
          </ac:spMkLst>
        </pc:spChg>
        <pc:spChg chg="add mod">
          <ac:chgData name="Macher, Andreas (DI FA CTR PLC PPM)" userId="f1dcac62-7bef-43eb-91f0-927336a1714f" providerId="ADAL" clId="{42A619FA-2A58-4939-A31C-66F034B72B9C}" dt="2022-11-25T14:20:35.846" v="3256"/>
          <ac:spMkLst>
            <pc:docMk/>
            <pc:sldMk cId="1371357030" sldId="9807"/>
            <ac:spMk id="37" creationId="{8F1FD1F7-E301-C7E1-D1EF-7AF6EF619AA4}"/>
          </ac:spMkLst>
        </pc:spChg>
        <pc:spChg chg="add mod">
          <ac:chgData name="Macher, Andreas (DI FA CTR PLC PPM)" userId="f1dcac62-7bef-43eb-91f0-927336a1714f" providerId="ADAL" clId="{42A619FA-2A58-4939-A31C-66F034B72B9C}" dt="2022-11-25T14:20:35.846" v="3256"/>
          <ac:spMkLst>
            <pc:docMk/>
            <pc:sldMk cId="1371357030" sldId="9807"/>
            <ac:spMk id="38" creationId="{30A68D84-8B34-A86D-6082-57778B568F70}"/>
          </ac:spMkLst>
        </pc:spChg>
        <pc:spChg chg="add mod">
          <ac:chgData name="Macher, Andreas (DI FA CTR PLC PPM)" userId="f1dcac62-7bef-43eb-91f0-927336a1714f" providerId="ADAL" clId="{42A619FA-2A58-4939-A31C-66F034B72B9C}" dt="2022-11-25T14:20:35.846" v="3256"/>
          <ac:spMkLst>
            <pc:docMk/>
            <pc:sldMk cId="1371357030" sldId="9807"/>
            <ac:spMk id="39" creationId="{CB41B6CB-A12C-F2BE-053C-5258ADFB513E}"/>
          </ac:spMkLst>
        </pc:spChg>
        <pc:spChg chg="add mod">
          <ac:chgData name="Macher, Andreas (DI FA CTR PLC PPM)" userId="f1dcac62-7bef-43eb-91f0-927336a1714f" providerId="ADAL" clId="{42A619FA-2A58-4939-A31C-66F034B72B9C}" dt="2022-11-25T14:20:35.846" v="3256"/>
          <ac:spMkLst>
            <pc:docMk/>
            <pc:sldMk cId="1371357030" sldId="9807"/>
            <ac:spMk id="41" creationId="{4BC5342E-7E8E-21EA-055F-AACFD233942B}"/>
          </ac:spMkLst>
        </pc:spChg>
        <pc:spChg chg="add mod">
          <ac:chgData name="Macher, Andreas (DI FA CTR PLC PPM)" userId="f1dcac62-7bef-43eb-91f0-927336a1714f" providerId="ADAL" clId="{42A619FA-2A58-4939-A31C-66F034B72B9C}" dt="2022-11-25T14:20:35.846" v="3256"/>
          <ac:spMkLst>
            <pc:docMk/>
            <pc:sldMk cId="1371357030" sldId="9807"/>
            <ac:spMk id="42" creationId="{5E16C997-6566-BA69-DFF8-44C94120D805}"/>
          </ac:spMkLst>
        </pc:spChg>
        <pc:spChg chg="add mod">
          <ac:chgData name="Macher, Andreas (DI FA CTR PLC PPM)" userId="f1dcac62-7bef-43eb-91f0-927336a1714f" providerId="ADAL" clId="{42A619FA-2A58-4939-A31C-66F034B72B9C}" dt="2022-11-25T14:20:35.846" v="3256"/>
          <ac:spMkLst>
            <pc:docMk/>
            <pc:sldMk cId="1371357030" sldId="9807"/>
            <ac:spMk id="43" creationId="{2AA2AB8B-61E0-ED52-62C5-2C7A2B76E3F9}"/>
          </ac:spMkLst>
        </pc:spChg>
        <pc:spChg chg="add mod">
          <ac:chgData name="Macher, Andreas (DI FA CTR PLC PPM)" userId="f1dcac62-7bef-43eb-91f0-927336a1714f" providerId="ADAL" clId="{42A619FA-2A58-4939-A31C-66F034B72B9C}" dt="2022-11-25T14:20:35.846" v="3256"/>
          <ac:spMkLst>
            <pc:docMk/>
            <pc:sldMk cId="1371357030" sldId="9807"/>
            <ac:spMk id="46" creationId="{EAC683BC-AB18-EFED-F822-C26FB4D7BC04}"/>
          </ac:spMkLst>
        </pc:spChg>
        <pc:spChg chg="add mod">
          <ac:chgData name="Macher, Andreas (DI FA CTR PLC PPM)" userId="f1dcac62-7bef-43eb-91f0-927336a1714f" providerId="ADAL" clId="{42A619FA-2A58-4939-A31C-66F034B72B9C}" dt="2022-11-25T14:20:35.846" v="3256"/>
          <ac:spMkLst>
            <pc:docMk/>
            <pc:sldMk cId="1371357030" sldId="9807"/>
            <ac:spMk id="48" creationId="{A3753FFF-885D-EDA9-0670-9A1F8BBF2714}"/>
          </ac:spMkLst>
        </pc:spChg>
        <pc:spChg chg="add mod">
          <ac:chgData name="Macher, Andreas (DI FA CTR PLC PPM)" userId="f1dcac62-7bef-43eb-91f0-927336a1714f" providerId="ADAL" clId="{42A619FA-2A58-4939-A31C-66F034B72B9C}" dt="2022-11-25T14:20:35.846" v="3256"/>
          <ac:spMkLst>
            <pc:docMk/>
            <pc:sldMk cId="1371357030" sldId="9807"/>
            <ac:spMk id="51" creationId="{3E72D4D1-03CF-213F-EB65-159A70A48C2D}"/>
          </ac:spMkLst>
        </pc:spChg>
        <pc:spChg chg="add mod">
          <ac:chgData name="Macher, Andreas (DI FA CTR PLC PPM)" userId="f1dcac62-7bef-43eb-91f0-927336a1714f" providerId="ADAL" clId="{42A619FA-2A58-4939-A31C-66F034B72B9C}" dt="2022-11-25T14:20:35.846" v="3256"/>
          <ac:spMkLst>
            <pc:docMk/>
            <pc:sldMk cId="1371357030" sldId="9807"/>
            <ac:spMk id="53" creationId="{A6E51DCB-1BEB-A26A-973D-E7EAA0CE0973}"/>
          </ac:spMkLst>
        </pc:spChg>
        <pc:spChg chg="add mod">
          <ac:chgData name="Macher, Andreas (DI FA CTR PLC PPM)" userId="f1dcac62-7bef-43eb-91f0-927336a1714f" providerId="ADAL" clId="{42A619FA-2A58-4939-A31C-66F034B72B9C}" dt="2022-11-25T14:20:35.846" v="3256"/>
          <ac:spMkLst>
            <pc:docMk/>
            <pc:sldMk cId="1371357030" sldId="9807"/>
            <ac:spMk id="56" creationId="{50434050-D59E-BBB4-62A7-F79FD6530546}"/>
          </ac:spMkLst>
        </pc:spChg>
        <pc:spChg chg="add del mod">
          <ac:chgData name="Macher, Andreas (DI FA CTR PLC PPM)" userId="f1dcac62-7bef-43eb-91f0-927336a1714f" providerId="ADAL" clId="{42A619FA-2A58-4939-A31C-66F034B72B9C}" dt="2022-11-25T14:20:47.596" v="3265" actId="478"/>
          <ac:spMkLst>
            <pc:docMk/>
            <pc:sldMk cId="1371357030" sldId="9807"/>
            <ac:spMk id="57" creationId="{5788750C-2997-FC29-A52A-ABA1B2D722AC}"/>
          </ac:spMkLst>
        </pc:spChg>
        <pc:spChg chg="add del mod">
          <ac:chgData name="Macher, Andreas (DI FA CTR PLC PPM)" userId="f1dcac62-7bef-43eb-91f0-927336a1714f" providerId="ADAL" clId="{42A619FA-2A58-4939-A31C-66F034B72B9C}" dt="2022-11-25T14:20:48.224" v="3266" actId="478"/>
          <ac:spMkLst>
            <pc:docMk/>
            <pc:sldMk cId="1371357030" sldId="9807"/>
            <ac:spMk id="58" creationId="{BE514DDC-630A-FC83-ED32-E8CADE8040A7}"/>
          </ac:spMkLst>
        </pc:spChg>
        <pc:spChg chg="add del mod">
          <ac:chgData name="Macher, Andreas (DI FA CTR PLC PPM)" userId="f1dcac62-7bef-43eb-91f0-927336a1714f" providerId="ADAL" clId="{42A619FA-2A58-4939-A31C-66F034B72B9C}" dt="2022-11-25T14:23:05.477" v="3321" actId="478"/>
          <ac:spMkLst>
            <pc:docMk/>
            <pc:sldMk cId="1371357030" sldId="9807"/>
            <ac:spMk id="61" creationId="{5BC0E967-C936-05C7-3FE8-6F5002F97B11}"/>
          </ac:spMkLst>
        </pc:spChg>
        <pc:spChg chg="add mod">
          <ac:chgData name="Macher, Andreas (DI FA CTR PLC PPM)" userId="f1dcac62-7bef-43eb-91f0-927336a1714f" providerId="ADAL" clId="{42A619FA-2A58-4939-A31C-66F034B72B9C}" dt="2022-11-25T14:23:38.542" v="3324" actId="108"/>
          <ac:spMkLst>
            <pc:docMk/>
            <pc:sldMk cId="1371357030" sldId="9807"/>
            <ac:spMk id="62" creationId="{DA9A49D2-02C5-AA89-CB9B-C664EA50E370}"/>
          </ac:spMkLst>
        </pc:spChg>
        <pc:grpChg chg="add del mod">
          <ac:chgData name="Macher, Andreas (DI FA CTR PLC PPM)" userId="f1dcac62-7bef-43eb-91f0-927336a1714f" providerId="ADAL" clId="{42A619FA-2A58-4939-A31C-66F034B72B9C}" dt="2022-11-25T14:20:41.755" v="3258" actId="478"/>
          <ac:grpSpMkLst>
            <pc:docMk/>
            <pc:sldMk cId="1371357030" sldId="9807"/>
            <ac:grpSpMk id="10" creationId="{D31FCD70-76B4-37D4-13D6-1F0021AEABC2}"/>
          </ac:grpSpMkLst>
        </pc:grpChg>
        <pc:grpChg chg="add del mod">
          <ac:chgData name="Macher, Andreas (DI FA CTR PLC PPM)" userId="f1dcac62-7bef-43eb-91f0-927336a1714f" providerId="ADAL" clId="{42A619FA-2A58-4939-A31C-66F034B72B9C}" dt="2022-11-25T14:20:43.931" v="3261" actId="478"/>
          <ac:grpSpMkLst>
            <pc:docMk/>
            <pc:sldMk cId="1371357030" sldId="9807"/>
            <ac:grpSpMk id="17" creationId="{9DCE7ADA-44C7-8644-84E1-EACC53DFCF1E}"/>
          </ac:grpSpMkLst>
        </pc:grpChg>
        <pc:grpChg chg="add mod ord">
          <ac:chgData name="Macher, Andreas (DI FA CTR PLC PPM)" userId="f1dcac62-7bef-43eb-91f0-927336a1714f" providerId="ADAL" clId="{42A619FA-2A58-4939-A31C-66F034B72B9C}" dt="2022-11-25T14:22:51.013" v="3319" actId="1037"/>
          <ac:grpSpMkLst>
            <pc:docMk/>
            <pc:sldMk cId="1371357030" sldId="9807"/>
            <ac:grpSpMk id="24" creationId="{CF270275-F602-1DC3-7B49-E67E6ADDBBB8}"/>
          </ac:grpSpMkLst>
        </pc:grpChg>
        <pc:picChg chg="add mod">
          <ac:chgData name="Macher, Andreas (DI FA CTR PLC PPM)" userId="f1dcac62-7bef-43eb-91f0-927336a1714f" providerId="ADAL" clId="{42A619FA-2A58-4939-A31C-66F034B72B9C}" dt="2022-11-25T14:20:35.846" v="3256"/>
          <ac:picMkLst>
            <pc:docMk/>
            <pc:sldMk cId="1371357030" sldId="9807"/>
            <ac:picMk id="6" creationId="{E40B32FA-133B-5A95-7E07-B0A3997FEFC4}"/>
          </ac:picMkLst>
        </pc:picChg>
        <pc:picChg chg="add mod">
          <ac:chgData name="Macher, Andreas (DI FA CTR PLC PPM)" userId="f1dcac62-7bef-43eb-91f0-927336a1714f" providerId="ADAL" clId="{42A619FA-2A58-4939-A31C-66F034B72B9C}" dt="2022-11-25T14:20:35.846" v="3256"/>
          <ac:picMkLst>
            <pc:docMk/>
            <pc:sldMk cId="1371357030" sldId="9807"/>
            <ac:picMk id="7" creationId="{3CFD29E6-8952-3E4D-BCE9-91579FF2421B}"/>
          </ac:picMkLst>
        </pc:picChg>
        <pc:picChg chg="mod">
          <ac:chgData name="Macher, Andreas (DI FA CTR PLC PPM)" userId="f1dcac62-7bef-43eb-91f0-927336a1714f" providerId="ADAL" clId="{42A619FA-2A58-4939-A31C-66F034B72B9C}" dt="2022-11-25T14:20:35.846" v="3256"/>
          <ac:picMkLst>
            <pc:docMk/>
            <pc:sldMk cId="1371357030" sldId="9807"/>
            <ac:picMk id="11" creationId="{5EBE7F0A-3448-8AAC-CE32-4FD5196EE78D}"/>
          </ac:picMkLst>
        </pc:picChg>
        <pc:picChg chg="mod">
          <ac:chgData name="Macher, Andreas (DI FA CTR PLC PPM)" userId="f1dcac62-7bef-43eb-91f0-927336a1714f" providerId="ADAL" clId="{42A619FA-2A58-4939-A31C-66F034B72B9C}" dt="2022-11-25T14:20:35.846" v="3256"/>
          <ac:picMkLst>
            <pc:docMk/>
            <pc:sldMk cId="1371357030" sldId="9807"/>
            <ac:picMk id="12" creationId="{EC3BF2CE-AC52-5F19-49E4-9F2C7714D081}"/>
          </ac:picMkLst>
        </pc:picChg>
        <pc:picChg chg="mod">
          <ac:chgData name="Macher, Andreas (DI FA CTR PLC PPM)" userId="f1dcac62-7bef-43eb-91f0-927336a1714f" providerId="ADAL" clId="{42A619FA-2A58-4939-A31C-66F034B72B9C}" dt="2022-11-25T14:20:35.846" v="3256"/>
          <ac:picMkLst>
            <pc:docMk/>
            <pc:sldMk cId="1371357030" sldId="9807"/>
            <ac:picMk id="13" creationId="{705B00A4-1E6A-5525-8BC0-4159DB1C2437}"/>
          </ac:picMkLst>
        </pc:picChg>
        <pc:picChg chg="mod">
          <ac:chgData name="Macher, Andreas (DI FA CTR PLC PPM)" userId="f1dcac62-7bef-43eb-91f0-927336a1714f" providerId="ADAL" clId="{42A619FA-2A58-4939-A31C-66F034B72B9C}" dt="2022-11-25T14:20:35.846" v="3256"/>
          <ac:picMkLst>
            <pc:docMk/>
            <pc:sldMk cId="1371357030" sldId="9807"/>
            <ac:picMk id="14" creationId="{9CCBFE08-A3AF-0005-9126-A78D83F8F32B}"/>
          </ac:picMkLst>
        </pc:picChg>
        <pc:picChg chg="mod">
          <ac:chgData name="Macher, Andreas (DI FA CTR PLC PPM)" userId="f1dcac62-7bef-43eb-91f0-927336a1714f" providerId="ADAL" clId="{42A619FA-2A58-4939-A31C-66F034B72B9C}" dt="2022-11-25T14:20:35.846" v="3256"/>
          <ac:picMkLst>
            <pc:docMk/>
            <pc:sldMk cId="1371357030" sldId="9807"/>
            <ac:picMk id="18" creationId="{4C242E1B-A519-6AFF-B4BC-3DF97980ED28}"/>
          </ac:picMkLst>
        </pc:picChg>
        <pc:picChg chg="mod">
          <ac:chgData name="Macher, Andreas (DI FA CTR PLC PPM)" userId="f1dcac62-7bef-43eb-91f0-927336a1714f" providerId="ADAL" clId="{42A619FA-2A58-4939-A31C-66F034B72B9C}" dt="2022-11-25T14:20:35.846" v="3256"/>
          <ac:picMkLst>
            <pc:docMk/>
            <pc:sldMk cId="1371357030" sldId="9807"/>
            <ac:picMk id="19" creationId="{63880A10-04BA-105E-7D56-2A5CD2BE070B}"/>
          </ac:picMkLst>
        </pc:picChg>
        <pc:picChg chg="mod">
          <ac:chgData name="Macher, Andreas (DI FA CTR PLC PPM)" userId="f1dcac62-7bef-43eb-91f0-927336a1714f" providerId="ADAL" clId="{42A619FA-2A58-4939-A31C-66F034B72B9C}" dt="2022-11-25T14:20:35.846" v="3256"/>
          <ac:picMkLst>
            <pc:docMk/>
            <pc:sldMk cId="1371357030" sldId="9807"/>
            <ac:picMk id="20" creationId="{BEFD0A21-C569-F454-A832-BF0F0EB2681E}"/>
          </ac:picMkLst>
        </pc:picChg>
        <pc:picChg chg="mod">
          <ac:chgData name="Macher, Andreas (DI FA CTR PLC PPM)" userId="f1dcac62-7bef-43eb-91f0-927336a1714f" providerId="ADAL" clId="{42A619FA-2A58-4939-A31C-66F034B72B9C}" dt="2022-11-25T14:20:35.846" v="3256"/>
          <ac:picMkLst>
            <pc:docMk/>
            <pc:sldMk cId="1371357030" sldId="9807"/>
            <ac:picMk id="21" creationId="{C6E9B3E1-F1FF-2675-88DD-4082E3F1BD01}"/>
          </ac:picMkLst>
        </pc:picChg>
        <pc:picChg chg="mod">
          <ac:chgData name="Macher, Andreas (DI FA CTR PLC PPM)" userId="f1dcac62-7bef-43eb-91f0-927336a1714f" providerId="ADAL" clId="{42A619FA-2A58-4939-A31C-66F034B72B9C}" dt="2022-11-25T14:20:35.846" v="3256"/>
          <ac:picMkLst>
            <pc:docMk/>
            <pc:sldMk cId="1371357030" sldId="9807"/>
            <ac:picMk id="25" creationId="{ACA0DFFD-37B9-C7A7-4968-BF275364CE6F}"/>
          </ac:picMkLst>
        </pc:picChg>
        <pc:picChg chg="mod">
          <ac:chgData name="Macher, Andreas (DI FA CTR PLC PPM)" userId="f1dcac62-7bef-43eb-91f0-927336a1714f" providerId="ADAL" clId="{42A619FA-2A58-4939-A31C-66F034B72B9C}" dt="2022-11-25T14:20:35.846" v="3256"/>
          <ac:picMkLst>
            <pc:docMk/>
            <pc:sldMk cId="1371357030" sldId="9807"/>
            <ac:picMk id="26" creationId="{4A2FE8AF-099A-AF53-CFB4-8E876C449DF8}"/>
          </ac:picMkLst>
        </pc:picChg>
        <pc:picChg chg="mod">
          <ac:chgData name="Macher, Andreas (DI FA CTR PLC PPM)" userId="f1dcac62-7bef-43eb-91f0-927336a1714f" providerId="ADAL" clId="{42A619FA-2A58-4939-A31C-66F034B72B9C}" dt="2022-11-25T14:20:35.846" v="3256"/>
          <ac:picMkLst>
            <pc:docMk/>
            <pc:sldMk cId="1371357030" sldId="9807"/>
            <ac:picMk id="27" creationId="{204792AA-8B9C-2315-80C7-AAEA754F6FE6}"/>
          </ac:picMkLst>
        </pc:picChg>
        <pc:picChg chg="mod">
          <ac:chgData name="Macher, Andreas (DI FA CTR PLC PPM)" userId="f1dcac62-7bef-43eb-91f0-927336a1714f" providerId="ADAL" clId="{42A619FA-2A58-4939-A31C-66F034B72B9C}" dt="2022-11-25T14:20:35.846" v="3256"/>
          <ac:picMkLst>
            <pc:docMk/>
            <pc:sldMk cId="1371357030" sldId="9807"/>
            <ac:picMk id="28" creationId="{9ECB717F-23A9-4578-3DE7-AE0FAF6C853F}"/>
          </ac:picMkLst>
        </pc:picChg>
        <pc:picChg chg="add del mod">
          <ac:chgData name="Macher, Andreas (DI FA CTR PLC PPM)" userId="f1dcac62-7bef-43eb-91f0-927336a1714f" providerId="ADAL" clId="{42A619FA-2A58-4939-A31C-66F034B72B9C}" dt="2022-11-25T14:20:49.027" v="3267" actId="478"/>
          <ac:picMkLst>
            <pc:docMk/>
            <pc:sldMk cId="1371357030" sldId="9807"/>
            <ac:picMk id="30" creationId="{2A39D1BE-97F3-059A-5A14-E16FDD390A62}"/>
          </ac:picMkLst>
        </pc:picChg>
        <pc:picChg chg="add del mod">
          <ac:chgData name="Macher, Andreas (DI FA CTR PLC PPM)" userId="f1dcac62-7bef-43eb-91f0-927336a1714f" providerId="ADAL" clId="{42A619FA-2A58-4939-A31C-66F034B72B9C}" dt="2022-11-25T14:20:50.753" v="3269" actId="478"/>
          <ac:picMkLst>
            <pc:docMk/>
            <pc:sldMk cId="1371357030" sldId="9807"/>
            <ac:picMk id="33" creationId="{17D469A2-B7D7-D8CF-697F-228FD16454AF}"/>
          </ac:picMkLst>
        </pc:picChg>
        <pc:picChg chg="add mod">
          <ac:chgData name="Macher, Andreas (DI FA CTR PLC PPM)" userId="f1dcac62-7bef-43eb-91f0-927336a1714f" providerId="ADAL" clId="{42A619FA-2A58-4939-A31C-66F034B72B9C}" dt="2022-11-25T14:20:35.846" v="3256"/>
          <ac:picMkLst>
            <pc:docMk/>
            <pc:sldMk cId="1371357030" sldId="9807"/>
            <ac:picMk id="35" creationId="{EA38609D-62E5-3827-6FA7-C533FD14B54B}"/>
          </ac:picMkLst>
        </pc:picChg>
        <pc:picChg chg="add mod">
          <ac:chgData name="Macher, Andreas (DI FA CTR PLC PPM)" userId="f1dcac62-7bef-43eb-91f0-927336a1714f" providerId="ADAL" clId="{42A619FA-2A58-4939-A31C-66F034B72B9C}" dt="2022-11-25T14:20:35.846" v="3256"/>
          <ac:picMkLst>
            <pc:docMk/>
            <pc:sldMk cId="1371357030" sldId="9807"/>
            <ac:picMk id="40" creationId="{0712B3F5-65C4-5340-0F9B-E6585C1E7DD5}"/>
          </ac:picMkLst>
        </pc:picChg>
        <pc:picChg chg="add mod">
          <ac:chgData name="Macher, Andreas (DI FA CTR PLC PPM)" userId="f1dcac62-7bef-43eb-91f0-927336a1714f" providerId="ADAL" clId="{42A619FA-2A58-4939-A31C-66F034B72B9C}" dt="2022-11-25T14:20:35.846" v="3256"/>
          <ac:picMkLst>
            <pc:docMk/>
            <pc:sldMk cId="1371357030" sldId="9807"/>
            <ac:picMk id="49" creationId="{B7903DEE-01DD-2559-2E37-D623F6063E86}"/>
          </ac:picMkLst>
        </pc:picChg>
        <pc:picChg chg="add mod">
          <ac:chgData name="Macher, Andreas (DI FA CTR PLC PPM)" userId="f1dcac62-7bef-43eb-91f0-927336a1714f" providerId="ADAL" clId="{42A619FA-2A58-4939-A31C-66F034B72B9C}" dt="2022-11-25T14:20:35.846" v="3256"/>
          <ac:picMkLst>
            <pc:docMk/>
            <pc:sldMk cId="1371357030" sldId="9807"/>
            <ac:picMk id="50" creationId="{507B1351-63C4-9EDD-AD7F-8C5863278E93}"/>
          </ac:picMkLst>
        </pc:picChg>
        <pc:cxnChg chg="add del mod">
          <ac:chgData name="Macher, Andreas (DI FA CTR PLC PPM)" userId="f1dcac62-7bef-43eb-91f0-927336a1714f" providerId="ADAL" clId="{42A619FA-2A58-4939-A31C-66F034B72B9C}" dt="2022-11-25T14:21:26.437" v="3277" actId="478"/>
          <ac:cxnSpMkLst>
            <pc:docMk/>
            <pc:sldMk cId="1371357030" sldId="9807"/>
            <ac:cxnSpMk id="8" creationId="{380B3C1D-168C-563A-490E-D227F0BC51AC}"/>
          </ac:cxnSpMkLst>
        </pc:cxnChg>
        <pc:cxnChg chg="add del mod">
          <ac:chgData name="Macher, Andreas (DI FA CTR PLC PPM)" userId="f1dcac62-7bef-43eb-91f0-927336a1714f" providerId="ADAL" clId="{42A619FA-2A58-4939-A31C-66F034B72B9C}" dt="2022-11-25T14:20:43.389" v="3260" actId="478"/>
          <ac:cxnSpMkLst>
            <pc:docMk/>
            <pc:sldMk cId="1371357030" sldId="9807"/>
            <ac:cxnSpMk id="9" creationId="{190C20DC-54EB-EB56-6F81-2C2B3307AD30}"/>
          </ac:cxnSpMkLst>
        </pc:cxnChg>
        <pc:cxnChg chg="add del mod">
          <ac:chgData name="Macher, Andreas (DI FA CTR PLC PPM)" userId="f1dcac62-7bef-43eb-91f0-927336a1714f" providerId="ADAL" clId="{42A619FA-2A58-4939-A31C-66F034B72B9C}" dt="2022-11-25T14:20:45.406" v="3263" actId="478"/>
          <ac:cxnSpMkLst>
            <pc:docMk/>
            <pc:sldMk cId="1371357030" sldId="9807"/>
            <ac:cxnSpMk id="16" creationId="{052AD03F-BC6F-AEE7-99F2-809E250D32C2}"/>
          </ac:cxnSpMkLst>
        </pc:cxnChg>
        <pc:cxnChg chg="add mod ord">
          <ac:chgData name="Macher, Andreas (DI FA CTR PLC PPM)" userId="f1dcac62-7bef-43eb-91f0-927336a1714f" providerId="ADAL" clId="{42A619FA-2A58-4939-A31C-66F034B72B9C}" dt="2022-11-25T14:22:51.013" v="3319" actId="1037"/>
          <ac:cxnSpMkLst>
            <pc:docMk/>
            <pc:sldMk cId="1371357030" sldId="9807"/>
            <ac:cxnSpMk id="23" creationId="{BC4D5991-4B3C-75BB-9F2A-CBDBE97F65BE}"/>
          </ac:cxnSpMkLst>
        </pc:cxnChg>
        <pc:cxnChg chg="add del mod">
          <ac:chgData name="Macher, Andreas (DI FA CTR PLC PPM)" userId="f1dcac62-7bef-43eb-91f0-927336a1714f" providerId="ADAL" clId="{42A619FA-2A58-4939-A31C-66F034B72B9C}" dt="2022-11-25T14:20:51.602" v="3270" actId="478"/>
          <ac:cxnSpMkLst>
            <pc:docMk/>
            <pc:sldMk cId="1371357030" sldId="9807"/>
            <ac:cxnSpMk id="31" creationId="{607252D9-F9C8-807D-2289-75C8B712CC00}"/>
          </ac:cxnSpMkLst>
        </pc:cxnChg>
        <pc:cxnChg chg="add mod">
          <ac:chgData name="Macher, Andreas (DI FA CTR PLC PPM)" userId="f1dcac62-7bef-43eb-91f0-927336a1714f" providerId="ADAL" clId="{42A619FA-2A58-4939-A31C-66F034B72B9C}" dt="2022-11-25T14:20:35.846" v="3256"/>
          <ac:cxnSpMkLst>
            <pc:docMk/>
            <pc:sldMk cId="1371357030" sldId="9807"/>
            <ac:cxnSpMk id="44" creationId="{FF3A39D8-4B7F-9B31-2CC7-911D528BBEC7}"/>
          </ac:cxnSpMkLst>
        </pc:cxnChg>
        <pc:cxnChg chg="add mod">
          <ac:chgData name="Macher, Andreas (DI FA CTR PLC PPM)" userId="f1dcac62-7bef-43eb-91f0-927336a1714f" providerId="ADAL" clId="{42A619FA-2A58-4939-A31C-66F034B72B9C}" dt="2022-11-25T14:20:35.846" v="3256"/>
          <ac:cxnSpMkLst>
            <pc:docMk/>
            <pc:sldMk cId="1371357030" sldId="9807"/>
            <ac:cxnSpMk id="45" creationId="{E1F90BAD-4092-2D9E-70C6-F2F3C1679A00}"/>
          </ac:cxnSpMkLst>
        </pc:cxnChg>
        <pc:cxnChg chg="add del mod">
          <ac:chgData name="Macher, Andreas (DI FA CTR PLC PPM)" userId="f1dcac62-7bef-43eb-91f0-927336a1714f" providerId="ADAL" clId="{42A619FA-2A58-4939-A31C-66F034B72B9C}" dt="2022-11-25T14:21:27.524" v="3278" actId="478"/>
          <ac:cxnSpMkLst>
            <pc:docMk/>
            <pc:sldMk cId="1371357030" sldId="9807"/>
            <ac:cxnSpMk id="47" creationId="{4379067A-7B13-B9C3-84EC-26BE0A3E783C}"/>
          </ac:cxnSpMkLst>
        </pc:cxnChg>
        <pc:cxnChg chg="add mod">
          <ac:chgData name="Macher, Andreas (DI FA CTR PLC PPM)" userId="f1dcac62-7bef-43eb-91f0-927336a1714f" providerId="ADAL" clId="{42A619FA-2A58-4939-A31C-66F034B72B9C}" dt="2022-11-25T14:20:35.846" v="3256"/>
          <ac:cxnSpMkLst>
            <pc:docMk/>
            <pc:sldMk cId="1371357030" sldId="9807"/>
            <ac:cxnSpMk id="52" creationId="{2706D868-2767-0FA8-C2BE-FE4435D1C5C7}"/>
          </ac:cxnSpMkLst>
        </pc:cxnChg>
        <pc:cxnChg chg="add mod">
          <ac:chgData name="Macher, Andreas (DI FA CTR PLC PPM)" userId="f1dcac62-7bef-43eb-91f0-927336a1714f" providerId="ADAL" clId="{42A619FA-2A58-4939-A31C-66F034B72B9C}" dt="2022-11-25T14:20:35.846" v="3256"/>
          <ac:cxnSpMkLst>
            <pc:docMk/>
            <pc:sldMk cId="1371357030" sldId="9807"/>
            <ac:cxnSpMk id="54" creationId="{49BA8425-FE10-08B0-B3D9-C0C808C1869F}"/>
          </ac:cxnSpMkLst>
        </pc:cxnChg>
        <pc:cxnChg chg="add mod">
          <ac:chgData name="Macher, Andreas (DI FA CTR PLC PPM)" userId="f1dcac62-7bef-43eb-91f0-927336a1714f" providerId="ADAL" clId="{42A619FA-2A58-4939-A31C-66F034B72B9C}" dt="2022-11-25T14:20:35.846" v="3256"/>
          <ac:cxnSpMkLst>
            <pc:docMk/>
            <pc:sldMk cId="1371357030" sldId="9807"/>
            <ac:cxnSpMk id="55" creationId="{7454E9B5-1012-6C63-834E-A42E7346F5B2}"/>
          </ac:cxnSpMkLst>
        </pc:cxnChg>
      </pc:sldChg>
      <pc:sldChg chg="delSp modSp add del mod">
        <pc:chgData name="Macher, Andreas (DI FA CTR PLC PPM)" userId="f1dcac62-7bef-43eb-91f0-927336a1714f" providerId="ADAL" clId="{42A619FA-2A58-4939-A31C-66F034B72B9C}" dt="2022-11-25T17:42:52.471" v="7285" actId="47"/>
        <pc:sldMkLst>
          <pc:docMk/>
          <pc:sldMk cId="3572652072" sldId="9807"/>
        </pc:sldMkLst>
        <pc:spChg chg="mod">
          <ac:chgData name="Macher, Andreas (DI FA CTR PLC PPM)" userId="f1dcac62-7bef-43eb-91f0-927336a1714f" providerId="ADAL" clId="{42A619FA-2A58-4939-A31C-66F034B72B9C}" dt="2022-11-25T14:43:28.168" v="3598" actId="20577"/>
          <ac:spMkLst>
            <pc:docMk/>
            <pc:sldMk cId="3572652072" sldId="9807"/>
            <ac:spMk id="2" creationId="{63DF9877-DD35-6969-BEA5-BA03ACDEB10B}"/>
          </ac:spMkLst>
        </pc:spChg>
        <pc:spChg chg="del">
          <ac:chgData name="Macher, Andreas (DI FA CTR PLC PPM)" userId="f1dcac62-7bef-43eb-91f0-927336a1714f" providerId="ADAL" clId="{42A619FA-2A58-4939-A31C-66F034B72B9C}" dt="2022-11-25T14:43:40.411" v="3599" actId="478"/>
          <ac:spMkLst>
            <pc:docMk/>
            <pc:sldMk cId="3572652072" sldId="9807"/>
            <ac:spMk id="50" creationId="{6F93FBE3-8AC8-7134-9C46-176F0090DCE9}"/>
          </ac:spMkLst>
        </pc:spChg>
        <pc:spChg chg="del">
          <ac:chgData name="Macher, Andreas (DI FA CTR PLC PPM)" userId="f1dcac62-7bef-43eb-91f0-927336a1714f" providerId="ADAL" clId="{42A619FA-2A58-4939-A31C-66F034B72B9C}" dt="2022-11-25T14:43:40.411" v="3599" actId="478"/>
          <ac:spMkLst>
            <pc:docMk/>
            <pc:sldMk cId="3572652072" sldId="9807"/>
            <ac:spMk id="52" creationId="{187F2CE5-DEE3-E8C4-90F8-AE1F477EDCD4}"/>
          </ac:spMkLst>
        </pc:spChg>
        <pc:spChg chg="mod">
          <ac:chgData name="Macher, Andreas (DI FA CTR PLC PPM)" userId="f1dcac62-7bef-43eb-91f0-927336a1714f" providerId="ADAL" clId="{42A619FA-2A58-4939-A31C-66F034B72B9C}" dt="2022-11-25T14:43:48.177" v="3608" actId="20577"/>
          <ac:spMkLst>
            <pc:docMk/>
            <pc:sldMk cId="3572652072" sldId="9807"/>
            <ac:spMk id="93" creationId="{91BE891F-AC93-365F-4BF6-85912C341C01}"/>
          </ac:spMkLst>
        </pc:spChg>
        <pc:spChg chg="del">
          <ac:chgData name="Macher, Andreas (DI FA CTR PLC PPM)" userId="f1dcac62-7bef-43eb-91f0-927336a1714f" providerId="ADAL" clId="{42A619FA-2A58-4939-A31C-66F034B72B9C}" dt="2022-11-25T14:43:40.411" v="3599" actId="478"/>
          <ac:spMkLst>
            <pc:docMk/>
            <pc:sldMk cId="3572652072" sldId="9807"/>
            <ac:spMk id="97" creationId="{0093B79D-8B08-B5D1-C9FA-370D8A2C341C}"/>
          </ac:spMkLst>
        </pc:spChg>
        <pc:spChg chg="del">
          <ac:chgData name="Macher, Andreas (DI FA CTR PLC PPM)" userId="f1dcac62-7bef-43eb-91f0-927336a1714f" providerId="ADAL" clId="{42A619FA-2A58-4939-A31C-66F034B72B9C}" dt="2022-11-25T14:43:40.411" v="3599" actId="478"/>
          <ac:spMkLst>
            <pc:docMk/>
            <pc:sldMk cId="3572652072" sldId="9807"/>
            <ac:spMk id="99" creationId="{54459492-8CC4-D4AC-EC26-BB1DF81DB089}"/>
          </ac:spMkLst>
        </pc:spChg>
        <pc:spChg chg="del">
          <ac:chgData name="Macher, Andreas (DI FA CTR PLC PPM)" userId="f1dcac62-7bef-43eb-91f0-927336a1714f" providerId="ADAL" clId="{42A619FA-2A58-4939-A31C-66F034B72B9C}" dt="2022-11-25T14:43:40.411" v="3599" actId="478"/>
          <ac:spMkLst>
            <pc:docMk/>
            <pc:sldMk cId="3572652072" sldId="9807"/>
            <ac:spMk id="100" creationId="{A9D18DE3-D70B-409B-0B8D-078772D5186C}"/>
          </ac:spMkLst>
        </pc:spChg>
        <pc:spChg chg="del">
          <ac:chgData name="Macher, Andreas (DI FA CTR PLC PPM)" userId="f1dcac62-7bef-43eb-91f0-927336a1714f" providerId="ADAL" clId="{42A619FA-2A58-4939-A31C-66F034B72B9C}" dt="2022-11-25T14:43:40.411" v="3599" actId="478"/>
          <ac:spMkLst>
            <pc:docMk/>
            <pc:sldMk cId="3572652072" sldId="9807"/>
            <ac:spMk id="101" creationId="{FBA961DB-B975-1026-99ED-6522EB7A5B0F}"/>
          </ac:spMkLst>
        </pc:spChg>
        <pc:spChg chg="del">
          <ac:chgData name="Macher, Andreas (DI FA CTR PLC PPM)" userId="f1dcac62-7bef-43eb-91f0-927336a1714f" providerId="ADAL" clId="{42A619FA-2A58-4939-A31C-66F034B72B9C}" dt="2022-11-25T14:43:40.411" v="3599" actId="478"/>
          <ac:spMkLst>
            <pc:docMk/>
            <pc:sldMk cId="3572652072" sldId="9807"/>
            <ac:spMk id="102" creationId="{DC38BF4A-50AA-5F5E-FB1C-F15BEC35BF6E}"/>
          </ac:spMkLst>
        </pc:spChg>
        <pc:spChg chg="del">
          <ac:chgData name="Macher, Andreas (DI FA CTR PLC PPM)" userId="f1dcac62-7bef-43eb-91f0-927336a1714f" providerId="ADAL" clId="{42A619FA-2A58-4939-A31C-66F034B72B9C}" dt="2022-11-25T14:43:40.411" v="3599" actId="478"/>
          <ac:spMkLst>
            <pc:docMk/>
            <pc:sldMk cId="3572652072" sldId="9807"/>
            <ac:spMk id="104" creationId="{461DD2BC-40C6-CB7A-A379-F477D662FC74}"/>
          </ac:spMkLst>
        </pc:spChg>
        <pc:spChg chg="del">
          <ac:chgData name="Macher, Andreas (DI FA CTR PLC PPM)" userId="f1dcac62-7bef-43eb-91f0-927336a1714f" providerId="ADAL" clId="{42A619FA-2A58-4939-A31C-66F034B72B9C}" dt="2022-11-25T14:43:40.411" v="3599" actId="478"/>
          <ac:spMkLst>
            <pc:docMk/>
            <pc:sldMk cId="3572652072" sldId="9807"/>
            <ac:spMk id="105" creationId="{D6F4F100-F058-E9FC-99ED-3B2D078F0D4E}"/>
          </ac:spMkLst>
        </pc:spChg>
        <pc:spChg chg="del">
          <ac:chgData name="Macher, Andreas (DI FA CTR PLC PPM)" userId="f1dcac62-7bef-43eb-91f0-927336a1714f" providerId="ADAL" clId="{42A619FA-2A58-4939-A31C-66F034B72B9C}" dt="2022-11-25T14:43:40.411" v="3599" actId="478"/>
          <ac:spMkLst>
            <pc:docMk/>
            <pc:sldMk cId="3572652072" sldId="9807"/>
            <ac:spMk id="106" creationId="{F8FE6DF5-7410-F2D9-2230-125A46559B1B}"/>
          </ac:spMkLst>
        </pc:spChg>
        <pc:spChg chg="del">
          <ac:chgData name="Macher, Andreas (DI FA CTR PLC PPM)" userId="f1dcac62-7bef-43eb-91f0-927336a1714f" providerId="ADAL" clId="{42A619FA-2A58-4939-A31C-66F034B72B9C}" dt="2022-11-25T14:43:40.411" v="3599" actId="478"/>
          <ac:spMkLst>
            <pc:docMk/>
            <pc:sldMk cId="3572652072" sldId="9807"/>
            <ac:spMk id="109" creationId="{716B0635-7488-75B3-2335-1CD7889670B9}"/>
          </ac:spMkLst>
        </pc:spChg>
        <pc:spChg chg="del">
          <ac:chgData name="Macher, Andreas (DI FA CTR PLC PPM)" userId="f1dcac62-7bef-43eb-91f0-927336a1714f" providerId="ADAL" clId="{42A619FA-2A58-4939-A31C-66F034B72B9C}" dt="2022-11-25T14:43:40.411" v="3599" actId="478"/>
          <ac:spMkLst>
            <pc:docMk/>
            <pc:sldMk cId="3572652072" sldId="9807"/>
            <ac:spMk id="110" creationId="{CFE7CA7D-24BC-343C-AEF3-84CCE102339E}"/>
          </ac:spMkLst>
        </pc:spChg>
        <pc:spChg chg="del">
          <ac:chgData name="Macher, Andreas (DI FA CTR PLC PPM)" userId="f1dcac62-7bef-43eb-91f0-927336a1714f" providerId="ADAL" clId="{42A619FA-2A58-4939-A31C-66F034B72B9C}" dt="2022-11-25T14:43:40.411" v="3599" actId="478"/>
          <ac:spMkLst>
            <pc:docMk/>
            <pc:sldMk cId="3572652072" sldId="9807"/>
            <ac:spMk id="111" creationId="{8F116301-C391-55B9-5631-8C3D5C99326A}"/>
          </ac:spMkLst>
        </pc:spChg>
        <pc:spChg chg="del">
          <ac:chgData name="Macher, Andreas (DI FA CTR PLC PPM)" userId="f1dcac62-7bef-43eb-91f0-927336a1714f" providerId="ADAL" clId="{42A619FA-2A58-4939-A31C-66F034B72B9C}" dt="2022-11-25T14:43:40.411" v="3599" actId="478"/>
          <ac:spMkLst>
            <pc:docMk/>
            <pc:sldMk cId="3572652072" sldId="9807"/>
            <ac:spMk id="118" creationId="{3F767B4F-1178-1DA3-161F-E12537409D13}"/>
          </ac:spMkLst>
        </pc:spChg>
        <pc:spChg chg="del">
          <ac:chgData name="Macher, Andreas (DI FA CTR PLC PPM)" userId="f1dcac62-7bef-43eb-91f0-927336a1714f" providerId="ADAL" clId="{42A619FA-2A58-4939-A31C-66F034B72B9C}" dt="2022-11-25T14:43:40.411" v="3599" actId="478"/>
          <ac:spMkLst>
            <pc:docMk/>
            <pc:sldMk cId="3572652072" sldId="9807"/>
            <ac:spMk id="133" creationId="{2A65E01C-F57A-900F-CD65-5C880AA15563}"/>
          </ac:spMkLst>
        </pc:spChg>
        <pc:spChg chg="del">
          <ac:chgData name="Macher, Andreas (DI FA CTR PLC PPM)" userId="f1dcac62-7bef-43eb-91f0-927336a1714f" providerId="ADAL" clId="{42A619FA-2A58-4939-A31C-66F034B72B9C}" dt="2022-11-25T14:43:40.411" v="3599" actId="478"/>
          <ac:spMkLst>
            <pc:docMk/>
            <pc:sldMk cId="3572652072" sldId="9807"/>
            <ac:spMk id="134" creationId="{7D12D465-C8A9-B8F0-B527-1AF02EBFA50E}"/>
          </ac:spMkLst>
        </pc:spChg>
        <pc:spChg chg="del">
          <ac:chgData name="Macher, Andreas (DI FA CTR PLC PPM)" userId="f1dcac62-7bef-43eb-91f0-927336a1714f" providerId="ADAL" clId="{42A619FA-2A58-4939-A31C-66F034B72B9C}" dt="2022-11-25T14:43:40.411" v="3599" actId="478"/>
          <ac:spMkLst>
            <pc:docMk/>
            <pc:sldMk cId="3572652072" sldId="9807"/>
            <ac:spMk id="136" creationId="{2A0400BE-B4D2-911E-5EB4-9F49AA61F099}"/>
          </ac:spMkLst>
        </pc:spChg>
        <pc:spChg chg="del">
          <ac:chgData name="Macher, Andreas (DI FA CTR PLC PPM)" userId="f1dcac62-7bef-43eb-91f0-927336a1714f" providerId="ADAL" clId="{42A619FA-2A58-4939-A31C-66F034B72B9C}" dt="2022-11-25T14:43:40.411" v="3599" actId="478"/>
          <ac:spMkLst>
            <pc:docMk/>
            <pc:sldMk cId="3572652072" sldId="9807"/>
            <ac:spMk id="137" creationId="{C2025598-4897-AE5C-B6C3-8B1189844938}"/>
          </ac:spMkLst>
        </pc:spChg>
        <pc:spChg chg="del">
          <ac:chgData name="Macher, Andreas (DI FA CTR PLC PPM)" userId="f1dcac62-7bef-43eb-91f0-927336a1714f" providerId="ADAL" clId="{42A619FA-2A58-4939-A31C-66F034B72B9C}" dt="2022-11-25T14:43:40.411" v="3599" actId="478"/>
          <ac:spMkLst>
            <pc:docMk/>
            <pc:sldMk cId="3572652072" sldId="9807"/>
            <ac:spMk id="139" creationId="{3BAA80EC-33B0-682F-6479-66087FB9B98E}"/>
          </ac:spMkLst>
        </pc:spChg>
        <pc:spChg chg="del">
          <ac:chgData name="Macher, Andreas (DI FA CTR PLC PPM)" userId="f1dcac62-7bef-43eb-91f0-927336a1714f" providerId="ADAL" clId="{42A619FA-2A58-4939-A31C-66F034B72B9C}" dt="2022-11-25T14:43:40.411" v="3599" actId="478"/>
          <ac:spMkLst>
            <pc:docMk/>
            <pc:sldMk cId="3572652072" sldId="9807"/>
            <ac:spMk id="141" creationId="{3B00F7C7-88E8-BC5C-C6EF-E6AC82DFC8DC}"/>
          </ac:spMkLst>
        </pc:spChg>
        <pc:spChg chg="del">
          <ac:chgData name="Macher, Andreas (DI FA CTR PLC PPM)" userId="f1dcac62-7bef-43eb-91f0-927336a1714f" providerId="ADAL" clId="{42A619FA-2A58-4939-A31C-66F034B72B9C}" dt="2022-11-25T14:43:40.411" v="3599" actId="478"/>
          <ac:spMkLst>
            <pc:docMk/>
            <pc:sldMk cId="3572652072" sldId="9807"/>
            <ac:spMk id="143" creationId="{CB97B5B9-79DE-2A0A-9411-525EA3FEC236}"/>
          </ac:spMkLst>
        </pc:spChg>
        <pc:spChg chg="del">
          <ac:chgData name="Macher, Andreas (DI FA CTR PLC PPM)" userId="f1dcac62-7bef-43eb-91f0-927336a1714f" providerId="ADAL" clId="{42A619FA-2A58-4939-A31C-66F034B72B9C}" dt="2022-11-25T14:43:40.411" v="3599" actId="478"/>
          <ac:spMkLst>
            <pc:docMk/>
            <pc:sldMk cId="3572652072" sldId="9807"/>
            <ac:spMk id="158" creationId="{D78C26AE-026A-B87E-6C43-B93C2BC9A1F2}"/>
          </ac:spMkLst>
        </pc:spChg>
        <pc:spChg chg="del">
          <ac:chgData name="Macher, Andreas (DI FA CTR PLC PPM)" userId="f1dcac62-7bef-43eb-91f0-927336a1714f" providerId="ADAL" clId="{42A619FA-2A58-4939-A31C-66F034B72B9C}" dt="2022-11-25T14:43:40.411" v="3599" actId="478"/>
          <ac:spMkLst>
            <pc:docMk/>
            <pc:sldMk cId="3572652072" sldId="9807"/>
            <ac:spMk id="159" creationId="{88758A0F-C7A9-8DA5-4D8E-83D860981E2B}"/>
          </ac:spMkLst>
        </pc:spChg>
        <pc:spChg chg="del">
          <ac:chgData name="Macher, Andreas (DI FA CTR PLC PPM)" userId="f1dcac62-7bef-43eb-91f0-927336a1714f" providerId="ADAL" clId="{42A619FA-2A58-4939-A31C-66F034B72B9C}" dt="2022-11-25T14:43:40.411" v="3599" actId="478"/>
          <ac:spMkLst>
            <pc:docMk/>
            <pc:sldMk cId="3572652072" sldId="9807"/>
            <ac:spMk id="160" creationId="{018B0BB4-76F7-52EE-3150-89303BAD66DE}"/>
          </ac:spMkLst>
        </pc:spChg>
        <pc:spChg chg="del">
          <ac:chgData name="Macher, Andreas (DI FA CTR PLC PPM)" userId="f1dcac62-7bef-43eb-91f0-927336a1714f" providerId="ADAL" clId="{42A619FA-2A58-4939-A31C-66F034B72B9C}" dt="2022-11-25T14:43:40.411" v="3599" actId="478"/>
          <ac:spMkLst>
            <pc:docMk/>
            <pc:sldMk cId="3572652072" sldId="9807"/>
            <ac:spMk id="177" creationId="{9BF3B808-31B9-18B9-E96E-7051CC348BFB}"/>
          </ac:spMkLst>
        </pc:spChg>
        <pc:spChg chg="del">
          <ac:chgData name="Macher, Andreas (DI FA CTR PLC PPM)" userId="f1dcac62-7bef-43eb-91f0-927336a1714f" providerId="ADAL" clId="{42A619FA-2A58-4939-A31C-66F034B72B9C}" dt="2022-11-25T14:43:40.411" v="3599" actId="478"/>
          <ac:spMkLst>
            <pc:docMk/>
            <pc:sldMk cId="3572652072" sldId="9807"/>
            <ac:spMk id="178" creationId="{E3DC4D0E-D98F-F9D9-F418-A7201F4E0D22}"/>
          </ac:spMkLst>
        </pc:spChg>
        <pc:spChg chg="del">
          <ac:chgData name="Macher, Andreas (DI FA CTR PLC PPM)" userId="f1dcac62-7bef-43eb-91f0-927336a1714f" providerId="ADAL" clId="{42A619FA-2A58-4939-A31C-66F034B72B9C}" dt="2022-11-25T14:43:40.411" v="3599" actId="478"/>
          <ac:spMkLst>
            <pc:docMk/>
            <pc:sldMk cId="3572652072" sldId="9807"/>
            <ac:spMk id="180" creationId="{9C7A9E7F-B3CE-7929-46F4-2FFC5EA3C4D4}"/>
          </ac:spMkLst>
        </pc:spChg>
        <pc:spChg chg="del">
          <ac:chgData name="Macher, Andreas (DI FA CTR PLC PPM)" userId="f1dcac62-7bef-43eb-91f0-927336a1714f" providerId="ADAL" clId="{42A619FA-2A58-4939-A31C-66F034B72B9C}" dt="2022-11-25T14:43:40.411" v="3599" actId="478"/>
          <ac:spMkLst>
            <pc:docMk/>
            <pc:sldMk cId="3572652072" sldId="9807"/>
            <ac:spMk id="181" creationId="{FE96AC31-CEE0-F88D-F7A5-63C273F1C2E0}"/>
          </ac:spMkLst>
        </pc:spChg>
        <pc:spChg chg="del">
          <ac:chgData name="Macher, Andreas (DI FA CTR PLC PPM)" userId="f1dcac62-7bef-43eb-91f0-927336a1714f" providerId="ADAL" clId="{42A619FA-2A58-4939-A31C-66F034B72B9C}" dt="2022-11-25T14:43:40.411" v="3599" actId="478"/>
          <ac:spMkLst>
            <pc:docMk/>
            <pc:sldMk cId="3572652072" sldId="9807"/>
            <ac:spMk id="183" creationId="{C4892170-429D-C749-F81D-0C89F568C216}"/>
          </ac:spMkLst>
        </pc:spChg>
        <pc:spChg chg="del">
          <ac:chgData name="Macher, Andreas (DI FA CTR PLC PPM)" userId="f1dcac62-7bef-43eb-91f0-927336a1714f" providerId="ADAL" clId="{42A619FA-2A58-4939-A31C-66F034B72B9C}" dt="2022-11-25T14:43:40.411" v="3599" actId="478"/>
          <ac:spMkLst>
            <pc:docMk/>
            <pc:sldMk cId="3572652072" sldId="9807"/>
            <ac:spMk id="190" creationId="{07D6D238-2106-CF5D-E0DF-2F8C2F637D7B}"/>
          </ac:spMkLst>
        </pc:spChg>
        <pc:spChg chg="del">
          <ac:chgData name="Macher, Andreas (DI FA CTR PLC PPM)" userId="f1dcac62-7bef-43eb-91f0-927336a1714f" providerId="ADAL" clId="{42A619FA-2A58-4939-A31C-66F034B72B9C}" dt="2022-11-25T14:43:40.411" v="3599" actId="478"/>
          <ac:spMkLst>
            <pc:docMk/>
            <pc:sldMk cId="3572652072" sldId="9807"/>
            <ac:spMk id="191" creationId="{57C12292-E060-E1DE-D2F0-A96EF0AFB20F}"/>
          </ac:spMkLst>
        </pc:spChg>
        <pc:spChg chg="del">
          <ac:chgData name="Macher, Andreas (DI FA CTR PLC PPM)" userId="f1dcac62-7bef-43eb-91f0-927336a1714f" providerId="ADAL" clId="{42A619FA-2A58-4939-A31C-66F034B72B9C}" dt="2022-11-25T14:43:40.411" v="3599" actId="478"/>
          <ac:spMkLst>
            <pc:docMk/>
            <pc:sldMk cId="3572652072" sldId="9807"/>
            <ac:spMk id="193" creationId="{199D75AE-250A-B64A-711E-CB0AFB724DB2}"/>
          </ac:spMkLst>
        </pc:spChg>
        <pc:spChg chg="del">
          <ac:chgData name="Macher, Andreas (DI FA CTR PLC PPM)" userId="f1dcac62-7bef-43eb-91f0-927336a1714f" providerId="ADAL" clId="{42A619FA-2A58-4939-A31C-66F034B72B9C}" dt="2022-11-25T14:43:40.411" v="3599" actId="478"/>
          <ac:spMkLst>
            <pc:docMk/>
            <pc:sldMk cId="3572652072" sldId="9807"/>
            <ac:spMk id="196" creationId="{635A2472-32D2-F1B1-7427-8D4ADE5D8710}"/>
          </ac:spMkLst>
        </pc:spChg>
        <pc:spChg chg="del">
          <ac:chgData name="Macher, Andreas (DI FA CTR PLC PPM)" userId="f1dcac62-7bef-43eb-91f0-927336a1714f" providerId="ADAL" clId="{42A619FA-2A58-4939-A31C-66F034B72B9C}" dt="2022-11-25T14:43:40.411" v="3599" actId="478"/>
          <ac:spMkLst>
            <pc:docMk/>
            <pc:sldMk cId="3572652072" sldId="9807"/>
            <ac:spMk id="198" creationId="{BCA580B2-1235-B870-A047-21A4AB975BCA}"/>
          </ac:spMkLst>
        </pc:spChg>
        <pc:spChg chg="del">
          <ac:chgData name="Macher, Andreas (DI FA CTR PLC PPM)" userId="f1dcac62-7bef-43eb-91f0-927336a1714f" providerId="ADAL" clId="{42A619FA-2A58-4939-A31C-66F034B72B9C}" dt="2022-11-25T14:43:40.411" v="3599" actId="478"/>
          <ac:spMkLst>
            <pc:docMk/>
            <pc:sldMk cId="3572652072" sldId="9807"/>
            <ac:spMk id="199" creationId="{55A493C4-EF04-B657-DF4C-204E38133661}"/>
          </ac:spMkLst>
        </pc:spChg>
        <pc:spChg chg="del">
          <ac:chgData name="Macher, Andreas (DI FA CTR PLC PPM)" userId="f1dcac62-7bef-43eb-91f0-927336a1714f" providerId="ADAL" clId="{42A619FA-2A58-4939-A31C-66F034B72B9C}" dt="2022-11-25T14:43:40.411" v="3599" actId="478"/>
          <ac:spMkLst>
            <pc:docMk/>
            <pc:sldMk cId="3572652072" sldId="9807"/>
            <ac:spMk id="200" creationId="{C642279C-7661-F91B-F71A-F17B1FB07A2C}"/>
          </ac:spMkLst>
        </pc:spChg>
        <pc:spChg chg="del">
          <ac:chgData name="Macher, Andreas (DI FA CTR PLC PPM)" userId="f1dcac62-7bef-43eb-91f0-927336a1714f" providerId="ADAL" clId="{42A619FA-2A58-4939-A31C-66F034B72B9C}" dt="2022-11-25T14:43:40.411" v="3599" actId="478"/>
          <ac:spMkLst>
            <pc:docMk/>
            <pc:sldMk cId="3572652072" sldId="9807"/>
            <ac:spMk id="201" creationId="{FAD7244D-DB30-9A85-0FD6-180F9102B698}"/>
          </ac:spMkLst>
        </pc:spChg>
        <pc:spChg chg="del">
          <ac:chgData name="Macher, Andreas (DI FA CTR PLC PPM)" userId="f1dcac62-7bef-43eb-91f0-927336a1714f" providerId="ADAL" clId="{42A619FA-2A58-4939-A31C-66F034B72B9C}" dt="2022-11-25T14:43:40.411" v="3599" actId="478"/>
          <ac:spMkLst>
            <pc:docMk/>
            <pc:sldMk cId="3572652072" sldId="9807"/>
            <ac:spMk id="203" creationId="{37136B42-5309-1E85-4245-6DE4412036F6}"/>
          </ac:spMkLst>
        </pc:spChg>
        <pc:spChg chg="del">
          <ac:chgData name="Macher, Andreas (DI FA CTR PLC PPM)" userId="f1dcac62-7bef-43eb-91f0-927336a1714f" providerId="ADAL" clId="{42A619FA-2A58-4939-A31C-66F034B72B9C}" dt="2022-11-25T14:43:40.411" v="3599" actId="478"/>
          <ac:spMkLst>
            <pc:docMk/>
            <pc:sldMk cId="3572652072" sldId="9807"/>
            <ac:spMk id="204" creationId="{CA60CEA6-8E2C-E8A0-C1B9-DFBDBCDAE36B}"/>
          </ac:spMkLst>
        </pc:spChg>
        <pc:spChg chg="del">
          <ac:chgData name="Macher, Andreas (DI FA CTR PLC PPM)" userId="f1dcac62-7bef-43eb-91f0-927336a1714f" providerId="ADAL" clId="{42A619FA-2A58-4939-A31C-66F034B72B9C}" dt="2022-11-25T14:43:40.411" v="3599" actId="478"/>
          <ac:spMkLst>
            <pc:docMk/>
            <pc:sldMk cId="3572652072" sldId="9807"/>
            <ac:spMk id="205" creationId="{FE97EEAD-6F87-ABE6-4675-419015D0B51F}"/>
          </ac:spMkLst>
        </pc:spChg>
        <pc:spChg chg="del">
          <ac:chgData name="Macher, Andreas (DI FA CTR PLC PPM)" userId="f1dcac62-7bef-43eb-91f0-927336a1714f" providerId="ADAL" clId="{42A619FA-2A58-4939-A31C-66F034B72B9C}" dt="2022-11-25T14:43:40.411" v="3599" actId="478"/>
          <ac:spMkLst>
            <pc:docMk/>
            <pc:sldMk cId="3572652072" sldId="9807"/>
            <ac:spMk id="208" creationId="{F2EEAAB4-36A8-65BA-ADED-59409CA5CB35}"/>
          </ac:spMkLst>
        </pc:spChg>
        <pc:spChg chg="del">
          <ac:chgData name="Macher, Andreas (DI FA CTR PLC PPM)" userId="f1dcac62-7bef-43eb-91f0-927336a1714f" providerId="ADAL" clId="{42A619FA-2A58-4939-A31C-66F034B72B9C}" dt="2022-11-25T14:43:40.411" v="3599" actId="478"/>
          <ac:spMkLst>
            <pc:docMk/>
            <pc:sldMk cId="3572652072" sldId="9807"/>
            <ac:spMk id="211" creationId="{9A3875B8-F908-4937-8145-BFDF24790B81}"/>
          </ac:spMkLst>
        </pc:spChg>
        <pc:spChg chg="del">
          <ac:chgData name="Macher, Andreas (DI FA CTR PLC PPM)" userId="f1dcac62-7bef-43eb-91f0-927336a1714f" providerId="ADAL" clId="{42A619FA-2A58-4939-A31C-66F034B72B9C}" dt="2022-11-25T14:43:40.411" v="3599" actId="478"/>
          <ac:spMkLst>
            <pc:docMk/>
            <pc:sldMk cId="3572652072" sldId="9807"/>
            <ac:spMk id="213" creationId="{D14AD710-CE41-89DA-251C-6EF3475D7947}"/>
          </ac:spMkLst>
        </pc:spChg>
        <pc:spChg chg="del">
          <ac:chgData name="Macher, Andreas (DI FA CTR PLC PPM)" userId="f1dcac62-7bef-43eb-91f0-927336a1714f" providerId="ADAL" clId="{42A619FA-2A58-4939-A31C-66F034B72B9C}" dt="2022-11-25T14:43:40.411" v="3599" actId="478"/>
          <ac:spMkLst>
            <pc:docMk/>
            <pc:sldMk cId="3572652072" sldId="9807"/>
            <ac:spMk id="216" creationId="{967F9758-7D7E-F655-132B-62BA062121BC}"/>
          </ac:spMkLst>
        </pc:spChg>
        <pc:spChg chg="del">
          <ac:chgData name="Macher, Andreas (DI FA CTR PLC PPM)" userId="f1dcac62-7bef-43eb-91f0-927336a1714f" providerId="ADAL" clId="{42A619FA-2A58-4939-A31C-66F034B72B9C}" dt="2022-11-25T14:43:40.411" v="3599" actId="478"/>
          <ac:spMkLst>
            <pc:docMk/>
            <pc:sldMk cId="3572652072" sldId="9807"/>
            <ac:spMk id="223" creationId="{146F0E23-5FF8-937E-FEA7-E848891A86D4}"/>
          </ac:spMkLst>
        </pc:spChg>
        <pc:spChg chg="del">
          <ac:chgData name="Macher, Andreas (DI FA CTR PLC PPM)" userId="f1dcac62-7bef-43eb-91f0-927336a1714f" providerId="ADAL" clId="{42A619FA-2A58-4939-A31C-66F034B72B9C}" dt="2022-11-25T14:43:40.411" v="3599" actId="478"/>
          <ac:spMkLst>
            <pc:docMk/>
            <pc:sldMk cId="3572652072" sldId="9807"/>
            <ac:spMk id="224" creationId="{6954A963-DB42-B802-B8B8-2152AE4E01A9}"/>
          </ac:spMkLst>
        </pc:spChg>
        <pc:spChg chg="del">
          <ac:chgData name="Macher, Andreas (DI FA CTR PLC PPM)" userId="f1dcac62-7bef-43eb-91f0-927336a1714f" providerId="ADAL" clId="{42A619FA-2A58-4939-A31C-66F034B72B9C}" dt="2022-11-25T14:43:40.411" v="3599" actId="478"/>
          <ac:spMkLst>
            <pc:docMk/>
            <pc:sldMk cId="3572652072" sldId="9807"/>
            <ac:spMk id="225" creationId="{EE8099E7-E6AE-5300-6E68-2605D0309640}"/>
          </ac:spMkLst>
        </pc:spChg>
        <pc:spChg chg="del">
          <ac:chgData name="Macher, Andreas (DI FA CTR PLC PPM)" userId="f1dcac62-7bef-43eb-91f0-927336a1714f" providerId="ADAL" clId="{42A619FA-2A58-4939-A31C-66F034B72B9C}" dt="2022-11-25T14:43:40.411" v="3599" actId="478"/>
          <ac:spMkLst>
            <pc:docMk/>
            <pc:sldMk cId="3572652072" sldId="9807"/>
            <ac:spMk id="226" creationId="{A1E16E18-936E-20D0-4881-E630BBA28F1E}"/>
          </ac:spMkLst>
        </pc:spChg>
        <pc:spChg chg="del">
          <ac:chgData name="Macher, Andreas (DI FA CTR PLC PPM)" userId="f1dcac62-7bef-43eb-91f0-927336a1714f" providerId="ADAL" clId="{42A619FA-2A58-4939-A31C-66F034B72B9C}" dt="2022-11-25T14:43:40.411" v="3599" actId="478"/>
          <ac:spMkLst>
            <pc:docMk/>
            <pc:sldMk cId="3572652072" sldId="9807"/>
            <ac:spMk id="228" creationId="{CD0F366C-3810-5E40-8E68-038374BBD357}"/>
          </ac:spMkLst>
        </pc:spChg>
        <pc:spChg chg="del">
          <ac:chgData name="Macher, Andreas (DI FA CTR PLC PPM)" userId="f1dcac62-7bef-43eb-91f0-927336a1714f" providerId="ADAL" clId="{42A619FA-2A58-4939-A31C-66F034B72B9C}" dt="2022-11-25T14:43:40.411" v="3599" actId="478"/>
          <ac:spMkLst>
            <pc:docMk/>
            <pc:sldMk cId="3572652072" sldId="9807"/>
            <ac:spMk id="229" creationId="{255C8837-2A77-FA4E-2649-47E2480EE103}"/>
          </ac:spMkLst>
        </pc:spChg>
        <pc:spChg chg="del">
          <ac:chgData name="Macher, Andreas (DI FA CTR PLC PPM)" userId="f1dcac62-7bef-43eb-91f0-927336a1714f" providerId="ADAL" clId="{42A619FA-2A58-4939-A31C-66F034B72B9C}" dt="2022-11-25T14:43:40.411" v="3599" actId="478"/>
          <ac:spMkLst>
            <pc:docMk/>
            <pc:sldMk cId="3572652072" sldId="9807"/>
            <ac:spMk id="230" creationId="{89249828-C0F0-A1E8-9667-76083A6C3D03}"/>
          </ac:spMkLst>
        </pc:spChg>
        <pc:spChg chg="del">
          <ac:chgData name="Macher, Andreas (DI FA CTR PLC PPM)" userId="f1dcac62-7bef-43eb-91f0-927336a1714f" providerId="ADAL" clId="{42A619FA-2A58-4939-A31C-66F034B72B9C}" dt="2022-11-25T14:43:40.411" v="3599" actId="478"/>
          <ac:spMkLst>
            <pc:docMk/>
            <pc:sldMk cId="3572652072" sldId="9807"/>
            <ac:spMk id="231" creationId="{40E81059-C26B-01D2-53EE-A0D087E4FD3C}"/>
          </ac:spMkLst>
        </pc:spChg>
        <pc:spChg chg="del">
          <ac:chgData name="Macher, Andreas (DI FA CTR PLC PPM)" userId="f1dcac62-7bef-43eb-91f0-927336a1714f" providerId="ADAL" clId="{42A619FA-2A58-4939-A31C-66F034B72B9C}" dt="2022-11-25T14:43:40.411" v="3599" actId="478"/>
          <ac:spMkLst>
            <pc:docMk/>
            <pc:sldMk cId="3572652072" sldId="9807"/>
            <ac:spMk id="232" creationId="{C812BC46-A6B2-DE42-3FF5-35505F038A91}"/>
          </ac:spMkLst>
        </pc:spChg>
        <pc:spChg chg="del">
          <ac:chgData name="Macher, Andreas (DI FA CTR PLC PPM)" userId="f1dcac62-7bef-43eb-91f0-927336a1714f" providerId="ADAL" clId="{42A619FA-2A58-4939-A31C-66F034B72B9C}" dt="2022-11-25T14:43:40.411" v="3599" actId="478"/>
          <ac:spMkLst>
            <pc:docMk/>
            <pc:sldMk cId="3572652072" sldId="9807"/>
            <ac:spMk id="233" creationId="{C2F81A0D-0C6A-3546-BF4D-4A38E167C5A4}"/>
          </ac:spMkLst>
        </pc:spChg>
        <pc:grpChg chg="del">
          <ac:chgData name="Macher, Andreas (DI FA CTR PLC PPM)" userId="f1dcac62-7bef-43eb-91f0-927336a1714f" providerId="ADAL" clId="{42A619FA-2A58-4939-A31C-66F034B72B9C}" dt="2022-11-25T14:43:40.411" v="3599" actId="478"/>
          <ac:grpSpMkLst>
            <pc:docMk/>
            <pc:sldMk cId="3572652072" sldId="9807"/>
            <ac:grpSpMk id="113" creationId="{5A89FF19-830D-F9F9-34D1-A6A6F0F2DCD4}"/>
          </ac:grpSpMkLst>
        </pc:grpChg>
        <pc:grpChg chg="del">
          <ac:chgData name="Macher, Andreas (DI FA CTR PLC PPM)" userId="f1dcac62-7bef-43eb-91f0-927336a1714f" providerId="ADAL" clId="{42A619FA-2A58-4939-A31C-66F034B72B9C}" dt="2022-11-25T14:43:40.411" v="3599" actId="478"/>
          <ac:grpSpMkLst>
            <pc:docMk/>
            <pc:sldMk cId="3572652072" sldId="9807"/>
            <ac:grpSpMk id="121" creationId="{CD8E3D78-8E39-A18F-5C0D-068231823BE7}"/>
          </ac:grpSpMkLst>
        </pc:grpChg>
        <pc:grpChg chg="del">
          <ac:chgData name="Macher, Andreas (DI FA CTR PLC PPM)" userId="f1dcac62-7bef-43eb-91f0-927336a1714f" providerId="ADAL" clId="{42A619FA-2A58-4939-A31C-66F034B72B9C}" dt="2022-11-25T14:43:40.411" v="3599" actId="478"/>
          <ac:grpSpMkLst>
            <pc:docMk/>
            <pc:sldMk cId="3572652072" sldId="9807"/>
            <ac:grpSpMk id="127" creationId="{C590C4AC-61BD-FA7F-7D6D-BA181B9A0D29}"/>
          </ac:grpSpMkLst>
        </pc:grpChg>
        <pc:grpChg chg="del">
          <ac:chgData name="Macher, Andreas (DI FA CTR PLC PPM)" userId="f1dcac62-7bef-43eb-91f0-927336a1714f" providerId="ADAL" clId="{42A619FA-2A58-4939-A31C-66F034B72B9C}" dt="2022-11-25T14:43:40.411" v="3599" actId="478"/>
          <ac:grpSpMkLst>
            <pc:docMk/>
            <pc:sldMk cId="3572652072" sldId="9807"/>
            <ac:grpSpMk id="171" creationId="{0780B0E3-FF1C-E7C6-E675-E6079E4FFE7A}"/>
          </ac:grpSpMkLst>
        </pc:grpChg>
        <pc:grpChg chg="del">
          <ac:chgData name="Macher, Andreas (DI FA CTR PLC PPM)" userId="f1dcac62-7bef-43eb-91f0-927336a1714f" providerId="ADAL" clId="{42A619FA-2A58-4939-A31C-66F034B72B9C}" dt="2022-11-25T14:43:40.411" v="3599" actId="478"/>
          <ac:grpSpMkLst>
            <pc:docMk/>
            <pc:sldMk cId="3572652072" sldId="9807"/>
            <ac:grpSpMk id="184" creationId="{7E455BFA-EB26-6252-5177-B2B0CB2361E9}"/>
          </ac:grpSpMkLst>
        </pc:grpChg>
        <pc:grpChg chg="del">
          <ac:chgData name="Macher, Andreas (DI FA CTR PLC PPM)" userId="f1dcac62-7bef-43eb-91f0-927336a1714f" providerId="ADAL" clId="{42A619FA-2A58-4939-A31C-66F034B72B9C}" dt="2022-11-25T14:43:40.411" v="3599" actId="478"/>
          <ac:grpSpMkLst>
            <pc:docMk/>
            <pc:sldMk cId="3572652072" sldId="9807"/>
            <ac:grpSpMk id="218" creationId="{81C306D3-A761-F570-12DB-DEAE734DC94B}"/>
          </ac:grpSpMkLst>
        </pc:grpChg>
        <pc:picChg chg="del">
          <ac:chgData name="Macher, Andreas (DI FA CTR PLC PPM)" userId="f1dcac62-7bef-43eb-91f0-927336a1714f" providerId="ADAL" clId="{42A619FA-2A58-4939-A31C-66F034B72B9C}" dt="2022-11-25T14:43:40.411" v="3599" actId="478"/>
          <ac:picMkLst>
            <pc:docMk/>
            <pc:sldMk cId="3572652072" sldId="9807"/>
            <ac:picMk id="92" creationId="{04649D58-9C63-4DE6-B94A-8FEB0721FF4C}"/>
          </ac:picMkLst>
        </pc:picChg>
        <pc:picChg chg="del">
          <ac:chgData name="Macher, Andreas (DI FA CTR PLC PPM)" userId="f1dcac62-7bef-43eb-91f0-927336a1714f" providerId="ADAL" clId="{42A619FA-2A58-4939-A31C-66F034B72B9C}" dt="2022-11-25T14:43:40.411" v="3599" actId="478"/>
          <ac:picMkLst>
            <pc:docMk/>
            <pc:sldMk cId="3572652072" sldId="9807"/>
            <ac:picMk id="94" creationId="{9387F713-7922-E312-4296-C5DB3A1CF839}"/>
          </ac:picMkLst>
        </pc:picChg>
        <pc:picChg chg="del">
          <ac:chgData name="Macher, Andreas (DI FA CTR PLC PPM)" userId="f1dcac62-7bef-43eb-91f0-927336a1714f" providerId="ADAL" clId="{42A619FA-2A58-4939-A31C-66F034B72B9C}" dt="2022-11-25T14:43:40.411" v="3599" actId="478"/>
          <ac:picMkLst>
            <pc:docMk/>
            <pc:sldMk cId="3572652072" sldId="9807"/>
            <ac:picMk id="98" creationId="{6C03AA15-7890-65F0-6CDD-DD763B9ABD7C}"/>
          </ac:picMkLst>
        </pc:picChg>
        <pc:picChg chg="del">
          <ac:chgData name="Macher, Andreas (DI FA CTR PLC PPM)" userId="f1dcac62-7bef-43eb-91f0-927336a1714f" providerId="ADAL" clId="{42A619FA-2A58-4939-A31C-66F034B72B9C}" dt="2022-11-25T14:43:40.411" v="3599" actId="478"/>
          <ac:picMkLst>
            <pc:docMk/>
            <pc:sldMk cId="3572652072" sldId="9807"/>
            <ac:picMk id="103" creationId="{018B6749-856D-2BF2-28E7-5AE48892C776}"/>
          </ac:picMkLst>
        </pc:picChg>
        <pc:picChg chg="del">
          <ac:chgData name="Macher, Andreas (DI FA CTR PLC PPM)" userId="f1dcac62-7bef-43eb-91f0-927336a1714f" providerId="ADAL" clId="{42A619FA-2A58-4939-A31C-66F034B72B9C}" dt="2022-11-25T14:43:40.411" v="3599" actId="478"/>
          <ac:picMkLst>
            <pc:docMk/>
            <pc:sldMk cId="3572652072" sldId="9807"/>
            <ac:picMk id="194" creationId="{E1494288-B236-231D-F5E0-B0A236147268}"/>
          </ac:picMkLst>
        </pc:picChg>
        <pc:picChg chg="del">
          <ac:chgData name="Macher, Andreas (DI FA CTR PLC PPM)" userId="f1dcac62-7bef-43eb-91f0-927336a1714f" providerId="ADAL" clId="{42A619FA-2A58-4939-A31C-66F034B72B9C}" dt="2022-11-25T14:43:40.411" v="3599" actId="478"/>
          <ac:picMkLst>
            <pc:docMk/>
            <pc:sldMk cId="3572652072" sldId="9807"/>
            <ac:picMk id="195" creationId="{84301769-7961-5333-EFD6-31049AFD0A4C}"/>
          </ac:picMkLst>
        </pc:picChg>
        <pc:picChg chg="del">
          <ac:chgData name="Macher, Andreas (DI FA CTR PLC PPM)" userId="f1dcac62-7bef-43eb-91f0-927336a1714f" providerId="ADAL" clId="{42A619FA-2A58-4939-A31C-66F034B72B9C}" dt="2022-11-25T14:43:40.411" v="3599" actId="478"/>
          <ac:picMkLst>
            <pc:docMk/>
            <pc:sldMk cId="3572652072" sldId="9807"/>
            <ac:picMk id="197" creationId="{2A9ECE62-B542-07B5-3879-A11C8AAF6692}"/>
          </ac:picMkLst>
        </pc:picChg>
        <pc:picChg chg="del">
          <ac:chgData name="Macher, Andreas (DI FA CTR PLC PPM)" userId="f1dcac62-7bef-43eb-91f0-927336a1714f" providerId="ADAL" clId="{42A619FA-2A58-4939-A31C-66F034B72B9C}" dt="2022-11-25T14:43:40.411" v="3599" actId="478"/>
          <ac:picMkLst>
            <pc:docMk/>
            <pc:sldMk cId="3572652072" sldId="9807"/>
            <ac:picMk id="202" creationId="{2F867F0F-AB76-D788-EE2D-C1351214ED20}"/>
          </ac:picMkLst>
        </pc:picChg>
        <pc:picChg chg="del">
          <ac:chgData name="Macher, Andreas (DI FA CTR PLC PPM)" userId="f1dcac62-7bef-43eb-91f0-927336a1714f" providerId="ADAL" clId="{42A619FA-2A58-4939-A31C-66F034B72B9C}" dt="2022-11-25T14:43:40.411" v="3599" actId="478"/>
          <ac:picMkLst>
            <pc:docMk/>
            <pc:sldMk cId="3572652072" sldId="9807"/>
            <ac:picMk id="209" creationId="{B67B22D4-1AEA-F781-FFA2-D308AF0764E7}"/>
          </ac:picMkLst>
        </pc:picChg>
        <pc:picChg chg="del">
          <ac:chgData name="Macher, Andreas (DI FA CTR PLC PPM)" userId="f1dcac62-7bef-43eb-91f0-927336a1714f" providerId="ADAL" clId="{42A619FA-2A58-4939-A31C-66F034B72B9C}" dt="2022-11-25T14:43:40.411" v="3599" actId="478"/>
          <ac:picMkLst>
            <pc:docMk/>
            <pc:sldMk cId="3572652072" sldId="9807"/>
            <ac:picMk id="210" creationId="{18AE076C-7759-A510-231F-B956A3FEE5BE}"/>
          </ac:picMkLst>
        </pc:picChg>
        <pc:cxnChg chg="del">
          <ac:chgData name="Macher, Andreas (DI FA CTR PLC PPM)" userId="f1dcac62-7bef-43eb-91f0-927336a1714f" providerId="ADAL" clId="{42A619FA-2A58-4939-A31C-66F034B72B9C}" dt="2022-11-25T14:43:40.411" v="3599" actId="478"/>
          <ac:cxnSpMkLst>
            <pc:docMk/>
            <pc:sldMk cId="3572652072" sldId="9807"/>
            <ac:cxnSpMk id="51" creationId="{422B4108-2081-6661-EA31-8B161912CE8A}"/>
          </ac:cxnSpMkLst>
        </pc:cxnChg>
        <pc:cxnChg chg="del">
          <ac:chgData name="Macher, Andreas (DI FA CTR PLC PPM)" userId="f1dcac62-7bef-43eb-91f0-927336a1714f" providerId="ADAL" clId="{42A619FA-2A58-4939-A31C-66F034B72B9C}" dt="2022-11-25T14:43:40.411" v="3599" actId="478"/>
          <ac:cxnSpMkLst>
            <pc:docMk/>
            <pc:sldMk cId="3572652072" sldId="9807"/>
            <ac:cxnSpMk id="107" creationId="{1504D008-CB52-E16D-3693-7DCA374A013C}"/>
          </ac:cxnSpMkLst>
        </pc:cxnChg>
        <pc:cxnChg chg="del">
          <ac:chgData name="Macher, Andreas (DI FA CTR PLC PPM)" userId="f1dcac62-7bef-43eb-91f0-927336a1714f" providerId="ADAL" clId="{42A619FA-2A58-4939-A31C-66F034B72B9C}" dt="2022-11-25T14:43:40.411" v="3599" actId="478"/>
          <ac:cxnSpMkLst>
            <pc:docMk/>
            <pc:sldMk cId="3572652072" sldId="9807"/>
            <ac:cxnSpMk id="108" creationId="{DFB8067D-C043-27FD-5F4C-BD36AAEB6649}"/>
          </ac:cxnSpMkLst>
        </pc:cxnChg>
        <pc:cxnChg chg="del">
          <ac:chgData name="Macher, Andreas (DI FA CTR PLC PPM)" userId="f1dcac62-7bef-43eb-91f0-927336a1714f" providerId="ADAL" clId="{42A619FA-2A58-4939-A31C-66F034B72B9C}" dt="2022-11-25T14:43:40.411" v="3599" actId="478"/>
          <ac:cxnSpMkLst>
            <pc:docMk/>
            <pc:sldMk cId="3572652072" sldId="9807"/>
            <ac:cxnSpMk id="112" creationId="{AC6ACDE9-F620-CD93-586C-4D1B37ED547B}"/>
          </ac:cxnSpMkLst>
        </pc:cxnChg>
        <pc:cxnChg chg="del">
          <ac:chgData name="Macher, Andreas (DI FA CTR PLC PPM)" userId="f1dcac62-7bef-43eb-91f0-927336a1714f" providerId="ADAL" clId="{42A619FA-2A58-4939-A31C-66F034B72B9C}" dt="2022-11-25T14:43:40.411" v="3599" actId="478"/>
          <ac:cxnSpMkLst>
            <pc:docMk/>
            <pc:sldMk cId="3572652072" sldId="9807"/>
            <ac:cxnSpMk id="120" creationId="{216BFB6F-B6BF-FF29-F195-B8C117A9CE06}"/>
          </ac:cxnSpMkLst>
        </pc:cxnChg>
        <pc:cxnChg chg="del">
          <ac:chgData name="Macher, Andreas (DI FA CTR PLC PPM)" userId="f1dcac62-7bef-43eb-91f0-927336a1714f" providerId="ADAL" clId="{42A619FA-2A58-4939-A31C-66F034B72B9C}" dt="2022-11-25T14:43:40.411" v="3599" actId="478"/>
          <ac:cxnSpMkLst>
            <pc:docMk/>
            <pc:sldMk cId="3572652072" sldId="9807"/>
            <ac:cxnSpMk id="135" creationId="{508BF396-0225-1EF0-77DD-2D8270C6CCA0}"/>
          </ac:cxnSpMkLst>
        </pc:cxnChg>
        <pc:cxnChg chg="del">
          <ac:chgData name="Macher, Andreas (DI FA CTR PLC PPM)" userId="f1dcac62-7bef-43eb-91f0-927336a1714f" providerId="ADAL" clId="{42A619FA-2A58-4939-A31C-66F034B72B9C}" dt="2022-11-25T14:43:40.411" v="3599" actId="478"/>
          <ac:cxnSpMkLst>
            <pc:docMk/>
            <pc:sldMk cId="3572652072" sldId="9807"/>
            <ac:cxnSpMk id="138" creationId="{46F18DFD-A2AC-189F-EEE0-0AB3B5BE09DF}"/>
          </ac:cxnSpMkLst>
        </pc:cxnChg>
        <pc:cxnChg chg="del">
          <ac:chgData name="Macher, Andreas (DI FA CTR PLC PPM)" userId="f1dcac62-7bef-43eb-91f0-927336a1714f" providerId="ADAL" clId="{42A619FA-2A58-4939-A31C-66F034B72B9C}" dt="2022-11-25T14:43:40.411" v="3599" actId="478"/>
          <ac:cxnSpMkLst>
            <pc:docMk/>
            <pc:sldMk cId="3572652072" sldId="9807"/>
            <ac:cxnSpMk id="145" creationId="{03FDDC2A-9DBC-36A3-6625-B699BD265C3A}"/>
          </ac:cxnSpMkLst>
        </pc:cxnChg>
        <pc:cxnChg chg="del">
          <ac:chgData name="Macher, Andreas (DI FA CTR PLC PPM)" userId="f1dcac62-7bef-43eb-91f0-927336a1714f" providerId="ADAL" clId="{42A619FA-2A58-4939-A31C-66F034B72B9C}" dt="2022-11-25T14:43:40.411" v="3599" actId="478"/>
          <ac:cxnSpMkLst>
            <pc:docMk/>
            <pc:sldMk cId="3572652072" sldId="9807"/>
            <ac:cxnSpMk id="179" creationId="{8B13D0C0-77C9-4A9C-0B6E-2B02FC765DEC}"/>
          </ac:cxnSpMkLst>
        </pc:cxnChg>
        <pc:cxnChg chg="del">
          <ac:chgData name="Macher, Andreas (DI FA CTR PLC PPM)" userId="f1dcac62-7bef-43eb-91f0-927336a1714f" providerId="ADAL" clId="{42A619FA-2A58-4939-A31C-66F034B72B9C}" dt="2022-11-25T14:43:40.411" v="3599" actId="478"/>
          <ac:cxnSpMkLst>
            <pc:docMk/>
            <pc:sldMk cId="3572652072" sldId="9807"/>
            <ac:cxnSpMk id="182" creationId="{D1127672-DF53-BE5A-5B62-FD5D7E39E917}"/>
          </ac:cxnSpMkLst>
        </pc:cxnChg>
        <pc:cxnChg chg="del">
          <ac:chgData name="Macher, Andreas (DI FA CTR PLC PPM)" userId="f1dcac62-7bef-43eb-91f0-927336a1714f" providerId="ADAL" clId="{42A619FA-2A58-4939-A31C-66F034B72B9C}" dt="2022-11-25T14:43:40.411" v="3599" actId="478"/>
          <ac:cxnSpMkLst>
            <pc:docMk/>
            <pc:sldMk cId="3572652072" sldId="9807"/>
            <ac:cxnSpMk id="206" creationId="{CA2E89B5-9B4D-36DE-89CE-901A3BD3957B}"/>
          </ac:cxnSpMkLst>
        </pc:cxnChg>
        <pc:cxnChg chg="del">
          <ac:chgData name="Macher, Andreas (DI FA CTR PLC PPM)" userId="f1dcac62-7bef-43eb-91f0-927336a1714f" providerId="ADAL" clId="{42A619FA-2A58-4939-A31C-66F034B72B9C}" dt="2022-11-25T14:43:40.411" v="3599" actId="478"/>
          <ac:cxnSpMkLst>
            <pc:docMk/>
            <pc:sldMk cId="3572652072" sldId="9807"/>
            <ac:cxnSpMk id="207" creationId="{BE041348-7FB6-B450-285E-44E39169D20B}"/>
          </ac:cxnSpMkLst>
        </pc:cxnChg>
        <pc:cxnChg chg="del">
          <ac:chgData name="Macher, Andreas (DI FA CTR PLC PPM)" userId="f1dcac62-7bef-43eb-91f0-927336a1714f" providerId="ADAL" clId="{42A619FA-2A58-4939-A31C-66F034B72B9C}" dt="2022-11-25T14:43:40.411" v="3599" actId="478"/>
          <ac:cxnSpMkLst>
            <pc:docMk/>
            <pc:sldMk cId="3572652072" sldId="9807"/>
            <ac:cxnSpMk id="212" creationId="{E3B53847-B6E7-758D-5E76-120FF1F50946}"/>
          </ac:cxnSpMkLst>
        </pc:cxnChg>
        <pc:cxnChg chg="del">
          <ac:chgData name="Macher, Andreas (DI FA CTR PLC PPM)" userId="f1dcac62-7bef-43eb-91f0-927336a1714f" providerId="ADAL" clId="{42A619FA-2A58-4939-A31C-66F034B72B9C}" dt="2022-11-25T14:43:40.411" v="3599" actId="478"/>
          <ac:cxnSpMkLst>
            <pc:docMk/>
            <pc:sldMk cId="3572652072" sldId="9807"/>
            <ac:cxnSpMk id="214" creationId="{1E75A2D1-2E3F-AB49-841E-B39ADF774C80}"/>
          </ac:cxnSpMkLst>
        </pc:cxnChg>
        <pc:cxnChg chg="del">
          <ac:chgData name="Macher, Andreas (DI FA CTR PLC PPM)" userId="f1dcac62-7bef-43eb-91f0-927336a1714f" providerId="ADAL" clId="{42A619FA-2A58-4939-A31C-66F034B72B9C}" dt="2022-11-25T14:43:40.411" v="3599" actId="478"/>
          <ac:cxnSpMkLst>
            <pc:docMk/>
            <pc:sldMk cId="3572652072" sldId="9807"/>
            <ac:cxnSpMk id="215" creationId="{D14CF832-AB84-391E-A779-5BA1D0913042}"/>
          </ac:cxnSpMkLst>
        </pc:cxnChg>
        <pc:cxnChg chg="del">
          <ac:chgData name="Macher, Andreas (DI FA CTR PLC PPM)" userId="f1dcac62-7bef-43eb-91f0-927336a1714f" providerId="ADAL" clId="{42A619FA-2A58-4939-A31C-66F034B72B9C}" dt="2022-11-25T14:43:40.411" v="3599" actId="478"/>
          <ac:cxnSpMkLst>
            <pc:docMk/>
            <pc:sldMk cId="3572652072" sldId="9807"/>
            <ac:cxnSpMk id="217" creationId="{DE20A783-4577-E342-FABF-B279EAAD5FFE}"/>
          </ac:cxnSpMkLst>
        </pc:cxnChg>
      </pc:sldChg>
      <pc:sldChg chg="addSp delSp modSp new mod">
        <pc:chgData name="Macher, Andreas (DI FA CTR PLC PPM)" userId="f1dcac62-7bef-43eb-91f0-927336a1714f" providerId="ADAL" clId="{42A619FA-2A58-4939-A31C-66F034B72B9C}" dt="2022-11-25T17:43:56.265" v="7286"/>
        <pc:sldMkLst>
          <pc:docMk/>
          <pc:sldMk cId="585790036" sldId="9808"/>
        </pc:sldMkLst>
        <pc:spChg chg="add del mod">
          <ac:chgData name="Macher, Andreas (DI FA CTR PLC PPM)" userId="f1dcac62-7bef-43eb-91f0-927336a1714f" providerId="ADAL" clId="{42A619FA-2A58-4939-A31C-66F034B72B9C}" dt="2022-11-25T15:54:11.972" v="4682" actId="20577"/>
          <ac:spMkLst>
            <pc:docMk/>
            <pc:sldMk cId="585790036" sldId="9808"/>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585790036" sldId="9808"/>
            <ac:spMk id="3" creationId="{464FF754-0FEE-3BDB-6F33-8A0964399AD5}"/>
          </ac:spMkLst>
        </pc:spChg>
        <pc:spChg chg="add del mod">
          <ac:chgData name="Macher, Andreas (DI FA CTR PLC PPM)" userId="f1dcac62-7bef-43eb-91f0-927336a1714f" providerId="ADAL" clId="{42A619FA-2A58-4939-A31C-66F034B72B9C}" dt="2022-11-25T15:23:55.767" v="3832" actId="11529"/>
          <ac:spMkLst>
            <pc:docMk/>
            <pc:sldMk cId="585790036" sldId="9808"/>
            <ac:spMk id="9" creationId="{8D795E6D-0B8C-39A9-A31E-3A50BF1409A0}"/>
          </ac:spMkLst>
        </pc:spChg>
        <pc:spChg chg="add del mod">
          <ac:chgData name="Macher, Andreas (DI FA CTR PLC PPM)" userId="f1dcac62-7bef-43eb-91f0-927336a1714f" providerId="ADAL" clId="{42A619FA-2A58-4939-A31C-66F034B72B9C}" dt="2022-11-25T15:26:39.868" v="3881" actId="478"/>
          <ac:spMkLst>
            <pc:docMk/>
            <pc:sldMk cId="585790036" sldId="9808"/>
            <ac:spMk id="11" creationId="{1AAF87FD-37EC-3725-B81E-3EFD44FDB9E2}"/>
          </ac:spMkLst>
        </pc:spChg>
        <pc:spChg chg="add mod ord">
          <ac:chgData name="Macher, Andreas (DI FA CTR PLC PPM)" userId="f1dcac62-7bef-43eb-91f0-927336a1714f" providerId="ADAL" clId="{42A619FA-2A58-4939-A31C-66F034B72B9C}" dt="2022-11-25T16:46:51.158" v="5310" actId="1038"/>
          <ac:spMkLst>
            <pc:docMk/>
            <pc:sldMk cId="585790036" sldId="9808"/>
            <ac:spMk id="21" creationId="{71594A9E-D366-4E24-2A91-6E97770A23EF}"/>
          </ac:spMkLst>
        </pc:spChg>
        <pc:spChg chg="add mod ord">
          <ac:chgData name="Macher, Andreas (DI FA CTR PLC PPM)" userId="f1dcac62-7bef-43eb-91f0-927336a1714f" providerId="ADAL" clId="{42A619FA-2A58-4939-A31C-66F034B72B9C}" dt="2022-11-25T16:46:51.158" v="5310" actId="1038"/>
          <ac:spMkLst>
            <pc:docMk/>
            <pc:sldMk cId="585790036" sldId="9808"/>
            <ac:spMk id="27" creationId="{4F0F7FAC-C60C-3D50-46F0-17A5E5E6EBB4}"/>
          </ac:spMkLst>
        </pc:spChg>
        <pc:spChg chg="add mod">
          <ac:chgData name="Macher, Andreas (DI FA CTR PLC PPM)" userId="f1dcac62-7bef-43eb-91f0-927336a1714f" providerId="ADAL" clId="{42A619FA-2A58-4939-A31C-66F034B72B9C}" dt="2022-11-25T16:46:51.158" v="5310" actId="1038"/>
          <ac:spMkLst>
            <pc:docMk/>
            <pc:sldMk cId="585790036" sldId="9808"/>
            <ac:spMk id="28" creationId="{63E53BDC-426A-55B2-05A6-5268A99C1043}"/>
          </ac:spMkLst>
        </pc:spChg>
        <pc:spChg chg="add mod">
          <ac:chgData name="Macher, Andreas (DI FA CTR PLC PPM)" userId="f1dcac62-7bef-43eb-91f0-927336a1714f" providerId="ADAL" clId="{42A619FA-2A58-4939-A31C-66F034B72B9C}" dt="2022-11-25T16:46:51.158" v="5310" actId="1038"/>
          <ac:spMkLst>
            <pc:docMk/>
            <pc:sldMk cId="585790036" sldId="9808"/>
            <ac:spMk id="29" creationId="{51509B96-7D24-4D66-D71B-117887B9B33E}"/>
          </ac:spMkLst>
        </pc:spChg>
        <pc:spChg chg="add mod">
          <ac:chgData name="Macher, Andreas (DI FA CTR PLC PPM)" userId="f1dcac62-7bef-43eb-91f0-927336a1714f" providerId="ADAL" clId="{42A619FA-2A58-4939-A31C-66F034B72B9C}" dt="2022-11-25T16:46:51.158" v="5310" actId="1038"/>
          <ac:spMkLst>
            <pc:docMk/>
            <pc:sldMk cId="585790036" sldId="9808"/>
            <ac:spMk id="30" creationId="{6EE0C415-FA5D-CEA7-4B06-F94B7ABD87D5}"/>
          </ac:spMkLst>
        </pc:spChg>
        <pc:spChg chg="add mod">
          <ac:chgData name="Macher, Andreas (DI FA CTR PLC PPM)" userId="f1dcac62-7bef-43eb-91f0-927336a1714f" providerId="ADAL" clId="{42A619FA-2A58-4939-A31C-66F034B72B9C}" dt="2022-11-25T16:46:51.158" v="5310" actId="1038"/>
          <ac:spMkLst>
            <pc:docMk/>
            <pc:sldMk cId="585790036" sldId="9808"/>
            <ac:spMk id="31" creationId="{C8B119BA-2149-DD72-3835-D216D0B35AA9}"/>
          </ac:spMkLst>
        </pc:spChg>
        <pc:spChg chg="add mod">
          <ac:chgData name="Macher, Andreas (DI FA CTR PLC PPM)" userId="f1dcac62-7bef-43eb-91f0-927336a1714f" providerId="ADAL" clId="{42A619FA-2A58-4939-A31C-66F034B72B9C}" dt="2022-11-25T16:46:51.158" v="5310" actId="1038"/>
          <ac:spMkLst>
            <pc:docMk/>
            <pc:sldMk cId="585790036" sldId="9808"/>
            <ac:spMk id="32" creationId="{424BB2A0-1891-7FE7-2D9F-A1B9BB662D01}"/>
          </ac:spMkLst>
        </pc:spChg>
        <pc:spChg chg="add mod">
          <ac:chgData name="Macher, Andreas (DI FA CTR PLC PPM)" userId="f1dcac62-7bef-43eb-91f0-927336a1714f" providerId="ADAL" clId="{42A619FA-2A58-4939-A31C-66F034B72B9C}" dt="2022-11-25T15:34:42.940" v="4028" actId="1076"/>
          <ac:spMkLst>
            <pc:docMk/>
            <pc:sldMk cId="585790036" sldId="9808"/>
            <ac:spMk id="40" creationId="{AB30348E-EF23-F974-089C-37F8D1D421C4}"/>
          </ac:spMkLst>
        </pc:spChg>
        <pc:spChg chg="add mod">
          <ac:chgData name="Macher, Andreas (DI FA CTR PLC PPM)" userId="f1dcac62-7bef-43eb-91f0-927336a1714f" providerId="ADAL" clId="{42A619FA-2A58-4939-A31C-66F034B72B9C}" dt="2022-11-25T15:34:57.638" v="4039" actId="20577"/>
          <ac:spMkLst>
            <pc:docMk/>
            <pc:sldMk cId="585790036" sldId="9808"/>
            <ac:spMk id="43" creationId="{17BA86CE-77B4-3286-250F-EE1FA0029378}"/>
          </ac:spMkLst>
        </pc:spChg>
        <pc:spChg chg="add mod">
          <ac:chgData name="Macher, Andreas (DI FA CTR PLC PPM)" userId="f1dcac62-7bef-43eb-91f0-927336a1714f" providerId="ADAL" clId="{42A619FA-2A58-4939-A31C-66F034B72B9C}" dt="2022-11-25T16:48:45.494" v="5376" actId="14100"/>
          <ac:spMkLst>
            <pc:docMk/>
            <pc:sldMk cId="585790036" sldId="9808"/>
            <ac:spMk id="44" creationId="{414CF385-136E-AD32-FE2A-7115E4D7CE4F}"/>
          </ac:spMkLst>
        </pc:spChg>
        <pc:spChg chg="add mod">
          <ac:chgData name="Macher, Andreas (DI FA CTR PLC PPM)" userId="f1dcac62-7bef-43eb-91f0-927336a1714f" providerId="ADAL" clId="{42A619FA-2A58-4939-A31C-66F034B72B9C}" dt="2022-11-25T16:46:51.158" v="5310" actId="1038"/>
          <ac:spMkLst>
            <pc:docMk/>
            <pc:sldMk cId="585790036" sldId="9808"/>
            <ac:spMk id="45" creationId="{CEE48F01-BB8A-96EE-5EB0-58AF8B36BDC5}"/>
          </ac:spMkLst>
        </pc:spChg>
        <pc:spChg chg="add del mod">
          <ac:chgData name="Macher, Andreas (DI FA CTR PLC PPM)" userId="f1dcac62-7bef-43eb-91f0-927336a1714f" providerId="ADAL" clId="{42A619FA-2A58-4939-A31C-66F034B72B9C}" dt="2022-11-25T15:39:47.363" v="4174" actId="478"/>
          <ac:spMkLst>
            <pc:docMk/>
            <pc:sldMk cId="585790036" sldId="9808"/>
            <ac:spMk id="46" creationId="{5EBE8E35-A0A4-6E3E-1623-53E3E4143ECA}"/>
          </ac:spMkLst>
        </pc:spChg>
        <pc:spChg chg="add mod">
          <ac:chgData name="Macher, Andreas (DI FA CTR PLC PPM)" userId="f1dcac62-7bef-43eb-91f0-927336a1714f" providerId="ADAL" clId="{42A619FA-2A58-4939-A31C-66F034B72B9C}" dt="2022-11-25T16:46:51.158" v="5310" actId="1038"/>
          <ac:spMkLst>
            <pc:docMk/>
            <pc:sldMk cId="585790036" sldId="9808"/>
            <ac:spMk id="50" creationId="{36FD3C6B-C371-A331-2A6C-6E10D0091E53}"/>
          </ac:spMkLst>
        </pc:spChg>
        <pc:spChg chg="add mod">
          <ac:chgData name="Macher, Andreas (DI FA CTR PLC PPM)" userId="f1dcac62-7bef-43eb-91f0-927336a1714f" providerId="ADAL" clId="{42A619FA-2A58-4939-A31C-66F034B72B9C}" dt="2022-11-25T16:48:48.568" v="5377" actId="14100"/>
          <ac:spMkLst>
            <pc:docMk/>
            <pc:sldMk cId="585790036" sldId="9808"/>
            <ac:spMk id="51" creationId="{195B4878-925A-5719-E95D-5F1DD49B759F}"/>
          </ac:spMkLst>
        </pc:spChg>
        <pc:spChg chg="add mod">
          <ac:chgData name="Macher, Andreas (DI FA CTR PLC PPM)" userId="f1dcac62-7bef-43eb-91f0-927336a1714f" providerId="ADAL" clId="{42A619FA-2A58-4939-A31C-66F034B72B9C}" dt="2022-11-25T15:53:30.005" v="4658"/>
          <ac:spMkLst>
            <pc:docMk/>
            <pc:sldMk cId="585790036" sldId="9808"/>
            <ac:spMk id="52" creationId="{2173E257-B8E9-7A45-E66E-464CB380F5E7}"/>
          </ac:spMkLst>
        </pc:spChg>
        <pc:spChg chg="add mod">
          <ac:chgData name="Macher, Andreas (DI FA CTR PLC PPM)" userId="f1dcac62-7bef-43eb-91f0-927336a1714f" providerId="ADAL" clId="{42A619FA-2A58-4939-A31C-66F034B72B9C}" dt="2022-11-25T16:58:05.285" v="5514"/>
          <ac:spMkLst>
            <pc:docMk/>
            <pc:sldMk cId="585790036" sldId="9808"/>
            <ac:spMk id="55" creationId="{19028842-F7AA-E73B-6255-BE0392A84787}"/>
          </ac:spMkLst>
        </pc:spChg>
        <pc:picChg chg="add del mod">
          <ac:chgData name="Macher, Andreas (DI FA CTR PLC PPM)" userId="f1dcac62-7bef-43eb-91f0-927336a1714f" providerId="ADAL" clId="{42A619FA-2A58-4939-A31C-66F034B72B9C}" dt="2022-11-25T15:21:13.931" v="3812" actId="478"/>
          <ac:picMkLst>
            <pc:docMk/>
            <pc:sldMk cId="585790036" sldId="9808"/>
            <ac:picMk id="4" creationId="{F75C7F64-968A-8929-4062-F7EE2B1A18CE}"/>
          </ac:picMkLst>
        </pc:picChg>
        <pc:picChg chg="add del mod">
          <ac:chgData name="Macher, Andreas (DI FA CTR PLC PPM)" userId="f1dcac62-7bef-43eb-91f0-927336a1714f" providerId="ADAL" clId="{42A619FA-2A58-4939-A31C-66F034B72B9C}" dt="2022-11-25T15:21:13.931" v="3812" actId="478"/>
          <ac:picMkLst>
            <pc:docMk/>
            <pc:sldMk cId="585790036" sldId="9808"/>
            <ac:picMk id="5" creationId="{C0243FB0-AD49-CCCA-AFE1-0D32A698AEF8}"/>
          </ac:picMkLst>
        </pc:picChg>
        <pc:picChg chg="add del mod">
          <ac:chgData name="Macher, Andreas (DI FA CTR PLC PPM)" userId="f1dcac62-7bef-43eb-91f0-927336a1714f" providerId="ADAL" clId="{42A619FA-2A58-4939-A31C-66F034B72B9C}" dt="2022-11-25T15:21:48.338" v="3814" actId="478"/>
          <ac:picMkLst>
            <pc:docMk/>
            <pc:sldMk cId="585790036" sldId="9808"/>
            <ac:picMk id="6" creationId="{568D1ED9-4FBA-2242-BD74-C933C992B134}"/>
          </ac:picMkLst>
        </pc:picChg>
        <pc:picChg chg="add del mod">
          <ac:chgData name="Macher, Andreas (DI FA CTR PLC PPM)" userId="f1dcac62-7bef-43eb-91f0-927336a1714f" providerId="ADAL" clId="{42A619FA-2A58-4939-A31C-66F034B72B9C}" dt="2022-11-25T15:21:48.338" v="3814" actId="478"/>
          <ac:picMkLst>
            <pc:docMk/>
            <pc:sldMk cId="585790036" sldId="9808"/>
            <ac:picMk id="7" creationId="{126DFBC2-22F2-E464-1598-1492D36617DD}"/>
          </ac:picMkLst>
        </pc:picChg>
        <pc:picChg chg="add del mod">
          <ac:chgData name="Macher, Andreas (DI FA CTR PLC PPM)" userId="f1dcac62-7bef-43eb-91f0-927336a1714f" providerId="ADAL" clId="{42A619FA-2A58-4939-A31C-66F034B72B9C}" dt="2022-11-25T15:23:59.442" v="3837" actId="478"/>
          <ac:picMkLst>
            <pc:docMk/>
            <pc:sldMk cId="585790036" sldId="9808"/>
            <ac:picMk id="8" creationId="{B0ACF222-3CD1-FC5F-2C0B-5DCA2B98C3BD}"/>
          </ac:picMkLst>
        </pc:picChg>
        <pc:picChg chg="add del mod">
          <ac:chgData name="Macher, Andreas (DI FA CTR PLC PPM)" userId="f1dcac62-7bef-43eb-91f0-927336a1714f" providerId="ADAL" clId="{42A619FA-2A58-4939-A31C-66F034B72B9C}" dt="2022-11-25T15:26:37.229" v="3880" actId="478"/>
          <ac:picMkLst>
            <pc:docMk/>
            <pc:sldMk cId="585790036" sldId="9808"/>
            <ac:picMk id="10" creationId="{6455D75F-C064-F127-93BC-2B60F07BFF54}"/>
          </ac:picMkLst>
        </pc:picChg>
        <pc:picChg chg="add del mod">
          <ac:chgData name="Macher, Andreas (DI FA CTR PLC PPM)" userId="f1dcac62-7bef-43eb-91f0-927336a1714f" providerId="ADAL" clId="{42A619FA-2A58-4939-A31C-66F034B72B9C}" dt="2022-11-25T16:46:51.158" v="5310" actId="1038"/>
          <ac:picMkLst>
            <pc:docMk/>
            <pc:sldMk cId="585790036" sldId="9808"/>
            <ac:picMk id="13" creationId="{F74D7DBB-0465-D72D-A840-A995DDC907F5}"/>
          </ac:picMkLst>
        </pc:picChg>
        <pc:picChg chg="add del mod">
          <ac:chgData name="Macher, Andreas (DI FA CTR PLC PPM)" userId="f1dcac62-7bef-43eb-91f0-927336a1714f" providerId="ADAL" clId="{42A619FA-2A58-4939-A31C-66F034B72B9C}" dt="2022-11-25T15:26:12.743" v="3863"/>
          <ac:picMkLst>
            <pc:docMk/>
            <pc:sldMk cId="585790036" sldId="9808"/>
            <ac:picMk id="14" creationId="{F624975C-68D7-59AB-6486-2529A147465D}"/>
          </ac:picMkLst>
        </pc:picChg>
        <pc:picChg chg="add del mod">
          <ac:chgData name="Macher, Andreas (DI FA CTR PLC PPM)" userId="f1dcac62-7bef-43eb-91f0-927336a1714f" providerId="ADAL" clId="{42A619FA-2A58-4939-A31C-66F034B72B9C}" dt="2022-11-25T15:26:04.596" v="3859"/>
          <ac:picMkLst>
            <pc:docMk/>
            <pc:sldMk cId="585790036" sldId="9808"/>
            <ac:picMk id="15" creationId="{39E5FEA8-C6C1-CBDC-2FFC-6F2F16B6B921}"/>
          </ac:picMkLst>
        </pc:picChg>
        <pc:picChg chg="add del mod">
          <ac:chgData name="Macher, Andreas (DI FA CTR PLC PPM)" userId="f1dcac62-7bef-43eb-91f0-927336a1714f" providerId="ADAL" clId="{42A619FA-2A58-4939-A31C-66F034B72B9C}" dt="2022-11-25T15:26:22.413" v="3865"/>
          <ac:picMkLst>
            <pc:docMk/>
            <pc:sldMk cId="585790036" sldId="9808"/>
            <ac:picMk id="16" creationId="{55FB1ADF-27D1-62C4-6460-421D4D3E9E82}"/>
          </ac:picMkLst>
        </pc:picChg>
        <pc:picChg chg="add del mod">
          <ac:chgData name="Macher, Andreas (DI FA CTR PLC PPM)" userId="f1dcac62-7bef-43eb-91f0-927336a1714f" providerId="ADAL" clId="{42A619FA-2A58-4939-A31C-66F034B72B9C}" dt="2022-11-25T15:27:28.929" v="3890" actId="478"/>
          <ac:picMkLst>
            <pc:docMk/>
            <pc:sldMk cId="585790036" sldId="9808"/>
            <ac:picMk id="18" creationId="{9EA91AEC-CD61-4C78-6767-46C84528976A}"/>
          </ac:picMkLst>
        </pc:picChg>
        <pc:picChg chg="add del mod">
          <ac:chgData name="Macher, Andreas (DI FA CTR PLC PPM)" userId="f1dcac62-7bef-43eb-91f0-927336a1714f" providerId="ADAL" clId="{42A619FA-2A58-4939-A31C-66F034B72B9C}" dt="2022-11-25T15:29:35.255" v="3906" actId="478"/>
          <ac:picMkLst>
            <pc:docMk/>
            <pc:sldMk cId="585790036" sldId="9808"/>
            <ac:picMk id="20" creationId="{9EF0043F-64C9-DA0A-6C87-A7EF7B71AEA0}"/>
          </ac:picMkLst>
        </pc:picChg>
        <pc:picChg chg="add del mod">
          <ac:chgData name="Macher, Andreas (DI FA CTR PLC PPM)" userId="f1dcac62-7bef-43eb-91f0-927336a1714f" providerId="ADAL" clId="{42A619FA-2A58-4939-A31C-66F034B72B9C}" dt="2022-11-25T15:28:43.986" v="3902" actId="478"/>
          <ac:picMkLst>
            <pc:docMk/>
            <pc:sldMk cId="585790036" sldId="9808"/>
            <ac:picMk id="23" creationId="{AAAF8DD0-CF58-8930-EA01-354B6B1533D0}"/>
          </ac:picMkLst>
        </pc:picChg>
        <pc:picChg chg="add mod">
          <ac:chgData name="Macher, Andreas (DI FA CTR PLC PPM)" userId="f1dcac62-7bef-43eb-91f0-927336a1714f" providerId="ADAL" clId="{42A619FA-2A58-4939-A31C-66F034B72B9C}" dt="2022-11-25T16:46:51.158" v="5310" actId="1038"/>
          <ac:picMkLst>
            <pc:docMk/>
            <pc:sldMk cId="585790036" sldId="9808"/>
            <ac:picMk id="25" creationId="{48C8702E-31F5-53EF-1CE2-485F005B874A}"/>
          </ac:picMkLst>
        </pc:picChg>
        <pc:picChg chg="add mod">
          <ac:chgData name="Macher, Andreas (DI FA CTR PLC PPM)" userId="f1dcac62-7bef-43eb-91f0-927336a1714f" providerId="ADAL" clId="{42A619FA-2A58-4939-A31C-66F034B72B9C}" dt="2022-11-25T16:46:51.158" v="5310" actId="1038"/>
          <ac:picMkLst>
            <pc:docMk/>
            <pc:sldMk cId="585790036" sldId="9808"/>
            <ac:picMk id="26" creationId="{05D5673A-BA8D-E839-F9B7-AE9649AAB6B8}"/>
          </ac:picMkLst>
        </pc:picChg>
        <pc:cxnChg chg="add mod">
          <ac:chgData name="Macher, Andreas (DI FA CTR PLC PPM)" userId="f1dcac62-7bef-43eb-91f0-927336a1714f" providerId="ADAL" clId="{42A619FA-2A58-4939-A31C-66F034B72B9C}" dt="2022-11-25T16:46:51.158" v="5310" actId="1038"/>
          <ac:cxnSpMkLst>
            <pc:docMk/>
            <pc:sldMk cId="585790036" sldId="9808"/>
            <ac:cxnSpMk id="34" creationId="{06F55EBF-CB79-0635-FD10-3E1CA13ED53E}"/>
          </ac:cxnSpMkLst>
        </pc:cxnChg>
        <pc:cxnChg chg="add mod">
          <ac:chgData name="Macher, Andreas (DI FA CTR PLC PPM)" userId="f1dcac62-7bef-43eb-91f0-927336a1714f" providerId="ADAL" clId="{42A619FA-2A58-4939-A31C-66F034B72B9C}" dt="2022-11-25T16:46:51.158" v="5310" actId="1038"/>
          <ac:cxnSpMkLst>
            <pc:docMk/>
            <pc:sldMk cId="585790036" sldId="9808"/>
            <ac:cxnSpMk id="35" creationId="{1BA3971E-30E9-3629-45BC-AEA106624B5F}"/>
          </ac:cxnSpMkLst>
        </pc:cxnChg>
        <pc:cxnChg chg="add mod">
          <ac:chgData name="Macher, Andreas (DI FA CTR PLC PPM)" userId="f1dcac62-7bef-43eb-91f0-927336a1714f" providerId="ADAL" clId="{42A619FA-2A58-4939-A31C-66F034B72B9C}" dt="2022-11-25T15:34:45.236" v="4029" actId="14100"/>
          <ac:cxnSpMkLst>
            <pc:docMk/>
            <pc:sldMk cId="585790036" sldId="9808"/>
            <ac:cxnSpMk id="38" creationId="{E37E2F24-2AB3-EB40-5F7D-EBD7608F1593}"/>
          </ac:cxnSpMkLst>
        </pc:cxnChg>
        <pc:cxnChg chg="add mod">
          <ac:chgData name="Macher, Andreas (DI FA CTR PLC PPM)" userId="f1dcac62-7bef-43eb-91f0-927336a1714f" providerId="ADAL" clId="{42A619FA-2A58-4939-A31C-66F034B72B9C}" dt="2022-11-25T15:35:07.553" v="4041" actId="1076"/>
          <ac:cxnSpMkLst>
            <pc:docMk/>
            <pc:sldMk cId="585790036" sldId="9808"/>
            <ac:cxnSpMk id="42" creationId="{09431DCD-942F-61B7-92E6-6A5436C624F1}"/>
          </ac:cxnSpMkLst>
        </pc:cxnChg>
        <pc:cxnChg chg="add del mod">
          <ac:chgData name="Macher, Andreas (DI FA CTR PLC PPM)" userId="f1dcac62-7bef-43eb-91f0-927336a1714f" providerId="ADAL" clId="{42A619FA-2A58-4939-A31C-66F034B72B9C}" dt="2022-11-25T16:46:56.306" v="5311" actId="21"/>
          <ac:cxnSpMkLst>
            <pc:docMk/>
            <pc:sldMk cId="585790036" sldId="9808"/>
            <ac:cxnSpMk id="53" creationId="{D52E6E0B-DABA-00B2-47B5-710C34A8D436}"/>
          </ac:cxnSpMkLst>
        </pc:cxnChg>
        <pc:cxnChg chg="add del mod">
          <ac:chgData name="Macher, Andreas (DI FA CTR PLC PPM)" userId="f1dcac62-7bef-43eb-91f0-927336a1714f" providerId="ADAL" clId="{42A619FA-2A58-4939-A31C-66F034B72B9C}" dt="2022-11-25T16:48:52.085" v="5378" actId="21"/>
          <ac:cxnSpMkLst>
            <pc:docMk/>
            <pc:sldMk cId="585790036" sldId="9808"/>
            <ac:cxnSpMk id="54" creationId="{8B6690DA-5FBC-23B9-A417-317F515C374D}"/>
          </ac:cxnSpMkLst>
        </pc:cxnChg>
      </pc:sldChg>
      <pc:sldChg chg="addSp delSp modSp add mod">
        <pc:chgData name="Macher, Andreas (DI FA CTR PLC PPM)" userId="f1dcac62-7bef-43eb-91f0-927336a1714f" providerId="ADAL" clId="{42A619FA-2A58-4939-A31C-66F034B72B9C}" dt="2022-11-25T17:43:56.265" v="7286"/>
        <pc:sldMkLst>
          <pc:docMk/>
          <pc:sldMk cId="65318212" sldId="9809"/>
        </pc:sldMkLst>
        <pc:spChg chg="mod">
          <ac:chgData name="Macher, Andreas (DI FA CTR PLC PPM)" userId="f1dcac62-7bef-43eb-91f0-927336a1714f" providerId="ADAL" clId="{42A619FA-2A58-4939-A31C-66F034B72B9C}" dt="2022-11-25T15:54:37.686" v="4685" actId="20577"/>
          <ac:spMkLst>
            <pc:docMk/>
            <pc:sldMk cId="65318212" sldId="9809"/>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65318212" sldId="9809"/>
            <ac:spMk id="3" creationId="{464FF754-0FEE-3BDB-6F33-8A0964399AD5}"/>
          </ac:spMkLst>
        </pc:spChg>
        <pc:spChg chg="add mod">
          <ac:chgData name="Macher, Andreas (DI FA CTR PLC PPM)" userId="f1dcac62-7bef-43eb-91f0-927336a1714f" providerId="ADAL" clId="{42A619FA-2A58-4939-A31C-66F034B72B9C}" dt="2022-11-25T16:47:41.236" v="5364" actId="1038"/>
          <ac:spMkLst>
            <pc:docMk/>
            <pc:sldMk cId="65318212" sldId="9809"/>
            <ac:spMk id="4" creationId="{567E4D9E-36B3-8DDC-6212-96886DE30AFF}"/>
          </ac:spMkLst>
        </pc:spChg>
        <pc:spChg chg="add mod">
          <ac:chgData name="Macher, Andreas (DI FA CTR PLC PPM)" userId="f1dcac62-7bef-43eb-91f0-927336a1714f" providerId="ADAL" clId="{42A619FA-2A58-4939-A31C-66F034B72B9C}" dt="2022-11-25T16:47:41.236" v="5364" actId="1038"/>
          <ac:spMkLst>
            <pc:docMk/>
            <pc:sldMk cId="65318212" sldId="9809"/>
            <ac:spMk id="5" creationId="{F131BF3E-86C3-431B-3C90-23DD7C735CEA}"/>
          </ac:spMkLst>
        </pc:spChg>
        <pc:spChg chg="add mod">
          <ac:chgData name="Macher, Andreas (DI FA CTR PLC PPM)" userId="f1dcac62-7bef-43eb-91f0-927336a1714f" providerId="ADAL" clId="{42A619FA-2A58-4939-A31C-66F034B72B9C}" dt="2022-11-25T16:47:41.236" v="5364" actId="1038"/>
          <ac:spMkLst>
            <pc:docMk/>
            <pc:sldMk cId="65318212" sldId="9809"/>
            <ac:spMk id="6" creationId="{2A677C16-E4F9-DCAC-8218-037FA4A5897E}"/>
          </ac:spMkLst>
        </pc:spChg>
        <pc:spChg chg="add mod">
          <ac:chgData name="Macher, Andreas (DI FA CTR PLC PPM)" userId="f1dcac62-7bef-43eb-91f0-927336a1714f" providerId="ADAL" clId="{42A619FA-2A58-4939-A31C-66F034B72B9C}" dt="2022-11-25T16:49:17.320" v="5385" actId="14100"/>
          <ac:spMkLst>
            <pc:docMk/>
            <pc:sldMk cId="65318212" sldId="9809"/>
            <ac:spMk id="7" creationId="{51B3E073-645A-B221-7081-DE206F08CC4E}"/>
          </ac:spMkLst>
        </pc:spChg>
        <pc:spChg chg="add mod">
          <ac:chgData name="Macher, Andreas (DI FA CTR PLC PPM)" userId="f1dcac62-7bef-43eb-91f0-927336a1714f" providerId="ADAL" clId="{42A619FA-2A58-4939-A31C-66F034B72B9C}" dt="2022-11-25T16:49:19.894" v="5386" actId="14100"/>
          <ac:spMkLst>
            <pc:docMk/>
            <pc:sldMk cId="65318212" sldId="9809"/>
            <ac:spMk id="8" creationId="{2EF7EFC9-F60F-420A-7C91-1B826CDAE04D}"/>
          </ac:spMkLst>
        </pc:spChg>
        <pc:spChg chg="add mod">
          <ac:chgData name="Macher, Andreas (DI FA CTR PLC PPM)" userId="f1dcac62-7bef-43eb-91f0-927336a1714f" providerId="ADAL" clId="{42A619FA-2A58-4939-A31C-66F034B72B9C}" dt="2022-11-25T15:53:35.074" v="4660"/>
          <ac:spMkLst>
            <pc:docMk/>
            <pc:sldMk cId="65318212" sldId="9809"/>
            <ac:spMk id="9" creationId="{01A6B011-3C7C-61A2-DDE9-1FE4F8677996}"/>
          </ac:spMkLst>
        </pc:spChg>
        <pc:spChg chg="add mod">
          <ac:chgData name="Macher, Andreas (DI FA CTR PLC PPM)" userId="f1dcac62-7bef-43eb-91f0-927336a1714f" providerId="ADAL" clId="{42A619FA-2A58-4939-A31C-66F034B72B9C}" dt="2022-11-25T16:58:07.332" v="5516"/>
          <ac:spMkLst>
            <pc:docMk/>
            <pc:sldMk cId="65318212" sldId="9809"/>
            <ac:spMk id="14" creationId="{C4E08247-8438-5BB3-0BDF-96621CC11895}"/>
          </ac:spMkLst>
        </pc:spChg>
        <pc:spChg chg="mod">
          <ac:chgData name="Macher, Andreas (DI FA CTR PLC PPM)" userId="f1dcac62-7bef-43eb-91f0-927336a1714f" providerId="ADAL" clId="{42A619FA-2A58-4939-A31C-66F034B72B9C}" dt="2022-11-25T16:47:41.236" v="5364" actId="1038"/>
          <ac:spMkLst>
            <pc:docMk/>
            <pc:sldMk cId="65318212" sldId="9809"/>
            <ac:spMk id="21" creationId="{71594A9E-D366-4E24-2A91-6E97770A23EF}"/>
          </ac:spMkLst>
        </pc:spChg>
        <pc:spChg chg="mod">
          <ac:chgData name="Macher, Andreas (DI FA CTR PLC PPM)" userId="f1dcac62-7bef-43eb-91f0-927336a1714f" providerId="ADAL" clId="{42A619FA-2A58-4939-A31C-66F034B72B9C}" dt="2022-11-25T16:47:41.236" v="5364" actId="1038"/>
          <ac:spMkLst>
            <pc:docMk/>
            <pc:sldMk cId="65318212" sldId="9809"/>
            <ac:spMk id="27" creationId="{4F0F7FAC-C60C-3D50-46F0-17A5E5E6EBB4}"/>
          </ac:spMkLst>
        </pc:spChg>
        <pc:spChg chg="del">
          <ac:chgData name="Macher, Andreas (DI FA CTR PLC PPM)" userId="f1dcac62-7bef-43eb-91f0-927336a1714f" providerId="ADAL" clId="{42A619FA-2A58-4939-A31C-66F034B72B9C}" dt="2022-11-25T15:42:44.833" v="4277" actId="478"/>
          <ac:spMkLst>
            <pc:docMk/>
            <pc:sldMk cId="65318212" sldId="9809"/>
            <ac:spMk id="28" creationId="{63E53BDC-426A-55B2-05A6-5268A99C1043}"/>
          </ac:spMkLst>
        </pc:spChg>
        <pc:spChg chg="mod">
          <ac:chgData name="Macher, Andreas (DI FA CTR PLC PPM)" userId="f1dcac62-7bef-43eb-91f0-927336a1714f" providerId="ADAL" clId="{42A619FA-2A58-4939-A31C-66F034B72B9C}" dt="2022-11-25T16:47:41.236" v="5364" actId="1038"/>
          <ac:spMkLst>
            <pc:docMk/>
            <pc:sldMk cId="65318212" sldId="9809"/>
            <ac:spMk id="29" creationId="{51509B96-7D24-4D66-D71B-117887B9B33E}"/>
          </ac:spMkLst>
        </pc:spChg>
        <pc:spChg chg="mod">
          <ac:chgData name="Macher, Andreas (DI FA CTR PLC PPM)" userId="f1dcac62-7bef-43eb-91f0-927336a1714f" providerId="ADAL" clId="{42A619FA-2A58-4939-A31C-66F034B72B9C}" dt="2022-11-25T16:47:41.236" v="5364" actId="1038"/>
          <ac:spMkLst>
            <pc:docMk/>
            <pc:sldMk cId="65318212" sldId="9809"/>
            <ac:spMk id="30" creationId="{6EE0C415-FA5D-CEA7-4B06-F94B7ABD87D5}"/>
          </ac:spMkLst>
        </pc:spChg>
        <pc:spChg chg="del">
          <ac:chgData name="Macher, Andreas (DI FA CTR PLC PPM)" userId="f1dcac62-7bef-43eb-91f0-927336a1714f" providerId="ADAL" clId="{42A619FA-2A58-4939-A31C-66F034B72B9C}" dt="2022-11-25T15:41:24.988" v="4260" actId="478"/>
          <ac:spMkLst>
            <pc:docMk/>
            <pc:sldMk cId="65318212" sldId="9809"/>
            <ac:spMk id="31" creationId="{C8B119BA-2149-DD72-3835-D216D0B35AA9}"/>
          </ac:spMkLst>
        </pc:spChg>
        <pc:spChg chg="mod">
          <ac:chgData name="Macher, Andreas (DI FA CTR PLC PPM)" userId="f1dcac62-7bef-43eb-91f0-927336a1714f" providerId="ADAL" clId="{42A619FA-2A58-4939-A31C-66F034B72B9C}" dt="2022-11-25T16:47:41.236" v="5364" actId="1038"/>
          <ac:spMkLst>
            <pc:docMk/>
            <pc:sldMk cId="65318212" sldId="9809"/>
            <ac:spMk id="32" creationId="{424BB2A0-1891-7FE7-2D9F-A1B9BB662D01}"/>
          </ac:spMkLst>
        </pc:spChg>
        <pc:spChg chg="del mod">
          <ac:chgData name="Macher, Andreas (DI FA CTR PLC PPM)" userId="f1dcac62-7bef-43eb-91f0-927336a1714f" providerId="ADAL" clId="{42A619FA-2A58-4939-A31C-66F034B72B9C}" dt="2022-11-25T15:50:17.714" v="4515" actId="478"/>
          <ac:spMkLst>
            <pc:docMk/>
            <pc:sldMk cId="65318212" sldId="9809"/>
            <ac:spMk id="44" creationId="{414CF385-136E-AD32-FE2A-7115E4D7CE4F}"/>
          </ac:spMkLst>
        </pc:spChg>
        <pc:spChg chg="mod">
          <ac:chgData name="Macher, Andreas (DI FA CTR PLC PPM)" userId="f1dcac62-7bef-43eb-91f0-927336a1714f" providerId="ADAL" clId="{42A619FA-2A58-4939-A31C-66F034B72B9C}" dt="2022-11-25T16:47:41.236" v="5364" actId="1038"/>
          <ac:spMkLst>
            <pc:docMk/>
            <pc:sldMk cId="65318212" sldId="9809"/>
            <ac:spMk id="45" creationId="{CEE48F01-BB8A-96EE-5EB0-58AF8B36BDC5}"/>
          </ac:spMkLst>
        </pc:spChg>
        <pc:spChg chg="mod">
          <ac:chgData name="Macher, Andreas (DI FA CTR PLC PPM)" userId="f1dcac62-7bef-43eb-91f0-927336a1714f" providerId="ADAL" clId="{42A619FA-2A58-4939-A31C-66F034B72B9C}" dt="2022-11-25T16:47:41.236" v="5364" actId="1038"/>
          <ac:spMkLst>
            <pc:docMk/>
            <pc:sldMk cId="65318212" sldId="9809"/>
            <ac:spMk id="50" creationId="{36FD3C6B-C371-A331-2A6C-6E10D0091E53}"/>
          </ac:spMkLst>
        </pc:spChg>
        <pc:spChg chg="del mod">
          <ac:chgData name="Macher, Andreas (DI FA CTR PLC PPM)" userId="f1dcac62-7bef-43eb-91f0-927336a1714f" providerId="ADAL" clId="{42A619FA-2A58-4939-A31C-66F034B72B9C}" dt="2022-11-25T15:50:17.714" v="4515" actId="478"/>
          <ac:spMkLst>
            <pc:docMk/>
            <pc:sldMk cId="65318212" sldId="9809"/>
            <ac:spMk id="51" creationId="{195B4878-925A-5719-E95D-5F1DD49B759F}"/>
          </ac:spMkLst>
        </pc:spChg>
        <pc:picChg chg="add del mod">
          <ac:chgData name="Macher, Andreas (DI FA CTR PLC PPM)" userId="f1dcac62-7bef-43eb-91f0-927336a1714f" providerId="ADAL" clId="{42A619FA-2A58-4939-A31C-66F034B72B9C}" dt="2022-11-25T16:54:30.391" v="5461" actId="21"/>
          <ac:picMkLst>
            <pc:docMk/>
            <pc:sldMk cId="65318212" sldId="9809"/>
            <ac:picMk id="12" creationId="{7339929C-5F4E-93C1-6BCE-B7A0E09B09D4}"/>
          </ac:picMkLst>
        </pc:picChg>
        <pc:picChg chg="mod">
          <ac:chgData name="Macher, Andreas (DI FA CTR PLC PPM)" userId="f1dcac62-7bef-43eb-91f0-927336a1714f" providerId="ADAL" clId="{42A619FA-2A58-4939-A31C-66F034B72B9C}" dt="2022-11-25T16:47:41.236" v="5364" actId="1038"/>
          <ac:picMkLst>
            <pc:docMk/>
            <pc:sldMk cId="65318212" sldId="9809"/>
            <ac:picMk id="13" creationId="{F74D7DBB-0465-D72D-A840-A995DDC907F5}"/>
          </ac:picMkLst>
        </pc:picChg>
        <pc:picChg chg="mod">
          <ac:chgData name="Macher, Andreas (DI FA CTR PLC PPM)" userId="f1dcac62-7bef-43eb-91f0-927336a1714f" providerId="ADAL" clId="{42A619FA-2A58-4939-A31C-66F034B72B9C}" dt="2022-11-25T16:47:41.236" v="5364" actId="1038"/>
          <ac:picMkLst>
            <pc:docMk/>
            <pc:sldMk cId="65318212" sldId="9809"/>
            <ac:picMk id="25" creationId="{48C8702E-31F5-53EF-1CE2-485F005B874A}"/>
          </ac:picMkLst>
        </pc:picChg>
        <pc:picChg chg="mod">
          <ac:chgData name="Macher, Andreas (DI FA CTR PLC PPM)" userId="f1dcac62-7bef-43eb-91f0-927336a1714f" providerId="ADAL" clId="{42A619FA-2A58-4939-A31C-66F034B72B9C}" dt="2022-11-25T16:47:41.236" v="5364" actId="1038"/>
          <ac:picMkLst>
            <pc:docMk/>
            <pc:sldMk cId="65318212" sldId="9809"/>
            <ac:picMk id="26" creationId="{05D5673A-BA8D-E839-F9B7-AE9649AAB6B8}"/>
          </ac:picMkLst>
        </pc:picChg>
        <pc:cxnChg chg="add del mod">
          <ac:chgData name="Macher, Andreas (DI FA CTR PLC PPM)" userId="f1dcac62-7bef-43eb-91f0-927336a1714f" providerId="ADAL" clId="{42A619FA-2A58-4939-A31C-66F034B72B9C}" dt="2022-11-25T16:47:35.558" v="5363" actId="478"/>
          <ac:cxnSpMkLst>
            <pc:docMk/>
            <pc:sldMk cId="65318212" sldId="9809"/>
            <ac:cxnSpMk id="10" creationId="{8593266D-8AE0-1E96-FFB0-5B71AA4C8EF9}"/>
          </ac:cxnSpMkLst>
        </pc:cxnChg>
        <pc:cxnChg chg="add del mod">
          <ac:chgData name="Macher, Andreas (DI FA CTR PLC PPM)" userId="f1dcac62-7bef-43eb-91f0-927336a1714f" providerId="ADAL" clId="{42A619FA-2A58-4939-A31C-66F034B72B9C}" dt="2022-11-25T16:49:28.921" v="5387" actId="478"/>
          <ac:cxnSpMkLst>
            <pc:docMk/>
            <pc:sldMk cId="65318212" sldId="9809"/>
            <ac:cxnSpMk id="11" creationId="{DC404975-8D52-0A29-F8BF-CB2A2F27C88A}"/>
          </ac:cxnSpMkLst>
        </pc:cxnChg>
        <pc:cxnChg chg="del">
          <ac:chgData name="Macher, Andreas (DI FA CTR PLC PPM)" userId="f1dcac62-7bef-43eb-91f0-927336a1714f" providerId="ADAL" clId="{42A619FA-2A58-4939-A31C-66F034B72B9C}" dt="2022-11-25T15:42:51.950" v="4279" actId="478"/>
          <ac:cxnSpMkLst>
            <pc:docMk/>
            <pc:sldMk cId="65318212" sldId="9809"/>
            <ac:cxnSpMk id="34" creationId="{06F55EBF-CB79-0635-FD10-3E1CA13ED53E}"/>
          </ac:cxnSpMkLst>
        </pc:cxnChg>
        <pc:cxnChg chg="mod">
          <ac:chgData name="Macher, Andreas (DI FA CTR PLC PPM)" userId="f1dcac62-7bef-43eb-91f0-927336a1714f" providerId="ADAL" clId="{42A619FA-2A58-4939-A31C-66F034B72B9C}" dt="2022-11-25T16:47:41.236" v="5364" actId="1038"/>
          <ac:cxnSpMkLst>
            <pc:docMk/>
            <pc:sldMk cId="65318212" sldId="9809"/>
            <ac:cxnSpMk id="35" creationId="{1BA3971E-30E9-3629-45BC-AEA106624B5F}"/>
          </ac:cxnSpMkLst>
        </pc:cxnChg>
      </pc:sldChg>
      <pc:sldChg chg="addSp delSp modSp add mod ord">
        <pc:chgData name="Macher, Andreas (DI FA CTR PLC PPM)" userId="f1dcac62-7bef-43eb-91f0-927336a1714f" providerId="ADAL" clId="{42A619FA-2A58-4939-A31C-66F034B72B9C}" dt="2022-11-25T17:43:56.265" v="7286"/>
        <pc:sldMkLst>
          <pc:docMk/>
          <pc:sldMk cId="1943250845" sldId="9810"/>
        </pc:sldMkLst>
        <pc:spChg chg="mod">
          <ac:chgData name="Macher, Andreas (DI FA CTR PLC PPM)" userId="f1dcac62-7bef-43eb-91f0-927336a1714f" providerId="ADAL" clId="{42A619FA-2A58-4939-A31C-66F034B72B9C}" dt="2022-11-25T15:54:18.557" v="4683"/>
          <ac:spMkLst>
            <pc:docMk/>
            <pc:sldMk cId="1943250845" sldId="9810"/>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1943250845" sldId="9810"/>
            <ac:spMk id="3" creationId="{464FF754-0FEE-3BDB-6F33-8A0964399AD5}"/>
          </ac:spMkLst>
        </pc:spChg>
        <pc:spChg chg="mod">
          <ac:chgData name="Macher, Andreas (DI FA CTR PLC PPM)" userId="f1dcac62-7bef-43eb-91f0-927336a1714f" providerId="ADAL" clId="{42A619FA-2A58-4939-A31C-66F034B72B9C}" dt="2022-11-25T16:47:17.447" v="5358" actId="1037"/>
          <ac:spMkLst>
            <pc:docMk/>
            <pc:sldMk cId="1943250845" sldId="9810"/>
            <ac:spMk id="4" creationId="{567E4D9E-36B3-8DDC-6212-96886DE30AFF}"/>
          </ac:spMkLst>
        </pc:spChg>
        <pc:spChg chg="mod">
          <ac:chgData name="Macher, Andreas (DI FA CTR PLC PPM)" userId="f1dcac62-7bef-43eb-91f0-927336a1714f" providerId="ADAL" clId="{42A619FA-2A58-4939-A31C-66F034B72B9C}" dt="2022-11-25T16:47:17.447" v="5358" actId="1037"/>
          <ac:spMkLst>
            <pc:docMk/>
            <pc:sldMk cId="1943250845" sldId="9810"/>
            <ac:spMk id="5" creationId="{F131BF3E-86C3-431B-3C90-23DD7C735CEA}"/>
          </ac:spMkLst>
        </pc:spChg>
        <pc:spChg chg="mod">
          <ac:chgData name="Macher, Andreas (DI FA CTR PLC PPM)" userId="f1dcac62-7bef-43eb-91f0-927336a1714f" providerId="ADAL" clId="{42A619FA-2A58-4939-A31C-66F034B72B9C}" dt="2022-11-25T16:47:17.447" v="5358" actId="1037"/>
          <ac:spMkLst>
            <pc:docMk/>
            <pc:sldMk cId="1943250845" sldId="9810"/>
            <ac:spMk id="6" creationId="{2A677C16-E4F9-DCAC-8218-037FA4A5897E}"/>
          </ac:spMkLst>
        </pc:spChg>
        <pc:spChg chg="add mod">
          <ac:chgData name="Macher, Andreas (DI FA CTR PLC PPM)" userId="f1dcac62-7bef-43eb-91f0-927336a1714f" providerId="ADAL" clId="{42A619FA-2A58-4939-A31C-66F034B72B9C}" dt="2022-11-25T16:49:09.144" v="5382" actId="1076"/>
          <ac:spMkLst>
            <pc:docMk/>
            <pc:sldMk cId="1943250845" sldId="9810"/>
            <ac:spMk id="7" creationId="{5E836B0C-300A-E5EB-681D-0A3CB0264F4A}"/>
          </ac:spMkLst>
        </pc:spChg>
        <pc:spChg chg="add mod">
          <ac:chgData name="Macher, Andreas (DI FA CTR PLC PPM)" userId="f1dcac62-7bef-43eb-91f0-927336a1714f" providerId="ADAL" clId="{42A619FA-2A58-4939-A31C-66F034B72B9C}" dt="2022-11-25T15:53:33.833" v="4659"/>
          <ac:spMkLst>
            <pc:docMk/>
            <pc:sldMk cId="1943250845" sldId="9810"/>
            <ac:spMk id="8" creationId="{E9721925-F06C-D5AA-D045-1F66C48B7E02}"/>
          </ac:spMkLst>
        </pc:spChg>
        <pc:spChg chg="add mod">
          <ac:chgData name="Macher, Andreas (DI FA CTR PLC PPM)" userId="f1dcac62-7bef-43eb-91f0-927336a1714f" providerId="ADAL" clId="{42A619FA-2A58-4939-A31C-66F034B72B9C}" dt="2022-11-25T16:58:06.451" v="5515"/>
          <ac:spMkLst>
            <pc:docMk/>
            <pc:sldMk cId="1943250845" sldId="9810"/>
            <ac:spMk id="11" creationId="{B541EAFF-0FA7-2174-E7F2-57EBE933F36C}"/>
          </ac:spMkLst>
        </pc:spChg>
        <pc:spChg chg="add del mod">
          <ac:chgData name="Macher, Andreas (DI FA CTR PLC PPM)" userId="f1dcac62-7bef-43eb-91f0-927336a1714f" providerId="ADAL" clId="{42A619FA-2A58-4939-A31C-66F034B72B9C}" dt="2022-11-25T17:25:33.472" v="6263"/>
          <ac:spMkLst>
            <pc:docMk/>
            <pc:sldMk cId="1943250845" sldId="9810"/>
            <ac:spMk id="12" creationId="{7AE53CC5-9939-415D-B6B3-B32FBB331CE8}"/>
          </ac:spMkLst>
        </pc:spChg>
        <pc:spChg chg="add del mod">
          <ac:chgData name="Macher, Andreas (DI FA CTR PLC PPM)" userId="f1dcac62-7bef-43eb-91f0-927336a1714f" providerId="ADAL" clId="{42A619FA-2A58-4939-A31C-66F034B72B9C}" dt="2022-11-25T17:25:40.341" v="6267" actId="478"/>
          <ac:spMkLst>
            <pc:docMk/>
            <pc:sldMk cId="1943250845" sldId="9810"/>
            <ac:spMk id="14" creationId="{D9B376C1-0423-FBCE-DFA4-D439A9950A5A}"/>
          </ac:spMkLst>
        </pc:spChg>
        <pc:spChg chg="mod">
          <ac:chgData name="Macher, Andreas (DI FA CTR PLC PPM)" userId="f1dcac62-7bef-43eb-91f0-927336a1714f" providerId="ADAL" clId="{42A619FA-2A58-4939-A31C-66F034B72B9C}" dt="2022-11-25T16:47:17.447" v="5358" actId="1037"/>
          <ac:spMkLst>
            <pc:docMk/>
            <pc:sldMk cId="1943250845" sldId="9810"/>
            <ac:spMk id="21" creationId="{71594A9E-D366-4E24-2A91-6E97770A23EF}"/>
          </ac:spMkLst>
        </pc:spChg>
        <pc:spChg chg="mod">
          <ac:chgData name="Macher, Andreas (DI FA CTR PLC PPM)" userId="f1dcac62-7bef-43eb-91f0-927336a1714f" providerId="ADAL" clId="{42A619FA-2A58-4939-A31C-66F034B72B9C}" dt="2022-11-25T16:47:17.447" v="5358" actId="1037"/>
          <ac:spMkLst>
            <pc:docMk/>
            <pc:sldMk cId="1943250845" sldId="9810"/>
            <ac:spMk id="27" creationId="{4F0F7FAC-C60C-3D50-46F0-17A5E5E6EBB4}"/>
          </ac:spMkLst>
        </pc:spChg>
        <pc:spChg chg="mod">
          <ac:chgData name="Macher, Andreas (DI FA CTR PLC PPM)" userId="f1dcac62-7bef-43eb-91f0-927336a1714f" providerId="ADAL" clId="{42A619FA-2A58-4939-A31C-66F034B72B9C}" dt="2022-11-25T16:47:17.447" v="5358" actId="1037"/>
          <ac:spMkLst>
            <pc:docMk/>
            <pc:sldMk cId="1943250845" sldId="9810"/>
            <ac:spMk id="29" creationId="{51509B96-7D24-4D66-D71B-117887B9B33E}"/>
          </ac:spMkLst>
        </pc:spChg>
        <pc:spChg chg="mod">
          <ac:chgData name="Macher, Andreas (DI FA CTR PLC PPM)" userId="f1dcac62-7bef-43eb-91f0-927336a1714f" providerId="ADAL" clId="{42A619FA-2A58-4939-A31C-66F034B72B9C}" dt="2022-11-25T16:47:17.447" v="5358" actId="1037"/>
          <ac:spMkLst>
            <pc:docMk/>
            <pc:sldMk cId="1943250845" sldId="9810"/>
            <ac:spMk id="30" creationId="{6EE0C415-FA5D-CEA7-4B06-F94B7ABD87D5}"/>
          </ac:spMkLst>
        </pc:spChg>
        <pc:spChg chg="mod">
          <ac:chgData name="Macher, Andreas (DI FA CTR PLC PPM)" userId="f1dcac62-7bef-43eb-91f0-927336a1714f" providerId="ADAL" clId="{42A619FA-2A58-4939-A31C-66F034B72B9C}" dt="2022-11-25T16:47:17.447" v="5358" actId="1037"/>
          <ac:spMkLst>
            <pc:docMk/>
            <pc:sldMk cId="1943250845" sldId="9810"/>
            <ac:spMk id="32" creationId="{424BB2A0-1891-7FE7-2D9F-A1B9BB662D01}"/>
          </ac:spMkLst>
        </pc:spChg>
        <pc:spChg chg="mod">
          <ac:chgData name="Macher, Andreas (DI FA CTR PLC PPM)" userId="f1dcac62-7bef-43eb-91f0-927336a1714f" providerId="ADAL" clId="{42A619FA-2A58-4939-A31C-66F034B72B9C}" dt="2022-11-25T16:48:56.333" v="5380" actId="14100"/>
          <ac:spMkLst>
            <pc:docMk/>
            <pc:sldMk cId="1943250845" sldId="9810"/>
            <ac:spMk id="44" creationId="{414CF385-136E-AD32-FE2A-7115E4D7CE4F}"/>
          </ac:spMkLst>
        </pc:spChg>
        <pc:spChg chg="mod">
          <ac:chgData name="Macher, Andreas (DI FA CTR PLC PPM)" userId="f1dcac62-7bef-43eb-91f0-927336a1714f" providerId="ADAL" clId="{42A619FA-2A58-4939-A31C-66F034B72B9C}" dt="2022-11-25T16:47:17.447" v="5358" actId="1037"/>
          <ac:spMkLst>
            <pc:docMk/>
            <pc:sldMk cId="1943250845" sldId="9810"/>
            <ac:spMk id="45" creationId="{CEE48F01-BB8A-96EE-5EB0-58AF8B36BDC5}"/>
          </ac:spMkLst>
        </pc:spChg>
        <pc:spChg chg="add del mod">
          <ac:chgData name="Macher, Andreas (DI FA CTR PLC PPM)" userId="f1dcac62-7bef-43eb-91f0-927336a1714f" providerId="ADAL" clId="{42A619FA-2A58-4939-A31C-66F034B72B9C}" dt="2022-11-25T17:25:38.439" v="6266" actId="108"/>
          <ac:spMkLst>
            <pc:docMk/>
            <pc:sldMk cId="1943250845" sldId="9810"/>
            <ac:spMk id="50" creationId="{36FD3C6B-C371-A331-2A6C-6E10D0091E53}"/>
          </ac:spMkLst>
        </pc:spChg>
        <pc:spChg chg="mod">
          <ac:chgData name="Macher, Andreas (DI FA CTR PLC PPM)" userId="f1dcac62-7bef-43eb-91f0-927336a1714f" providerId="ADAL" clId="{42A619FA-2A58-4939-A31C-66F034B72B9C}" dt="2022-11-25T16:48:59.007" v="5381" actId="14100"/>
          <ac:spMkLst>
            <pc:docMk/>
            <pc:sldMk cId="1943250845" sldId="9810"/>
            <ac:spMk id="51" creationId="{195B4878-925A-5719-E95D-5F1DD49B759F}"/>
          </ac:spMkLst>
        </pc:spChg>
        <pc:picChg chg="mod">
          <ac:chgData name="Macher, Andreas (DI FA CTR PLC PPM)" userId="f1dcac62-7bef-43eb-91f0-927336a1714f" providerId="ADAL" clId="{42A619FA-2A58-4939-A31C-66F034B72B9C}" dt="2022-11-25T16:47:17.447" v="5358" actId="1037"/>
          <ac:picMkLst>
            <pc:docMk/>
            <pc:sldMk cId="1943250845" sldId="9810"/>
            <ac:picMk id="13" creationId="{F74D7DBB-0465-D72D-A840-A995DDC907F5}"/>
          </ac:picMkLst>
        </pc:picChg>
        <pc:picChg chg="mod">
          <ac:chgData name="Macher, Andreas (DI FA CTR PLC PPM)" userId="f1dcac62-7bef-43eb-91f0-927336a1714f" providerId="ADAL" clId="{42A619FA-2A58-4939-A31C-66F034B72B9C}" dt="2022-11-25T16:47:17.447" v="5358" actId="1037"/>
          <ac:picMkLst>
            <pc:docMk/>
            <pc:sldMk cId="1943250845" sldId="9810"/>
            <ac:picMk id="25" creationId="{48C8702E-31F5-53EF-1CE2-485F005B874A}"/>
          </ac:picMkLst>
        </pc:picChg>
        <pc:picChg chg="mod">
          <ac:chgData name="Macher, Andreas (DI FA CTR PLC PPM)" userId="f1dcac62-7bef-43eb-91f0-927336a1714f" providerId="ADAL" clId="{42A619FA-2A58-4939-A31C-66F034B72B9C}" dt="2022-11-25T16:47:17.447" v="5358" actId="1037"/>
          <ac:picMkLst>
            <pc:docMk/>
            <pc:sldMk cId="1943250845" sldId="9810"/>
            <ac:picMk id="26" creationId="{05D5673A-BA8D-E839-F9B7-AE9649AAB6B8}"/>
          </ac:picMkLst>
        </pc:picChg>
        <pc:cxnChg chg="add del mod">
          <ac:chgData name="Macher, Andreas (DI FA CTR PLC PPM)" userId="f1dcac62-7bef-43eb-91f0-927336a1714f" providerId="ADAL" clId="{42A619FA-2A58-4939-A31C-66F034B72B9C}" dt="2022-11-25T16:47:20.954" v="5360" actId="21"/>
          <ac:cxnSpMkLst>
            <pc:docMk/>
            <pc:sldMk cId="1943250845" sldId="9810"/>
            <ac:cxnSpMk id="9" creationId="{7C248765-EC76-15E2-1668-8AB3D35A700D}"/>
          </ac:cxnSpMkLst>
        </pc:cxnChg>
        <pc:cxnChg chg="add del mod">
          <ac:chgData name="Macher, Andreas (DI FA CTR PLC PPM)" userId="f1dcac62-7bef-43eb-91f0-927336a1714f" providerId="ADAL" clId="{42A619FA-2A58-4939-A31C-66F034B72B9C}" dt="2022-11-25T16:49:13.151" v="5383" actId="21"/>
          <ac:cxnSpMkLst>
            <pc:docMk/>
            <pc:sldMk cId="1943250845" sldId="9810"/>
            <ac:cxnSpMk id="10" creationId="{7D9FBFB0-5572-D2BE-12CA-D3C2C60AB1D5}"/>
          </ac:cxnSpMkLst>
        </pc:cxnChg>
        <pc:cxnChg chg="mod">
          <ac:chgData name="Macher, Andreas (DI FA CTR PLC PPM)" userId="f1dcac62-7bef-43eb-91f0-927336a1714f" providerId="ADAL" clId="{42A619FA-2A58-4939-A31C-66F034B72B9C}" dt="2022-11-25T16:47:17.447" v="5358" actId="1037"/>
          <ac:cxnSpMkLst>
            <pc:docMk/>
            <pc:sldMk cId="1943250845" sldId="9810"/>
            <ac:cxnSpMk id="35" creationId="{1BA3971E-30E9-3629-45BC-AEA106624B5F}"/>
          </ac:cxnSpMkLst>
        </pc:cxnChg>
      </pc:sldChg>
      <pc:sldChg chg="addSp delSp modSp add mod">
        <pc:chgData name="Macher, Andreas (DI FA CTR PLC PPM)" userId="f1dcac62-7bef-43eb-91f0-927336a1714f" providerId="ADAL" clId="{42A619FA-2A58-4939-A31C-66F034B72B9C}" dt="2022-11-25T17:43:56.265" v="7286"/>
        <pc:sldMkLst>
          <pc:docMk/>
          <pc:sldMk cId="235526209" sldId="9811"/>
        </pc:sldMkLst>
        <pc:spChg chg="mod">
          <ac:chgData name="Macher, Andreas (DI FA CTR PLC PPM)" userId="f1dcac62-7bef-43eb-91f0-927336a1714f" providerId="ADAL" clId="{42A619FA-2A58-4939-A31C-66F034B72B9C}" dt="2022-11-25T15:55:56.767" v="4708" actId="20577"/>
          <ac:spMkLst>
            <pc:docMk/>
            <pc:sldMk cId="235526209" sldId="9811"/>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235526209" sldId="9811"/>
            <ac:spMk id="3" creationId="{464FF754-0FEE-3BDB-6F33-8A0964399AD5}"/>
          </ac:spMkLst>
        </pc:spChg>
        <pc:spChg chg="add mod">
          <ac:chgData name="Macher, Andreas (DI FA CTR PLC PPM)" userId="f1dcac62-7bef-43eb-91f0-927336a1714f" providerId="ADAL" clId="{42A619FA-2A58-4939-A31C-66F034B72B9C}" dt="2022-11-25T16:57:53.435" v="5510" actId="404"/>
          <ac:spMkLst>
            <pc:docMk/>
            <pc:sldMk cId="235526209" sldId="9811"/>
            <ac:spMk id="7" creationId="{D567B1EF-AE33-823D-0D3C-35C0FBED6EE1}"/>
          </ac:spMkLst>
        </pc:spChg>
        <pc:spChg chg="mod">
          <ac:chgData name="Macher, Andreas (DI FA CTR PLC PPM)" userId="f1dcac62-7bef-43eb-91f0-927336a1714f" providerId="ADAL" clId="{42A619FA-2A58-4939-A31C-66F034B72B9C}" dt="2022-11-25T16:45:35.703" v="5225" actId="1076"/>
          <ac:spMkLst>
            <pc:docMk/>
            <pc:sldMk cId="235526209" sldId="9811"/>
            <ac:spMk id="21" creationId="{71594A9E-D366-4E24-2A91-6E97770A23EF}"/>
          </ac:spMkLst>
        </pc:spChg>
        <pc:spChg chg="mod">
          <ac:chgData name="Macher, Andreas (DI FA CTR PLC PPM)" userId="f1dcac62-7bef-43eb-91f0-927336a1714f" providerId="ADAL" clId="{42A619FA-2A58-4939-A31C-66F034B72B9C}" dt="2022-11-25T16:45:35.703" v="5225" actId="1076"/>
          <ac:spMkLst>
            <pc:docMk/>
            <pc:sldMk cId="235526209" sldId="9811"/>
            <ac:spMk id="27" creationId="{4F0F7FAC-C60C-3D50-46F0-17A5E5E6EBB4}"/>
          </ac:spMkLst>
        </pc:spChg>
        <pc:spChg chg="mod">
          <ac:chgData name="Macher, Andreas (DI FA CTR PLC PPM)" userId="f1dcac62-7bef-43eb-91f0-927336a1714f" providerId="ADAL" clId="{42A619FA-2A58-4939-A31C-66F034B72B9C}" dt="2022-11-25T16:45:35.703" v="5225" actId="1076"/>
          <ac:spMkLst>
            <pc:docMk/>
            <pc:sldMk cId="235526209" sldId="9811"/>
            <ac:spMk id="28" creationId="{63E53BDC-426A-55B2-05A6-5268A99C1043}"/>
          </ac:spMkLst>
        </pc:spChg>
        <pc:spChg chg="mod">
          <ac:chgData name="Macher, Andreas (DI FA CTR PLC PPM)" userId="f1dcac62-7bef-43eb-91f0-927336a1714f" providerId="ADAL" clId="{42A619FA-2A58-4939-A31C-66F034B72B9C}" dt="2022-11-25T16:45:35.703" v="5225" actId="1076"/>
          <ac:spMkLst>
            <pc:docMk/>
            <pc:sldMk cId="235526209" sldId="9811"/>
            <ac:spMk id="29" creationId="{51509B96-7D24-4D66-D71B-117887B9B33E}"/>
          </ac:spMkLst>
        </pc:spChg>
        <pc:spChg chg="mod">
          <ac:chgData name="Macher, Andreas (DI FA CTR PLC PPM)" userId="f1dcac62-7bef-43eb-91f0-927336a1714f" providerId="ADAL" clId="{42A619FA-2A58-4939-A31C-66F034B72B9C}" dt="2022-11-25T16:45:35.703" v="5225" actId="1076"/>
          <ac:spMkLst>
            <pc:docMk/>
            <pc:sldMk cId="235526209" sldId="9811"/>
            <ac:spMk id="30" creationId="{6EE0C415-FA5D-CEA7-4B06-F94B7ABD87D5}"/>
          </ac:spMkLst>
        </pc:spChg>
        <pc:spChg chg="mod">
          <ac:chgData name="Macher, Andreas (DI FA CTR PLC PPM)" userId="f1dcac62-7bef-43eb-91f0-927336a1714f" providerId="ADAL" clId="{42A619FA-2A58-4939-A31C-66F034B72B9C}" dt="2022-11-25T16:45:35.703" v="5225" actId="1076"/>
          <ac:spMkLst>
            <pc:docMk/>
            <pc:sldMk cId="235526209" sldId="9811"/>
            <ac:spMk id="31" creationId="{C8B119BA-2149-DD72-3835-D216D0B35AA9}"/>
          </ac:spMkLst>
        </pc:spChg>
        <pc:spChg chg="mod">
          <ac:chgData name="Macher, Andreas (DI FA CTR PLC PPM)" userId="f1dcac62-7bef-43eb-91f0-927336a1714f" providerId="ADAL" clId="{42A619FA-2A58-4939-A31C-66F034B72B9C}" dt="2022-11-25T16:45:35.703" v="5225" actId="1076"/>
          <ac:spMkLst>
            <pc:docMk/>
            <pc:sldMk cId="235526209" sldId="9811"/>
            <ac:spMk id="32" creationId="{424BB2A0-1891-7FE7-2D9F-A1B9BB662D01}"/>
          </ac:spMkLst>
        </pc:spChg>
        <pc:spChg chg="del">
          <ac:chgData name="Macher, Andreas (DI FA CTR PLC PPM)" userId="f1dcac62-7bef-43eb-91f0-927336a1714f" providerId="ADAL" clId="{42A619FA-2A58-4939-A31C-66F034B72B9C}" dt="2022-11-25T15:57:16.457" v="4729" actId="478"/>
          <ac:spMkLst>
            <pc:docMk/>
            <pc:sldMk cId="235526209" sldId="9811"/>
            <ac:spMk id="43" creationId="{17BA86CE-77B4-3286-250F-EE1FA0029378}"/>
          </ac:spMkLst>
        </pc:spChg>
        <pc:spChg chg="mod">
          <ac:chgData name="Macher, Andreas (DI FA CTR PLC PPM)" userId="f1dcac62-7bef-43eb-91f0-927336a1714f" providerId="ADAL" clId="{42A619FA-2A58-4939-A31C-66F034B72B9C}" dt="2022-11-25T16:49:51.598" v="5393" actId="14100"/>
          <ac:spMkLst>
            <pc:docMk/>
            <pc:sldMk cId="235526209" sldId="9811"/>
            <ac:spMk id="44" creationId="{414CF385-136E-AD32-FE2A-7115E4D7CE4F}"/>
          </ac:spMkLst>
        </pc:spChg>
        <pc:spChg chg="mod">
          <ac:chgData name="Macher, Andreas (DI FA CTR PLC PPM)" userId="f1dcac62-7bef-43eb-91f0-927336a1714f" providerId="ADAL" clId="{42A619FA-2A58-4939-A31C-66F034B72B9C}" dt="2022-11-25T16:45:35.703" v="5225" actId="1076"/>
          <ac:spMkLst>
            <pc:docMk/>
            <pc:sldMk cId="235526209" sldId="9811"/>
            <ac:spMk id="45" creationId="{CEE48F01-BB8A-96EE-5EB0-58AF8B36BDC5}"/>
          </ac:spMkLst>
        </pc:spChg>
        <pc:spChg chg="mod">
          <ac:chgData name="Macher, Andreas (DI FA CTR PLC PPM)" userId="f1dcac62-7bef-43eb-91f0-927336a1714f" providerId="ADAL" clId="{42A619FA-2A58-4939-A31C-66F034B72B9C}" dt="2022-11-25T16:45:35.703" v="5225" actId="1076"/>
          <ac:spMkLst>
            <pc:docMk/>
            <pc:sldMk cId="235526209" sldId="9811"/>
            <ac:spMk id="50" creationId="{36FD3C6B-C371-A331-2A6C-6E10D0091E53}"/>
          </ac:spMkLst>
        </pc:spChg>
        <pc:spChg chg="mod">
          <ac:chgData name="Macher, Andreas (DI FA CTR PLC PPM)" userId="f1dcac62-7bef-43eb-91f0-927336a1714f" providerId="ADAL" clId="{42A619FA-2A58-4939-A31C-66F034B72B9C}" dt="2022-11-25T16:49:54.937" v="5394" actId="14100"/>
          <ac:spMkLst>
            <pc:docMk/>
            <pc:sldMk cId="235526209" sldId="9811"/>
            <ac:spMk id="51" creationId="{195B4878-925A-5719-E95D-5F1DD49B759F}"/>
          </ac:spMkLst>
        </pc:spChg>
        <pc:spChg chg="mod">
          <ac:chgData name="Macher, Andreas (DI FA CTR PLC PPM)" userId="f1dcac62-7bef-43eb-91f0-927336a1714f" providerId="ADAL" clId="{42A619FA-2A58-4939-A31C-66F034B72B9C}" dt="2022-11-25T15:56:13.849" v="4710" actId="20577"/>
          <ac:spMkLst>
            <pc:docMk/>
            <pc:sldMk cId="235526209" sldId="9811"/>
            <ac:spMk id="52" creationId="{2173E257-B8E9-7A45-E66E-464CB380F5E7}"/>
          </ac:spMkLst>
        </pc:spChg>
        <pc:picChg chg="mod">
          <ac:chgData name="Macher, Andreas (DI FA CTR PLC PPM)" userId="f1dcac62-7bef-43eb-91f0-927336a1714f" providerId="ADAL" clId="{42A619FA-2A58-4939-A31C-66F034B72B9C}" dt="2022-11-25T16:45:35.703" v="5225" actId="1076"/>
          <ac:picMkLst>
            <pc:docMk/>
            <pc:sldMk cId="235526209" sldId="9811"/>
            <ac:picMk id="13" creationId="{F74D7DBB-0465-D72D-A840-A995DDC907F5}"/>
          </ac:picMkLst>
        </pc:picChg>
        <pc:picChg chg="mod">
          <ac:chgData name="Macher, Andreas (DI FA CTR PLC PPM)" userId="f1dcac62-7bef-43eb-91f0-927336a1714f" providerId="ADAL" clId="{42A619FA-2A58-4939-A31C-66F034B72B9C}" dt="2022-11-25T16:45:35.703" v="5225" actId="1076"/>
          <ac:picMkLst>
            <pc:docMk/>
            <pc:sldMk cId="235526209" sldId="9811"/>
            <ac:picMk id="25" creationId="{48C8702E-31F5-53EF-1CE2-485F005B874A}"/>
          </ac:picMkLst>
        </pc:picChg>
        <pc:picChg chg="mod">
          <ac:chgData name="Macher, Andreas (DI FA CTR PLC PPM)" userId="f1dcac62-7bef-43eb-91f0-927336a1714f" providerId="ADAL" clId="{42A619FA-2A58-4939-A31C-66F034B72B9C}" dt="2022-11-25T16:45:35.703" v="5225" actId="1076"/>
          <ac:picMkLst>
            <pc:docMk/>
            <pc:sldMk cId="235526209" sldId="9811"/>
            <ac:picMk id="26" creationId="{05D5673A-BA8D-E839-F9B7-AE9649AAB6B8}"/>
          </ac:picMkLst>
        </pc:picChg>
        <pc:cxnChg chg="add del">
          <ac:chgData name="Macher, Andreas (DI FA CTR PLC PPM)" userId="f1dcac62-7bef-43eb-91f0-927336a1714f" providerId="ADAL" clId="{42A619FA-2A58-4939-A31C-66F034B72B9C}" dt="2022-11-25T16:45:42.222" v="5226" actId="21"/>
          <ac:cxnSpMkLst>
            <pc:docMk/>
            <pc:sldMk cId="235526209" sldId="9811"/>
            <ac:cxnSpMk id="5" creationId="{00BE9D9D-6C06-2304-59E4-BA6D6ABFF3AF}"/>
          </ac:cxnSpMkLst>
        </pc:cxnChg>
        <pc:cxnChg chg="add del mod">
          <ac:chgData name="Macher, Andreas (DI FA CTR PLC PPM)" userId="f1dcac62-7bef-43eb-91f0-927336a1714f" providerId="ADAL" clId="{42A619FA-2A58-4939-A31C-66F034B72B9C}" dt="2022-11-25T16:49:57.314" v="5395" actId="21"/>
          <ac:cxnSpMkLst>
            <pc:docMk/>
            <pc:sldMk cId="235526209" sldId="9811"/>
            <ac:cxnSpMk id="6" creationId="{A8041462-6E20-B74D-B153-2F5F4E3D093B}"/>
          </ac:cxnSpMkLst>
        </pc:cxnChg>
        <pc:cxnChg chg="mod">
          <ac:chgData name="Macher, Andreas (DI FA CTR PLC PPM)" userId="f1dcac62-7bef-43eb-91f0-927336a1714f" providerId="ADAL" clId="{42A619FA-2A58-4939-A31C-66F034B72B9C}" dt="2022-11-25T16:45:35.703" v="5225" actId="1076"/>
          <ac:cxnSpMkLst>
            <pc:docMk/>
            <pc:sldMk cId="235526209" sldId="9811"/>
            <ac:cxnSpMk id="34" creationId="{06F55EBF-CB79-0635-FD10-3E1CA13ED53E}"/>
          </ac:cxnSpMkLst>
        </pc:cxnChg>
        <pc:cxnChg chg="del">
          <ac:chgData name="Macher, Andreas (DI FA CTR PLC PPM)" userId="f1dcac62-7bef-43eb-91f0-927336a1714f" providerId="ADAL" clId="{42A619FA-2A58-4939-A31C-66F034B72B9C}" dt="2022-11-25T15:57:12.425" v="4728" actId="478"/>
          <ac:cxnSpMkLst>
            <pc:docMk/>
            <pc:sldMk cId="235526209" sldId="9811"/>
            <ac:cxnSpMk id="35" creationId="{1BA3971E-30E9-3629-45BC-AEA106624B5F}"/>
          </ac:cxnSpMkLst>
        </pc:cxnChg>
        <pc:cxnChg chg="del">
          <ac:chgData name="Macher, Andreas (DI FA CTR PLC PPM)" userId="f1dcac62-7bef-43eb-91f0-927336a1714f" providerId="ADAL" clId="{42A619FA-2A58-4939-A31C-66F034B72B9C}" dt="2022-11-25T15:57:16.457" v="4729" actId="478"/>
          <ac:cxnSpMkLst>
            <pc:docMk/>
            <pc:sldMk cId="235526209" sldId="9811"/>
            <ac:cxnSpMk id="42" creationId="{09431DCD-942F-61B7-92E6-6A5436C624F1}"/>
          </ac:cxnSpMkLst>
        </pc:cxnChg>
      </pc:sldChg>
      <pc:sldChg chg="addSp delSp modSp add mod">
        <pc:chgData name="Macher, Andreas (DI FA CTR PLC PPM)" userId="f1dcac62-7bef-43eb-91f0-927336a1714f" providerId="ADAL" clId="{42A619FA-2A58-4939-A31C-66F034B72B9C}" dt="2022-11-25T17:43:56.265" v="7286"/>
        <pc:sldMkLst>
          <pc:docMk/>
          <pc:sldMk cId="779072975" sldId="9812"/>
        </pc:sldMkLst>
        <pc:spChg chg="mod">
          <ac:chgData name="Macher, Andreas (DI FA CTR PLC PPM)" userId="f1dcac62-7bef-43eb-91f0-927336a1714f" providerId="ADAL" clId="{42A619FA-2A58-4939-A31C-66F034B72B9C}" dt="2022-11-25T15:56:37.837" v="4715"/>
          <ac:spMkLst>
            <pc:docMk/>
            <pc:sldMk cId="779072975" sldId="9812"/>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779072975" sldId="9812"/>
            <ac:spMk id="3" creationId="{464FF754-0FEE-3BDB-6F33-8A0964399AD5}"/>
          </ac:spMkLst>
        </pc:spChg>
        <pc:spChg chg="mod">
          <ac:chgData name="Macher, Andreas (DI FA CTR PLC PPM)" userId="f1dcac62-7bef-43eb-91f0-927336a1714f" providerId="ADAL" clId="{42A619FA-2A58-4939-A31C-66F034B72B9C}" dt="2022-11-25T16:45:50.351" v="5228" actId="1076"/>
          <ac:spMkLst>
            <pc:docMk/>
            <pc:sldMk cId="779072975" sldId="9812"/>
            <ac:spMk id="4" creationId="{567E4D9E-36B3-8DDC-6212-96886DE30AFF}"/>
          </ac:spMkLst>
        </pc:spChg>
        <pc:spChg chg="mod">
          <ac:chgData name="Macher, Andreas (DI FA CTR PLC PPM)" userId="f1dcac62-7bef-43eb-91f0-927336a1714f" providerId="ADAL" clId="{42A619FA-2A58-4939-A31C-66F034B72B9C}" dt="2022-11-25T16:45:50.351" v="5228" actId="1076"/>
          <ac:spMkLst>
            <pc:docMk/>
            <pc:sldMk cId="779072975" sldId="9812"/>
            <ac:spMk id="5" creationId="{F131BF3E-86C3-431B-3C90-23DD7C735CEA}"/>
          </ac:spMkLst>
        </pc:spChg>
        <pc:spChg chg="mod">
          <ac:chgData name="Macher, Andreas (DI FA CTR PLC PPM)" userId="f1dcac62-7bef-43eb-91f0-927336a1714f" providerId="ADAL" clId="{42A619FA-2A58-4939-A31C-66F034B72B9C}" dt="2022-11-25T16:45:50.351" v="5228" actId="1076"/>
          <ac:spMkLst>
            <pc:docMk/>
            <pc:sldMk cId="779072975" sldId="9812"/>
            <ac:spMk id="6" creationId="{2A677C16-E4F9-DCAC-8218-037FA4A5897E}"/>
          </ac:spMkLst>
        </pc:spChg>
        <pc:spChg chg="del mod">
          <ac:chgData name="Macher, Andreas (DI FA CTR PLC PPM)" userId="f1dcac62-7bef-43eb-91f0-927336a1714f" providerId="ADAL" clId="{42A619FA-2A58-4939-A31C-66F034B72B9C}" dt="2022-11-25T16:00:19.566" v="4937" actId="478"/>
          <ac:spMkLst>
            <pc:docMk/>
            <pc:sldMk cId="779072975" sldId="9812"/>
            <ac:spMk id="7" creationId="{5E836B0C-300A-E5EB-681D-0A3CB0264F4A}"/>
          </ac:spMkLst>
        </pc:spChg>
        <pc:spChg chg="del">
          <ac:chgData name="Macher, Andreas (DI FA CTR PLC PPM)" userId="f1dcac62-7bef-43eb-91f0-927336a1714f" providerId="ADAL" clId="{42A619FA-2A58-4939-A31C-66F034B72B9C}" dt="2022-11-25T15:56:21.332" v="4711" actId="478"/>
          <ac:spMkLst>
            <pc:docMk/>
            <pc:sldMk cId="779072975" sldId="9812"/>
            <ac:spMk id="8" creationId="{E9721925-F06C-D5AA-D045-1F66C48B7E02}"/>
          </ac:spMkLst>
        </pc:spChg>
        <pc:spChg chg="add mod">
          <ac:chgData name="Macher, Andreas (DI FA CTR PLC PPM)" userId="f1dcac62-7bef-43eb-91f0-927336a1714f" providerId="ADAL" clId="{42A619FA-2A58-4939-A31C-66F034B72B9C}" dt="2022-11-25T15:56:22.310" v="4712"/>
          <ac:spMkLst>
            <pc:docMk/>
            <pc:sldMk cId="779072975" sldId="9812"/>
            <ac:spMk id="9" creationId="{CFF2031E-4E39-8952-7F54-F5A636A15596}"/>
          </ac:spMkLst>
        </pc:spChg>
        <pc:spChg chg="add mod">
          <ac:chgData name="Macher, Andreas (DI FA CTR PLC PPM)" userId="f1dcac62-7bef-43eb-91f0-927336a1714f" providerId="ADAL" clId="{42A619FA-2A58-4939-A31C-66F034B72B9C}" dt="2022-11-25T16:57:59.549" v="5511"/>
          <ac:spMkLst>
            <pc:docMk/>
            <pc:sldMk cId="779072975" sldId="9812"/>
            <ac:spMk id="12" creationId="{8983FDC9-78B6-407F-1231-C0E4CD0470FC}"/>
          </ac:spMkLst>
        </pc:spChg>
        <pc:spChg chg="mod">
          <ac:chgData name="Macher, Andreas (DI FA CTR PLC PPM)" userId="f1dcac62-7bef-43eb-91f0-927336a1714f" providerId="ADAL" clId="{42A619FA-2A58-4939-A31C-66F034B72B9C}" dt="2022-11-25T16:45:50.351" v="5228" actId="1076"/>
          <ac:spMkLst>
            <pc:docMk/>
            <pc:sldMk cId="779072975" sldId="9812"/>
            <ac:spMk id="21" creationId="{71594A9E-D366-4E24-2A91-6E97770A23EF}"/>
          </ac:spMkLst>
        </pc:spChg>
        <pc:spChg chg="mod">
          <ac:chgData name="Macher, Andreas (DI FA CTR PLC PPM)" userId="f1dcac62-7bef-43eb-91f0-927336a1714f" providerId="ADAL" clId="{42A619FA-2A58-4939-A31C-66F034B72B9C}" dt="2022-11-25T16:45:50.351" v="5228" actId="1076"/>
          <ac:spMkLst>
            <pc:docMk/>
            <pc:sldMk cId="779072975" sldId="9812"/>
            <ac:spMk id="27" creationId="{4F0F7FAC-C60C-3D50-46F0-17A5E5E6EBB4}"/>
          </ac:spMkLst>
        </pc:spChg>
        <pc:spChg chg="mod">
          <ac:chgData name="Macher, Andreas (DI FA CTR PLC PPM)" userId="f1dcac62-7bef-43eb-91f0-927336a1714f" providerId="ADAL" clId="{42A619FA-2A58-4939-A31C-66F034B72B9C}" dt="2022-11-25T16:45:50.351" v="5228" actId="1076"/>
          <ac:spMkLst>
            <pc:docMk/>
            <pc:sldMk cId="779072975" sldId="9812"/>
            <ac:spMk id="29" creationId="{51509B96-7D24-4D66-D71B-117887B9B33E}"/>
          </ac:spMkLst>
        </pc:spChg>
        <pc:spChg chg="mod">
          <ac:chgData name="Macher, Andreas (DI FA CTR PLC PPM)" userId="f1dcac62-7bef-43eb-91f0-927336a1714f" providerId="ADAL" clId="{42A619FA-2A58-4939-A31C-66F034B72B9C}" dt="2022-11-25T16:45:50.351" v="5228" actId="1076"/>
          <ac:spMkLst>
            <pc:docMk/>
            <pc:sldMk cId="779072975" sldId="9812"/>
            <ac:spMk id="30" creationId="{6EE0C415-FA5D-CEA7-4B06-F94B7ABD87D5}"/>
          </ac:spMkLst>
        </pc:spChg>
        <pc:spChg chg="mod">
          <ac:chgData name="Macher, Andreas (DI FA CTR PLC PPM)" userId="f1dcac62-7bef-43eb-91f0-927336a1714f" providerId="ADAL" clId="{42A619FA-2A58-4939-A31C-66F034B72B9C}" dt="2022-11-25T16:45:50.351" v="5228" actId="1076"/>
          <ac:spMkLst>
            <pc:docMk/>
            <pc:sldMk cId="779072975" sldId="9812"/>
            <ac:spMk id="32" creationId="{424BB2A0-1891-7FE7-2D9F-A1B9BB662D01}"/>
          </ac:spMkLst>
        </pc:spChg>
        <pc:spChg chg="del">
          <ac:chgData name="Macher, Andreas (DI FA CTR PLC PPM)" userId="f1dcac62-7bef-43eb-91f0-927336a1714f" providerId="ADAL" clId="{42A619FA-2A58-4939-A31C-66F034B72B9C}" dt="2022-11-25T16:00:33.706" v="4940" actId="478"/>
          <ac:spMkLst>
            <pc:docMk/>
            <pc:sldMk cId="779072975" sldId="9812"/>
            <ac:spMk id="43" creationId="{17BA86CE-77B4-3286-250F-EE1FA0029378}"/>
          </ac:spMkLst>
        </pc:spChg>
        <pc:spChg chg="mod">
          <ac:chgData name="Macher, Andreas (DI FA CTR PLC PPM)" userId="f1dcac62-7bef-43eb-91f0-927336a1714f" providerId="ADAL" clId="{42A619FA-2A58-4939-A31C-66F034B72B9C}" dt="2022-11-25T16:49:41.712" v="5389" actId="14100"/>
          <ac:spMkLst>
            <pc:docMk/>
            <pc:sldMk cId="779072975" sldId="9812"/>
            <ac:spMk id="44" creationId="{414CF385-136E-AD32-FE2A-7115E4D7CE4F}"/>
          </ac:spMkLst>
        </pc:spChg>
        <pc:spChg chg="mod">
          <ac:chgData name="Macher, Andreas (DI FA CTR PLC PPM)" userId="f1dcac62-7bef-43eb-91f0-927336a1714f" providerId="ADAL" clId="{42A619FA-2A58-4939-A31C-66F034B72B9C}" dt="2022-11-25T16:45:50.351" v="5228" actId="1076"/>
          <ac:spMkLst>
            <pc:docMk/>
            <pc:sldMk cId="779072975" sldId="9812"/>
            <ac:spMk id="45" creationId="{CEE48F01-BB8A-96EE-5EB0-58AF8B36BDC5}"/>
          </ac:spMkLst>
        </pc:spChg>
        <pc:spChg chg="mod">
          <ac:chgData name="Macher, Andreas (DI FA CTR PLC PPM)" userId="f1dcac62-7bef-43eb-91f0-927336a1714f" providerId="ADAL" clId="{42A619FA-2A58-4939-A31C-66F034B72B9C}" dt="2022-11-25T16:45:50.351" v="5228" actId="1076"/>
          <ac:spMkLst>
            <pc:docMk/>
            <pc:sldMk cId="779072975" sldId="9812"/>
            <ac:spMk id="50" creationId="{36FD3C6B-C371-A331-2A6C-6E10D0091E53}"/>
          </ac:spMkLst>
        </pc:spChg>
        <pc:spChg chg="mod">
          <ac:chgData name="Macher, Andreas (DI FA CTR PLC PPM)" userId="f1dcac62-7bef-43eb-91f0-927336a1714f" providerId="ADAL" clId="{42A619FA-2A58-4939-A31C-66F034B72B9C}" dt="2022-11-25T16:49:44.700" v="5390" actId="14100"/>
          <ac:spMkLst>
            <pc:docMk/>
            <pc:sldMk cId="779072975" sldId="9812"/>
            <ac:spMk id="51" creationId="{195B4878-925A-5719-E95D-5F1DD49B759F}"/>
          </ac:spMkLst>
        </pc:spChg>
        <pc:picChg chg="mod">
          <ac:chgData name="Macher, Andreas (DI FA CTR PLC PPM)" userId="f1dcac62-7bef-43eb-91f0-927336a1714f" providerId="ADAL" clId="{42A619FA-2A58-4939-A31C-66F034B72B9C}" dt="2022-11-25T16:45:50.351" v="5228" actId="1076"/>
          <ac:picMkLst>
            <pc:docMk/>
            <pc:sldMk cId="779072975" sldId="9812"/>
            <ac:picMk id="13" creationId="{F74D7DBB-0465-D72D-A840-A995DDC907F5}"/>
          </ac:picMkLst>
        </pc:picChg>
        <pc:picChg chg="mod">
          <ac:chgData name="Macher, Andreas (DI FA CTR PLC PPM)" userId="f1dcac62-7bef-43eb-91f0-927336a1714f" providerId="ADAL" clId="{42A619FA-2A58-4939-A31C-66F034B72B9C}" dt="2022-11-25T16:45:50.351" v="5228" actId="1076"/>
          <ac:picMkLst>
            <pc:docMk/>
            <pc:sldMk cId="779072975" sldId="9812"/>
            <ac:picMk id="25" creationId="{48C8702E-31F5-53EF-1CE2-485F005B874A}"/>
          </ac:picMkLst>
        </pc:picChg>
        <pc:picChg chg="mod">
          <ac:chgData name="Macher, Andreas (DI FA CTR PLC PPM)" userId="f1dcac62-7bef-43eb-91f0-927336a1714f" providerId="ADAL" clId="{42A619FA-2A58-4939-A31C-66F034B72B9C}" dt="2022-11-25T16:45:50.351" v="5228" actId="1076"/>
          <ac:picMkLst>
            <pc:docMk/>
            <pc:sldMk cId="779072975" sldId="9812"/>
            <ac:picMk id="26" creationId="{05D5673A-BA8D-E839-F9B7-AE9649AAB6B8}"/>
          </ac:picMkLst>
        </pc:picChg>
        <pc:cxnChg chg="add del mod">
          <ac:chgData name="Macher, Andreas (DI FA CTR PLC PPM)" userId="f1dcac62-7bef-43eb-91f0-927336a1714f" providerId="ADAL" clId="{42A619FA-2A58-4939-A31C-66F034B72B9C}" dt="2022-11-25T16:45:52.714" v="5229" actId="21"/>
          <ac:cxnSpMkLst>
            <pc:docMk/>
            <pc:sldMk cId="779072975" sldId="9812"/>
            <ac:cxnSpMk id="10" creationId="{AC912632-4B6C-4867-0FCA-E52AFC903989}"/>
          </ac:cxnSpMkLst>
        </pc:cxnChg>
        <pc:cxnChg chg="add del mod">
          <ac:chgData name="Macher, Andreas (DI FA CTR PLC PPM)" userId="f1dcac62-7bef-43eb-91f0-927336a1714f" providerId="ADAL" clId="{42A619FA-2A58-4939-A31C-66F034B72B9C}" dt="2022-11-25T16:49:47.777" v="5391" actId="21"/>
          <ac:cxnSpMkLst>
            <pc:docMk/>
            <pc:sldMk cId="779072975" sldId="9812"/>
            <ac:cxnSpMk id="11" creationId="{C858EDE1-F7E2-57DF-7C8B-49FDCFE899DF}"/>
          </ac:cxnSpMkLst>
        </pc:cxnChg>
        <pc:cxnChg chg="del">
          <ac:chgData name="Macher, Andreas (DI FA CTR PLC PPM)" userId="f1dcac62-7bef-43eb-91f0-927336a1714f" providerId="ADAL" clId="{42A619FA-2A58-4939-A31C-66F034B72B9C}" dt="2022-11-25T15:57:49.633" v="4732" actId="478"/>
          <ac:cxnSpMkLst>
            <pc:docMk/>
            <pc:sldMk cId="779072975" sldId="9812"/>
            <ac:cxnSpMk id="35" creationId="{1BA3971E-30E9-3629-45BC-AEA106624B5F}"/>
          </ac:cxnSpMkLst>
        </pc:cxnChg>
        <pc:cxnChg chg="del">
          <ac:chgData name="Macher, Andreas (DI FA CTR PLC PPM)" userId="f1dcac62-7bef-43eb-91f0-927336a1714f" providerId="ADAL" clId="{42A619FA-2A58-4939-A31C-66F034B72B9C}" dt="2022-11-25T16:00:33.706" v="4940" actId="478"/>
          <ac:cxnSpMkLst>
            <pc:docMk/>
            <pc:sldMk cId="779072975" sldId="9812"/>
            <ac:cxnSpMk id="42" creationId="{09431DCD-942F-61B7-92E6-6A5436C624F1}"/>
          </ac:cxnSpMkLst>
        </pc:cxnChg>
      </pc:sldChg>
      <pc:sldChg chg="addSp delSp modSp add mod">
        <pc:chgData name="Macher, Andreas (DI FA CTR PLC PPM)" userId="f1dcac62-7bef-43eb-91f0-927336a1714f" providerId="ADAL" clId="{42A619FA-2A58-4939-A31C-66F034B72B9C}" dt="2022-11-25T17:43:56.265" v="7286"/>
        <pc:sldMkLst>
          <pc:docMk/>
          <pc:sldMk cId="1900806880" sldId="9813"/>
        </pc:sldMkLst>
        <pc:spChg chg="mod">
          <ac:chgData name="Macher, Andreas (DI FA CTR PLC PPM)" userId="f1dcac62-7bef-43eb-91f0-927336a1714f" providerId="ADAL" clId="{42A619FA-2A58-4939-A31C-66F034B72B9C}" dt="2022-11-25T15:56:41.887" v="4716"/>
          <ac:spMkLst>
            <pc:docMk/>
            <pc:sldMk cId="1900806880" sldId="9813"/>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1900806880" sldId="9813"/>
            <ac:spMk id="3" creationId="{464FF754-0FEE-3BDB-6F33-8A0964399AD5}"/>
          </ac:spMkLst>
        </pc:spChg>
        <pc:spChg chg="mod">
          <ac:chgData name="Macher, Andreas (DI FA CTR PLC PPM)" userId="f1dcac62-7bef-43eb-91f0-927336a1714f" providerId="ADAL" clId="{42A619FA-2A58-4939-A31C-66F034B72B9C}" dt="2022-11-25T16:47:51.679" v="5365" actId="1037"/>
          <ac:spMkLst>
            <pc:docMk/>
            <pc:sldMk cId="1900806880" sldId="9813"/>
            <ac:spMk id="4" creationId="{567E4D9E-36B3-8DDC-6212-96886DE30AFF}"/>
          </ac:spMkLst>
        </pc:spChg>
        <pc:spChg chg="mod">
          <ac:chgData name="Macher, Andreas (DI FA CTR PLC PPM)" userId="f1dcac62-7bef-43eb-91f0-927336a1714f" providerId="ADAL" clId="{42A619FA-2A58-4939-A31C-66F034B72B9C}" dt="2022-11-25T16:47:51.679" v="5365" actId="1037"/>
          <ac:spMkLst>
            <pc:docMk/>
            <pc:sldMk cId="1900806880" sldId="9813"/>
            <ac:spMk id="5" creationId="{F131BF3E-86C3-431B-3C90-23DD7C735CEA}"/>
          </ac:spMkLst>
        </pc:spChg>
        <pc:spChg chg="mod">
          <ac:chgData name="Macher, Andreas (DI FA CTR PLC PPM)" userId="f1dcac62-7bef-43eb-91f0-927336a1714f" providerId="ADAL" clId="{42A619FA-2A58-4939-A31C-66F034B72B9C}" dt="2022-11-25T16:47:51.679" v="5365" actId="1037"/>
          <ac:spMkLst>
            <pc:docMk/>
            <pc:sldMk cId="1900806880" sldId="9813"/>
            <ac:spMk id="6" creationId="{2A677C16-E4F9-DCAC-8218-037FA4A5897E}"/>
          </ac:spMkLst>
        </pc:spChg>
        <pc:spChg chg="mod">
          <ac:chgData name="Macher, Andreas (DI FA CTR PLC PPM)" userId="f1dcac62-7bef-43eb-91f0-927336a1714f" providerId="ADAL" clId="{42A619FA-2A58-4939-A31C-66F034B72B9C}" dt="2022-11-25T16:48:34.590" v="5372" actId="14100"/>
          <ac:spMkLst>
            <pc:docMk/>
            <pc:sldMk cId="1900806880" sldId="9813"/>
            <ac:spMk id="7" creationId="{51B3E073-645A-B221-7081-DE206F08CC4E}"/>
          </ac:spMkLst>
        </pc:spChg>
        <pc:spChg chg="mod">
          <ac:chgData name="Macher, Andreas (DI FA CTR PLC PPM)" userId="f1dcac62-7bef-43eb-91f0-927336a1714f" providerId="ADAL" clId="{42A619FA-2A58-4939-A31C-66F034B72B9C}" dt="2022-11-25T16:48:37.398" v="5373" actId="14100"/>
          <ac:spMkLst>
            <pc:docMk/>
            <pc:sldMk cId="1900806880" sldId="9813"/>
            <ac:spMk id="8" creationId="{2EF7EFC9-F60F-420A-7C91-1B826CDAE04D}"/>
          </ac:spMkLst>
        </pc:spChg>
        <pc:spChg chg="del">
          <ac:chgData name="Macher, Andreas (DI FA CTR PLC PPM)" userId="f1dcac62-7bef-43eb-91f0-927336a1714f" providerId="ADAL" clId="{42A619FA-2A58-4939-A31C-66F034B72B9C}" dt="2022-11-25T15:56:26.061" v="4713" actId="478"/>
          <ac:spMkLst>
            <pc:docMk/>
            <pc:sldMk cId="1900806880" sldId="9813"/>
            <ac:spMk id="9" creationId="{01A6B011-3C7C-61A2-DDE9-1FE4F8677996}"/>
          </ac:spMkLst>
        </pc:spChg>
        <pc:spChg chg="add mod">
          <ac:chgData name="Macher, Andreas (DI FA CTR PLC PPM)" userId="f1dcac62-7bef-43eb-91f0-927336a1714f" providerId="ADAL" clId="{42A619FA-2A58-4939-A31C-66F034B72B9C}" dt="2022-11-25T15:56:26.361" v="4714"/>
          <ac:spMkLst>
            <pc:docMk/>
            <pc:sldMk cId="1900806880" sldId="9813"/>
            <ac:spMk id="10" creationId="{66058533-18FB-25CE-575C-5E58A4289142}"/>
          </ac:spMkLst>
        </pc:spChg>
        <pc:spChg chg="add mod">
          <ac:chgData name="Macher, Andreas (DI FA CTR PLC PPM)" userId="f1dcac62-7bef-43eb-91f0-927336a1714f" providerId="ADAL" clId="{42A619FA-2A58-4939-A31C-66F034B72B9C}" dt="2022-11-25T16:58:03.940" v="5513"/>
          <ac:spMkLst>
            <pc:docMk/>
            <pc:sldMk cId="1900806880" sldId="9813"/>
            <ac:spMk id="14" creationId="{5637B1E3-11DF-39AE-7F26-BA78275DDEC8}"/>
          </ac:spMkLst>
        </pc:spChg>
        <pc:spChg chg="mod">
          <ac:chgData name="Macher, Andreas (DI FA CTR PLC PPM)" userId="f1dcac62-7bef-43eb-91f0-927336a1714f" providerId="ADAL" clId="{42A619FA-2A58-4939-A31C-66F034B72B9C}" dt="2022-11-25T16:47:51.679" v="5365" actId="1037"/>
          <ac:spMkLst>
            <pc:docMk/>
            <pc:sldMk cId="1900806880" sldId="9813"/>
            <ac:spMk id="21" creationId="{71594A9E-D366-4E24-2A91-6E97770A23EF}"/>
          </ac:spMkLst>
        </pc:spChg>
        <pc:spChg chg="mod">
          <ac:chgData name="Macher, Andreas (DI FA CTR PLC PPM)" userId="f1dcac62-7bef-43eb-91f0-927336a1714f" providerId="ADAL" clId="{42A619FA-2A58-4939-A31C-66F034B72B9C}" dt="2022-11-25T16:47:51.679" v="5365" actId="1037"/>
          <ac:spMkLst>
            <pc:docMk/>
            <pc:sldMk cId="1900806880" sldId="9813"/>
            <ac:spMk id="27" creationId="{4F0F7FAC-C60C-3D50-46F0-17A5E5E6EBB4}"/>
          </ac:spMkLst>
        </pc:spChg>
        <pc:spChg chg="mod">
          <ac:chgData name="Macher, Andreas (DI FA CTR PLC PPM)" userId="f1dcac62-7bef-43eb-91f0-927336a1714f" providerId="ADAL" clId="{42A619FA-2A58-4939-A31C-66F034B72B9C}" dt="2022-11-25T16:47:51.679" v="5365" actId="1037"/>
          <ac:spMkLst>
            <pc:docMk/>
            <pc:sldMk cId="1900806880" sldId="9813"/>
            <ac:spMk id="29" creationId="{51509B96-7D24-4D66-D71B-117887B9B33E}"/>
          </ac:spMkLst>
        </pc:spChg>
        <pc:spChg chg="mod">
          <ac:chgData name="Macher, Andreas (DI FA CTR PLC PPM)" userId="f1dcac62-7bef-43eb-91f0-927336a1714f" providerId="ADAL" clId="{42A619FA-2A58-4939-A31C-66F034B72B9C}" dt="2022-11-25T16:47:51.679" v="5365" actId="1037"/>
          <ac:spMkLst>
            <pc:docMk/>
            <pc:sldMk cId="1900806880" sldId="9813"/>
            <ac:spMk id="30" creationId="{6EE0C415-FA5D-CEA7-4B06-F94B7ABD87D5}"/>
          </ac:spMkLst>
        </pc:spChg>
        <pc:spChg chg="mod">
          <ac:chgData name="Macher, Andreas (DI FA CTR PLC PPM)" userId="f1dcac62-7bef-43eb-91f0-927336a1714f" providerId="ADAL" clId="{42A619FA-2A58-4939-A31C-66F034B72B9C}" dt="2022-11-25T16:47:51.679" v="5365" actId="1037"/>
          <ac:spMkLst>
            <pc:docMk/>
            <pc:sldMk cId="1900806880" sldId="9813"/>
            <ac:spMk id="32" creationId="{424BB2A0-1891-7FE7-2D9F-A1B9BB662D01}"/>
          </ac:spMkLst>
        </pc:spChg>
        <pc:spChg chg="mod">
          <ac:chgData name="Macher, Andreas (DI FA CTR PLC PPM)" userId="f1dcac62-7bef-43eb-91f0-927336a1714f" providerId="ADAL" clId="{42A619FA-2A58-4939-A31C-66F034B72B9C}" dt="2022-11-25T16:47:51.679" v="5365" actId="1037"/>
          <ac:spMkLst>
            <pc:docMk/>
            <pc:sldMk cId="1900806880" sldId="9813"/>
            <ac:spMk id="45" creationId="{CEE48F01-BB8A-96EE-5EB0-58AF8B36BDC5}"/>
          </ac:spMkLst>
        </pc:spChg>
        <pc:spChg chg="mod">
          <ac:chgData name="Macher, Andreas (DI FA CTR PLC PPM)" userId="f1dcac62-7bef-43eb-91f0-927336a1714f" providerId="ADAL" clId="{42A619FA-2A58-4939-A31C-66F034B72B9C}" dt="2022-11-25T16:47:51.679" v="5365" actId="1037"/>
          <ac:spMkLst>
            <pc:docMk/>
            <pc:sldMk cId="1900806880" sldId="9813"/>
            <ac:spMk id="50" creationId="{36FD3C6B-C371-A331-2A6C-6E10D0091E53}"/>
          </ac:spMkLst>
        </pc:spChg>
        <pc:picChg chg="mod">
          <ac:chgData name="Macher, Andreas (DI FA CTR PLC PPM)" userId="f1dcac62-7bef-43eb-91f0-927336a1714f" providerId="ADAL" clId="{42A619FA-2A58-4939-A31C-66F034B72B9C}" dt="2022-11-25T16:47:51.679" v="5365" actId="1037"/>
          <ac:picMkLst>
            <pc:docMk/>
            <pc:sldMk cId="1900806880" sldId="9813"/>
            <ac:picMk id="13" creationId="{F74D7DBB-0465-D72D-A840-A995DDC907F5}"/>
          </ac:picMkLst>
        </pc:picChg>
        <pc:picChg chg="mod">
          <ac:chgData name="Macher, Andreas (DI FA CTR PLC PPM)" userId="f1dcac62-7bef-43eb-91f0-927336a1714f" providerId="ADAL" clId="{42A619FA-2A58-4939-A31C-66F034B72B9C}" dt="2022-11-25T16:47:51.679" v="5365" actId="1037"/>
          <ac:picMkLst>
            <pc:docMk/>
            <pc:sldMk cId="1900806880" sldId="9813"/>
            <ac:picMk id="25" creationId="{48C8702E-31F5-53EF-1CE2-485F005B874A}"/>
          </ac:picMkLst>
        </pc:picChg>
        <pc:picChg chg="mod">
          <ac:chgData name="Macher, Andreas (DI FA CTR PLC PPM)" userId="f1dcac62-7bef-43eb-91f0-927336a1714f" providerId="ADAL" clId="{42A619FA-2A58-4939-A31C-66F034B72B9C}" dt="2022-11-25T16:47:51.679" v="5365" actId="1037"/>
          <ac:picMkLst>
            <pc:docMk/>
            <pc:sldMk cId="1900806880" sldId="9813"/>
            <ac:picMk id="26" creationId="{05D5673A-BA8D-E839-F9B7-AE9649AAB6B8}"/>
          </ac:picMkLst>
        </pc:picChg>
        <pc:cxnChg chg="add del mod">
          <ac:chgData name="Macher, Andreas (DI FA CTR PLC PPM)" userId="f1dcac62-7bef-43eb-91f0-927336a1714f" providerId="ADAL" clId="{42A619FA-2A58-4939-A31C-66F034B72B9C}" dt="2022-11-25T16:46:41.479" v="5277" actId="21"/>
          <ac:cxnSpMkLst>
            <pc:docMk/>
            <pc:sldMk cId="1900806880" sldId="9813"/>
            <ac:cxnSpMk id="11" creationId="{71E755D9-08F7-E553-97A2-9948A5055A81}"/>
          </ac:cxnSpMkLst>
        </pc:cxnChg>
        <pc:cxnChg chg="add del mod">
          <ac:chgData name="Macher, Andreas (DI FA CTR PLC PPM)" userId="f1dcac62-7bef-43eb-91f0-927336a1714f" providerId="ADAL" clId="{42A619FA-2A58-4939-A31C-66F034B72B9C}" dt="2022-11-25T16:48:40.191" v="5374" actId="21"/>
          <ac:cxnSpMkLst>
            <pc:docMk/>
            <pc:sldMk cId="1900806880" sldId="9813"/>
            <ac:cxnSpMk id="12" creationId="{6CE49658-ABAB-5C01-CCCF-587198D30B84}"/>
          </ac:cxnSpMkLst>
        </pc:cxnChg>
        <pc:cxnChg chg="mod">
          <ac:chgData name="Macher, Andreas (DI FA CTR PLC PPM)" userId="f1dcac62-7bef-43eb-91f0-927336a1714f" providerId="ADAL" clId="{42A619FA-2A58-4939-A31C-66F034B72B9C}" dt="2022-11-25T16:47:51.679" v="5365" actId="1037"/>
          <ac:cxnSpMkLst>
            <pc:docMk/>
            <pc:sldMk cId="1900806880" sldId="9813"/>
            <ac:cxnSpMk id="35" creationId="{1BA3971E-30E9-3629-45BC-AEA106624B5F}"/>
          </ac:cxnSpMkLst>
        </pc:cxnChg>
      </pc:sldChg>
      <pc:sldChg chg="addSp delSp modSp add mod">
        <pc:chgData name="Macher, Andreas (DI FA CTR PLC PPM)" userId="f1dcac62-7bef-43eb-91f0-927336a1714f" providerId="ADAL" clId="{42A619FA-2A58-4939-A31C-66F034B72B9C}" dt="2022-11-25T17:43:56.265" v="7286"/>
        <pc:sldMkLst>
          <pc:docMk/>
          <pc:sldMk cId="1730934402" sldId="9814"/>
        </pc:sldMkLst>
        <pc:spChg chg="mod">
          <ac:chgData name="Macher, Andreas (DI FA CTR PLC PPM)" userId="f1dcac62-7bef-43eb-91f0-927336a1714f" providerId="ADAL" clId="{42A619FA-2A58-4939-A31C-66F034B72B9C}" dt="2022-11-25T16:01:42.026" v="5011" actId="20577"/>
          <ac:spMkLst>
            <pc:docMk/>
            <pc:sldMk cId="1730934402" sldId="9814"/>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1730934402" sldId="9814"/>
            <ac:spMk id="3" creationId="{464FF754-0FEE-3BDB-6F33-8A0964399AD5}"/>
          </ac:spMkLst>
        </pc:spChg>
        <pc:spChg chg="mod">
          <ac:chgData name="Macher, Andreas (DI FA CTR PLC PPM)" userId="f1dcac62-7bef-43eb-91f0-927336a1714f" providerId="ADAL" clId="{42A619FA-2A58-4939-A31C-66F034B72B9C}" dt="2022-11-25T16:46:08.868" v="5232" actId="1076"/>
          <ac:spMkLst>
            <pc:docMk/>
            <pc:sldMk cId="1730934402" sldId="9814"/>
            <ac:spMk id="4" creationId="{567E4D9E-36B3-8DDC-6212-96886DE30AFF}"/>
          </ac:spMkLst>
        </pc:spChg>
        <pc:spChg chg="mod">
          <ac:chgData name="Macher, Andreas (DI FA CTR PLC PPM)" userId="f1dcac62-7bef-43eb-91f0-927336a1714f" providerId="ADAL" clId="{42A619FA-2A58-4939-A31C-66F034B72B9C}" dt="2022-11-25T16:46:08.868" v="5232" actId="1076"/>
          <ac:spMkLst>
            <pc:docMk/>
            <pc:sldMk cId="1730934402" sldId="9814"/>
            <ac:spMk id="5" creationId="{F131BF3E-86C3-431B-3C90-23DD7C735CEA}"/>
          </ac:spMkLst>
        </pc:spChg>
        <pc:spChg chg="mod">
          <ac:chgData name="Macher, Andreas (DI FA CTR PLC PPM)" userId="f1dcac62-7bef-43eb-91f0-927336a1714f" providerId="ADAL" clId="{42A619FA-2A58-4939-A31C-66F034B72B9C}" dt="2022-11-25T16:46:08.868" v="5232" actId="1076"/>
          <ac:spMkLst>
            <pc:docMk/>
            <pc:sldMk cId="1730934402" sldId="9814"/>
            <ac:spMk id="6" creationId="{2A677C16-E4F9-DCAC-8218-037FA4A5897E}"/>
          </ac:spMkLst>
        </pc:spChg>
        <pc:spChg chg="mod">
          <ac:chgData name="Macher, Andreas (DI FA CTR PLC PPM)" userId="f1dcac62-7bef-43eb-91f0-927336a1714f" providerId="ADAL" clId="{42A619FA-2A58-4939-A31C-66F034B72B9C}" dt="2022-11-25T17:24:45.310" v="6260" actId="1076"/>
          <ac:spMkLst>
            <pc:docMk/>
            <pc:sldMk cId="1730934402" sldId="9814"/>
            <ac:spMk id="7" creationId="{5E836B0C-300A-E5EB-681D-0A3CB0264F4A}"/>
          </ac:spMkLst>
        </pc:spChg>
        <pc:spChg chg="add del mod">
          <ac:chgData name="Macher, Andreas (DI FA CTR PLC PPM)" userId="f1dcac62-7bef-43eb-91f0-927336a1714f" providerId="ADAL" clId="{42A619FA-2A58-4939-A31C-66F034B72B9C}" dt="2022-11-25T16:02:03.466" v="5013"/>
          <ac:spMkLst>
            <pc:docMk/>
            <pc:sldMk cId="1730934402" sldId="9814"/>
            <ac:spMk id="8" creationId="{C1AEBCA1-8E6D-5763-C105-D23C5A07CF72}"/>
          </ac:spMkLst>
        </pc:spChg>
        <pc:spChg chg="add mod">
          <ac:chgData name="Macher, Andreas (DI FA CTR PLC PPM)" userId="f1dcac62-7bef-43eb-91f0-927336a1714f" providerId="ADAL" clId="{42A619FA-2A58-4939-A31C-66F034B72B9C}" dt="2022-11-25T16:58:02.318" v="5512"/>
          <ac:spMkLst>
            <pc:docMk/>
            <pc:sldMk cId="1730934402" sldId="9814"/>
            <ac:spMk id="12" creationId="{04E6A03C-B484-DEBC-450A-5C60772777BE}"/>
          </ac:spMkLst>
        </pc:spChg>
        <pc:spChg chg="mod">
          <ac:chgData name="Macher, Andreas (DI FA CTR PLC PPM)" userId="f1dcac62-7bef-43eb-91f0-927336a1714f" providerId="ADAL" clId="{42A619FA-2A58-4939-A31C-66F034B72B9C}" dt="2022-11-25T16:46:08.868" v="5232" actId="1076"/>
          <ac:spMkLst>
            <pc:docMk/>
            <pc:sldMk cId="1730934402" sldId="9814"/>
            <ac:spMk id="21" creationId="{71594A9E-D366-4E24-2A91-6E97770A23EF}"/>
          </ac:spMkLst>
        </pc:spChg>
        <pc:spChg chg="mod">
          <ac:chgData name="Macher, Andreas (DI FA CTR PLC PPM)" userId="f1dcac62-7bef-43eb-91f0-927336a1714f" providerId="ADAL" clId="{42A619FA-2A58-4939-A31C-66F034B72B9C}" dt="2022-11-25T16:46:08.868" v="5232" actId="1076"/>
          <ac:spMkLst>
            <pc:docMk/>
            <pc:sldMk cId="1730934402" sldId="9814"/>
            <ac:spMk id="27" creationId="{4F0F7FAC-C60C-3D50-46F0-17A5E5E6EBB4}"/>
          </ac:spMkLst>
        </pc:spChg>
        <pc:spChg chg="mod">
          <ac:chgData name="Macher, Andreas (DI FA CTR PLC PPM)" userId="f1dcac62-7bef-43eb-91f0-927336a1714f" providerId="ADAL" clId="{42A619FA-2A58-4939-A31C-66F034B72B9C}" dt="2022-11-25T16:46:08.868" v="5232" actId="1076"/>
          <ac:spMkLst>
            <pc:docMk/>
            <pc:sldMk cId="1730934402" sldId="9814"/>
            <ac:spMk id="29" creationId="{51509B96-7D24-4D66-D71B-117887B9B33E}"/>
          </ac:spMkLst>
        </pc:spChg>
        <pc:spChg chg="mod">
          <ac:chgData name="Macher, Andreas (DI FA CTR PLC PPM)" userId="f1dcac62-7bef-43eb-91f0-927336a1714f" providerId="ADAL" clId="{42A619FA-2A58-4939-A31C-66F034B72B9C}" dt="2022-11-25T16:46:08.868" v="5232" actId="1076"/>
          <ac:spMkLst>
            <pc:docMk/>
            <pc:sldMk cId="1730934402" sldId="9814"/>
            <ac:spMk id="30" creationId="{6EE0C415-FA5D-CEA7-4B06-F94B7ABD87D5}"/>
          </ac:spMkLst>
        </pc:spChg>
        <pc:spChg chg="mod">
          <ac:chgData name="Macher, Andreas (DI FA CTR PLC PPM)" userId="f1dcac62-7bef-43eb-91f0-927336a1714f" providerId="ADAL" clId="{42A619FA-2A58-4939-A31C-66F034B72B9C}" dt="2022-11-25T16:46:08.868" v="5232" actId="1076"/>
          <ac:spMkLst>
            <pc:docMk/>
            <pc:sldMk cId="1730934402" sldId="9814"/>
            <ac:spMk id="32" creationId="{424BB2A0-1891-7FE7-2D9F-A1B9BB662D01}"/>
          </ac:spMkLst>
        </pc:spChg>
        <pc:spChg chg="del">
          <ac:chgData name="Macher, Andreas (DI FA CTR PLC PPM)" userId="f1dcac62-7bef-43eb-91f0-927336a1714f" providerId="ADAL" clId="{42A619FA-2A58-4939-A31C-66F034B72B9C}" dt="2022-11-25T16:01:00.513" v="4942" actId="478"/>
          <ac:spMkLst>
            <pc:docMk/>
            <pc:sldMk cId="1730934402" sldId="9814"/>
            <ac:spMk id="43" creationId="{17BA86CE-77B4-3286-250F-EE1FA0029378}"/>
          </ac:spMkLst>
        </pc:spChg>
        <pc:spChg chg="mod">
          <ac:chgData name="Macher, Andreas (DI FA CTR PLC PPM)" userId="f1dcac62-7bef-43eb-91f0-927336a1714f" providerId="ADAL" clId="{42A619FA-2A58-4939-A31C-66F034B72B9C}" dt="2022-11-25T16:48:14.441" v="5368" actId="14100"/>
          <ac:spMkLst>
            <pc:docMk/>
            <pc:sldMk cId="1730934402" sldId="9814"/>
            <ac:spMk id="44" creationId="{414CF385-136E-AD32-FE2A-7115E4D7CE4F}"/>
          </ac:spMkLst>
        </pc:spChg>
        <pc:spChg chg="mod">
          <ac:chgData name="Macher, Andreas (DI FA CTR PLC PPM)" userId="f1dcac62-7bef-43eb-91f0-927336a1714f" providerId="ADAL" clId="{42A619FA-2A58-4939-A31C-66F034B72B9C}" dt="2022-11-25T16:46:08.868" v="5232" actId="1076"/>
          <ac:spMkLst>
            <pc:docMk/>
            <pc:sldMk cId="1730934402" sldId="9814"/>
            <ac:spMk id="45" creationId="{CEE48F01-BB8A-96EE-5EB0-58AF8B36BDC5}"/>
          </ac:spMkLst>
        </pc:spChg>
        <pc:spChg chg="mod">
          <ac:chgData name="Macher, Andreas (DI FA CTR PLC PPM)" userId="f1dcac62-7bef-43eb-91f0-927336a1714f" providerId="ADAL" clId="{42A619FA-2A58-4939-A31C-66F034B72B9C}" dt="2022-11-25T17:24:27.536" v="6259" actId="108"/>
          <ac:spMkLst>
            <pc:docMk/>
            <pc:sldMk cId="1730934402" sldId="9814"/>
            <ac:spMk id="50" creationId="{36FD3C6B-C371-A331-2A6C-6E10D0091E53}"/>
          </ac:spMkLst>
        </pc:spChg>
        <pc:spChg chg="mod">
          <ac:chgData name="Macher, Andreas (DI FA CTR PLC PPM)" userId="f1dcac62-7bef-43eb-91f0-927336a1714f" providerId="ADAL" clId="{42A619FA-2A58-4939-A31C-66F034B72B9C}" dt="2022-11-25T16:48:17.998" v="5369" actId="14100"/>
          <ac:spMkLst>
            <pc:docMk/>
            <pc:sldMk cId="1730934402" sldId="9814"/>
            <ac:spMk id="51" creationId="{195B4878-925A-5719-E95D-5F1DD49B759F}"/>
          </ac:spMkLst>
        </pc:spChg>
        <pc:picChg chg="mod">
          <ac:chgData name="Macher, Andreas (DI FA CTR PLC PPM)" userId="f1dcac62-7bef-43eb-91f0-927336a1714f" providerId="ADAL" clId="{42A619FA-2A58-4939-A31C-66F034B72B9C}" dt="2022-11-25T16:46:08.868" v="5232" actId="1076"/>
          <ac:picMkLst>
            <pc:docMk/>
            <pc:sldMk cId="1730934402" sldId="9814"/>
            <ac:picMk id="13" creationId="{F74D7DBB-0465-D72D-A840-A995DDC907F5}"/>
          </ac:picMkLst>
        </pc:picChg>
        <pc:picChg chg="mod">
          <ac:chgData name="Macher, Andreas (DI FA CTR PLC PPM)" userId="f1dcac62-7bef-43eb-91f0-927336a1714f" providerId="ADAL" clId="{42A619FA-2A58-4939-A31C-66F034B72B9C}" dt="2022-11-25T16:46:08.868" v="5232" actId="1076"/>
          <ac:picMkLst>
            <pc:docMk/>
            <pc:sldMk cId="1730934402" sldId="9814"/>
            <ac:picMk id="25" creationId="{48C8702E-31F5-53EF-1CE2-485F005B874A}"/>
          </ac:picMkLst>
        </pc:picChg>
        <pc:picChg chg="mod">
          <ac:chgData name="Macher, Andreas (DI FA CTR PLC PPM)" userId="f1dcac62-7bef-43eb-91f0-927336a1714f" providerId="ADAL" clId="{42A619FA-2A58-4939-A31C-66F034B72B9C}" dt="2022-11-25T16:46:08.868" v="5232" actId="1076"/>
          <ac:picMkLst>
            <pc:docMk/>
            <pc:sldMk cId="1730934402" sldId="9814"/>
            <ac:picMk id="26" creationId="{05D5673A-BA8D-E839-F9B7-AE9649AAB6B8}"/>
          </ac:picMkLst>
        </pc:picChg>
        <pc:cxnChg chg="add del mod">
          <ac:chgData name="Macher, Andreas (DI FA CTR PLC PPM)" userId="f1dcac62-7bef-43eb-91f0-927336a1714f" providerId="ADAL" clId="{42A619FA-2A58-4939-A31C-66F034B72B9C}" dt="2022-11-25T16:46:12.794" v="5233" actId="21"/>
          <ac:cxnSpMkLst>
            <pc:docMk/>
            <pc:sldMk cId="1730934402" sldId="9814"/>
            <ac:cxnSpMk id="10" creationId="{20267AE5-A8AA-E585-FF6B-9855DE006F92}"/>
          </ac:cxnSpMkLst>
        </pc:cxnChg>
        <pc:cxnChg chg="add del mod">
          <ac:chgData name="Macher, Andreas (DI FA CTR PLC PPM)" userId="f1dcac62-7bef-43eb-91f0-927336a1714f" providerId="ADAL" clId="{42A619FA-2A58-4939-A31C-66F034B72B9C}" dt="2022-11-25T16:48:29.732" v="5370" actId="21"/>
          <ac:cxnSpMkLst>
            <pc:docMk/>
            <pc:sldMk cId="1730934402" sldId="9814"/>
            <ac:cxnSpMk id="11" creationId="{66EC7314-A6E6-8580-04AE-4B3B503B3A47}"/>
          </ac:cxnSpMkLst>
        </pc:cxnChg>
        <pc:cxnChg chg="mod">
          <ac:chgData name="Macher, Andreas (DI FA CTR PLC PPM)" userId="f1dcac62-7bef-43eb-91f0-927336a1714f" providerId="ADAL" clId="{42A619FA-2A58-4939-A31C-66F034B72B9C}" dt="2022-11-25T16:46:08.868" v="5232" actId="1076"/>
          <ac:cxnSpMkLst>
            <pc:docMk/>
            <pc:sldMk cId="1730934402" sldId="9814"/>
            <ac:cxnSpMk id="35" creationId="{1BA3971E-30E9-3629-45BC-AEA106624B5F}"/>
          </ac:cxnSpMkLst>
        </pc:cxnChg>
        <pc:cxnChg chg="del">
          <ac:chgData name="Macher, Andreas (DI FA CTR PLC PPM)" userId="f1dcac62-7bef-43eb-91f0-927336a1714f" providerId="ADAL" clId="{42A619FA-2A58-4939-A31C-66F034B72B9C}" dt="2022-11-25T16:01:01.246" v="4943" actId="478"/>
          <ac:cxnSpMkLst>
            <pc:docMk/>
            <pc:sldMk cId="1730934402" sldId="9814"/>
            <ac:cxnSpMk id="42" creationId="{09431DCD-942F-61B7-92E6-6A5436C624F1}"/>
          </ac:cxnSpMkLst>
        </pc:cxnChg>
      </pc:sldChg>
      <pc:sldChg chg="modSp add mod">
        <pc:chgData name="Macher, Andreas (DI FA CTR PLC PPM)" userId="f1dcac62-7bef-43eb-91f0-927336a1714f" providerId="ADAL" clId="{42A619FA-2A58-4939-A31C-66F034B72B9C}" dt="2022-11-25T17:44:17.500" v="7290" actId="20577"/>
        <pc:sldMkLst>
          <pc:docMk/>
          <pc:sldMk cId="1694673529" sldId="9815"/>
        </pc:sldMkLst>
        <pc:spChg chg="mod">
          <ac:chgData name="Macher, Andreas (DI FA CTR PLC PPM)" userId="f1dcac62-7bef-43eb-91f0-927336a1714f" providerId="ADAL" clId="{42A619FA-2A58-4939-A31C-66F034B72B9C}" dt="2022-11-25T17:44:17.500" v="7290" actId="20577"/>
          <ac:spMkLst>
            <pc:docMk/>
            <pc:sldMk cId="1694673529" sldId="9815"/>
            <ac:spMk id="2" creationId="{0342A3D6-98FE-48A7-AFE2-71450107450D}"/>
          </ac:spMkLst>
        </pc:spChg>
        <pc:spChg chg="mod">
          <ac:chgData name="Macher, Andreas (DI FA CTR PLC PPM)" userId="f1dcac62-7bef-43eb-91f0-927336a1714f" providerId="ADAL" clId="{42A619FA-2A58-4939-A31C-66F034B72B9C}" dt="2022-11-25T16:39:22.886" v="5083" actId="20577"/>
          <ac:spMkLst>
            <pc:docMk/>
            <pc:sldMk cId="1694673529" sldId="9815"/>
            <ac:spMk id="4" creationId="{A645F354-40D6-4D3D-BA93-7A74F09635B4}"/>
          </ac:spMkLst>
        </pc:spChg>
      </pc:sldChg>
      <pc:sldChg chg="modSp add mod">
        <pc:chgData name="Macher, Andreas (DI FA CTR PLC PPM)" userId="f1dcac62-7bef-43eb-91f0-927336a1714f" providerId="ADAL" clId="{42A619FA-2A58-4939-A31C-66F034B72B9C}" dt="2022-11-25T17:44:11.065" v="7289" actId="20577"/>
        <pc:sldMkLst>
          <pc:docMk/>
          <pc:sldMk cId="428808085" sldId="9816"/>
        </pc:sldMkLst>
        <pc:spChg chg="mod">
          <ac:chgData name="Macher, Andreas (DI FA CTR PLC PPM)" userId="f1dcac62-7bef-43eb-91f0-927336a1714f" providerId="ADAL" clId="{42A619FA-2A58-4939-A31C-66F034B72B9C}" dt="2022-11-25T17:44:11.065" v="7289" actId="20577"/>
          <ac:spMkLst>
            <pc:docMk/>
            <pc:sldMk cId="428808085" sldId="9816"/>
            <ac:spMk id="2" creationId="{0342A3D6-98FE-48A7-AFE2-71450107450D}"/>
          </ac:spMkLst>
        </pc:spChg>
        <pc:spChg chg="mod">
          <ac:chgData name="Macher, Andreas (DI FA CTR PLC PPM)" userId="f1dcac62-7bef-43eb-91f0-927336a1714f" providerId="ADAL" clId="{42A619FA-2A58-4939-A31C-66F034B72B9C}" dt="2022-11-25T16:39:58.296" v="5116" actId="20577"/>
          <ac:spMkLst>
            <pc:docMk/>
            <pc:sldMk cId="428808085" sldId="9816"/>
            <ac:spMk id="4" creationId="{A645F354-40D6-4D3D-BA93-7A74F09635B4}"/>
          </ac:spMkLst>
        </pc:spChg>
      </pc:sldChg>
      <pc:sldChg chg="modSp add mod">
        <pc:chgData name="Macher, Andreas (DI FA CTR PLC PPM)" userId="f1dcac62-7bef-43eb-91f0-927336a1714f" providerId="ADAL" clId="{42A619FA-2A58-4939-A31C-66F034B72B9C}" dt="2022-11-25T17:44:34.708" v="7294" actId="20577"/>
        <pc:sldMkLst>
          <pc:docMk/>
          <pc:sldMk cId="3248444050" sldId="9817"/>
        </pc:sldMkLst>
        <pc:spChg chg="mod">
          <ac:chgData name="Macher, Andreas (DI FA CTR PLC PPM)" userId="f1dcac62-7bef-43eb-91f0-927336a1714f" providerId="ADAL" clId="{42A619FA-2A58-4939-A31C-66F034B72B9C}" dt="2022-11-25T17:44:34.708" v="7294" actId="20577"/>
          <ac:spMkLst>
            <pc:docMk/>
            <pc:sldMk cId="3248444050" sldId="9817"/>
            <ac:spMk id="2" creationId="{0342A3D6-98FE-48A7-AFE2-71450107450D}"/>
          </ac:spMkLst>
        </pc:spChg>
        <pc:spChg chg="mod">
          <ac:chgData name="Macher, Andreas (DI FA CTR PLC PPM)" userId="f1dcac62-7bef-43eb-91f0-927336a1714f" providerId="ADAL" clId="{42A619FA-2A58-4939-A31C-66F034B72B9C}" dt="2022-11-25T16:43:35.498" v="5210" actId="20577"/>
          <ac:spMkLst>
            <pc:docMk/>
            <pc:sldMk cId="3248444050" sldId="9817"/>
            <ac:spMk id="4" creationId="{A645F354-40D6-4D3D-BA93-7A74F09635B4}"/>
          </ac:spMkLst>
        </pc:spChg>
        <pc:spChg chg="mod">
          <ac:chgData name="Macher, Andreas (DI FA CTR PLC PPM)" userId="f1dcac62-7bef-43eb-91f0-927336a1714f" providerId="ADAL" clId="{42A619FA-2A58-4939-A31C-66F034B72B9C}" dt="2022-11-25T17:05:31.381" v="5805" actId="20577"/>
          <ac:spMkLst>
            <pc:docMk/>
            <pc:sldMk cId="3248444050" sldId="9817"/>
            <ac:spMk id="5" creationId="{7D06A950-B2BF-4D5B-AC72-5B76B61FC3A8}"/>
          </ac:spMkLst>
        </pc:spChg>
      </pc:sldChg>
      <pc:sldChg chg="modSp add mod">
        <pc:chgData name="Macher, Andreas (DI FA CTR PLC PPM)" userId="f1dcac62-7bef-43eb-91f0-927336a1714f" providerId="ADAL" clId="{42A619FA-2A58-4939-A31C-66F034B72B9C}" dt="2022-11-25T17:44:26.020" v="7292" actId="20577"/>
        <pc:sldMkLst>
          <pc:docMk/>
          <pc:sldMk cId="1485339374" sldId="9818"/>
        </pc:sldMkLst>
        <pc:spChg chg="mod">
          <ac:chgData name="Macher, Andreas (DI FA CTR PLC PPM)" userId="f1dcac62-7bef-43eb-91f0-927336a1714f" providerId="ADAL" clId="{42A619FA-2A58-4939-A31C-66F034B72B9C}" dt="2022-11-25T17:44:26.020" v="7292" actId="20577"/>
          <ac:spMkLst>
            <pc:docMk/>
            <pc:sldMk cId="1485339374" sldId="9818"/>
            <ac:spMk id="2" creationId="{0342A3D6-98FE-48A7-AFE2-71450107450D}"/>
          </ac:spMkLst>
        </pc:spChg>
        <pc:spChg chg="mod">
          <ac:chgData name="Macher, Andreas (DI FA CTR PLC PPM)" userId="f1dcac62-7bef-43eb-91f0-927336a1714f" providerId="ADAL" clId="{42A619FA-2A58-4939-A31C-66F034B72B9C}" dt="2022-11-25T16:44:51.953" v="5223" actId="20577"/>
          <ac:spMkLst>
            <pc:docMk/>
            <pc:sldMk cId="1485339374" sldId="9818"/>
            <ac:spMk id="4" creationId="{A645F354-40D6-4D3D-BA93-7A74F09635B4}"/>
          </ac:spMkLst>
        </pc:spChg>
        <pc:spChg chg="mod">
          <ac:chgData name="Macher, Andreas (DI FA CTR PLC PPM)" userId="f1dcac62-7bef-43eb-91f0-927336a1714f" providerId="ADAL" clId="{42A619FA-2A58-4939-A31C-66F034B72B9C}" dt="2022-11-25T17:09:52.717" v="5898" actId="20577"/>
          <ac:spMkLst>
            <pc:docMk/>
            <pc:sldMk cId="1485339374" sldId="9818"/>
            <ac:spMk id="5" creationId="{7D06A950-B2BF-4D5B-AC72-5B76B61FC3A8}"/>
          </ac:spMkLst>
        </pc:spChg>
      </pc:sldChg>
      <pc:sldChg chg="addSp delSp modSp add mod">
        <pc:chgData name="Macher, Andreas (DI FA CTR PLC PPM)" userId="f1dcac62-7bef-43eb-91f0-927336a1714f" providerId="ADAL" clId="{42A619FA-2A58-4939-A31C-66F034B72B9C}" dt="2022-11-25T17:43:56.265" v="7286"/>
        <pc:sldMkLst>
          <pc:docMk/>
          <pc:sldMk cId="2141837980" sldId="9819"/>
        </pc:sldMkLst>
        <pc:spChg chg="mod">
          <ac:chgData name="Macher, Andreas (DI FA CTR PLC PPM)" userId="f1dcac62-7bef-43eb-91f0-927336a1714f" providerId="ADAL" clId="{42A619FA-2A58-4939-A31C-66F034B72B9C}" dt="2022-11-25T17:01:22.673" v="5683"/>
          <ac:spMkLst>
            <pc:docMk/>
            <pc:sldMk cId="2141837980" sldId="9819"/>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2141837980" sldId="9819"/>
            <ac:spMk id="3" creationId="{464FF754-0FEE-3BDB-6F33-8A0964399AD5}"/>
          </ac:spMkLst>
        </pc:spChg>
        <pc:spChg chg="add del mod">
          <ac:chgData name="Macher, Andreas (DI FA CTR PLC PPM)" userId="f1dcac62-7bef-43eb-91f0-927336a1714f" providerId="ADAL" clId="{42A619FA-2A58-4939-A31C-66F034B72B9C}" dt="2022-11-25T17:01:48.313" v="5686" actId="478"/>
          <ac:spMkLst>
            <pc:docMk/>
            <pc:sldMk cId="2141837980" sldId="9819"/>
            <ac:spMk id="5" creationId="{079C449F-B82C-B860-F9F1-5625B87C126C}"/>
          </ac:spMkLst>
        </pc:spChg>
        <pc:spChg chg="add mod">
          <ac:chgData name="Macher, Andreas (DI FA CTR PLC PPM)" userId="f1dcac62-7bef-43eb-91f0-927336a1714f" providerId="ADAL" clId="{42A619FA-2A58-4939-A31C-66F034B72B9C}" dt="2022-11-25T16:53:10.019" v="5446" actId="1076"/>
          <ac:spMkLst>
            <pc:docMk/>
            <pc:sldMk cId="2141837980" sldId="9819"/>
            <ac:spMk id="7" creationId="{83284AA8-4959-7408-EA0D-D97C495757E0}"/>
          </ac:spMkLst>
        </pc:spChg>
        <pc:spChg chg="add mod ord">
          <ac:chgData name="Macher, Andreas (DI FA CTR PLC PPM)" userId="f1dcac62-7bef-43eb-91f0-927336a1714f" providerId="ADAL" clId="{42A619FA-2A58-4939-A31C-66F034B72B9C}" dt="2022-11-25T16:58:36.442" v="5521" actId="14100"/>
          <ac:spMkLst>
            <pc:docMk/>
            <pc:sldMk cId="2141837980" sldId="9819"/>
            <ac:spMk id="11" creationId="{F185988F-3A08-4997-5281-CE73F7A30F0F}"/>
          </ac:spMkLst>
        </pc:spChg>
        <pc:spChg chg="add mod">
          <ac:chgData name="Macher, Andreas (DI FA CTR PLC PPM)" userId="f1dcac62-7bef-43eb-91f0-927336a1714f" providerId="ADAL" clId="{42A619FA-2A58-4939-A31C-66F034B72B9C}" dt="2022-11-25T16:58:15.970" v="5518" actId="1076"/>
          <ac:spMkLst>
            <pc:docMk/>
            <pc:sldMk cId="2141837980" sldId="9819"/>
            <ac:spMk id="17" creationId="{B33FDAB9-DF67-BBCE-3040-B7C092299B9D}"/>
          </ac:spMkLst>
        </pc:spChg>
        <pc:spChg chg="add mod">
          <ac:chgData name="Macher, Andreas (DI FA CTR PLC PPM)" userId="f1dcac62-7bef-43eb-91f0-927336a1714f" providerId="ADAL" clId="{42A619FA-2A58-4939-A31C-66F034B72B9C}" dt="2022-11-25T16:58:39.938" v="5522" actId="1076"/>
          <ac:spMkLst>
            <pc:docMk/>
            <pc:sldMk cId="2141837980" sldId="9819"/>
            <ac:spMk id="18" creationId="{72429D95-7352-6F39-3069-FF6730B7EE6F}"/>
          </ac:spMkLst>
        </pc:spChg>
        <pc:spChg chg="add mod">
          <ac:chgData name="Macher, Andreas (DI FA CTR PLC PPM)" userId="f1dcac62-7bef-43eb-91f0-927336a1714f" providerId="ADAL" clId="{42A619FA-2A58-4939-A31C-66F034B72B9C}" dt="2022-11-25T16:59:41.002" v="5539" actId="1076"/>
          <ac:spMkLst>
            <pc:docMk/>
            <pc:sldMk cId="2141837980" sldId="9819"/>
            <ac:spMk id="19" creationId="{EB76E2D5-D5D5-94A9-E4DF-7FA0D6105805}"/>
          </ac:spMkLst>
        </pc:spChg>
        <pc:spChg chg="add mod">
          <ac:chgData name="Macher, Andreas (DI FA CTR PLC PPM)" userId="f1dcac62-7bef-43eb-91f0-927336a1714f" providerId="ADAL" clId="{42A619FA-2A58-4939-A31C-66F034B72B9C}" dt="2022-11-25T16:59:36.121" v="5538" actId="1076"/>
          <ac:spMkLst>
            <pc:docMk/>
            <pc:sldMk cId="2141837980" sldId="9819"/>
            <ac:spMk id="20" creationId="{A8BBCB2E-FB65-3B22-23AF-EEB5C7BE3775}"/>
          </ac:spMkLst>
        </pc:spChg>
        <pc:spChg chg="ord">
          <ac:chgData name="Macher, Andreas (DI FA CTR PLC PPM)" userId="f1dcac62-7bef-43eb-91f0-927336a1714f" providerId="ADAL" clId="{42A619FA-2A58-4939-A31C-66F034B72B9C}" dt="2022-11-25T16:55:21.535" v="5472" actId="167"/>
          <ac:spMkLst>
            <pc:docMk/>
            <pc:sldMk cId="2141837980" sldId="9819"/>
            <ac:spMk id="21" creationId="{71594A9E-D366-4E24-2A91-6E97770A23EF}"/>
          </ac:spMkLst>
        </pc:spChg>
        <pc:spChg chg="add mod">
          <ac:chgData name="Macher, Andreas (DI FA CTR PLC PPM)" userId="f1dcac62-7bef-43eb-91f0-927336a1714f" providerId="ADAL" clId="{42A619FA-2A58-4939-A31C-66F034B72B9C}" dt="2022-11-25T17:02:01.319" v="5721" actId="1037"/>
          <ac:spMkLst>
            <pc:docMk/>
            <pc:sldMk cId="2141837980" sldId="9819"/>
            <ac:spMk id="22" creationId="{6CB83B30-64CE-1E2B-B128-471D5613B1DE}"/>
          </ac:spMkLst>
        </pc:spChg>
        <pc:spChg chg="add mod">
          <ac:chgData name="Macher, Andreas (DI FA CTR PLC PPM)" userId="f1dcac62-7bef-43eb-91f0-927336a1714f" providerId="ADAL" clId="{42A619FA-2A58-4939-A31C-66F034B72B9C}" dt="2022-11-25T17:02:01.319" v="5721" actId="1037"/>
          <ac:spMkLst>
            <pc:docMk/>
            <pc:sldMk cId="2141837980" sldId="9819"/>
            <ac:spMk id="23" creationId="{0CE793DA-E889-9EC9-5327-D5CFA0EE8966}"/>
          </ac:spMkLst>
        </pc:spChg>
        <pc:spChg chg="add mod">
          <ac:chgData name="Macher, Andreas (DI FA CTR PLC PPM)" userId="f1dcac62-7bef-43eb-91f0-927336a1714f" providerId="ADAL" clId="{42A619FA-2A58-4939-A31C-66F034B72B9C}" dt="2022-11-25T17:02:36.500" v="5723"/>
          <ac:spMkLst>
            <pc:docMk/>
            <pc:sldMk cId="2141837980" sldId="9819"/>
            <ac:spMk id="24" creationId="{3812969E-8EC6-249C-3DC4-B90E1A3FC5B9}"/>
          </ac:spMkLst>
        </pc:spChg>
        <pc:spChg chg="mod">
          <ac:chgData name="Macher, Andreas (DI FA CTR PLC PPM)" userId="f1dcac62-7bef-43eb-91f0-927336a1714f" providerId="ADAL" clId="{42A619FA-2A58-4939-A31C-66F034B72B9C}" dt="2022-11-25T16:55:50.601" v="5476" actId="14100"/>
          <ac:spMkLst>
            <pc:docMk/>
            <pc:sldMk cId="2141837980" sldId="9819"/>
            <ac:spMk id="27" creationId="{4F0F7FAC-C60C-3D50-46F0-17A5E5E6EBB4}"/>
          </ac:spMkLst>
        </pc:spChg>
        <pc:spChg chg="del mod">
          <ac:chgData name="Macher, Andreas (DI FA CTR PLC PPM)" userId="f1dcac62-7bef-43eb-91f0-927336a1714f" providerId="ADAL" clId="{42A619FA-2A58-4939-A31C-66F034B72B9C}" dt="2022-11-25T17:02:55.216" v="5733" actId="478"/>
          <ac:spMkLst>
            <pc:docMk/>
            <pc:sldMk cId="2141837980" sldId="9819"/>
            <ac:spMk id="28" creationId="{63E53BDC-426A-55B2-05A6-5268A99C1043}"/>
          </ac:spMkLst>
        </pc:spChg>
        <pc:spChg chg="mod">
          <ac:chgData name="Macher, Andreas (DI FA CTR PLC PPM)" userId="f1dcac62-7bef-43eb-91f0-927336a1714f" providerId="ADAL" clId="{42A619FA-2A58-4939-A31C-66F034B72B9C}" dt="2022-11-25T17:02:51.742" v="5732" actId="20577"/>
          <ac:spMkLst>
            <pc:docMk/>
            <pc:sldMk cId="2141837980" sldId="9819"/>
            <ac:spMk id="29" creationId="{51509B96-7D24-4D66-D71B-117887B9B33E}"/>
          </ac:spMkLst>
        </pc:spChg>
        <pc:spChg chg="mod">
          <ac:chgData name="Macher, Andreas (DI FA CTR PLC PPM)" userId="f1dcac62-7bef-43eb-91f0-927336a1714f" providerId="ADAL" clId="{42A619FA-2A58-4939-A31C-66F034B72B9C}" dt="2022-11-25T16:55:57.553" v="5478" actId="207"/>
          <ac:spMkLst>
            <pc:docMk/>
            <pc:sldMk cId="2141837980" sldId="9819"/>
            <ac:spMk id="30" creationId="{6EE0C415-FA5D-CEA7-4B06-F94B7ABD87D5}"/>
          </ac:spMkLst>
        </pc:spChg>
        <pc:spChg chg="del mod ord">
          <ac:chgData name="Macher, Andreas (DI FA CTR PLC PPM)" userId="f1dcac62-7bef-43eb-91f0-927336a1714f" providerId="ADAL" clId="{42A619FA-2A58-4939-A31C-66F034B72B9C}" dt="2022-11-25T17:01:50.938" v="5687" actId="478"/>
          <ac:spMkLst>
            <pc:docMk/>
            <pc:sldMk cId="2141837980" sldId="9819"/>
            <ac:spMk id="31" creationId="{C8B119BA-2149-DD72-3835-D216D0B35AA9}"/>
          </ac:spMkLst>
        </pc:spChg>
        <pc:spChg chg="mod ord">
          <ac:chgData name="Macher, Andreas (DI FA CTR PLC PPM)" userId="f1dcac62-7bef-43eb-91f0-927336a1714f" providerId="ADAL" clId="{42A619FA-2A58-4939-A31C-66F034B72B9C}" dt="2022-11-25T16:56:48.396" v="5488" actId="1037"/>
          <ac:spMkLst>
            <pc:docMk/>
            <pc:sldMk cId="2141837980" sldId="9819"/>
            <ac:spMk id="32" creationId="{424BB2A0-1891-7FE7-2D9F-A1B9BB662D01}"/>
          </ac:spMkLst>
        </pc:spChg>
        <pc:spChg chg="add mod">
          <ac:chgData name="Macher, Andreas (DI FA CTR PLC PPM)" userId="f1dcac62-7bef-43eb-91f0-927336a1714f" providerId="ADAL" clId="{42A619FA-2A58-4939-A31C-66F034B72B9C}" dt="2022-11-25T17:02:36.500" v="5723"/>
          <ac:spMkLst>
            <pc:docMk/>
            <pc:sldMk cId="2141837980" sldId="9819"/>
            <ac:spMk id="33" creationId="{50BB9513-5A00-0333-1699-D86AB5D812E1}"/>
          </ac:spMkLst>
        </pc:spChg>
        <pc:spChg chg="add mod">
          <ac:chgData name="Macher, Andreas (DI FA CTR PLC PPM)" userId="f1dcac62-7bef-43eb-91f0-927336a1714f" providerId="ADAL" clId="{42A619FA-2A58-4939-A31C-66F034B72B9C}" dt="2022-11-25T17:12:04.521" v="5987" actId="20577"/>
          <ac:spMkLst>
            <pc:docMk/>
            <pc:sldMk cId="2141837980" sldId="9819"/>
            <ac:spMk id="36" creationId="{65DCF4B3-7867-851A-B3FB-46ECB0596392}"/>
          </ac:spMkLst>
        </pc:spChg>
        <pc:spChg chg="del mod">
          <ac:chgData name="Macher, Andreas (DI FA CTR PLC PPM)" userId="f1dcac62-7bef-43eb-91f0-927336a1714f" providerId="ADAL" clId="{42A619FA-2A58-4939-A31C-66F034B72B9C}" dt="2022-11-25T17:02:36.031" v="5722" actId="478"/>
          <ac:spMkLst>
            <pc:docMk/>
            <pc:sldMk cId="2141837980" sldId="9819"/>
            <ac:spMk id="44" creationId="{414CF385-136E-AD32-FE2A-7115E4D7CE4F}"/>
          </ac:spMkLst>
        </pc:spChg>
        <pc:spChg chg="mod">
          <ac:chgData name="Macher, Andreas (DI FA CTR PLC PPM)" userId="f1dcac62-7bef-43eb-91f0-927336a1714f" providerId="ADAL" clId="{42A619FA-2A58-4939-A31C-66F034B72B9C}" dt="2022-11-25T17:18:40.222" v="6060" actId="108"/>
          <ac:spMkLst>
            <pc:docMk/>
            <pc:sldMk cId="2141837980" sldId="9819"/>
            <ac:spMk id="50" creationId="{36FD3C6B-C371-A331-2A6C-6E10D0091E53}"/>
          </ac:spMkLst>
        </pc:spChg>
        <pc:spChg chg="del">
          <ac:chgData name="Macher, Andreas (DI FA CTR PLC PPM)" userId="f1dcac62-7bef-43eb-91f0-927336a1714f" providerId="ADAL" clId="{42A619FA-2A58-4939-A31C-66F034B72B9C}" dt="2022-11-25T17:02:36.031" v="5722" actId="478"/>
          <ac:spMkLst>
            <pc:docMk/>
            <pc:sldMk cId="2141837980" sldId="9819"/>
            <ac:spMk id="51" creationId="{195B4878-925A-5719-E95D-5F1DD49B759F}"/>
          </ac:spMkLst>
        </pc:spChg>
        <pc:spChg chg="mod">
          <ac:chgData name="Macher, Andreas (DI FA CTR PLC PPM)" userId="f1dcac62-7bef-43eb-91f0-927336a1714f" providerId="ADAL" clId="{42A619FA-2A58-4939-A31C-66F034B72B9C}" dt="2022-11-25T16:52:13.187" v="5432" actId="20577"/>
          <ac:spMkLst>
            <pc:docMk/>
            <pc:sldMk cId="2141837980" sldId="9819"/>
            <ac:spMk id="52" creationId="{2173E257-B8E9-7A45-E66E-464CB380F5E7}"/>
          </ac:spMkLst>
        </pc:spChg>
        <pc:picChg chg="add mod">
          <ac:chgData name="Macher, Andreas (DI FA CTR PLC PPM)" userId="f1dcac62-7bef-43eb-91f0-927336a1714f" providerId="ADAL" clId="{42A619FA-2A58-4939-A31C-66F034B72B9C}" dt="2022-11-25T16:52:44.507" v="5440" actId="207"/>
          <ac:picMkLst>
            <pc:docMk/>
            <pc:sldMk cId="2141837980" sldId="9819"/>
            <ac:picMk id="4" creationId="{8FD7D6F6-993A-083E-0207-E514657F1417}"/>
          </ac:picMkLst>
        </pc:picChg>
        <pc:picChg chg="add mod">
          <ac:chgData name="Macher, Andreas (DI FA CTR PLC PPM)" userId="f1dcac62-7bef-43eb-91f0-927336a1714f" providerId="ADAL" clId="{42A619FA-2A58-4939-A31C-66F034B72B9C}" dt="2022-11-25T16:53:10.019" v="5446" actId="1076"/>
          <ac:picMkLst>
            <pc:docMk/>
            <pc:sldMk cId="2141837980" sldId="9819"/>
            <ac:picMk id="6" creationId="{38D58004-3F42-EEAC-10A3-C33D5CB1E38E}"/>
          </ac:picMkLst>
        </pc:picChg>
        <pc:picChg chg="add del mod">
          <ac:chgData name="Macher, Andreas (DI FA CTR PLC PPM)" userId="f1dcac62-7bef-43eb-91f0-927336a1714f" providerId="ADAL" clId="{42A619FA-2A58-4939-A31C-66F034B72B9C}" dt="2022-11-25T16:54:19.705" v="5456" actId="21"/>
          <ac:picMkLst>
            <pc:docMk/>
            <pc:sldMk cId="2141837980" sldId="9819"/>
            <ac:picMk id="9" creationId="{E0116142-5CCC-A660-6F8D-9606F990A6C5}"/>
          </ac:picMkLst>
        </pc:picChg>
        <pc:picChg chg="add mod">
          <ac:chgData name="Macher, Andreas (DI FA CTR PLC PPM)" userId="f1dcac62-7bef-43eb-91f0-927336a1714f" providerId="ADAL" clId="{42A619FA-2A58-4939-A31C-66F034B72B9C}" dt="2022-11-25T16:54:42.942" v="5463" actId="1076"/>
          <ac:picMkLst>
            <pc:docMk/>
            <pc:sldMk cId="2141837980" sldId="9819"/>
            <ac:picMk id="10" creationId="{BD01E16E-A0C7-71A8-8FC2-6F39FFE0FDF8}"/>
          </ac:picMkLst>
        </pc:picChg>
        <pc:picChg chg="del">
          <ac:chgData name="Macher, Andreas (DI FA CTR PLC PPM)" userId="f1dcac62-7bef-43eb-91f0-927336a1714f" providerId="ADAL" clId="{42A619FA-2A58-4939-A31C-66F034B72B9C}" dt="2022-11-25T16:52:34.580" v="5438" actId="478"/>
          <ac:picMkLst>
            <pc:docMk/>
            <pc:sldMk cId="2141837980" sldId="9819"/>
            <ac:picMk id="13" creationId="{F74D7DBB-0465-D72D-A840-A995DDC907F5}"/>
          </ac:picMkLst>
        </pc:picChg>
        <pc:picChg chg="del">
          <ac:chgData name="Macher, Andreas (DI FA CTR PLC PPM)" userId="f1dcac62-7bef-43eb-91f0-927336a1714f" providerId="ADAL" clId="{42A619FA-2A58-4939-A31C-66F034B72B9C}" dt="2022-11-25T16:54:13.170" v="5453" actId="478"/>
          <ac:picMkLst>
            <pc:docMk/>
            <pc:sldMk cId="2141837980" sldId="9819"/>
            <ac:picMk id="25" creationId="{48C8702E-31F5-53EF-1CE2-485F005B874A}"/>
          </ac:picMkLst>
        </pc:picChg>
        <pc:picChg chg="del">
          <ac:chgData name="Macher, Andreas (DI FA CTR PLC PPM)" userId="f1dcac62-7bef-43eb-91f0-927336a1714f" providerId="ADAL" clId="{42A619FA-2A58-4939-A31C-66F034B72B9C}" dt="2022-11-25T16:52:33.419" v="5437" actId="478"/>
          <ac:picMkLst>
            <pc:docMk/>
            <pc:sldMk cId="2141837980" sldId="9819"/>
            <ac:picMk id="26" creationId="{05D5673A-BA8D-E839-F9B7-AE9649AAB6B8}"/>
          </ac:picMkLst>
        </pc:picChg>
        <pc:cxnChg chg="del mod">
          <ac:chgData name="Macher, Andreas (DI FA CTR PLC PPM)" userId="f1dcac62-7bef-43eb-91f0-927336a1714f" providerId="ADAL" clId="{42A619FA-2A58-4939-A31C-66F034B72B9C}" dt="2022-11-25T17:02:45.527" v="5725" actId="478"/>
          <ac:cxnSpMkLst>
            <pc:docMk/>
            <pc:sldMk cId="2141837980" sldId="9819"/>
            <ac:cxnSpMk id="34" creationId="{06F55EBF-CB79-0635-FD10-3E1CA13ED53E}"/>
          </ac:cxnSpMkLst>
        </pc:cxnChg>
        <pc:cxnChg chg="mod">
          <ac:chgData name="Macher, Andreas (DI FA CTR PLC PPM)" userId="f1dcac62-7bef-43eb-91f0-927336a1714f" providerId="ADAL" clId="{42A619FA-2A58-4939-A31C-66F034B72B9C}" dt="2022-11-25T17:02:42.863" v="5724" actId="108"/>
          <ac:cxnSpMkLst>
            <pc:docMk/>
            <pc:sldMk cId="2141837980" sldId="9819"/>
            <ac:cxnSpMk id="35" creationId="{1BA3971E-30E9-3629-45BC-AEA106624B5F}"/>
          </ac:cxnSpMkLst>
        </pc:cxnChg>
        <pc:cxnChg chg="add mod">
          <ac:chgData name="Macher, Andreas (DI FA CTR PLC PPM)" userId="f1dcac62-7bef-43eb-91f0-927336a1714f" providerId="ADAL" clId="{42A619FA-2A58-4939-A31C-66F034B72B9C}" dt="2022-11-25T17:15:23.903" v="6005"/>
          <ac:cxnSpMkLst>
            <pc:docMk/>
            <pc:sldMk cId="2141837980" sldId="9819"/>
            <ac:cxnSpMk id="37" creationId="{E0EB2AF8-94BE-C976-CB00-00BA2AE6CAB7}"/>
          </ac:cxnSpMkLst>
        </pc:cxnChg>
      </pc:sldChg>
      <pc:sldChg chg="addSp modSp add mod ord">
        <pc:chgData name="Macher, Andreas (DI FA CTR PLC PPM)" userId="f1dcac62-7bef-43eb-91f0-927336a1714f" providerId="ADAL" clId="{42A619FA-2A58-4939-A31C-66F034B72B9C}" dt="2022-11-25T17:43:56.265" v="7286"/>
        <pc:sldMkLst>
          <pc:docMk/>
          <pc:sldMk cId="501405151" sldId="9820"/>
        </pc:sldMkLst>
        <pc:spChg chg="mod">
          <ac:chgData name="Macher, Andreas (DI FA CTR PLC PPM)" userId="f1dcac62-7bef-43eb-91f0-927336a1714f" providerId="ADAL" clId="{42A619FA-2A58-4939-A31C-66F034B72B9C}" dt="2022-11-25T17:43:56.265" v="7286"/>
          <ac:spMkLst>
            <pc:docMk/>
            <pc:sldMk cId="501405151" sldId="9820"/>
            <ac:spMk id="3" creationId="{464FF754-0FEE-3BDB-6F33-8A0964399AD5}"/>
          </ac:spMkLst>
        </pc:spChg>
        <pc:cxnChg chg="add mod">
          <ac:chgData name="Macher, Andreas (DI FA CTR PLC PPM)" userId="f1dcac62-7bef-43eb-91f0-927336a1714f" providerId="ADAL" clId="{42A619FA-2A58-4939-A31C-66F034B72B9C}" dt="2022-11-25T17:15:17.967" v="6004" actId="1582"/>
          <ac:cxnSpMkLst>
            <pc:docMk/>
            <pc:sldMk cId="501405151" sldId="9820"/>
            <ac:cxnSpMk id="9" creationId="{A631B736-404A-DE2F-B186-13BA8EE1554D}"/>
          </ac:cxnSpMkLst>
        </pc:cxnChg>
      </pc:sldChg>
      <pc:sldChg chg="modSp add del mod">
        <pc:chgData name="Macher, Andreas (DI FA CTR PLC PPM)" userId="f1dcac62-7bef-43eb-91f0-927336a1714f" providerId="ADAL" clId="{42A619FA-2A58-4939-A31C-66F034B72B9C}" dt="2022-11-25T17:09:15.908" v="5896" actId="47"/>
        <pc:sldMkLst>
          <pc:docMk/>
          <pc:sldMk cId="1069247818" sldId="9821"/>
        </pc:sldMkLst>
        <pc:spChg chg="mod">
          <ac:chgData name="Macher, Andreas (DI FA CTR PLC PPM)" userId="f1dcac62-7bef-43eb-91f0-927336a1714f" providerId="ADAL" clId="{42A619FA-2A58-4939-A31C-66F034B72B9C}" dt="2022-11-25T17:03:45.106" v="5749" actId="6549"/>
          <ac:spMkLst>
            <pc:docMk/>
            <pc:sldMk cId="1069247818" sldId="9821"/>
            <ac:spMk id="2" creationId="{F8AC8FCA-0FD5-6A1E-5A8F-F5D915D9E609}"/>
          </ac:spMkLst>
        </pc:spChg>
      </pc:sldChg>
      <pc:sldChg chg="new del">
        <pc:chgData name="Macher, Andreas (DI FA CTR PLC PPM)" userId="f1dcac62-7bef-43eb-91f0-927336a1714f" providerId="ADAL" clId="{42A619FA-2A58-4939-A31C-66F034B72B9C}" dt="2022-11-25T17:05:59.630" v="5808" actId="47"/>
        <pc:sldMkLst>
          <pc:docMk/>
          <pc:sldMk cId="651231033" sldId="9822"/>
        </pc:sldMkLst>
      </pc:sldChg>
      <pc:sldChg chg="modSp add mod">
        <pc:chgData name="Macher, Andreas (DI FA CTR PLC PPM)" userId="f1dcac62-7bef-43eb-91f0-927336a1714f" providerId="ADAL" clId="{42A619FA-2A58-4939-A31C-66F034B72B9C}" dt="2022-11-25T17:44:30.149" v="7293" actId="20577"/>
        <pc:sldMkLst>
          <pc:docMk/>
          <pc:sldMk cId="2011835638" sldId="9822"/>
        </pc:sldMkLst>
        <pc:spChg chg="mod">
          <ac:chgData name="Macher, Andreas (DI FA CTR PLC PPM)" userId="f1dcac62-7bef-43eb-91f0-927336a1714f" providerId="ADAL" clId="{42A619FA-2A58-4939-A31C-66F034B72B9C}" dt="2022-11-25T17:44:30.149" v="7293" actId="20577"/>
          <ac:spMkLst>
            <pc:docMk/>
            <pc:sldMk cId="2011835638" sldId="9822"/>
            <ac:spMk id="2" creationId="{0342A3D6-98FE-48A7-AFE2-71450107450D}"/>
          </ac:spMkLst>
        </pc:spChg>
        <pc:spChg chg="mod">
          <ac:chgData name="Macher, Andreas (DI FA CTR PLC PPM)" userId="f1dcac62-7bef-43eb-91f0-927336a1714f" providerId="ADAL" clId="{42A619FA-2A58-4939-A31C-66F034B72B9C}" dt="2022-11-25T17:06:27.419" v="5841" actId="20577"/>
          <ac:spMkLst>
            <pc:docMk/>
            <pc:sldMk cId="2011835638" sldId="9822"/>
            <ac:spMk id="5" creationId="{7D06A950-B2BF-4D5B-AC72-5B76B61FC3A8}"/>
          </ac:spMkLst>
        </pc:spChg>
      </pc:sldChg>
      <pc:sldChg chg="modSp add">
        <pc:chgData name="Macher, Andreas (DI FA CTR PLC PPM)" userId="f1dcac62-7bef-43eb-91f0-927336a1714f" providerId="ADAL" clId="{42A619FA-2A58-4939-A31C-66F034B72B9C}" dt="2022-11-25T17:43:56.265" v="7286"/>
        <pc:sldMkLst>
          <pc:docMk/>
          <pc:sldMk cId="2970350811" sldId="9823"/>
        </pc:sldMkLst>
        <pc:spChg chg="mod">
          <ac:chgData name="Macher, Andreas (DI FA CTR PLC PPM)" userId="f1dcac62-7bef-43eb-91f0-927336a1714f" providerId="ADAL" clId="{42A619FA-2A58-4939-A31C-66F034B72B9C}" dt="2022-11-25T17:43:56.265" v="7286"/>
          <ac:spMkLst>
            <pc:docMk/>
            <pc:sldMk cId="2970350811" sldId="9823"/>
            <ac:spMk id="3" creationId="{464FF754-0FEE-3BDB-6F33-8A0964399AD5}"/>
          </ac:spMkLst>
        </pc:spChg>
      </pc:sldChg>
      <pc:sldChg chg="addSp delSp modSp add mod">
        <pc:chgData name="Macher, Andreas (DI FA CTR PLC PPM)" userId="f1dcac62-7bef-43eb-91f0-927336a1714f" providerId="ADAL" clId="{42A619FA-2A58-4939-A31C-66F034B72B9C}" dt="2022-11-25T17:43:56.265" v="7286"/>
        <pc:sldMkLst>
          <pc:docMk/>
          <pc:sldMk cId="659289129" sldId="9824"/>
        </pc:sldMkLst>
        <pc:spChg chg="mod">
          <ac:chgData name="Macher, Andreas (DI FA CTR PLC PPM)" userId="f1dcac62-7bef-43eb-91f0-927336a1714f" providerId="ADAL" clId="{42A619FA-2A58-4939-A31C-66F034B72B9C}" dt="2022-11-25T17:09:11.782" v="5895"/>
          <ac:spMkLst>
            <pc:docMk/>
            <pc:sldMk cId="659289129" sldId="9824"/>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659289129" sldId="9824"/>
            <ac:spMk id="3" creationId="{464FF754-0FEE-3BDB-6F33-8A0964399AD5}"/>
          </ac:spMkLst>
        </pc:spChg>
        <pc:spChg chg="add mod">
          <ac:chgData name="Macher, Andreas (DI FA CTR PLC PPM)" userId="f1dcac62-7bef-43eb-91f0-927336a1714f" providerId="ADAL" clId="{42A619FA-2A58-4939-A31C-66F034B72B9C}" dt="2022-11-25T17:07:19.591" v="5846" actId="1076"/>
          <ac:spMkLst>
            <pc:docMk/>
            <pc:sldMk cId="659289129" sldId="9824"/>
            <ac:spMk id="4" creationId="{B8CDC572-4A27-12F8-2C7B-25DE971F5D2C}"/>
          </ac:spMkLst>
        </pc:spChg>
        <pc:spChg chg="mod">
          <ac:chgData name="Macher, Andreas (DI FA CTR PLC PPM)" userId="f1dcac62-7bef-43eb-91f0-927336a1714f" providerId="ADAL" clId="{42A619FA-2A58-4939-A31C-66F034B72B9C}" dt="2022-11-25T17:08:12.800" v="5891" actId="20577"/>
          <ac:spMkLst>
            <pc:docMk/>
            <pc:sldMk cId="659289129" sldId="9824"/>
            <ac:spMk id="44" creationId="{414CF385-136E-AD32-FE2A-7115E4D7CE4F}"/>
          </ac:spMkLst>
        </pc:spChg>
        <pc:spChg chg="mod">
          <ac:chgData name="Macher, Andreas (DI FA CTR PLC PPM)" userId="f1dcac62-7bef-43eb-91f0-927336a1714f" providerId="ADAL" clId="{42A619FA-2A58-4939-A31C-66F034B72B9C}" dt="2022-11-25T17:07:26.497" v="5847" actId="207"/>
          <ac:spMkLst>
            <pc:docMk/>
            <pc:sldMk cId="659289129" sldId="9824"/>
            <ac:spMk id="50" creationId="{36FD3C6B-C371-A331-2A6C-6E10D0091E53}"/>
          </ac:spMkLst>
        </pc:spChg>
        <pc:spChg chg="mod">
          <ac:chgData name="Macher, Andreas (DI FA CTR PLC PPM)" userId="f1dcac62-7bef-43eb-91f0-927336a1714f" providerId="ADAL" clId="{42A619FA-2A58-4939-A31C-66F034B72B9C}" dt="2022-11-25T17:08:50.545" v="5894" actId="6549"/>
          <ac:spMkLst>
            <pc:docMk/>
            <pc:sldMk cId="659289129" sldId="9824"/>
            <ac:spMk id="51" creationId="{195B4878-925A-5719-E95D-5F1DD49B759F}"/>
          </ac:spMkLst>
        </pc:spChg>
        <pc:cxnChg chg="del">
          <ac:chgData name="Macher, Andreas (DI FA CTR PLC PPM)" userId="f1dcac62-7bef-43eb-91f0-927336a1714f" providerId="ADAL" clId="{42A619FA-2A58-4939-A31C-66F034B72B9C}" dt="2022-11-25T17:07:50.372" v="5848" actId="478"/>
          <ac:cxnSpMkLst>
            <pc:docMk/>
            <pc:sldMk cId="659289129" sldId="9824"/>
            <ac:cxnSpMk id="34" creationId="{06F55EBF-CB79-0635-FD10-3E1CA13ED53E}"/>
          </ac:cxnSpMkLst>
        </pc:cxnChg>
        <pc:cxnChg chg="del">
          <ac:chgData name="Macher, Andreas (DI FA CTR PLC PPM)" userId="f1dcac62-7bef-43eb-91f0-927336a1714f" providerId="ADAL" clId="{42A619FA-2A58-4939-A31C-66F034B72B9C}" dt="2022-11-25T17:07:50.372" v="5848" actId="478"/>
          <ac:cxnSpMkLst>
            <pc:docMk/>
            <pc:sldMk cId="659289129" sldId="9824"/>
            <ac:cxnSpMk id="35" creationId="{1BA3971E-30E9-3629-45BC-AEA106624B5F}"/>
          </ac:cxnSpMkLst>
        </pc:cxnChg>
      </pc:sldChg>
      <pc:sldChg chg="addSp delSp modSp add mod">
        <pc:chgData name="Macher, Andreas (DI FA CTR PLC PPM)" userId="f1dcac62-7bef-43eb-91f0-927336a1714f" providerId="ADAL" clId="{42A619FA-2A58-4939-A31C-66F034B72B9C}" dt="2022-11-25T17:43:56.265" v="7286"/>
        <pc:sldMkLst>
          <pc:docMk/>
          <pc:sldMk cId="2929584427" sldId="9825"/>
        </pc:sldMkLst>
        <pc:spChg chg="mod">
          <ac:chgData name="Macher, Andreas (DI FA CTR PLC PPM)" userId="f1dcac62-7bef-43eb-91f0-927336a1714f" providerId="ADAL" clId="{42A619FA-2A58-4939-A31C-66F034B72B9C}" dt="2022-11-25T17:12:21.145" v="5988"/>
          <ac:spMkLst>
            <pc:docMk/>
            <pc:sldMk cId="2929584427" sldId="9825"/>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2929584427" sldId="9825"/>
            <ac:spMk id="3" creationId="{464FF754-0FEE-3BDB-6F33-8A0964399AD5}"/>
          </ac:spMkLst>
        </pc:spChg>
        <pc:spChg chg="add mod">
          <ac:chgData name="Macher, Andreas (DI FA CTR PLC PPM)" userId="f1dcac62-7bef-43eb-91f0-927336a1714f" providerId="ADAL" clId="{42A619FA-2A58-4939-A31C-66F034B72B9C}" dt="2022-11-25T17:11:08.614" v="5917" actId="20577"/>
          <ac:spMkLst>
            <pc:docMk/>
            <pc:sldMk cId="2929584427" sldId="9825"/>
            <ac:spMk id="5" creationId="{B00CB9F4-7EDF-D802-6E8F-C03F87D5120F}"/>
          </ac:spMkLst>
        </pc:spChg>
        <pc:spChg chg="add mod">
          <ac:chgData name="Macher, Andreas (DI FA CTR PLC PPM)" userId="f1dcac62-7bef-43eb-91f0-927336a1714f" providerId="ADAL" clId="{42A619FA-2A58-4939-A31C-66F034B72B9C}" dt="2022-11-25T17:10:45.157" v="5901"/>
          <ac:spMkLst>
            <pc:docMk/>
            <pc:sldMk cId="2929584427" sldId="9825"/>
            <ac:spMk id="8" creationId="{805CEC28-5CD1-84A5-FACC-344A17D2F878}"/>
          </ac:spMkLst>
        </pc:spChg>
        <pc:spChg chg="del">
          <ac:chgData name="Macher, Andreas (DI FA CTR PLC PPM)" userId="f1dcac62-7bef-43eb-91f0-927336a1714f" providerId="ADAL" clId="{42A619FA-2A58-4939-A31C-66F034B72B9C}" dt="2022-11-25T17:10:44.718" v="5900" actId="478"/>
          <ac:spMkLst>
            <pc:docMk/>
            <pc:sldMk cId="2929584427" sldId="9825"/>
            <ac:spMk id="24" creationId="{3812969E-8EC6-249C-3DC4-B90E1A3FC5B9}"/>
          </ac:spMkLst>
        </pc:spChg>
        <pc:spChg chg="del">
          <ac:chgData name="Macher, Andreas (DI FA CTR PLC PPM)" userId="f1dcac62-7bef-43eb-91f0-927336a1714f" providerId="ADAL" clId="{42A619FA-2A58-4939-A31C-66F034B72B9C}" dt="2022-11-25T17:10:44.718" v="5900" actId="478"/>
          <ac:spMkLst>
            <pc:docMk/>
            <pc:sldMk cId="2929584427" sldId="9825"/>
            <ac:spMk id="33" creationId="{50BB9513-5A00-0333-1699-D86AB5D812E1}"/>
          </ac:spMkLst>
        </pc:spChg>
        <pc:spChg chg="del">
          <ac:chgData name="Macher, Andreas (DI FA CTR PLC PPM)" userId="f1dcac62-7bef-43eb-91f0-927336a1714f" providerId="ADAL" clId="{42A619FA-2A58-4939-A31C-66F034B72B9C}" dt="2022-11-25T17:12:41.272" v="5989" actId="478"/>
          <ac:spMkLst>
            <pc:docMk/>
            <pc:sldMk cId="2929584427" sldId="9825"/>
            <ac:spMk id="36" creationId="{65DCF4B3-7867-851A-B3FB-46ECB0596392}"/>
          </ac:spMkLst>
        </pc:spChg>
        <pc:cxnChg chg="add mod">
          <ac:chgData name="Macher, Andreas (DI FA CTR PLC PPM)" userId="f1dcac62-7bef-43eb-91f0-927336a1714f" providerId="ADAL" clId="{42A619FA-2A58-4939-A31C-66F034B72B9C}" dt="2022-11-25T17:15:25.191" v="6006"/>
          <ac:cxnSpMkLst>
            <pc:docMk/>
            <pc:sldMk cId="2929584427" sldId="9825"/>
            <ac:cxnSpMk id="9" creationId="{132752F8-7395-3E1F-9F66-3F30DCDC6223}"/>
          </ac:cxnSpMkLst>
        </pc:cxnChg>
      </pc:sldChg>
      <pc:sldChg chg="modSp add mod">
        <pc:chgData name="Macher, Andreas (DI FA CTR PLC PPM)" userId="f1dcac62-7bef-43eb-91f0-927336a1714f" providerId="ADAL" clId="{42A619FA-2A58-4939-A31C-66F034B72B9C}" dt="2022-11-25T17:44:21.992" v="7291" actId="20577"/>
        <pc:sldMkLst>
          <pc:docMk/>
          <pc:sldMk cId="825812310" sldId="9826"/>
        </pc:sldMkLst>
        <pc:spChg chg="mod">
          <ac:chgData name="Macher, Andreas (DI FA CTR PLC PPM)" userId="f1dcac62-7bef-43eb-91f0-927336a1714f" providerId="ADAL" clId="{42A619FA-2A58-4939-A31C-66F034B72B9C}" dt="2022-11-25T17:44:21.992" v="7291" actId="20577"/>
          <ac:spMkLst>
            <pc:docMk/>
            <pc:sldMk cId="825812310" sldId="9826"/>
            <ac:spMk id="2" creationId="{0342A3D6-98FE-48A7-AFE2-71450107450D}"/>
          </ac:spMkLst>
        </pc:spChg>
        <pc:spChg chg="mod">
          <ac:chgData name="Macher, Andreas (DI FA CTR PLC PPM)" userId="f1dcac62-7bef-43eb-91f0-927336a1714f" providerId="ADAL" clId="{42A619FA-2A58-4939-A31C-66F034B72B9C}" dt="2022-11-25T17:13:14.422" v="5991"/>
          <ac:spMkLst>
            <pc:docMk/>
            <pc:sldMk cId="825812310" sldId="9826"/>
            <ac:spMk id="5" creationId="{7D06A950-B2BF-4D5B-AC72-5B76B61FC3A8}"/>
          </ac:spMkLst>
        </pc:spChg>
      </pc:sldChg>
      <pc:sldChg chg="addSp modSp add">
        <pc:chgData name="Macher, Andreas (DI FA CTR PLC PPM)" userId="f1dcac62-7bef-43eb-91f0-927336a1714f" providerId="ADAL" clId="{42A619FA-2A58-4939-A31C-66F034B72B9C}" dt="2022-11-25T17:43:56.265" v="7286"/>
        <pc:sldMkLst>
          <pc:docMk/>
          <pc:sldMk cId="1812164412" sldId="9827"/>
        </pc:sldMkLst>
        <pc:spChg chg="mod">
          <ac:chgData name="Macher, Andreas (DI FA CTR PLC PPM)" userId="f1dcac62-7bef-43eb-91f0-927336a1714f" providerId="ADAL" clId="{42A619FA-2A58-4939-A31C-66F034B72B9C}" dt="2022-11-25T17:43:56.265" v="7286"/>
          <ac:spMkLst>
            <pc:docMk/>
            <pc:sldMk cId="1812164412" sldId="9827"/>
            <ac:spMk id="3" creationId="{464FF754-0FEE-3BDB-6F33-8A0964399AD5}"/>
          </ac:spMkLst>
        </pc:spChg>
        <pc:cxnChg chg="add mod">
          <ac:chgData name="Macher, Andreas (DI FA CTR PLC PPM)" userId="f1dcac62-7bef-43eb-91f0-927336a1714f" providerId="ADAL" clId="{42A619FA-2A58-4939-A31C-66F034B72B9C}" dt="2022-11-25T17:15:27.156" v="6007"/>
          <ac:cxnSpMkLst>
            <pc:docMk/>
            <pc:sldMk cId="1812164412" sldId="9827"/>
            <ac:cxnSpMk id="8" creationId="{F119AEE8-E61E-F3AB-A8BC-B480B4897578}"/>
          </ac:cxnSpMkLst>
        </pc:cxnChg>
      </pc:sldChg>
      <pc:sldChg chg="addSp delSp modSp add mod">
        <pc:chgData name="Macher, Andreas (DI FA CTR PLC PPM)" userId="f1dcac62-7bef-43eb-91f0-927336a1714f" providerId="ADAL" clId="{42A619FA-2A58-4939-A31C-66F034B72B9C}" dt="2022-11-25T17:43:56.265" v="7286"/>
        <pc:sldMkLst>
          <pc:docMk/>
          <pc:sldMk cId="3121956596" sldId="9828"/>
        </pc:sldMkLst>
        <pc:spChg chg="mod">
          <ac:chgData name="Macher, Andreas (DI FA CTR PLC PPM)" userId="f1dcac62-7bef-43eb-91f0-927336a1714f" providerId="ADAL" clId="{42A619FA-2A58-4939-A31C-66F034B72B9C}" dt="2022-11-25T17:17:20.767" v="6046"/>
          <ac:spMkLst>
            <pc:docMk/>
            <pc:sldMk cId="3121956596" sldId="9828"/>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3121956596" sldId="9828"/>
            <ac:spMk id="3" creationId="{464FF754-0FEE-3BDB-6F33-8A0964399AD5}"/>
          </ac:spMkLst>
        </pc:spChg>
        <pc:spChg chg="add mod">
          <ac:chgData name="Macher, Andreas (DI FA CTR PLC PPM)" userId="f1dcac62-7bef-43eb-91f0-927336a1714f" providerId="ADAL" clId="{42A619FA-2A58-4939-A31C-66F034B72B9C}" dt="2022-11-25T17:13:44.049" v="5995" actId="1076"/>
          <ac:spMkLst>
            <pc:docMk/>
            <pc:sldMk cId="3121956596" sldId="9828"/>
            <ac:spMk id="8" creationId="{B6E19440-EBA1-823A-72C3-1FD48E88B6B3}"/>
          </ac:spMkLst>
        </pc:spChg>
        <pc:spChg chg="add mod">
          <ac:chgData name="Macher, Andreas (DI FA CTR PLC PPM)" userId="f1dcac62-7bef-43eb-91f0-927336a1714f" providerId="ADAL" clId="{42A619FA-2A58-4939-A31C-66F034B72B9C}" dt="2022-11-25T17:16:59.089" v="6045"/>
          <ac:spMkLst>
            <pc:docMk/>
            <pc:sldMk cId="3121956596" sldId="9828"/>
            <ac:spMk id="15" creationId="{2091C447-0C0A-0921-709F-F737876C5C68}"/>
          </ac:spMkLst>
        </pc:spChg>
        <pc:spChg chg="add del mod">
          <ac:chgData name="Macher, Andreas (DI FA CTR PLC PPM)" userId="f1dcac62-7bef-43eb-91f0-927336a1714f" providerId="ADAL" clId="{42A619FA-2A58-4939-A31C-66F034B72B9C}" dt="2022-11-25T17:17:41.460" v="6047" actId="478"/>
          <ac:spMkLst>
            <pc:docMk/>
            <pc:sldMk cId="3121956596" sldId="9828"/>
            <ac:spMk id="16" creationId="{AF5403F2-9F52-C8F7-9545-64B1085B2681}"/>
          </ac:spMkLst>
        </pc:spChg>
        <pc:spChg chg="add mod">
          <ac:chgData name="Macher, Andreas (DI FA CTR PLC PPM)" userId="f1dcac62-7bef-43eb-91f0-927336a1714f" providerId="ADAL" clId="{42A619FA-2A58-4939-A31C-66F034B72B9C}" dt="2022-11-25T17:17:41.915" v="6048"/>
          <ac:spMkLst>
            <pc:docMk/>
            <pc:sldMk cId="3121956596" sldId="9828"/>
            <ac:spMk id="22" creationId="{0790B0E4-DB75-9025-AF74-6D55817DBBE6}"/>
          </ac:spMkLst>
        </pc:spChg>
        <pc:spChg chg="mod">
          <ac:chgData name="Macher, Andreas (DI FA CTR PLC PPM)" userId="f1dcac62-7bef-43eb-91f0-927336a1714f" providerId="ADAL" clId="{42A619FA-2A58-4939-A31C-66F034B72B9C}" dt="2022-11-25T17:16:18.722" v="6043" actId="20577"/>
          <ac:spMkLst>
            <pc:docMk/>
            <pc:sldMk cId="3121956596" sldId="9828"/>
            <ac:spMk id="44" creationId="{414CF385-136E-AD32-FE2A-7115E4D7CE4F}"/>
          </ac:spMkLst>
        </pc:spChg>
        <pc:spChg chg="mod">
          <ac:chgData name="Macher, Andreas (DI FA CTR PLC PPM)" userId="f1dcac62-7bef-43eb-91f0-927336a1714f" providerId="ADAL" clId="{42A619FA-2A58-4939-A31C-66F034B72B9C}" dt="2022-11-25T17:18:25.872" v="6059" actId="207"/>
          <ac:spMkLst>
            <pc:docMk/>
            <pc:sldMk cId="3121956596" sldId="9828"/>
            <ac:spMk id="50" creationId="{36FD3C6B-C371-A331-2A6C-6E10D0091E53}"/>
          </ac:spMkLst>
        </pc:spChg>
        <pc:spChg chg="del">
          <ac:chgData name="Macher, Andreas (DI FA CTR PLC PPM)" userId="f1dcac62-7bef-43eb-91f0-927336a1714f" providerId="ADAL" clId="{42A619FA-2A58-4939-A31C-66F034B72B9C}" dt="2022-11-25T17:16:58.671" v="6044" actId="478"/>
          <ac:spMkLst>
            <pc:docMk/>
            <pc:sldMk cId="3121956596" sldId="9828"/>
            <ac:spMk id="51" creationId="{195B4878-925A-5719-E95D-5F1DD49B759F}"/>
          </ac:spMkLst>
        </pc:spChg>
        <pc:cxnChg chg="add mod">
          <ac:chgData name="Macher, Andreas (DI FA CTR PLC PPM)" userId="f1dcac62-7bef-43eb-91f0-927336a1714f" providerId="ADAL" clId="{42A619FA-2A58-4939-A31C-66F034B72B9C}" dt="2022-11-25T17:15:29.083" v="6008"/>
          <ac:cxnSpMkLst>
            <pc:docMk/>
            <pc:sldMk cId="3121956596" sldId="9828"/>
            <ac:cxnSpMk id="9" creationId="{2AD849E2-4EA5-BC43-C026-7FE7A061F193}"/>
          </ac:cxnSpMkLst>
        </pc:cxnChg>
        <pc:cxnChg chg="add del mod">
          <ac:chgData name="Macher, Andreas (DI FA CTR PLC PPM)" userId="f1dcac62-7bef-43eb-91f0-927336a1714f" providerId="ADAL" clId="{42A619FA-2A58-4939-A31C-66F034B72B9C}" dt="2022-11-25T17:22:12.565" v="6254" actId="478"/>
          <ac:cxnSpMkLst>
            <pc:docMk/>
            <pc:sldMk cId="3121956596" sldId="9828"/>
            <ac:cxnSpMk id="12" creationId="{0AE5502F-3FBD-09D0-F302-4400981501C7}"/>
          </ac:cxnSpMkLst>
        </pc:cxnChg>
        <pc:cxnChg chg="del">
          <ac:chgData name="Macher, Andreas (DI FA CTR PLC PPM)" userId="f1dcac62-7bef-43eb-91f0-927336a1714f" providerId="ADAL" clId="{42A619FA-2A58-4939-A31C-66F034B72B9C}" dt="2022-11-25T17:14:24.049" v="5998" actId="478"/>
          <ac:cxnSpMkLst>
            <pc:docMk/>
            <pc:sldMk cId="3121956596" sldId="9828"/>
            <ac:cxnSpMk id="34" creationId="{06F55EBF-CB79-0635-FD10-3E1CA13ED53E}"/>
          </ac:cxnSpMkLst>
        </pc:cxnChg>
        <pc:cxnChg chg="mod">
          <ac:chgData name="Macher, Andreas (DI FA CTR PLC PPM)" userId="f1dcac62-7bef-43eb-91f0-927336a1714f" providerId="ADAL" clId="{42A619FA-2A58-4939-A31C-66F034B72B9C}" dt="2022-11-25T17:14:21.391" v="5997" actId="108"/>
          <ac:cxnSpMkLst>
            <pc:docMk/>
            <pc:sldMk cId="3121956596" sldId="9828"/>
            <ac:cxnSpMk id="35" creationId="{1BA3971E-30E9-3629-45BC-AEA106624B5F}"/>
          </ac:cxnSpMkLst>
        </pc:cxnChg>
      </pc:sldChg>
      <pc:sldChg chg="addSp delSp modSp add mod">
        <pc:chgData name="Macher, Andreas (DI FA CTR PLC PPM)" userId="f1dcac62-7bef-43eb-91f0-927336a1714f" providerId="ADAL" clId="{42A619FA-2A58-4939-A31C-66F034B72B9C}" dt="2022-11-25T17:43:56.265" v="7286"/>
        <pc:sldMkLst>
          <pc:docMk/>
          <pc:sldMk cId="2208780200" sldId="9829"/>
        </pc:sldMkLst>
        <pc:spChg chg="mod">
          <ac:chgData name="Macher, Andreas (DI FA CTR PLC PPM)" userId="f1dcac62-7bef-43eb-91f0-927336a1714f" providerId="ADAL" clId="{42A619FA-2A58-4939-A31C-66F034B72B9C}" dt="2022-11-25T17:19:23.093" v="6088" actId="20577"/>
          <ac:spMkLst>
            <pc:docMk/>
            <pc:sldMk cId="2208780200" sldId="9829"/>
            <ac:spMk id="2" creationId="{F8AC8FCA-0FD5-6A1E-5A8F-F5D915D9E609}"/>
          </ac:spMkLst>
        </pc:spChg>
        <pc:spChg chg="mod">
          <ac:chgData name="Macher, Andreas (DI FA CTR PLC PPM)" userId="f1dcac62-7bef-43eb-91f0-927336a1714f" providerId="ADAL" clId="{42A619FA-2A58-4939-A31C-66F034B72B9C}" dt="2022-11-25T17:43:56.265" v="7286"/>
          <ac:spMkLst>
            <pc:docMk/>
            <pc:sldMk cId="2208780200" sldId="9829"/>
            <ac:spMk id="3" creationId="{464FF754-0FEE-3BDB-6F33-8A0964399AD5}"/>
          </ac:spMkLst>
        </pc:spChg>
        <pc:spChg chg="add mod">
          <ac:chgData name="Macher, Andreas (DI FA CTR PLC PPM)" userId="f1dcac62-7bef-43eb-91f0-927336a1714f" providerId="ADAL" clId="{42A619FA-2A58-4939-A31C-66F034B72B9C}" dt="2022-11-25T17:19:38.178" v="6090"/>
          <ac:spMkLst>
            <pc:docMk/>
            <pc:sldMk cId="2208780200" sldId="9829"/>
            <ac:spMk id="13" creationId="{EBE216B9-7E23-7933-31E1-AAF5269A95AF}"/>
          </ac:spMkLst>
        </pc:spChg>
        <pc:spChg chg="add mod">
          <ac:chgData name="Macher, Andreas (DI FA CTR PLC PPM)" userId="f1dcac62-7bef-43eb-91f0-927336a1714f" providerId="ADAL" clId="{42A619FA-2A58-4939-A31C-66F034B72B9C}" dt="2022-11-25T17:19:54.338" v="6092"/>
          <ac:spMkLst>
            <pc:docMk/>
            <pc:sldMk cId="2208780200" sldId="9829"/>
            <ac:spMk id="14" creationId="{C7F35B8D-8F8E-CCB0-1190-7DCA80660BFC}"/>
          </ac:spMkLst>
        </pc:spChg>
        <pc:spChg chg="del">
          <ac:chgData name="Macher, Andreas (DI FA CTR PLC PPM)" userId="f1dcac62-7bef-43eb-91f0-927336a1714f" providerId="ADAL" clId="{42A619FA-2A58-4939-A31C-66F034B72B9C}" dt="2022-11-25T17:19:53.836" v="6091" actId="478"/>
          <ac:spMkLst>
            <pc:docMk/>
            <pc:sldMk cId="2208780200" sldId="9829"/>
            <ac:spMk id="15" creationId="{2091C447-0C0A-0921-709F-F737876C5C68}"/>
          </ac:spMkLst>
        </pc:spChg>
        <pc:spChg chg="del">
          <ac:chgData name="Macher, Andreas (DI FA CTR PLC PPM)" userId="f1dcac62-7bef-43eb-91f0-927336a1714f" providerId="ADAL" clId="{42A619FA-2A58-4939-A31C-66F034B72B9C}" dt="2022-11-25T17:19:57.631" v="6093" actId="478"/>
          <ac:spMkLst>
            <pc:docMk/>
            <pc:sldMk cId="2208780200" sldId="9829"/>
            <ac:spMk id="22" creationId="{0790B0E4-DB75-9025-AF74-6D55817DBBE6}"/>
          </ac:spMkLst>
        </pc:spChg>
        <pc:spChg chg="mod">
          <ac:chgData name="Macher, Andreas (DI FA CTR PLC PPM)" userId="f1dcac62-7bef-43eb-91f0-927336a1714f" providerId="ADAL" clId="{42A619FA-2A58-4939-A31C-66F034B72B9C}" dt="2022-11-25T17:21:44.420" v="6253" actId="20577"/>
          <ac:spMkLst>
            <pc:docMk/>
            <pc:sldMk cId="2208780200" sldId="9829"/>
            <ac:spMk id="44" creationId="{414CF385-136E-AD32-FE2A-7115E4D7CE4F}"/>
          </ac:spMkLst>
        </pc:spChg>
        <pc:spChg chg="del">
          <ac:chgData name="Macher, Andreas (DI FA CTR PLC PPM)" userId="f1dcac62-7bef-43eb-91f0-927336a1714f" providerId="ADAL" clId="{42A619FA-2A58-4939-A31C-66F034B72B9C}" dt="2022-11-25T17:19:37.824" v="6089" actId="478"/>
          <ac:spMkLst>
            <pc:docMk/>
            <pc:sldMk cId="2208780200" sldId="9829"/>
            <ac:spMk id="50" creationId="{36FD3C6B-C371-A331-2A6C-6E10D0091E53}"/>
          </ac:spMkLst>
        </pc:spChg>
        <pc:cxnChg chg="mod">
          <ac:chgData name="Macher, Andreas (DI FA CTR PLC PPM)" userId="f1dcac62-7bef-43eb-91f0-927336a1714f" providerId="ADAL" clId="{42A619FA-2A58-4939-A31C-66F034B72B9C}" dt="2022-11-25T17:21:08.283" v="6231" actId="14100"/>
          <ac:cxnSpMkLst>
            <pc:docMk/>
            <pc:sldMk cId="2208780200" sldId="9829"/>
            <ac:cxnSpMk id="12" creationId="{0AE5502F-3FBD-09D0-F302-4400981501C7}"/>
          </ac:cxnSpMkLst>
        </pc:cxnChg>
      </pc:sldChg>
      <pc:sldChg chg="modSp add mod">
        <pc:chgData name="Macher, Andreas (DI FA CTR PLC PPM)" userId="f1dcac62-7bef-43eb-91f0-927336a1714f" providerId="ADAL" clId="{42A619FA-2A58-4939-A31C-66F034B72B9C}" dt="2022-11-25T17:44:04.793" v="7288" actId="20577"/>
        <pc:sldMkLst>
          <pc:docMk/>
          <pc:sldMk cId="123025365" sldId="9830"/>
        </pc:sldMkLst>
        <pc:spChg chg="mod">
          <ac:chgData name="Macher, Andreas (DI FA CTR PLC PPM)" userId="f1dcac62-7bef-43eb-91f0-927336a1714f" providerId="ADAL" clId="{42A619FA-2A58-4939-A31C-66F034B72B9C}" dt="2022-11-25T17:44:04.793" v="7288" actId="20577"/>
          <ac:spMkLst>
            <pc:docMk/>
            <pc:sldMk cId="123025365" sldId="9830"/>
            <ac:spMk id="2" creationId="{0342A3D6-98FE-48A7-AFE2-71450107450D}"/>
          </ac:spMkLst>
        </pc:spChg>
        <pc:spChg chg="mod">
          <ac:chgData name="Macher, Andreas (DI FA CTR PLC PPM)" userId="f1dcac62-7bef-43eb-91f0-927336a1714f" providerId="ADAL" clId="{42A619FA-2A58-4939-A31C-66F034B72B9C}" dt="2022-11-25T17:26:56.269" v="6303" actId="20577"/>
          <ac:spMkLst>
            <pc:docMk/>
            <pc:sldMk cId="123025365" sldId="9830"/>
            <ac:spMk id="4" creationId="{A645F354-40D6-4D3D-BA93-7A74F09635B4}"/>
          </ac:spMkLst>
        </pc:spChg>
      </pc:sldChg>
      <pc:sldChg chg="addSp delSp modSp add mod">
        <pc:chgData name="Macher, Andreas (DI FA CTR PLC PPM)" userId="f1dcac62-7bef-43eb-91f0-927336a1714f" providerId="ADAL" clId="{42A619FA-2A58-4939-A31C-66F034B72B9C}" dt="2022-11-25T17:46:45.567" v="7343" actId="478"/>
        <pc:sldMkLst>
          <pc:docMk/>
          <pc:sldMk cId="2837041000" sldId="9831"/>
        </pc:sldMkLst>
        <pc:spChg chg="mod">
          <ac:chgData name="Macher, Andreas (DI FA CTR PLC PPM)" userId="f1dcac62-7bef-43eb-91f0-927336a1714f" providerId="ADAL" clId="{42A619FA-2A58-4939-A31C-66F034B72B9C}" dt="2022-11-25T17:34:42.549" v="6847" actId="20577"/>
          <ac:spMkLst>
            <pc:docMk/>
            <pc:sldMk cId="2837041000" sldId="9831"/>
            <ac:spMk id="2" creationId="{39903938-0C73-D655-B5B2-D4DFB94656D3}"/>
          </ac:spMkLst>
        </pc:spChg>
        <pc:spChg chg="mod">
          <ac:chgData name="Macher, Andreas (DI FA CTR PLC PPM)" userId="f1dcac62-7bef-43eb-91f0-927336a1714f" providerId="ADAL" clId="{42A619FA-2A58-4939-A31C-66F034B72B9C}" dt="2022-11-25T17:43:56.265" v="7286"/>
          <ac:spMkLst>
            <pc:docMk/>
            <pc:sldMk cId="2837041000" sldId="9831"/>
            <ac:spMk id="3" creationId="{34330BFE-6BE6-2566-EFF7-B8EFCE525A6A}"/>
          </ac:spMkLst>
        </pc:spChg>
        <pc:spChg chg="add mod">
          <ac:chgData name="Macher, Andreas (DI FA CTR PLC PPM)" userId="f1dcac62-7bef-43eb-91f0-927336a1714f" providerId="ADAL" clId="{42A619FA-2A58-4939-A31C-66F034B72B9C}" dt="2022-11-25T17:36:19.467" v="7094" actId="313"/>
          <ac:spMkLst>
            <pc:docMk/>
            <pc:sldMk cId="2837041000" sldId="9831"/>
            <ac:spMk id="5" creationId="{AEAE8A43-93A4-A5EE-EBCD-6864C0887966}"/>
          </ac:spMkLst>
        </pc:spChg>
        <pc:spChg chg="add del mod">
          <ac:chgData name="Macher, Andreas (DI FA CTR PLC PPM)" userId="f1dcac62-7bef-43eb-91f0-927336a1714f" providerId="ADAL" clId="{42A619FA-2A58-4939-A31C-66F034B72B9C}" dt="2022-11-25T17:36:35.586" v="7099" actId="21"/>
          <ac:spMkLst>
            <pc:docMk/>
            <pc:sldMk cId="2837041000" sldId="9831"/>
            <ac:spMk id="6" creationId="{5C6604C8-8E17-8339-9BB3-D880F57E6FD4}"/>
          </ac:spMkLst>
        </pc:spChg>
        <pc:spChg chg="add mod ord">
          <ac:chgData name="Macher, Andreas (DI FA CTR PLC PPM)" userId="f1dcac62-7bef-43eb-91f0-927336a1714f" providerId="ADAL" clId="{42A619FA-2A58-4939-A31C-66F034B72B9C}" dt="2022-11-25T17:46:07.756" v="7310" actId="167"/>
          <ac:spMkLst>
            <pc:docMk/>
            <pc:sldMk cId="2837041000" sldId="9831"/>
            <ac:spMk id="7" creationId="{AA220500-828E-44FD-0469-986C62BAEB1D}"/>
          </ac:spMkLst>
        </pc:spChg>
        <pc:spChg chg="add del mod">
          <ac:chgData name="Macher, Andreas (DI FA CTR PLC PPM)" userId="f1dcac62-7bef-43eb-91f0-927336a1714f" providerId="ADAL" clId="{42A619FA-2A58-4939-A31C-66F034B72B9C}" dt="2022-11-25T17:46:45.567" v="7343" actId="478"/>
          <ac:spMkLst>
            <pc:docMk/>
            <pc:sldMk cId="2837041000" sldId="9831"/>
            <ac:spMk id="9" creationId="{F8F9DADC-87A5-D2C1-B5F1-C4401EC7846B}"/>
          </ac:spMkLst>
        </pc:spChg>
        <pc:picChg chg="mod">
          <ac:chgData name="Macher, Andreas (DI FA CTR PLC PPM)" userId="f1dcac62-7bef-43eb-91f0-927336a1714f" providerId="ADAL" clId="{42A619FA-2A58-4939-A31C-66F034B72B9C}" dt="2022-11-25T17:46:41.170" v="7342" actId="1038"/>
          <ac:picMkLst>
            <pc:docMk/>
            <pc:sldMk cId="2837041000" sldId="9831"/>
            <ac:picMk id="8" creationId="{5BF992AE-6C25-5B9D-F140-E645FF2E3DBA}"/>
          </ac:picMkLst>
        </pc:picChg>
        <pc:picChg chg="del">
          <ac:chgData name="Macher, Andreas (DI FA CTR PLC PPM)" userId="f1dcac62-7bef-43eb-91f0-927336a1714f" providerId="ADAL" clId="{42A619FA-2A58-4939-A31C-66F034B72B9C}" dt="2022-11-25T17:34:25.085" v="6817" actId="478"/>
          <ac:picMkLst>
            <pc:docMk/>
            <pc:sldMk cId="2837041000" sldId="9831"/>
            <ac:picMk id="10" creationId="{F558DB4D-8CF3-D6AF-BB28-8A690D506FB0}"/>
          </ac:picMkLst>
        </pc:picChg>
      </pc:sldChg>
      <pc:sldChg chg="addSp delSp modSp add mod">
        <pc:chgData name="Macher, Andreas (DI FA CTR PLC PPM)" userId="f1dcac62-7bef-43eb-91f0-927336a1714f" providerId="ADAL" clId="{42A619FA-2A58-4939-A31C-66F034B72B9C}" dt="2022-11-25T17:43:56.265" v="7286"/>
        <pc:sldMkLst>
          <pc:docMk/>
          <pc:sldMk cId="2900891345" sldId="9832"/>
        </pc:sldMkLst>
        <pc:spChg chg="mod">
          <ac:chgData name="Macher, Andreas (DI FA CTR PLC PPM)" userId="f1dcac62-7bef-43eb-91f0-927336a1714f" providerId="ADAL" clId="{42A619FA-2A58-4939-A31C-66F034B72B9C}" dt="2022-11-25T17:37:18.476" v="7149" actId="20577"/>
          <ac:spMkLst>
            <pc:docMk/>
            <pc:sldMk cId="2900891345" sldId="9832"/>
            <ac:spMk id="2" creationId="{39903938-0C73-D655-B5B2-D4DFB94656D3}"/>
          </ac:spMkLst>
        </pc:spChg>
        <pc:spChg chg="mod">
          <ac:chgData name="Macher, Andreas (DI FA CTR PLC PPM)" userId="f1dcac62-7bef-43eb-91f0-927336a1714f" providerId="ADAL" clId="{42A619FA-2A58-4939-A31C-66F034B72B9C}" dt="2022-11-25T17:43:56.265" v="7286"/>
          <ac:spMkLst>
            <pc:docMk/>
            <pc:sldMk cId="2900891345" sldId="9832"/>
            <ac:spMk id="3" creationId="{34330BFE-6BE6-2566-EFF7-B8EFCE525A6A}"/>
          </ac:spMkLst>
        </pc:spChg>
        <pc:spChg chg="del">
          <ac:chgData name="Macher, Andreas (DI FA CTR PLC PPM)" userId="f1dcac62-7bef-43eb-91f0-927336a1714f" providerId="ADAL" clId="{42A619FA-2A58-4939-A31C-66F034B72B9C}" dt="2022-11-25T17:37:40.248" v="7152" actId="478"/>
          <ac:spMkLst>
            <pc:docMk/>
            <pc:sldMk cId="2900891345" sldId="9832"/>
            <ac:spMk id="5" creationId="{AEAE8A43-93A4-A5EE-EBCD-6864C0887966}"/>
          </ac:spMkLst>
        </pc:spChg>
        <pc:spChg chg="add mod">
          <ac:chgData name="Macher, Andreas (DI FA CTR PLC PPM)" userId="f1dcac62-7bef-43eb-91f0-927336a1714f" providerId="ADAL" clId="{42A619FA-2A58-4939-A31C-66F034B72B9C}" dt="2022-11-25T17:38:37.597" v="7168" actId="14100"/>
          <ac:spMkLst>
            <pc:docMk/>
            <pc:sldMk cId="2900891345" sldId="9832"/>
            <ac:spMk id="9" creationId="{B2E11C7F-878B-4A84-43DA-47A3003005C4}"/>
          </ac:spMkLst>
        </pc:spChg>
        <pc:spChg chg="add mod">
          <ac:chgData name="Macher, Andreas (DI FA CTR PLC PPM)" userId="f1dcac62-7bef-43eb-91f0-927336a1714f" providerId="ADAL" clId="{42A619FA-2A58-4939-A31C-66F034B72B9C}" dt="2022-11-25T17:38:55.421" v="7181" actId="122"/>
          <ac:spMkLst>
            <pc:docMk/>
            <pc:sldMk cId="2900891345" sldId="9832"/>
            <ac:spMk id="10" creationId="{2D8EF707-4C7E-9773-617E-707D7EBAA35A}"/>
          </ac:spMkLst>
        </pc:spChg>
        <pc:spChg chg="add mod">
          <ac:chgData name="Macher, Andreas (DI FA CTR PLC PPM)" userId="f1dcac62-7bef-43eb-91f0-927336a1714f" providerId="ADAL" clId="{42A619FA-2A58-4939-A31C-66F034B72B9C}" dt="2022-11-25T17:39:05.471" v="7192" actId="20577"/>
          <ac:spMkLst>
            <pc:docMk/>
            <pc:sldMk cId="2900891345" sldId="9832"/>
            <ac:spMk id="11" creationId="{59901DAD-169E-D887-9E5A-5F33125D722B}"/>
          </ac:spMkLst>
        </pc:spChg>
        <pc:spChg chg="add mod">
          <ac:chgData name="Macher, Andreas (DI FA CTR PLC PPM)" userId="f1dcac62-7bef-43eb-91f0-927336a1714f" providerId="ADAL" clId="{42A619FA-2A58-4939-A31C-66F034B72B9C}" dt="2022-11-25T17:41:57.053" v="7283" actId="14100"/>
          <ac:spMkLst>
            <pc:docMk/>
            <pc:sldMk cId="2900891345" sldId="9832"/>
            <ac:spMk id="12" creationId="{6BB69809-4540-252B-FBEA-C1C62769ED1F}"/>
          </ac:spMkLst>
        </pc:spChg>
        <pc:picChg chg="add mod">
          <ac:chgData name="Macher, Andreas (DI FA CTR PLC PPM)" userId="f1dcac62-7bef-43eb-91f0-927336a1714f" providerId="ADAL" clId="{42A619FA-2A58-4939-A31C-66F034B72B9C}" dt="2022-11-25T17:37:46.541" v="7153" actId="1076"/>
          <ac:picMkLst>
            <pc:docMk/>
            <pc:sldMk cId="2900891345" sldId="9832"/>
            <ac:picMk id="7" creationId="{0894A6F1-FC47-B8E5-44A2-BEBA4F9C721A}"/>
          </ac:picMkLst>
        </pc:picChg>
        <pc:picChg chg="del">
          <ac:chgData name="Macher, Andreas (DI FA CTR PLC PPM)" userId="f1dcac62-7bef-43eb-91f0-927336a1714f" providerId="ADAL" clId="{42A619FA-2A58-4939-A31C-66F034B72B9C}" dt="2022-11-25T17:36:59.803" v="7101" actId="478"/>
          <ac:picMkLst>
            <pc:docMk/>
            <pc:sldMk cId="2900891345" sldId="9832"/>
            <ac:picMk id="8" creationId="{5BF992AE-6C25-5B9D-F140-E645FF2E3DBA}"/>
          </ac:picMkLst>
        </pc:picChg>
      </pc:sldChg>
      <pc:sldMasterChg chg="modSp modSldLayout">
        <pc:chgData name="Macher, Andreas (DI FA CTR PLC PPM)" userId="f1dcac62-7bef-43eb-91f0-927336a1714f" providerId="ADAL" clId="{42A619FA-2A58-4939-A31C-66F034B72B9C}" dt="2022-11-25T17:43:56.265" v="7286"/>
        <pc:sldMasterMkLst>
          <pc:docMk/>
          <pc:sldMasterMk cId="1698585145" sldId="2147483648"/>
        </pc:sldMasterMkLst>
        <pc:spChg chg="mod">
          <ac:chgData name="Macher, Andreas (DI FA CTR PLC PPM)" userId="f1dcac62-7bef-43eb-91f0-927336a1714f" providerId="ADAL" clId="{42A619FA-2A58-4939-A31C-66F034B72B9C}" dt="2022-11-25T17:43:56.265" v="7286"/>
          <ac:spMkLst>
            <pc:docMk/>
            <pc:sldMasterMk cId="1698585145" sldId="2147483648"/>
            <ac:spMk id="5" creationId="{4F5CAFE5-0972-49AB-B42B-7C613C153AFE}"/>
          </ac:spMkLst>
        </pc:spChg>
        <pc:sldLayoutChg chg="modSp">
          <pc:chgData name="Macher, Andreas (DI FA CTR PLC PPM)" userId="f1dcac62-7bef-43eb-91f0-927336a1714f" providerId="ADAL" clId="{42A619FA-2A58-4939-A31C-66F034B72B9C}" dt="2022-11-25T17:43:56.265" v="7286"/>
          <pc:sldLayoutMkLst>
            <pc:docMk/>
            <pc:sldMasterMk cId="1698585145" sldId="2147483648"/>
            <pc:sldLayoutMk cId="1842942607" sldId="2147483650"/>
          </pc:sldLayoutMkLst>
          <pc:spChg chg="mod">
            <ac:chgData name="Macher, Andreas (DI FA CTR PLC PPM)" userId="f1dcac62-7bef-43eb-91f0-927336a1714f" providerId="ADAL" clId="{42A619FA-2A58-4939-A31C-66F034B72B9C}" dt="2022-11-25T17:43:56.265" v="7286"/>
            <ac:spMkLst>
              <pc:docMk/>
              <pc:sldMasterMk cId="1698585145" sldId="2147483648"/>
              <pc:sldLayoutMk cId="1842942607" sldId="2147483650"/>
              <ac:spMk id="5" creationId="{E519D384-FA09-4D60-95A8-589F157A93F4}"/>
            </ac:spMkLst>
          </pc:spChg>
        </pc:sldLayoutChg>
        <pc:sldLayoutChg chg="modSp">
          <pc:chgData name="Macher, Andreas (DI FA CTR PLC PPM)" userId="f1dcac62-7bef-43eb-91f0-927336a1714f" providerId="ADAL" clId="{42A619FA-2A58-4939-A31C-66F034B72B9C}" dt="2022-11-25T17:43:56.265" v="7286"/>
          <pc:sldLayoutMkLst>
            <pc:docMk/>
            <pc:sldMasterMk cId="1698585145" sldId="2147483648"/>
            <pc:sldLayoutMk cId="2943002918" sldId="2147483655"/>
          </pc:sldLayoutMkLst>
          <pc:spChg chg="mod">
            <ac:chgData name="Macher, Andreas (DI FA CTR PLC PPM)" userId="f1dcac62-7bef-43eb-91f0-927336a1714f" providerId="ADAL" clId="{42A619FA-2A58-4939-A31C-66F034B72B9C}" dt="2022-11-25T17:43:56.265" v="7286"/>
            <ac:spMkLst>
              <pc:docMk/>
              <pc:sldMasterMk cId="1698585145" sldId="2147483648"/>
              <pc:sldLayoutMk cId="2943002918" sldId="2147483655"/>
              <ac:spMk id="9" creationId="{8C6E0B19-DC70-4D19-9A56-05E87567F196}"/>
            </ac:spMkLst>
          </pc:spChg>
        </pc:sldLayoutChg>
        <pc:sldLayoutChg chg="modSp">
          <pc:chgData name="Macher, Andreas (DI FA CTR PLC PPM)" userId="f1dcac62-7bef-43eb-91f0-927336a1714f" providerId="ADAL" clId="{42A619FA-2A58-4939-A31C-66F034B72B9C}" dt="2022-11-25T17:43:56.265" v="7286"/>
          <pc:sldLayoutMkLst>
            <pc:docMk/>
            <pc:sldMasterMk cId="1698585145" sldId="2147483648"/>
            <pc:sldLayoutMk cId="4100799088" sldId="2147483678"/>
          </pc:sldLayoutMkLst>
          <pc:spChg chg="mod">
            <ac:chgData name="Macher, Andreas (DI FA CTR PLC PPM)" userId="f1dcac62-7bef-43eb-91f0-927336a1714f" providerId="ADAL" clId="{42A619FA-2A58-4939-A31C-66F034B72B9C}" dt="2022-11-25T17:43:56.265" v="7286"/>
            <ac:spMkLst>
              <pc:docMk/>
              <pc:sldMasterMk cId="1698585145" sldId="2147483648"/>
              <pc:sldLayoutMk cId="4100799088" sldId="2147483678"/>
              <ac:spMk id="8" creationId="{3279A350-3BB2-4CA2-A422-8F5A951F6F64}"/>
            </ac:spMkLst>
          </pc:spChg>
        </pc:sldLayoutChg>
        <pc:sldLayoutChg chg="modSp">
          <pc:chgData name="Macher, Andreas (DI FA CTR PLC PPM)" userId="f1dcac62-7bef-43eb-91f0-927336a1714f" providerId="ADAL" clId="{42A619FA-2A58-4939-A31C-66F034B72B9C}" dt="2022-11-25T17:43:56.265" v="7286"/>
          <pc:sldLayoutMkLst>
            <pc:docMk/>
            <pc:sldMasterMk cId="1698585145" sldId="2147483648"/>
            <pc:sldLayoutMk cId="674823635" sldId="2147483708"/>
          </pc:sldLayoutMkLst>
          <pc:spChg chg="mod">
            <ac:chgData name="Macher, Andreas (DI FA CTR PLC PPM)" userId="f1dcac62-7bef-43eb-91f0-927336a1714f" providerId="ADAL" clId="{42A619FA-2A58-4939-A31C-66F034B72B9C}" dt="2022-11-25T17:43:56.265" v="7286"/>
            <ac:spMkLst>
              <pc:docMk/>
              <pc:sldMasterMk cId="1698585145" sldId="2147483648"/>
              <pc:sldLayoutMk cId="674823635" sldId="2147483708"/>
              <ac:spMk id="5" creationId="{16495290-0795-4AB1-8AEA-2BB786783622}"/>
            </ac:spMkLst>
          </pc:spChg>
        </pc:sldLayoutChg>
      </pc:sldMasterChg>
    </pc:docChg>
  </pc:docChgLst>
  <pc:docChgLst>
    <pc:chgData name="Macher, Andreas (DI FA CTR PLC PPM)" userId="f1dcac62-7bef-43eb-91f0-927336a1714f" providerId="ADAL" clId="{0ABF9F4E-FE31-462E-9EBD-A50A4418102D}"/>
    <pc:docChg chg="undo custSel addSld delSld modSld modMainMaster modSection">
      <pc:chgData name="Macher, Andreas (DI FA CTR PLC PPM)" userId="f1dcac62-7bef-43eb-91f0-927336a1714f" providerId="ADAL" clId="{0ABF9F4E-FE31-462E-9EBD-A50A4418102D}" dt="2022-08-11T12:57:05.779" v="2706" actId="20577"/>
      <pc:docMkLst>
        <pc:docMk/>
      </pc:docMkLst>
      <pc:sldChg chg="addSp delSp modSp mod">
        <pc:chgData name="Macher, Andreas (DI FA CTR PLC PPM)" userId="f1dcac62-7bef-43eb-91f0-927336a1714f" providerId="ADAL" clId="{0ABF9F4E-FE31-462E-9EBD-A50A4418102D}" dt="2022-08-11T09:55:21.965" v="2129" actId="207"/>
        <pc:sldMkLst>
          <pc:docMk/>
          <pc:sldMk cId="3071364467" sldId="344"/>
        </pc:sldMkLst>
        <pc:spChg chg="mod">
          <ac:chgData name="Macher, Andreas (DI FA CTR PLC PPM)" userId="f1dcac62-7bef-43eb-91f0-927336a1714f" providerId="ADAL" clId="{0ABF9F4E-FE31-462E-9EBD-A50A4418102D}" dt="2022-08-11T09:55:21.965" v="2129" actId="207"/>
          <ac:spMkLst>
            <pc:docMk/>
            <pc:sldMk cId="3071364467" sldId="344"/>
            <ac:spMk id="4" creationId="{00000000-0000-0000-0000-000000000000}"/>
          </ac:spMkLst>
        </pc:spChg>
        <pc:cxnChg chg="add del mod">
          <ac:chgData name="Macher, Andreas (DI FA CTR PLC PPM)" userId="f1dcac62-7bef-43eb-91f0-927336a1714f" providerId="ADAL" clId="{0ABF9F4E-FE31-462E-9EBD-A50A4418102D}" dt="2022-08-11T08:04:29.845" v="641" actId="478"/>
          <ac:cxnSpMkLst>
            <pc:docMk/>
            <pc:sldMk cId="3071364467" sldId="344"/>
            <ac:cxnSpMk id="5" creationId="{4A0FAD8D-B115-227A-3C03-A596D98C4287}"/>
          </ac:cxnSpMkLst>
        </pc:cxnChg>
        <pc:cxnChg chg="add del">
          <ac:chgData name="Macher, Andreas (DI FA CTR PLC PPM)" userId="f1dcac62-7bef-43eb-91f0-927336a1714f" providerId="ADAL" clId="{0ABF9F4E-FE31-462E-9EBD-A50A4418102D}" dt="2022-08-11T08:04:38.146" v="643" actId="21"/>
          <ac:cxnSpMkLst>
            <pc:docMk/>
            <pc:sldMk cId="3071364467" sldId="344"/>
            <ac:cxnSpMk id="11" creationId="{E8F9F8E2-1523-EB11-2F5A-1F6D3259B237}"/>
          </ac:cxnSpMkLst>
        </pc:cxnChg>
      </pc:sldChg>
      <pc:sldChg chg="modSp mod">
        <pc:chgData name="Macher, Andreas (DI FA CTR PLC PPM)" userId="f1dcac62-7bef-43eb-91f0-927336a1714f" providerId="ADAL" clId="{0ABF9F4E-FE31-462E-9EBD-A50A4418102D}" dt="2022-08-11T09:56:32.478" v="2140" actId="207"/>
        <pc:sldMkLst>
          <pc:docMk/>
          <pc:sldMk cId="539676313" sldId="358"/>
        </pc:sldMkLst>
        <pc:spChg chg="mod">
          <ac:chgData name="Macher, Andreas (DI FA CTR PLC PPM)" userId="f1dcac62-7bef-43eb-91f0-927336a1714f" providerId="ADAL" clId="{0ABF9F4E-FE31-462E-9EBD-A50A4418102D}" dt="2022-08-11T09:56:32.478" v="2140" actId="207"/>
          <ac:spMkLst>
            <pc:docMk/>
            <pc:sldMk cId="539676313" sldId="358"/>
            <ac:spMk id="6" creationId="{D4F1BB0F-7015-47A8-B11D-F42FBD661E59}"/>
          </ac:spMkLst>
        </pc:spChg>
      </pc:sldChg>
      <pc:sldChg chg="del">
        <pc:chgData name="Macher, Andreas (DI FA CTR PLC PPM)" userId="f1dcac62-7bef-43eb-91f0-927336a1714f" providerId="ADAL" clId="{0ABF9F4E-FE31-462E-9EBD-A50A4418102D}" dt="2022-08-11T09:48:03.259" v="1973" actId="47"/>
        <pc:sldMkLst>
          <pc:docMk/>
          <pc:sldMk cId="550556618" sldId="690"/>
        </pc:sldMkLst>
      </pc:sldChg>
      <pc:sldChg chg="del">
        <pc:chgData name="Macher, Andreas (DI FA CTR PLC PPM)" userId="f1dcac62-7bef-43eb-91f0-927336a1714f" providerId="ADAL" clId="{0ABF9F4E-FE31-462E-9EBD-A50A4418102D}" dt="2022-08-11T09:48:06.850" v="1974" actId="47"/>
        <pc:sldMkLst>
          <pc:docMk/>
          <pc:sldMk cId="807292061" sldId="691"/>
        </pc:sldMkLst>
      </pc:sldChg>
      <pc:sldChg chg="del">
        <pc:chgData name="Macher, Andreas (DI FA CTR PLC PPM)" userId="f1dcac62-7bef-43eb-91f0-927336a1714f" providerId="ADAL" clId="{0ABF9F4E-FE31-462E-9EBD-A50A4418102D}" dt="2022-08-11T09:48:08.015" v="1975" actId="47"/>
        <pc:sldMkLst>
          <pc:docMk/>
          <pc:sldMk cId="1481423018" sldId="692"/>
        </pc:sldMkLst>
      </pc:sldChg>
      <pc:sldChg chg="modSp mod">
        <pc:chgData name="Macher, Andreas (DI FA CTR PLC PPM)" userId="f1dcac62-7bef-43eb-91f0-927336a1714f" providerId="ADAL" clId="{0ABF9F4E-FE31-462E-9EBD-A50A4418102D}" dt="2022-08-11T09:56:12.306" v="2136" actId="207"/>
        <pc:sldMkLst>
          <pc:docMk/>
          <pc:sldMk cId="1383762711" sldId="2050"/>
        </pc:sldMkLst>
        <pc:spChg chg="mod">
          <ac:chgData name="Macher, Andreas (DI FA CTR PLC PPM)" userId="f1dcac62-7bef-43eb-91f0-927336a1714f" providerId="ADAL" clId="{0ABF9F4E-FE31-462E-9EBD-A50A4418102D}" dt="2022-08-11T09:56:12.306" v="2136" actId="207"/>
          <ac:spMkLst>
            <pc:docMk/>
            <pc:sldMk cId="1383762711" sldId="2050"/>
            <ac:spMk id="9" creationId="{0C28BC50-A39B-423E-A679-7FD09FA2A36C}"/>
          </ac:spMkLst>
        </pc:spChg>
      </pc:sldChg>
      <pc:sldChg chg="addSp modSp mod">
        <pc:chgData name="Macher, Andreas (DI FA CTR PLC PPM)" userId="f1dcac62-7bef-43eb-91f0-927336a1714f" providerId="ADAL" clId="{0ABF9F4E-FE31-462E-9EBD-A50A4418102D}" dt="2022-08-11T10:16:01.930" v="2352"/>
        <pc:sldMkLst>
          <pc:docMk/>
          <pc:sldMk cId="3901662827" sldId="2260"/>
        </pc:sldMkLst>
        <pc:spChg chg="mod">
          <ac:chgData name="Macher, Andreas (DI FA CTR PLC PPM)" userId="f1dcac62-7bef-43eb-91f0-927336a1714f" providerId="ADAL" clId="{0ABF9F4E-FE31-462E-9EBD-A50A4418102D}" dt="2022-08-11T09:56:17.748" v="2137" actId="207"/>
          <ac:spMkLst>
            <pc:docMk/>
            <pc:sldMk cId="3901662827" sldId="2260"/>
            <ac:spMk id="12" creationId="{AF564EC5-ED64-4093-9F3D-79901D7E9A45}"/>
          </ac:spMkLst>
        </pc:spChg>
        <pc:spChg chg="add mod">
          <ac:chgData name="Macher, Andreas (DI FA CTR PLC PPM)" userId="f1dcac62-7bef-43eb-91f0-927336a1714f" providerId="ADAL" clId="{0ABF9F4E-FE31-462E-9EBD-A50A4418102D}" dt="2022-08-11T10:16:01.930" v="2352"/>
          <ac:spMkLst>
            <pc:docMk/>
            <pc:sldMk cId="3901662827" sldId="2260"/>
            <ac:spMk id="31" creationId="{A4AEE0B0-E4D9-27E9-9C33-4619AAED4F45}"/>
          </ac:spMkLst>
        </pc:spChg>
      </pc:sldChg>
      <pc:sldChg chg="addSp modSp mod">
        <pc:chgData name="Macher, Andreas (DI FA CTR PLC PPM)" userId="f1dcac62-7bef-43eb-91f0-927336a1714f" providerId="ADAL" clId="{0ABF9F4E-FE31-462E-9EBD-A50A4418102D}" dt="2022-08-11T10:16:02.933" v="2353"/>
        <pc:sldMkLst>
          <pc:docMk/>
          <pc:sldMk cId="3330227079" sldId="2261"/>
        </pc:sldMkLst>
        <pc:spChg chg="mod">
          <ac:chgData name="Macher, Andreas (DI FA CTR PLC PPM)" userId="f1dcac62-7bef-43eb-91f0-927336a1714f" providerId="ADAL" clId="{0ABF9F4E-FE31-462E-9EBD-A50A4418102D}" dt="2022-08-11T09:56:22.670" v="2138" actId="207"/>
          <ac:spMkLst>
            <pc:docMk/>
            <pc:sldMk cId="3330227079" sldId="2261"/>
            <ac:spMk id="7" creationId="{EF4F3097-9EF6-4802-9435-66B566B98C29}"/>
          </ac:spMkLst>
        </pc:spChg>
        <pc:spChg chg="add mod">
          <ac:chgData name="Macher, Andreas (DI FA CTR PLC PPM)" userId="f1dcac62-7bef-43eb-91f0-927336a1714f" providerId="ADAL" clId="{0ABF9F4E-FE31-462E-9EBD-A50A4418102D}" dt="2022-08-11T10:16:02.933" v="2353"/>
          <ac:spMkLst>
            <pc:docMk/>
            <pc:sldMk cId="3330227079" sldId="2261"/>
            <ac:spMk id="17" creationId="{8E6EFFF5-77DC-C864-7634-2E6653596A09}"/>
          </ac:spMkLst>
        </pc:spChg>
      </pc:sldChg>
      <pc:sldChg chg="del">
        <pc:chgData name="Macher, Andreas (DI FA CTR PLC PPM)" userId="f1dcac62-7bef-43eb-91f0-927336a1714f" providerId="ADAL" clId="{0ABF9F4E-FE31-462E-9EBD-A50A4418102D}" dt="2022-08-11T09:48:01.770" v="1972" actId="47"/>
        <pc:sldMkLst>
          <pc:docMk/>
          <pc:sldMk cId="3204946780" sldId="2293"/>
        </pc:sldMkLst>
      </pc:sldChg>
      <pc:sldChg chg="addSp modSp del mod">
        <pc:chgData name="Macher, Andreas (DI FA CTR PLC PPM)" userId="f1dcac62-7bef-43eb-91f0-927336a1714f" providerId="ADAL" clId="{0ABF9F4E-FE31-462E-9EBD-A50A4418102D}" dt="2022-08-11T08:45:59.405" v="1640" actId="47"/>
        <pc:sldMkLst>
          <pc:docMk/>
          <pc:sldMk cId="3983460591" sldId="9059"/>
        </pc:sldMkLst>
        <pc:spChg chg="mod">
          <ac:chgData name="Macher, Andreas (DI FA CTR PLC PPM)" userId="f1dcac62-7bef-43eb-91f0-927336a1714f" providerId="ADAL" clId="{0ABF9F4E-FE31-462E-9EBD-A50A4418102D}" dt="2022-08-11T08:17:59.968" v="834" actId="164"/>
          <ac:spMkLst>
            <pc:docMk/>
            <pc:sldMk cId="3983460591" sldId="9059"/>
            <ac:spMk id="115" creationId="{90528F12-D22C-4263-B14C-D43221668473}"/>
          </ac:spMkLst>
        </pc:spChg>
        <pc:spChg chg="mod">
          <ac:chgData name="Macher, Andreas (DI FA CTR PLC PPM)" userId="f1dcac62-7bef-43eb-91f0-927336a1714f" providerId="ADAL" clId="{0ABF9F4E-FE31-462E-9EBD-A50A4418102D}" dt="2022-08-11T08:17:59.968" v="834" actId="164"/>
          <ac:spMkLst>
            <pc:docMk/>
            <pc:sldMk cId="3983460591" sldId="9059"/>
            <ac:spMk id="116" creationId="{2347B793-6F5B-4E1C-A3E7-DA0475071982}"/>
          </ac:spMkLst>
        </pc:spChg>
        <pc:spChg chg="mod">
          <ac:chgData name="Macher, Andreas (DI FA CTR PLC PPM)" userId="f1dcac62-7bef-43eb-91f0-927336a1714f" providerId="ADAL" clId="{0ABF9F4E-FE31-462E-9EBD-A50A4418102D}" dt="2022-08-11T08:17:59.968" v="834" actId="164"/>
          <ac:spMkLst>
            <pc:docMk/>
            <pc:sldMk cId="3983460591" sldId="9059"/>
            <ac:spMk id="137" creationId="{FDD5434B-451C-4259-8662-7FE848EA59F8}"/>
          </ac:spMkLst>
        </pc:spChg>
        <pc:spChg chg="mod">
          <ac:chgData name="Macher, Andreas (DI FA CTR PLC PPM)" userId="f1dcac62-7bef-43eb-91f0-927336a1714f" providerId="ADAL" clId="{0ABF9F4E-FE31-462E-9EBD-A50A4418102D}" dt="2022-08-11T08:17:59.968" v="834" actId="164"/>
          <ac:spMkLst>
            <pc:docMk/>
            <pc:sldMk cId="3983460591" sldId="9059"/>
            <ac:spMk id="138" creationId="{43BB1C04-9A39-4EAC-BFFD-C203C3EE5EFD}"/>
          </ac:spMkLst>
        </pc:spChg>
        <pc:spChg chg="mod">
          <ac:chgData name="Macher, Andreas (DI FA CTR PLC PPM)" userId="f1dcac62-7bef-43eb-91f0-927336a1714f" providerId="ADAL" clId="{0ABF9F4E-FE31-462E-9EBD-A50A4418102D}" dt="2022-08-11T08:18:06.252" v="835" actId="164"/>
          <ac:spMkLst>
            <pc:docMk/>
            <pc:sldMk cId="3983460591" sldId="9059"/>
            <ac:spMk id="193" creationId="{0F72EC80-83AB-421E-B63B-4EDE1D17E79E}"/>
          </ac:spMkLst>
        </pc:spChg>
        <pc:spChg chg="mod">
          <ac:chgData name="Macher, Andreas (DI FA CTR PLC PPM)" userId="f1dcac62-7bef-43eb-91f0-927336a1714f" providerId="ADAL" clId="{0ABF9F4E-FE31-462E-9EBD-A50A4418102D}" dt="2022-08-11T08:18:06.252" v="835" actId="164"/>
          <ac:spMkLst>
            <pc:docMk/>
            <pc:sldMk cId="3983460591" sldId="9059"/>
            <ac:spMk id="194" creationId="{BA33D631-F6F4-4470-BB89-EA301E6D7209}"/>
          </ac:spMkLst>
        </pc:spChg>
        <pc:spChg chg="mod">
          <ac:chgData name="Macher, Andreas (DI FA CTR PLC PPM)" userId="f1dcac62-7bef-43eb-91f0-927336a1714f" providerId="ADAL" clId="{0ABF9F4E-FE31-462E-9EBD-A50A4418102D}" dt="2022-08-11T08:18:06.252" v="835" actId="164"/>
          <ac:spMkLst>
            <pc:docMk/>
            <pc:sldMk cId="3983460591" sldId="9059"/>
            <ac:spMk id="201" creationId="{5BA6C01A-DC52-43DE-BDB5-71F7C889108D}"/>
          </ac:spMkLst>
        </pc:spChg>
        <pc:spChg chg="mod">
          <ac:chgData name="Macher, Andreas (DI FA CTR PLC PPM)" userId="f1dcac62-7bef-43eb-91f0-927336a1714f" providerId="ADAL" clId="{0ABF9F4E-FE31-462E-9EBD-A50A4418102D}" dt="2022-08-11T08:18:06.252" v="835" actId="164"/>
          <ac:spMkLst>
            <pc:docMk/>
            <pc:sldMk cId="3983460591" sldId="9059"/>
            <ac:spMk id="202" creationId="{89287526-6E1D-4DF0-A967-3635FCD30BAB}"/>
          </ac:spMkLst>
        </pc:spChg>
        <pc:spChg chg="mod">
          <ac:chgData name="Macher, Andreas (DI FA CTR PLC PPM)" userId="f1dcac62-7bef-43eb-91f0-927336a1714f" providerId="ADAL" clId="{0ABF9F4E-FE31-462E-9EBD-A50A4418102D}" dt="2022-08-11T08:17:59.968" v="834" actId="164"/>
          <ac:spMkLst>
            <pc:docMk/>
            <pc:sldMk cId="3983460591" sldId="9059"/>
            <ac:spMk id="208" creationId="{9B53F99D-2420-4508-B0F4-B6FE6AD5D8A9}"/>
          </ac:spMkLst>
        </pc:spChg>
        <pc:spChg chg="mod">
          <ac:chgData name="Macher, Andreas (DI FA CTR PLC PPM)" userId="f1dcac62-7bef-43eb-91f0-927336a1714f" providerId="ADAL" clId="{0ABF9F4E-FE31-462E-9EBD-A50A4418102D}" dt="2022-08-11T08:18:06.252" v="835" actId="164"/>
          <ac:spMkLst>
            <pc:docMk/>
            <pc:sldMk cId="3983460591" sldId="9059"/>
            <ac:spMk id="210" creationId="{0367F891-2232-45B4-A1E6-5E52DEA4CF54}"/>
          </ac:spMkLst>
        </pc:spChg>
        <pc:grpChg chg="add mod">
          <ac:chgData name="Macher, Andreas (DI FA CTR PLC PPM)" userId="f1dcac62-7bef-43eb-91f0-927336a1714f" providerId="ADAL" clId="{0ABF9F4E-FE31-462E-9EBD-A50A4418102D}" dt="2022-08-11T08:17:59.968" v="834" actId="164"/>
          <ac:grpSpMkLst>
            <pc:docMk/>
            <pc:sldMk cId="3983460591" sldId="9059"/>
            <ac:grpSpMk id="7" creationId="{8E04FBA7-09E0-E4CB-66B8-0637C1B36DF1}"/>
          </ac:grpSpMkLst>
        </pc:grpChg>
        <pc:grpChg chg="add mod">
          <ac:chgData name="Macher, Andreas (DI FA CTR PLC PPM)" userId="f1dcac62-7bef-43eb-91f0-927336a1714f" providerId="ADAL" clId="{0ABF9F4E-FE31-462E-9EBD-A50A4418102D}" dt="2022-08-11T08:18:06.252" v="835" actId="164"/>
          <ac:grpSpMkLst>
            <pc:docMk/>
            <pc:sldMk cId="3983460591" sldId="9059"/>
            <ac:grpSpMk id="8" creationId="{C15001D4-6302-4921-65FA-48076E8B150D}"/>
          </ac:grpSpMkLst>
        </pc:grpChg>
        <pc:grpChg chg="mod">
          <ac:chgData name="Macher, Andreas (DI FA CTR PLC PPM)" userId="f1dcac62-7bef-43eb-91f0-927336a1714f" providerId="ADAL" clId="{0ABF9F4E-FE31-462E-9EBD-A50A4418102D}" dt="2022-08-11T08:17:59.968" v="834" actId="164"/>
          <ac:grpSpMkLst>
            <pc:docMk/>
            <pc:sldMk cId="3983460591" sldId="9059"/>
            <ac:grpSpMk id="45" creationId="{BBC13CE8-301F-95DC-2A90-AF09A11F6433}"/>
          </ac:grpSpMkLst>
        </pc:grpChg>
        <pc:grpChg chg="mod">
          <ac:chgData name="Macher, Andreas (DI FA CTR PLC PPM)" userId="f1dcac62-7bef-43eb-91f0-927336a1714f" providerId="ADAL" clId="{0ABF9F4E-FE31-462E-9EBD-A50A4418102D}" dt="2022-08-11T08:18:06.252" v="835" actId="164"/>
          <ac:grpSpMkLst>
            <pc:docMk/>
            <pc:sldMk cId="3983460591" sldId="9059"/>
            <ac:grpSpMk id="55" creationId="{89BA5C66-66CF-93E9-6969-CFF726DBE51E}"/>
          </ac:grpSpMkLst>
        </pc:grpChg>
        <pc:graphicFrameChg chg="modGraphic">
          <ac:chgData name="Macher, Andreas (DI FA CTR PLC PPM)" userId="f1dcac62-7bef-43eb-91f0-927336a1714f" providerId="ADAL" clId="{0ABF9F4E-FE31-462E-9EBD-A50A4418102D}" dt="2022-08-11T07:45:12.773" v="166" actId="122"/>
          <ac:graphicFrameMkLst>
            <pc:docMk/>
            <pc:sldMk cId="3983460591" sldId="9059"/>
            <ac:graphicFrameMk id="3" creationId="{103EA4DA-0901-4832-96EF-957F1A43B606}"/>
          </ac:graphicFrameMkLst>
        </pc:graphicFrameChg>
        <pc:graphicFrameChg chg="modGraphic">
          <ac:chgData name="Macher, Andreas (DI FA CTR PLC PPM)" userId="f1dcac62-7bef-43eb-91f0-927336a1714f" providerId="ADAL" clId="{0ABF9F4E-FE31-462E-9EBD-A50A4418102D}" dt="2022-08-11T07:45:17.031" v="167" actId="122"/>
          <ac:graphicFrameMkLst>
            <pc:docMk/>
            <pc:sldMk cId="3983460591" sldId="9059"/>
            <ac:graphicFrameMk id="154" creationId="{A7E7A24C-4A0E-40C9-B300-BB9A206931DE}"/>
          </ac:graphicFrameMkLst>
        </pc:graphicFrameChg>
        <pc:picChg chg="mod">
          <ac:chgData name="Macher, Andreas (DI FA CTR PLC PPM)" userId="f1dcac62-7bef-43eb-91f0-927336a1714f" providerId="ADAL" clId="{0ABF9F4E-FE31-462E-9EBD-A50A4418102D}" dt="2022-08-11T08:17:59.968" v="834" actId="164"/>
          <ac:picMkLst>
            <pc:docMk/>
            <pc:sldMk cId="3983460591" sldId="9059"/>
            <ac:picMk id="118" creationId="{8E5D9965-8CA4-4D5C-9281-E3749120BB51}"/>
          </ac:picMkLst>
        </pc:picChg>
        <pc:picChg chg="mod">
          <ac:chgData name="Macher, Andreas (DI FA CTR PLC PPM)" userId="f1dcac62-7bef-43eb-91f0-927336a1714f" providerId="ADAL" clId="{0ABF9F4E-FE31-462E-9EBD-A50A4418102D}" dt="2022-08-11T08:17:59.968" v="834" actId="164"/>
          <ac:picMkLst>
            <pc:docMk/>
            <pc:sldMk cId="3983460591" sldId="9059"/>
            <ac:picMk id="134" creationId="{1A671D29-D58A-4669-AFB0-FE0D8523F1CB}"/>
          </ac:picMkLst>
        </pc:picChg>
        <pc:picChg chg="mod">
          <ac:chgData name="Macher, Andreas (DI FA CTR PLC PPM)" userId="f1dcac62-7bef-43eb-91f0-927336a1714f" providerId="ADAL" clId="{0ABF9F4E-FE31-462E-9EBD-A50A4418102D}" dt="2022-08-11T08:17:59.968" v="834" actId="164"/>
          <ac:picMkLst>
            <pc:docMk/>
            <pc:sldMk cId="3983460591" sldId="9059"/>
            <ac:picMk id="139" creationId="{4D1392CF-EBD0-4891-975B-420FDA84B745}"/>
          </ac:picMkLst>
        </pc:picChg>
        <pc:picChg chg="mod">
          <ac:chgData name="Macher, Andreas (DI FA CTR PLC PPM)" userId="f1dcac62-7bef-43eb-91f0-927336a1714f" providerId="ADAL" clId="{0ABF9F4E-FE31-462E-9EBD-A50A4418102D}" dt="2022-08-11T08:17:59.968" v="834" actId="164"/>
          <ac:picMkLst>
            <pc:docMk/>
            <pc:sldMk cId="3983460591" sldId="9059"/>
            <ac:picMk id="140" creationId="{F29889E4-3CD3-48E3-B488-35A2DF884CB9}"/>
          </ac:picMkLst>
        </pc:picChg>
        <pc:picChg chg="mod">
          <ac:chgData name="Macher, Andreas (DI FA CTR PLC PPM)" userId="f1dcac62-7bef-43eb-91f0-927336a1714f" providerId="ADAL" clId="{0ABF9F4E-FE31-462E-9EBD-A50A4418102D}" dt="2022-08-11T08:17:59.968" v="834" actId="164"/>
          <ac:picMkLst>
            <pc:docMk/>
            <pc:sldMk cId="3983460591" sldId="9059"/>
            <ac:picMk id="141" creationId="{E736B61F-EFC8-4CB2-8980-4022DA1F7564}"/>
          </ac:picMkLst>
        </pc:picChg>
        <pc:picChg chg="mod">
          <ac:chgData name="Macher, Andreas (DI FA CTR PLC PPM)" userId="f1dcac62-7bef-43eb-91f0-927336a1714f" providerId="ADAL" clId="{0ABF9F4E-FE31-462E-9EBD-A50A4418102D}" dt="2022-08-11T08:18:06.252" v="835" actId="164"/>
          <ac:picMkLst>
            <pc:docMk/>
            <pc:sldMk cId="3983460591" sldId="9059"/>
            <ac:picMk id="196" creationId="{6A150670-E090-453D-8F6C-571B1DEF2ECA}"/>
          </ac:picMkLst>
        </pc:picChg>
        <pc:picChg chg="mod">
          <ac:chgData name="Macher, Andreas (DI FA CTR PLC PPM)" userId="f1dcac62-7bef-43eb-91f0-927336a1714f" providerId="ADAL" clId="{0ABF9F4E-FE31-462E-9EBD-A50A4418102D}" dt="2022-08-11T08:18:06.252" v="835" actId="164"/>
          <ac:picMkLst>
            <pc:docMk/>
            <pc:sldMk cId="3983460591" sldId="9059"/>
            <ac:picMk id="200" creationId="{E14D2BCE-C32D-4764-970B-53C0D309E2C7}"/>
          </ac:picMkLst>
        </pc:picChg>
        <pc:picChg chg="mod">
          <ac:chgData name="Macher, Andreas (DI FA CTR PLC PPM)" userId="f1dcac62-7bef-43eb-91f0-927336a1714f" providerId="ADAL" clId="{0ABF9F4E-FE31-462E-9EBD-A50A4418102D}" dt="2022-08-11T08:18:06.252" v="835" actId="164"/>
          <ac:picMkLst>
            <pc:docMk/>
            <pc:sldMk cId="3983460591" sldId="9059"/>
            <ac:picMk id="203" creationId="{78F0F493-0024-423C-B78F-2F2272CA8D23}"/>
          </ac:picMkLst>
        </pc:picChg>
        <pc:picChg chg="mod">
          <ac:chgData name="Macher, Andreas (DI FA CTR PLC PPM)" userId="f1dcac62-7bef-43eb-91f0-927336a1714f" providerId="ADAL" clId="{0ABF9F4E-FE31-462E-9EBD-A50A4418102D}" dt="2022-08-11T08:18:06.252" v="835" actId="164"/>
          <ac:picMkLst>
            <pc:docMk/>
            <pc:sldMk cId="3983460591" sldId="9059"/>
            <ac:picMk id="204" creationId="{8B6ABD56-5854-4010-B0A9-6AFFFFD44706}"/>
          </ac:picMkLst>
        </pc:picChg>
        <pc:picChg chg="mod">
          <ac:chgData name="Macher, Andreas (DI FA CTR PLC PPM)" userId="f1dcac62-7bef-43eb-91f0-927336a1714f" providerId="ADAL" clId="{0ABF9F4E-FE31-462E-9EBD-A50A4418102D}" dt="2022-08-11T08:17:59.968" v="834" actId="164"/>
          <ac:picMkLst>
            <pc:docMk/>
            <pc:sldMk cId="3983460591" sldId="9059"/>
            <ac:picMk id="207" creationId="{6D73AE71-A69E-4007-8F4B-BE267A90D9B9}"/>
          </ac:picMkLst>
        </pc:picChg>
        <pc:picChg chg="mod">
          <ac:chgData name="Macher, Andreas (DI FA CTR PLC PPM)" userId="f1dcac62-7bef-43eb-91f0-927336a1714f" providerId="ADAL" clId="{0ABF9F4E-FE31-462E-9EBD-A50A4418102D}" dt="2022-08-11T08:18:06.252" v="835" actId="164"/>
          <ac:picMkLst>
            <pc:docMk/>
            <pc:sldMk cId="3983460591" sldId="9059"/>
            <ac:picMk id="209" creationId="{3D20A809-4FBE-43AF-BB73-56268C725058}"/>
          </ac:picMkLst>
        </pc:picChg>
        <pc:cxnChg chg="mod">
          <ac:chgData name="Macher, Andreas (DI FA CTR PLC PPM)" userId="f1dcac62-7bef-43eb-91f0-927336a1714f" providerId="ADAL" clId="{0ABF9F4E-FE31-462E-9EBD-A50A4418102D}" dt="2022-08-11T08:17:59.968" v="834" actId="164"/>
          <ac:cxnSpMkLst>
            <pc:docMk/>
            <pc:sldMk cId="3983460591" sldId="9059"/>
            <ac:cxnSpMk id="61" creationId="{630D08F0-DFF1-417A-0665-03E35A296E7E}"/>
          </ac:cxnSpMkLst>
        </pc:cxnChg>
        <pc:cxnChg chg="mod">
          <ac:chgData name="Macher, Andreas (DI FA CTR PLC PPM)" userId="f1dcac62-7bef-43eb-91f0-927336a1714f" providerId="ADAL" clId="{0ABF9F4E-FE31-462E-9EBD-A50A4418102D}" dt="2022-08-11T08:18:06.252" v="835" actId="164"/>
          <ac:cxnSpMkLst>
            <pc:docMk/>
            <pc:sldMk cId="3983460591" sldId="9059"/>
            <ac:cxnSpMk id="62" creationId="{269E147C-8823-23C2-540B-223FB3C43AC3}"/>
          </ac:cxnSpMkLst>
        </pc:cxnChg>
        <pc:cxnChg chg="mod">
          <ac:chgData name="Macher, Andreas (DI FA CTR PLC PPM)" userId="f1dcac62-7bef-43eb-91f0-927336a1714f" providerId="ADAL" clId="{0ABF9F4E-FE31-462E-9EBD-A50A4418102D}" dt="2022-08-11T08:17:59.968" v="834" actId="164"/>
          <ac:cxnSpMkLst>
            <pc:docMk/>
            <pc:sldMk cId="3983460591" sldId="9059"/>
            <ac:cxnSpMk id="63" creationId="{BE34002A-B38E-F95E-6B3C-3E5CFA8EACBA}"/>
          </ac:cxnSpMkLst>
        </pc:cxnChg>
      </pc:sldChg>
      <pc:sldChg chg="addSp modSp del mod">
        <pc:chgData name="Macher, Andreas (DI FA CTR PLC PPM)" userId="f1dcac62-7bef-43eb-91f0-927336a1714f" providerId="ADAL" clId="{0ABF9F4E-FE31-462E-9EBD-A50A4418102D}" dt="2022-08-11T08:45:56.853" v="1639" actId="47"/>
        <pc:sldMkLst>
          <pc:docMk/>
          <pc:sldMk cId="2438124206" sldId="9061"/>
        </pc:sldMkLst>
        <pc:spChg chg="mod">
          <ac:chgData name="Macher, Andreas (DI FA CTR PLC PPM)" userId="f1dcac62-7bef-43eb-91f0-927336a1714f" providerId="ADAL" clId="{0ABF9F4E-FE31-462E-9EBD-A50A4418102D}" dt="2022-08-11T07:43:24.755" v="159" actId="20577"/>
          <ac:spMkLst>
            <pc:docMk/>
            <pc:sldMk cId="2438124206" sldId="9061"/>
            <ac:spMk id="2" creationId="{54EDA1C3-1779-4464-9AE9-DF1453500F02}"/>
          </ac:spMkLst>
        </pc:spChg>
        <pc:spChg chg="mod">
          <ac:chgData name="Macher, Andreas (DI FA CTR PLC PPM)" userId="f1dcac62-7bef-43eb-91f0-927336a1714f" providerId="ADAL" clId="{0ABF9F4E-FE31-462E-9EBD-A50A4418102D}" dt="2022-08-11T07:59:08.118" v="503" actId="164"/>
          <ac:spMkLst>
            <pc:docMk/>
            <pc:sldMk cId="2438124206" sldId="9061"/>
            <ac:spMk id="64" creationId="{5FE1544F-309B-4100-A80C-55676935C24F}"/>
          </ac:spMkLst>
        </pc:spChg>
        <pc:spChg chg="mod">
          <ac:chgData name="Macher, Andreas (DI FA CTR PLC PPM)" userId="f1dcac62-7bef-43eb-91f0-927336a1714f" providerId="ADAL" clId="{0ABF9F4E-FE31-462E-9EBD-A50A4418102D}" dt="2022-08-11T07:59:08.118" v="503" actId="164"/>
          <ac:spMkLst>
            <pc:docMk/>
            <pc:sldMk cId="2438124206" sldId="9061"/>
            <ac:spMk id="65" creationId="{7A8BDA26-3357-4FF7-94F3-F64AB4674635}"/>
          </ac:spMkLst>
        </pc:spChg>
        <pc:spChg chg="mod">
          <ac:chgData name="Macher, Andreas (DI FA CTR PLC PPM)" userId="f1dcac62-7bef-43eb-91f0-927336a1714f" providerId="ADAL" clId="{0ABF9F4E-FE31-462E-9EBD-A50A4418102D}" dt="2022-08-11T07:59:08.118" v="503" actId="164"/>
          <ac:spMkLst>
            <pc:docMk/>
            <pc:sldMk cId="2438124206" sldId="9061"/>
            <ac:spMk id="72" creationId="{57FD1CFA-2CA4-4838-BFB7-333C7246BF4F}"/>
          </ac:spMkLst>
        </pc:spChg>
        <pc:spChg chg="mod">
          <ac:chgData name="Macher, Andreas (DI FA CTR PLC PPM)" userId="f1dcac62-7bef-43eb-91f0-927336a1714f" providerId="ADAL" clId="{0ABF9F4E-FE31-462E-9EBD-A50A4418102D}" dt="2022-08-11T07:59:08.118" v="503" actId="164"/>
          <ac:spMkLst>
            <pc:docMk/>
            <pc:sldMk cId="2438124206" sldId="9061"/>
            <ac:spMk id="73" creationId="{1479BE4E-97BC-4C5C-81DC-1D9CD0B55D7F}"/>
          </ac:spMkLst>
        </pc:spChg>
        <pc:spChg chg="mod">
          <ac:chgData name="Macher, Andreas (DI FA CTR PLC PPM)" userId="f1dcac62-7bef-43eb-91f0-927336a1714f" providerId="ADAL" clId="{0ABF9F4E-FE31-462E-9EBD-A50A4418102D}" dt="2022-08-11T08:02:29.156" v="557" actId="164"/>
          <ac:spMkLst>
            <pc:docMk/>
            <pc:sldMk cId="2438124206" sldId="9061"/>
            <ac:spMk id="80" creationId="{19C55044-7567-407F-A209-C5043120EBF1}"/>
          </ac:spMkLst>
        </pc:spChg>
        <pc:spChg chg="mod">
          <ac:chgData name="Macher, Andreas (DI FA CTR PLC PPM)" userId="f1dcac62-7bef-43eb-91f0-927336a1714f" providerId="ADAL" clId="{0ABF9F4E-FE31-462E-9EBD-A50A4418102D}" dt="2022-08-11T08:02:29.156" v="557" actId="164"/>
          <ac:spMkLst>
            <pc:docMk/>
            <pc:sldMk cId="2438124206" sldId="9061"/>
            <ac:spMk id="81" creationId="{32043FCE-2281-43AF-9987-4E0265B089D3}"/>
          </ac:spMkLst>
        </pc:spChg>
        <pc:spChg chg="mod">
          <ac:chgData name="Macher, Andreas (DI FA CTR PLC PPM)" userId="f1dcac62-7bef-43eb-91f0-927336a1714f" providerId="ADAL" clId="{0ABF9F4E-FE31-462E-9EBD-A50A4418102D}" dt="2022-08-11T08:02:29.156" v="557" actId="164"/>
          <ac:spMkLst>
            <pc:docMk/>
            <pc:sldMk cId="2438124206" sldId="9061"/>
            <ac:spMk id="88" creationId="{4A63AA96-8A92-4952-B3E1-3623520D41E3}"/>
          </ac:spMkLst>
        </pc:spChg>
        <pc:spChg chg="mod">
          <ac:chgData name="Macher, Andreas (DI FA CTR PLC PPM)" userId="f1dcac62-7bef-43eb-91f0-927336a1714f" providerId="ADAL" clId="{0ABF9F4E-FE31-462E-9EBD-A50A4418102D}" dt="2022-08-11T08:02:29.156" v="557" actId="164"/>
          <ac:spMkLst>
            <pc:docMk/>
            <pc:sldMk cId="2438124206" sldId="9061"/>
            <ac:spMk id="90" creationId="{5C7B51AA-A791-4F6E-802E-14A07E5673D2}"/>
          </ac:spMkLst>
        </pc:spChg>
        <pc:spChg chg="mod">
          <ac:chgData name="Macher, Andreas (DI FA CTR PLC PPM)" userId="f1dcac62-7bef-43eb-91f0-927336a1714f" providerId="ADAL" clId="{0ABF9F4E-FE31-462E-9EBD-A50A4418102D}" dt="2022-08-11T07:59:08.118" v="503" actId="164"/>
          <ac:spMkLst>
            <pc:docMk/>
            <pc:sldMk cId="2438124206" sldId="9061"/>
            <ac:spMk id="95" creationId="{D8F01AC1-B1FB-433E-AC27-3F7B333AABCB}"/>
          </ac:spMkLst>
        </pc:spChg>
        <pc:spChg chg="mod">
          <ac:chgData name="Macher, Andreas (DI FA CTR PLC PPM)" userId="f1dcac62-7bef-43eb-91f0-927336a1714f" providerId="ADAL" clId="{0ABF9F4E-FE31-462E-9EBD-A50A4418102D}" dt="2022-08-11T08:02:29.156" v="557" actId="164"/>
          <ac:spMkLst>
            <pc:docMk/>
            <pc:sldMk cId="2438124206" sldId="9061"/>
            <ac:spMk id="97" creationId="{F143CFC9-58F8-41D0-B009-0180ED67EC70}"/>
          </ac:spMkLst>
        </pc:spChg>
        <pc:grpChg chg="add mod">
          <ac:chgData name="Macher, Andreas (DI FA CTR PLC PPM)" userId="f1dcac62-7bef-43eb-91f0-927336a1714f" providerId="ADAL" clId="{0ABF9F4E-FE31-462E-9EBD-A50A4418102D}" dt="2022-08-11T07:59:08.118" v="503" actId="164"/>
          <ac:grpSpMkLst>
            <pc:docMk/>
            <pc:sldMk cId="2438124206" sldId="9061"/>
            <ac:grpSpMk id="4" creationId="{012A1FDB-B82D-EB7A-E205-9303D0ACA8E9}"/>
          </ac:grpSpMkLst>
        </pc:grpChg>
        <pc:grpChg chg="add mod">
          <ac:chgData name="Macher, Andreas (DI FA CTR PLC PPM)" userId="f1dcac62-7bef-43eb-91f0-927336a1714f" providerId="ADAL" clId="{0ABF9F4E-FE31-462E-9EBD-A50A4418102D}" dt="2022-08-11T08:02:29.156" v="557" actId="164"/>
          <ac:grpSpMkLst>
            <pc:docMk/>
            <pc:sldMk cId="2438124206" sldId="9061"/>
            <ac:grpSpMk id="7" creationId="{F7F0C310-AFE4-D6FD-9901-FE0C2479F29E}"/>
          </ac:grpSpMkLst>
        </pc:grpChg>
        <pc:grpChg chg="mod">
          <ac:chgData name="Macher, Andreas (DI FA CTR PLC PPM)" userId="f1dcac62-7bef-43eb-91f0-927336a1714f" providerId="ADAL" clId="{0ABF9F4E-FE31-462E-9EBD-A50A4418102D}" dt="2022-08-11T07:59:08.118" v="503" actId="164"/>
          <ac:grpSpMkLst>
            <pc:docMk/>
            <pc:sldMk cId="2438124206" sldId="9061"/>
            <ac:grpSpMk id="99" creationId="{557F1B6B-2F43-649E-52C7-9D0A7F34768A}"/>
          </ac:grpSpMkLst>
        </pc:grpChg>
        <pc:grpChg chg="mod">
          <ac:chgData name="Macher, Andreas (DI FA CTR PLC PPM)" userId="f1dcac62-7bef-43eb-91f0-927336a1714f" providerId="ADAL" clId="{0ABF9F4E-FE31-462E-9EBD-A50A4418102D}" dt="2022-08-11T08:02:29.156" v="557" actId="164"/>
          <ac:grpSpMkLst>
            <pc:docMk/>
            <pc:sldMk cId="2438124206" sldId="9061"/>
            <ac:grpSpMk id="107" creationId="{52575590-497C-355D-6CB7-FAF3AFBFB952}"/>
          </ac:grpSpMkLst>
        </pc:grpChg>
        <pc:graphicFrameChg chg="modGraphic">
          <ac:chgData name="Macher, Andreas (DI FA CTR PLC PPM)" userId="f1dcac62-7bef-43eb-91f0-927336a1714f" providerId="ADAL" clId="{0ABF9F4E-FE31-462E-9EBD-A50A4418102D}" dt="2022-08-11T07:43:41.306" v="160" actId="122"/>
          <ac:graphicFrameMkLst>
            <pc:docMk/>
            <pc:sldMk cId="2438124206" sldId="9061"/>
            <ac:graphicFrameMk id="43" creationId="{A5482973-ED17-48DF-A2DD-67D2566F6DCD}"/>
          </ac:graphicFrameMkLst>
        </pc:graphicFrameChg>
        <pc:graphicFrameChg chg="modGraphic">
          <ac:chgData name="Macher, Andreas (DI FA CTR PLC PPM)" userId="f1dcac62-7bef-43eb-91f0-927336a1714f" providerId="ADAL" clId="{0ABF9F4E-FE31-462E-9EBD-A50A4418102D}" dt="2022-08-11T07:44:20.181" v="163" actId="122"/>
          <ac:graphicFrameMkLst>
            <pc:docMk/>
            <pc:sldMk cId="2438124206" sldId="9061"/>
            <ac:graphicFrameMk id="76" creationId="{C4948966-4D5B-45F6-AC6B-9A4B201AC631}"/>
          </ac:graphicFrameMkLst>
        </pc:graphicFrameChg>
        <pc:graphicFrameChg chg="modGraphic">
          <ac:chgData name="Macher, Andreas (DI FA CTR PLC PPM)" userId="f1dcac62-7bef-43eb-91f0-927336a1714f" providerId="ADAL" clId="{0ABF9F4E-FE31-462E-9EBD-A50A4418102D}" dt="2022-08-11T07:43:52.861" v="161" actId="122"/>
          <ac:graphicFrameMkLst>
            <pc:docMk/>
            <pc:sldMk cId="2438124206" sldId="9061"/>
            <ac:graphicFrameMk id="154" creationId="{A7E7A24C-4A0E-40C9-B300-BB9A206931DE}"/>
          </ac:graphicFrameMkLst>
        </pc:graphicFrameChg>
        <pc:picChg chg="mod">
          <ac:chgData name="Macher, Andreas (DI FA CTR PLC PPM)" userId="f1dcac62-7bef-43eb-91f0-927336a1714f" providerId="ADAL" clId="{0ABF9F4E-FE31-462E-9EBD-A50A4418102D}" dt="2022-08-11T07:59:08.118" v="503" actId="164"/>
          <ac:picMkLst>
            <pc:docMk/>
            <pc:sldMk cId="2438124206" sldId="9061"/>
            <ac:picMk id="67" creationId="{E955767B-3A55-45A7-AED0-207526A2DBE6}"/>
          </ac:picMkLst>
        </pc:picChg>
        <pc:picChg chg="mod">
          <ac:chgData name="Macher, Andreas (DI FA CTR PLC PPM)" userId="f1dcac62-7bef-43eb-91f0-927336a1714f" providerId="ADAL" clId="{0ABF9F4E-FE31-462E-9EBD-A50A4418102D}" dt="2022-08-11T07:59:08.118" v="503" actId="164"/>
          <ac:picMkLst>
            <pc:docMk/>
            <pc:sldMk cId="2438124206" sldId="9061"/>
            <ac:picMk id="71" creationId="{C62222AA-6AE1-480C-8850-4ACD1CF52607}"/>
          </ac:picMkLst>
        </pc:picChg>
        <pc:picChg chg="mod">
          <ac:chgData name="Macher, Andreas (DI FA CTR PLC PPM)" userId="f1dcac62-7bef-43eb-91f0-927336a1714f" providerId="ADAL" clId="{0ABF9F4E-FE31-462E-9EBD-A50A4418102D}" dt="2022-08-11T07:59:08.118" v="503" actId="164"/>
          <ac:picMkLst>
            <pc:docMk/>
            <pc:sldMk cId="2438124206" sldId="9061"/>
            <ac:picMk id="74" creationId="{A34518B2-1DCD-419B-B8A8-6E96084C474B}"/>
          </ac:picMkLst>
        </pc:picChg>
        <pc:picChg chg="mod">
          <ac:chgData name="Macher, Andreas (DI FA CTR PLC PPM)" userId="f1dcac62-7bef-43eb-91f0-927336a1714f" providerId="ADAL" clId="{0ABF9F4E-FE31-462E-9EBD-A50A4418102D}" dt="2022-08-11T08:02:29.156" v="557" actId="164"/>
          <ac:picMkLst>
            <pc:docMk/>
            <pc:sldMk cId="2438124206" sldId="9061"/>
            <ac:picMk id="83" creationId="{5EB14132-99C3-4638-8957-E40A2DE1DC7A}"/>
          </ac:picMkLst>
        </pc:picChg>
        <pc:picChg chg="mod">
          <ac:chgData name="Macher, Andreas (DI FA CTR PLC PPM)" userId="f1dcac62-7bef-43eb-91f0-927336a1714f" providerId="ADAL" clId="{0ABF9F4E-FE31-462E-9EBD-A50A4418102D}" dt="2022-08-11T08:02:29.156" v="557" actId="164"/>
          <ac:picMkLst>
            <pc:docMk/>
            <pc:sldMk cId="2438124206" sldId="9061"/>
            <ac:picMk id="87" creationId="{C35C324C-77D4-41BF-A216-3AB1F0E299B5}"/>
          </ac:picMkLst>
        </pc:picChg>
        <pc:picChg chg="mod">
          <ac:chgData name="Macher, Andreas (DI FA CTR PLC PPM)" userId="f1dcac62-7bef-43eb-91f0-927336a1714f" providerId="ADAL" clId="{0ABF9F4E-FE31-462E-9EBD-A50A4418102D}" dt="2022-08-11T08:02:29.156" v="557" actId="164"/>
          <ac:picMkLst>
            <pc:docMk/>
            <pc:sldMk cId="2438124206" sldId="9061"/>
            <ac:picMk id="89" creationId="{A0D4BF0C-1B58-4FD7-A1E3-04CD355ED193}"/>
          </ac:picMkLst>
        </pc:picChg>
        <pc:picChg chg="mod">
          <ac:chgData name="Macher, Andreas (DI FA CTR PLC PPM)" userId="f1dcac62-7bef-43eb-91f0-927336a1714f" providerId="ADAL" clId="{0ABF9F4E-FE31-462E-9EBD-A50A4418102D}" dt="2022-08-11T08:02:29.156" v="557" actId="164"/>
          <ac:picMkLst>
            <pc:docMk/>
            <pc:sldMk cId="2438124206" sldId="9061"/>
            <ac:picMk id="92" creationId="{E21871EC-C4C3-44A9-9F77-048246215B39}"/>
          </ac:picMkLst>
        </pc:picChg>
        <pc:picChg chg="mod">
          <ac:chgData name="Macher, Andreas (DI FA CTR PLC PPM)" userId="f1dcac62-7bef-43eb-91f0-927336a1714f" providerId="ADAL" clId="{0ABF9F4E-FE31-462E-9EBD-A50A4418102D}" dt="2022-08-11T07:59:08.118" v="503" actId="164"/>
          <ac:picMkLst>
            <pc:docMk/>
            <pc:sldMk cId="2438124206" sldId="9061"/>
            <ac:picMk id="96" creationId="{9DDD2B44-FF78-47F4-B405-52270C623F6A}"/>
          </ac:picMkLst>
        </pc:picChg>
        <pc:picChg chg="mod">
          <ac:chgData name="Macher, Andreas (DI FA CTR PLC PPM)" userId="f1dcac62-7bef-43eb-91f0-927336a1714f" providerId="ADAL" clId="{0ABF9F4E-FE31-462E-9EBD-A50A4418102D}" dt="2022-08-11T08:02:29.156" v="557" actId="164"/>
          <ac:picMkLst>
            <pc:docMk/>
            <pc:sldMk cId="2438124206" sldId="9061"/>
            <ac:picMk id="98" creationId="{DAF27E9F-66BE-4FF5-A544-5C26542A6CCC}"/>
          </ac:picMkLst>
        </pc:picChg>
        <pc:cxnChg chg="mod">
          <ac:chgData name="Macher, Andreas (DI FA CTR PLC PPM)" userId="f1dcac62-7bef-43eb-91f0-927336a1714f" providerId="ADAL" clId="{0ABF9F4E-FE31-462E-9EBD-A50A4418102D}" dt="2022-08-11T08:02:29.156" v="557" actId="164"/>
          <ac:cxnSpMkLst>
            <pc:docMk/>
            <pc:sldMk cId="2438124206" sldId="9061"/>
            <ac:cxnSpMk id="91" creationId="{5BBEE797-5C74-4CAF-833F-81B4AB1517A3}"/>
          </ac:cxnSpMkLst>
        </pc:cxnChg>
      </pc:sldChg>
      <pc:sldChg chg="del">
        <pc:chgData name="Macher, Andreas (DI FA CTR PLC PPM)" userId="f1dcac62-7bef-43eb-91f0-927336a1714f" providerId="ADAL" clId="{0ABF9F4E-FE31-462E-9EBD-A50A4418102D}" dt="2022-08-11T09:47:59.351" v="1970" actId="47"/>
        <pc:sldMkLst>
          <pc:docMk/>
          <pc:sldMk cId="801858518" sldId="9069"/>
        </pc:sldMkLst>
      </pc:sldChg>
      <pc:sldChg chg="addSp modSp mod">
        <pc:chgData name="Macher, Andreas (DI FA CTR PLC PPM)" userId="f1dcac62-7bef-43eb-91f0-927336a1714f" providerId="ADAL" clId="{0ABF9F4E-FE31-462E-9EBD-A50A4418102D}" dt="2022-08-11T10:16:03.897" v="2354"/>
        <pc:sldMkLst>
          <pc:docMk/>
          <pc:sldMk cId="95143713" sldId="9116"/>
        </pc:sldMkLst>
        <pc:spChg chg="mod">
          <ac:chgData name="Macher, Andreas (DI FA CTR PLC PPM)" userId="f1dcac62-7bef-43eb-91f0-927336a1714f" providerId="ADAL" clId="{0ABF9F4E-FE31-462E-9EBD-A50A4418102D}" dt="2022-08-11T09:56:27.483" v="2139" actId="207"/>
          <ac:spMkLst>
            <pc:docMk/>
            <pc:sldMk cId="95143713" sldId="9116"/>
            <ac:spMk id="7" creationId="{EF4F3097-9EF6-4802-9435-66B566B98C29}"/>
          </ac:spMkLst>
        </pc:spChg>
        <pc:spChg chg="add mod">
          <ac:chgData name="Macher, Andreas (DI FA CTR PLC PPM)" userId="f1dcac62-7bef-43eb-91f0-927336a1714f" providerId="ADAL" clId="{0ABF9F4E-FE31-462E-9EBD-A50A4418102D}" dt="2022-08-11T10:16:03.897" v="2354"/>
          <ac:spMkLst>
            <pc:docMk/>
            <pc:sldMk cId="95143713" sldId="9116"/>
            <ac:spMk id="34" creationId="{274B19DE-0BA8-0E2A-6BB7-ED9D9A955339}"/>
          </ac:spMkLst>
        </pc:spChg>
      </pc:sldChg>
      <pc:sldChg chg="del">
        <pc:chgData name="Macher, Andreas (DI FA CTR PLC PPM)" userId="f1dcac62-7bef-43eb-91f0-927336a1714f" providerId="ADAL" clId="{0ABF9F4E-FE31-462E-9EBD-A50A4418102D}" dt="2022-08-11T09:48:00.429" v="1971" actId="47"/>
        <pc:sldMkLst>
          <pc:docMk/>
          <pc:sldMk cId="269201748" sldId="9734"/>
        </pc:sldMkLst>
      </pc:sldChg>
      <pc:sldChg chg="addSp modSp add del mod">
        <pc:chgData name="Macher, Andreas (DI FA CTR PLC PPM)" userId="f1dcac62-7bef-43eb-91f0-927336a1714f" providerId="ADAL" clId="{0ABF9F4E-FE31-462E-9EBD-A50A4418102D}" dt="2022-08-11T09:54:46.814" v="2127" actId="1036"/>
        <pc:sldMkLst>
          <pc:docMk/>
          <pc:sldMk cId="3721668768" sldId="9781"/>
        </pc:sldMkLst>
        <pc:spChg chg="add mod">
          <ac:chgData name="Macher, Andreas (DI FA CTR PLC PPM)" userId="f1dcac62-7bef-43eb-91f0-927336a1714f" providerId="ADAL" clId="{0ABF9F4E-FE31-462E-9EBD-A50A4418102D}" dt="2022-08-11T09:50:29.307" v="2089" actId="1076"/>
          <ac:spMkLst>
            <pc:docMk/>
            <pc:sldMk cId="3721668768" sldId="9781"/>
            <ac:spMk id="4" creationId="{2BEAE2AA-BB28-5868-6F85-18995F43463D}"/>
          </ac:spMkLst>
        </pc:spChg>
        <pc:spChg chg="mod">
          <ac:chgData name="Macher, Andreas (DI FA CTR PLC PPM)" userId="f1dcac62-7bef-43eb-91f0-927336a1714f" providerId="ADAL" clId="{0ABF9F4E-FE31-462E-9EBD-A50A4418102D}" dt="2022-08-11T09:50:17.684" v="2088" actId="6549"/>
          <ac:spMkLst>
            <pc:docMk/>
            <pc:sldMk cId="3721668768" sldId="9781"/>
            <ac:spMk id="5" creationId="{A38F6808-4085-423A-A99A-9DC01B1678CB}"/>
          </ac:spMkLst>
        </pc:spChg>
        <pc:grpChg chg="mod">
          <ac:chgData name="Macher, Andreas (DI FA CTR PLC PPM)" userId="f1dcac62-7bef-43eb-91f0-927336a1714f" providerId="ADAL" clId="{0ABF9F4E-FE31-462E-9EBD-A50A4418102D}" dt="2022-08-11T09:54:46.814" v="2127" actId="1036"/>
          <ac:grpSpMkLst>
            <pc:docMk/>
            <pc:sldMk cId="3721668768" sldId="9781"/>
            <ac:grpSpMk id="9" creationId="{27A92C2F-D47D-57BB-8D48-72EC2F30F9AE}"/>
          </ac:grpSpMkLst>
        </pc:grpChg>
      </pc:sldChg>
      <pc:sldChg chg="addSp modSp del mod">
        <pc:chgData name="Macher, Andreas (DI FA CTR PLC PPM)" userId="f1dcac62-7bef-43eb-91f0-927336a1714f" providerId="ADAL" clId="{0ABF9F4E-FE31-462E-9EBD-A50A4418102D}" dt="2022-08-11T08:58:15.887" v="1956" actId="47"/>
        <pc:sldMkLst>
          <pc:docMk/>
          <pc:sldMk cId="2734859403" sldId="9782"/>
        </pc:sldMkLst>
        <pc:spChg chg="mod">
          <ac:chgData name="Macher, Andreas (DI FA CTR PLC PPM)" userId="f1dcac62-7bef-43eb-91f0-927336a1714f" providerId="ADAL" clId="{0ABF9F4E-FE31-462E-9EBD-A50A4418102D}" dt="2022-08-11T08:43:00.532" v="1624" actId="164"/>
          <ac:spMkLst>
            <pc:docMk/>
            <pc:sldMk cId="2734859403" sldId="9782"/>
            <ac:spMk id="78" creationId="{AD1FF6DC-FE54-0D2A-8440-5DEF114D6BA1}"/>
          </ac:spMkLst>
        </pc:spChg>
        <pc:spChg chg="mod">
          <ac:chgData name="Macher, Andreas (DI FA CTR PLC PPM)" userId="f1dcac62-7bef-43eb-91f0-927336a1714f" providerId="ADAL" clId="{0ABF9F4E-FE31-462E-9EBD-A50A4418102D}" dt="2022-08-11T08:43:00.532" v="1624" actId="164"/>
          <ac:spMkLst>
            <pc:docMk/>
            <pc:sldMk cId="2734859403" sldId="9782"/>
            <ac:spMk id="80" creationId="{D4F093E6-685F-A132-4164-6F4D24B93EF7}"/>
          </ac:spMkLst>
        </pc:spChg>
        <pc:spChg chg="mod">
          <ac:chgData name="Macher, Andreas (DI FA CTR PLC PPM)" userId="f1dcac62-7bef-43eb-91f0-927336a1714f" providerId="ADAL" clId="{0ABF9F4E-FE31-462E-9EBD-A50A4418102D}" dt="2022-08-11T08:43:00.532" v="1624" actId="164"/>
          <ac:spMkLst>
            <pc:docMk/>
            <pc:sldMk cId="2734859403" sldId="9782"/>
            <ac:spMk id="82" creationId="{6690FC19-05FA-6D2E-4E62-873696843873}"/>
          </ac:spMkLst>
        </pc:spChg>
        <pc:spChg chg="mod">
          <ac:chgData name="Macher, Andreas (DI FA CTR PLC PPM)" userId="f1dcac62-7bef-43eb-91f0-927336a1714f" providerId="ADAL" clId="{0ABF9F4E-FE31-462E-9EBD-A50A4418102D}" dt="2022-08-11T08:43:00.532" v="1624" actId="164"/>
          <ac:spMkLst>
            <pc:docMk/>
            <pc:sldMk cId="2734859403" sldId="9782"/>
            <ac:spMk id="91" creationId="{78C1912C-37EA-A829-2EED-FFB06C191ADF}"/>
          </ac:spMkLst>
        </pc:spChg>
        <pc:spChg chg="mod">
          <ac:chgData name="Macher, Andreas (DI FA CTR PLC PPM)" userId="f1dcac62-7bef-43eb-91f0-927336a1714f" providerId="ADAL" clId="{0ABF9F4E-FE31-462E-9EBD-A50A4418102D}" dt="2022-08-11T08:43:00.532" v="1624" actId="164"/>
          <ac:spMkLst>
            <pc:docMk/>
            <pc:sldMk cId="2734859403" sldId="9782"/>
            <ac:spMk id="92" creationId="{F332F65B-8328-7B65-F080-E65A522101A1}"/>
          </ac:spMkLst>
        </pc:spChg>
        <pc:spChg chg="mod">
          <ac:chgData name="Macher, Andreas (DI FA CTR PLC PPM)" userId="f1dcac62-7bef-43eb-91f0-927336a1714f" providerId="ADAL" clId="{0ABF9F4E-FE31-462E-9EBD-A50A4418102D}" dt="2022-08-11T08:43:00.532" v="1624" actId="164"/>
          <ac:spMkLst>
            <pc:docMk/>
            <pc:sldMk cId="2734859403" sldId="9782"/>
            <ac:spMk id="110" creationId="{DC2A508B-1B0C-B80C-070F-46321D4F8A9E}"/>
          </ac:spMkLst>
        </pc:spChg>
        <pc:grpChg chg="add mod">
          <ac:chgData name="Macher, Andreas (DI FA CTR PLC PPM)" userId="f1dcac62-7bef-43eb-91f0-927336a1714f" providerId="ADAL" clId="{0ABF9F4E-FE31-462E-9EBD-A50A4418102D}" dt="2022-08-11T08:43:00.532" v="1624" actId="164"/>
          <ac:grpSpMkLst>
            <pc:docMk/>
            <pc:sldMk cId="2734859403" sldId="9782"/>
            <ac:grpSpMk id="7" creationId="{3BE8817C-EF2A-EAFE-5E8F-379823CD98BB}"/>
          </ac:grpSpMkLst>
        </pc:grpChg>
        <pc:grpChg chg="mod">
          <ac:chgData name="Macher, Andreas (DI FA CTR PLC PPM)" userId="f1dcac62-7bef-43eb-91f0-927336a1714f" providerId="ADAL" clId="{0ABF9F4E-FE31-462E-9EBD-A50A4418102D}" dt="2022-08-11T08:43:00.532" v="1624" actId="164"/>
          <ac:grpSpMkLst>
            <pc:docMk/>
            <pc:sldMk cId="2734859403" sldId="9782"/>
            <ac:grpSpMk id="83" creationId="{CBFFA2FE-C917-BD2F-059E-AF7E77D281BC}"/>
          </ac:grpSpMkLst>
        </pc:grpChg>
        <pc:grpChg chg="mod">
          <ac:chgData name="Macher, Andreas (DI FA CTR PLC PPM)" userId="f1dcac62-7bef-43eb-91f0-927336a1714f" providerId="ADAL" clId="{0ABF9F4E-FE31-462E-9EBD-A50A4418102D}" dt="2022-08-11T08:43:00.532" v="1624" actId="164"/>
          <ac:grpSpMkLst>
            <pc:docMk/>
            <pc:sldMk cId="2734859403" sldId="9782"/>
            <ac:grpSpMk id="87" creationId="{47E76B16-81B6-51A9-AD79-4C01D8A5F213}"/>
          </ac:grpSpMkLst>
        </pc:grpChg>
        <pc:grpChg chg="mod">
          <ac:chgData name="Macher, Andreas (DI FA CTR PLC PPM)" userId="f1dcac62-7bef-43eb-91f0-927336a1714f" providerId="ADAL" clId="{0ABF9F4E-FE31-462E-9EBD-A50A4418102D}" dt="2022-08-11T08:43:00.532" v="1624" actId="164"/>
          <ac:grpSpMkLst>
            <pc:docMk/>
            <pc:sldMk cId="2734859403" sldId="9782"/>
            <ac:grpSpMk id="93" creationId="{A85D4273-4EA3-626F-BF0C-9F1EB592A180}"/>
          </ac:grpSpMkLst>
        </pc:grpChg>
        <pc:grpChg chg="mod">
          <ac:chgData name="Macher, Andreas (DI FA CTR PLC PPM)" userId="f1dcac62-7bef-43eb-91f0-927336a1714f" providerId="ADAL" clId="{0ABF9F4E-FE31-462E-9EBD-A50A4418102D}" dt="2022-08-11T08:43:00.532" v="1624" actId="164"/>
          <ac:grpSpMkLst>
            <pc:docMk/>
            <pc:sldMk cId="2734859403" sldId="9782"/>
            <ac:grpSpMk id="97" creationId="{25F18A0E-5047-65F0-2276-23DD2C14316F}"/>
          </ac:grpSpMkLst>
        </pc:grpChg>
        <pc:graphicFrameChg chg="modGraphic">
          <ac:chgData name="Macher, Andreas (DI FA CTR PLC PPM)" userId="f1dcac62-7bef-43eb-91f0-927336a1714f" providerId="ADAL" clId="{0ABF9F4E-FE31-462E-9EBD-A50A4418102D}" dt="2022-08-11T07:46:01.304" v="170" actId="122"/>
          <ac:graphicFrameMkLst>
            <pc:docMk/>
            <pc:sldMk cId="2734859403" sldId="9782"/>
            <ac:graphicFrameMk id="3" creationId="{103EA4DA-0901-4832-96EF-957F1A43B606}"/>
          </ac:graphicFrameMkLst>
        </pc:graphicFrameChg>
        <pc:graphicFrameChg chg="modGraphic">
          <ac:chgData name="Macher, Andreas (DI FA CTR PLC PPM)" userId="f1dcac62-7bef-43eb-91f0-927336a1714f" providerId="ADAL" clId="{0ABF9F4E-FE31-462E-9EBD-A50A4418102D}" dt="2022-08-11T07:45:54.651" v="169" actId="403"/>
          <ac:graphicFrameMkLst>
            <pc:docMk/>
            <pc:sldMk cId="2734859403" sldId="9782"/>
            <ac:graphicFrameMk id="154" creationId="{A7E7A24C-4A0E-40C9-B300-BB9A206931DE}"/>
          </ac:graphicFrameMkLst>
        </pc:graphicFrameChg>
        <pc:picChg chg="mod">
          <ac:chgData name="Macher, Andreas (DI FA CTR PLC PPM)" userId="f1dcac62-7bef-43eb-91f0-927336a1714f" providerId="ADAL" clId="{0ABF9F4E-FE31-462E-9EBD-A50A4418102D}" dt="2022-08-11T08:43:00.532" v="1624" actId="164"/>
          <ac:picMkLst>
            <pc:docMk/>
            <pc:sldMk cId="2734859403" sldId="9782"/>
            <ac:picMk id="81" creationId="{AF2750C8-A48E-1F21-FEE1-FB2CEDA965E6}"/>
          </ac:picMkLst>
        </pc:picChg>
        <pc:picChg chg="mod">
          <ac:chgData name="Macher, Andreas (DI FA CTR PLC PPM)" userId="f1dcac62-7bef-43eb-91f0-927336a1714f" providerId="ADAL" clId="{0ABF9F4E-FE31-462E-9EBD-A50A4418102D}" dt="2022-08-11T08:43:00.532" v="1624" actId="164"/>
          <ac:picMkLst>
            <pc:docMk/>
            <pc:sldMk cId="2734859403" sldId="9782"/>
            <ac:picMk id="101" creationId="{F7BC1A1B-C2C1-AD6B-0C44-CD7E6ABA894B}"/>
          </ac:picMkLst>
        </pc:picChg>
        <pc:picChg chg="mod">
          <ac:chgData name="Macher, Andreas (DI FA CTR PLC PPM)" userId="f1dcac62-7bef-43eb-91f0-927336a1714f" providerId="ADAL" clId="{0ABF9F4E-FE31-462E-9EBD-A50A4418102D}" dt="2022-08-11T08:43:00.532" v="1624" actId="164"/>
          <ac:picMkLst>
            <pc:docMk/>
            <pc:sldMk cId="2734859403" sldId="9782"/>
            <ac:picMk id="106" creationId="{3FEA8687-CBDF-0387-4EC7-B710C6E47E15}"/>
          </ac:picMkLst>
        </pc:picChg>
        <pc:cxnChg chg="mod">
          <ac:chgData name="Macher, Andreas (DI FA CTR PLC PPM)" userId="f1dcac62-7bef-43eb-91f0-927336a1714f" providerId="ADAL" clId="{0ABF9F4E-FE31-462E-9EBD-A50A4418102D}" dt="2022-08-11T08:43:00.532" v="1624" actId="164"/>
          <ac:cxnSpMkLst>
            <pc:docMk/>
            <pc:sldMk cId="2734859403" sldId="9782"/>
            <ac:cxnSpMk id="103" creationId="{CF57499C-D281-289A-BB8E-7E80F81E6E78}"/>
          </ac:cxnSpMkLst>
        </pc:cxnChg>
      </pc:sldChg>
      <pc:sldChg chg="addSp delSp modSp mod">
        <pc:chgData name="Macher, Andreas (DI FA CTR PLC PPM)" userId="f1dcac62-7bef-43eb-91f0-927336a1714f" providerId="ADAL" clId="{0ABF9F4E-FE31-462E-9EBD-A50A4418102D}" dt="2022-08-11T09:55:37.511" v="2131" actId="207"/>
        <pc:sldMkLst>
          <pc:docMk/>
          <pc:sldMk cId="2885743806" sldId="9783"/>
        </pc:sldMkLst>
        <pc:spChg chg="mod">
          <ac:chgData name="Macher, Andreas (DI FA CTR PLC PPM)" userId="f1dcac62-7bef-43eb-91f0-927336a1714f" providerId="ADAL" clId="{0ABF9F4E-FE31-462E-9EBD-A50A4418102D}" dt="2022-08-11T09:55:37.511" v="2131" actId="207"/>
          <ac:spMkLst>
            <pc:docMk/>
            <pc:sldMk cId="2885743806" sldId="9783"/>
            <ac:spMk id="2" creationId="{028CDF48-62E8-00B6-483B-CC350571158D}"/>
          </ac:spMkLst>
        </pc:spChg>
        <pc:spChg chg="mod">
          <ac:chgData name="Macher, Andreas (DI FA CTR PLC PPM)" userId="f1dcac62-7bef-43eb-91f0-927336a1714f" providerId="ADAL" clId="{0ABF9F4E-FE31-462E-9EBD-A50A4418102D}" dt="2022-08-11T08:12:26.359" v="812" actId="1036"/>
          <ac:spMkLst>
            <pc:docMk/>
            <pc:sldMk cId="2885743806" sldId="9783"/>
            <ac:spMk id="8" creationId="{43F048BD-FF0F-6EFA-C1DC-3AF4EC11438F}"/>
          </ac:spMkLst>
        </pc:spChg>
        <pc:spChg chg="mod">
          <ac:chgData name="Macher, Andreas (DI FA CTR PLC PPM)" userId="f1dcac62-7bef-43eb-91f0-927336a1714f" providerId="ADAL" clId="{0ABF9F4E-FE31-462E-9EBD-A50A4418102D}" dt="2022-08-11T08:12:26.359" v="812" actId="1036"/>
          <ac:spMkLst>
            <pc:docMk/>
            <pc:sldMk cId="2885743806" sldId="9783"/>
            <ac:spMk id="9" creationId="{4E433ADA-F50F-0F7C-FF91-BF1985547CC1}"/>
          </ac:spMkLst>
        </pc:spChg>
        <pc:spChg chg="mod">
          <ac:chgData name="Macher, Andreas (DI FA CTR PLC PPM)" userId="f1dcac62-7bef-43eb-91f0-927336a1714f" providerId="ADAL" clId="{0ABF9F4E-FE31-462E-9EBD-A50A4418102D}" dt="2022-08-11T08:12:26.359" v="812" actId="1036"/>
          <ac:spMkLst>
            <pc:docMk/>
            <pc:sldMk cId="2885743806" sldId="9783"/>
            <ac:spMk id="10" creationId="{182640C5-D5B2-450D-4C92-4C493D5EFBFB}"/>
          </ac:spMkLst>
        </pc:spChg>
        <pc:graphicFrameChg chg="mod modGraphic">
          <ac:chgData name="Macher, Andreas (DI FA CTR PLC PPM)" userId="f1dcac62-7bef-43eb-91f0-927336a1714f" providerId="ADAL" clId="{0ABF9F4E-FE31-462E-9EBD-A50A4418102D}" dt="2022-08-11T08:11:46.607" v="789" actId="20577"/>
          <ac:graphicFrameMkLst>
            <pc:docMk/>
            <pc:sldMk cId="2885743806" sldId="9783"/>
            <ac:graphicFrameMk id="4" creationId="{E634435A-F05C-1C06-328F-1740776AC6D5}"/>
          </ac:graphicFrameMkLst>
        </pc:graphicFrameChg>
        <pc:picChg chg="add mod">
          <ac:chgData name="Macher, Andreas (DI FA CTR PLC PPM)" userId="f1dcac62-7bef-43eb-91f0-927336a1714f" providerId="ADAL" clId="{0ABF9F4E-FE31-462E-9EBD-A50A4418102D}" dt="2022-08-11T08:15:59.458" v="820" actId="1076"/>
          <ac:picMkLst>
            <pc:docMk/>
            <pc:sldMk cId="2885743806" sldId="9783"/>
            <ac:picMk id="6" creationId="{11880E26-D067-69C9-DD66-B20082C45053}"/>
          </ac:picMkLst>
        </pc:picChg>
        <pc:picChg chg="del mod">
          <ac:chgData name="Macher, Andreas (DI FA CTR PLC PPM)" userId="f1dcac62-7bef-43eb-91f0-927336a1714f" providerId="ADAL" clId="{0ABF9F4E-FE31-462E-9EBD-A50A4418102D}" dt="2022-08-11T08:15:31.633" v="813" actId="478"/>
          <ac:picMkLst>
            <pc:docMk/>
            <pc:sldMk cId="2885743806" sldId="9783"/>
            <ac:picMk id="11" creationId="{592B975C-78F0-7C65-E46F-00B0745127CD}"/>
          </ac:picMkLst>
        </pc:picChg>
        <pc:picChg chg="mod">
          <ac:chgData name="Macher, Andreas (DI FA CTR PLC PPM)" userId="f1dcac62-7bef-43eb-91f0-927336a1714f" providerId="ADAL" clId="{0ABF9F4E-FE31-462E-9EBD-A50A4418102D}" dt="2022-08-11T08:12:00.128" v="792" actId="1076"/>
          <ac:picMkLst>
            <pc:docMk/>
            <pc:sldMk cId="2885743806" sldId="9783"/>
            <ac:picMk id="20" creationId="{B9AF0067-9B33-287F-B99C-C72ADF79F8A9}"/>
          </ac:picMkLst>
        </pc:picChg>
        <pc:picChg chg="mod">
          <ac:chgData name="Macher, Andreas (DI FA CTR PLC PPM)" userId="f1dcac62-7bef-43eb-91f0-927336a1714f" providerId="ADAL" clId="{0ABF9F4E-FE31-462E-9EBD-A50A4418102D}" dt="2022-08-11T08:12:14.746" v="793" actId="1076"/>
          <ac:picMkLst>
            <pc:docMk/>
            <pc:sldMk cId="2885743806" sldId="9783"/>
            <ac:picMk id="22" creationId="{1501AF1E-354D-D654-2C72-7D413348E350}"/>
          </ac:picMkLst>
        </pc:picChg>
        <pc:cxnChg chg="add del mod">
          <ac:chgData name="Macher, Andreas (DI FA CTR PLC PPM)" userId="f1dcac62-7bef-43eb-91f0-927336a1714f" providerId="ADAL" clId="{0ABF9F4E-FE31-462E-9EBD-A50A4418102D}" dt="2022-08-11T08:05:21.847" v="664" actId="21"/>
          <ac:cxnSpMkLst>
            <pc:docMk/>
            <pc:sldMk cId="2885743806" sldId="9783"/>
            <ac:cxnSpMk id="12" creationId="{FACD4ABF-5A07-67DE-F3A7-155C95DB6784}"/>
          </ac:cxnSpMkLst>
        </pc:cxnChg>
      </pc:sldChg>
      <pc:sldChg chg="addSp modSp del">
        <pc:chgData name="Macher, Andreas (DI FA CTR PLC PPM)" userId="f1dcac62-7bef-43eb-91f0-927336a1714f" providerId="ADAL" clId="{0ABF9F4E-FE31-462E-9EBD-A50A4418102D}" dt="2022-08-11T08:58:25.776" v="1957" actId="47"/>
        <pc:sldMkLst>
          <pc:docMk/>
          <pc:sldMk cId="739854802" sldId="9784"/>
        </pc:sldMkLst>
        <pc:spChg chg="mod">
          <ac:chgData name="Macher, Andreas (DI FA CTR PLC PPM)" userId="f1dcac62-7bef-43eb-91f0-927336a1714f" providerId="ADAL" clId="{0ABF9F4E-FE31-462E-9EBD-A50A4418102D}" dt="2022-08-11T08:37:07.635" v="1406" actId="164"/>
          <ac:spMkLst>
            <pc:docMk/>
            <pc:sldMk cId="739854802" sldId="9784"/>
            <ac:spMk id="50" creationId="{670F377E-C43D-D547-D407-AC96E4E68B7B}"/>
          </ac:spMkLst>
        </pc:spChg>
        <pc:spChg chg="mod">
          <ac:chgData name="Macher, Andreas (DI FA CTR PLC PPM)" userId="f1dcac62-7bef-43eb-91f0-927336a1714f" providerId="ADAL" clId="{0ABF9F4E-FE31-462E-9EBD-A50A4418102D}" dt="2022-08-11T08:37:07.635" v="1406" actId="164"/>
          <ac:spMkLst>
            <pc:docMk/>
            <pc:sldMk cId="739854802" sldId="9784"/>
            <ac:spMk id="59" creationId="{FA7D5A80-062D-1E9F-A4C2-713387E01473}"/>
          </ac:spMkLst>
        </pc:spChg>
        <pc:spChg chg="mod">
          <ac:chgData name="Macher, Andreas (DI FA CTR PLC PPM)" userId="f1dcac62-7bef-43eb-91f0-927336a1714f" providerId="ADAL" clId="{0ABF9F4E-FE31-462E-9EBD-A50A4418102D}" dt="2022-08-11T08:37:47.647" v="1411" actId="164"/>
          <ac:spMkLst>
            <pc:docMk/>
            <pc:sldMk cId="739854802" sldId="9784"/>
            <ac:spMk id="68" creationId="{A598914B-57B9-3868-1277-BEDE0B0FAF00}"/>
          </ac:spMkLst>
        </pc:spChg>
        <pc:spChg chg="mod">
          <ac:chgData name="Macher, Andreas (DI FA CTR PLC PPM)" userId="f1dcac62-7bef-43eb-91f0-927336a1714f" providerId="ADAL" clId="{0ABF9F4E-FE31-462E-9EBD-A50A4418102D}" dt="2022-08-11T08:37:47.647" v="1411" actId="164"/>
          <ac:spMkLst>
            <pc:docMk/>
            <pc:sldMk cId="739854802" sldId="9784"/>
            <ac:spMk id="69" creationId="{F39BB98E-71EE-EFC9-6C17-458E8940D93C}"/>
          </ac:spMkLst>
        </pc:spChg>
        <pc:spChg chg="mod">
          <ac:chgData name="Macher, Andreas (DI FA CTR PLC PPM)" userId="f1dcac62-7bef-43eb-91f0-927336a1714f" providerId="ADAL" clId="{0ABF9F4E-FE31-462E-9EBD-A50A4418102D}" dt="2022-08-11T08:37:47.647" v="1411" actId="164"/>
          <ac:spMkLst>
            <pc:docMk/>
            <pc:sldMk cId="739854802" sldId="9784"/>
            <ac:spMk id="80" creationId="{D4F093E6-685F-A132-4164-6F4D24B93EF7}"/>
          </ac:spMkLst>
        </pc:spChg>
        <pc:spChg chg="mod">
          <ac:chgData name="Macher, Andreas (DI FA CTR PLC PPM)" userId="f1dcac62-7bef-43eb-91f0-927336a1714f" providerId="ADAL" clId="{0ABF9F4E-FE31-462E-9EBD-A50A4418102D}" dt="2022-08-11T08:37:47.647" v="1411" actId="164"/>
          <ac:spMkLst>
            <pc:docMk/>
            <pc:sldMk cId="739854802" sldId="9784"/>
            <ac:spMk id="82" creationId="{6690FC19-05FA-6D2E-4E62-873696843873}"/>
          </ac:spMkLst>
        </pc:spChg>
        <pc:spChg chg="mod">
          <ac:chgData name="Macher, Andreas (DI FA CTR PLC PPM)" userId="f1dcac62-7bef-43eb-91f0-927336a1714f" providerId="ADAL" clId="{0ABF9F4E-FE31-462E-9EBD-A50A4418102D}" dt="2022-08-11T08:37:47.647" v="1411" actId="164"/>
          <ac:spMkLst>
            <pc:docMk/>
            <pc:sldMk cId="739854802" sldId="9784"/>
            <ac:spMk id="91" creationId="{78C1912C-37EA-A829-2EED-FFB06C191ADF}"/>
          </ac:spMkLst>
        </pc:spChg>
        <pc:spChg chg="mod">
          <ac:chgData name="Macher, Andreas (DI FA CTR PLC PPM)" userId="f1dcac62-7bef-43eb-91f0-927336a1714f" providerId="ADAL" clId="{0ABF9F4E-FE31-462E-9EBD-A50A4418102D}" dt="2022-08-11T08:37:47.647" v="1411" actId="164"/>
          <ac:spMkLst>
            <pc:docMk/>
            <pc:sldMk cId="739854802" sldId="9784"/>
            <ac:spMk id="92" creationId="{F332F65B-8328-7B65-F080-E65A522101A1}"/>
          </ac:spMkLst>
        </pc:spChg>
        <pc:spChg chg="mod">
          <ac:chgData name="Macher, Andreas (DI FA CTR PLC PPM)" userId="f1dcac62-7bef-43eb-91f0-927336a1714f" providerId="ADAL" clId="{0ABF9F4E-FE31-462E-9EBD-A50A4418102D}" dt="2022-08-11T08:37:07.635" v="1406" actId="164"/>
          <ac:spMkLst>
            <pc:docMk/>
            <pc:sldMk cId="739854802" sldId="9784"/>
            <ac:spMk id="115" creationId="{90528F12-D22C-4263-B14C-D43221668473}"/>
          </ac:spMkLst>
        </pc:spChg>
        <pc:spChg chg="mod">
          <ac:chgData name="Macher, Andreas (DI FA CTR PLC PPM)" userId="f1dcac62-7bef-43eb-91f0-927336a1714f" providerId="ADAL" clId="{0ABF9F4E-FE31-462E-9EBD-A50A4418102D}" dt="2022-08-11T08:37:07.635" v="1406" actId="164"/>
          <ac:spMkLst>
            <pc:docMk/>
            <pc:sldMk cId="739854802" sldId="9784"/>
            <ac:spMk id="116" creationId="{2347B793-6F5B-4E1C-A3E7-DA0475071982}"/>
          </ac:spMkLst>
        </pc:spChg>
        <pc:spChg chg="mod">
          <ac:chgData name="Macher, Andreas (DI FA CTR PLC PPM)" userId="f1dcac62-7bef-43eb-91f0-927336a1714f" providerId="ADAL" clId="{0ABF9F4E-FE31-462E-9EBD-A50A4418102D}" dt="2022-08-11T08:37:07.635" v="1406" actId="164"/>
          <ac:spMkLst>
            <pc:docMk/>
            <pc:sldMk cId="739854802" sldId="9784"/>
            <ac:spMk id="137" creationId="{FDD5434B-451C-4259-8662-7FE848EA59F8}"/>
          </ac:spMkLst>
        </pc:spChg>
        <pc:spChg chg="mod">
          <ac:chgData name="Macher, Andreas (DI FA CTR PLC PPM)" userId="f1dcac62-7bef-43eb-91f0-927336a1714f" providerId="ADAL" clId="{0ABF9F4E-FE31-462E-9EBD-A50A4418102D}" dt="2022-08-11T08:37:07.635" v="1406" actId="164"/>
          <ac:spMkLst>
            <pc:docMk/>
            <pc:sldMk cId="739854802" sldId="9784"/>
            <ac:spMk id="138" creationId="{43BB1C04-9A39-4EAC-BFFD-C203C3EE5EFD}"/>
          </ac:spMkLst>
        </pc:spChg>
        <pc:spChg chg="mod">
          <ac:chgData name="Macher, Andreas (DI FA CTR PLC PPM)" userId="f1dcac62-7bef-43eb-91f0-927336a1714f" providerId="ADAL" clId="{0ABF9F4E-FE31-462E-9EBD-A50A4418102D}" dt="2022-08-11T08:37:07.635" v="1406" actId="164"/>
          <ac:spMkLst>
            <pc:docMk/>
            <pc:sldMk cId="739854802" sldId="9784"/>
            <ac:spMk id="208" creationId="{9B53F99D-2420-4508-B0F4-B6FE6AD5D8A9}"/>
          </ac:spMkLst>
        </pc:spChg>
        <pc:grpChg chg="add mod">
          <ac:chgData name="Macher, Andreas (DI FA CTR PLC PPM)" userId="f1dcac62-7bef-43eb-91f0-927336a1714f" providerId="ADAL" clId="{0ABF9F4E-FE31-462E-9EBD-A50A4418102D}" dt="2022-08-11T08:37:07.635" v="1406" actId="164"/>
          <ac:grpSpMkLst>
            <pc:docMk/>
            <pc:sldMk cId="739854802" sldId="9784"/>
            <ac:grpSpMk id="7" creationId="{1FEC723A-D2E2-2A82-027F-19B2D64901AC}"/>
          </ac:grpSpMkLst>
        </pc:grpChg>
        <pc:grpChg chg="add mod">
          <ac:chgData name="Macher, Andreas (DI FA CTR PLC PPM)" userId="f1dcac62-7bef-43eb-91f0-927336a1714f" providerId="ADAL" clId="{0ABF9F4E-FE31-462E-9EBD-A50A4418102D}" dt="2022-08-11T08:37:47.647" v="1411" actId="164"/>
          <ac:grpSpMkLst>
            <pc:docMk/>
            <pc:sldMk cId="739854802" sldId="9784"/>
            <ac:grpSpMk id="8" creationId="{5948AD2E-DF0E-E3B9-C79A-CDEFCE0088D2}"/>
          </ac:grpSpMkLst>
        </pc:grpChg>
        <pc:grpChg chg="mod">
          <ac:chgData name="Macher, Andreas (DI FA CTR PLC PPM)" userId="f1dcac62-7bef-43eb-91f0-927336a1714f" providerId="ADAL" clId="{0ABF9F4E-FE31-462E-9EBD-A50A4418102D}" dt="2022-08-11T08:37:07.635" v="1406" actId="164"/>
          <ac:grpSpMkLst>
            <pc:docMk/>
            <pc:sldMk cId="739854802" sldId="9784"/>
            <ac:grpSpMk id="47" creationId="{EF1111A8-D0AC-7229-6BF4-54BC82CCC630}"/>
          </ac:grpSpMkLst>
        </pc:grpChg>
        <pc:grpChg chg="mod">
          <ac:chgData name="Macher, Andreas (DI FA CTR PLC PPM)" userId="f1dcac62-7bef-43eb-91f0-927336a1714f" providerId="ADAL" clId="{0ABF9F4E-FE31-462E-9EBD-A50A4418102D}" dt="2022-08-11T08:37:07.635" v="1406" actId="164"/>
          <ac:grpSpMkLst>
            <pc:docMk/>
            <pc:sldMk cId="739854802" sldId="9784"/>
            <ac:grpSpMk id="48" creationId="{29DC23DD-903E-B34D-6D5B-B93E8E81921F}"/>
          </ac:grpSpMkLst>
        </pc:grpChg>
        <pc:grpChg chg="mod">
          <ac:chgData name="Macher, Andreas (DI FA CTR PLC PPM)" userId="f1dcac62-7bef-43eb-91f0-927336a1714f" providerId="ADAL" clId="{0ABF9F4E-FE31-462E-9EBD-A50A4418102D}" dt="2022-08-11T08:37:07.635" v="1406" actId="164"/>
          <ac:grpSpMkLst>
            <pc:docMk/>
            <pc:sldMk cId="739854802" sldId="9784"/>
            <ac:grpSpMk id="61" creationId="{25F1E690-CB4C-48D2-F959-940B86EF5E05}"/>
          </ac:grpSpMkLst>
        </pc:grpChg>
        <pc:grpChg chg="mod">
          <ac:chgData name="Macher, Andreas (DI FA CTR PLC PPM)" userId="f1dcac62-7bef-43eb-91f0-927336a1714f" providerId="ADAL" clId="{0ABF9F4E-FE31-462E-9EBD-A50A4418102D}" dt="2022-08-11T08:37:07.635" v="1406" actId="164"/>
          <ac:grpSpMkLst>
            <pc:docMk/>
            <pc:sldMk cId="739854802" sldId="9784"/>
            <ac:grpSpMk id="70" creationId="{8B86D703-71D8-5A9C-90B9-78A9552823F7}"/>
          </ac:grpSpMkLst>
        </pc:grpChg>
        <pc:grpChg chg="mod">
          <ac:chgData name="Macher, Andreas (DI FA CTR PLC PPM)" userId="f1dcac62-7bef-43eb-91f0-927336a1714f" providerId="ADAL" clId="{0ABF9F4E-FE31-462E-9EBD-A50A4418102D}" dt="2022-08-11T08:37:47.647" v="1411" actId="164"/>
          <ac:grpSpMkLst>
            <pc:docMk/>
            <pc:sldMk cId="739854802" sldId="9784"/>
            <ac:grpSpMk id="83" creationId="{CBFFA2FE-C917-BD2F-059E-AF7E77D281BC}"/>
          </ac:grpSpMkLst>
        </pc:grpChg>
        <pc:grpChg chg="mod">
          <ac:chgData name="Macher, Andreas (DI FA CTR PLC PPM)" userId="f1dcac62-7bef-43eb-91f0-927336a1714f" providerId="ADAL" clId="{0ABF9F4E-FE31-462E-9EBD-A50A4418102D}" dt="2022-08-11T08:37:47.647" v="1411" actId="164"/>
          <ac:grpSpMkLst>
            <pc:docMk/>
            <pc:sldMk cId="739854802" sldId="9784"/>
            <ac:grpSpMk id="87" creationId="{47E76B16-81B6-51A9-AD79-4C01D8A5F213}"/>
          </ac:grpSpMkLst>
        </pc:grpChg>
        <pc:grpChg chg="mod">
          <ac:chgData name="Macher, Andreas (DI FA CTR PLC PPM)" userId="f1dcac62-7bef-43eb-91f0-927336a1714f" providerId="ADAL" clId="{0ABF9F4E-FE31-462E-9EBD-A50A4418102D}" dt="2022-08-11T08:37:47.647" v="1411" actId="164"/>
          <ac:grpSpMkLst>
            <pc:docMk/>
            <pc:sldMk cId="739854802" sldId="9784"/>
            <ac:grpSpMk id="93" creationId="{A85D4273-4EA3-626F-BF0C-9F1EB592A180}"/>
          </ac:grpSpMkLst>
        </pc:grpChg>
        <pc:grpChg chg="mod">
          <ac:chgData name="Macher, Andreas (DI FA CTR PLC PPM)" userId="f1dcac62-7bef-43eb-91f0-927336a1714f" providerId="ADAL" clId="{0ABF9F4E-FE31-462E-9EBD-A50A4418102D}" dt="2022-08-11T08:37:47.647" v="1411" actId="164"/>
          <ac:grpSpMkLst>
            <pc:docMk/>
            <pc:sldMk cId="739854802" sldId="9784"/>
            <ac:grpSpMk id="97" creationId="{25F18A0E-5047-65F0-2276-23DD2C14316F}"/>
          </ac:grpSpMkLst>
        </pc:grpChg>
        <pc:picChg chg="mod">
          <ac:chgData name="Macher, Andreas (DI FA CTR PLC PPM)" userId="f1dcac62-7bef-43eb-91f0-927336a1714f" providerId="ADAL" clId="{0ABF9F4E-FE31-462E-9EBD-A50A4418102D}" dt="2022-08-11T08:37:07.635" v="1406" actId="164"/>
          <ac:picMkLst>
            <pc:docMk/>
            <pc:sldMk cId="739854802" sldId="9784"/>
            <ac:picMk id="74" creationId="{48BC0CF7-61BC-A81B-DABB-6EF6D62AED5C}"/>
          </ac:picMkLst>
        </pc:picChg>
        <pc:picChg chg="mod">
          <ac:chgData name="Macher, Andreas (DI FA CTR PLC PPM)" userId="f1dcac62-7bef-43eb-91f0-927336a1714f" providerId="ADAL" clId="{0ABF9F4E-FE31-462E-9EBD-A50A4418102D}" dt="2022-08-11T08:37:47.647" v="1411" actId="164"/>
          <ac:picMkLst>
            <pc:docMk/>
            <pc:sldMk cId="739854802" sldId="9784"/>
            <ac:picMk id="75" creationId="{3B5B66F5-48D8-83BF-3E4A-C27A22E9FF00}"/>
          </ac:picMkLst>
        </pc:picChg>
        <pc:picChg chg="mod">
          <ac:chgData name="Macher, Andreas (DI FA CTR PLC PPM)" userId="f1dcac62-7bef-43eb-91f0-927336a1714f" providerId="ADAL" clId="{0ABF9F4E-FE31-462E-9EBD-A50A4418102D}" dt="2022-08-11T08:37:47.647" v="1411" actId="164"/>
          <ac:picMkLst>
            <pc:docMk/>
            <pc:sldMk cId="739854802" sldId="9784"/>
            <ac:picMk id="81" creationId="{AF2750C8-A48E-1F21-FEE1-FB2CEDA965E6}"/>
          </ac:picMkLst>
        </pc:picChg>
        <pc:picChg chg="mod">
          <ac:chgData name="Macher, Andreas (DI FA CTR PLC PPM)" userId="f1dcac62-7bef-43eb-91f0-927336a1714f" providerId="ADAL" clId="{0ABF9F4E-FE31-462E-9EBD-A50A4418102D}" dt="2022-08-11T08:37:47.647" v="1411" actId="164"/>
          <ac:picMkLst>
            <pc:docMk/>
            <pc:sldMk cId="739854802" sldId="9784"/>
            <ac:picMk id="101" creationId="{F7BC1A1B-C2C1-AD6B-0C44-CD7E6ABA894B}"/>
          </ac:picMkLst>
        </pc:picChg>
        <pc:picChg chg="mod">
          <ac:chgData name="Macher, Andreas (DI FA CTR PLC PPM)" userId="f1dcac62-7bef-43eb-91f0-927336a1714f" providerId="ADAL" clId="{0ABF9F4E-FE31-462E-9EBD-A50A4418102D}" dt="2022-08-11T08:37:07.635" v="1406" actId="164"/>
          <ac:picMkLst>
            <pc:docMk/>
            <pc:sldMk cId="739854802" sldId="9784"/>
            <ac:picMk id="104" creationId="{965C22C2-A4C6-8655-5F38-6CF41D92025F}"/>
          </ac:picMkLst>
        </pc:picChg>
        <pc:picChg chg="mod">
          <ac:chgData name="Macher, Andreas (DI FA CTR PLC PPM)" userId="f1dcac62-7bef-43eb-91f0-927336a1714f" providerId="ADAL" clId="{0ABF9F4E-FE31-462E-9EBD-A50A4418102D}" dt="2022-08-11T08:37:07.635" v="1406" actId="164"/>
          <ac:picMkLst>
            <pc:docMk/>
            <pc:sldMk cId="739854802" sldId="9784"/>
            <ac:picMk id="105" creationId="{A4ECE8C0-CB20-67F6-E029-83EE010F67A5}"/>
          </ac:picMkLst>
        </pc:picChg>
        <pc:picChg chg="mod">
          <ac:chgData name="Macher, Andreas (DI FA CTR PLC PPM)" userId="f1dcac62-7bef-43eb-91f0-927336a1714f" providerId="ADAL" clId="{0ABF9F4E-FE31-462E-9EBD-A50A4418102D}" dt="2022-08-11T08:37:47.647" v="1411" actId="164"/>
          <ac:picMkLst>
            <pc:docMk/>
            <pc:sldMk cId="739854802" sldId="9784"/>
            <ac:picMk id="106" creationId="{3FEA8687-CBDF-0387-4EC7-B710C6E47E15}"/>
          </ac:picMkLst>
        </pc:picChg>
        <pc:picChg chg="mod">
          <ac:chgData name="Macher, Andreas (DI FA CTR PLC PPM)" userId="f1dcac62-7bef-43eb-91f0-927336a1714f" providerId="ADAL" clId="{0ABF9F4E-FE31-462E-9EBD-A50A4418102D}" dt="2022-08-11T08:37:07.635" v="1406" actId="164"/>
          <ac:picMkLst>
            <pc:docMk/>
            <pc:sldMk cId="739854802" sldId="9784"/>
            <ac:picMk id="141" creationId="{E736B61F-EFC8-4CB2-8980-4022DA1F7564}"/>
          </ac:picMkLst>
        </pc:picChg>
        <pc:cxnChg chg="mod">
          <ac:chgData name="Macher, Andreas (DI FA CTR PLC PPM)" userId="f1dcac62-7bef-43eb-91f0-927336a1714f" providerId="ADAL" clId="{0ABF9F4E-FE31-462E-9EBD-A50A4418102D}" dt="2022-08-11T08:37:47.647" v="1411" actId="164"/>
          <ac:cxnSpMkLst>
            <pc:docMk/>
            <pc:sldMk cId="739854802" sldId="9784"/>
            <ac:cxnSpMk id="76" creationId="{D9673284-6AD8-B37D-2F72-5BA92E19CEF3}"/>
          </ac:cxnSpMkLst>
        </pc:cxnChg>
        <pc:cxnChg chg="mod">
          <ac:chgData name="Macher, Andreas (DI FA CTR PLC PPM)" userId="f1dcac62-7bef-43eb-91f0-927336a1714f" providerId="ADAL" clId="{0ABF9F4E-FE31-462E-9EBD-A50A4418102D}" dt="2022-08-11T08:37:47.647" v="1411" actId="164"/>
          <ac:cxnSpMkLst>
            <pc:docMk/>
            <pc:sldMk cId="739854802" sldId="9784"/>
            <ac:cxnSpMk id="103" creationId="{CF57499C-D281-289A-BB8E-7E80F81E6E78}"/>
          </ac:cxnSpMkLst>
        </pc:cxnChg>
        <pc:cxnChg chg="mod">
          <ac:chgData name="Macher, Andreas (DI FA CTR PLC PPM)" userId="f1dcac62-7bef-43eb-91f0-927336a1714f" providerId="ADAL" clId="{0ABF9F4E-FE31-462E-9EBD-A50A4418102D}" dt="2022-08-11T08:37:07.635" v="1406" actId="164"/>
          <ac:cxnSpMkLst>
            <pc:docMk/>
            <pc:sldMk cId="739854802" sldId="9784"/>
            <ac:cxnSpMk id="135" creationId="{27799891-BE11-4A84-97F0-FCA5F691AA8A}"/>
          </ac:cxnSpMkLst>
        </pc:cxnChg>
        <pc:cxnChg chg="mod">
          <ac:chgData name="Macher, Andreas (DI FA CTR PLC PPM)" userId="f1dcac62-7bef-43eb-91f0-927336a1714f" providerId="ADAL" clId="{0ABF9F4E-FE31-462E-9EBD-A50A4418102D}" dt="2022-08-11T08:37:07.635" v="1406" actId="164"/>
          <ac:cxnSpMkLst>
            <pc:docMk/>
            <pc:sldMk cId="739854802" sldId="9784"/>
            <ac:cxnSpMk id="136" creationId="{2A7EDBEC-A0A7-4879-B6FE-B6C34B58D737}"/>
          </ac:cxnSpMkLst>
        </pc:cxnChg>
      </pc:sldChg>
      <pc:sldChg chg="addSp delSp modSp mod">
        <pc:chgData name="Macher, Andreas (DI FA CTR PLC PPM)" userId="f1dcac62-7bef-43eb-91f0-927336a1714f" providerId="ADAL" clId="{0ABF9F4E-FE31-462E-9EBD-A50A4418102D}" dt="2022-08-11T10:01:04.930" v="2198" actId="1076"/>
        <pc:sldMkLst>
          <pc:docMk/>
          <pc:sldMk cId="702078302" sldId="9786"/>
        </pc:sldMkLst>
        <pc:spChg chg="mod">
          <ac:chgData name="Macher, Andreas (DI FA CTR PLC PPM)" userId="f1dcac62-7bef-43eb-91f0-927336a1714f" providerId="ADAL" clId="{0ABF9F4E-FE31-462E-9EBD-A50A4418102D}" dt="2022-08-11T09:55:32.053" v="2130" actId="207"/>
          <ac:spMkLst>
            <pc:docMk/>
            <pc:sldMk cId="702078302" sldId="9786"/>
            <ac:spMk id="4" creationId="{00000000-0000-0000-0000-000000000000}"/>
          </ac:spMkLst>
        </pc:spChg>
        <pc:spChg chg="add mod">
          <ac:chgData name="Macher, Andreas (DI FA CTR PLC PPM)" userId="f1dcac62-7bef-43eb-91f0-927336a1714f" providerId="ADAL" clId="{0ABF9F4E-FE31-462E-9EBD-A50A4418102D}" dt="2022-08-11T09:59:19.819" v="2173" actId="164"/>
          <ac:spMkLst>
            <pc:docMk/>
            <pc:sldMk cId="702078302" sldId="9786"/>
            <ac:spMk id="9" creationId="{ABE9752B-653F-1DBF-F1FF-719B92255628}"/>
          </ac:spMkLst>
        </pc:spChg>
        <pc:spChg chg="mod topLvl">
          <ac:chgData name="Macher, Andreas (DI FA CTR PLC PPM)" userId="f1dcac62-7bef-43eb-91f0-927336a1714f" providerId="ADAL" clId="{0ABF9F4E-FE31-462E-9EBD-A50A4418102D}" dt="2022-08-11T08:04:58.168" v="647" actId="338"/>
          <ac:spMkLst>
            <pc:docMk/>
            <pc:sldMk cId="702078302" sldId="9786"/>
            <ac:spMk id="21" creationId="{08F9D2B3-29A0-E30C-763E-BBB51E036F39}"/>
          </ac:spMkLst>
        </pc:spChg>
        <pc:spChg chg="add mod">
          <ac:chgData name="Macher, Andreas (DI FA CTR PLC PPM)" userId="f1dcac62-7bef-43eb-91f0-927336a1714f" providerId="ADAL" clId="{0ABF9F4E-FE31-462E-9EBD-A50A4418102D}" dt="2022-08-11T09:59:19.819" v="2173" actId="164"/>
          <ac:spMkLst>
            <pc:docMk/>
            <pc:sldMk cId="702078302" sldId="9786"/>
            <ac:spMk id="60" creationId="{7442B94B-4234-9299-137B-A2E9177BC414}"/>
          </ac:spMkLst>
        </pc:spChg>
        <pc:spChg chg="add del mod">
          <ac:chgData name="Macher, Andreas (DI FA CTR PLC PPM)" userId="f1dcac62-7bef-43eb-91f0-927336a1714f" providerId="ADAL" clId="{0ABF9F4E-FE31-462E-9EBD-A50A4418102D}" dt="2022-08-11T09:59:55.481" v="2183" actId="478"/>
          <ac:spMkLst>
            <pc:docMk/>
            <pc:sldMk cId="702078302" sldId="9786"/>
            <ac:spMk id="70" creationId="{7F67BF1E-84F2-1945-E4B4-35FEBA375713}"/>
          </ac:spMkLst>
        </pc:spChg>
        <pc:spChg chg="add del mod">
          <ac:chgData name="Macher, Andreas (DI FA CTR PLC PPM)" userId="f1dcac62-7bef-43eb-91f0-927336a1714f" providerId="ADAL" clId="{0ABF9F4E-FE31-462E-9EBD-A50A4418102D}" dt="2022-08-11T10:00:14.029" v="2189" actId="478"/>
          <ac:spMkLst>
            <pc:docMk/>
            <pc:sldMk cId="702078302" sldId="9786"/>
            <ac:spMk id="73" creationId="{66871C3C-37C2-556D-A6ED-8B9971740549}"/>
          </ac:spMkLst>
        </pc:spChg>
        <pc:spChg chg="mod topLvl">
          <ac:chgData name="Macher, Andreas (DI FA CTR PLC PPM)" userId="f1dcac62-7bef-43eb-91f0-927336a1714f" providerId="ADAL" clId="{0ABF9F4E-FE31-462E-9EBD-A50A4418102D}" dt="2022-08-11T10:00:27.039" v="2191" actId="164"/>
          <ac:spMkLst>
            <pc:docMk/>
            <pc:sldMk cId="702078302" sldId="9786"/>
            <ac:spMk id="76" creationId="{9BA733E6-CEFD-21C0-8B1C-51C4814EC0F5}"/>
          </ac:spMkLst>
        </pc:spChg>
        <pc:spChg chg="mod topLvl">
          <ac:chgData name="Macher, Andreas (DI FA CTR PLC PPM)" userId="f1dcac62-7bef-43eb-91f0-927336a1714f" providerId="ADAL" clId="{0ABF9F4E-FE31-462E-9EBD-A50A4418102D}" dt="2022-08-11T10:00:27.039" v="2191" actId="164"/>
          <ac:spMkLst>
            <pc:docMk/>
            <pc:sldMk cId="702078302" sldId="9786"/>
            <ac:spMk id="77" creationId="{9BD3CC99-407A-DB41-398D-7D5D07C57B9D}"/>
          </ac:spMkLst>
        </pc:spChg>
        <pc:spChg chg="mod topLvl">
          <ac:chgData name="Macher, Andreas (DI FA CTR PLC PPM)" userId="f1dcac62-7bef-43eb-91f0-927336a1714f" providerId="ADAL" clId="{0ABF9F4E-FE31-462E-9EBD-A50A4418102D}" dt="2022-08-11T08:04:58.168" v="647" actId="338"/>
          <ac:spMkLst>
            <pc:docMk/>
            <pc:sldMk cId="702078302" sldId="9786"/>
            <ac:spMk id="84" creationId="{B700E9A3-9EA2-38EA-36C9-9542A1B8E642}"/>
          </ac:spMkLst>
        </pc:spChg>
        <pc:spChg chg="mod topLvl">
          <ac:chgData name="Macher, Andreas (DI FA CTR PLC PPM)" userId="f1dcac62-7bef-43eb-91f0-927336a1714f" providerId="ADAL" clId="{0ABF9F4E-FE31-462E-9EBD-A50A4418102D}" dt="2022-08-11T08:04:58.168" v="647" actId="338"/>
          <ac:spMkLst>
            <pc:docMk/>
            <pc:sldMk cId="702078302" sldId="9786"/>
            <ac:spMk id="85" creationId="{90B78E92-82A9-4560-6569-686D42C3E19B}"/>
          </ac:spMkLst>
        </pc:spChg>
        <pc:spChg chg="add mod">
          <ac:chgData name="Macher, Andreas (DI FA CTR PLC PPM)" userId="f1dcac62-7bef-43eb-91f0-927336a1714f" providerId="ADAL" clId="{0ABF9F4E-FE31-462E-9EBD-A50A4418102D}" dt="2022-08-11T10:00:21.482" v="2190" actId="164"/>
          <ac:spMkLst>
            <pc:docMk/>
            <pc:sldMk cId="702078302" sldId="9786"/>
            <ac:spMk id="86" creationId="{9AC68153-71AD-72FD-6DF2-1246684A5CC9}"/>
          </ac:spMkLst>
        </pc:spChg>
        <pc:spChg chg="add mod">
          <ac:chgData name="Macher, Andreas (DI FA CTR PLC PPM)" userId="f1dcac62-7bef-43eb-91f0-927336a1714f" providerId="ADAL" clId="{0ABF9F4E-FE31-462E-9EBD-A50A4418102D}" dt="2022-08-11T10:00:21.482" v="2190" actId="164"/>
          <ac:spMkLst>
            <pc:docMk/>
            <pc:sldMk cId="702078302" sldId="9786"/>
            <ac:spMk id="89" creationId="{DB74BAE3-644E-6294-729D-321AD178F4DC}"/>
          </ac:spMkLst>
        </pc:spChg>
        <pc:spChg chg="mod">
          <ac:chgData name="Macher, Andreas (DI FA CTR PLC PPM)" userId="f1dcac62-7bef-43eb-91f0-927336a1714f" providerId="ADAL" clId="{0ABF9F4E-FE31-462E-9EBD-A50A4418102D}" dt="2022-08-11T10:00:39.300" v="2193"/>
          <ac:spMkLst>
            <pc:docMk/>
            <pc:sldMk cId="702078302" sldId="9786"/>
            <ac:spMk id="91" creationId="{BD765C61-3BA2-A76B-5364-11DF5C08E43E}"/>
          </ac:spMkLst>
        </pc:spChg>
        <pc:spChg chg="mod">
          <ac:chgData name="Macher, Andreas (DI FA CTR PLC PPM)" userId="f1dcac62-7bef-43eb-91f0-927336a1714f" providerId="ADAL" clId="{0ABF9F4E-FE31-462E-9EBD-A50A4418102D}" dt="2022-08-11T10:00:39.300" v="2193"/>
          <ac:spMkLst>
            <pc:docMk/>
            <pc:sldMk cId="702078302" sldId="9786"/>
            <ac:spMk id="92" creationId="{059BCB1E-C372-6931-A6E2-72EC7EBE4217}"/>
          </ac:spMkLst>
        </pc:spChg>
        <pc:grpChg chg="add mod">
          <ac:chgData name="Macher, Andreas (DI FA CTR PLC PPM)" userId="f1dcac62-7bef-43eb-91f0-927336a1714f" providerId="ADAL" clId="{0ABF9F4E-FE31-462E-9EBD-A50A4418102D}" dt="2022-08-11T08:04:58.168" v="647" actId="338"/>
          <ac:grpSpMkLst>
            <pc:docMk/>
            <pc:sldMk cId="702078302" sldId="9786"/>
            <ac:grpSpMk id="2" creationId="{39D62B98-D930-2591-AC7C-8A10CE612D42}"/>
          </ac:grpSpMkLst>
        </pc:grpChg>
        <pc:grpChg chg="add mod">
          <ac:chgData name="Macher, Andreas (DI FA CTR PLC PPM)" userId="f1dcac62-7bef-43eb-91f0-927336a1714f" providerId="ADAL" clId="{0ABF9F4E-FE31-462E-9EBD-A50A4418102D}" dt="2022-08-11T10:00:59.911" v="2197" actId="1076"/>
          <ac:grpSpMkLst>
            <pc:docMk/>
            <pc:sldMk cId="702078302" sldId="9786"/>
            <ac:grpSpMk id="10" creationId="{0193C246-73EF-F30A-EAD3-A355366D52CA}"/>
          </ac:grpSpMkLst>
        </pc:grpChg>
        <pc:grpChg chg="add mod">
          <ac:chgData name="Macher, Andreas (DI FA CTR PLC PPM)" userId="f1dcac62-7bef-43eb-91f0-927336a1714f" providerId="ADAL" clId="{0ABF9F4E-FE31-462E-9EBD-A50A4418102D}" dt="2022-08-11T10:01:04.930" v="2198" actId="1076"/>
          <ac:grpSpMkLst>
            <pc:docMk/>
            <pc:sldMk cId="702078302" sldId="9786"/>
            <ac:grpSpMk id="11" creationId="{EF8DB279-BB13-148C-7143-A7346EB040FC}"/>
          </ac:grpSpMkLst>
        </pc:grpChg>
        <pc:grpChg chg="add mod">
          <ac:chgData name="Macher, Andreas (DI FA CTR PLC PPM)" userId="f1dcac62-7bef-43eb-91f0-927336a1714f" providerId="ADAL" clId="{0ABF9F4E-FE31-462E-9EBD-A50A4418102D}" dt="2022-08-11T10:00:51.695" v="2196" actId="1076"/>
          <ac:grpSpMkLst>
            <pc:docMk/>
            <pc:sldMk cId="702078302" sldId="9786"/>
            <ac:grpSpMk id="12" creationId="{32CD92D2-3A62-1483-C4E4-32CC498E0511}"/>
          </ac:grpSpMkLst>
        </pc:grpChg>
        <pc:grpChg chg="del">
          <ac:chgData name="Macher, Andreas (DI FA CTR PLC PPM)" userId="f1dcac62-7bef-43eb-91f0-927336a1714f" providerId="ADAL" clId="{0ABF9F4E-FE31-462E-9EBD-A50A4418102D}" dt="2022-08-11T08:04:45.945" v="645" actId="165"/>
          <ac:grpSpMkLst>
            <pc:docMk/>
            <pc:sldMk cId="702078302" sldId="9786"/>
            <ac:grpSpMk id="26" creationId="{13CAEBDF-E33F-5082-8C3A-429E838332BB}"/>
          </ac:grpSpMkLst>
        </pc:grpChg>
        <pc:grpChg chg="add del mod">
          <ac:chgData name="Macher, Andreas (DI FA CTR PLC PPM)" userId="f1dcac62-7bef-43eb-91f0-927336a1714f" providerId="ADAL" clId="{0ABF9F4E-FE31-462E-9EBD-A50A4418102D}" dt="2022-08-11T09:59:46.876" v="2181" actId="165"/>
          <ac:grpSpMkLst>
            <pc:docMk/>
            <pc:sldMk cId="702078302" sldId="9786"/>
            <ac:grpSpMk id="74" creationId="{30CFBDFA-9381-F38E-C1A7-A7FA5B443CD7}"/>
          </ac:grpSpMkLst>
        </pc:grpChg>
        <pc:grpChg chg="add del mod">
          <ac:chgData name="Macher, Andreas (DI FA CTR PLC PPM)" userId="f1dcac62-7bef-43eb-91f0-927336a1714f" providerId="ADAL" clId="{0ABF9F4E-FE31-462E-9EBD-A50A4418102D}" dt="2022-08-11T10:00:44.898" v="2195" actId="478"/>
          <ac:grpSpMkLst>
            <pc:docMk/>
            <pc:sldMk cId="702078302" sldId="9786"/>
            <ac:grpSpMk id="90" creationId="{3B34B274-8588-98BD-AC82-05D09B4DB51B}"/>
          </ac:grpSpMkLst>
        </pc:grpChg>
        <pc:cxnChg chg="add del">
          <ac:chgData name="Macher, Andreas (DI FA CTR PLC PPM)" userId="f1dcac62-7bef-43eb-91f0-927336a1714f" providerId="ADAL" clId="{0ABF9F4E-FE31-462E-9EBD-A50A4418102D}" dt="2022-08-11T08:07:57.856" v="713" actId="21"/>
          <ac:cxnSpMkLst>
            <pc:docMk/>
            <pc:sldMk cId="702078302" sldId="9786"/>
            <ac:cxnSpMk id="10" creationId="{50B6D230-2C4E-6BCA-B2E6-E525D4AE1E55}"/>
          </ac:cxnSpMkLst>
        </pc:cxnChg>
        <pc:cxnChg chg="add del">
          <ac:chgData name="Macher, Andreas (DI FA CTR PLC PPM)" userId="f1dcac62-7bef-43eb-91f0-927336a1714f" providerId="ADAL" clId="{0ABF9F4E-FE31-462E-9EBD-A50A4418102D}" dt="2022-08-11T08:07:57.856" v="713" actId="21"/>
          <ac:cxnSpMkLst>
            <pc:docMk/>
            <pc:sldMk cId="702078302" sldId="9786"/>
            <ac:cxnSpMk id="12" creationId="{E578AD65-A30E-E850-1D27-FF11668DFB7D}"/>
          </ac:cxnSpMkLst>
        </pc:cxnChg>
        <pc:cxnChg chg="add del mod">
          <ac:chgData name="Macher, Andreas (DI FA CTR PLC PPM)" userId="f1dcac62-7bef-43eb-91f0-927336a1714f" providerId="ADAL" clId="{0ABF9F4E-FE31-462E-9EBD-A50A4418102D}" dt="2022-08-11T08:05:01.344" v="648" actId="21"/>
          <ac:cxnSpMkLst>
            <pc:docMk/>
            <pc:sldMk cId="702078302" sldId="9786"/>
            <ac:cxnSpMk id="60" creationId="{0D5E9A99-5502-66ED-FA5C-B8FE839B8E4D}"/>
          </ac:cxnSpMkLst>
        </pc:cxnChg>
      </pc:sldChg>
      <pc:sldChg chg="addSp delSp modSp add mod">
        <pc:chgData name="Macher, Andreas (DI FA CTR PLC PPM)" userId="f1dcac62-7bef-43eb-91f0-927336a1714f" providerId="ADAL" clId="{0ABF9F4E-FE31-462E-9EBD-A50A4418102D}" dt="2022-08-11T10:02:21.101" v="2217" actId="478"/>
        <pc:sldMkLst>
          <pc:docMk/>
          <pc:sldMk cId="1946256361" sldId="9787"/>
        </pc:sldMkLst>
        <pc:spChg chg="mod">
          <ac:chgData name="Macher, Andreas (DI FA CTR PLC PPM)" userId="f1dcac62-7bef-43eb-91f0-927336a1714f" providerId="ADAL" clId="{0ABF9F4E-FE31-462E-9EBD-A50A4418102D}" dt="2022-08-11T09:55:42.890" v="2132" actId="207"/>
          <ac:spMkLst>
            <pc:docMk/>
            <pc:sldMk cId="1946256361" sldId="9787"/>
            <ac:spMk id="2" creationId="{54EDA1C3-1779-4464-9AE9-DF1453500F02}"/>
          </ac:spMkLst>
        </pc:spChg>
        <pc:spChg chg="del">
          <ac:chgData name="Macher, Andreas (DI FA CTR PLC PPM)" userId="f1dcac62-7bef-43eb-91f0-927336a1714f" providerId="ADAL" clId="{0ABF9F4E-FE31-462E-9EBD-A50A4418102D}" dt="2022-08-11T07:46:54.860" v="172" actId="478"/>
          <ac:spMkLst>
            <pc:docMk/>
            <pc:sldMk cId="1946256361" sldId="9787"/>
            <ac:spMk id="5" creationId="{35E8640E-87C2-49EC-A67C-B6809C5447B4}"/>
          </ac:spMkLst>
        </pc:spChg>
        <pc:spChg chg="del">
          <ac:chgData name="Macher, Andreas (DI FA CTR PLC PPM)" userId="f1dcac62-7bef-43eb-91f0-927336a1714f" providerId="ADAL" clId="{0ABF9F4E-FE31-462E-9EBD-A50A4418102D}" dt="2022-08-11T07:46:54.860" v="172" actId="478"/>
          <ac:spMkLst>
            <pc:docMk/>
            <pc:sldMk cId="1946256361" sldId="9787"/>
            <ac:spMk id="6" creationId="{3D1F6E35-3C91-490D-AD60-4631B1875CF6}"/>
          </ac:spMkLst>
        </pc:spChg>
        <pc:spChg chg="add del mod">
          <ac:chgData name="Macher, Andreas (DI FA CTR PLC PPM)" userId="f1dcac62-7bef-43eb-91f0-927336a1714f" providerId="ADAL" clId="{0ABF9F4E-FE31-462E-9EBD-A50A4418102D}" dt="2022-08-11T08:07:17.470" v="710" actId="478"/>
          <ac:spMkLst>
            <pc:docMk/>
            <pc:sldMk cId="1946256361" sldId="9787"/>
            <ac:spMk id="8" creationId="{629EADD7-29FF-D936-016D-00FED5529F1B}"/>
          </ac:spMkLst>
        </pc:spChg>
        <pc:spChg chg="del">
          <ac:chgData name="Macher, Andreas (DI FA CTR PLC PPM)" userId="f1dcac62-7bef-43eb-91f0-927336a1714f" providerId="ADAL" clId="{0ABF9F4E-FE31-462E-9EBD-A50A4418102D}" dt="2022-08-11T07:46:54.860" v="172" actId="478"/>
          <ac:spMkLst>
            <pc:docMk/>
            <pc:sldMk cId="1946256361" sldId="9787"/>
            <ac:spMk id="9" creationId="{CA1A450C-0AAE-4523-959A-E2628B76B91E}"/>
          </ac:spMkLst>
        </pc:spChg>
        <pc:spChg chg="del">
          <ac:chgData name="Macher, Andreas (DI FA CTR PLC PPM)" userId="f1dcac62-7bef-43eb-91f0-927336a1714f" providerId="ADAL" clId="{0ABF9F4E-FE31-462E-9EBD-A50A4418102D}" dt="2022-08-11T07:46:54.860" v="172" actId="478"/>
          <ac:spMkLst>
            <pc:docMk/>
            <pc:sldMk cId="1946256361" sldId="9787"/>
            <ac:spMk id="10" creationId="{E4E8B2C1-E562-44E6-95C1-08981E3D06F2}"/>
          </ac:spMkLst>
        </pc:spChg>
        <pc:spChg chg="mod">
          <ac:chgData name="Macher, Andreas (DI FA CTR PLC PPM)" userId="f1dcac62-7bef-43eb-91f0-927336a1714f" providerId="ADAL" clId="{0ABF9F4E-FE31-462E-9EBD-A50A4418102D}" dt="2022-08-11T08:27:40.598" v="1014" actId="1036"/>
          <ac:spMkLst>
            <pc:docMk/>
            <pc:sldMk cId="1946256361" sldId="9787"/>
            <ac:spMk id="47" creationId="{B31A0DDD-A8E3-47AA-9AD3-25BC345401EA}"/>
          </ac:spMkLst>
        </pc:spChg>
        <pc:spChg chg="mod">
          <ac:chgData name="Macher, Andreas (DI FA CTR PLC PPM)" userId="f1dcac62-7bef-43eb-91f0-927336a1714f" providerId="ADAL" clId="{0ABF9F4E-FE31-462E-9EBD-A50A4418102D}" dt="2022-08-11T08:27:40.598" v="1014" actId="1036"/>
          <ac:spMkLst>
            <pc:docMk/>
            <pc:sldMk cId="1946256361" sldId="9787"/>
            <ac:spMk id="48" creationId="{3D111978-CDD7-46E7-9F01-E0E64CE29715}"/>
          </ac:spMkLst>
        </pc:spChg>
        <pc:spChg chg="mod">
          <ac:chgData name="Macher, Andreas (DI FA CTR PLC PPM)" userId="f1dcac62-7bef-43eb-91f0-927336a1714f" providerId="ADAL" clId="{0ABF9F4E-FE31-462E-9EBD-A50A4418102D}" dt="2022-08-11T10:01:43.116" v="2205" actId="20577"/>
          <ac:spMkLst>
            <pc:docMk/>
            <pc:sldMk cId="1946256361" sldId="9787"/>
            <ac:spMk id="53" creationId="{9712D026-CB95-4AD7-B838-A2F28A3C03FC}"/>
          </ac:spMkLst>
        </pc:spChg>
        <pc:spChg chg="mod">
          <ac:chgData name="Macher, Andreas (DI FA CTR PLC PPM)" userId="f1dcac62-7bef-43eb-91f0-927336a1714f" providerId="ADAL" clId="{0ABF9F4E-FE31-462E-9EBD-A50A4418102D}" dt="2022-08-11T08:27:40.598" v="1014" actId="1036"/>
          <ac:spMkLst>
            <pc:docMk/>
            <pc:sldMk cId="1946256361" sldId="9787"/>
            <ac:spMk id="56" creationId="{E59A74D8-8D58-40A6-9AC2-5F11D55B98D8}"/>
          </ac:spMkLst>
        </pc:spChg>
        <pc:spChg chg="del">
          <ac:chgData name="Macher, Andreas (DI FA CTR PLC PPM)" userId="f1dcac62-7bef-43eb-91f0-927336a1714f" providerId="ADAL" clId="{0ABF9F4E-FE31-462E-9EBD-A50A4418102D}" dt="2022-08-11T07:46:54.860" v="172" actId="478"/>
          <ac:spMkLst>
            <pc:docMk/>
            <pc:sldMk cId="1946256361" sldId="9787"/>
            <ac:spMk id="60" creationId="{CCB012E9-34A1-42DF-A835-A9D756314218}"/>
          </ac:spMkLst>
        </pc:spChg>
        <pc:spChg chg="add del mod ord">
          <ac:chgData name="Macher, Andreas (DI FA CTR PLC PPM)" userId="f1dcac62-7bef-43eb-91f0-927336a1714f" providerId="ADAL" clId="{0ABF9F4E-FE31-462E-9EBD-A50A4418102D}" dt="2022-08-11T08:51:10.531" v="1720" actId="478"/>
          <ac:spMkLst>
            <pc:docMk/>
            <pc:sldMk cId="1946256361" sldId="9787"/>
            <ac:spMk id="62" creationId="{8E1C71AA-F011-DF29-D4B4-8E3E91820E25}"/>
          </ac:spMkLst>
        </pc:spChg>
        <pc:spChg chg="add mod ord">
          <ac:chgData name="Macher, Andreas (DI FA CTR PLC PPM)" userId="f1dcac62-7bef-43eb-91f0-927336a1714f" providerId="ADAL" clId="{0ABF9F4E-FE31-462E-9EBD-A50A4418102D}" dt="2022-08-11T08:08:10.423" v="721" actId="1038"/>
          <ac:spMkLst>
            <pc:docMk/>
            <pc:sldMk cId="1946256361" sldId="9787"/>
            <ac:spMk id="63" creationId="{4E216842-6F7A-12ED-792E-1E6E28F863A4}"/>
          </ac:spMkLst>
        </pc:spChg>
        <pc:spChg chg="del">
          <ac:chgData name="Macher, Andreas (DI FA CTR PLC PPM)" userId="f1dcac62-7bef-43eb-91f0-927336a1714f" providerId="ADAL" clId="{0ABF9F4E-FE31-462E-9EBD-A50A4418102D}" dt="2022-08-11T07:46:54.860" v="172" actId="478"/>
          <ac:spMkLst>
            <pc:docMk/>
            <pc:sldMk cId="1946256361" sldId="9787"/>
            <ac:spMk id="64" creationId="{5FE1544F-309B-4100-A80C-55676935C24F}"/>
          </ac:spMkLst>
        </pc:spChg>
        <pc:spChg chg="del">
          <ac:chgData name="Macher, Andreas (DI FA CTR PLC PPM)" userId="f1dcac62-7bef-43eb-91f0-927336a1714f" providerId="ADAL" clId="{0ABF9F4E-FE31-462E-9EBD-A50A4418102D}" dt="2022-08-11T07:46:54.860" v="172" actId="478"/>
          <ac:spMkLst>
            <pc:docMk/>
            <pc:sldMk cId="1946256361" sldId="9787"/>
            <ac:spMk id="65" creationId="{7A8BDA26-3357-4FF7-94F3-F64AB4674635}"/>
          </ac:spMkLst>
        </pc:spChg>
        <pc:spChg chg="mod">
          <ac:chgData name="Macher, Andreas (DI FA CTR PLC PPM)" userId="f1dcac62-7bef-43eb-91f0-927336a1714f" providerId="ADAL" clId="{0ABF9F4E-FE31-462E-9EBD-A50A4418102D}" dt="2022-08-11T10:01:18.748" v="2199"/>
          <ac:spMkLst>
            <pc:docMk/>
            <pc:sldMk cId="1946256361" sldId="9787"/>
            <ac:spMk id="65" creationId="{BB17D8DA-9D0C-27D9-DDCF-F39E15B9CA41}"/>
          </ac:spMkLst>
        </pc:spChg>
        <pc:spChg chg="add mod">
          <ac:chgData name="Macher, Andreas (DI FA CTR PLC PPM)" userId="f1dcac62-7bef-43eb-91f0-927336a1714f" providerId="ADAL" clId="{0ABF9F4E-FE31-462E-9EBD-A50A4418102D}" dt="2022-08-11T08:08:10.423" v="721" actId="1038"/>
          <ac:spMkLst>
            <pc:docMk/>
            <pc:sldMk cId="1946256361" sldId="9787"/>
            <ac:spMk id="66" creationId="{4B5D828C-84DD-429F-09DB-ADB83E3DEC46}"/>
          </ac:spMkLst>
        </pc:spChg>
        <pc:spChg chg="mod">
          <ac:chgData name="Macher, Andreas (DI FA CTR PLC PPM)" userId="f1dcac62-7bef-43eb-91f0-927336a1714f" providerId="ADAL" clId="{0ABF9F4E-FE31-462E-9EBD-A50A4418102D}" dt="2022-08-11T10:01:56.885" v="2211" actId="1076"/>
          <ac:spMkLst>
            <pc:docMk/>
            <pc:sldMk cId="1946256361" sldId="9787"/>
            <ac:spMk id="67" creationId="{B72AA69D-C977-2684-92E0-DF2792E41745}"/>
          </ac:spMkLst>
        </pc:spChg>
        <pc:spChg chg="mod">
          <ac:chgData name="Macher, Andreas (DI FA CTR PLC PPM)" userId="f1dcac62-7bef-43eb-91f0-927336a1714f" providerId="ADAL" clId="{0ABF9F4E-FE31-462E-9EBD-A50A4418102D}" dt="2022-08-11T08:27:40.598" v="1014" actId="1036"/>
          <ac:spMkLst>
            <pc:docMk/>
            <pc:sldMk cId="1946256361" sldId="9787"/>
            <ac:spMk id="70" creationId="{0C275248-3913-D65B-9D60-4BCA5FF4A5B1}"/>
          </ac:spMkLst>
        </pc:spChg>
        <pc:spChg chg="mod">
          <ac:chgData name="Macher, Andreas (DI FA CTR PLC PPM)" userId="f1dcac62-7bef-43eb-91f0-927336a1714f" providerId="ADAL" clId="{0ABF9F4E-FE31-462E-9EBD-A50A4418102D}" dt="2022-08-11T10:01:18.748" v="2199"/>
          <ac:spMkLst>
            <pc:docMk/>
            <pc:sldMk cId="1946256361" sldId="9787"/>
            <ac:spMk id="71" creationId="{E12A0B08-EF7E-6E99-DC1C-5E9ECE757FC8}"/>
          </ac:spMkLst>
        </pc:spChg>
        <pc:spChg chg="del">
          <ac:chgData name="Macher, Andreas (DI FA CTR PLC PPM)" userId="f1dcac62-7bef-43eb-91f0-927336a1714f" providerId="ADAL" clId="{0ABF9F4E-FE31-462E-9EBD-A50A4418102D}" dt="2022-08-11T07:46:54.860" v="172" actId="478"/>
          <ac:spMkLst>
            <pc:docMk/>
            <pc:sldMk cId="1946256361" sldId="9787"/>
            <ac:spMk id="72" creationId="{57FD1CFA-2CA4-4838-BFB7-333C7246BF4F}"/>
          </ac:spMkLst>
        </pc:spChg>
        <pc:spChg chg="mod">
          <ac:chgData name="Macher, Andreas (DI FA CTR PLC PPM)" userId="f1dcac62-7bef-43eb-91f0-927336a1714f" providerId="ADAL" clId="{0ABF9F4E-FE31-462E-9EBD-A50A4418102D}" dt="2022-08-11T10:01:18.748" v="2199"/>
          <ac:spMkLst>
            <pc:docMk/>
            <pc:sldMk cId="1946256361" sldId="9787"/>
            <ac:spMk id="72" creationId="{FF95E4FE-076E-5972-8494-20DFE3499646}"/>
          </ac:spMkLst>
        </pc:spChg>
        <pc:spChg chg="del">
          <ac:chgData name="Macher, Andreas (DI FA CTR PLC PPM)" userId="f1dcac62-7bef-43eb-91f0-927336a1714f" providerId="ADAL" clId="{0ABF9F4E-FE31-462E-9EBD-A50A4418102D}" dt="2022-08-11T07:46:54.860" v="172" actId="478"/>
          <ac:spMkLst>
            <pc:docMk/>
            <pc:sldMk cId="1946256361" sldId="9787"/>
            <ac:spMk id="73" creationId="{1479BE4E-97BC-4C5C-81DC-1D9CD0B55D7F}"/>
          </ac:spMkLst>
        </pc:spChg>
        <pc:spChg chg="mod">
          <ac:chgData name="Macher, Andreas (DI FA CTR PLC PPM)" userId="f1dcac62-7bef-43eb-91f0-927336a1714f" providerId="ADAL" clId="{0ABF9F4E-FE31-462E-9EBD-A50A4418102D}" dt="2022-08-11T10:01:18.748" v="2199"/>
          <ac:spMkLst>
            <pc:docMk/>
            <pc:sldMk cId="1946256361" sldId="9787"/>
            <ac:spMk id="74" creationId="{D35A7F5A-A5BE-C77F-8A10-DD3DF13C6A9C}"/>
          </ac:spMkLst>
        </pc:spChg>
        <pc:spChg chg="mod">
          <ac:chgData name="Macher, Andreas (DI FA CTR PLC PPM)" userId="f1dcac62-7bef-43eb-91f0-927336a1714f" providerId="ADAL" clId="{0ABF9F4E-FE31-462E-9EBD-A50A4418102D}" dt="2022-08-11T10:01:18.748" v="2199"/>
          <ac:spMkLst>
            <pc:docMk/>
            <pc:sldMk cId="1946256361" sldId="9787"/>
            <ac:spMk id="76" creationId="{0D0FD84D-7C8E-A7AD-F96C-91A95C4EB8AA}"/>
          </ac:spMkLst>
        </pc:spChg>
        <pc:spChg chg="mod topLvl">
          <ac:chgData name="Macher, Andreas (DI FA CTR PLC PPM)" userId="f1dcac62-7bef-43eb-91f0-927336a1714f" providerId="ADAL" clId="{0ABF9F4E-FE31-462E-9EBD-A50A4418102D}" dt="2022-08-11T08:08:10.423" v="721" actId="1038"/>
          <ac:spMkLst>
            <pc:docMk/>
            <pc:sldMk cId="1946256361" sldId="9787"/>
            <ac:spMk id="78" creationId="{B7CEE385-0850-8683-2F62-FB6F42FCDE72}"/>
          </ac:spMkLst>
        </pc:spChg>
        <pc:spChg chg="mod topLvl">
          <ac:chgData name="Macher, Andreas (DI FA CTR PLC PPM)" userId="f1dcac62-7bef-43eb-91f0-927336a1714f" providerId="ADAL" clId="{0ABF9F4E-FE31-462E-9EBD-A50A4418102D}" dt="2022-08-11T08:08:10.423" v="721" actId="1038"/>
          <ac:spMkLst>
            <pc:docMk/>
            <pc:sldMk cId="1946256361" sldId="9787"/>
            <ac:spMk id="79" creationId="{7CC1FB22-2AB2-EA5C-39FC-DE3885A46E68}"/>
          </ac:spMkLst>
        </pc:spChg>
        <pc:spChg chg="del">
          <ac:chgData name="Macher, Andreas (DI FA CTR PLC PPM)" userId="f1dcac62-7bef-43eb-91f0-927336a1714f" providerId="ADAL" clId="{0ABF9F4E-FE31-462E-9EBD-A50A4418102D}" dt="2022-08-11T07:46:54.860" v="172" actId="478"/>
          <ac:spMkLst>
            <pc:docMk/>
            <pc:sldMk cId="1946256361" sldId="9787"/>
            <ac:spMk id="80" creationId="{19C55044-7567-407F-A209-C5043120EBF1}"/>
          </ac:spMkLst>
        </pc:spChg>
        <pc:spChg chg="del">
          <ac:chgData name="Macher, Andreas (DI FA CTR PLC PPM)" userId="f1dcac62-7bef-43eb-91f0-927336a1714f" providerId="ADAL" clId="{0ABF9F4E-FE31-462E-9EBD-A50A4418102D}" dt="2022-08-11T07:46:54.860" v="172" actId="478"/>
          <ac:spMkLst>
            <pc:docMk/>
            <pc:sldMk cId="1946256361" sldId="9787"/>
            <ac:spMk id="81" creationId="{32043FCE-2281-43AF-9987-4E0265B089D3}"/>
          </ac:spMkLst>
        </pc:spChg>
        <pc:spChg chg="mod">
          <ac:chgData name="Macher, Andreas (DI FA CTR PLC PPM)" userId="f1dcac62-7bef-43eb-91f0-927336a1714f" providerId="ADAL" clId="{0ABF9F4E-FE31-462E-9EBD-A50A4418102D}" dt="2022-08-11T10:02:07.426" v="2213"/>
          <ac:spMkLst>
            <pc:docMk/>
            <pc:sldMk cId="1946256361" sldId="9787"/>
            <ac:spMk id="81" creationId="{383C233C-B75C-CC8C-4360-D642BC313B9A}"/>
          </ac:spMkLst>
        </pc:spChg>
        <pc:spChg chg="mod">
          <ac:chgData name="Macher, Andreas (DI FA CTR PLC PPM)" userId="f1dcac62-7bef-43eb-91f0-927336a1714f" providerId="ADAL" clId="{0ABF9F4E-FE31-462E-9EBD-A50A4418102D}" dt="2022-08-11T10:02:07.426" v="2213"/>
          <ac:spMkLst>
            <pc:docMk/>
            <pc:sldMk cId="1946256361" sldId="9787"/>
            <ac:spMk id="83" creationId="{E22EB925-269A-A02A-FEFB-3F77CEB3B07A}"/>
          </ac:spMkLst>
        </pc:spChg>
        <pc:spChg chg="mod">
          <ac:chgData name="Macher, Andreas (DI FA CTR PLC PPM)" userId="f1dcac62-7bef-43eb-91f0-927336a1714f" providerId="ADAL" clId="{0ABF9F4E-FE31-462E-9EBD-A50A4418102D}" dt="2022-08-11T08:27:40.598" v="1014" actId="1036"/>
          <ac:spMkLst>
            <pc:docMk/>
            <pc:sldMk cId="1946256361" sldId="9787"/>
            <ac:spMk id="84" creationId="{89DFF47A-AA12-D183-37CA-06FF5E7E8694}"/>
          </ac:spMkLst>
        </pc:spChg>
        <pc:spChg chg="mod">
          <ac:chgData name="Macher, Andreas (DI FA CTR PLC PPM)" userId="f1dcac62-7bef-43eb-91f0-927336a1714f" providerId="ADAL" clId="{0ABF9F4E-FE31-462E-9EBD-A50A4418102D}" dt="2022-08-11T08:27:40.598" v="1014" actId="1036"/>
          <ac:spMkLst>
            <pc:docMk/>
            <pc:sldMk cId="1946256361" sldId="9787"/>
            <ac:spMk id="85" creationId="{9D5C7FFF-EDF7-A702-83B4-EB005005843A}"/>
          </ac:spMkLst>
        </pc:spChg>
        <pc:spChg chg="del">
          <ac:chgData name="Macher, Andreas (DI FA CTR PLC PPM)" userId="f1dcac62-7bef-43eb-91f0-927336a1714f" providerId="ADAL" clId="{0ABF9F4E-FE31-462E-9EBD-A50A4418102D}" dt="2022-08-11T07:46:54.860" v="172" actId="478"/>
          <ac:spMkLst>
            <pc:docMk/>
            <pc:sldMk cId="1946256361" sldId="9787"/>
            <ac:spMk id="88" creationId="{4A63AA96-8A92-4952-B3E1-3623520D41E3}"/>
          </ac:spMkLst>
        </pc:spChg>
        <pc:spChg chg="mod">
          <ac:chgData name="Macher, Andreas (DI FA CTR PLC PPM)" userId="f1dcac62-7bef-43eb-91f0-927336a1714f" providerId="ADAL" clId="{0ABF9F4E-FE31-462E-9EBD-A50A4418102D}" dt="2022-08-11T10:02:12.791" v="2215"/>
          <ac:spMkLst>
            <pc:docMk/>
            <pc:sldMk cId="1946256361" sldId="9787"/>
            <ac:spMk id="88" creationId="{96614F1A-5D6C-542E-772D-A76537D29E28}"/>
          </ac:spMkLst>
        </pc:spChg>
        <pc:spChg chg="mod">
          <ac:chgData name="Macher, Andreas (DI FA CTR PLC PPM)" userId="f1dcac62-7bef-43eb-91f0-927336a1714f" providerId="ADAL" clId="{0ABF9F4E-FE31-462E-9EBD-A50A4418102D}" dt="2022-08-11T10:02:12.791" v="2215"/>
          <ac:spMkLst>
            <pc:docMk/>
            <pc:sldMk cId="1946256361" sldId="9787"/>
            <ac:spMk id="89" creationId="{DCE3444B-6DED-F8AF-FD4E-213F4EF55E18}"/>
          </ac:spMkLst>
        </pc:spChg>
        <pc:spChg chg="del">
          <ac:chgData name="Macher, Andreas (DI FA CTR PLC PPM)" userId="f1dcac62-7bef-43eb-91f0-927336a1714f" providerId="ADAL" clId="{0ABF9F4E-FE31-462E-9EBD-A50A4418102D}" dt="2022-08-11T07:46:54.860" v="172" actId="478"/>
          <ac:spMkLst>
            <pc:docMk/>
            <pc:sldMk cId="1946256361" sldId="9787"/>
            <ac:spMk id="90" creationId="{5C7B51AA-A791-4F6E-802E-14A07E5673D2}"/>
          </ac:spMkLst>
        </pc:spChg>
        <pc:spChg chg="del">
          <ac:chgData name="Macher, Andreas (DI FA CTR PLC PPM)" userId="f1dcac62-7bef-43eb-91f0-927336a1714f" providerId="ADAL" clId="{0ABF9F4E-FE31-462E-9EBD-A50A4418102D}" dt="2022-08-11T07:46:54.860" v="172" actId="478"/>
          <ac:spMkLst>
            <pc:docMk/>
            <pc:sldMk cId="1946256361" sldId="9787"/>
            <ac:spMk id="95" creationId="{D8F01AC1-B1FB-433E-AC27-3F7B333AABCB}"/>
          </ac:spMkLst>
        </pc:spChg>
        <pc:spChg chg="del">
          <ac:chgData name="Macher, Andreas (DI FA CTR PLC PPM)" userId="f1dcac62-7bef-43eb-91f0-927336a1714f" providerId="ADAL" clId="{0ABF9F4E-FE31-462E-9EBD-A50A4418102D}" dt="2022-08-11T07:46:54.860" v="172" actId="478"/>
          <ac:spMkLst>
            <pc:docMk/>
            <pc:sldMk cId="1946256361" sldId="9787"/>
            <ac:spMk id="97" creationId="{F143CFC9-58F8-41D0-B009-0180ED67EC70}"/>
          </ac:spMkLst>
        </pc:spChg>
        <pc:spChg chg="mod">
          <ac:chgData name="Macher, Andreas (DI FA CTR PLC PPM)" userId="f1dcac62-7bef-43eb-91f0-927336a1714f" providerId="ADAL" clId="{0ABF9F4E-FE31-462E-9EBD-A50A4418102D}" dt="2022-08-11T08:27:40.598" v="1014" actId="1036"/>
          <ac:spMkLst>
            <pc:docMk/>
            <pc:sldMk cId="1946256361" sldId="9787"/>
            <ac:spMk id="105" creationId="{2CC1E786-20ED-F4F8-AAE0-848531A27138}"/>
          </ac:spMkLst>
        </pc:spChg>
        <pc:spChg chg="mod">
          <ac:chgData name="Macher, Andreas (DI FA CTR PLC PPM)" userId="f1dcac62-7bef-43eb-91f0-927336a1714f" providerId="ADAL" clId="{0ABF9F4E-FE31-462E-9EBD-A50A4418102D}" dt="2022-08-11T08:27:40.598" v="1014" actId="1036"/>
          <ac:spMkLst>
            <pc:docMk/>
            <pc:sldMk cId="1946256361" sldId="9787"/>
            <ac:spMk id="112" creationId="{BF729326-898C-8FD0-674F-EDEE50AE5DDE}"/>
          </ac:spMkLst>
        </pc:spChg>
        <pc:spChg chg="mod">
          <ac:chgData name="Macher, Andreas (DI FA CTR PLC PPM)" userId="f1dcac62-7bef-43eb-91f0-927336a1714f" providerId="ADAL" clId="{0ABF9F4E-FE31-462E-9EBD-A50A4418102D}" dt="2022-08-11T10:01:47.418" v="2207" actId="6549"/>
          <ac:spMkLst>
            <pc:docMk/>
            <pc:sldMk cId="1946256361" sldId="9787"/>
            <ac:spMk id="114" creationId="{CAA7A82D-0BF7-E105-3B61-7F29A06113E5}"/>
          </ac:spMkLst>
        </pc:spChg>
        <pc:spChg chg="mod">
          <ac:chgData name="Macher, Andreas (DI FA CTR PLC PPM)" userId="f1dcac62-7bef-43eb-91f0-927336a1714f" providerId="ADAL" clId="{0ABF9F4E-FE31-462E-9EBD-A50A4418102D}" dt="2022-08-11T08:27:40.598" v="1014" actId="1036"/>
          <ac:spMkLst>
            <pc:docMk/>
            <pc:sldMk cId="1946256361" sldId="9787"/>
            <ac:spMk id="117" creationId="{1A7B196E-0201-26C4-4224-EA57139514C6}"/>
          </ac:spMkLst>
        </pc:spChg>
        <pc:spChg chg="mod">
          <ac:chgData name="Macher, Andreas (DI FA CTR PLC PPM)" userId="f1dcac62-7bef-43eb-91f0-927336a1714f" providerId="ADAL" clId="{0ABF9F4E-FE31-462E-9EBD-A50A4418102D}" dt="2022-08-11T08:28:41.227" v="1031" actId="1037"/>
          <ac:spMkLst>
            <pc:docMk/>
            <pc:sldMk cId="1946256361" sldId="9787"/>
            <ac:spMk id="122" creationId="{82A31DD4-7372-46B6-400B-3E9F2645B308}"/>
          </ac:spMkLst>
        </pc:spChg>
        <pc:spChg chg="mod">
          <ac:chgData name="Macher, Andreas (DI FA CTR PLC PPM)" userId="f1dcac62-7bef-43eb-91f0-927336a1714f" providerId="ADAL" clId="{0ABF9F4E-FE31-462E-9EBD-A50A4418102D}" dt="2022-08-11T08:28:41.227" v="1031" actId="1037"/>
          <ac:spMkLst>
            <pc:docMk/>
            <pc:sldMk cId="1946256361" sldId="9787"/>
            <ac:spMk id="123" creationId="{B338CEB4-7431-A985-864E-C4D6B397AD72}"/>
          </ac:spMkLst>
        </pc:spChg>
        <pc:spChg chg="mod">
          <ac:chgData name="Macher, Andreas (DI FA CTR PLC PPM)" userId="f1dcac62-7bef-43eb-91f0-927336a1714f" providerId="ADAL" clId="{0ABF9F4E-FE31-462E-9EBD-A50A4418102D}" dt="2022-08-11T08:28:41.227" v="1031" actId="1037"/>
          <ac:spMkLst>
            <pc:docMk/>
            <pc:sldMk cId="1946256361" sldId="9787"/>
            <ac:spMk id="126" creationId="{ECF2F04D-00A9-B1AC-3EB8-0CF1E2C86DF1}"/>
          </ac:spMkLst>
        </pc:spChg>
        <pc:spChg chg="mod">
          <ac:chgData name="Macher, Andreas (DI FA CTR PLC PPM)" userId="f1dcac62-7bef-43eb-91f0-927336a1714f" providerId="ADAL" clId="{0ABF9F4E-FE31-462E-9EBD-A50A4418102D}" dt="2022-08-11T08:28:41.227" v="1031" actId="1037"/>
          <ac:spMkLst>
            <pc:docMk/>
            <pc:sldMk cId="1946256361" sldId="9787"/>
            <ac:spMk id="128" creationId="{1C93106E-C288-F6B1-5CF1-81F203ADDBE1}"/>
          </ac:spMkLst>
        </pc:spChg>
        <pc:spChg chg="mod">
          <ac:chgData name="Macher, Andreas (DI FA CTR PLC PPM)" userId="f1dcac62-7bef-43eb-91f0-927336a1714f" providerId="ADAL" clId="{0ABF9F4E-FE31-462E-9EBD-A50A4418102D}" dt="2022-08-11T10:01:50.824" v="2209" actId="6549"/>
          <ac:spMkLst>
            <pc:docMk/>
            <pc:sldMk cId="1946256361" sldId="9787"/>
            <ac:spMk id="130" creationId="{D827084D-3172-10EA-F267-188991C0DC1D}"/>
          </ac:spMkLst>
        </pc:spChg>
        <pc:spChg chg="mod">
          <ac:chgData name="Macher, Andreas (DI FA CTR PLC PPM)" userId="f1dcac62-7bef-43eb-91f0-927336a1714f" providerId="ADAL" clId="{0ABF9F4E-FE31-462E-9EBD-A50A4418102D}" dt="2022-08-11T08:28:41.227" v="1031" actId="1037"/>
          <ac:spMkLst>
            <pc:docMk/>
            <pc:sldMk cId="1946256361" sldId="9787"/>
            <ac:spMk id="134" creationId="{090DC351-5010-8FEA-C436-B66EB5B53BE4}"/>
          </ac:spMkLst>
        </pc:spChg>
        <pc:spChg chg="add del mod">
          <ac:chgData name="Macher, Andreas (DI FA CTR PLC PPM)" userId="f1dcac62-7bef-43eb-91f0-927336a1714f" providerId="ADAL" clId="{0ABF9F4E-FE31-462E-9EBD-A50A4418102D}" dt="2022-08-11T08:07:17.470" v="710" actId="478"/>
          <ac:spMkLst>
            <pc:docMk/>
            <pc:sldMk cId="1946256361" sldId="9787"/>
            <ac:spMk id="139" creationId="{F8321E75-C2DF-1212-6EC2-4A102F502F86}"/>
          </ac:spMkLst>
        </pc:spChg>
        <pc:spChg chg="add del mod">
          <ac:chgData name="Macher, Andreas (DI FA CTR PLC PPM)" userId="f1dcac62-7bef-43eb-91f0-927336a1714f" providerId="ADAL" clId="{0ABF9F4E-FE31-462E-9EBD-A50A4418102D}" dt="2022-08-11T08:07:17.470" v="710" actId="478"/>
          <ac:spMkLst>
            <pc:docMk/>
            <pc:sldMk cId="1946256361" sldId="9787"/>
            <ac:spMk id="140" creationId="{D1B03ECC-47AE-54B5-34B2-0E829D1E5213}"/>
          </ac:spMkLst>
        </pc:spChg>
        <pc:spChg chg="add mod">
          <ac:chgData name="Macher, Andreas (DI FA CTR PLC PPM)" userId="f1dcac62-7bef-43eb-91f0-927336a1714f" providerId="ADAL" clId="{0ABF9F4E-FE31-462E-9EBD-A50A4418102D}" dt="2022-08-11T08:51:06.023" v="1719"/>
          <ac:spMkLst>
            <pc:docMk/>
            <pc:sldMk cId="1946256361" sldId="9787"/>
            <ac:spMk id="144" creationId="{C22DE037-D28A-81F8-D8C0-1DD442DED503}"/>
          </ac:spMkLst>
        </pc:spChg>
        <pc:spChg chg="add mod">
          <ac:chgData name="Macher, Andreas (DI FA CTR PLC PPM)" userId="f1dcac62-7bef-43eb-91f0-927336a1714f" providerId="ADAL" clId="{0ABF9F4E-FE31-462E-9EBD-A50A4418102D}" dt="2022-08-11T08:51:06.023" v="1719"/>
          <ac:spMkLst>
            <pc:docMk/>
            <pc:sldMk cId="1946256361" sldId="9787"/>
            <ac:spMk id="145" creationId="{00CF15E7-EAF0-0054-6958-194B33CBEB90}"/>
          </ac:spMkLst>
        </pc:spChg>
        <pc:spChg chg="del">
          <ac:chgData name="Macher, Andreas (DI FA CTR PLC PPM)" userId="f1dcac62-7bef-43eb-91f0-927336a1714f" providerId="ADAL" clId="{0ABF9F4E-FE31-462E-9EBD-A50A4418102D}" dt="2022-08-11T07:46:54.860" v="172" actId="478"/>
          <ac:spMkLst>
            <pc:docMk/>
            <pc:sldMk cId="1946256361" sldId="9787"/>
            <ac:spMk id="206" creationId="{E7D80543-9470-4945-BA71-41DF603CF2B0}"/>
          </ac:spMkLst>
        </pc:spChg>
        <pc:grpChg chg="add mod">
          <ac:chgData name="Macher, Andreas (DI FA CTR PLC PPM)" userId="f1dcac62-7bef-43eb-91f0-927336a1714f" providerId="ADAL" clId="{0ABF9F4E-FE31-462E-9EBD-A50A4418102D}" dt="2022-08-11T08:27:40.598" v="1014" actId="1036"/>
          <ac:grpSpMkLst>
            <pc:docMk/>
            <pc:sldMk cId="1946256361" sldId="9787"/>
            <ac:grpSpMk id="4" creationId="{D0048882-1C5E-91AA-40F2-9A994B5F322B}"/>
          </ac:grpSpMkLst>
        </pc:grpChg>
        <pc:grpChg chg="add mod">
          <ac:chgData name="Macher, Andreas (DI FA CTR PLC PPM)" userId="f1dcac62-7bef-43eb-91f0-927336a1714f" providerId="ADAL" clId="{0ABF9F4E-FE31-462E-9EBD-A50A4418102D}" dt="2022-08-11T08:08:10.423" v="721" actId="1038"/>
          <ac:grpSpMkLst>
            <pc:docMk/>
            <pc:sldMk cId="1946256361" sldId="9787"/>
            <ac:grpSpMk id="7" creationId="{E7FDEED4-A2BF-0C39-E5C3-CE0008F44CA2}"/>
          </ac:grpSpMkLst>
        </pc:grpChg>
        <pc:grpChg chg="mod">
          <ac:chgData name="Macher, Andreas (DI FA CTR PLC PPM)" userId="f1dcac62-7bef-43eb-91f0-927336a1714f" providerId="ADAL" clId="{0ABF9F4E-FE31-462E-9EBD-A50A4418102D}" dt="2022-08-11T08:27:40.598" v="1014" actId="1036"/>
          <ac:grpSpMkLst>
            <pc:docMk/>
            <pc:sldMk cId="1946256361" sldId="9787"/>
            <ac:grpSpMk id="16" creationId="{884ED1FF-FFD0-1BB4-2AB3-CCCE3E01560F}"/>
          </ac:grpSpMkLst>
        </pc:grpChg>
        <pc:grpChg chg="add mod">
          <ac:chgData name="Macher, Andreas (DI FA CTR PLC PPM)" userId="f1dcac62-7bef-43eb-91f0-927336a1714f" providerId="ADAL" clId="{0ABF9F4E-FE31-462E-9EBD-A50A4418102D}" dt="2022-08-11T10:02:06.270" v="2212" actId="1076"/>
          <ac:grpSpMkLst>
            <pc:docMk/>
            <pc:sldMk cId="1946256361" sldId="9787"/>
            <ac:grpSpMk id="64" creationId="{1324F81B-E879-837E-5FBF-B8E2AD6A55BA}"/>
          </ac:grpSpMkLst>
        </pc:grpChg>
        <pc:grpChg chg="add del mod">
          <ac:chgData name="Macher, Andreas (DI FA CTR PLC PPM)" userId="f1dcac62-7bef-43eb-91f0-927336a1714f" providerId="ADAL" clId="{0ABF9F4E-FE31-462E-9EBD-A50A4418102D}" dt="2022-08-11T10:02:21.101" v="2217" actId="478"/>
          <ac:grpSpMkLst>
            <pc:docMk/>
            <pc:sldMk cId="1946256361" sldId="9787"/>
            <ac:grpSpMk id="68" creationId="{126D6554-9178-0DB7-729A-7E84D43FD6B0}"/>
          </ac:grpSpMkLst>
        </pc:grpChg>
        <pc:grpChg chg="add del mod">
          <ac:chgData name="Macher, Andreas (DI FA CTR PLC PPM)" userId="f1dcac62-7bef-43eb-91f0-927336a1714f" providerId="ADAL" clId="{0ABF9F4E-FE31-462E-9EBD-A50A4418102D}" dt="2022-08-11T07:58:30.242" v="500" actId="165"/>
          <ac:grpSpMkLst>
            <pc:docMk/>
            <pc:sldMk cId="1946256361" sldId="9787"/>
            <ac:grpSpMk id="68" creationId="{4943B8D9-6DF3-2063-9A70-201A174F5164}"/>
          </ac:grpSpMkLst>
        </pc:grpChg>
        <pc:grpChg chg="add del mod">
          <ac:chgData name="Macher, Andreas (DI FA CTR PLC PPM)" userId="f1dcac62-7bef-43eb-91f0-927336a1714f" providerId="ADAL" clId="{0ABF9F4E-FE31-462E-9EBD-A50A4418102D}" dt="2022-08-11T10:02:21.101" v="2217" actId="478"/>
          <ac:grpSpMkLst>
            <pc:docMk/>
            <pc:sldMk cId="1946256361" sldId="9787"/>
            <ac:grpSpMk id="73" creationId="{4C78FD23-A82A-CAF7-7125-EB4C1565547B}"/>
          </ac:grpSpMkLst>
        </pc:grpChg>
        <pc:grpChg chg="add mod">
          <ac:chgData name="Macher, Andreas (DI FA CTR PLC PPM)" userId="f1dcac62-7bef-43eb-91f0-927336a1714f" providerId="ADAL" clId="{0ABF9F4E-FE31-462E-9EBD-A50A4418102D}" dt="2022-08-11T10:02:11.835" v="2214" actId="1076"/>
          <ac:grpSpMkLst>
            <pc:docMk/>
            <pc:sldMk cId="1946256361" sldId="9787"/>
            <ac:grpSpMk id="80" creationId="{1476DA4D-ACE3-73A1-2253-902B2EB87E73}"/>
          </ac:grpSpMkLst>
        </pc:grpChg>
        <pc:grpChg chg="add mod">
          <ac:chgData name="Macher, Andreas (DI FA CTR PLC PPM)" userId="f1dcac62-7bef-43eb-91f0-927336a1714f" providerId="ADAL" clId="{0ABF9F4E-FE31-462E-9EBD-A50A4418102D}" dt="2022-08-11T08:27:40.598" v="1014" actId="1036"/>
          <ac:grpSpMkLst>
            <pc:docMk/>
            <pc:sldMk cId="1946256361" sldId="9787"/>
            <ac:grpSpMk id="82" creationId="{77D49F53-7F50-5F8F-535A-A76263DAA5D9}"/>
          </ac:grpSpMkLst>
        </pc:grpChg>
        <pc:grpChg chg="add mod">
          <ac:chgData name="Macher, Andreas (DI FA CTR PLC PPM)" userId="f1dcac62-7bef-43eb-91f0-927336a1714f" providerId="ADAL" clId="{0ABF9F4E-FE31-462E-9EBD-A50A4418102D}" dt="2022-08-11T10:02:18.027" v="2216" actId="1076"/>
          <ac:grpSpMkLst>
            <pc:docMk/>
            <pc:sldMk cId="1946256361" sldId="9787"/>
            <ac:grpSpMk id="87" creationId="{FFC1B43C-D2A0-F532-FEC3-EEC7E697599F}"/>
          </ac:grpSpMkLst>
        </pc:grpChg>
        <pc:grpChg chg="del">
          <ac:chgData name="Macher, Andreas (DI FA CTR PLC PPM)" userId="f1dcac62-7bef-43eb-91f0-927336a1714f" providerId="ADAL" clId="{0ABF9F4E-FE31-462E-9EBD-A50A4418102D}" dt="2022-08-11T07:46:54.860" v="172" actId="478"/>
          <ac:grpSpMkLst>
            <pc:docMk/>
            <pc:sldMk cId="1946256361" sldId="9787"/>
            <ac:grpSpMk id="99" creationId="{557F1B6B-2F43-649E-52C7-9D0A7F34768A}"/>
          </ac:grpSpMkLst>
        </pc:grpChg>
        <pc:grpChg chg="del">
          <ac:chgData name="Macher, Andreas (DI FA CTR PLC PPM)" userId="f1dcac62-7bef-43eb-91f0-927336a1714f" providerId="ADAL" clId="{0ABF9F4E-FE31-462E-9EBD-A50A4418102D}" dt="2022-08-11T07:46:54.860" v="172" actId="478"/>
          <ac:grpSpMkLst>
            <pc:docMk/>
            <pc:sldMk cId="1946256361" sldId="9787"/>
            <ac:grpSpMk id="107" creationId="{52575590-497C-355D-6CB7-FAF3AFBFB952}"/>
          </ac:grpSpMkLst>
        </pc:grpChg>
        <pc:grpChg chg="mod">
          <ac:chgData name="Macher, Andreas (DI FA CTR PLC PPM)" userId="f1dcac62-7bef-43eb-91f0-927336a1714f" providerId="ADAL" clId="{0ABF9F4E-FE31-462E-9EBD-A50A4418102D}" dt="2022-08-11T08:27:40.598" v="1014" actId="1036"/>
          <ac:grpSpMkLst>
            <pc:docMk/>
            <pc:sldMk cId="1946256361" sldId="9787"/>
            <ac:grpSpMk id="116" creationId="{1031E38F-9FC7-29AF-F91D-30E33A10BA0B}"/>
          </ac:grpSpMkLst>
        </pc:grpChg>
        <pc:grpChg chg="add mod">
          <ac:chgData name="Macher, Andreas (DI FA CTR PLC PPM)" userId="f1dcac62-7bef-43eb-91f0-927336a1714f" providerId="ADAL" clId="{0ABF9F4E-FE31-462E-9EBD-A50A4418102D}" dt="2022-08-11T08:28:41.227" v="1031" actId="1037"/>
          <ac:grpSpMkLst>
            <pc:docMk/>
            <pc:sldMk cId="1946256361" sldId="9787"/>
            <ac:grpSpMk id="121" creationId="{9449062F-27D8-E4A9-E914-DBA03BF8F8EF}"/>
          </ac:grpSpMkLst>
        </pc:grpChg>
        <pc:grpChg chg="mod">
          <ac:chgData name="Macher, Andreas (DI FA CTR PLC PPM)" userId="f1dcac62-7bef-43eb-91f0-927336a1714f" providerId="ADAL" clId="{0ABF9F4E-FE31-462E-9EBD-A50A4418102D}" dt="2022-08-11T08:28:41.227" v="1031" actId="1037"/>
          <ac:grpSpMkLst>
            <pc:docMk/>
            <pc:sldMk cId="1946256361" sldId="9787"/>
            <ac:grpSpMk id="132" creationId="{83567642-E9AD-FE20-6AAC-AB06046C51B0}"/>
          </ac:grpSpMkLst>
        </pc:grpChg>
        <pc:graphicFrameChg chg="mod modGraphic">
          <ac:chgData name="Macher, Andreas (DI FA CTR PLC PPM)" userId="f1dcac62-7bef-43eb-91f0-927336a1714f" providerId="ADAL" clId="{0ABF9F4E-FE31-462E-9EBD-A50A4418102D}" dt="2022-08-11T08:56:23.462" v="1950" actId="20577"/>
          <ac:graphicFrameMkLst>
            <pc:docMk/>
            <pc:sldMk cId="1946256361" sldId="9787"/>
            <ac:graphicFrameMk id="43" creationId="{A5482973-ED17-48DF-A2DD-67D2566F6DCD}"/>
          </ac:graphicFrameMkLst>
        </pc:graphicFrameChg>
        <pc:graphicFrameChg chg="del">
          <ac:chgData name="Macher, Andreas (DI FA CTR PLC PPM)" userId="f1dcac62-7bef-43eb-91f0-927336a1714f" providerId="ADAL" clId="{0ABF9F4E-FE31-462E-9EBD-A50A4418102D}" dt="2022-08-11T07:46:54.860" v="172" actId="478"/>
          <ac:graphicFrameMkLst>
            <pc:docMk/>
            <pc:sldMk cId="1946256361" sldId="9787"/>
            <ac:graphicFrameMk id="76" creationId="{C4948966-4D5B-45F6-AC6B-9A4B201AC631}"/>
          </ac:graphicFrameMkLst>
        </pc:graphicFrameChg>
        <pc:graphicFrameChg chg="del">
          <ac:chgData name="Macher, Andreas (DI FA CTR PLC PPM)" userId="f1dcac62-7bef-43eb-91f0-927336a1714f" providerId="ADAL" clId="{0ABF9F4E-FE31-462E-9EBD-A50A4418102D}" dt="2022-08-11T07:46:54.860" v="172" actId="478"/>
          <ac:graphicFrameMkLst>
            <pc:docMk/>
            <pc:sldMk cId="1946256361" sldId="9787"/>
            <ac:graphicFrameMk id="154" creationId="{A7E7A24C-4A0E-40C9-B300-BB9A206931DE}"/>
          </ac:graphicFrameMkLst>
        </pc:graphicFrameChg>
        <pc:picChg chg="mod">
          <ac:chgData name="Macher, Andreas (DI FA CTR PLC PPM)" userId="f1dcac62-7bef-43eb-91f0-927336a1714f" providerId="ADAL" clId="{0ABF9F4E-FE31-462E-9EBD-A50A4418102D}" dt="2022-08-11T08:27:40.598" v="1014" actId="1036"/>
          <ac:picMkLst>
            <pc:docMk/>
            <pc:sldMk cId="1946256361" sldId="9787"/>
            <ac:picMk id="50" creationId="{ACBD7695-6F0E-4093-88A1-DB5C6B13F0A5}"/>
          </ac:picMkLst>
        </pc:picChg>
        <pc:picChg chg="mod">
          <ac:chgData name="Macher, Andreas (DI FA CTR PLC PPM)" userId="f1dcac62-7bef-43eb-91f0-927336a1714f" providerId="ADAL" clId="{0ABF9F4E-FE31-462E-9EBD-A50A4418102D}" dt="2022-08-11T08:27:40.598" v="1014" actId="1036"/>
          <ac:picMkLst>
            <pc:docMk/>
            <pc:sldMk cId="1946256361" sldId="9787"/>
            <ac:picMk id="54" creationId="{A05B014F-9959-4815-9BFC-A3D43D6F1E32}"/>
          </ac:picMkLst>
        </pc:picChg>
        <pc:picChg chg="mod">
          <ac:chgData name="Macher, Andreas (DI FA CTR PLC PPM)" userId="f1dcac62-7bef-43eb-91f0-927336a1714f" providerId="ADAL" clId="{0ABF9F4E-FE31-462E-9EBD-A50A4418102D}" dt="2022-08-11T08:27:40.598" v="1014" actId="1036"/>
          <ac:picMkLst>
            <pc:docMk/>
            <pc:sldMk cId="1946256361" sldId="9787"/>
            <ac:picMk id="57" creationId="{B8B63688-0932-4C58-8E64-3EF87B64323D}"/>
          </ac:picMkLst>
        </pc:picChg>
        <pc:picChg chg="mod">
          <ac:chgData name="Macher, Andreas (DI FA CTR PLC PPM)" userId="f1dcac62-7bef-43eb-91f0-927336a1714f" providerId="ADAL" clId="{0ABF9F4E-FE31-462E-9EBD-A50A4418102D}" dt="2022-08-11T08:27:40.598" v="1014" actId="1036"/>
          <ac:picMkLst>
            <pc:docMk/>
            <pc:sldMk cId="1946256361" sldId="9787"/>
            <ac:picMk id="58" creationId="{B1B453BA-7409-408D-AEB3-80CDB53FC8EF}"/>
          </ac:picMkLst>
        </pc:picChg>
        <pc:picChg chg="mod">
          <ac:chgData name="Macher, Andreas (DI FA CTR PLC PPM)" userId="f1dcac62-7bef-43eb-91f0-927336a1714f" providerId="ADAL" clId="{0ABF9F4E-FE31-462E-9EBD-A50A4418102D}" dt="2022-08-11T08:27:40.598" v="1014" actId="1036"/>
          <ac:picMkLst>
            <pc:docMk/>
            <pc:sldMk cId="1946256361" sldId="9787"/>
            <ac:picMk id="59" creationId="{B5C76C35-933F-46FA-981A-8A5F9C01E27D}"/>
          </ac:picMkLst>
        </pc:picChg>
        <pc:picChg chg="del">
          <ac:chgData name="Macher, Andreas (DI FA CTR PLC PPM)" userId="f1dcac62-7bef-43eb-91f0-927336a1714f" providerId="ADAL" clId="{0ABF9F4E-FE31-462E-9EBD-A50A4418102D}" dt="2022-08-11T07:46:54.860" v="172" actId="478"/>
          <ac:picMkLst>
            <pc:docMk/>
            <pc:sldMk cId="1946256361" sldId="9787"/>
            <ac:picMk id="67" creationId="{E955767B-3A55-45A7-AED0-207526A2DBE6}"/>
          </ac:picMkLst>
        </pc:picChg>
        <pc:picChg chg="del">
          <ac:chgData name="Macher, Andreas (DI FA CTR PLC PPM)" userId="f1dcac62-7bef-43eb-91f0-927336a1714f" providerId="ADAL" clId="{0ABF9F4E-FE31-462E-9EBD-A50A4418102D}" dt="2022-08-11T07:46:54.860" v="172" actId="478"/>
          <ac:picMkLst>
            <pc:docMk/>
            <pc:sldMk cId="1946256361" sldId="9787"/>
            <ac:picMk id="71" creationId="{C62222AA-6AE1-480C-8850-4ACD1CF52607}"/>
          </ac:picMkLst>
        </pc:picChg>
        <pc:picChg chg="del">
          <ac:chgData name="Macher, Andreas (DI FA CTR PLC PPM)" userId="f1dcac62-7bef-43eb-91f0-927336a1714f" providerId="ADAL" clId="{0ABF9F4E-FE31-462E-9EBD-A50A4418102D}" dt="2022-08-11T07:46:54.860" v="172" actId="478"/>
          <ac:picMkLst>
            <pc:docMk/>
            <pc:sldMk cId="1946256361" sldId="9787"/>
            <ac:picMk id="74" creationId="{A34518B2-1DCD-419B-B8A8-6E96084C474B}"/>
          </ac:picMkLst>
        </pc:picChg>
        <pc:picChg chg="del">
          <ac:chgData name="Macher, Andreas (DI FA CTR PLC PPM)" userId="f1dcac62-7bef-43eb-91f0-927336a1714f" providerId="ADAL" clId="{0ABF9F4E-FE31-462E-9EBD-A50A4418102D}" dt="2022-08-11T07:46:54.860" v="172" actId="478"/>
          <ac:picMkLst>
            <pc:docMk/>
            <pc:sldMk cId="1946256361" sldId="9787"/>
            <ac:picMk id="83" creationId="{5EB14132-99C3-4638-8957-E40A2DE1DC7A}"/>
          </ac:picMkLst>
        </pc:picChg>
        <pc:picChg chg="del">
          <ac:chgData name="Macher, Andreas (DI FA CTR PLC PPM)" userId="f1dcac62-7bef-43eb-91f0-927336a1714f" providerId="ADAL" clId="{0ABF9F4E-FE31-462E-9EBD-A50A4418102D}" dt="2022-08-11T07:46:54.860" v="172" actId="478"/>
          <ac:picMkLst>
            <pc:docMk/>
            <pc:sldMk cId="1946256361" sldId="9787"/>
            <ac:picMk id="87" creationId="{C35C324C-77D4-41BF-A216-3AB1F0E299B5}"/>
          </ac:picMkLst>
        </pc:picChg>
        <pc:picChg chg="del">
          <ac:chgData name="Macher, Andreas (DI FA CTR PLC PPM)" userId="f1dcac62-7bef-43eb-91f0-927336a1714f" providerId="ADAL" clId="{0ABF9F4E-FE31-462E-9EBD-A50A4418102D}" dt="2022-08-11T07:46:54.860" v="172" actId="478"/>
          <ac:picMkLst>
            <pc:docMk/>
            <pc:sldMk cId="1946256361" sldId="9787"/>
            <ac:picMk id="89" creationId="{A0D4BF0C-1B58-4FD7-A1E3-04CD355ED193}"/>
          </ac:picMkLst>
        </pc:picChg>
        <pc:picChg chg="del">
          <ac:chgData name="Macher, Andreas (DI FA CTR PLC PPM)" userId="f1dcac62-7bef-43eb-91f0-927336a1714f" providerId="ADAL" clId="{0ABF9F4E-FE31-462E-9EBD-A50A4418102D}" dt="2022-08-11T07:46:54.860" v="172" actId="478"/>
          <ac:picMkLst>
            <pc:docMk/>
            <pc:sldMk cId="1946256361" sldId="9787"/>
            <ac:picMk id="92" creationId="{E21871EC-C4C3-44A9-9F77-048246215B39}"/>
          </ac:picMkLst>
        </pc:picChg>
        <pc:picChg chg="mod">
          <ac:chgData name="Macher, Andreas (DI FA CTR PLC PPM)" userId="f1dcac62-7bef-43eb-91f0-927336a1714f" providerId="ADAL" clId="{0ABF9F4E-FE31-462E-9EBD-A50A4418102D}" dt="2022-08-11T08:27:40.598" v="1014" actId="1036"/>
          <ac:picMkLst>
            <pc:docMk/>
            <pc:sldMk cId="1946256361" sldId="9787"/>
            <ac:picMk id="94" creationId="{B0637EBD-F4A8-4C28-AFD2-8232043509B4}"/>
          </ac:picMkLst>
        </pc:picChg>
        <pc:picChg chg="del">
          <ac:chgData name="Macher, Andreas (DI FA CTR PLC PPM)" userId="f1dcac62-7bef-43eb-91f0-927336a1714f" providerId="ADAL" clId="{0ABF9F4E-FE31-462E-9EBD-A50A4418102D}" dt="2022-08-11T07:46:54.860" v="172" actId="478"/>
          <ac:picMkLst>
            <pc:docMk/>
            <pc:sldMk cId="1946256361" sldId="9787"/>
            <ac:picMk id="96" creationId="{9DDD2B44-FF78-47F4-B405-52270C623F6A}"/>
          </ac:picMkLst>
        </pc:picChg>
        <pc:picChg chg="del">
          <ac:chgData name="Macher, Andreas (DI FA CTR PLC PPM)" userId="f1dcac62-7bef-43eb-91f0-927336a1714f" providerId="ADAL" clId="{0ABF9F4E-FE31-462E-9EBD-A50A4418102D}" dt="2022-08-11T07:46:54.860" v="172" actId="478"/>
          <ac:picMkLst>
            <pc:docMk/>
            <pc:sldMk cId="1946256361" sldId="9787"/>
            <ac:picMk id="98" creationId="{DAF27E9F-66BE-4FF5-A544-5C26542A6CCC}"/>
          </ac:picMkLst>
        </pc:picChg>
        <pc:picChg chg="mod">
          <ac:chgData name="Macher, Andreas (DI FA CTR PLC PPM)" userId="f1dcac62-7bef-43eb-91f0-927336a1714f" providerId="ADAL" clId="{0ABF9F4E-FE31-462E-9EBD-A50A4418102D}" dt="2022-08-11T08:27:40.598" v="1014" actId="1036"/>
          <ac:picMkLst>
            <pc:docMk/>
            <pc:sldMk cId="1946256361" sldId="9787"/>
            <ac:picMk id="103" creationId="{7583106E-C2DD-C747-7364-B919E3656798}"/>
          </ac:picMkLst>
        </pc:picChg>
        <pc:picChg chg="mod">
          <ac:chgData name="Macher, Andreas (DI FA CTR PLC PPM)" userId="f1dcac62-7bef-43eb-91f0-927336a1714f" providerId="ADAL" clId="{0ABF9F4E-FE31-462E-9EBD-A50A4418102D}" dt="2022-08-11T08:27:40.598" v="1014" actId="1036"/>
          <ac:picMkLst>
            <pc:docMk/>
            <pc:sldMk cId="1946256361" sldId="9787"/>
            <ac:picMk id="104" creationId="{0CA84A81-63F7-EFF6-726F-350B5A1EAA0B}"/>
          </ac:picMkLst>
        </pc:picChg>
        <pc:picChg chg="mod">
          <ac:chgData name="Macher, Andreas (DI FA CTR PLC PPM)" userId="f1dcac62-7bef-43eb-91f0-927336a1714f" providerId="ADAL" clId="{0ABF9F4E-FE31-462E-9EBD-A50A4418102D}" dt="2022-08-11T08:27:40.598" v="1014" actId="1036"/>
          <ac:picMkLst>
            <pc:docMk/>
            <pc:sldMk cId="1946256361" sldId="9787"/>
            <ac:picMk id="113" creationId="{C2F2D997-2CF8-C1B8-7269-094C8027C700}"/>
          </ac:picMkLst>
        </pc:picChg>
        <pc:picChg chg="mod">
          <ac:chgData name="Macher, Andreas (DI FA CTR PLC PPM)" userId="f1dcac62-7bef-43eb-91f0-927336a1714f" providerId="ADAL" clId="{0ABF9F4E-FE31-462E-9EBD-A50A4418102D}" dt="2022-08-11T08:27:40.598" v="1014" actId="1036"/>
          <ac:picMkLst>
            <pc:docMk/>
            <pc:sldMk cId="1946256361" sldId="9787"/>
            <ac:picMk id="115" creationId="{2446BB7B-509B-A038-FB4E-60D8CF712600}"/>
          </ac:picMkLst>
        </pc:picChg>
        <pc:picChg chg="mod">
          <ac:chgData name="Macher, Andreas (DI FA CTR PLC PPM)" userId="f1dcac62-7bef-43eb-91f0-927336a1714f" providerId="ADAL" clId="{0ABF9F4E-FE31-462E-9EBD-A50A4418102D}" dt="2022-08-11T08:28:41.227" v="1031" actId="1037"/>
          <ac:picMkLst>
            <pc:docMk/>
            <pc:sldMk cId="1946256361" sldId="9787"/>
            <ac:picMk id="124" creationId="{5CEF7F2D-8A69-E559-C286-AECEE3E07315}"/>
          </ac:picMkLst>
        </pc:picChg>
        <pc:picChg chg="mod">
          <ac:chgData name="Macher, Andreas (DI FA CTR PLC PPM)" userId="f1dcac62-7bef-43eb-91f0-927336a1714f" providerId="ADAL" clId="{0ABF9F4E-FE31-462E-9EBD-A50A4418102D}" dt="2022-08-11T08:28:41.227" v="1031" actId="1037"/>
          <ac:picMkLst>
            <pc:docMk/>
            <pc:sldMk cId="1946256361" sldId="9787"/>
            <ac:picMk id="125" creationId="{EFE6EEC9-0A56-A7E9-A6CD-7A061DC932FD}"/>
          </ac:picMkLst>
        </pc:picChg>
        <pc:picChg chg="mod">
          <ac:chgData name="Macher, Andreas (DI FA CTR PLC PPM)" userId="f1dcac62-7bef-43eb-91f0-927336a1714f" providerId="ADAL" clId="{0ABF9F4E-FE31-462E-9EBD-A50A4418102D}" dt="2022-08-11T08:28:41.227" v="1031" actId="1037"/>
          <ac:picMkLst>
            <pc:docMk/>
            <pc:sldMk cId="1946256361" sldId="9787"/>
            <ac:picMk id="127" creationId="{9A3E50F7-E292-8FBE-742C-2337CED8936C}"/>
          </ac:picMkLst>
        </pc:picChg>
        <pc:picChg chg="mod">
          <ac:chgData name="Macher, Andreas (DI FA CTR PLC PPM)" userId="f1dcac62-7bef-43eb-91f0-927336a1714f" providerId="ADAL" clId="{0ABF9F4E-FE31-462E-9EBD-A50A4418102D}" dt="2022-08-11T08:28:41.227" v="1031" actId="1037"/>
          <ac:picMkLst>
            <pc:docMk/>
            <pc:sldMk cId="1946256361" sldId="9787"/>
            <ac:picMk id="129" creationId="{00B2F54A-8122-F14A-BF5E-65AEABAF0A4B}"/>
          </ac:picMkLst>
        </pc:picChg>
        <pc:picChg chg="mod">
          <ac:chgData name="Macher, Andreas (DI FA CTR PLC PPM)" userId="f1dcac62-7bef-43eb-91f0-927336a1714f" providerId="ADAL" clId="{0ABF9F4E-FE31-462E-9EBD-A50A4418102D}" dt="2022-08-11T08:28:41.227" v="1031" actId="1037"/>
          <ac:picMkLst>
            <pc:docMk/>
            <pc:sldMk cId="1946256361" sldId="9787"/>
            <ac:picMk id="131" creationId="{3240C7FB-EE99-873C-9AA0-EB8D1A4700DA}"/>
          </ac:picMkLst>
        </pc:picChg>
        <pc:cxnChg chg="add del mod">
          <ac:chgData name="Macher, Andreas (DI FA CTR PLC PPM)" userId="f1dcac62-7bef-43eb-91f0-927336a1714f" providerId="ADAL" clId="{0ABF9F4E-FE31-462E-9EBD-A50A4418102D}" dt="2022-08-11T08:25:11.067" v="984" actId="21"/>
          <ac:cxnSpMkLst>
            <pc:docMk/>
            <pc:sldMk cId="1946256361" sldId="9787"/>
            <ac:cxnSpMk id="12" creationId="{FABB17A3-ECAA-0ED5-631E-7CE78501F27D}"/>
          </ac:cxnSpMkLst>
        </pc:cxnChg>
        <pc:cxnChg chg="add del mod">
          <ac:chgData name="Macher, Andreas (DI FA CTR PLC PPM)" userId="f1dcac62-7bef-43eb-91f0-927336a1714f" providerId="ADAL" clId="{0ABF9F4E-FE31-462E-9EBD-A50A4418102D}" dt="2022-08-11T08:25:11.067" v="984" actId="21"/>
          <ac:cxnSpMkLst>
            <pc:docMk/>
            <pc:sldMk cId="1946256361" sldId="9787"/>
            <ac:cxnSpMk id="14" creationId="{C718E14A-1119-B117-9AE5-8BE8314BC1A2}"/>
          </ac:cxnSpMkLst>
        </pc:cxnChg>
        <pc:cxnChg chg="mod">
          <ac:chgData name="Macher, Andreas (DI FA CTR PLC PPM)" userId="f1dcac62-7bef-43eb-91f0-927336a1714f" providerId="ADAL" clId="{0ABF9F4E-FE31-462E-9EBD-A50A4418102D}" dt="2022-08-11T08:27:40.598" v="1014" actId="1036"/>
          <ac:cxnSpMkLst>
            <pc:docMk/>
            <pc:sldMk cId="1946256361" sldId="9787"/>
            <ac:cxnSpMk id="75" creationId="{377F9E54-D1A6-41AA-8CE1-04CA981B7F0F}"/>
          </ac:cxnSpMkLst>
        </pc:cxnChg>
        <pc:cxnChg chg="mod">
          <ac:chgData name="Macher, Andreas (DI FA CTR PLC PPM)" userId="f1dcac62-7bef-43eb-91f0-927336a1714f" providerId="ADAL" clId="{0ABF9F4E-FE31-462E-9EBD-A50A4418102D}" dt="2022-08-11T08:27:40.598" v="1014" actId="1036"/>
          <ac:cxnSpMkLst>
            <pc:docMk/>
            <pc:sldMk cId="1946256361" sldId="9787"/>
            <ac:cxnSpMk id="77" creationId="{3161D74E-C486-1F04-E076-F3B91DA488C7}"/>
          </ac:cxnSpMkLst>
        </pc:cxnChg>
        <pc:cxnChg chg="mod">
          <ac:chgData name="Macher, Andreas (DI FA CTR PLC PPM)" userId="f1dcac62-7bef-43eb-91f0-927336a1714f" providerId="ADAL" clId="{0ABF9F4E-FE31-462E-9EBD-A50A4418102D}" dt="2022-08-11T08:27:40.598" v="1014" actId="1036"/>
          <ac:cxnSpMkLst>
            <pc:docMk/>
            <pc:sldMk cId="1946256361" sldId="9787"/>
            <ac:cxnSpMk id="86" creationId="{DF662B79-FC7F-4F05-0F25-29D68F2B41FD}"/>
          </ac:cxnSpMkLst>
        </pc:cxnChg>
        <pc:cxnChg chg="del">
          <ac:chgData name="Macher, Andreas (DI FA CTR PLC PPM)" userId="f1dcac62-7bef-43eb-91f0-927336a1714f" providerId="ADAL" clId="{0ABF9F4E-FE31-462E-9EBD-A50A4418102D}" dt="2022-08-11T07:46:54.860" v="172" actId="478"/>
          <ac:cxnSpMkLst>
            <pc:docMk/>
            <pc:sldMk cId="1946256361" sldId="9787"/>
            <ac:cxnSpMk id="91" creationId="{5BBEE797-5C74-4CAF-833F-81B4AB1517A3}"/>
          </ac:cxnSpMkLst>
        </pc:cxnChg>
        <pc:cxnChg chg="mod">
          <ac:chgData name="Macher, Andreas (DI FA CTR PLC PPM)" userId="f1dcac62-7bef-43eb-91f0-927336a1714f" providerId="ADAL" clId="{0ABF9F4E-FE31-462E-9EBD-A50A4418102D}" dt="2022-08-11T08:27:40.598" v="1014" actId="1036"/>
          <ac:cxnSpMkLst>
            <pc:docMk/>
            <pc:sldMk cId="1946256361" sldId="9787"/>
            <ac:cxnSpMk id="93" creationId="{81FC1385-7470-7D3F-EEC8-04E190C39EFE}"/>
          </ac:cxnSpMkLst>
        </pc:cxnChg>
        <pc:cxnChg chg="mod">
          <ac:chgData name="Macher, Andreas (DI FA CTR PLC PPM)" userId="f1dcac62-7bef-43eb-91f0-927336a1714f" providerId="ADAL" clId="{0ABF9F4E-FE31-462E-9EBD-A50A4418102D}" dt="2022-08-11T08:27:40.598" v="1014" actId="1036"/>
          <ac:cxnSpMkLst>
            <pc:docMk/>
            <pc:sldMk cId="1946256361" sldId="9787"/>
            <ac:cxnSpMk id="118" creationId="{89175BC1-FD5B-9F0F-36A8-8713733C6397}"/>
          </ac:cxnSpMkLst>
        </pc:cxnChg>
        <pc:cxnChg chg="mod">
          <ac:chgData name="Macher, Andreas (DI FA CTR PLC PPM)" userId="f1dcac62-7bef-43eb-91f0-927336a1714f" providerId="ADAL" clId="{0ABF9F4E-FE31-462E-9EBD-A50A4418102D}" dt="2022-08-11T08:27:40.598" v="1014" actId="1036"/>
          <ac:cxnSpMkLst>
            <pc:docMk/>
            <pc:sldMk cId="1946256361" sldId="9787"/>
            <ac:cxnSpMk id="119" creationId="{5FBD001C-D2AA-F8B3-2DC4-45B20A40DDF0}"/>
          </ac:cxnSpMkLst>
        </pc:cxnChg>
        <pc:cxnChg chg="mod">
          <ac:chgData name="Macher, Andreas (DI FA CTR PLC PPM)" userId="f1dcac62-7bef-43eb-91f0-927336a1714f" providerId="ADAL" clId="{0ABF9F4E-FE31-462E-9EBD-A50A4418102D}" dt="2022-08-11T08:27:40.598" v="1014" actId="1036"/>
          <ac:cxnSpMkLst>
            <pc:docMk/>
            <pc:sldMk cId="1946256361" sldId="9787"/>
            <ac:cxnSpMk id="120" creationId="{AEF02CDF-01B9-85DB-EC1D-F5AB9E2F23B4}"/>
          </ac:cxnSpMkLst>
        </pc:cxnChg>
        <pc:cxnChg chg="mod">
          <ac:chgData name="Macher, Andreas (DI FA CTR PLC PPM)" userId="f1dcac62-7bef-43eb-91f0-927336a1714f" providerId="ADAL" clId="{0ABF9F4E-FE31-462E-9EBD-A50A4418102D}" dt="2022-08-11T08:28:41.227" v="1031" actId="1037"/>
          <ac:cxnSpMkLst>
            <pc:docMk/>
            <pc:sldMk cId="1946256361" sldId="9787"/>
            <ac:cxnSpMk id="133" creationId="{CF799E86-C976-7FA1-011C-EE18CCA37902}"/>
          </ac:cxnSpMkLst>
        </pc:cxnChg>
        <pc:cxnChg chg="mod">
          <ac:chgData name="Macher, Andreas (DI FA CTR PLC PPM)" userId="f1dcac62-7bef-43eb-91f0-927336a1714f" providerId="ADAL" clId="{0ABF9F4E-FE31-462E-9EBD-A50A4418102D}" dt="2022-08-11T08:28:41.227" v="1031" actId="1037"/>
          <ac:cxnSpMkLst>
            <pc:docMk/>
            <pc:sldMk cId="1946256361" sldId="9787"/>
            <ac:cxnSpMk id="135" creationId="{ED8B58DE-1EDE-96E3-4920-16540A42E73E}"/>
          </ac:cxnSpMkLst>
        </pc:cxnChg>
        <pc:cxnChg chg="mod">
          <ac:chgData name="Macher, Andreas (DI FA CTR PLC PPM)" userId="f1dcac62-7bef-43eb-91f0-927336a1714f" providerId="ADAL" clId="{0ABF9F4E-FE31-462E-9EBD-A50A4418102D}" dt="2022-08-11T08:28:41.227" v="1031" actId="1037"/>
          <ac:cxnSpMkLst>
            <pc:docMk/>
            <pc:sldMk cId="1946256361" sldId="9787"/>
            <ac:cxnSpMk id="136" creationId="{7EF67368-0E24-719B-71B2-FA366EFE1144}"/>
          </ac:cxnSpMkLst>
        </pc:cxnChg>
        <pc:cxnChg chg="mod">
          <ac:chgData name="Macher, Andreas (DI FA CTR PLC PPM)" userId="f1dcac62-7bef-43eb-91f0-927336a1714f" providerId="ADAL" clId="{0ABF9F4E-FE31-462E-9EBD-A50A4418102D}" dt="2022-08-11T08:28:41.227" v="1031" actId="1037"/>
          <ac:cxnSpMkLst>
            <pc:docMk/>
            <pc:sldMk cId="1946256361" sldId="9787"/>
            <ac:cxnSpMk id="137" creationId="{942DE4F3-91D3-A163-3641-489972DE3C8A}"/>
          </ac:cxnSpMkLst>
        </pc:cxnChg>
        <pc:cxnChg chg="add del mod">
          <ac:chgData name="Macher, Andreas (DI FA CTR PLC PPM)" userId="f1dcac62-7bef-43eb-91f0-927336a1714f" providerId="ADAL" clId="{0ABF9F4E-FE31-462E-9EBD-A50A4418102D}" dt="2022-08-11T08:05:28.217" v="666" actId="21"/>
          <ac:cxnSpMkLst>
            <pc:docMk/>
            <pc:sldMk cId="1946256361" sldId="9787"/>
            <ac:cxnSpMk id="138" creationId="{C17E9D8B-0795-D02C-B9A3-229908D10F2C}"/>
          </ac:cxnSpMkLst>
        </pc:cxnChg>
        <pc:cxnChg chg="add del mod">
          <ac:chgData name="Macher, Andreas (DI FA CTR PLC PPM)" userId="f1dcac62-7bef-43eb-91f0-927336a1714f" providerId="ADAL" clId="{0ABF9F4E-FE31-462E-9EBD-A50A4418102D}" dt="2022-08-11T08:08:44.966" v="725" actId="478"/>
          <ac:cxnSpMkLst>
            <pc:docMk/>
            <pc:sldMk cId="1946256361" sldId="9787"/>
            <ac:cxnSpMk id="141" creationId="{BF8E3255-E438-EF91-7669-0E3038304F7A}"/>
          </ac:cxnSpMkLst>
        </pc:cxnChg>
        <pc:cxnChg chg="add del mod">
          <ac:chgData name="Macher, Andreas (DI FA CTR PLC PPM)" userId="f1dcac62-7bef-43eb-91f0-927336a1714f" providerId="ADAL" clId="{0ABF9F4E-FE31-462E-9EBD-A50A4418102D}" dt="2022-08-11T08:08:46.980" v="726" actId="478"/>
          <ac:cxnSpMkLst>
            <pc:docMk/>
            <pc:sldMk cId="1946256361" sldId="9787"/>
            <ac:cxnSpMk id="142" creationId="{4F4D3B75-65E2-67CF-CE71-65E18F9DC4E3}"/>
          </ac:cxnSpMkLst>
        </pc:cxnChg>
        <pc:cxnChg chg="add del mod">
          <ac:chgData name="Macher, Andreas (DI FA CTR PLC PPM)" userId="f1dcac62-7bef-43eb-91f0-927336a1714f" providerId="ADAL" clId="{0ABF9F4E-FE31-462E-9EBD-A50A4418102D}" dt="2022-08-11T08:08:49.142" v="727" actId="478"/>
          <ac:cxnSpMkLst>
            <pc:docMk/>
            <pc:sldMk cId="1946256361" sldId="9787"/>
            <ac:cxnSpMk id="143" creationId="{F7AC544E-CF66-8FB2-FD8A-5588C89F53F1}"/>
          </ac:cxnSpMkLst>
        </pc:cxnChg>
      </pc:sldChg>
      <pc:sldChg chg="addSp delSp modSp add mod">
        <pc:chgData name="Macher, Andreas (DI FA CTR PLC PPM)" userId="f1dcac62-7bef-43eb-91f0-927336a1714f" providerId="ADAL" clId="{0ABF9F4E-FE31-462E-9EBD-A50A4418102D}" dt="2022-08-11T10:03:02.620" v="2229" actId="478"/>
        <pc:sldMkLst>
          <pc:docMk/>
          <pc:sldMk cId="1825254082" sldId="9788"/>
        </pc:sldMkLst>
        <pc:spChg chg="mod">
          <ac:chgData name="Macher, Andreas (DI FA CTR PLC PPM)" userId="f1dcac62-7bef-43eb-91f0-927336a1714f" providerId="ADAL" clId="{0ABF9F4E-FE31-462E-9EBD-A50A4418102D}" dt="2022-08-11T09:55:50.576" v="2133" actId="207"/>
          <ac:spMkLst>
            <pc:docMk/>
            <pc:sldMk cId="1825254082" sldId="9788"/>
            <ac:spMk id="2" creationId="{54EDA1C3-1779-4464-9AE9-DF1453500F02}"/>
          </ac:spMkLst>
        </pc:spChg>
        <pc:spChg chg="add del mod">
          <ac:chgData name="Macher, Andreas (DI FA CTR PLC PPM)" userId="f1dcac62-7bef-43eb-91f0-927336a1714f" providerId="ADAL" clId="{0ABF9F4E-FE31-462E-9EBD-A50A4418102D}" dt="2022-08-11T08:57:30.164" v="1955" actId="478"/>
          <ac:spMkLst>
            <pc:docMk/>
            <pc:sldMk cId="1825254082" sldId="9788"/>
            <ac:spMk id="5" creationId="{3249D19C-CFD3-3554-6C0A-C3B7781121B5}"/>
          </ac:spMkLst>
        </pc:spChg>
        <pc:spChg chg="del">
          <ac:chgData name="Macher, Andreas (DI FA CTR PLC PPM)" userId="f1dcac62-7bef-43eb-91f0-927336a1714f" providerId="ADAL" clId="{0ABF9F4E-FE31-462E-9EBD-A50A4418102D}" dt="2022-08-11T08:50:59.865" v="1718" actId="478"/>
          <ac:spMkLst>
            <pc:docMk/>
            <pc:sldMk cId="1825254082" sldId="9788"/>
            <ac:spMk id="62" creationId="{8E1C71AA-F011-DF29-D4B4-8E3E91820E25}"/>
          </ac:spMkLst>
        </pc:spChg>
        <pc:spChg chg="add mod">
          <ac:chgData name="Macher, Andreas (DI FA CTR PLC PPM)" userId="f1dcac62-7bef-43eb-91f0-927336a1714f" providerId="ADAL" clId="{0ABF9F4E-FE31-462E-9EBD-A50A4418102D}" dt="2022-08-11T08:17:03.013" v="823"/>
          <ac:spMkLst>
            <pc:docMk/>
            <pc:sldMk cId="1825254082" sldId="9788"/>
            <ac:spMk id="64" creationId="{776FF64C-97C5-F376-B6B5-7A118BB5EF72}"/>
          </ac:spMkLst>
        </pc:spChg>
        <pc:spChg chg="mod">
          <ac:chgData name="Macher, Andreas (DI FA CTR PLC PPM)" userId="f1dcac62-7bef-43eb-91f0-927336a1714f" providerId="ADAL" clId="{0ABF9F4E-FE31-462E-9EBD-A50A4418102D}" dt="2022-08-11T08:28:12.755" v="1022" actId="1036"/>
          <ac:spMkLst>
            <pc:docMk/>
            <pc:sldMk cId="1825254082" sldId="9788"/>
            <ac:spMk id="67" creationId="{E2694F14-3D62-DD2E-38DF-2DD6BCAC498F}"/>
          </ac:spMkLst>
        </pc:spChg>
        <pc:spChg chg="mod">
          <ac:chgData name="Macher, Andreas (DI FA CTR PLC PPM)" userId="f1dcac62-7bef-43eb-91f0-927336a1714f" providerId="ADAL" clId="{0ABF9F4E-FE31-462E-9EBD-A50A4418102D}" dt="2022-08-11T08:28:12.755" v="1022" actId="1036"/>
          <ac:spMkLst>
            <pc:docMk/>
            <pc:sldMk cId="1825254082" sldId="9788"/>
            <ac:spMk id="68" creationId="{2474BCA3-2FB3-2ED2-DAF3-74B32DBF2CFA}"/>
          </ac:spMkLst>
        </pc:spChg>
        <pc:spChg chg="del">
          <ac:chgData name="Macher, Andreas (DI FA CTR PLC PPM)" userId="f1dcac62-7bef-43eb-91f0-927336a1714f" providerId="ADAL" clId="{0ABF9F4E-FE31-462E-9EBD-A50A4418102D}" dt="2022-08-11T08:17:02.680" v="822" actId="478"/>
          <ac:spMkLst>
            <pc:docMk/>
            <pc:sldMk cId="1825254082" sldId="9788"/>
            <ac:spMk id="69" creationId="{35C4419A-80F4-68E2-1924-CE3591225607}"/>
          </ac:spMkLst>
        </pc:spChg>
        <pc:spChg chg="mod">
          <ac:chgData name="Macher, Andreas (DI FA CTR PLC PPM)" userId="f1dcac62-7bef-43eb-91f0-927336a1714f" providerId="ADAL" clId="{0ABF9F4E-FE31-462E-9EBD-A50A4418102D}" dt="2022-08-11T10:01:32.208" v="2201"/>
          <ac:spMkLst>
            <pc:docMk/>
            <pc:sldMk cId="1825254082" sldId="9788"/>
            <ac:spMk id="70" creationId="{68457A7F-8E20-5BBD-D7B5-828FE8956A89}"/>
          </ac:spMkLst>
        </pc:spChg>
        <pc:spChg chg="mod">
          <ac:chgData name="Macher, Andreas (DI FA CTR PLC PPM)" userId="f1dcac62-7bef-43eb-91f0-927336a1714f" providerId="ADAL" clId="{0ABF9F4E-FE31-462E-9EBD-A50A4418102D}" dt="2022-08-11T08:28:12.755" v="1022" actId="1036"/>
          <ac:spMkLst>
            <pc:docMk/>
            <pc:sldMk cId="1825254082" sldId="9788"/>
            <ac:spMk id="73" creationId="{6DC1BB9F-FE06-AF7E-2D04-11F3E45AADC0}"/>
          </ac:spMkLst>
        </pc:spChg>
        <pc:spChg chg="mod">
          <ac:chgData name="Macher, Andreas (DI FA CTR PLC PPM)" userId="f1dcac62-7bef-43eb-91f0-927336a1714f" providerId="ADAL" clId="{0ABF9F4E-FE31-462E-9EBD-A50A4418102D}" dt="2022-08-11T08:28:12.755" v="1022" actId="1036"/>
          <ac:spMkLst>
            <pc:docMk/>
            <pc:sldMk cId="1825254082" sldId="9788"/>
            <ac:spMk id="74" creationId="{793A8D08-6240-5075-360A-5B15D1C6E1BE}"/>
          </ac:spMkLst>
        </pc:spChg>
        <pc:spChg chg="mod">
          <ac:chgData name="Macher, Andreas (DI FA CTR PLC PPM)" userId="f1dcac62-7bef-43eb-91f0-927336a1714f" providerId="ADAL" clId="{0ABF9F4E-FE31-462E-9EBD-A50A4418102D}" dt="2022-08-11T10:01:32.208" v="2201"/>
          <ac:spMkLst>
            <pc:docMk/>
            <pc:sldMk cId="1825254082" sldId="9788"/>
            <ac:spMk id="75" creationId="{0B96EBD6-D5F5-59B8-9641-D2B38C8274BF}"/>
          </ac:spMkLst>
        </pc:spChg>
        <pc:spChg chg="mod">
          <ac:chgData name="Macher, Andreas (DI FA CTR PLC PPM)" userId="f1dcac62-7bef-43eb-91f0-927336a1714f" providerId="ADAL" clId="{0ABF9F4E-FE31-462E-9EBD-A50A4418102D}" dt="2022-08-11T10:01:32.208" v="2201"/>
          <ac:spMkLst>
            <pc:docMk/>
            <pc:sldMk cId="1825254082" sldId="9788"/>
            <ac:spMk id="82" creationId="{768F5F0E-C63E-EB1F-519E-7FBB03BCC055}"/>
          </ac:spMkLst>
        </pc:spChg>
        <pc:spChg chg="mod">
          <ac:chgData name="Macher, Andreas (DI FA CTR PLC PPM)" userId="f1dcac62-7bef-43eb-91f0-927336a1714f" providerId="ADAL" clId="{0ABF9F4E-FE31-462E-9EBD-A50A4418102D}" dt="2022-08-11T10:02:31.337" v="2221" actId="20577"/>
          <ac:spMkLst>
            <pc:docMk/>
            <pc:sldMk cId="1825254082" sldId="9788"/>
            <ac:spMk id="83" creationId="{4D801829-ECF9-0769-8555-AB92A672BDD3}"/>
          </ac:spMkLst>
        </pc:spChg>
        <pc:spChg chg="mod">
          <ac:chgData name="Macher, Andreas (DI FA CTR PLC PPM)" userId="f1dcac62-7bef-43eb-91f0-927336a1714f" providerId="ADAL" clId="{0ABF9F4E-FE31-462E-9EBD-A50A4418102D}" dt="2022-08-11T10:01:32.208" v="2201"/>
          <ac:spMkLst>
            <pc:docMk/>
            <pc:sldMk cId="1825254082" sldId="9788"/>
            <ac:spMk id="84" creationId="{6F38311D-9B8B-F0EE-DA71-C503991F7E43}"/>
          </ac:spMkLst>
        </pc:spChg>
        <pc:spChg chg="mod">
          <ac:chgData name="Macher, Andreas (DI FA CTR PLC PPM)" userId="f1dcac62-7bef-43eb-91f0-927336a1714f" providerId="ADAL" clId="{0ABF9F4E-FE31-462E-9EBD-A50A4418102D}" dt="2022-08-11T10:01:32.208" v="2201"/>
          <ac:spMkLst>
            <pc:docMk/>
            <pc:sldMk cId="1825254082" sldId="9788"/>
            <ac:spMk id="86" creationId="{F1C4C80C-1FA5-D3E9-E720-FDC8A7CDD4A4}"/>
          </ac:spMkLst>
        </pc:spChg>
        <pc:spChg chg="mod">
          <ac:chgData name="Macher, Andreas (DI FA CTR PLC PPM)" userId="f1dcac62-7bef-43eb-91f0-927336a1714f" providerId="ADAL" clId="{0ABF9F4E-FE31-462E-9EBD-A50A4418102D}" dt="2022-08-11T08:28:12.755" v="1022" actId="1036"/>
          <ac:spMkLst>
            <pc:docMk/>
            <pc:sldMk cId="1825254082" sldId="9788"/>
            <ac:spMk id="89" creationId="{529FF938-D6DF-5464-6D5F-23C262296AB0}"/>
          </ac:spMkLst>
        </pc:spChg>
        <pc:spChg chg="mod">
          <ac:chgData name="Macher, Andreas (DI FA CTR PLC PPM)" userId="f1dcac62-7bef-43eb-91f0-927336a1714f" providerId="ADAL" clId="{0ABF9F4E-FE31-462E-9EBD-A50A4418102D}" dt="2022-08-11T10:01:32.208" v="2201"/>
          <ac:spMkLst>
            <pc:docMk/>
            <pc:sldMk cId="1825254082" sldId="9788"/>
            <ac:spMk id="93" creationId="{A315FD56-9C4A-A59E-2A09-D26E049938CF}"/>
          </ac:spMkLst>
        </pc:spChg>
        <pc:spChg chg="mod">
          <ac:chgData name="Macher, Andreas (DI FA CTR PLC PPM)" userId="f1dcac62-7bef-43eb-91f0-927336a1714f" providerId="ADAL" clId="{0ABF9F4E-FE31-462E-9EBD-A50A4418102D}" dt="2022-08-11T08:28:12.755" v="1022" actId="1036"/>
          <ac:spMkLst>
            <pc:docMk/>
            <pc:sldMk cId="1825254082" sldId="9788"/>
            <ac:spMk id="96" creationId="{1BC2DF1A-73F6-B55E-9DC6-655C32A60BBF}"/>
          </ac:spMkLst>
        </pc:spChg>
        <pc:spChg chg="mod">
          <ac:chgData name="Macher, Andreas (DI FA CTR PLC PPM)" userId="f1dcac62-7bef-43eb-91f0-927336a1714f" providerId="ADAL" clId="{0ABF9F4E-FE31-462E-9EBD-A50A4418102D}" dt="2022-08-11T08:28:12.755" v="1022" actId="1036"/>
          <ac:spMkLst>
            <pc:docMk/>
            <pc:sldMk cId="1825254082" sldId="9788"/>
            <ac:spMk id="97" creationId="{7A176ED4-455D-C21B-6FA8-62986FBE02A7}"/>
          </ac:spMkLst>
        </pc:spChg>
        <pc:spChg chg="mod">
          <ac:chgData name="Macher, Andreas (DI FA CTR PLC PPM)" userId="f1dcac62-7bef-43eb-91f0-927336a1714f" providerId="ADAL" clId="{0ABF9F4E-FE31-462E-9EBD-A50A4418102D}" dt="2022-08-11T08:28:12.755" v="1022" actId="1036"/>
          <ac:spMkLst>
            <pc:docMk/>
            <pc:sldMk cId="1825254082" sldId="9788"/>
            <ac:spMk id="100" creationId="{A95F945B-E552-BF74-341D-246D63B9FE3D}"/>
          </ac:spMkLst>
        </pc:spChg>
        <pc:spChg chg="mod">
          <ac:chgData name="Macher, Andreas (DI FA CTR PLC PPM)" userId="f1dcac62-7bef-43eb-91f0-927336a1714f" providerId="ADAL" clId="{0ABF9F4E-FE31-462E-9EBD-A50A4418102D}" dt="2022-08-11T08:28:12.755" v="1022" actId="1036"/>
          <ac:spMkLst>
            <pc:docMk/>
            <pc:sldMk cId="1825254082" sldId="9788"/>
            <ac:spMk id="101" creationId="{24095A5C-02B5-867F-F6B1-E9F89C1AD575}"/>
          </ac:spMkLst>
        </pc:spChg>
        <pc:spChg chg="mod">
          <ac:chgData name="Macher, Andreas (DI FA CTR PLC PPM)" userId="f1dcac62-7bef-43eb-91f0-927336a1714f" providerId="ADAL" clId="{0ABF9F4E-FE31-462E-9EBD-A50A4418102D}" dt="2022-08-11T10:02:49.467" v="2225"/>
          <ac:spMkLst>
            <pc:docMk/>
            <pc:sldMk cId="1825254082" sldId="9788"/>
            <ac:spMk id="103" creationId="{7E4BFCFF-BA3D-713B-835A-1EFCFC32DCD4}"/>
          </ac:spMkLst>
        </pc:spChg>
        <pc:spChg chg="mod">
          <ac:chgData name="Macher, Andreas (DI FA CTR PLC PPM)" userId="f1dcac62-7bef-43eb-91f0-927336a1714f" providerId="ADAL" clId="{0ABF9F4E-FE31-462E-9EBD-A50A4418102D}" dt="2022-08-11T10:02:49.467" v="2225"/>
          <ac:spMkLst>
            <pc:docMk/>
            <pc:sldMk cId="1825254082" sldId="9788"/>
            <ac:spMk id="104" creationId="{A215D8E3-1211-5583-DD64-D60E3AB6E0EA}"/>
          </ac:spMkLst>
        </pc:spChg>
        <pc:spChg chg="mod">
          <ac:chgData name="Macher, Andreas (DI FA CTR PLC PPM)" userId="f1dcac62-7bef-43eb-91f0-927336a1714f" providerId="ADAL" clId="{0ABF9F4E-FE31-462E-9EBD-A50A4418102D}" dt="2022-08-11T10:02:27.746" v="2219" actId="20577"/>
          <ac:spMkLst>
            <pc:docMk/>
            <pc:sldMk cId="1825254082" sldId="9788"/>
            <ac:spMk id="109" creationId="{B1324DD7-95DA-4959-A36C-1E18C3FF040F}"/>
          </ac:spMkLst>
        </pc:spChg>
        <pc:spChg chg="mod">
          <ac:chgData name="Macher, Andreas (DI FA CTR PLC PPM)" userId="f1dcac62-7bef-43eb-91f0-927336a1714f" providerId="ADAL" clId="{0ABF9F4E-FE31-462E-9EBD-A50A4418102D}" dt="2022-08-11T10:02:54.462" v="2227"/>
          <ac:spMkLst>
            <pc:docMk/>
            <pc:sldMk cId="1825254082" sldId="9788"/>
            <ac:spMk id="112" creationId="{AC7EE740-DBEE-1AD3-4356-A7A9180F0DAE}"/>
          </ac:spMkLst>
        </pc:spChg>
        <pc:spChg chg="mod">
          <ac:chgData name="Macher, Andreas (DI FA CTR PLC PPM)" userId="f1dcac62-7bef-43eb-91f0-927336a1714f" providerId="ADAL" clId="{0ABF9F4E-FE31-462E-9EBD-A50A4418102D}" dt="2022-08-11T10:02:54.462" v="2227"/>
          <ac:spMkLst>
            <pc:docMk/>
            <pc:sldMk cId="1825254082" sldId="9788"/>
            <ac:spMk id="113" creationId="{88E09942-FB39-604E-B8F9-2BA17EF4BD49}"/>
          </ac:spMkLst>
        </pc:spChg>
        <pc:spChg chg="mod">
          <ac:chgData name="Macher, Andreas (DI FA CTR PLC PPM)" userId="f1dcac62-7bef-43eb-91f0-927336a1714f" providerId="ADAL" clId="{0ABF9F4E-FE31-462E-9EBD-A50A4418102D}" dt="2022-08-11T08:28:12.755" v="1022" actId="1036"/>
          <ac:spMkLst>
            <pc:docMk/>
            <pc:sldMk cId="1825254082" sldId="9788"/>
            <ac:spMk id="139" creationId="{76DCD94E-4D69-678C-3D48-4587638ABE32}"/>
          </ac:spMkLst>
        </pc:spChg>
        <pc:spChg chg="mod">
          <ac:chgData name="Macher, Andreas (DI FA CTR PLC PPM)" userId="f1dcac62-7bef-43eb-91f0-927336a1714f" providerId="ADAL" clId="{0ABF9F4E-FE31-462E-9EBD-A50A4418102D}" dt="2022-08-11T08:28:12.755" v="1022" actId="1036"/>
          <ac:spMkLst>
            <pc:docMk/>
            <pc:sldMk cId="1825254082" sldId="9788"/>
            <ac:spMk id="144" creationId="{AFEBA4D3-8FA1-5193-4C11-78E70C93356F}"/>
          </ac:spMkLst>
        </pc:spChg>
        <pc:spChg chg="mod">
          <ac:chgData name="Macher, Andreas (DI FA CTR PLC PPM)" userId="f1dcac62-7bef-43eb-91f0-927336a1714f" providerId="ADAL" clId="{0ABF9F4E-FE31-462E-9EBD-A50A4418102D}" dt="2022-08-11T08:28:12.755" v="1022" actId="1036"/>
          <ac:spMkLst>
            <pc:docMk/>
            <pc:sldMk cId="1825254082" sldId="9788"/>
            <ac:spMk id="145" creationId="{1103B914-EAB6-A3C3-71E3-F4BC851862A3}"/>
          </ac:spMkLst>
        </pc:spChg>
        <pc:spChg chg="mod">
          <ac:chgData name="Macher, Andreas (DI FA CTR PLC PPM)" userId="f1dcac62-7bef-43eb-91f0-927336a1714f" providerId="ADAL" clId="{0ABF9F4E-FE31-462E-9EBD-A50A4418102D}" dt="2022-08-11T08:28:12.755" v="1022" actId="1036"/>
          <ac:spMkLst>
            <pc:docMk/>
            <pc:sldMk cId="1825254082" sldId="9788"/>
            <ac:spMk id="148" creationId="{FFD00B12-AEFA-636E-7B64-2958C7F5FE11}"/>
          </ac:spMkLst>
        </pc:spChg>
        <pc:spChg chg="mod">
          <ac:chgData name="Macher, Andreas (DI FA CTR PLC PPM)" userId="f1dcac62-7bef-43eb-91f0-927336a1714f" providerId="ADAL" clId="{0ABF9F4E-FE31-462E-9EBD-A50A4418102D}" dt="2022-08-11T08:28:12.755" v="1022" actId="1036"/>
          <ac:spMkLst>
            <pc:docMk/>
            <pc:sldMk cId="1825254082" sldId="9788"/>
            <ac:spMk id="149" creationId="{A3DD5A6C-2D32-9A8A-3D2A-46F25B402E3B}"/>
          </ac:spMkLst>
        </pc:spChg>
        <pc:spChg chg="mod">
          <ac:chgData name="Macher, Andreas (DI FA CTR PLC PPM)" userId="f1dcac62-7bef-43eb-91f0-927336a1714f" providerId="ADAL" clId="{0ABF9F4E-FE31-462E-9EBD-A50A4418102D}" dt="2022-08-11T10:02:34.445" v="2223" actId="20577"/>
          <ac:spMkLst>
            <pc:docMk/>
            <pc:sldMk cId="1825254082" sldId="9788"/>
            <ac:spMk id="153" creationId="{EF49094F-2E01-F973-22E8-BFC93B70CB6C}"/>
          </ac:spMkLst>
        </pc:spChg>
        <pc:spChg chg="mod">
          <ac:chgData name="Macher, Andreas (DI FA CTR PLC PPM)" userId="f1dcac62-7bef-43eb-91f0-927336a1714f" providerId="ADAL" clId="{0ABF9F4E-FE31-462E-9EBD-A50A4418102D}" dt="2022-08-11T08:28:12.755" v="1022" actId="1036"/>
          <ac:spMkLst>
            <pc:docMk/>
            <pc:sldMk cId="1825254082" sldId="9788"/>
            <ac:spMk id="156" creationId="{FE99A5BB-3ED4-4267-FA6C-D9D30F821DEA}"/>
          </ac:spMkLst>
        </pc:spChg>
        <pc:spChg chg="add mod">
          <ac:chgData name="Macher, Andreas (DI FA CTR PLC PPM)" userId="f1dcac62-7bef-43eb-91f0-927336a1714f" providerId="ADAL" clId="{0ABF9F4E-FE31-462E-9EBD-A50A4418102D}" dt="2022-08-11T08:50:53.934" v="1717" actId="1038"/>
          <ac:spMkLst>
            <pc:docMk/>
            <pc:sldMk cId="1825254082" sldId="9788"/>
            <ac:spMk id="162" creationId="{2B576544-75AF-E5E4-FF00-3506B1923C20}"/>
          </ac:spMkLst>
        </pc:spChg>
        <pc:spChg chg="add mod">
          <ac:chgData name="Macher, Andreas (DI FA CTR PLC PPM)" userId="f1dcac62-7bef-43eb-91f0-927336a1714f" providerId="ADAL" clId="{0ABF9F4E-FE31-462E-9EBD-A50A4418102D}" dt="2022-08-11T08:50:47.889" v="1714" actId="1038"/>
          <ac:spMkLst>
            <pc:docMk/>
            <pc:sldMk cId="1825254082" sldId="9788"/>
            <ac:spMk id="163" creationId="{67A16E25-AD1B-A489-13AA-EE79261B1A5E}"/>
          </ac:spMkLst>
        </pc:spChg>
        <pc:grpChg chg="del">
          <ac:chgData name="Macher, Andreas (DI FA CTR PLC PPM)" userId="f1dcac62-7bef-43eb-91f0-927336a1714f" providerId="ADAL" clId="{0ABF9F4E-FE31-462E-9EBD-A50A4418102D}" dt="2022-08-11T08:17:48.291" v="833" actId="478"/>
          <ac:grpSpMkLst>
            <pc:docMk/>
            <pc:sldMk cId="1825254082" sldId="9788"/>
            <ac:grpSpMk id="4" creationId="{D0048882-1C5E-91AA-40F2-9A994B5F322B}"/>
          </ac:grpSpMkLst>
        </pc:grpChg>
        <pc:grpChg chg="add mod">
          <ac:chgData name="Macher, Andreas (DI FA CTR PLC PPM)" userId="f1dcac62-7bef-43eb-91f0-927336a1714f" providerId="ADAL" clId="{0ABF9F4E-FE31-462E-9EBD-A50A4418102D}" dt="2022-08-11T08:28:12.755" v="1022" actId="1036"/>
          <ac:grpSpMkLst>
            <pc:docMk/>
            <pc:sldMk cId="1825254082" sldId="9788"/>
            <ac:grpSpMk id="65" creationId="{E6F8667E-1DA0-CB17-F724-636C6C234900}"/>
          </ac:grpSpMkLst>
        </pc:grpChg>
        <pc:grpChg chg="add del mod">
          <ac:chgData name="Macher, Andreas (DI FA CTR PLC PPM)" userId="f1dcac62-7bef-43eb-91f0-927336a1714f" providerId="ADAL" clId="{0ABF9F4E-FE31-462E-9EBD-A50A4418102D}" dt="2022-08-11T10:03:02.620" v="2229" actId="478"/>
          <ac:grpSpMkLst>
            <pc:docMk/>
            <pc:sldMk cId="1825254082" sldId="9788"/>
            <ac:grpSpMk id="69" creationId="{4CAD8AA3-F714-FFFA-88E0-AAF08FF039BF}"/>
          </ac:grpSpMkLst>
        </pc:grpChg>
        <pc:grpChg chg="add mod">
          <ac:chgData name="Macher, Andreas (DI FA CTR PLC PPM)" userId="f1dcac62-7bef-43eb-91f0-927336a1714f" providerId="ADAL" clId="{0ABF9F4E-FE31-462E-9EBD-A50A4418102D}" dt="2022-08-11T10:02:40.538" v="2224" actId="1076"/>
          <ac:grpSpMkLst>
            <pc:docMk/>
            <pc:sldMk cId="1825254082" sldId="9788"/>
            <ac:grpSpMk id="77" creationId="{6FA47630-9F18-D359-D59F-899288954E0F}"/>
          </ac:grpSpMkLst>
        </pc:grpChg>
        <pc:grpChg chg="del">
          <ac:chgData name="Macher, Andreas (DI FA CTR PLC PPM)" userId="f1dcac62-7bef-43eb-91f0-927336a1714f" providerId="ADAL" clId="{0ABF9F4E-FE31-462E-9EBD-A50A4418102D}" dt="2022-08-11T08:17:48.291" v="833" actId="478"/>
          <ac:grpSpMkLst>
            <pc:docMk/>
            <pc:sldMk cId="1825254082" sldId="9788"/>
            <ac:grpSpMk id="82" creationId="{77D49F53-7F50-5F8F-535A-A76263DAA5D9}"/>
          </ac:grpSpMkLst>
        </pc:grpChg>
        <pc:grpChg chg="add del mod">
          <ac:chgData name="Macher, Andreas (DI FA CTR PLC PPM)" userId="f1dcac62-7bef-43eb-91f0-927336a1714f" providerId="ADAL" clId="{0ABF9F4E-FE31-462E-9EBD-A50A4418102D}" dt="2022-08-11T10:03:02.620" v="2229" actId="478"/>
          <ac:grpSpMkLst>
            <pc:docMk/>
            <pc:sldMk cId="1825254082" sldId="9788"/>
            <ac:grpSpMk id="85" creationId="{FC65FD02-AAD1-2463-C607-244B6ADB46B9}"/>
          </ac:grpSpMkLst>
        </pc:grpChg>
        <pc:grpChg chg="mod">
          <ac:chgData name="Macher, Andreas (DI FA CTR PLC PPM)" userId="f1dcac62-7bef-43eb-91f0-927336a1714f" providerId="ADAL" clId="{0ABF9F4E-FE31-462E-9EBD-A50A4418102D}" dt="2022-08-11T08:28:12.755" v="1022" actId="1036"/>
          <ac:grpSpMkLst>
            <pc:docMk/>
            <pc:sldMk cId="1825254082" sldId="9788"/>
            <ac:grpSpMk id="87" creationId="{0484A2A3-1D3D-54F7-10C9-6C815AB780B6}"/>
          </ac:grpSpMkLst>
        </pc:grpChg>
        <pc:grpChg chg="add mod">
          <ac:chgData name="Macher, Andreas (DI FA CTR PLC PPM)" userId="f1dcac62-7bef-43eb-91f0-927336a1714f" providerId="ADAL" clId="{0ABF9F4E-FE31-462E-9EBD-A50A4418102D}" dt="2022-08-11T10:02:53.476" v="2226" actId="1076"/>
          <ac:grpSpMkLst>
            <pc:docMk/>
            <pc:sldMk cId="1825254082" sldId="9788"/>
            <ac:grpSpMk id="94" creationId="{CE32B1AA-8802-F25E-DD42-893EF9A868B5}"/>
          </ac:grpSpMkLst>
        </pc:grpChg>
        <pc:grpChg chg="add mod">
          <ac:chgData name="Macher, Andreas (DI FA CTR PLC PPM)" userId="f1dcac62-7bef-43eb-91f0-927336a1714f" providerId="ADAL" clId="{0ABF9F4E-FE31-462E-9EBD-A50A4418102D}" dt="2022-08-11T08:28:12.755" v="1022" actId="1036"/>
          <ac:grpSpMkLst>
            <pc:docMk/>
            <pc:sldMk cId="1825254082" sldId="9788"/>
            <ac:grpSpMk id="95" creationId="{84E1199A-691B-4CED-601F-3DAB3F619231}"/>
          </ac:grpSpMkLst>
        </pc:grpChg>
        <pc:grpChg chg="add mod">
          <ac:chgData name="Macher, Andreas (DI FA CTR PLC PPM)" userId="f1dcac62-7bef-43eb-91f0-927336a1714f" providerId="ADAL" clId="{0ABF9F4E-FE31-462E-9EBD-A50A4418102D}" dt="2022-08-11T10:02:58.617" v="2228" actId="1076"/>
          <ac:grpSpMkLst>
            <pc:docMk/>
            <pc:sldMk cId="1825254082" sldId="9788"/>
            <ac:grpSpMk id="105" creationId="{2481B40C-D41E-F656-A115-29918E50E148}"/>
          </ac:grpSpMkLst>
        </pc:grpChg>
        <pc:grpChg chg="mod">
          <ac:chgData name="Macher, Andreas (DI FA CTR PLC PPM)" userId="f1dcac62-7bef-43eb-91f0-927336a1714f" providerId="ADAL" clId="{0ABF9F4E-FE31-462E-9EBD-A50A4418102D}" dt="2022-08-11T08:28:12.755" v="1022" actId="1036"/>
          <ac:grpSpMkLst>
            <pc:docMk/>
            <pc:sldMk cId="1825254082" sldId="9788"/>
            <ac:grpSpMk id="110" creationId="{BE3D1F78-AC04-636D-C751-B7DDD3C57B90}"/>
          </ac:grpSpMkLst>
        </pc:grpChg>
        <pc:grpChg chg="del">
          <ac:chgData name="Macher, Andreas (DI FA CTR PLC PPM)" userId="f1dcac62-7bef-43eb-91f0-927336a1714f" providerId="ADAL" clId="{0ABF9F4E-FE31-462E-9EBD-A50A4418102D}" dt="2022-08-11T08:17:48.291" v="833" actId="478"/>
          <ac:grpSpMkLst>
            <pc:docMk/>
            <pc:sldMk cId="1825254082" sldId="9788"/>
            <ac:grpSpMk id="121" creationId="{9449062F-27D8-E4A9-E914-DBA03BF8F8EF}"/>
          </ac:grpSpMkLst>
        </pc:grpChg>
        <pc:grpChg chg="add mod">
          <ac:chgData name="Macher, Andreas (DI FA CTR PLC PPM)" userId="f1dcac62-7bef-43eb-91f0-927336a1714f" providerId="ADAL" clId="{0ABF9F4E-FE31-462E-9EBD-A50A4418102D}" dt="2022-08-11T08:28:12.755" v="1022" actId="1036"/>
          <ac:grpSpMkLst>
            <pc:docMk/>
            <pc:sldMk cId="1825254082" sldId="9788"/>
            <ac:grpSpMk id="143" creationId="{83A7293E-892E-3678-9138-F07F797564A5}"/>
          </ac:grpSpMkLst>
        </pc:grpChg>
        <pc:grpChg chg="mod">
          <ac:chgData name="Macher, Andreas (DI FA CTR PLC PPM)" userId="f1dcac62-7bef-43eb-91f0-927336a1714f" providerId="ADAL" clId="{0ABF9F4E-FE31-462E-9EBD-A50A4418102D}" dt="2022-08-11T08:28:12.755" v="1022" actId="1036"/>
          <ac:grpSpMkLst>
            <pc:docMk/>
            <pc:sldMk cId="1825254082" sldId="9788"/>
            <ac:grpSpMk id="154" creationId="{04025590-2971-FB98-A30F-FA847716B037}"/>
          </ac:grpSpMkLst>
        </pc:grpChg>
        <pc:graphicFrameChg chg="mod modGraphic">
          <ac:chgData name="Macher, Andreas (DI FA CTR PLC PPM)" userId="f1dcac62-7bef-43eb-91f0-927336a1714f" providerId="ADAL" clId="{0ABF9F4E-FE31-462E-9EBD-A50A4418102D}" dt="2022-08-11T08:34:28.071" v="1388" actId="20577"/>
          <ac:graphicFrameMkLst>
            <pc:docMk/>
            <pc:sldMk cId="1825254082" sldId="9788"/>
            <ac:graphicFrameMk id="43" creationId="{A5482973-ED17-48DF-A2DD-67D2566F6DCD}"/>
          </ac:graphicFrameMkLst>
        </pc:graphicFrameChg>
        <pc:picChg chg="mod">
          <ac:chgData name="Macher, Andreas (DI FA CTR PLC PPM)" userId="f1dcac62-7bef-43eb-91f0-927336a1714f" providerId="ADAL" clId="{0ABF9F4E-FE31-462E-9EBD-A50A4418102D}" dt="2022-08-11T08:28:12.755" v="1022" actId="1036"/>
          <ac:picMkLst>
            <pc:docMk/>
            <pc:sldMk cId="1825254082" sldId="9788"/>
            <ac:picMk id="71" creationId="{DF5FA08A-ED64-0597-0F9C-B941826DC2C4}"/>
          </ac:picMkLst>
        </pc:picChg>
        <pc:picChg chg="mod">
          <ac:chgData name="Macher, Andreas (DI FA CTR PLC PPM)" userId="f1dcac62-7bef-43eb-91f0-927336a1714f" providerId="ADAL" clId="{0ABF9F4E-FE31-462E-9EBD-A50A4418102D}" dt="2022-08-11T08:28:12.755" v="1022" actId="1036"/>
          <ac:picMkLst>
            <pc:docMk/>
            <pc:sldMk cId="1825254082" sldId="9788"/>
            <ac:picMk id="72" creationId="{986B878D-72B5-D150-374C-771C2CC8204E}"/>
          </ac:picMkLst>
        </pc:picChg>
        <pc:picChg chg="mod">
          <ac:chgData name="Macher, Andreas (DI FA CTR PLC PPM)" userId="f1dcac62-7bef-43eb-91f0-927336a1714f" providerId="ADAL" clId="{0ABF9F4E-FE31-462E-9EBD-A50A4418102D}" dt="2022-08-11T08:28:12.755" v="1022" actId="1036"/>
          <ac:picMkLst>
            <pc:docMk/>
            <pc:sldMk cId="1825254082" sldId="9788"/>
            <ac:picMk id="76" creationId="{51462B55-F334-06E2-FA3A-7799CCB3A1A5}"/>
          </ac:picMkLst>
        </pc:picChg>
        <pc:picChg chg="mod">
          <ac:chgData name="Macher, Andreas (DI FA CTR PLC PPM)" userId="f1dcac62-7bef-43eb-91f0-927336a1714f" providerId="ADAL" clId="{0ABF9F4E-FE31-462E-9EBD-A50A4418102D}" dt="2022-08-11T08:28:12.755" v="1022" actId="1036"/>
          <ac:picMkLst>
            <pc:docMk/>
            <pc:sldMk cId="1825254082" sldId="9788"/>
            <ac:picMk id="80" creationId="{51937D6E-8BDA-DB80-4F74-198BCF5B4F89}"/>
          </ac:picMkLst>
        </pc:picChg>
        <pc:picChg chg="mod">
          <ac:chgData name="Macher, Andreas (DI FA CTR PLC PPM)" userId="f1dcac62-7bef-43eb-91f0-927336a1714f" providerId="ADAL" clId="{0ABF9F4E-FE31-462E-9EBD-A50A4418102D}" dt="2022-08-11T08:28:12.755" v="1022" actId="1036"/>
          <ac:picMkLst>
            <pc:docMk/>
            <pc:sldMk cId="1825254082" sldId="9788"/>
            <ac:picMk id="81" creationId="{D64F1823-87A4-16EB-1C70-DE8768E56CA1}"/>
          </ac:picMkLst>
        </pc:picChg>
        <pc:picChg chg="mod">
          <ac:chgData name="Macher, Andreas (DI FA CTR PLC PPM)" userId="f1dcac62-7bef-43eb-91f0-927336a1714f" providerId="ADAL" clId="{0ABF9F4E-FE31-462E-9EBD-A50A4418102D}" dt="2022-08-11T08:28:12.755" v="1022" actId="1036"/>
          <ac:picMkLst>
            <pc:docMk/>
            <pc:sldMk cId="1825254082" sldId="9788"/>
            <ac:picMk id="98" creationId="{02AA3482-A2AE-C2DE-75CB-26D77DA8D432}"/>
          </ac:picMkLst>
        </pc:picChg>
        <pc:picChg chg="mod">
          <ac:chgData name="Macher, Andreas (DI FA CTR PLC PPM)" userId="f1dcac62-7bef-43eb-91f0-927336a1714f" providerId="ADAL" clId="{0ABF9F4E-FE31-462E-9EBD-A50A4418102D}" dt="2022-08-11T08:28:12.755" v="1022" actId="1036"/>
          <ac:picMkLst>
            <pc:docMk/>
            <pc:sldMk cId="1825254082" sldId="9788"/>
            <ac:picMk id="99" creationId="{E3A15AE9-4FC1-501C-08F8-38A0920E6D74}"/>
          </ac:picMkLst>
        </pc:picChg>
        <pc:picChg chg="mod">
          <ac:chgData name="Macher, Andreas (DI FA CTR PLC PPM)" userId="f1dcac62-7bef-43eb-91f0-927336a1714f" providerId="ADAL" clId="{0ABF9F4E-FE31-462E-9EBD-A50A4418102D}" dt="2022-08-11T08:28:12.755" v="1022" actId="1036"/>
          <ac:picMkLst>
            <pc:docMk/>
            <pc:sldMk cId="1825254082" sldId="9788"/>
            <ac:picMk id="102" creationId="{C529FACD-B06C-A1AD-1044-02B5FBD56EC4}"/>
          </ac:picMkLst>
        </pc:picChg>
        <pc:picChg chg="mod">
          <ac:chgData name="Macher, Andreas (DI FA CTR PLC PPM)" userId="f1dcac62-7bef-43eb-91f0-927336a1714f" providerId="ADAL" clId="{0ABF9F4E-FE31-462E-9EBD-A50A4418102D}" dt="2022-08-11T08:28:12.755" v="1022" actId="1036"/>
          <ac:picMkLst>
            <pc:docMk/>
            <pc:sldMk cId="1825254082" sldId="9788"/>
            <ac:picMk id="106" creationId="{F3354ACA-B487-5107-F4CD-0DF3B57F350D}"/>
          </ac:picMkLst>
        </pc:picChg>
        <pc:picChg chg="mod">
          <ac:chgData name="Macher, Andreas (DI FA CTR PLC PPM)" userId="f1dcac62-7bef-43eb-91f0-927336a1714f" providerId="ADAL" clId="{0ABF9F4E-FE31-462E-9EBD-A50A4418102D}" dt="2022-08-11T08:28:12.755" v="1022" actId="1036"/>
          <ac:picMkLst>
            <pc:docMk/>
            <pc:sldMk cId="1825254082" sldId="9788"/>
            <ac:picMk id="107" creationId="{5ECBCC2B-FAC1-1C47-8D8B-8AD30F28DD87}"/>
          </ac:picMkLst>
        </pc:picChg>
        <pc:picChg chg="mod">
          <ac:chgData name="Macher, Andreas (DI FA CTR PLC PPM)" userId="f1dcac62-7bef-43eb-91f0-927336a1714f" providerId="ADAL" clId="{0ABF9F4E-FE31-462E-9EBD-A50A4418102D}" dt="2022-08-11T08:28:12.755" v="1022" actId="1036"/>
          <ac:picMkLst>
            <pc:docMk/>
            <pc:sldMk cId="1825254082" sldId="9788"/>
            <ac:picMk id="108" creationId="{AD5ECF7C-1D4D-A30E-D7F6-3EAB2B49B3BF}"/>
          </ac:picMkLst>
        </pc:picChg>
        <pc:picChg chg="mod">
          <ac:chgData name="Macher, Andreas (DI FA CTR PLC PPM)" userId="f1dcac62-7bef-43eb-91f0-927336a1714f" providerId="ADAL" clId="{0ABF9F4E-FE31-462E-9EBD-A50A4418102D}" dt="2022-08-11T08:28:12.755" v="1022" actId="1036"/>
          <ac:picMkLst>
            <pc:docMk/>
            <pc:sldMk cId="1825254082" sldId="9788"/>
            <ac:picMk id="146" creationId="{72295EAF-7047-6435-9952-04A2A26202EE}"/>
          </ac:picMkLst>
        </pc:picChg>
        <pc:picChg chg="mod">
          <ac:chgData name="Macher, Andreas (DI FA CTR PLC PPM)" userId="f1dcac62-7bef-43eb-91f0-927336a1714f" providerId="ADAL" clId="{0ABF9F4E-FE31-462E-9EBD-A50A4418102D}" dt="2022-08-11T08:28:12.755" v="1022" actId="1036"/>
          <ac:picMkLst>
            <pc:docMk/>
            <pc:sldMk cId="1825254082" sldId="9788"/>
            <ac:picMk id="147" creationId="{F28ED186-1235-29E7-5E1F-52D919C0CC1B}"/>
          </ac:picMkLst>
        </pc:picChg>
        <pc:picChg chg="mod">
          <ac:chgData name="Macher, Andreas (DI FA CTR PLC PPM)" userId="f1dcac62-7bef-43eb-91f0-927336a1714f" providerId="ADAL" clId="{0ABF9F4E-FE31-462E-9EBD-A50A4418102D}" dt="2022-08-11T08:28:12.755" v="1022" actId="1036"/>
          <ac:picMkLst>
            <pc:docMk/>
            <pc:sldMk cId="1825254082" sldId="9788"/>
            <ac:picMk id="150" creationId="{F9B43183-EE94-5D21-F8C5-1991D58ED3FA}"/>
          </ac:picMkLst>
        </pc:picChg>
        <pc:picChg chg="mod">
          <ac:chgData name="Macher, Andreas (DI FA CTR PLC PPM)" userId="f1dcac62-7bef-43eb-91f0-927336a1714f" providerId="ADAL" clId="{0ABF9F4E-FE31-462E-9EBD-A50A4418102D}" dt="2022-08-11T08:28:12.755" v="1022" actId="1036"/>
          <ac:picMkLst>
            <pc:docMk/>
            <pc:sldMk cId="1825254082" sldId="9788"/>
            <ac:picMk id="151" creationId="{E0353352-C7AB-9D41-0DC6-4F3C8F1AD5B0}"/>
          </ac:picMkLst>
        </pc:picChg>
        <pc:picChg chg="mod">
          <ac:chgData name="Macher, Andreas (DI FA CTR PLC PPM)" userId="f1dcac62-7bef-43eb-91f0-927336a1714f" providerId="ADAL" clId="{0ABF9F4E-FE31-462E-9EBD-A50A4418102D}" dt="2022-08-11T08:28:12.755" v="1022" actId="1036"/>
          <ac:picMkLst>
            <pc:docMk/>
            <pc:sldMk cId="1825254082" sldId="9788"/>
            <ac:picMk id="152" creationId="{730AF2F3-CD33-8DF3-128C-BE690F940BDD}"/>
          </ac:picMkLst>
        </pc:picChg>
        <pc:cxnChg chg="mod">
          <ac:chgData name="Macher, Andreas (DI FA CTR PLC PPM)" userId="f1dcac62-7bef-43eb-91f0-927336a1714f" providerId="ADAL" clId="{0ABF9F4E-FE31-462E-9EBD-A50A4418102D}" dt="2022-08-11T08:28:12.755" v="1022" actId="1036"/>
          <ac:cxnSpMkLst>
            <pc:docMk/>
            <pc:sldMk cId="1825254082" sldId="9788"/>
            <ac:cxnSpMk id="88" creationId="{389DB506-3210-F487-EEB2-5CD38E577074}"/>
          </ac:cxnSpMkLst>
        </pc:cxnChg>
        <pc:cxnChg chg="mod">
          <ac:chgData name="Macher, Andreas (DI FA CTR PLC PPM)" userId="f1dcac62-7bef-43eb-91f0-927336a1714f" providerId="ADAL" clId="{0ABF9F4E-FE31-462E-9EBD-A50A4418102D}" dt="2022-08-11T08:28:12.755" v="1022" actId="1036"/>
          <ac:cxnSpMkLst>
            <pc:docMk/>
            <pc:sldMk cId="1825254082" sldId="9788"/>
            <ac:cxnSpMk id="90" creationId="{BAE6B53C-C4D5-94EB-E00B-D6BCA5B0A224}"/>
          </ac:cxnSpMkLst>
        </pc:cxnChg>
        <pc:cxnChg chg="mod">
          <ac:chgData name="Macher, Andreas (DI FA CTR PLC PPM)" userId="f1dcac62-7bef-43eb-91f0-927336a1714f" providerId="ADAL" clId="{0ABF9F4E-FE31-462E-9EBD-A50A4418102D}" dt="2022-08-11T08:28:12.755" v="1022" actId="1036"/>
          <ac:cxnSpMkLst>
            <pc:docMk/>
            <pc:sldMk cId="1825254082" sldId="9788"/>
            <ac:cxnSpMk id="91" creationId="{1AB4C501-A1FC-CA89-0C0C-9EBFA5A95E41}"/>
          </ac:cxnSpMkLst>
        </pc:cxnChg>
        <pc:cxnChg chg="mod">
          <ac:chgData name="Macher, Andreas (DI FA CTR PLC PPM)" userId="f1dcac62-7bef-43eb-91f0-927336a1714f" providerId="ADAL" clId="{0ABF9F4E-FE31-462E-9EBD-A50A4418102D}" dt="2022-08-11T08:28:12.755" v="1022" actId="1036"/>
          <ac:cxnSpMkLst>
            <pc:docMk/>
            <pc:sldMk cId="1825254082" sldId="9788"/>
            <ac:cxnSpMk id="92" creationId="{E4C42D11-A41A-B615-71B2-DFF5832E3D78}"/>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11" creationId="{AA6FBE4A-2BA5-6AF8-7790-5D2F51658226}"/>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38" creationId="{E1D28C4A-A1DB-CFD3-A91A-32726BA86D5B}"/>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40" creationId="{216FD051-74D8-AB43-AEBB-D673ADA79979}"/>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41" creationId="{935823E0-2DD1-E1C2-E2FE-65B673A46451}"/>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42" creationId="{6AB55894-A1C5-952D-D96C-BFAD5849B32A}"/>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55" creationId="{27D6280A-3572-A27E-853B-F3F599EEF669}"/>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57" creationId="{ECEE6156-6A7E-AA07-4F61-ED436BF6FA94}"/>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58" creationId="{F747E802-CA6B-D895-1B1E-26F40BE5C086}"/>
          </ac:cxnSpMkLst>
        </pc:cxnChg>
        <pc:cxnChg chg="mod">
          <ac:chgData name="Macher, Andreas (DI FA CTR PLC PPM)" userId="f1dcac62-7bef-43eb-91f0-927336a1714f" providerId="ADAL" clId="{0ABF9F4E-FE31-462E-9EBD-A50A4418102D}" dt="2022-08-11T08:28:12.755" v="1022" actId="1036"/>
          <ac:cxnSpMkLst>
            <pc:docMk/>
            <pc:sldMk cId="1825254082" sldId="9788"/>
            <ac:cxnSpMk id="159" creationId="{D3B9F80A-5088-C6B0-9792-4FD580D356B5}"/>
          </ac:cxnSpMkLst>
        </pc:cxnChg>
        <pc:cxnChg chg="add del mod">
          <ac:chgData name="Macher, Andreas (DI FA CTR PLC PPM)" userId="f1dcac62-7bef-43eb-91f0-927336a1714f" providerId="ADAL" clId="{0ABF9F4E-FE31-462E-9EBD-A50A4418102D}" dt="2022-08-11T08:27:53.203" v="1015" actId="478"/>
          <ac:cxnSpMkLst>
            <pc:docMk/>
            <pc:sldMk cId="1825254082" sldId="9788"/>
            <ac:cxnSpMk id="160" creationId="{2FAFBAC6-1D83-A130-72C0-A4B8EE9386FB}"/>
          </ac:cxnSpMkLst>
        </pc:cxnChg>
        <pc:cxnChg chg="add del mod">
          <ac:chgData name="Macher, Andreas (DI FA CTR PLC PPM)" userId="f1dcac62-7bef-43eb-91f0-927336a1714f" providerId="ADAL" clId="{0ABF9F4E-FE31-462E-9EBD-A50A4418102D}" dt="2022-08-11T08:27:56.725" v="1016" actId="478"/>
          <ac:cxnSpMkLst>
            <pc:docMk/>
            <pc:sldMk cId="1825254082" sldId="9788"/>
            <ac:cxnSpMk id="161" creationId="{5FBA25B5-09CB-03D5-96A1-2BA4B367FF27}"/>
          </ac:cxnSpMkLst>
        </pc:cxnChg>
      </pc:sldChg>
      <pc:sldChg chg="addSp delSp modSp add mod">
        <pc:chgData name="Macher, Andreas (DI FA CTR PLC PPM)" userId="f1dcac62-7bef-43eb-91f0-927336a1714f" providerId="ADAL" clId="{0ABF9F4E-FE31-462E-9EBD-A50A4418102D}" dt="2022-08-11T10:03:46.375" v="2241" actId="1076"/>
        <pc:sldMkLst>
          <pc:docMk/>
          <pc:sldMk cId="1368414199" sldId="9789"/>
        </pc:sldMkLst>
        <pc:spChg chg="mod">
          <ac:chgData name="Macher, Andreas (DI FA CTR PLC PPM)" userId="f1dcac62-7bef-43eb-91f0-927336a1714f" providerId="ADAL" clId="{0ABF9F4E-FE31-462E-9EBD-A50A4418102D}" dt="2022-08-11T09:55:55.354" v="2134" actId="207"/>
          <ac:spMkLst>
            <pc:docMk/>
            <pc:sldMk cId="1368414199" sldId="9789"/>
            <ac:spMk id="2" creationId="{54EDA1C3-1779-4464-9AE9-DF1453500F02}"/>
          </ac:spMkLst>
        </pc:spChg>
        <pc:spChg chg="mod ord">
          <ac:chgData name="Macher, Andreas (DI FA CTR PLC PPM)" userId="f1dcac62-7bef-43eb-91f0-927336a1714f" providerId="ADAL" clId="{0ABF9F4E-FE31-462E-9EBD-A50A4418102D}" dt="2022-08-11T08:51:21.020" v="1739" actId="1037"/>
          <ac:spMkLst>
            <pc:docMk/>
            <pc:sldMk cId="1368414199" sldId="9789"/>
            <ac:spMk id="62" creationId="{8E1C71AA-F011-DF29-D4B4-8E3E91820E25}"/>
          </ac:spMkLst>
        </pc:spChg>
        <pc:spChg chg="del">
          <ac:chgData name="Macher, Andreas (DI FA CTR PLC PPM)" userId="f1dcac62-7bef-43eb-91f0-927336a1714f" providerId="ADAL" clId="{0ABF9F4E-FE31-462E-9EBD-A50A4418102D}" dt="2022-08-11T08:35:50.409" v="1397" actId="478"/>
          <ac:spMkLst>
            <pc:docMk/>
            <pc:sldMk cId="1368414199" sldId="9789"/>
            <ac:spMk id="64" creationId="{776FF64C-97C5-F376-B6B5-7A118BB5EF72}"/>
          </ac:spMkLst>
        </pc:spChg>
        <pc:spChg chg="add mod">
          <ac:chgData name="Macher, Andreas (DI FA CTR PLC PPM)" userId="f1dcac62-7bef-43eb-91f0-927336a1714f" providerId="ADAL" clId="{0ABF9F4E-FE31-462E-9EBD-A50A4418102D}" dt="2022-08-11T08:35:50.725" v="1398"/>
          <ac:spMkLst>
            <pc:docMk/>
            <pc:sldMk cId="1368414199" sldId="9789"/>
            <ac:spMk id="69" creationId="{AFC8CC59-39E4-001E-2FF5-60884BF0E0F7}"/>
          </ac:spMkLst>
        </pc:spChg>
        <pc:spChg chg="add del mod">
          <ac:chgData name="Macher, Andreas (DI FA CTR PLC PPM)" userId="f1dcac62-7bef-43eb-91f0-927336a1714f" providerId="ADAL" clId="{0ABF9F4E-FE31-462E-9EBD-A50A4418102D}" dt="2022-08-11T08:37:14.900" v="1408"/>
          <ac:spMkLst>
            <pc:docMk/>
            <pc:sldMk cId="1368414199" sldId="9789"/>
            <ac:spMk id="70" creationId="{D5A05D9C-0A1A-DFE9-A1D8-582993EB0F8B}"/>
          </ac:spMkLst>
        </pc:spChg>
        <pc:spChg chg="mod">
          <ac:chgData name="Macher, Andreas (DI FA CTR PLC PPM)" userId="f1dcac62-7bef-43eb-91f0-927336a1714f" providerId="ADAL" clId="{0ABF9F4E-FE31-462E-9EBD-A50A4418102D}" dt="2022-08-11T08:37:26.142" v="1410" actId="1076"/>
          <ac:spMkLst>
            <pc:docMk/>
            <pc:sldMk cId="1368414199" sldId="9789"/>
            <ac:spMk id="77" creationId="{1BF35466-7C40-9564-3134-C74662BD2401}"/>
          </ac:spMkLst>
        </pc:spChg>
        <pc:spChg chg="mod">
          <ac:chgData name="Macher, Andreas (DI FA CTR PLC PPM)" userId="f1dcac62-7bef-43eb-91f0-927336a1714f" providerId="ADAL" clId="{0ABF9F4E-FE31-462E-9EBD-A50A4418102D}" dt="2022-08-11T08:37:26.142" v="1410" actId="1076"/>
          <ac:spMkLst>
            <pc:docMk/>
            <pc:sldMk cId="1368414199" sldId="9789"/>
            <ac:spMk id="82" creationId="{8E902678-43F5-6A90-ED8B-233CE61506A7}"/>
          </ac:spMkLst>
        </pc:spChg>
        <pc:spChg chg="mod">
          <ac:chgData name="Macher, Andreas (DI FA CTR PLC PPM)" userId="f1dcac62-7bef-43eb-91f0-927336a1714f" providerId="ADAL" clId="{0ABF9F4E-FE31-462E-9EBD-A50A4418102D}" dt="2022-08-11T08:37:26.142" v="1410" actId="1076"/>
          <ac:spMkLst>
            <pc:docMk/>
            <pc:sldMk cId="1368414199" sldId="9789"/>
            <ac:spMk id="84" creationId="{0ABE7C32-4954-7BE1-359E-C987B907B2E5}"/>
          </ac:spMkLst>
        </pc:spChg>
        <pc:spChg chg="mod">
          <ac:chgData name="Macher, Andreas (DI FA CTR PLC PPM)" userId="f1dcac62-7bef-43eb-91f0-927336a1714f" providerId="ADAL" clId="{0ABF9F4E-FE31-462E-9EBD-A50A4418102D}" dt="2022-08-11T08:37:26.142" v="1410" actId="1076"/>
          <ac:spMkLst>
            <pc:docMk/>
            <pc:sldMk cId="1368414199" sldId="9789"/>
            <ac:spMk id="85" creationId="{52423D4C-4B0C-40F9-2F8F-EDF11992187D}"/>
          </ac:spMkLst>
        </pc:spChg>
        <pc:spChg chg="mod">
          <ac:chgData name="Macher, Andreas (DI FA CTR PLC PPM)" userId="f1dcac62-7bef-43eb-91f0-927336a1714f" providerId="ADAL" clId="{0ABF9F4E-FE31-462E-9EBD-A50A4418102D}" dt="2022-08-11T10:03:10.597" v="2231" actId="20577"/>
          <ac:spMkLst>
            <pc:docMk/>
            <pc:sldMk cId="1368414199" sldId="9789"/>
            <ac:spMk id="93" creationId="{0C5BE033-E641-9BDB-6F97-829165A6A927}"/>
          </ac:spMkLst>
        </pc:spChg>
        <pc:spChg chg="mod">
          <ac:chgData name="Macher, Andreas (DI FA CTR PLC PPM)" userId="f1dcac62-7bef-43eb-91f0-927336a1714f" providerId="ADAL" clId="{0ABF9F4E-FE31-462E-9EBD-A50A4418102D}" dt="2022-08-11T10:01:33.110" v="2202"/>
          <ac:spMkLst>
            <pc:docMk/>
            <pc:sldMk cId="1368414199" sldId="9789"/>
            <ac:spMk id="99" creationId="{C7B34544-D413-E355-F555-1FEEF4BAA431}"/>
          </ac:spMkLst>
        </pc:spChg>
        <pc:spChg chg="mod">
          <ac:chgData name="Macher, Andreas (DI FA CTR PLC PPM)" userId="f1dcac62-7bef-43eb-91f0-927336a1714f" providerId="ADAL" clId="{0ABF9F4E-FE31-462E-9EBD-A50A4418102D}" dt="2022-08-11T10:01:33.110" v="2202"/>
          <ac:spMkLst>
            <pc:docMk/>
            <pc:sldMk cId="1368414199" sldId="9789"/>
            <ac:spMk id="100" creationId="{82A282DE-68C4-B27A-84B7-449BBCD71D4A}"/>
          </ac:spMkLst>
        </pc:spChg>
        <pc:spChg chg="mod">
          <ac:chgData name="Macher, Andreas (DI FA CTR PLC PPM)" userId="f1dcac62-7bef-43eb-91f0-927336a1714f" providerId="ADAL" clId="{0ABF9F4E-FE31-462E-9EBD-A50A4418102D}" dt="2022-08-11T10:01:33.110" v="2202"/>
          <ac:spMkLst>
            <pc:docMk/>
            <pc:sldMk cId="1368414199" sldId="9789"/>
            <ac:spMk id="102" creationId="{67D980CF-E902-FA9A-A1E4-B1B7D483FA1A}"/>
          </ac:spMkLst>
        </pc:spChg>
        <pc:spChg chg="mod">
          <ac:chgData name="Macher, Andreas (DI FA CTR PLC PPM)" userId="f1dcac62-7bef-43eb-91f0-927336a1714f" providerId="ADAL" clId="{0ABF9F4E-FE31-462E-9EBD-A50A4418102D}" dt="2022-08-11T08:37:26.142" v="1410" actId="1076"/>
          <ac:spMkLst>
            <pc:docMk/>
            <pc:sldMk cId="1368414199" sldId="9789"/>
            <ac:spMk id="104" creationId="{840B298B-678B-887E-F568-C2415095F371}"/>
          </ac:spMkLst>
        </pc:spChg>
        <pc:spChg chg="mod">
          <ac:chgData name="Macher, Andreas (DI FA CTR PLC PPM)" userId="f1dcac62-7bef-43eb-91f0-927336a1714f" providerId="ADAL" clId="{0ABF9F4E-FE31-462E-9EBD-A50A4418102D}" dt="2022-08-11T08:37:26.142" v="1410" actId="1076"/>
          <ac:spMkLst>
            <pc:docMk/>
            <pc:sldMk cId="1368414199" sldId="9789"/>
            <ac:spMk id="105" creationId="{C9B20104-CEB0-983E-4EEC-61E466A86E6C}"/>
          </ac:spMkLst>
        </pc:spChg>
        <pc:spChg chg="mod">
          <ac:chgData name="Macher, Andreas (DI FA CTR PLC PPM)" userId="f1dcac62-7bef-43eb-91f0-927336a1714f" providerId="ADAL" clId="{0ABF9F4E-FE31-462E-9EBD-A50A4418102D}" dt="2022-08-11T10:01:33.110" v="2202"/>
          <ac:spMkLst>
            <pc:docMk/>
            <pc:sldMk cId="1368414199" sldId="9789"/>
            <ac:spMk id="106" creationId="{62390B6A-517F-E159-87B9-935BC8BE4207}"/>
          </ac:spMkLst>
        </pc:spChg>
        <pc:spChg chg="mod">
          <ac:chgData name="Macher, Andreas (DI FA CTR PLC PPM)" userId="f1dcac62-7bef-43eb-91f0-927336a1714f" providerId="ADAL" clId="{0ABF9F4E-FE31-462E-9EBD-A50A4418102D}" dt="2022-08-11T10:01:33.110" v="2202"/>
          <ac:spMkLst>
            <pc:docMk/>
            <pc:sldMk cId="1368414199" sldId="9789"/>
            <ac:spMk id="108" creationId="{74B453D6-6E5F-6938-835F-522FF257B091}"/>
          </ac:spMkLst>
        </pc:spChg>
        <pc:spChg chg="mod">
          <ac:chgData name="Macher, Andreas (DI FA CTR PLC PPM)" userId="f1dcac62-7bef-43eb-91f0-927336a1714f" providerId="ADAL" clId="{0ABF9F4E-FE31-462E-9EBD-A50A4418102D}" dt="2022-08-11T10:01:33.110" v="2202"/>
          <ac:spMkLst>
            <pc:docMk/>
            <pc:sldMk cId="1368414199" sldId="9789"/>
            <ac:spMk id="109" creationId="{3175746C-595E-793A-B1B1-BFCBC3262120}"/>
          </ac:spMkLst>
        </pc:spChg>
        <pc:spChg chg="mod">
          <ac:chgData name="Macher, Andreas (DI FA CTR PLC PPM)" userId="f1dcac62-7bef-43eb-91f0-927336a1714f" providerId="ADAL" clId="{0ABF9F4E-FE31-462E-9EBD-A50A4418102D}" dt="2022-08-11T10:03:34.655" v="2238"/>
          <ac:spMkLst>
            <pc:docMk/>
            <pc:sldMk cId="1368414199" sldId="9789"/>
            <ac:spMk id="111" creationId="{191450BB-2F43-A04F-C95B-CF800745C161}"/>
          </ac:spMkLst>
        </pc:spChg>
        <pc:spChg chg="mod">
          <ac:chgData name="Macher, Andreas (DI FA CTR PLC PPM)" userId="f1dcac62-7bef-43eb-91f0-927336a1714f" providerId="ADAL" clId="{0ABF9F4E-FE31-462E-9EBD-A50A4418102D}" dt="2022-08-11T08:37:26.142" v="1410" actId="1076"/>
          <ac:spMkLst>
            <pc:docMk/>
            <pc:sldMk cId="1368414199" sldId="9789"/>
            <ac:spMk id="119" creationId="{C689DB6D-9578-9BE4-04FA-5D9F0287A27C}"/>
          </ac:spMkLst>
        </pc:spChg>
        <pc:spChg chg="mod">
          <ac:chgData name="Macher, Andreas (DI FA CTR PLC PPM)" userId="f1dcac62-7bef-43eb-91f0-927336a1714f" providerId="ADAL" clId="{0ABF9F4E-FE31-462E-9EBD-A50A4418102D}" dt="2022-08-11T08:37:26.142" v="1410" actId="1076"/>
          <ac:spMkLst>
            <pc:docMk/>
            <pc:sldMk cId="1368414199" sldId="9789"/>
            <ac:spMk id="122" creationId="{66FF3FE4-59D4-25DA-5B32-38C628AFC3D1}"/>
          </ac:spMkLst>
        </pc:spChg>
        <pc:spChg chg="mod">
          <ac:chgData name="Macher, Andreas (DI FA CTR PLC PPM)" userId="f1dcac62-7bef-43eb-91f0-927336a1714f" providerId="ADAL" clId="{0ABF9F4E-FE31-462E-9EBD-A50A4418102D}" dt="2022-08-11T10:03:34.655" v="2238"/>
          <ac:spMkLst>
            <pc:docMk/>
            <pc:sldMk cId="1368414199" sldId="9789"/>
            <ac:spMk id="131" creationId="{D653DA80-8D9B-CCF5-4885-2F47B25211E2}"/>
          </ac:spMkLst>
        </pc:spChg>
        <pc:spChg chg="mod">
          <ac:chgData name="Macher, Andreas (DI FA CTR PLC PPM)" userId="f1dcac62-7bef-43eb-91f0-927336a1714f" providerId="ADAL" clId="{0ABF9F4E-FE31-462E-9EBD-A50A4418102D}" dt="2022-08-11T08:38:00.640" v="1413" actId="1076"/>
          <ac:spMkLst>
            <pc:docMk/>
            <pc:sldMk cId="1368414199" sldId="9789"/>
            <ac:spMk id="132" creationId="{57B3D598-57A5-9776-05AE-8235817CC719}"/>
          </ac:spMkLst>
        </pc:spChg>
        <pc:spChg chg="mod">
          <ac:chgData name="Macher, Andreas (DI FA CTR PLC PPM)" userId="f1dcac62-7bef-43eb-91f0-927336a1714f" providerId="ADAL" clId="{0ABF9F4E-FE31-462E-9EBD-A50A4418102D}" dt="2022-08-11T10:03:42.355" v="2240"/>
          <ac:spMkLst>
            <pc:docMk/>
            <pc:sldMk cId="1368414199" sldId="9789"/>
            <ac:spMk id="133" creationId="{36CC200B-351E-6BC5-F83C-5E44E2469888}"/>
          </ac:spMkLst>
        </pc:spChg>
        <pc:spChg chg="mod">
          <ac:chgData name="Macher, Andreas (DI FA CTR PLC PPM)" userId="f1dcac62-7bef-43eb-91f0-927336a1714f" providerId="ADAL" clId="{0ABF9F4E-FE31-462E-9EBD-A50A4418102D}" dt="2022-08-11T10:03:42.355" v="2240"/>
          <ac:spMkLst>
            <pc:docMk/>
            <pc:sldMk cId="1368414199" sldId="9789"/>
            <ac:spMk id="134" creationId="{AC97DCA2-FBA9-A544-DF42-73B508BAEDA0}"/>
          </ac:spMkLst>
        </pc:spChg>
        <pc:spChg chg="mod">
          <ac:chgData name="Macher, Andreas (DI FA CTR PLC PPM)" userId="f1dcac62-7bef-43eb-91f0-927336a1714f" providerId="ADAL" clId="{0ABF9F4E-FE31-462E-9EBD-A50A4418102D}" dt="2022-08-11T08:38:00.640" v="1413" actId="1076"/>
          <ac:spMkLst>
            <pc:docMk/>
            <pc:sldMk cId="1368414199" sldId="9789"/>
            <ac:spMk id="134" creationId="{F9A4E765-9B89-2FA3-2A5A-628151245B75}"/>
          </ac:spMkLst>
        </pc:spChg>
        <pc:spChg chg="mod">
          <ac:chgData name="Macher, Andreas (DI FA CTR PLC PPM)" userId="f1dcac62-7bef-43eb-91f0-927336a1714f" providerId="ADAL" clId="{0ABF9F4E-FE31-462E-9EBD-A50A4418102D}" dt="2022-08-11T08:38:00.640" v="1413" actId="1076"/>
          <ac:spMkLst>
            <pc:docMk/>
            <pc:sldMk cId="1368414199" sldId="9789"/>
            <ac:spMk id="137" creationId="{D4818CA5-6541-1E27-79D8-E3BC35B105AD}"/>
          </ac:spMkLst>
        </pc:spChg>
        <pc:spChg chg="mod">
          <ac:chgData name="Macher, Andreas (DI FA CTR PLC PPM)" userId="f1dcac62-7bef-43eb-91f0-927336a1714f" providerId="ADAL" clId="{0ABF9F4E-FE31-462E-9EBD-A50A4418102D}" dt="2022-08-11T08:38:00.640" v="1413" actId="1076"/>
          <ac:spMkLst>
            <pc:docMk/>
            <pc:sldMk cId="1368414199" sldId="9789"/>
            <ac:spMk id="160" creationId="{63248CF8-C74A-4B57-543E-5C1960222491}"/>
          </ac:spMkLst>
        </pc:spChg>
        <pc:spChg chg="mod">
          <ac:chgData name="Macher, Andreas (DI FA CTR PLC PPM)" userId="f1dcac62-7bef-43eb-91f0-927336a1714f" providerId="ADAL" clId="{0ABF9F4E-FE31-462E-9EBD-A50A4418102D}" dt="2022-08-11T08:38:00.640" v="1413" actId="1076"/>
          <ac:spMkLst>
            <pc:docMk/>
            <pc:sldMk cId="1368414199" sldId="9789"/>
            <ac:spMk id="166" creationId="{49E0C75D-2D42-8D3C-4B66-337BCEBC4066}"/>
          </ac:spMkLst>
        </pc:spChg>
        <pc:spChg chg="mod">
          <ac:chgData name="Macher, Andreas (DI FA CTR PLC PPM)" userId="f1dcac62-7bef-43eb-91f0-927336a1714f" providerId="ADAL" clId="{0ABF9F4E-FE31-462E-9EBD-A50A4418102D}" dt="2022-08-11T08:38:00.640" v="1413" actId="1076"/>
          <ac:spMkLst>
            <pc:docMk/>
            <pc:sldMk cId="1368414199" sldId="9789"/>
            <ac:spMk id="167" creationId="{6024C1D4-DAD2-51E2-D974-5D4D3156FB21}"/>
          </ac:spMkLst>
        </pc:spChg>
        <pc:spChg chg="mod">
          <ac:chgData name="Macher, Andreas (DI FA CTR PLC PPM)" userId="f1dcac62-7bef-43eb-91f0-927336a1714f" providerId="ADAL" clId="{0ABF9F4E-FE31-462E-9EBD-A50A4418102D}" dt="2022-08-11T08:38:00.640" v="1413" actId="1076"/>
          <ac:spMkLst>
            <pc:docMk/>
            <pc:sldMk cId="1368414199" sldId="9789"/>
            <ac:spMk id="170" creationId="{6168B0D2-6FCB-5866-0791-8545FF7D2903}"/>
          </ac:spMkLst>
        </pc:spChg>
        <pc:spChg chg="mod">
          <ac:chgData name="Macher, Andreas (DI FA CTR PLC PPM)" userId="f1dcac62-7bef-43eb-91f0-927336a1714f" providerId="ADAL" clId="{0ABF9F4E-FE31-462E-9EBD-A50A4418102D}" dt="2022-08-11T08:38:00.640" v="1413" actId="1076"/>
          <ac:spMkLst>
            <pc:docMk/>
            <pc:sldMk cId="1368414199" sldId="9789"/>
            <ac:spMk id="173" creationId="{F55ACC27-CF36-D17F-AC46-569301B5C1C8}"/>
          </ac:spMkLst>
        </pc:spChg>
        <pc:spChg chg="mod">
          <ac:chgData name="Macher, Andreas (DI FA CTR PLC PPM)" userId="f1dcac62-7bef-43eb-91f0-927336a1714f" providerId="ADAL" clId="{0ABF9F4E-FE31-462E-9EBD-A50A4418102D}" dt="2022-08-11T08:38:08.906" v="1415" actId="1076"/>
          <ac:spMkLst>
            <pc:docMk/>
            <pc:sldMk cId="1368414199" sldId="9789"/>
            <ac:spMk id="184" creationId="{213E9C88-4016-2DE1-8642-22D509774FE5}"/>
          </ac:spMkLst>
        </pc:spChg>
        <pc:spChg chg="mod">
          <ac:chgData name="Macher, Andreas (DI FA CTR PLC PPM)" userId="f1dcac62-7bef-43eb-91f0-927336a1714f" providerId="ADAL" clId="{0ABF9F4E-FE31-462E-9EBD-A50A4418102D}" dt="2022-08-11T08:38:08.906" v="1415" actId="1076"/>
          <ac:spMkLst>
            <pc:docMk/>
            <pc:sldMk cId="1368414199" sldId="9789"/>
            <ac:spMk id="186" creationId="{37FC0926-132A-1D05-0B6F-A0FF4B5213D1}"/>
          </ac:spMkLst>
        </pc:spChg>
        <pc:spChg chg="mod">
          <ac:chgData name="Macher, Andreas (DI FA CTR PLC PPM)" userId="f1dcac62-7bef-43eb-91f0-927336a1714f" providerId="ADAL" clId="{0ABF9F4E-FE31-462E-9EBD-A50A4418102D}" dt="2022-08-11T08:38:08.906" v="1415" actId="1076"/>
          <ac:spMkLst>
            <pc:docMk/>
            <pc:sldMk cId="1368414199" sldId="9789"/>
            <ac:spMk id="189" creationId="{C5450C9E-019E-68D6-4FA2-99CDC1F473AD}"/>
          </ac:spMkLst>
        </pc:spChg>
        <pc:spChg chg="mod">
          <ac:chgData name="Macher, Andreas (DI FA CTR PLC PPM)" userId="f1dcac62-7bef-43eb-91f0-927336a1714f" providerId="ADAL" clId="{0ABF9F4E-FE31-462E-9EBD-A50A4418102D}" dt="2022-08-11T08:38:08.906" v="1415" actId="1076"/>
          <ac:spMkLst>
            <pc:docMk/>
            <pc:sldMk cId="1368414199" sldId="9789"/>
            <ac:spMk id="190" creationId="{0E855D52-73D2-A305-E384-FF540E450C51}"/>
          </ac:spMkLst>
        </pc:spChg>
        <pc:spChg chg="mod">
          <ac:chgData name="Macher, Andreas (DI FA CTR PLC PPM)" userId="f1dcac62-7bef-43eb-91f0-927336a1714f" providerId="ADAL" clId="{0ABF9F4E-FE31-462E-9EBD-A50A4418102D}" dt="2022-08-11T08:38:08.906" v="1415" actId="1076"/>
          <ac:spMkLst>
            <pc:docMk/>
            <pc:sldMk cId="1368414199" sldId="9789"/>
            <ac:spMk id="196" creationId="{D727A2B6-2339-A1C7-C782-30970AE55F1C}"/>
          </ac:spMkLst>
        </pc:spChg>
        <pc:spChg chg="mod">
          <ac:chgData name="Macher, Andreas (DI FA CTR PLC PPM)" userId="f1dcac62-7bef-43eb-91f0-927336a1714f" providerId="ADAL" clId="{0ABF9F4E-FE31-462E-9EBD-A50A4418102D}" dt="2022-08-11T08:38:08.906" v="1415" actId="1076"/>
          <ac:spMkLst>
            <pc:docMk/>
            <pc:sldMk cId="1368414199" sldId="9789"/>
            <ac:spMk id="197" creationId="{9CEA1668-EB9E-84A1-F5C3-5E4253797CB8}"/>
          </ac:spMkLst>
        </pc:spChg>
        <pc:spChg chg="mod">
          <ac:chgData name="Macher, Andreas (DI FA CTR PLC PPM)" userId="f1dcac62-7bef-43eb-91f0-927336a1714f" providerId="ADAL" clId="{0ABF9F4E-FE31-462E-9EBD-A50A4418102D}" dt="2022-08-11T08:38:08.906" v="1415" actId="1076"/>
          <ac:spMkLst>
            <pc:docMk/>
            <pc:sldMk cId="1368414199" sldId="9789"/>
            <ac:spMk id="200" creationId="{C5B4B7D6-9A49-CF86-899B-6BC1F72784B4}"/>
          </ac:spMkLst>
        </pc:spChg>
        <pc:spChg chg="mod">
          <ac:chgData name="Macher, Andreas (DI FA CTR PLC PPM)" userId="f1dcac62-7bef-43eb-91f0-927336a1714f" providerId="ADAL" clId="{0ABF9F4E-FE31-462E-9EBD-A50A4418102D}" dt="2022-08-11T08:38:08.906" v="1415" actId="1076"/>
          <ac:spMkLst>
            <pc:docMk/>
            <pc:sldMk cId="1368414199" sldId="9789"/>
            <ac:spMk id="203" creationId="{05FF5F10-3B6A-ECAA-B07D-B3A210A9DF83}"/>
          </ac:spMkLst>
        </pc:spChg>
        <pc:spChg chg="mod">
          <ac:chgData name="Macher, Andreas (DI FA CTR PLC PPM)" userId="f1dcac62-7bef-43eb-91f0-927336a1714f" providerId="ADAL" clId="{0ABF9F4E-FE31-462E-9EBD-A50A4418102D}" dt="2022-08-11T08:44:36.810" v="1636" actId="1037"/>
          <ac:spMkLst>
            <pc:docMk/>
            <pc:sldMk cId="1368414199" sldId="9789"/>
            <ac:spMk id="213" creationId="{D58CB1CC-4A03-B9AA-F1EE-2A9B4406F6E6}"/>
          </ac:spMkLst>
        </pc:spChg>
        <pc:spChg chg="mod">
          <ac:chgData name="Macher, Andreas (DI FA CTR PLC PPM)" userId="f1dcac62-7bef-43eb-91f0-927336a1714f" providerId="ADAL" clId="{0ABF9F4E-FE31-462E-9EBD-A50A4418102D}" dt="2022-08-11T08:44:36.810" v="1636" actId="1037"/>
          <ac:spMkLst>
            <pc:docMk/>
            <pc:sldMk cId="1368414199" sldId="9789"/>
            <ac:spMk id="214" creationId="{91838CDB-1E15-AF38-DC45-5BF9ADE47528}"/>
          </ac:spMkLst>
        </pc:spChg>
        <pc:spChg chg="mod">
          <ac:chgData name="Macher, Andreas (DI FA CTR PLC PPM)" userId="f1dcac62-7bef-43eb-91f0-927336a1714f" providerId="ADAL" clId="{0ABF9F4E-FE31-462E-9EBD-A50A4418102D}" dt="2022-08-11T10:03:15.235" v="2233" actId="6549"/>
          <ac:spMkLst>
            <pc:docMk/>
            <pc:sldMk cId="1368414199" sldId="9789"/>
            <ac:spMk id="216" creationId="{587500D4-117D-FE24-422F-849355803741}"/>
          </ac:spMkLst>
        </pc:spChg>
        <pc:spChg chg="mod">
          <ac:chgData name="Macher, Andreas (DI FA CTR PLC PPM)" userId="f1dcac62-7bef-43eb-91f0-927336a1714f" providerId="ADAL" clId="{0ABF9F4E-FE31-462E-9EBD-A50A4418102D}" dt="2022-08-11T08:44:36.810" v="1636" actId="1037"/>
          <ac:spMkLst>
            <pc:docMk/>
            <pc:sldMk cId="1368414199" sldId="9789"/>
            <ac:spMk id="219" creationId="{2A1B97CD-6A8C-08A3-9E14-3C658A93DFF8}"/>
          </ac:spMkLst>
        </pc:spChg>
        <pc:spChg chg="mod">
          <ac:chgData name="Macher, Andreas (DI FA CTR PLC PPM)" userId="f1dcac62-7bef-43eb-91f0-927336a1714f" providerId="ADAL" clId="{0ABF9F4E-FE31-462E-9EBD-A50A4418102D}" dt="2022-08-11T08:44:36.810" v="1636" actId="1037"/>
          <ac:spMkLst>
            <pc:docMk/>
            <pc:sldMk cId="1368414199" sldId="9789"/>
            <ac:spMk id="220" creationId="{8F549D65-AB02-F40C-0A3B-012CEF66850E}"/>
          </ac:spMkLst>
        </pc:spChg>
        <pc:spChg chg="mod">
          <ac:chgData name="Macher, Andreas (DI FA CTR PLC PPM)" userId="f1dcac62-7bef-43eb-91f0-927336a1714f" providerId="ADAL" clId="{0ABF9F4E-FE31-462E-9EBD-A50A4418102D}" dt="2022-08-11T08:44:36.810" v="1636" actId="1037"/>
          <ac:spMkLst>
            <pc:docMk/>
            <pc:sldMk cId="1368414199" sldId="9789"/>
            <ac:spMk id="226" creationId="{EDBC3C55-1326-4698-9A63-3C70B3FA9687}"/>
          </ac:spMkLst>
        </pc:spChg>
        <pc:spChg chg="mod">
          <ac:chgData name="Macher, Andreas (DI FA CTR PLC PPM)" userId="f1dcac62-7bef-43eb-91f0-927336a1714f" providerId="ADAL" clId="{0ABF9F4E-FE31-462E-9EBD-A50A4418102D}" dt="2022-08-11T08:44:36.810" v="1636" actId="1037"/>
          <ac:spMkLst>
            <pc:docMk/>
            <pc:sldMk cId="1368414199" sldId="9789"/>
            <ac:spMk id="227" creationId="{5B0CE418-31FA-381B-EED0-3F3A9E305DF7}"/>
          </ac:spMkLst>
        </pc:spChg>
        <pc:spChg chg="mod">
          <ac:chgData name="Macher, Andreas (DI FA CTR PLC PPM)" userId="f1dcac62-7bef-43eb-91f0-927336a1714f" providerId="ADAL" clId="{0ABF9F4E-FE31-462E-9EBD-A50A4418102D}" dt="2022-08-11T08:44:36.810" v="1636" actId="1037"/>
          <ac:spMkLst>
            <pc:docMk/>
            <pc:sldMk cId="1368414199" sldId="9789"/>
            <ac:spMk id="230" creationId="{FF4882A4-35A6-04CA-08AB-7DD450871F4B}"/>
          </ac:spMkLst>
        </pc:spChg>
        <pc:spChg chg="mod">
          <ac:chgData name="Macher, Andreas (DI FA CTR PLC PPM)" userId="f1dcac62-7bef-43eb-91f0-927336a1714f" providerId="ADAL" clId="{0ABF9F4E-FE31-462E-9EBD-A50A4418102D}" dt="2022-08-11T08:44:36.810" v="1636" actId="1037"/>
          <ac:spMkLst>
            <pc:docMk/>
            <pc:sldMk cId="1368414199" sldId="9789"/>
            <ac:spMk id="240" creationId="{86458247-BF02-04FB-D6B8-1172682B6CEB}"/>
          </ac:spMkLst>
        </pc:spChg>
        <pc:spChg chg="mod">
          <ac:chgData name="Macher, Andreas (DI FA CTR PLC PPM)" userId="f1dcac62-7bef-43eb-91f0-927336a1714f" providerId="ADAL" clId="{0ABF9F4E-FE31-462E-9EBD-A50A4418102D}" dt="2022-08-11T08:44:36.810" v="1636" actId="1037"/>
          <ac:spMkLst>
            <pc:docMk/>
            <pc:sldMk cId="1368414199" sldId="9789"/>
            <ac:spMk id="241" creationId="{A2CEBBCA-8B5D-FDAF-D118-13B29C7B5EEE}"/>
          </ac:spMkLst>
        </pc:spChg>
        <pc:spChg chg="mod">
          <ac:chgData name="Macher, Andreas (DI FA CTR PLC PPM)" userId="f1dcac62-7bef-43eb-91f0-927336a1714f" providerId="ADAL" clId="{0ABF9F4E-FE31-462E-9EBD-A50A4418102D}" dt="2022-08-11T10:03:20.700" v="2235" actId="20577"/>
          <ac:spMkLst>
            <pc:docMk/>
            <pc:sldMk cId="1368414199" sldId="9789"/>
            <ac:spMk id="243" creationId="{B14D3F4C-9F09-5873-C3C1-256409060056}"/>
          </ac:spMkLst>
        </pc:spChg>
        <pc:spChg chg="mod">
          <ac:chgData name="Macher, Andreas (DI FA CTR PLC PPM)" userId="f1dcac62-7bef-43eb-91f0-927336a1714f" providerId="ADAL" clId="{0ABF9F4E-FE31-462E-9EBD-A50A4418102D}" dt="2022-08-11T08:44:36.810" v="1636" actId="1037"/>
          <ac:spMkLst>
            <pc:docMk/>
            <pc:sldMk cId="1368414199" sldId="9789"/>
            <ac:spMk id="246" creationId="{C3846EC7-89DA-3439-4B8D-752E52B1B32E}"/>
          </ac:spMkLst>
        </pc:spChg>
        <pc:spChg chg="mod">
          <ac:chgData name="Macher, Andreas (DI FA CTR PLC PPM)" userId="f1dcac62-7bef-43eb-91f0-927336a1714f" providerId="ADAL" clId="{0ABF9F4E-FE31-462E-9EBD-A50A4418102D}" dt="2022-08-11T08:44:36.810" v="1636" actId="1037"/>
          <ac:spMkLst>
            <pc:docMk/>
            <pc:sldMk cId="1368414199" sldId="9789"/>
            <ac:spMk id="247" creationId="{7035C22F-FDC9-C6F1-1779-96FC73C4AE17}"/>
          </ac:spMkLst>
        </pc:spChg>
        <pc:spChg chg="mod">
          <ac:chgData name="Macher, Andreas (DI FA CTR PLC PPM)" userId="f1dcac62-7bef-43eb-91f0-927336a1714f" providerId="ADAL" clId="{0ABF9F4E-FE31-462E-9EBD-A50A4418102D}" dt="2022-08-11T08:44:36.810" v="1636" actId="1037"/>
          <ac:spMkLst>
            <pc:docMk/>
            <pc:sldMk cId="1368414199" sldId="9789"/>
            <ac:spMk id="253" creationId="{84726D8A-DC51-7606-4203-A53E55527BF3}"/>
          </ac:spMkLst>
        </pc:spChg>
        <pc:spChg chg="mod">
          <ac:chgData name="Macher, Andreas (DI FA CTR PLC PPM)" userId="f1dcac62-7bef-43eb-91f0-927336a1714f" providerId="ADAL" clId="{0ABF9F4E-FE31-462E-9EBD-A50A4418102D}" dt="2022-08-11T08:44:36.810" v="1636" actId="1037"/>
          <ac:spMkLst>
            <pc:docMk/>
            <pc:sldMk cId="1368414199" sldId="9789"/>
            <ac:spMk id="254" creationId="{EB954594-25EF-3D89-2128-003C622929FF}"/>
          </ac:spMkLst>
        </pc:spChg>
        <pc:spChg chg="mod">
          <ac:chgData name="Macher, Andreas (DI FA CTR PLC PPM)" userId="f1dcac62-7bef-43eb-91f0-927336a1714f" providerId="ADAL" clId="{0ABF9F4E-FE31-462E-9EBD-A50A4418102D}" dt="2022-08-11T08:44:36.810" v="1636" actId="1037"/>
          <ac:spMkLst>
            <pc:docMk/>
            <pc:sldMk cId="1368414199" sldId="9789"/>
            <ac:spMk id="257" creationId="{6A742A9E-8CF3-1443-567D-841377B7BA85}"/>
          </ac:spMkLst>
        </pc:spChg>
        <pc:spChg chg="add mod">
          <ac:chgData name="Macher, Andreas (DI FA CTR PLC PPM)" userId="f1dcac62-7bef-43eb-91f0-927336a1714f" providerId="ADAL" clId="{0ABF9F4E-FE31-462E-9EBD-A50A4418102D}" dt="2022-08-11T08:51:21.020" v="1739" actId="1037"/>
          <ac:spMkLst>
            <pc:docMk/>
            <pc:sldMk cId="1368414199" sldId="9789"/>
            <ac:spMk id="266" creationId="{174F7E7B-4E70-71B5-C709-0A372DE24DF9}"/>
          </ac:spMkLst>
        </pc:spChg>
        <pc:grpChg chg="del">
          <ac:chgData name="Macher, Andreas (DI FA CTR PLC PPM)" userId="f1dcac62-7bef-43eb-91f0-927336a1714f" providerId="ADAL" clId="{0ABF9F4E-FE31-462E-9EBD-A50A4418102D}" dt="2022-08-11T08:36:55.168" v="1405" actId="478"/>
          <ac:grpSpMkLst>
            <pc:docMk/>
            <pc:sldMk cId="1368414199" sldId="9789"/>
            <ac:grpSpMk id="65" creationId="{E6F8667E-1DA0-CB17-F724-636C6C234900}"/>
          </ac:grpSpMkLst>
        </pc:grpChg>
        <pc:grpChg chg="add mod">
          <ac:chgData name="Macher, Andreas (DI FA CTR PLC PPM)" userId="f1dcac62-7bef-43eb-91f0-927336a1714f" providerId="ADAL" clId="{0ABF9F4E-FE31-462E-9EBD-A50A4418102D}" dt="2022-08-11T08:37:26.142" v="1410" actId="1076"/>
          <ac:grpSpMkLst>
            <pc:docMk/>
            <pc:sldMk cId="1368414199" sldId="9789"/>
            <ac:grpSpMk id="75" creationId="{EED425CF-77F2-575A-88BD-CEE48CFE101A}"/>
          </ac:grpSpMkLst>
        </pc:grpChg>
        <pc:grpChg chg="mod">
          <ac:chgData name="Macher, Andreas (DI FA CTR PLC PPM)" userId="f1dcac62-7bef-43eb-91f0-927336a1714f" providerId="ADAL" clId="{0ABF9F4E-FE31-462E-9EBD-A50A4418102D}" dt="2022-08-11T08:37:26.142" v="1410" actId="1076"/>
          <ac:grpSpMkLst>
            <pc:docMk/>
            <pc:sldMk cId="1368414199" sldId="9789"/>
            <ac:grpSpMk id="94" creationId="{C4DBC9D8-B37E-4C2E-A405-5FD426F0CB62}"/>
          </ac:grpSpMkLst>
        </pc:grpChg>
        <pc:grpChg chg="del">
          <ac:chgData name="Macher, Andreas (DI FA CTR PLC PPM)" userId="f1dcac62-7bef-43eb-91f0-927336a1714f" providerId="ADAL" clId="{0ABF9F4E-FE31-462E-9EBD-A50A4418102D}" dt="2022-08-11T08:36:55.168" v="1405" actId="478"/>
          <ac:grpSpMkLst>
            <pc:docMk/>
            <pc:sldMk cId="1368414199" sldId="9789"/>
            <ac:grpSpMk id="95" creationId="{84E1199A-691B-4CED-601F-3DAB3F619231}"/>
          </ac:grpSpMkLst>
        </pc:grpChg>
        <pc:grpChg chg="add del mod">
          <ac:chgData name="Macher, Andreas (DI FA CTR PLC PPM)" userId="f1dcac62-7bef-43eb-91f0-927336a1714f" providerId="ADAL" clId="{0ABF9F4E-FE31-462E-9EBD-A50A4418102D}" dt="2022-08-11T10:03:24.770" v="2236" actId="478"/>
          <ac:grpSpMkLst>
            <pc:docMk/>
            <pc:sldMk cId="1368414199" sldId="9789"/>
            <ac:grpSpMk id="98" creationId="{1E5E4C6D-5A8B-7497-A6C1-4DB9DE286CF7}"/>
          </ac:grpSpMkLst>
        </pc:grpChg>
        <pc:grpChg chg="add del mod">
          <ac:chgData name="Macher, Andreas (DI FA CTR PLC PPM)" userId="f1dcac62-7bef-43eb-91f0-927336a1714f" providerId="ADAL" clId="{0ABF9F4E-FE31-462E-9EBD-A50A4418102D}" dt="2022-08-11T10:03:24.770" v="2236" actId="478"/>
          <ac:grpSpMkLst>
            <pc:docMk/>
            <pc:sldMk cId="1368414199" sldId="9789"/>
            <ac:grpSpMk id="101" creationId="{18E1BE42-1742-3CA2-9424-C942FE4FC640}"/>
          </ac:grpSpMkLst>
        </pc:grpChg>
        <pc:grpChg chg="mod">
          <ac:chgData name="Macher, Andreas (DI FA CTR PLC PPM)" userId="f1dcac62-7bef-43eb-91f0-927336a1714f" providerId="ADAL" clId="{0ABF9F4E-FE31-462E-9EBD-A50A4418102D}" dt="2022-08-11T08:37:26.142" v="1410" actId="1076"/>
          <ac:grpSpMkLst>
            <pc:docMk/>
            <pc:sldMk cId="1368414199" sldId="9789"/>
            <ac:grpSpMk id="103" creationId="{36E8F2AA-687E-B772-CC85-E47DA8573D1F}"/>
          </ac:grpSpMkLst>
        </pc:grpChg>
        <pc:grpChg chg="add mod">
          <ac:chgData name="Macher, Andreas (DI FA CTR PLC PPM)" userId="f1dcac62-7bef-43eb-91f0-927336a1714f" providerId="ADAL" clId="{0ABF9F4E-FE31-462E-9EBD-A50A4418102D}" dt="2022-08-11T10:03:33.251" v="2237" actId="1076"/>
          <ac:grpSpMkLst>
            <pc:docMk/>
            <pc:sldMk cId="1368414199" sldId="9789"/>
            <ac:grpSpMk id="107" creationId="{37C786F4-8B47-AF3F-18B4-6AEE559F1673}"/>
          </ac:grpSpMkLst>
        </pc:grpChg>
        <pc:grpChg chg="add mod">
          <ac:chgData name="Macher, Andreas (DI FA CTR PLC PPM)" userId="f1dcac62-7bef-43eb-91f0-927336a1714f" providerId="ADAL" clId="{0ABF9F4E-FE31-462E-9EBD-A50A4418102D}" dt="2022-08-11T10:03:41.453" v="2239" actId="1076"/>
          <ac:grpSpMkLst>
            <pc:docMk/>
            <pc:sldMk cId="1368414199" sldId="9789"/>
            <ac:grpSpMk id="110" creationId="{D09E5B47-011A-3C47-B460-3DB818648BFB}"/>
          </ac:grpSpMkLst>
        </pc:grpChg>
        <pc:grpChg chg="mod">
          <ac:chgData name="Macher, Andreas (DI FA CTR PLC PPM)" userId="f1dcac62-7bef-43eb-91f0-927336a1714f" providerId="ADAL" clId="{0ABF9F4E-FE31-462E-9EBD-A50A4418102D}" dt="2022-08-11T08:37:26.142" v="1410" actId="1076"/>
          <ac:grpSpMkLst>
            <pc:docMk/>
            <pc:sldMk cId="1368414199" sldId="9789"/>
            <ac:grpSpMk id="112" creationId="{1D03494A-2443-E814-B4A6-3DABC451E843}"/>
          </ac:grpSpMkLst>
        </pc:grpChg>
        <pc:grpChg chg="mod">
          <ac:chgData name="Macher, Andreas (DI FA CTR PLC PPM)" userId="f1dcac62-7bef-43eb-91f0-927336a1714f" providerId="ADAL" clId="{0ABF9F4E-FE31-462E-9EBD-A50A4418102D}" dt="2022-08-11T08:37:26.142" v="1410" actId="1076"/>
          <ac:grpSpMkLst>
            <pc:docMk/>
            <pc:sldMk cId="1368414199" sldId="9789"/>
            <ac:grpSpMk id="113" creationId="{3155B63B-D4F5-2C7B-040F-4FA84BCADD43}"/>
          </ac:grpSpMkLst>
        </pc:grpChg>
        <pc:grpChg chg="add del mod">
          <ac:chgData name="Macher, Andreas (DI FA CTR PLC PPM)" userId="f1dcac62-7bef-43eb-91f0-927336a1714f" providerId="ADAL" clId="{0ABF9F4E-FE31-462E-9EBD-A50A4418102D}" dt="2022-08-11T08:43:29.108" v="1626" actId="478"/>
          <ac:grpSpMkLst>
            <pc:docMk/>
            <pc:sldMk cId="1368414199" sldId="9789"/>
            <ac:grpSpMk id="131" creationId="{260D1D7D-88F5-F479-E62A-3EAE5BB1F4C4}"/>
          </ac:grpSpMkLst>
        </pc:grpChg>
        <pc:grpChg chg="add mod">
          <ac:chgData name="Macher, Andreas (DI FA CTR PLC PPM)" userId="f1dcac62-7bef-43eb-91f0-927336a1714f" providerId="ADAL" clId="{0ABF9F4E-FE31-462E-9EBD-A50A4418102D}" dt="2022-08-11T10:03:46.375" v="2241" actId="1076"/>
          <ac:grpSpMkLst>
            <pc:docMk/>
            <pc:sldMk cId="1368414199" sldId="9789"/>
            <ac:grpSpMk id="132" creationId="{B5121EE0-75DB-6EA5-C2FF-F04A2B50FD51}"/>
          </ac:grpSpMkLst>
        </pc:grpChg>
        <pc:grpChg chg="mod">
          <ac:chgData name="Macher, Andreas (DI FA CTR PLC PPM)" userId="f1dcac62-7bef-43eb-91f0-927336a1714f" providerId="ADAL" clId="{0ABF9F4E-FE31-462E-9EBD-A50A4418102D}" dt="2022-08-11T08:38:00.640" v="1413" actId="1076"/>
          <ac:grpSpMkLst>
            <pc:docMk/>
            <pc:sldMk cId="1368414199" sldId="9789"/>
            <ac:grpSpMk id="135" creationId="{1EE6C4DD-A337-3962-78FC-8DC86727B7B7}"/>
          </ac:grpSpMkLst>
        </pc:grpChg>
        <pc:grpChg chg="mod">
          <ac:chgData name="Macher, Andreas (DI FA CTR PLC PPM)" userId="f1dcac62-7bef-43eb-91f0-927336a1714f" providerId="ADAL" clId="{0ABF9F4E-FE31-462E-9EBD-A50A4418102D}" dt="2022-08-11T08:38:00.640" v="1413" actId="1076"/>
          <ac:grpSpMkLst>
            <pc:docMk/>
            <pc:sldMk cId="1368414199" sldId="9789"/>
            <ac:grpSpMk id="136" creationId="{4A4FF124-1E5A-AF7E-283F-6A63B7E82C25}"/>
          </ac:grpSpMkLst>
        </pc:grpChg>
        <pc:grpChg chg="del">
          <ac:chgData name="Macher, Andreas (DI FA CTR PLC PPM)" userId="f1dcac62-7bef-43eb-91f0-927336a1714f" providerId="ADAL" clId="{0ABF9F4E-FE31-462E-9EBD-A50A4418102D}" dt="2022-08-11T08:36:55.168" v="1405" actId="478"/>
          <ac:grpSpMkLst>
            <pc:docMk/>
            <pc:sldMk cId="1368414199" sldId="9789"/>
            <ac:grpSpMk id="143" creationId="{83A7293E-892E-3678-9138-F07F797564A5}"/>
          </ac:grpSpMkLst>
        </pc:grpChg>
        <pc:grpChg chg="mod">
          <ac:chgData name="Macher, Andreas (DI FA CTR PLC PPM)" userId="f1dcac62-7bef-43eb-91f0-927336a1714f" providerId="ADAL" clId="{0ABF9F4E-FE31-462E-9EBD-A50A4418102D}" dt="2022-08-11T08:38:00.640" v="1413" actId="1076"/>
          <ac:grpSpMkLst>
            <pc:docMk/>
            <pc:sldMk cId="1368414199" sldId="9789"/>
            <ac:grpSpMk id="161" creationId="{6C2B54F8-1D25-EF40-C291-7AB2CA52E527}"/>
          </ac:grpSpMkLst>
        </pc:grpChg>
        <pc:grpChg chg="mod">
          <ac:chgData name="Macher, Andreas (DI FA CTR PLC PPM)" userId="f1dcac62-7bef-43eb-91f0-927336a1714f" providerId="ADAL" clId="{0ABF9F4E-FE31-462E-9EBD-A50A4418102D}" dt="2022-08-11T08:38:00.640" v="1413" actId="1076"/>
          <ac:grpSpMkLst>
            <pc:docMk/>
            <pc:sldMk cId="1368414199" sldId="9789"/>
            <ac:grpSpMk id="162" creationId="{E15DC199-4C3E-2D74-9012-BC73D544229F}"/>
          </ac:grpSpMkLst>
        </pc:grpChg>
        <pc:grpChg chg="add del mod">
          <ac:chgData name="Macher, Andreas (DI FA CTR PLC PPM)" userId="f1dcac62-7bef-43eb-91f0-927336a1714f" providerId="ADAL" clId="{0ABF9F4E-FE31-462E-9EBD-A50A4418102D}" dt="2022-08-11T08:43:37.777" v="1629" actId="478"/>
          <ac:grpSpMkLst>
            <pc:docMk/>
            <pc:sldMk cId="1368414199" sldId="9789"/>
            <ac:grpSpMk id="183" creationId="{168B457F-42DC-4583-44CE-595A5889D2C2}"/>
          </ac:grpSpMkLst>
        </pc:grpChg>
        <pc:grpChg chg="mod">
          <ac:chgData name="Macher, Andreas (DI FA CTR PLC PPM)" userId="f1dcac62-7bef-43eb-91f0-927336a1714f" providerId="ADAL" clId="{0ABF9F4E-FE31-462E-9EBD-A50A4418102D}" dt="2022-08-11T08:38:08.906" v="1415" actId="1076"/>
          <ac:grpSpMkLst>
            <pc:docMk/>
            <pc:sldMk cId="1368414199" sldId="9789"/>
            <ac:grpSpMk id="187" creationId="{F4BF6C03-5444-456A-F976-7E79C937B2DC}"/>
          </ac:grpSpMkLst>
        </pc:grpChg>
        <pc:grpChg chg="mod">
          <ac:chgData name="Macher, Andreas (DI FA CTR PLC PPM)" userId="f1dcac62-7bef-43eb-91f0-927336a1714f" providerId="ADAL" clId="{0ABF9F4E-FE31-462E-9EBD-A50A4418102D}" dt="2022-08-11T08:38:08.906" v="1415" actId="1076"/>
          <ac:grpSpMkLst>
            <pc:docMk/>
            <pc:sldMk cId="1368414199" sldId="9789"/>
            <ac:grpSpMk id="188" creationId="{654767EF-AA05-962E-5093-2896C0EEA167}"/>
          </ac:grpSpMkLst>
        </pc:grpChg>
        <pc:grpChg chg="mod">
          <ac:chgData name="Macher, Andreas (DI FA CTR PLC PPM)" userId="f1dcac62-7bef-43eb-91f0-927336a1714f" providerId="ADAL" clId="{0ABF9F4E-FE31-462E-9EBD-A50A4418102D}" dt="2022-08-11T08:38:08.906" v="1415" actId="1076"/>
          <ac:grpSpMkLst>
            <pc:docMk/>
            <pc:sldMk cId="1368414199" sldId="9789"/>
            <ac:grpSpMk id="191" creationId="{25EAA55C-2B38-EC50-8BC3-1B9CB189069B}"/>
          </ac:grpSpMkLst>
        </pc:grpChg>
        <pc:grpChg chg="mod">
          <ac:chgData name="Macher, Andreas (DI FA CTR PLC PPM)" userId="f1dcac62-7bef-43eb-91f0-927336a1714f" providerId="ADAL" clId="{0ABF9F4E-FE31-462E-9EBD-A50A4418102D}" dt="2022-08-11T08:38:08.906" v="1415" actId="1076"/>
          <ac:grpSpMkLst>
            <pc:docMk/>
            <pc:sldMk cId="1368414199" sldId="9789"/>
            <ac:grpSpMk id="192" creationId="{98A1B1BA-1D40-0B57-EB8E-0A745A319725}"/>
          </ac:grpSpMkLst>
        </pc:grpChg>
        <pc:grpChg chg="add mod">
          <ac:chgData name="Macher, Andreas (DI FA CTR PLC PPM)" userId="f1dcac62-7bef-43eb-91f0-927336a1714f" providerId="ADAL" clId="{0ABF9F4E-FE31-462E-9EBD-A50A4418102D}" dt="2022-08-11T08:44:36.810" v="1636" actId="1037"/>
          <ac:grpSpMkLst>
            <pc:docMk/>
            <pc:sldMk cId="1368414199" sldId="9789"/>
            <ac:grpSpMk id="212" creationId="{B79A70B6-6BA7-51D3-5B57-4B00D63C8A71}"/>
          </ac:grpSpMkLst>
        </pc:grpChg>
        <pc:grpChg chg="mod">
          <ac:chgData name="Macher, Andreas (DI FA CTR PLC PPM)" userId="f1dcac62-7bef-43eb-91f0-927336a1714f" providerId="ADAL" clId="{0ABF9F4E-FE31-462E-9EBD-A50A4418102D}" dt="2022-08-11T08:44:36.810" v="1636" actId="1037"/>
          <ac:grpSpMkLst>
            <pc:docMk/>
            <pc:sldMk cId="1368414199" sldId="9789"/>
            <ac:grpSpMk id="217" creationId="{0ACE8E18-A298-C842-2DA5-16FC8CA63B33}"/>
          </ac:grpSpMkLst>
        </pc:grpChg>
        <pc:grpChg chg="mod">
          <ac:chgData name="Macher, Andreas (DI FA CTR PLC PPM)" userId="f1dcac62-7bef-43eb-91f0-927336a1714f" providerId="ADAL" clId="{0ABF9F4E-FE31-462E-9EBD-A50A4418102D}" dt="2022-08-11T08:44:36.810" v="1636" actId="1037"/>
          <ac:grpSpMkLst>
            <pc:docMk/>
            <pc:sldMk cId="1368414199" sldId="9789"/>
            <ac:grpSpMk id="218" creationId="{6CE555B1-64E3-7737-3092-4CFDB0B52DBD}"/>
          </ac:grpSpMkLst>
        </pc:grpChg>
        <pc:grpChg chg="mod">
          <ac:chgData name="Macher, Andreas (DI FA CTR PLC PPM)" userId="f1dcac62-7bef-43eb-91f0-927336a1714f" providerId="ADAL" clId="{0ABF9F4E-FE31-462E-9EBD-A50A4418102D}" dt="2022-08-11T08:44:36.810" v="1636" actId="1037"/>
          <ac:grpSpMkLst>
            <pc:docMk/>
            <pc:sldMk cId="1368414199" sldId="9789"/>
            <ac:grpSpMk id="221" creationId="{A065B8AF-12AD-2137-B95C-361FE7A7B6E5}"/>
          </ac:grpSpMkLst>
        </pc:grpChg>
        <pc:grpChg chg="mod">
          <ac:chgData name="Macher, Andreas (DI FA CTR PLC PPM)" userId="f1dcac62-7bef-43eb-91f0-927336a1714f" providerId="ADAL" clId="{0ABF9F4E-FE31-462E-9EBD-A50A4418102D}" dt="2022-08-11T08:44:36.810" v="1636" actId="1037"/>
          <ac:grpSpMkLst>
            <pc:docMk/>
            <pc:sldMk cId="1368414199" sldId="9789"/>
            <ac:grpSpMk id="222" creationId="{985ABDF6-567D-98ED-D67B-4178D75AE5BB}"/>
          </ac:grpSpMkLst>
        </pc:grpChg>
        <pc:grpChg chg="add mod">
          <ac:chgData name="Macher, Andreas (DI FA CTR PLC PPM)" userId="f1dcac62-7bef-43eb-91f0-927336a1714f" providerId="ADAL" clId="{0ABF9F4E-FE31-462E-9EBD-A50A4418102D}" dt="2022-08-11T08:44:36.810" v="1636" actId="1037"/>
          <ac:grpSpMkLst>
            <pc:docMk/>
            <pc:sldMk cId="1368414199" sldId="9789"/>
            <ac:grpSpMk id="239" creationId="{D42287F7-3D85-19E9-D813-FBB70A35811F}"/>
          </ac:grpSpMkLst>
        </pc:grpChg>
        <pc:grpChg chg="mod">
          <ac:chgData name="Macher, Andreas (DI FA CTR PLC PPM)" userId="f1dcac62-7bef-43eb-91f0-927336a1714f" providerId="ADAL" clId="{0ABF9F4E-FE31-462E-9EBD-A50A4418102D}" dt="2022-08-11T08:44:36.810" v="1636" actId="1037"/>
          <ac:grpSpMkLst>
            <pc:docMk/>
            <pc:sldMk cId="1368414199" sldId="9789"/>
            <ac:grpSpMk id="244" creationId="{A65645E9-0071-69AD-3E04-713801710E09}"/>
          </ac:grpSpMkLst>
        </pc:grpChg>
        <pc:grpChg chg="mod">
          <ac:chgData name="Macher, Andreas (DI FA CTR PLC PPM)" userId="f1dcac62-7bef-43eb-91f0-927336a1714f" providerId="ADAL" clId="{0ABF9F4E-FE31-462E-9EBD-A50A4418102D}" dt="2022-08-11T08:44:36.810" v="1636" actId="1037"/>
          <ac:grpSpMkLst>
            <pc:docMk/>
            <pc:sldMk cId="1368414199" sldId="9789"/>
            <ac:grpSpMk id="245" creationId="{1A9F57D9-F1B4-7672-DE85-80247DB092C5}"/>
          </ac:grpSpMkLst>
        </pc:grpChg>
        <pc:grpChg chg="mod">
          <ac:chgData name="Macher, Andreas (DI FA CTR PLC PPM)" userId="f1dcac62-7bef-43eb-91f0-927336a1714f" providerId="ADAL" clId="{0ABF9F4E-FE31-462E-9EBD-A50A4418102D}" dt="2022-08-11T08:44:36.810" v="1636" actId="1037"/>
          <ac:grpSpMkLst>
            <pc:docMk/>
            <pc:sldMk cId="1368414199" sldId="9789"/>
            <ac:grpSpMk id="248" creationId="{371B72A3-5EB5-B9D5-C55E-6B4F47C55FA6}"/>
          </ac:grpSpMkLst>
        </pc:grpChg>
        <pc:grpChg chg="mod">
          <ac:chgData name="Macher, Andreas (DI FA CTR PLC PPM)" userId="f1dcac62-7bef-43eb-91f0-927336a1714f" providerId="ADAL" clId="{0ABF9F4E-FE31-462E-9EBD-A50A4418102D}" dt="2022-08-11T08:44:36.810" v="1636" actId="1037"/>
          <ac:grpSpMkLst>
            <pc:docMk/>
            <pc:sldMk cId="1368414199" sldId="9789"/>
            <ac:grpSpMk id="249" creationId="{BF8A11B9-9CBF-8594-1075-E98B38117EF8}"/>
          </ac:grpSpMkLst>
        </pc:grpChg>
        <pc:graphicFrameChg chg="mod modGraphic">
          <ac:chgData name="Macher, Andreas (DI FA CTR PLC PPM)" userId="f1dcac62-7bef-43eb-91f0-927336a1714f" providerId="ADAL" clId="{0ABF9F4E-FE31-462E-9EBD-A50A4418102D}" dt="2022-08-11T08:56:47.890" v="1951"/>
          <ac:graphicFrameMkLst>
            <pc:docMk/>
            <pc:sldMk cId="1368414199" sldId="9789"/>
            <ac:graphicFrameMk id="43" creationId="{A5482973-ED17-48DF-A2DD-67D2566F6DCD}"/>
          </ac:graphicFrameMkLst>
        </pc:graphicFrameChg>
        <pc:picChg chg="mod">
          <ac:chgData name="Macher, Andreas (DI FA CTR PLC PPM)" userId="f1dcac62-7bef-43eb-91f0-927336a1714f" providerId="ADAL" clId="{0ABF9F4E-FE31-462E-9EBD-A50A4418102D}" dt="2022-08-11T08:37:26.142" v="1410" actId="1076"/>
          <ac:picMkLst>
            <pc:docMk/>
            <pc:sldMk cId="1368414199" sldId="9789"/>
            <ac:picMk id="86" creationId="{F27F1196-F89E-5E75-2E5A-2372368B3ED9}"/>
          </ac:picMkLst>
        </pc:picChg>
        <pc:picChg chg="mod">
          <ac:chgData name="Macher, Andreas (DI FA CTR PLC PPM)" userId="f1dcac62-7bef-43eb-91f0-927336a1714f" providerId="ADAL" clId="{0ABF9F4E-FE31-462E-9EBD-A50A4418102D}" dt="2022-08-11T08:37:26.142" v="1410" actId="1076"/>
          <ac:picMkLst>
            <pc:docMk/>
            <pc:sldMk cId="1368414199" sldId="9789"/>
            <ac:picMk id="114" creationId="{CFCE4AF1-CA2D-522D-220D-069F45D6D9BD}"/>
          </ac:picMkLst>
        </pc:picChg>
        <pc:picChg chg="mod">
          <ac:chgData name="Macher, Andreas (DI FA CTR PLC PPM)" userId="f1dcac62-7bef-43eb-91f0-927336a1714f" providerId="ADAL" clId="{0ABF9F4E-FE31-462E-9EBD-A50A4418102D}" dt="2022-08-11T08:37:26.142" v="1410" actId="1076"/>
          <ac:picMkLst>
            <pc:docMk/>
            <pc:sldMk cId="1368414199" sldId="9789"/>
            <ac:picMk id="117" creationId="{5C861960-4651-5E85-CE6B-803693AA483B}"/>
          </ac:picMkLst>
        </pc:picChg>
        <pc:picChg chg="mod">
          <ac:chgData name="Macher, Andreas (DI FA CTR PLC PPM)" userId="f1dcac62-7bef-43eb-91f0-927336a1714f" providerId="ADAL" clId="{0ABF9F4E-FE31-462E-9EBD-A50A4418102D}" dt="2022-08-11T08:37:26.142" v="1410" actId="1076"/>
          <ac:picMkLst>
            <pc:docMk/>
            <pc:sldMk cId="1368414199" sldId="9789"/>
            <ac:picMk id="118" creationId="{C566BF90-D0A2-DD80-F599-412A027DBEF5}"/>
          </ac:picMkLst>
        </pc:picChg>
        <pc:picChg chg="mod">
          <ac:chgData name="Macher, Andreas (DI FA CTR PLC PPM)" userId="f1dcac62-7bef-43eb-91f0-927336a1714f" providerId="ADAL" clId="{0ABF9F4E-FE31-462E-9EBD-A50A4418102D}" dt="2022-08-11T08:37:26.142" v="1410" actId="1076"/>
          <ac:picMkLst>
            <pc:docMk/>
            <pc:sldMk cId="1368414199" sldId="9789"/>
            <ac:picMk id="125" creationId="{5080FF50-FCB5-F3CB-313B-16454A412DDD}"/>
          </ac:picMkLst>
        </pc:picChg>
        <pc:picChg chg="mod">
          <ac:chgData name="Macher, Andreas (DI FA CTR PLC PPM)" userId="f1dcac62-7bef-43eb-91f0-927336a1714f" providerId="ADAL" clId="{0ABF9F4E-FE31-462E-9EBD-A50A4418102D}" dt="2022-08-11T08:37:26.142" v="1410" actId="1076"/>
          <ac:picMkLst>
            <pc:docMk/>
            <pc:sldMk cId="1368414199" sldId="9789"/>
            <ac:picMk id="126" creationId="{9B8D9E1F-B1BE-289F-A03D-12C286B0E58F}"/>
          </ac:picMkLst>
        </pc:picChg>
        <pc:picChg chg="mod">
          <ac:chgData name="Macher, Andreas (DI FA CTR PLC PPM)" userId="f1dcac62-7bef-43eb-91f0-927336a1714f" providerId="ADAL" clId="{0ABF9F4E-FE31-462E-9EBD-A50A4418102D}" dt="2022-08-11T08:37:26.142" v="1410" actId="1076"/>
          <ac:picMkLst>
            <pc:docMk/>
            <pc:sldMk cId="1368414199" sldId="9789"/>
            <ac:picMk id="127" creationId="{F1E714F6-7CC7-C6AC-F591-CD4D8A3B8520}"/>
          </ac:picMkLst>
        </pc:picChg>
        <pc:picChg chg="mod">
          <ac:chgData name="Macher, Andreas (DI FA CTR PLC PPM)" userId="f1dcac62-7bef-43eb-91f0-927336a1714f" providerId="ADAL" clId="{0ABF9F4E-FE31-462E-9EBD-A50A4418102D}" dt="2022-08-11T08:37:26.142" v="1410" actId="1076"/>
          <ac:picMkLst>
            <pc:docMk/>
            <pc:sldMk cId="1368414199" sldId="9789"/>
            <ac:picMk id="128" creationId="{3AD4E5FD-3E8B-9F0C-0A5B-5663EB3026ED}"/>
          </ac:picMkLst>
        </pc:picChg>
        <pc:picChg chg="mod">
          <ac:chgData name="Macher, Andreas (DI FA CTR PLC PPM)" userId="f1dcac62-7bef-43eb-91f0-927336a1714f" providerId="ADAL" clId="{0ABF9F4E-FE31-462E-9EBD-A50A4418102D}" dt="2022-08-11T08:37:26.142" v="1410" actId="1076"/>
          <ac:picMkLst>
            <pc:docMk/>
            <pc:sldMk cId="1368414199" sldId="9789"/>
            <ac:picMk id="129" creationId="{95C3A930-B3EE-E9E5-D4A3-3DD799C03BD5}"/>
          </ac:picMkLst>
        </pc:picChg>
        <pc:picChg chg="mod">
          <ac:chgData name="Macher, Andreas (DI FA CTR PLC PPM)" userId="f1dcac62-7bef-43eb-91f0-927336a1714f" providerId="ADAL" clId="{0ABF9F4E-FE31-462E-9EBD-A50A4418102D}" dt="2022-08-11T08:37:26.142" v="1410" actId="1076"/>
          <ac:picMkLst>
            <pc:docMk/>
            <pc:sldMk cId="1368414199" sldId="9789"/>
            <ac:picMk id="130" creationId="{4E086FA8-092E-C562-EDEC-F1E4F2C67955}"/>
          </ac:picMkLst>
        </pc:picChg>
        <pc:picChg chg="mod">
          <ac:chgData name="Macher, Andreas (DI FA CTR PLC PPM)" userId="f1dcac62-7bef-43eb-91f0-927336a1714f" providerId="ADAL" clId="{0ABF9F4E-FE31-462E-9EBD-A50A4418102D}" dt="2022-08-11T08:38:00.640" v="1413" actId="1076"/>
          <ac:picMkLst>
            <pc:docMk/>
            <pc:sldMk cId="1368414199" sldId="9789"/>
            <ac:picMk id="133" creationId="{D6FD104B-D0C9-D8D6-506E-632E36BE570A}"/>
          </ac:picMkLst>
        </pc:picChg>
        <pc:picChg chg="mod">
          <ac:chgData name="Macher, Andreas (DI FA CTR PLC PPM)" userId="f1dcac62-7bef-43eb-91f0-927336a1714f" providerId="ADAL" clId="{0ABF9F4E-FE31-462E-9EBD-A50A4418102D}" dt="2022-08-11T08:38:00.640" v="1413" actId="1076"/>
          <ac:picMkLst>
            <pc:docMk/>
            <pc:sldMk cId="1368414199" sldId="9789"/>
            <ac:picMk id="163" creationId="{EB88F74A-0CBE-49E5-3EF6-DE1BEACC519C}"/>
          </ac:picMkLst>
        </pc:picChg>
        <pc:picChg chg="mod">
          <ac:chgData name="Macher, Andreas (DI FA CTR PLC PPM)" userId="f1dcac62-7bef-43eb-91f0-927336a1714f" providerId="ADAL" clId="{0ABF9F4E-FE31-462E-9EBD-A50A4418102D}" dt="2022-08-11T08:38:00.640" v="1413" actId="1076"/>
          <ac:picMkLst>
            <pc:docMk/>
            <pc:sldMk cId="1368414199" sldId="9789"/>
            <ac:picMk id="165" creationId="{3B573BC9-A730-65F9-1A57-DA058864A688}"/>
          </ac:picMkLst>
        </pc:picChg>
        <pc:picChg chg="mod">
          <ac:chgData name="Macher, Andreas (DI FA CTR PLC PPM)" userId="f1dcac62-7bef-43eb-91f0-927336a1714f" providerId="ADAL" clId="{0ABF9F4E-FE31-462E-9EBD-A50A4418102D}" dt="2022-08-11T08:38:00.640" v="1413" actId="1076"/>
          <ac:picMkLst>
            <pc:docMk/>
            <pc:sldMk cId="1368414199" sldId="9789"/>
            <ac:picMk id="168" creationId="{54E36118-E98F-5D38-2E31-AC5FC4E35728}"/>
          </ac:picMkLst>
        </pc:picChg>
        <pc:picChg chg="mod">
          <ac:chgData name="Macher, Andreas (DI FA CTR PLC PPM)" userId="f1dcac62-7bef-43eb-91f0-927336a1714f" providerId="ADAL" clId="{0ABF9F4E-FE31-462E-9EBD-A50A4418102D}" dt="2022-08-11T08:38:00.640" v="1413" actId="1076"/>
          <ac:picMkLst>
            <pc:docMk/>
            <pc:sldMk cId="1368414199" sldId="9789"/>
            <ac:picMk id="177" creationId="{FD22CCA9-22B1-536F-61E1-DD9E3C8FFF73}"/>
          </ac:picMkLst>
        </pc:picChg>
        <pc:picChg chg="mod">
          <ac:chgData name="Macher, Andreas (DI FA CTR PLC PPM)" userId="f1dcac62-7bef-43eb-91f0-927336a1714f" providerId="ADAL" clId="{0ABF9F4E-FE31-462E-9EBD-A50A4418102D}" dt="2022-08-11T08:38:00.640" v="1413" actId="1076"/>
          <ac:picMkLst>
            <pc:docMk/>
            <pc:sldMk cId="1368414199" sldId="9789"/>
            <ac:picMk id="178" creationId="{62B385D5-79D7-2527-607E-106D493EBC58}"/>
          </ac:picMkLst>
        </pc:picChg>
        <pc:picChg chg="mod">
          <ac:chgData name="Macher, Andreas (DI FA CTR PLC PPM)" userId="f1dcac62-7bef-43eb-91f0-927336a1714f" providerId="ADAL" clId="{0ABF9F4E-FE31-462E-9EBD-A50A4418102D}" dt="2022-08-11T08:38:00.640" v="1413" actId="1076"/>
          <ac:picMkLst>
            <pc:docMk/>
            <pc:sldMk cId="1368414199" sldId="9789"/>
            <ac:picMk id="179" creationId="{C1EAFF27-D4CA-F097-D291-3D682BA0DC39}"/>
          </ac:picMkLst>
        </pc:picChg>
        <pc:picChg chg="mod">
          <ac:chgData name="Macher, Andreas (DI FA CTR PLC PPM)" userId="f1dcac62-7bef-43eb-91f0-927336a1714f" providerId="ADAL" clId="{0ABF9F4E-FE31-462E-9EBD-A50A4418102D}" dt="2022-08-11T08:38:00.640" v="1413" actId="1076"/>
          <ac:picMkLst>
            <pc:docMk/>
            <pc:sldMk cId="1368414199" sldId="9789"/>
            <ac:picMk id="180" creationId="{10E9BC38-EBD8-B58D-B202-498B52439D37}"/>
          </ac:picMkLst>
        </pc:picChg>
        <pc:picChg chg="mod">
          <ac:chgData name="Macher, Andreas (DI FA CTR PLC PPM)" userId="f1dcac62-7bef-43eb-91f0-927336a1714f" providerId="ADAL" clId="{0ABF9F4E-FE31-462E-9EBD-A50A4418102D}" dt="2022-08-11T08:38:00.640" v="1413" actId="1076"/>
          <ac:picMkLst>
            <pc:docMk/>
            <pc:sldMk cId="1368414199" sldId="9789"/>
            <ac:picMk id="181" creationId="{97A32189-FC71-0721-720B-A72EED098464}"/>
          </ac:picMkLst>
        </pc:picChg>
        <pc:picChg chg="mod">
          <ac:chgData name="Macher, Andreas (DI FA CTR PLC PPM)" userId="f1dcac62-7bef-43eb-91f0-927336a1714f" providerId="ADAL" clId="{0ABF9F4E-FE31-462E-9EBD-A50A4418102D}" dt="2022-08-11T08:38:00.640" v="1413" actId="1076"/>
          <ac:picMkLst>
            <pc:docMk/>
            <pc:sldMk cId="1368414199" sldId="9789"/>
            <ac:picMk id="182" creationId="{ED4B4783-E3DF-E7A8-0283-EB381106FDD8}"/>
          </ac:picMkLst>
        </pc:picChg>
        <pc:picChg chg="mod">
          <ac:chgData name="Macher, Andreas (DI FA CTR PLC PPM)" userId="f1dcac62-7bef-43eb-91f0-927336a1714f" providerId="ADAL" clId="{0ABF9F4E-FE31-462E-9EBD-A50A4418102D}" dt="2022-08-11T08:38:08.906" v="1415" actId="1076"/>
          <ac:picMkLst>
            <pc:docMk/>
            <pc:sldMk cId="1368414199" sldId="9789"/>
            <ac:picMk id="185" creationId="{6CBEFE47-30F5-F6B9-839D-AD1554AF6D80}"/>
          </ac:picMkLst>
        </pc:picChg>
        <pc:picChg chg="mod">
          <ac:chgData name="Macher, Andreas (DI FA CTR PLC PPM)" userId="f1dcac62-7bef-43eb-91f0-927336a1714f" providerId="ADAL" clId="{0ABF9F4E-FE31-462E-9EBD-A50A4418102D}" dt="2022-08-11T08:38:08.906" v="1415" actId="1076"/>
          <ac:picMkLst>
            <pc:docMk/>
            <pc:sldMk cId="1368414199" sldId="9789"/>
            <ac:picMk id="193" creationId="{9D298E38-5618-4D0C-B45A-4981191D452B}"/>
          </ac:picMkLst>
        </pc:picChg>
        <pc:picChg chg="mod">
          <ac:chgData name="Macher, Andreas (DI FA CTR PLC PPM)" userId="f1dcac62-7bef-43eb-91f0-927336a1714f" providerId="ADAL" clId="{0ABF9F4E-FE31-462E-9EBD-A50A4418102D}" dt="2022-08-11T08:38:08.906" v="1415" actId="1076"/>
          <ac:picMkLst>
            <pc:docMk/>
            <pc:sldMk cId="1368414199" sldId="9789"/>
            <ac:picMk id="195" creationId="{3E29DAA9-DFC7-A4A6-AF9E-288684DA1666}"/>
          </ac:picMkLst>
        </pc:picChg>
        <pc:picChg chg="mod">
          <ac:chgData name="Macher, Andreas (DI FA CTR PLC PPM)" userId="f1dcac62-7bef-43eb-91f0-927336a1714f" providerId="ADAL" clId="{0ABF9F4E-FE31-462E-9EBD-A50A4418102D}" dt="2022-08-11T08:38:08.906" v="1415" actId="1076"/>
          <ac:picMkLst>
            <pc:docMk/>
            <pc:sldMk cId="1368414199" sldId="9789"/>
            <ac:picMk id="198" creationId="{535E5008-55BC-6969-E541-D4FA64650369}"/>
          </ac:picMkLst>
        </pc:picChg>
        <pc:picChg chg="mod">
          <ac:chgData name="Macher, Andreas (DI FA CTR PLC PPM)" userId="f1dcac62-7bef-43eb-91f0-927336a1714f" providerId="ADAL" clId="{0ABF9F4E-FE31-462E-9EBD-A50A4418102D}" dt="2022-08-11T08:38:08.906" v="1415" actId="1076"/>
          <ac:picMkLst>
            <pc:docMk/>
            <pc:sldMk cId="1368414199" sldId="9789"/>
            <ac:picMk id="206" creationId="{14559C58-798E-39F6-CA39-61C918839F08}"/>
          </ac:picMkLst>
        </pc:picChg>
        <pc:picChg chg="mod">
          <ac:chgData name="Macher, Andreas (DI FA CTR PLC PPM)" userId="f1dcac62-7bef-43eb-91f0-927336a1714f" providerId="ADAL" clId="{0ABF9F4E-FE31-462E-9EBD-A50A4418102D}" dt="2022-08-11T08:38:08.906" v="1415" actId="1076"/>
          <ac:picMkLst>
            <pc:docMk/>
            <pc:sldMk cId="1368414199" sldId="9789"/>
            <ac:picMk id="207" creationId="{46FF9568-AFA8-1439-C7AD-FDE9754E80D9}"/>
          </ac:picMkLst>
        </pc:picChg>
        <pc:picChg chg="mod">
          <ac:chgData name="Macher, Andreas (DI FA CTR PLC PPM)" userId="f1dcac62-7bef-43eb-91f0-927336a1714f" providerId="ADAL" clId="{0ABF9F4E-FE31-462E-9EBD-A50A4418102D}" dt="2022-08-11T08:38:08.906" v="1415" actId="1076"/>
          <ac:picMkLst>
            <pc:docMk/>
            <pc:sldMk cId="1368414199" sldId="9789"/>
            <ac:picMk id="208" creationId="{A096A36E-09C4-7F9B-71E0-6FDFC1A5E00A}"/>
          </ac:picMkLst>
        </pc:picChg>
        <pc:picChg chg="mod">
          <ac:chgData name="Macher, Andreas (DI FA CTR PLC PPM)" userId="f1dcac62-7bef-43eb-91f0-927336a1714f" providerId="ADAL" clId="{0ABF9F4E-FE31-462E-9EBD-A50A4418102D}" dt="2022-08-11T08:38:08.906" v="1415" actId="1076"/>
          <ac:picMkLst>
            <pc:docMk/>
            <pc:sldMk cId="1368414199" sldId="9789"/>
            <ac:picMk id="209" creationId="{EB0D568B-40EC-3750-74BD-6513342DC3AB}"/>
          </ac:picMkLst>
        </pc:picChg>
        <pc:picChg chg="mod">
          <ac:chgData name="Macher, Andreas (DI FA CTR PLC PPM)" userId="f1dcac62-7bef-43eb-91f0-927336a1714f" providerId="ADAL" clId="{0ABF9F4E-FE31-462E-9EBD-A50A4418102D}" dt="2022-08-11T08:38:08.906" v="1415" actId="1076"/>
          <ac:picMkLst>
            <pc:docMk/>
            <pc:sldMk cId="1368414199" sldId="9789"/>
            <ac:picMk id="210" creationId="{12786786-1579-6B22-6FD7-4C1283641A72}"/>
          </ac:picMkLst>
        </pc:picChg>
        <pc:picChg chg="mod">
          <ac:chgData name="Macher, Andreas (DI FA CTR PLC PPM)" userId="f1dcac62-7bef-43eb-91f0-927336a1714f" providerId="ADAL" clId="{0ABF9F4E-FE31-462E-9EBD-A50A4418102D}" dt="2022-08-11T08:38:08.906" v="1415" actId="1076"/>
          <ac:picMkLst>
            <pc:docMk/>
            <pc:sldMk cId="1368414199" sldId="9789"/>
            <ac:picMk id="211" creationId="{97E0AB58-F471-E5C5-74D0-1CAD18EF32A4}"/>
          </ac:picMkLst>
        </pc:picChg>
        <pc:picChg chg="mod">
          <ac:chgData name="Macher, Andreas (DI FA CTR PLC PPM)" userId="f1dcac62-7bef-43eb-91f0-927336a1714f" providerId="ADAL" clId="{0ABF9F4E-FE31-462E-9EBD-A50A4418102D}" dt="2022-08-11T08:44:36.810" v="1636" actId="1037"/>
          <ac:picMkLst>
            <pc:docMk/>
            <pc:sldMk cId="1368414199" sldId="9789"/>
            <ac:picMk id="215" creationId="{CD3C3422-8C6E-2132-F7E1-743C1B76DD17}"/>
          </ac:picMkLst>
        </pc:picChg>
        <pc:picChg chg="mod">
          <ac:chgData name="Macher, Andreas (DI FA CTR PLC PPM)" userId="f1dcac62-7bef-43eb-91f0-927336a1714f" providerId="ADAL" clId="{0ABF9F4E-FE31-462E-9EBD-A50A4418102D}" dt="2022-08-11T08:44:36.810" v="1636" actId="1037"/>
          <ac:picMkLst>
            <pc:docMk/>
            <pc:sldMk cId="1368414199" sldId="9789"/>
            <ac:picMk id="223" creationId="{BD330026-F087-57AC-6BDC-D7611797D19D}"/>
          </ac:picMkLst>
        </pc:picChg>
        <pc:picChg chg="mod">
          <ac:chgData name="Macher, Andreas (DI FA CTR PLC PPM)" userId="f1dcac62-7bef-43eb-91f0-927336a1714f" providerId="ADAL" clId="{0ABF9F4E-FE31-462E-9EBD-A50A4418102D}" dt="2022-08-11T08:44:36.810" v="1636" actId="1037"/>
          <ac:picMkLst>
            <pc:docMk/>
            <pc:sldMk cId="1368414199" sldId="9789"/>
            <ac:picMk id="225" creationId="{EEE13DA0-1A13-CEF6-0897-1907CE0268E0}"/>
          </ac:picMkLst>
        </pc:picChg>
        <pc:picChg chg="mod">
          <ac:chgData name="Macher, Andreas (DI FA CTR PLC PPM)" userId="f1dcac62-7bef-43eb-91f0-927336a1714f" providerId="ADAL" clId="{0ABF9F4E-FE31-462E-9EBD-A50A4418102D}" dt="2022-08-11T08:44:36.810" v="1636" actId="1037"/>
          <ac:picMkLst>
            <pc:docMk/>
            <pc:sldMk cId="1368414199" sldId="9789"/>
            <ac:picMk id="233" creationId="{E7911CB0-F7D4-AF1A-CC98-08D83D9882A4}"/>
          </ac:picMkLst>
        </pc:picChg>
        <pc:picChg chg="mod">
          <ac:chgData name="Macher, Andreas (DI FA CTR PLC PPM)" userId="f1dcac62-7bef-43eb-91f0-927336a1714f" providerId="ADAL" clId="{0ABF9F4E-FE31-462E-9EBD-A50A4418102D}" dt="2022-08-11T08:44:36.810" v="1636" actId="1037"/>
          <ac:picMkLst>
            <pc:docMk/>
            <pc:sldMk cId="1368414199" sldId="9789"/>
            <ac:picMk id="234" creationId="{647BE04C-372D-9510-F094-7C8B428C9884}"/>
          </ac:picMkLst>
        </pc:picChg>
        <pc:picChg chg="mod">
          <ac:chgData name="Macher, Andreas (DI FA CTR PLC PPM)" userId="f1dcac62-7bef-43eb-91f0-927336a1714f" providerId="ADAL" clId="{0ABF9F4E-FE31-462E-9EBD-A50A4418102D}" dt="2022-08-11T08:44:36.810" v="1636" actId="1037"/>
          <ac:picMkLst>
            <pc:docMk/>
            <pc:sldMk cId="1368414199" sldId="9789"/>
            <ac:picMk id="235" creationId="{1422A31B-B344-3751-9AA8-F087836D4991}"/>
          </ac:picMkLst>
        </pc:picChg>
        <pc:picChg chg="mod">
          <ac:chgData name="Macher, Andreas (DI FA CTR PLC PPM)" userId="f1dcac62-7bef-43eb-91f0-927336a1714f" providerId="ADAL" clId="{0ABF9F4E-FE31-462E-9EBD-A50A4418102D}" dt="2022-08-11T08:44:36.810" v="1636" actId="1037"/>
          <ac:picMkLst>
            <pc:docMk/>
            <pc:sldMk cId="1368414199" sldId="9789"/>
            <ac:picMk id="236" creationId="{0130ED86-B044-B481-5B91-D1916D8131AD}"/>
          </ac:picMkLst>
        </pc:picChg>
        <pc:picChg chg="mod">
          <ac:chgData name="Macher, Andreas (DI FA CTR PLC PPM)" userId="f1dcac62-7bef-43eb-91f0-927336a1714f" providerId="ADAL" clId="{0ABF9F4E-FE31-462E-9EBD-A50A4418102D}" dt="2022-08-11T08:44:36.810" v="1636" actId="1037"/>
          <ac:picMkLst>
            <pc:docMk/>
            <pc:sldMk cId="1368414199" sldId="9789"/>
            <ac:picMk id="237" creationId="{2F1C1BEE-B4FA-C7A7-42F4-E5BDC026E19D}"/>
          </ac:picMkLst>
        </pc:picChg>
        <pc:picChg chg="mod">
          <ac:chgData name="Macher, Andreas (DI FA CTR PLC PPM)" userId="f1dcac62-7bef-43eb-91f0-927336a1714f" providerId="ADAL" clId="{0ABF9F4E-FE31-462E-9EBD-A50A4418102D}" dt="2022-08-11T08:44:36.810" v="1636" actId="1037"/>
          <ac:picMkLst>
            <pc:docMk/>
            <pc:sldMk cId="1368414199" sldId="9789"/>
            <ac:picMk id="238" creationId="{3F21B565-B3B6-4A61-F3E3-249D544AFAD6}"/>
          </ac:picMkLst>
        </pc:picChg>
        <pc:picChg chg="mod">
          <ac:chgData name="Macher, Andreas (DI FA CTR PLC PPM)" userId="f1dcac62-7bef-43eb-91f0-927336a1714f" providerId="ADAL" clId="{0ABF9F4E-FE31-462E-9EBD-A50A4418102D}" dt="2022-08-11T08:44:36.810" v="1636" actId="1037"/>
          <ac:picMkLst>
            <pc:docMk/>
            <pc:sldMk cId="1368414199" sldId="9789"/>
            <ac:picMk id="242" creationId="{82E3F43A-BCEF-24B8-BF8E-103D0C497F7B}"/>
          </ac:picMkLst>
        </pc:picChg>
        <pc:picChg chg="mod">
          <ac:chgData name="Macher, Andreas (DI FA CTR PLC PPM)" userId="f1dcac62-7bef-43eb-91f0-927336a1714f" providerId="ADAL" clId="{0ABF9F4E-FE31-462E-9EBD-A50A4418102D}" dt="2022-08-11T08:44:36.810" v="1636" actId="1037"/>
          <ac:picMkLst>
            <pc:docMk/>
            <pc:sldMk cId="1368414199" sldId="9789"/>
            <ac:picMk id="250" creationId="{7F3785F7-81AA-A979-E2B8-57EEFAF68056}"/>
          </ac:picMkLst>
        </pc:picChg>
        <pc:picChg chg="mod">
          <ac:chgData name="Macher, Andreas (DI FA CTR PLC PPM)" userId="f1dcac62-7bef-43eb-91f0-927336a1714f" providerId="ADAL" clId="{0ABF9F4E-FE31-462E-9EBD-A50A4418102D}" dt="2022-08-11T08:44:36.810" v="1636" actId="1037"/>
          <ac:picMkLst>
            <pc:docMk/>
            <pc:sldMk cId="1368414199" sldId="9789"/>
            <ac:picMk id="252" creationId="{2A9B5C9C-DC6E-B934-134C-0607C9DEBBF3}"/>
          </ac:picMkLst>
        </pc:picChg>
        <pc:picChg chg="mod">
          <ac:chgData name="Macher, Andreas (DI FA CTR PLC PPM)" userId="f1dcac62-7bef-43eb-91f0-927336a1714f" providerId="ADAL" clId="{0ABF9F4E-FE31-462E-9EBD-A50A4418102D}" dt="2022-08-11T08:44:36.810" v="1636" actId="1037"/>
          <ac:picMkLst>
            <pc:docMk/>
            <pc:sldMk cId="1368414199" sldId="9789"/>
            <ac:picMk id="260" creationId="{53A3461D-4E07-AE8F-2229-5A96958A8564}"/>
          </ac:picMkLst>
        </pc:picChg>
        <pc:picChg chg="mod">
          <ac:chgData name="Macher, Andreas (DI FA CTR PLC PPM)" userId="f1dcac62-7bef-43eb-91f0-927336a1714f" providerId="ADAL" clId="{0ABF9F4E-FE31-462E-9EBD-A50A4418102D}" dt="2022-08-11T08:44:36.810" v="1636" actId="1037"/>
          <ac:picMkLst>
            <pc:docMk/>
            <pc:sldMk cId="1368414199" sldId="9789"/>
            <ac:picMk id="261" creationId="{3E373F4B-EFE0-B978-4A15-9ED750947A11}"/>
          </ac:picMkLst>
        </pc:picChg>
        <pc:picChg chg="mod">
          <ac:chgData name="Macher, Andreas (DI FA CTR PLC PPM)" userId="f1dcac62-7bef-43eb-91f0-927336a1714f" providerId="ADAL" clId="{0ABF9F4E-FE31-462E-9EBD-A50A4418102D}" dt="2022-08-11T08:44:36.810" v="1636" actId="1037"/>
          <ac:picMkLst>
            <pc:docMk/>
            <pc:sldMk cId="1368414199" sldId="9789"/>
            <ac:picMk id="262" creationId="{BB782834-06BF-6A4D-4BCA-F31B1B85745E}"/>
          </ac:picMkLst>
        </pc:picChg>
        <pc:picChg chg="mod">
          <ac:chgData name="Macher, Andreas (DI FA CTR PLC PPM)" userId="f1dcac62-7bef-43eb-91f0-927336a1714f" providerId="ADAL" clId="{0ABF9F4E-FE31-462E-9EBD-A50A4418102D}" dt="2022-08-11T08:44:36.810" v="1636" actId="1037"/>
          <ac:picMkLst>
            <pc:docMk/>
            <pc:sldMk cId="1368414199" sldId="9789"/>
            <ac:picMk id="263" creationId="{ABA0B4A7-0909-1797-5C8E-9CCED2E1BB94}"/>
          </ac:picMkLst>
        </pc:picChg>
        <pc:picChg chg="mod">
          <ac:chgData name="Macher, Andreas (DI FA CTR PLC PPM)" userId="f1dcac62-7bef-43eb-91f0-927336a1714f" providerId="ADAL" clId="{0ABF9F4E-FE31-462E-9EBD-A50A4418102D}" dt="2022-08-11T08:44:36.810" v="1636" actId="1037"/>
          <ac:picMkLst>
            <pc:docMk/>
            <pc:sldMk cId="1368414199" sldId="9789"/>
            <ac:picMk id="264" creationId="{6062720C-2728-F8A4-7CE7-9214E70E0FED}"/>
          </ac:picMkLst>
        </pc:picChg>
        <pc:picChg chg="mod">
          <ac:chgData name="Macher, Andreas (DI FA CTR PLC PPM)" userId="f1dcac62-7bef-43eb-91f0-927336a1714f" providerId="ADAL" clId="{0ABF9F4E-FE31-462E-9EBD-A50A4418102D}" dt="2022-08-11T08:44:36.810" v="1636" actId="1037"/>
          <ac:picMkLst>
            <pc:docMk/>
            <pc:sldMk cId="1368414199" sldId="9789"/>
            <ac:picMk id="265" creationId="{69A167DD-3582-A75B-9807-647984A2EAAA}"/>
          </ac:picMkLst>
        </pc:picChg>
        <pc:cxnChg chg="add del mod">
          <ac:chgData name="Macher, Andreas (DI FA CTR PLC PPM)" userId="f1dcac62-7bef-43eb-91f0-927336a1714f" providerId="ADAL" clId="{0ABF9F4E-FE31-462E-9EBD-A50A4418102D}" dt="2022-08-11T08:38:14.189" v="1416" actId="478"/>
          <ac:cxnSpMkLst>
            <pc:docMk/>
            <pc:sldMk cId="1368414199" sldId="9789"/>
            <ac:cxnSpMk id="5" creationId="{53FFCF05-59C1-BD12-4651-B9D2E626B171}"/>
          </ac:cxnSpMkLst>
        </pc:cxnChg>
        <pc:cxnChg chg="mod">
          <ac:chgData name="Macher, Andreas (DI FA CTR PLC PPM)" userId="f1dcac62-7bef-43eb-91f0-927336a1714f" providerId="ADAL" clId="{0ABF9F4E-FE31-462E-9EBD-A50A4418102D}" dt="2022-08-11T08:37:26.142" v="1410" actId="1076"/>
          <ac:cxnSpMkLst>
            <pc:docMk/>
            <pc:sldMk cId="1368414199" sldId="9789"/>
            <ac:cxnSpMk id="115" creationId="{B4633A6F-AB90-0F6E-D4C3-177F817DBC95}"/>
          </ac:cxnSpMkLst>
        </pc:cxnChg>
        <pc:cxnChg chg="mod">
          <ac:chgData name="Macher, Andreas (DI FA CTR PLC PPM)" userId="f1dcac62-7bef-43eb-91f0-927336a1714f" providerId="ADAL" clId="{0ABF9F4E-FE31-462E-9EBD-A50A4418102D}" dt="2022-08-11T08:37:26.142" v="1410" actId="1076"/>
          <ac:cxnSpMkLst>
            <pc:docMk/>
            <pc:sldMk cId="1368414199" sldId="9789"/>
            <ac:cxnSpMk id="116" creationId="{B020585A-94D1-9084-24BB-5CE1E05D3CB4}"/>
          </ac:cxnSpMkLst>
        </pc:cxnChg>
        <pc:cxnChg chg="mod">
          <ac:chgData name="Macher, Andreas (DI FA CTR PLC PPM)" userId="f1dcac62-7bef-43eb-91f0-927336a1714f" providerId="ADAL" clId="{0ABF9F4E-FE31-462E-9EBD-A50A4418102D}" dt="2022-08-11T08:37:26.142" v="1410" actId="1076"/>
          <ac:cxnSpMkLst>
            <pc:docMk/>
            <pc:sldMk cId="1368414199" sldId="9789"/>
            <ac:cxnSpMk id="120" creationId="{92BF2117-D0CE-3668-033C-7AD7683AF3A7}"/>
          </ac:cxnSpMkLst>
        </pc:cxnChg>
        <pc:cxnChg chg="mod">
          <ac:chgData name="Macher, Andreas (DI FA CTR PLC PPM)" userId="f1dcac62-7bef-43eb-91f0-927336a1714f" providerId="ADAL" clId="{0ABF9F4E-FE31-462E-9EBD-A50A4418102D}" dt="2022-08-11T08:37:26.142" v="1410" actId="1076"/>
          <ac:cxnSpMkLst>
            <pc:docMk/>
            <pc:sldMk cId="1368414199" sldId="9789"/>
            <ac:cxnSpMk id="121" creationId="{BCD64F98-7956-2D44-FA5C-4CCB273E20D8}"/>
          </ac:cxnSpMkLst>
        </pc:cxnChg>
        <pc:cxnChg chg="mod">
          <ac:chgData name="Macher, Andreas (DI FA CTR PLC PPM)" userId="f1dcac62-7bef-43eb-91f0-927336a1714f" providerId="ADAL" clId="{0ABF9F4E-FE31-462E-9EBD-A50A4418102D}" dt="2022-08-11T08:37:26.142" v="1410" actId="1076"/>
          <ac:cxnSpMkLst>
            <pc:docMk/>
            <pc:sldMk cId="1368414199" sldId="9789"/>
            <ac:cxnSpMk id="123" creationId="{A887AF52-ADFF-DF69-0C00-AFA455ABD851}"/>
          </ac:cxnSpMkLst>
        </pc:cxnChg>
        <pc:cxnChg chg="mod">
          <ac:chgData name="Macher, Andreas (DI FA CTR PLC PPM)" userId="f1dcac62-7bef-43eb-91f0-927336a1714f" providerId="ADAL" clId="{0ABF9F4E-FE31-462E-9EBD-A50A4418102D}" dt="2022-08-11T08:37:26.142" v="1410" actId="1076"/>
          <ac:cxnSpMkLst>
            <pc:docMk/>
            <pc:sldMk cId="1368414199" sldId="9789"/>
            <ac:cxnSpMk id="124" creationId="{7C71124E-8F96-6935-CC22-5F3C70575A20}"/>
          </ac:cxnSpMkLst>
        </pc:cxnChg>
        <pc:cxnChg chg="mod">
          <ac:chgData name="Macher, Andreas (DI FA CTR PLC PPM)" userId="f1dcac62-7bef-43eb-91f0-927336a1714f" providerId="ADAL" clId="{0ABF9F4E-FE31-462E-9EBD-A50A4418102D}" dt="2022-08-11T08:38:58.462" v="1420" actId="693"/>
          <ac:cxnSpMkLst>
            <pc:docMk/>
            <pc:sldMk cId="1368414199" sldId="9789"/>
            <ac:cxnSpMk id="164" creationId="{FA3E6D21-A3F3-9F69-A7AD-AC6441424D38}"/>
          </ac:cxnSpMkLst>
        </pc:cxnChg>
        <pc:cxnChg chg="mod">
          <ac:chgData name="Macher, Andreas (DI FA CTR PLC PPM)" userId="f1dcac62-7bef-43eb-91f0-927336a1714f" providerId="ADAL" clId="{0ABF9F4E-FE31-462E-9EBD-A50A4418102D}" dt="2022-08-11T08:38:00.640" v="1413" actId="1076"/>
          <ac:cxnSpMkLst>
            <pc:docMk/>
            <pc:sldMk cId="1368414199" sldId="9789"/>
            <ac:cxnSpMk id="169" creationId="{AA041ABE-3E5C-3264-5990-FA88B3076473}"/>
          </ac:cxnSpMkLst>
        </pc:cxnChg>
        <pc:cxnChg chg="mod">
          <ac:chgData name="Macher, Andreas (DI FA CTR PLC PPM)" userId="f1dcac62-7bef-43eb-91f0-927336a1714f" providerId="ADAL" clId="{0ABF9F4E-FE31-462E-9EBD-A50A4418102D}" dt="2022-08-11T08:38:00.640" v="1413" actId="1076"/>
          <ac:cxnSpMkLst>
            <pc:docMk/>
            <pc:sldMk cId="1368414199" sldId="9789"/>
            <ac:cxnSpMk id="171" creationId="{CA1475E7-5196-C9A0-77FE-8E8A8DF25B7E}"/>
          </ac:cxnSpMkLst>
        </pc:cxnChg>
        <pc:cxnChg chg="mod">
          <ac:chgData name="Macher, Andreas (DI FA CTR PLC PPM)" userId="f1dcac62-7bef-43eb-91f0-927336a1714f" providerId="ADAL" clId="{0ABF9F4E-FE31-462E-9EBD-A50A4418102D}" dt="2022-08-11T08:38:00.640" v="1413" actId="1076"/>
          <ac:cxnSpMkLst>
            <pc:docMk/>
            <pc:sldMk cId="1368414199" sldId="9789"/>
            <ac:cxnSpMk id="172" creationId="{AF4B47CF-FBAA-F008-3248-58FF938CABEE}"/>
          </ac:cxnSpMkLst>
        </pc:cxnChg>
        <pc:cxnChg chg="mod">
          <ac:chgData name="Macher, Andreas (DI FA CTR PLC PPM)" userId="f1dcac62-7bef-43eb-91f0-927336a1714f" providerId="ADAL" clId="{0ABF9F4E-FE31-462E-9EBD-A50A4418102D}" dt="2022-08-11T08:38:00.640" v="1413" actId="1076"/>
          <ac:cxnSpMkLst>
            <pc:docMk/>
            <pc:sldMk cId="1368414199" sldId="9789"/>
            <ac:cxnSpMk id="174" creationId="{0887F320-FF26-529F-65D8-6D70E6D79B5A}"/>
          </ac:cxnSpMkLst>
        </pc:cxnChg>
        <pc:cxnChg chg="mod">
          <ac:chgData name="Macher, Andreas (DI FA CTR PLC PPM)" userId="f1dcac62-7bef-43eb-91f0-927336a1714f" providerId="ADAL" clId="{0ABF9F4E-FE31-462E-9EBD-A50A4418102D}" dt="2022-08-11T08:38:00.640" v="1413" actId="1076"/>
          <ac:cxnSpMkLst>
            <pc:docMk/>
            <pc:sldMk cId="1368414199" sldId="9789"/>
            <ac:cxnSpMk id="176" creationId="{5C111BC2-0F66-2ED0-B916-AC805BB764FF}"/>
          </ac:cxnSpMkLst>
        </pc:cxnChg>
        <pc:cxnChg chg="mod">
          <ac:chgData name="Macher, Andreas (DI FA CTR PLC PPM)" userId="f1dcac62-7bef-43eb-91f0-927336a1714f" providerId="ADAL" clId="{0ABF9F4E-FE31-462E-9EBD-A50A4418102D}" dt="2022-08-11T08:38:08.906" v="1415" actId="1076"/>
          <ac:cxnSpMkLst>
            <pc:docMk/>
            <pc:sldMk cId="1368414199" sldId="9789"/>
            <ac:cxnSpMk id="194" creationId="{23D8CFDA-3470-9365-B8FE-C69CBFEB5430}"/>
          </ac:cxnSpMkLst>
        </pc:cxnChg>
        <pc:cxnChg chg="mod">
          <ac:chgData name="Macher, Andreas (DI FA CTR PLC PPM)" userId="f1dcac62-7bef-43eb-91f0-927336a1714f" providerId="ADAL" clId="{0ABF9F4E-FE31-462E-9EBD-A50A4418102D}" dt="2022-08-11T08:38:08.906" v="1415" actId="1076"/>
          <ac:cxnSpMkLst>
            <pc:docMk/>
            <pc:sldMk cId="1368414199" sldId="9789"/>
            <ac:cxnSpMk id="199" creationId="{834D03E6-5FFE-132F-3523-EB439E60A27A}"/>
          </ac:cxnSpMkLst>
        </pc:cxnChg>
        <pc:cxnChg chg="mod">
          <ac:chgData name="Macher, Andreas (DI FA CTR PLC PPM)" userId="f1dcac62-7bef-43eb-91f0-927336a1714f" providerId="ADAL" clId="{0ABF9F4E-FE31-462E-9EBD-A50A4418102D}" dt="2022-08-11T08:38:08.906" v="1415" actId="1076"/>
          <ac:cxnSpMkLst>
            <pc:docMk/>
            <pc:sldMk cId="1368414199" sldId="9789"/>
            <ac:cxnSpMk id="201" creationId="{3612BA74-8A77-1A82-AAA3-66543F2515A4}"/>
          </ac:cxnSpMkLst>
        </pc:cxnChg>
        <pc:cxnChg chg="mod">
          <ac:chgData name="Macher, Andreas (DI FA CTR PLC PPM)" userId="f1dcac62-7bef-43eb-91f0-927336a1714f" providerId="ADAL" clId="{0ABF9F4E-FE31-462E-9EBD-A50A4418102D}" dt="2022-08-11T08:38:08.906" v="1415" actId="1076"/>
          <ac:cxnSpMkLst>
            <pc:docMk/>
            <pc:sldMk cId="1368414199" sldId="9789"/>
            <ac:cxnSpMk id="202" creationId="{07368065-1C12-BAE0-76EC-89C2847D77EF}"/>
          </ac:cxnSpMkLst>
        </pc:cxnChg>
        <pc:cxnChg chg="mod">
          <ac:chgData name="Macher, Andreas (DI FA CTR PLC PPM)" userId="f1dcac62-7bef-43eb-91f0-927336a1714f" providerId="ADAL" clId="{0ABF9F4E-FE31-462E-9EBD-A50A4418102D}" dt="2022-08-11T08:38:08.906" v="1415" actId="1076"/>
          <ac:cxnSpMkLst>
            <pc:docMk/>
            <pc:sldMk cId="1368414199" sldId="9789"/>
            <ac:cxnSpMk id="204" creationId="{5142BC70-EBAC-79F2-8D5F-FF178094EB54}"/>
          </ac:cxnSpMkLst>
        </pc:cxnChg>
        <pc:cxnChg chg="mod">
          <ac:chgData name="Macher, Andreas (DI FA CTR PLC PPM)" userId="f1dcac62-7bef-43eb-91f0-927336a1714f" providerId="ADAL" clId="{0ABF9F4E-FE31-462E-9EBD-A50A4418102D}" dt="2022-08-11T08:38:08.906" v="1415" actId="1076"/>
          <ac:cxnSpMkLst>
            <pc:docMk/>
            <pc:sldMk cId="1368414199" sldId="9789"/>
            <ac:cxnSpMk id="205" creationId="{E80A42EA-87F8-9780-30BC-8DB56BF5998B}"/>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24" creationId="{48F0AA06-C82E-51E3-2D01-87A6ADE1222E}"/>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28" creationId="{69D2BBA5-1D5A-4BB9-235B-EC1D895C1C03}"/>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29" creationId="{080A20FC-057A-BA7C-C42C-DABCFB1EAC73}"/>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31" creationId="{84B3BF45-9FE9-7C12-4EA0-123C30E4ED72}"/>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32" creationId="{53440CCD-B00B-4B5F-C755-AE16DF77A496}"/>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51" creationId="{61F88D5F-9B10-4C41-DA68-E4C8E710A9C2}"/>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55" creationId="{E4776A55-9BAD-0270-EC5B-3A3D06B47468}"/>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56" creationId="{2A7B863E-BE84-3D03-129A-882C3C6366F1}"/>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58" creationId="{057AE051-12FA-83BD-C8AE-A3B9E5B718D6}"/>
          </ac:cxnSpMkLst>
        </pc:cxnChg>
        <pc:cxnChg chg="mod">
          <ac:chgData name="Macher, Andreas (DI FA CTR PLC PPM)" userId="f1dcac62-7bef-43eb-91f0-927336a1714f" providerId="ADAL" clId="{0ABF9F4E-FE31-462E-9EBD-A50A4418102D}" dt="2022-08-11T08:44:36.810" v="1636" actId="1037"/>
          <ac:cxnSpMkLst>
            <pc:docMk/>
            <pc:sldMk cId="1368414199" sldId="9789"/>
            <ac:cxnSpMk id="259" creationId="{35FA71C0-C70B-6193-A648-27B8FF28F900}"/>
          </ac:cxnSpMkLst>
        </pc:cxnChg>
      </pc:sldChg>
      <pc:sldChg chg="addSp delSp modSp add mod">
        <pc:chgData name="Macher, Andreas (DI FA CTR PLC PPM)" userId="f1dcac62-7bef-43eb-91f0-927336a1714f" providerId="ADAL" clId="{0ABF9F4E-FE31-462E-9EBD-A50A4418102D}" dt="2022-08-11T10:04:30.784" v="2250" actId="478"/>
        <pc:sldMkLst>
          <pc:docMk/>
          <pc:sldMk cId="3315452300" sldId="9790"/>
        </pc:sldMkLst>
        <pc:spChg chg="mod">
          <ac:chgData name="Macher, Andreas (DI FA CTR PLC PPM)" userId="f1dcac62-7bef-43eb-91f0-927336a1714f" providerId="ADAL" clId="{0ABF9F4E-FE31-462E-9EBD-A50A4418102D}" dt="2022-08-11T09:56:04.273" v="2135" actId="207"/>
          <ac:spMkLst>
            <pc:docMk/>
            <pc:sldMk cId="3315452300" sldId="9790"/>
            <ac:spMk id="2" creationId="{54EDA1C3-1779-4464-9AE9-DF1453500F02}"/>
          </ac:spMkLst>
        </pc:spChg>
        <pc:spChg chg="mod ord">
          <ac:chgData name="Macher, Andreas (DI FA CTR PLC PPM)" userId="f1dcac62-7bef-43eb-91f0-927336a1714f" providerId="ADAL" clId="{0ABF9F4E-FE31-462E-9EBD-A50A4418102D}" dt="2022-08-11T08:52:27.975" v="1765" actId="1076"/>
          <ac:spMkLst>
            <pc:docMk/>
            <pc:sldMk cId="3315452300" sldId="9790"/>
            <ac:spMk id="62" creationId="{8E1C71AA-F011-DF29-D4B4-8E3E91820E25}"/>
          </ac:spMkLst>
        </pc:spChg>
        <pc:spChg chg="mod">
          <ac:chgData name="Macher, Andreas (DI FA CTR PLC PPM)" userId="f1dcac62-7bef-43eb-91f0-927336a1714f" providerId="ADAL" clId="{0ABF9F4E-FE31-462E-9EBD-A50A4418102D}" dt="2022-08-11T08:49:33.869" v="1667" actId="20577"/>
          <ac:spMkLst>
            <pc:docMk/>
            <pc:sldMk cId="3315452300" sldId="9790"/>
            <ac:spMk id="63" creationId="{4E216842-6F7A-12ED-792E-1E6E28F863A4}"/>
          </ac:spMkLst>
        </pc:spChg>
        <pc:spChg chg="mod">
          <ac:chgData name="Macher, Andreas (DI FA CTR PLC PPM)" userId="f1dcac62-7bef-43eb-91f0-927336a1714f" providerId="ADAL" clId="{0ABF9F4E-FE31-462E-9EBD-A50A4418102D}" dt="2022-08-11T10:04:05.324" v="2246" actId="6549"/>
          <ac:spMkLst>
            <pc:docMk/>
            <pc:sldMk cId="3315452300" sldId="9790"/>
            <ac:spMk id="93" creationId="{0C5BE033-E641-9BDB-6F97-829165A6A927}"/>
          </ac:spMkLst>
        </pc:spChg>
        <pc:spChg chg="add mod">
          <ac:chgData name="Macher, Andreas (DI FA CTR PLC PPM)" userId="f1dcac62-7bef-43eb-91f0-927336a1714f" providerId="ADAL" clId="{0ABF9F4E-FE31-462E-9EBD-A50A4418102D}" dt="2022-08-11T08:51:56.926" v="1741"/>
          <ac:spMkLst>
            <pc:docMk/>
            <pc:sldMk cId="3315452300" sldId="9790"/>
            <ac:spMk id="101" creationId="{26CFF4B5-8DFF-AF61-8855-4D60CBBC573F}"/>
          </ac:spMkLst>
        </pc:spChg>
        <pc:spChg chg="mod">
          <ac:chgData name="Macher, Andreas (DI FA CTR PLC PPM)" userId="f1dcac62-7bef-43eb-91f0-927336a1714f" providerId="ADAL" clId="{0ABF9F4E-FE31-462E-9EBD-A50A4418102D}" dt="2022-08-11T10:01:34.043" v="2203"/>
          <ac:spMkLst>
            <pc:docMk/>
            <pc:sldMk cId="3315452300" sldId="9790"/>
            <ac:spMk id="106" creationId="{D0172F28-3D0C-6EAA-BAFC-F3DC5A0ABC2F}"/>
          </ac:spMkLst>
        </pc:spChg>
        <pc:spChg chg="mod">
          <ac:chgData name="Macher, Andreas (DI FA CTR PLC PPM)" userId="f1dcac62-7bef-43eb-91f0-927336a1714f" providerId="ADAL" clId="{0ABF9F4E-FE31-462E-9EBD-A50A4418102D}" dt="2022-08-11T10:01:34.043" v="2203"/>
          <ac:spMkLst>
            <pc:docMk/>
            <pc:sldMk cId="3315452300" sldId="9790"/>
            <ac:spMk id="107" creationId="{33892B96-EB91-4B0B-0C68-374708C40BDE}"/>
          </ac:spMkLst>
        </pc:spChg>
        <pc:spChg chg="mod">
          <ac:chgData name="Macher, Andreas (DI FA CTR PLC PPM)" userId="f1dcac62-7bef-43eb-91f0-927336a1714f" providerId="ADAL" clId="{0ABF9F4E-FE31-462E-9EBD-A50A4418102D}" dt="2022-08-11T10:01:34.043" v="2203"/>
          <ac:spMkLst>
            <pc:docMk/>
            <pc:sldMk cId="3315452300" sldId="9790"/>
            <ac:spMk id="109" creationId="{72DA964E-9342-6B99-C36F-D849B2D755EE}"/>
          </ac:spMkLst>
        </pc:spChg>
        <pc:spChg chg="mod">
          <ac:chgData name="Macher, Andreas (DI FA CTR PLC PPM)" userId="f1dcac62-7bef-43eb-91f0-927336a1714f" providerId="ADAL" clId="{0ABF9F4E-FE31-462E-9EBD-A50A4418102D}" dt="2022-08-11T10:01:34.043" v="2203"/>
          <ac:spMkLst>
            <pc:docMk/>
            <pc:sldMk cId="3315452300" sldId="9790"/>
            <ac:spMk id="110" creationId="{FDF0DE14-6CD1-9B7B-E73C-F2EDA2A6EE30}"/>
          </ac:spMkLst>
        </pc:spChg>
        <pc:spChg chg="mod">
          <ac:chgData name="Macher, Andreas (DI FA CTR PLC PPM)" userId="f1dcac62-7bef-43eb-91f0-927336a1714f" providerId="ADAL" clId="{0ABF9F4E-FE31-462E-9EBD-A50A4418102D}" dt="2022-08-11T10:04:08.933" v="2247" actId="6549"/>
          <ac:spMkLst>
            <pc:docMk/>
            <pc:sldMk cId="3315452300" sldId="9790"/>
            <ac:spMk id="134" creationId="{F9A4E765-9B89-2FA3-2A5A-628151245B75}"/>
          </ac:spMkLst>
        </pc:spChg>
        <pc:spChg chg="mod">
          <ac:chgData name="Macher, Andreas (DI FA CTR PLC PPM)" userId="f1dcac62-7bef-43eb-91f0-927336a1714f" providerId="ADAL" clId="{0ABF9F4E-FE31-462E-9EBD-A50A4418102D}" dt="2022-08-11T10:01:34.043" v="2203"/>
          <ac:spMkLst>
            <pc:docMk/>
            <pc:sldMk cId="3315452300" sldId="9790"/>
            <ac:spMk id="138" creationId="{03CA8E26-FEBD-49BC-F2F6-4983667FA320}"/>
          </ac:spMkLst>
        </pc:spChg>
        <pc:spChg chg="mod">
          <ac:chgData name="Macher, Andreas (DI FA CTR PLC PPM)" userId="f1dcac62-7bef-43eb-91f0-927336a1714f" providerId="ADAL" clId="{0ABF9F4E-FE31-462E-9EBD-A50A4418102D}" dt="2022-08-11T10:01:34.043" v="2203"/>
          <ac:spMkLst>
            <pc:docMk/>
            <pc:sldMk cId="3315452300" sldId="9790"/>
            <ac:spMk id="139" creationId="{48D8DD56-8DA2-8E24-E2A3-F2DE3D9F737B}"/>
          </ac:spMkLst>
        </pc:spChg>
        <pc:spChg chg="mod">
          <ac:chgData name="Macher, Andreas (DI FA CTR PLC PPM)" userId="f1dcac62-7bef-43eb-91f0-927336a1714f" providerId="ADAL" clId="{0ABF9F4E-FE31-462E-9EBD-A50A4418102D}" dt="2022-08-11T10:03:55.720" v="2242"/>
          <ac:spMkLst>
            <pc:docMk/>
            <pc:sldMk cId="3315452300" sldId="9790"/>
            <ac:spMk id="141" creationId="{6C7CB3E2-2FC9-B2EE-3A2D-8DE7AA7B5C04}"/>
          </ac:spMkLst>
        </pc:spChg>
        <pc:spChg chg="mod">
          <ac:chgData name="Macher, Andreas (DI FA CTR PLC PPM)" userId="f1dcac62-7bef-43eb-91f0-927336a1714f" providerId="ADAL" clId="{0ABF9F4E-FE31-462E-9EBD-A50A4418102D}" dt="2022-08-11T10:03:55.720" v="2242"/>
          <ac:spMkLst>
            <pc:docMk/>
            <pc:sldMk cId="3315452300" sldId="9790"/>
            <ac:spMk id="142" creationId="{5FDAD6CA-B019-EE6D-D0E6-42FAD935A8DE}"/>
          </ac:spMkLst>
        </pc:spChg>
        <pc:spChg chg="mod">
          <ac:chgData name="Macher, Andreas (DI FA CTR PLC PPM)" userId="f1dcac62-7bef-43eb-91f0-927336a1714f" providerId="ADAL" clId="{0ABF9F4E-FE31-462E-9EBD-A50A4418102D}" dt="2022-08-11T10:03:55.720" v="2242"/>
          <ac:spMkLst>
            <pc:docMk/>
            <pc:sldMk cId="3315452300" sldId="9790"/>
            <ac:spMk id="144" creationId="{9E3C2586-0D64-2F1B-2AF8-0DAC25B27F5F}"/>
          </ac:spMkLst>
        </pc:spChg>
        <pc:spChg chg="mod">
          <ac:chgData name="Macher, Andreas (DI FA CTR PLC PPM)" userId="f1dcac62-7bef-43eb-91f0-927336a1714f" providerId="ADAL" clId="{0ABF9F4E-FE31-462E-9EBD-A50A4418102D}" dt="2022-08-11T10:03:55.720" v="2242"/>
          <ac:spMkLst>
            <pc:docMk/>
            <pc:sldMk cId="3315452300" sldId="9790"/>
            <ac:spMk id="145" creationId="{7884ED9D-1D30-026B-3EFD-9963E0EBBEFD}"/>
          </ac:spMkLst>
        </pc:spChg>
        <pc:spChg chg="mod">
          <ac:chgData name="Macher, Andreas (DI FA CTR PLC PPM)" userId="f1dcac62-7bef-43eb-91f0-927336a1714f" providerId="ADAL" clId="{0ABF9F4E-FE31-462E-9EBD-A50A4418102D}" dt="2022-08-11T10:03:55.720" v="2242"/>
          <ac:spMkLst>
            <pc:docMk/>
            <pc:sldMk cId="3315452300" sldId="9790"/>
            <ac:spMk id="147" creationId="{4C1CA082-32CD-C8EA-0B46-C1E1762CEE3D}"/>
          </ac:spMkLst>
        </pc:spChg>
        <pc:spChg chg="mod">
          <ac:chgData name="Macher, Andreas (DI FA CTR PLC PPM)" userId="f1dcac62-7bef-43eb-91f0-927336a1714f" providerId="ADAL" clId="{0ABF9F4E-FE31-462E-9EBD-A50A4418102D}" dt="2022-08-11T10:03:55.720" v="2242"/>
          <ac:spMkLst>
            <pc:docMk/>
            <pc:sldMk cId="3315452300" sldId="9790"/>
            <ac:spMk id="148" creationId="{893675BB-9D18-F7AE-E883-A7DDE67CA466}"/>
          </ac:spMkLst>
        </pc:spChg>
        <pc:spChg chg="mod">
          <ac:chgData name="Macher, Andreas (DI FA CTR PLC PPM)" userId="f1dcac62-7bef-43eb-91f0-927336a1714f" providerId="ADAL" clId="{0ABF9F4E-FE31-462E-9EBD-A50A4418102D}" dt="2022-08-11T10:04:14.962" v="2249"/>
          <ac:spMkLst>
            <pc:docMk/>
            <pc:sldMk cId="3315452300" sldId="9790"/>
            <ac:spMk id="150" creationId="{754E6EF4-54C0-8EA7-DF2F-4AC7DD70DCAF}"/>
          </ac:spMkLst>
        </pc:spChg>
        <pc:spChg chg="mod">
          <ac:chgData name="Macher, Andreas (DI FA CTR PLC PPM)" userId="f1dcac62-7bef-43eb-91f0-927336a1714f" providerId="ADAL" clId="{0ABF9F4E-FE31-462E-9EBD-A50A4418102D}" dt="2022-08-11T10:04:14.962" v="2249"/>
          <ac:spMkLst>
            <pc:docMk/>
            <pc:sldMk cId="3315452300" sldId="9790"/>
            <ac:spMk id="151" creationId="{973E522F-30B1-2617-60D8-D306F22A7D9D}"/>
          </ac:spMkLst>
        </pc:spChg>
        <pc:spChg chg="mod">
          <ac:chgData name="Macher, Andreas (DI FA CTR PLC PPM)" userId="f1dcac62-7bef-43eb-91f0-927336a1714f" providerId="ADAL" clId="{0ABF9F4E-FE31-462E-9EBD-A50A4418102D}" dt="2022-08-11T10:04:14.962" v="2249"/>
          <ac:spMkLst>
            <pc:docMk/>
            <pc:sldMk cId="3315452300" sldId="9790"/>
            <ac:spMk id="153" creationId="{E913A7B9-B2E7-593E-4E01-3B9F6FAC6EF7}"/>
          </ac:spMkLst>
        </pc:spChg>
        <pc:spChg chg="mod">
          <ac:chgData name="Macher, Andreas (DI FA CTR PLC PPM)" userId="f1dcac62-7bef-43eb-91f0-927336a1714f" providerId="ADAL" clId="{0ABF9F4E-FE31-462E-9EBD-A50A4418102D}" dt="2022-08-11T10:04:14.962" v="2249"/>
          <ac:spMkLst>
            <pc:docMk/>
            <pc:sldMk cId="3315452300" sldId="9790"/>
            <ac:spMk id="154" creationId="{C9F8362B-4A73-9BD4-A11A-0AA25E282585}"/>
          </ac:spMkLst>
        </pc:spChg>
        <pc:spChg chg="mod">
          <ac:chgData name="Macher, Andreas (DI FA CTR PLC PPM)" userId="f1dcac62-7bef-43eb-91f0-927336a1714f" providerId="ADAL" clId="{0ABF9F4E-FE31-462E-9EBD-A50A4418102D}" dt="2022-08-11T10:04:14.962" v="2249"/>
          <ac:spMkLst>
            <pc:docMk/>
            <pc:sldMk cId="3315452300" sldId="9790"/>
            <ac:spMk id="156" creationId="{3E710509-F5B6-E2C9-207E-39046E7C10B1}"/>
          </ac:spMkLst>
        </pc:spChg>
        <pc:spChg chg="mod">
          <ac:chgData name="Macher, Andreas (DI FA CTR PLC PPM)" userId="f1dcac62-7bef-43eb-91f0-927336a1714f" providerId="ADAL" clId="{0ABF9F4E-FE31-462E-9EBD-A50A4418102D}" dt="2022-08-11T10:04:14.962" v="2249"/>
          <ac:spMkLst>
            <pc:docMk/>
            <pc:sldMk cId="3315452300" sldId="9790"/>
            <ac:spMk id="157" creationId="{14897EC0-FB30-EBE5-6EFD-5496E03AE8A5}"/>
          </ac:spMkLst>
        </pc:spChg>
        <pc:spChg chg="mod">
          <ac:chgData name="Macher, Andreas (DI FA CTR PLC PPM)" userId="f1dcac62-7bef-43eb-91f0-927336a1714f" providerId="ADAL" clId="{0ABF9F4E-FE31-462E-9EBD-A50A4418102D}" dt="2022-08-11T08:44:58.782" v="1638" actId="1038"/>
          <ac:spMkLst>
            <pc:docMk/>
            <pc:sldMk cId="3315452300" sldId="9790"/>
            <ac:spMk id="184" creationId="{213E9C88-4016-2DE1-8642-22D509774FE5}"/>
          </ac:spMkLst>
        </pc:spChg>
        <pc:spChg chg="mod">
          <ac:chgData name="Macher, Andreas (DI FA CTR PLC PPM)" userId="f1dcac62-7bef-43eb-91f0-927336a1714f" providerId="ADAL" clId="{0ABF9F4E-FE31-462E-9EBD-A50A4418102D}" dt="2022-08-11T10:04:12.519" v="2248" actId="6549"/>
          <ac:spMkLst>
            <pc:docMk/>
            <pc:sldMk cId="3315452300" sldId="9790"/>
            <ac:spMk id="186" creationId="{37FC0926-132A-1D05-0B6F-A0FF4B5213D1}"/>
          </ac:spMkLst>
        </pc:spChg>
        <pc:spChg chg="mod">
          <ac:chgData name="Macher, Andreas (DI FA CTR PLC PPM)" userId="f1dcac62-7bef-43eb-91f0-927336a1714f" providerId="ADAL" clId="{0ABF9F4E-FE31-462E-9EBD-A50A4418102D}" dt="2022-08-11T08:44:58.782" v="1638" actId="1038"/>
          <ac:spMkLst>
            <pc:docMk/>
            <pc:sldMk cId="3315452300" sldId="9790"/>
            <ac:spMk id="189" creationId="{C5450C9E-019E-68D6-4FA2-99CDC1F473AD}"/>
          </ac:spMkLst>
        </pc:spChg>
        <pc:spChg chg="mod">
          <ac:chgData name="Macher, Andreas (DI FA CTR PLC PPM)" userId="f1dcac62-7bef-43eb-91f0-927336a1714f" providerId="ADAL" clId="{0ABF9F4E-FE31-462E-9EBD-A50A4418102D}" dt="2022-08-11T08:44:58.782" v="1638" actId="1038"/>
          <ac:spMkLst>
            <pc:docMk/>
            <pc:sldMk cId="3315452300" sldId="9790"/>
            <ac:spMk id="190" creationId="{0E855D52-73D2-A305-E384-FF540E450C51}"/>
          </ac:spMkLst>
        </pc:spChg>
        <pc:spChg chg="mod">
          <ac:chgData name="Macher, Andreas (DI FA CTR PLC PPM)" userId="f1dcac62-7bef-43eb-91f0-927336a1714f" providerId="ADAL" clId="{0ABF9F4E-FE31-462E-9EBD-A50A4418102D}" dt="2022-08-11T08:44:58.782" v="1638" actId="1038"/>
          <ac:spMkLst>
            <pc:docMk/>
            <pc:sldMk cId="3315452300" sldId="9790"/>
            <ac:spMk id="196" creationId="{D727A2B6-2339-A1C7-C782-30970AE55F1C}"/>
          </ac:spMkLst>
        </pc:spChg>
        <pc:spChg chg="mod">
          <ac:chgData name="Macher, Andreas (DI FA CTR PLC PPM)" userId="f1dcac62-7bef-43eb-91f0-927336a1714f" providerId="ADAL" clId="{0ABF9F4E-FE31-462E-9EBD-A50A4418102D}" dt="2022-08-11T08:44:58.782" v="1638" actId="1038"/>
          <ac:spMkLst>
            <pc:docMk/>
            <pc:sldMk cId="3315452300" sldId="9790"/>
            <ac:spMk id="197" creationId="{9CEA1668-EB9E-84A1-F5C3-5E4253797CB8}"/>
          </ac:spMkLst>
        </pc:spChg>
        <pc:spChg chg="mod">
          <ac:chgData name="Macher, Andreas (DI FA CTR PLC PPM)" userId="f1dcac62-7bef-43eb-91f0-927336a1714f" providerId="ADAL" clId="{0ABF9F4E-FE31-462E-9EBD-A50A4418102D}" dt="2022-08-11T08:44:58.782" v="1638" actId="1038"/>
          <ac:spMkLst>
            <pc:docMk/>
            <pc:sldMk cId="3315452300" sldId="9790"/>
            <ac:spMk id="200" creationId="{C5B4B7D6-9A49-CF86-899B-6BC1F72784B4}"/>
          </ac:spMkLst>
        </pc:spChg>
        <pc:spChg chg="mod">
          <ac:chgData name="Macher, Andreas (DI FA CTR PLC PPM)" userId="f1dcac62-7bef-43eb-91f0-927336a1714f" providerId="ADAL" clId="{0ABF9F4E-FE31-462E-9EBD-A50A4418102D}" dt="2022-08-11T08:44:58.782" v="1638" actId="1038"/>
          <ac:spMkLst>
            <pc:docMk/>
            <pc:sldMk cId="3315452300" sldId="9790"/>
            <ac:spMk id="203" creationId="{05FF5F10-3B6A-ECAA-B07D-B3A210A9DF83}"/>
          </ac:spMkLst>
        </pc:spChg>
        <pc:grpChg chg="add del mod">
          <ac:chgData name="Macher, Andreas (DI FA CTR PLC PPM)" userId="f1dcac62-7bef-43eb-91f0-927336a1714f" providerId="ADAL" clId="{0ABF9F4E-FE31-462E-9EBD-A50A4418102D}" dt="2022-08-11T10:04:30.784" v="2250" actId="478"/>
          <ac:grpSpMkLst>
            <pc:docMk/>
            <pc:sldMk cId="3315452300" sldId="9790"/>
            <ac:grpSpMk id="102" creationId="{E5C1A31B-046F-124B-E80A-B05C665F08F2}"/>
          </ac:grpSpMkLst>
        </pc:grpChg>
        <pc:grpChg chg="add del mod">
          <ac:chgData name="Macher, Andreas (DI FA CTR PLC PPM)" userId="f1dcac62-7bef-43eb-91f0-927336a1714f" providerId="ADAL" clId="{0ABF9F4E-FE31-462E-9EBD-A50A4418102D}" dt="2022-08-11T10:04:30.784" v="2250" actId="478"/>
          <ac:grpSpMkLst>
            <pc:docMk/>
            <pc:sldMk cId="3315452300" sldId="9790"/>
            <ac:grpSpMk id="108" creationId="{DABDCF96-E31D-77AC-8A0A-F9E14BDB07DA}"/>
          </ac:grpSpMkLst>
        </pc:grpChg>
        <pc:grpChg chg="add del mod">
          <ac:chgData name="Macher, Andreas (DI FA CTR PLC PPM)" userId="f1dcac62-7bef-43eb-91f0-927336a1714f" providerId="ADAL" clId="{0ABF9F4E-FE31-462E-9EBD-A50A4418102D}" dt="2022-08-11T10:04:30.784" v="2250" actId="478"/>
          <ac:grpSpMkLst>
            <pc:docMk/>
            <pc:sldMk cId="3315452300" sldId="9790"/>
            <ac:grpSpMk id="111" creationId="{D495AABA-45C7-5681-C35D-8938B58DC16A}"/>
          </ac:grpSpMkLst>
        </pc:grpChg>
        <pc:grpChg chg="add del mod">
          <ac:chgData name="Macher, Andreas (DI FA CTR PLC PPM)" userId="f1dcac62-7bef-43eb-91f0-927336a1714f" providerId="ADAL" clId="{0ABF9F4E-FE31-462E-9EBD-A50A4418102D}" dt="2022-08-11T10:03:57.552" v="2243"/>
          <ac:grpSpMkLst>
            <pc:docMk/>
            <pc:sldMk cId="3315452300" sldId="9790"/>
            <ac:grpSpMk id="140" creationId="{6C4F32F0-5CE9-FECB-77C5-68F10E271F69}"/>
          </ac:grpSpMkLst>
        </pc:grpChg>
        <pc:grpChg chg="add del mod">
          <ac:chgData name="Macher, Andreas (DI FA CTR PLC PPM)" userId="f1dcac62-7bef-43eb-91f0-927336a1714f" providerId="ADAL" clId="{0ABF9F4E-FE31-462E-9EBD-A50A4418102D}" dt="2022-08-11T10:03:57.552" v="2243"/>
          <ac:grpSpMkLst>
            <pc:docMk/>
            <pc:sldMk cId="3315452300" sldId="9790"/>
            <ac:grpSpMk id="143" creationId="{6D9A89E9-D17B-69B7-2CA0-C654F5369BEC}"/>
          </ac:grpSpMkLst>
        </pc:grpChg>
        <pc:grpChg chg="add del mod">
          <ac:chgData name="Macher, Andreas (DI FA CTR PLC PPM)" userId="f1dcac62-7bef-43eb-91f0-927336a1714f" providerId="ADAL" clId="{0ABF9F4E-FE31-462E-9EBD-A50A4418102D}" dt="2022-08-11T10:03:57.552" v="2243"/>
          <ac:grpSpMkLst>
            <pc:docMk/>
            <pc:sldMk cId="3315452300" sldId="9790"/>
            <ac:grpSpMk id="146" creationId="{8D7DC1E5-077E-5DFE-38E2-741FCD7A674F}"/>
          </ac:grpSpMkLst>
        </pc:grpChg>
        <pc:grpChg chg="add mod">
          <ac:chgData name="Macher, Andreas (DI FA CTR PLC PPM)" userId="f1dcac62-7bef-43eb-91f0-927336a1714f" providerId="ADAL" clId="{0ABF9F4E-FE31-462E-9EBD-A50A4418102D}" dt="2022-08-11T10:04:14.962" v="2249"/>
          <ac:grpSpMkLst>
            <pc:docMk/>
            <pc:sldMk cId="3315452300" sldId="9790"/>
            <ac:grpSpMk id="149" creationId="{E91EFBC8-C739-4793-0589-B201F6F0F206}"/>
          </ac:grpSpMkLst>
        </pc:grpChg>
        <pc:grpChg chg="add mod">
          <ac:chgData name="Macher, Andreas (DI FA CTR PLC PPM)" userId="f1dcac62-7bef-43eb-91f0-927336a1714f" providerId="ADAL" clId="{0ABF9F4E-FE31-462E-9EBD-A50A4418102D}" dt="2022-08-11T10:04:14.962" v="2249"/>
          <ac:grpSpMkLst>
            <pc:docMk/>
            <pc:sldMk cId="3315452300" sldId="9790"/>
            <ac:grpSpMk id="152" creationId="{BDEAA220-04CC-67C5-8E5D-9474648F6A55}"/>
          </ac:grpSpMkLst>
        </pc:grpChg>
        <pc:grpChg chg="add mod">
          <ac:chgData name="Macher, Andreas (DI FA CTR PLC PPM)" userId="f1dcac62-7bef-43eb-91f0-927336a1714f" providerId="ADAL" clId="{0ABF9F4E-FE31-462E-9EBD-A50A4418102D}" dt="2022-08-11T10:04:14.962" v="2249"/>
          <ac:grpSpMkLst>
            <pc:docMk/>
            <pc:sldMk cId="3315452300" sldId="9790"/>
            <ac:grpSpMk id="155" creationId="{ADA74F55-9BD8-8990-9874-893350A7DE17}"/>
          </ac:grpSpMkLst>
        </pc:grpChg>
        <pc:grpChg chg="mod">
          <ac:chgData name="Macher, Andreas (DI FA CTR PLC PPM)" userId="f1dcac62-7bef-43eb-91f0-927336a1714f" providerId="ADAL" clId="{0ABF9F4E-FE31-462E-9EBD-A50A4418102D}" dt="2022-08-11T08:44:58.782" v="1638" actId="1038"/>
          <ac:grpSpMkLst>
            <pc:docMk/>
            <pc:sldMk cId="3315452300" sldId="9790"/>
            <ac:grpSpMk id="183" creationId="{168B457F-42DC-4583-44CE-595A5889D2C2}"/>
          </ac:grpSpMkLst>
        </pc:grpChg>
        <pc:grpChg chg="mod">
          <ac:chgData name="Macher, Andreas (DI FA CTR PLC PPM)" userId="f1dcac62-7bef-43eb-91f0-927336a1714f" providerId="ADAL" clId="{0ABF9F4E-FE31-462E-9EBD-A50A4418102D}" dt="2022-08-11T08:44:58.782" v="1638" actId="1038"/>
          <ac:grpSpMkLst>
            <pc:docMk/>
            <pc:sldMk cId="3315452300" sldId="9790"/>
            <ac:grpSpMk id="187" creationId="{F4BF6C03-5444-456A-F976-7E79C937B2DC}"/>
          </ac:grpSpMkLst>
        </pc:grpChg>
        <pc:grpChg chg="mod">
          <ac:chgData name="Macher, Andreas (DI FA CTR PLC PPM)" userId="f1dcac62-7bef-43eb-91f0-927336a1714f" providerId="ADAL" clId="{0ABF9F4E-FE31-462E-9EBD-A50A4418102D}" dt="2022-08-11T08:44:58.782" v="1638" actId="1038"/>
          <ac:grpSpMkLst>
            <pc:docMk/>
            <pc:sldMk cId="3315452300" sldId="9790"/>
            <ac:grpSpMk id="188" creationId="{654767EF-AA05-962E-5093-2896C0EEA167}"/>
          </ac:grpSpMkLst>
        </pc:grpChg>
        <pc:grpChg chg="mod">
          <ac:chgData name="Macher, Andreas (DI FA CTR PLC PPM)" userId="f1dcac62-7bef-43eb-91f0-927336a1714f" providerId="ADAL" clId="{0ABF9F4E-FE31-462E-9EBD-A50A4418102D}" dt="2022-08-11T08:44:58.782" v="1638" actId="1038"/>
          <ac:grpSpMkLst>
            <pc:docMk/>
            <pc:sldMk cId="3315452300" sldId="9790"/>
            <ac:grpSpMk id="191" creationId="{25EAA55C-2B38-EC50-8BC3-1B9CB189069B}"/>
          </ac:grpSpMkLst>
        </pc:grpChg>
        <pc:grpChg chg="mod">
          <ac:chgData name="Macher, Andreas (DI FA CTR PLC PPM)" userId="f1dcac62-7bef-43eb-91f0-927336a1714f" providerId="ADAL" clId="{0ABF9F4E-FE31-462E-9EBD-A50A4418102D}" dt="2022-08-11T08:44:58.782" v="1638" actId="1038"/>
          <ac:grpSpMkLst>
            <pc:docMk/>
            <pc:sldMk cId="3315452300" sldId="9790"/>
            <ac:grpSpMk id="192" creationId="{98A1B1BA-1D40-0B57-EB8E-0A745A319725}"/>
          </ac:grpSpMkLst>
        </pc:grpChg>
        <pc:graphicFrameChg chg="mod modGraphic">
          <ac:chgData name="Macher, Andreas (DI FA CTR PLC PPM)" userId="f1dcac62-7bef-43eb-91f0-927336a1714f" providerId="ADAL" clId="{0ABF9F4E-FE31-462E-9EBD-A50A4418102D}" dt="2022-08-11T10:04:01.563" v="2245" actId="1076"/>
          <ac:graphicFrameMkLst>
            <pc:docMk/>
            <pc:sldMk cId="3315452300" sldId="9790"/>
            <ac:graphicFrameMk id="43" creationId="{A5482973-ED17-48DF-A2DD-67D2566F6DCD}"/>
          </ac:graphicFrameMkLst>
        </pc:graphicFrameChg>
        <pc:picChg chg="mod">
          <ac:chgData name="Macher, Andreas (DI FA CTR PLC PPM)" userId="f1dcac62-7bef-43eb-91f0-927336a1714f" providerId="ADAL" clId="{0ABF9F4E-FE31-462E-9EBD-A50A4418102D}" dt="2022-08-11T08:44:58.782" v="1638" actId="1038"/>
          <ac:picMkLst>
            <pc:docMk/>
            <pc:sldMk cId="3315452300" sldId="9790"/>
            <ac:picMk id="185" creationId="{6CBEFE47-30F5-F6B9-839D-AD1554AF6D80}"/>
          </ac:picMkLst>
        </pc:picChg>
        <pc:picChg chg="mod">
          <ac:chgData name="Macher, Andreas (DI FA CTR PLC PPM)" userId="f1dcac62-7bef-43eb-91f0-927336a1714f" providerId="ADAL" clId="{0ABF9F4E-FE31-462E-9EBD-A50A4418102D}" dt="2022-08-11T08:44:58.782" v="1638" actId="1038"/>
          <ac:picMkLst>
            <pc:docMk/>
            <pc:sldMk cId="3315452300" sldId="9790"/>
            <ac:picMk id="193" creationId="{9D298E38-5618-4D0C-B45A-4981191D452B}"/>
          </ac:picMkLst>
        </pc:picChg>
        <pc:picChg chg="mod">
          <ac:chgData name="Macher, Andreas (DI FA CTR PLC PPM)" userId="f1dcac62-7bef-43eb-91f0-927336a1714f" providerId="ADAL" clId="{0ABF9F4E-FE31-462E-9EBD-A50A4418102D}" dt="2022-08-11T08:44:58.782" v="1638" actId="1038"/>
          <ac:picMkLst>
            <pc:docMk/>
            <pc:sldMk cId="3315452300" sldId="9790"/>
            <ac:picMk id="195" creationId="{3E29DAA9-DFC7-A4A6-AF9E-288684DA1666}"/>
          </ac:picMkLst>
        </pc:picChg>
        <pc:picChg chg="mod">
          <ac:chgData name="Macher, Andreas (DI FA CTR PLC PPM)" userId="f1dcac62-7bef-43eb-91f0-927336a1714f" providerId="ADAL" clId="{0ABF9F4E-FE31-462E-9EBD-A50A4418102D}" dt="2022-08-11T08:44:58.782" v="1638" actId="1038"/>
          <ac:picMkLst>
            <pc:docMk/>
            <pc:sldMk cId="3315452300" sldId="9790"/>
            <ac:picMk id="198" creationId="{535E5008-55BC-6969-E541-D4FA64650369}"/>
          </ac:picMkLst>
        </pc:picChg>
        <pc:picChg chg="mod">
          <ac:chgData name="Macher, Andreas (DI FA CTR PLC PPM)" userId="f1dcac62-7bef-43eb-91f0-927336a1714f" providerId="ADAL" clId="{0ABF9F4E-FE31-462E-9EBD-A50A4418102D}" dt="2022-08-11T08:44:58.782" v="1638" actId="1038"/>
          <ac:picMkLst>
            <pc:docMk/>
            <pc:sldMk cId="3315452300" sldId="9790"/>
            <ac:picMk id="206" creationId="{14559C58-798E-39F6-CA39-61C918839F08}"/>
          </ac:picMkLst>
        </pc:picChg>
        <pc:picChg chg="mod">
          <ac:chgData name="Macher, Andreas (DI FA CTR PLC PPM)" userId="f1dcac62-7bef-43eb-91f0-927336a1714f" providerId="ADAL" clId="{0ABF9F4E-FE31-462E-9EBD-A50A4418102D}" dt="2022-08-11T08:44:58.782" v="1638" actId="1038"/>
          <ac:picMkLst>
            <pc:docMk/>
            <pc:sldMk cId="3315452300" sldId="9790"/>
            <ac:picMk id="207" creationId="{46FF9568-AFA8-1439-C7AD-FDE9754E80D9}"/>
          </ac:picMkLst>
        </pc:picChg>
        <pc:picChg chg="mod">
          <ac:chgData name="Macher, Andreas (DI FA CTR PLC PPM)" userId="f1dcac62-7bef-43eb-91f0-927336a1714f" providerId="ADAL" clId="{0ABF9F4E-FE31-462E-9EBD-A50A4418102D}" dt="2022-08-11T08:44:58.782" v="1638" actId="1038"/>
          <ac:picMkLst>
            <pc:docMk/>
            <pc:sldMk cId="3315452300" sldId="9790"/>
            <ac:picMk id="208" creationId="{A096A36E-09C4-7F9B-71E0-6FDFC1A5E00A}"/>
          </ac:picMkLst>
        </pc:picChg>
        <pc:picChg chg="mod">
          <ac:chgData name="Macher, Andreas (DI FA CTR PLC PPM)" userId="f1dcac62-7bef-43eb-91f0-927336a1714f" providerId="ADAL" clId="{0ABF9F4E-FE31-462E-9EBD-A50A4418102D}" dt="2022-08-11T08:44:58.782" v="1638" actId="1038"/>
          <ac:picMkLst>
            <pc:docMk/>
            <pc:sldMk cId="3315452300" sldId="9790"/>
            <ac:picMk id="209" creationId="{EB0D568B-40EC-3750-74BD-6513342DC3AB}"/>
          </ac:picMkLst>
        </pc:picChg>
        <pc:picChg chg="mod">
          <ac:chgData name="Macher, Andreas (DI FA CTR PLC PPM)" userId="f1dcac62-7bef-43eb-91f0-927336a1714f" providerId="ADAL" clId="{0ABF9F4E-FE31-462E-9EBD-A50A4418102D}" dt="2022-08-11T08:44:58.782" v="1638" actId="1038"/>
          <ac:picMkLst>
            <pc:docMk/>
            <pc:sldMk cId="3315452300" sldId="9790"/>
            <ac:picMk id="210" creationId="{12786786-1579-6B22-6FD7-4C1283641A72}"/>
          </ac:picMkLst>
        </pc:picChg>
        <pc:picChg chg="mod">
          <ac:chgData name="Macher, Andreas (DI FA CTR PLC PPM)" userId="f1dcac62-7bef-43eb-91f0-927336a1714f" providerId="ADAL" clId="{0ABF9F4E-FE31-462E-9EBD-A50A4418102D}" dt="2022-08-11T08:44:58.782" v="1638" actId="1038"/>
          <ac:picMkLst>
            <pc:docMk/>
            <pc:sldMk cId="3315452300" sldId="9790"/>
            <ac:picMk id="211" creationId="{97E0AB58-F471-E5C5-74D0-1CAD18EF32A4}"/>
          </ac:picMkLst>
        </pc:picChg>
        <pc:cxnChg chg="mod">
          <ac:chgData name="Macher, Andreas (DI FA CTR PLC PPM)" userId="f1dcac62-7bef-43eb-91f0-927336a1714f" providerId="ADAL" clId="{0ABF9F4E-FE31-462E-9EBD-A50A4418102D}" dt="2022-08-11T08:44:58.782" v="1638" actId="1038"/>
          <ac:cxnSpMkLst>
            <pc:docMk/>
            <pc:sldMk cId="3315452300" sldId="9790"/>
            <ac:cxnSpMk id="194" creationId="{23D8CFDA-3470-9365-B8FE-C69CBFEB5430}"/>
          </ac:cxnSpMkLst>
        </pc:cxnChg>
        <pc:cxnChg chg="mod">
          <ac:chgData name="Macher, Andreas (DI FA CTR PLC PPM)" userId="f1dcac62-7bef-43eb-91f0-927336a1714f" providerId="ADAL" clId="{0ABF9F4E-FE31-462E-9EBD-A50A4418102D}" dt="2022-08-11T08:44:58.782" v="1638" actId="1038"/>
          <ac:cxnSpMkLst>
            <pc:docMk/>
            <pc:sldMk cId="3315452300" sldId="9790"/>
            <ac:cxnSpMk id="199" creationId="{834D03E6-5FFE-132F-3523-EB439E60A27A}"/>
          </ac:cxnSpMkLst>
        </pc:cxnChg>
        <pc:cxnChg chg="mod">
          <ac:chgData name="Macher, Andreas (DI FA CTR PLC PPM)" userId="f1dcac62-7bef-43eb-91f0-927336a1714f" providerId="ADAL" clId="{0ABF9F4E-FE31-462E-9EBD-A50A4418102D}" dt="2022-08-11T08:44:58.782" v="1638" actId="1038"/>
          <ac:cxnSpMkLst>
            <pc:docMk/>
            <pc:sldMk cId="3315452300" sldId="9790"/>
            <ac:cxnSpMk id="201" creationId="{3612BA74-8A77-1A82-AAA3-66543F2515A4}"/>
          </ac:cxnSpMkLst>
        </pc:cxnChg>
        <pc:cxnChg chg="mod">
          <ac:chgData name="Macher, Andreas (DI FA CTR PLC PPM)" userId="f1dcac62-7bef-43eb-91f0-927336a1714f" providerId="ADAL" clId="{0ABF9F4E-FE31-462E-9EBD-A50A4418102D}" dt="2022-08-11T08:44:58.782" v="1638" actId="1038"/>
          <ac:cxnSpMkLst>
            <pc:docMk/>
            <pc:sldMk cId="3315452300" sldId="9790"/>
            <ac:cxnSpMk id="202" creationId="{07368065-1C12-BAE0-76EC-89C2847D77EF}"/>
          </ac:cxnSpMkLst>
        </pc:cxnChg>
        <pc:cxnChg chg="mod">
          <ac:chgData name="Macher, Andreas (DI FA CTR PLC PPM)" userId="f1dcac62-7bef-43eb-91f0-927336a1714f" providerId="ADAL" clId="{0ABF9F4E-FE31-462E-9EBD-A50A4418102D}" dt="2022-08-11T08:44:58.782" v="1638" actId="1038"/>
          <ac:cxnSpMkLst>
            <pc:docMk/>
            <pc:sldMk cId="3315452300" sldId="9790"/>
            <ac:cxnSpMk id="204" creationId="{5142BC70-EBAC-79F2-8D5F-FF178094EB54}"/>
          </ac:cxnSpMkLst>
        </pc:cxnChg>
        <pc:cxnChg chg="mod">
          <ac:chgData name="Macher, Andreas (DI FA CTR PLC PPM)" userId="f1dcac62-7bef-43eb-91f0-927336a1714f" providerId="ADAL" clId="{0ABF9F4E-FE31-462E-9EBD-A50A4418102D}" dt="2022-08-11T08:44:58.782" v="1638" actId="1038"/>
          <ac:cxnSpMkLst>
            <pc:docMk/>
            <pc:sldMk cId="3315452300" sldId="9790"/>
            <ac:cxnSpMk id="205" creationId="{E80A42EA-87F8-9780-30BC-8DB56BF5998B}"/>
          </ac:cxnSpMkLst>
        </pc:cxnChg>
      </pc:sldChg>
      <pc:sldChg chg="addSp delSp modSp add mod">
        <pc:chgData name="Macher, Andreas (DI FA CTR PLC PPM)" userId="f1dcac62-7bef-43eb-91f0-927336a1714f" providerId="ADAL" clId="{0ABF9F4E-FE31-462E-9EBD-A50A4418102D}" dt="2022-08-11T11:00:46.146" v="2554"/>
        <pc:sldMkLst>
          <pc:docMk/>
          <pc:sldMk cId="1286651627" sldId="9791"/>
        </pc:sldMkLst>
        <pc:spChg chg="mod">
          <ac:chgData name="Macher, Andreas (DI FA CTR PLC PPM)" userId="f1dcac62-7bef-43eb-91f0-927336a1714f" providerId="ADAL" clId="{0ABF9F4E-FE31-462E-9EBD-A50A4418102D}" dt="2022-08-11T10:05:33.550" v="2253" actId="20577"/>
          <ac:spMkLst>
            <pc:docMk/>
            <pc:sldMk cId="1286651627" sldId="9791"/>
            <ac:spMk id="12" creationId="{AF564EC5-ED64-4093-9F3D-79901D7E9A45}"/>
          </ac:spMkLst>
        </pc:spChg>
        <pc:spChg chg="mod">
          <ac:chgData name="Macher, Andreas (DI FA CTR PLC PPM)" userId="f1dcac62-7bef-43eb-91f0-927336a1714f" providerId="ADAL" clId="{0ABF9F4E-FE31-462E-9EBD-A50A4418102D}" dt="2022-08-11T10:15:16.136" v="2349" actId="14100"/>
          <ac:spMkLst>
            <pc:docMk/>
            <pc:sldMk cId="1286651627" sldId="9791"/>
            <ac:spMk id="23" creationId="{00000000-0000-0000-0000-000000000000}"/>
          </ac:spMkLst>
        </pc:spChg>
        <pc:spChg chg="mod">
          <ac:chgData name="Macher, Andreas (DI FA CTR PLC PPM)" userId="f1dcac62-7bef-43eb-91f0-927336a1714f" providerId="ADAL" clId="{0ABF9F4E-FE31-462E-9EBD-A50A4418102D}" dt="2022-08-11T10:15:16.136" v="2349" actId="14100"/>
          <ac:spMkLst>
            <pc:docMk/>
            <pc:sldMk cId="1286651627" sldId="9791"/>
            <ac:spMk id="27" creationId="{00000000-0000-0000-0000-000000000000}"/>
          </ac:spMkLst>
        </pc:spChg>
        <pc:spChg chg="mod">
          <ac:chgData name="Macher, Andreas (DI FA CTR PLC PPM)" userId="f1dcac62-7bef-43eb-91f0-927336a1714f" providerId="ADAL" clId="{0ABF9F4E-FE31-462E-9EBD-A50A4418102D}" dt="2022-08-11T10:06:35.351" v="2266" actId="6549"/>
          <ac:spMkLst>
            <pc:docMk/>
            <pc:sldMk cId="1286651627" sldId="9791"/>
            <ac:spMk id="29" creationId="{40626CB6-22CA-497D-9A75-D6D5E9A8A850}"/>
          </ac:spMkLst>
        </pc:spChg>
        <pc:spChg chg="mod">
          <ac:chgData name="Macher, Andreas (DI FA CTR PLC PPM)" userId="f1dcac62-7bef-43eb-91f0-927336a1714f" providerId="ADAL" clId="{0ABF9F4E-FE31-462E-9EBD-A50A4418102D}" dt="2022-08-11T10:06:56.208" v="2329"/>
          <ac:spMkLst>
            <pc:docMk/>
            <pc:sldMk cId="1286651627" sldId="9791"/>
            <ac:spMk id="33" creationId="{7EBBB4C7-F964-B0DF-8C13-AF49ADAA15CF}"/>
          </ac:spMkLst>
        </pc:spChg>
        <pc:spChg chg="mod">
          <ac:chgData name="Macher, Andreas (DI FA CTR PLC PPM)" userId="f1dcac62-7bef-43eb-91f0-927336a1714f" providerId="ADAL" clId="{0ABF9F4E-FE31-462E-9EBD-A50A4418102D}" dt="2022-08-11T10:07:07.360" v="2333" actId="20577"/>
          <ac:spMkLst>
            <pc:docMk/>
            <pc:sldMk cId="1286651627" sldId="9791"/>
            <ac:spMk id="34" creationId="{3624EDF7-A9A4-FC8D-8AF5-3337E820613E}"/>
          </ac:spMkLst>
        </pc:spChg>
        <pc:spChg chg="mod">
          <ac:chgData name="Macher, Andreas (DI FA CTR PLC PPM)" userId="f1dcac62-7bef-43eb-91f0-927336a1714f" providerId="ADAL" clId="{0ABF9F4E-FE31-462E-9EBD-A50A4418102D}" dt="2022-08-11T11:00:46.146" v="2554"/>
          <ac:spMkLst>
            <pc:docMk/>
            <pc:sldMk cId="1286651627" sldId="9791"/>
            <ac:spMk id="40" creationId="{6644E2D6-9B1F-4052-CA43-C6F7712B0632}"/>
          </ac:spMkLst>
        </pc:spChg>
        <pc:spChg chg="add mod">
          <ac:chgData name="Macher, Andreas (DI FA CTR PLC PPM)" userId="f1dcac62-7bef-43eb-91f0-927336a1714f" providerId="ADAL" clId="{0ABF9F4E-FE31-462E-9EBD-A50A4418102D}" dt="2022-08-11T10:16:12.483" v="2355"/>
          <ac:spMkLst>
            <pc:docMk/>
            <pc:sldMk cId="1286651627" sldId="9791"/>
            <ac:spMk id="41" creationId="{05167BF7-6139-7273-E193-BB6A86A0AD84}"/>
          </ac:spMkLst>
        </pc:spChg>
        <pc:spChg chg="mod">
          <ac:chgData name="Macher, Andreas (DI FA CTR PLC PPM)" userId="f1dcac62-7bef-43eb-91f0-927336a1714f" providerId="ADAL" clId="{0ABF9F4E-FE31-462E-9EBD-A50A4418102D}" dt="2022-08-11T10:15:16.136" v="2349" actId="14100"/>
          <ac:spMkLst>
            <pc:docMk/>
            <pc:sldMk cId="1286651627" sldId="9791"/>
            <ac:spMk id="89" creationId="{00000000-0000-0000-0000-000000000000}"/>
          </ac:spMkLst>
        </pc:spChg>
        <pc:spChg chg="del">
          <ac:chgData name="Macher, Andreas (DI FA CTR PLC PPM)" userId="f1dcac62-7bef-43eb-91f0-927336a1714f" providerId="ADAL" clId="{0ABF9F4E-FE31-462E-9EBD-A50A4418102D}" dt="2022-08-11T10:06:19.660" v="2264" actId="478"/>
          <ac:spMkLst>
            <pc:docMk/>
            <pc:sldMk cId="1286651627" sldId="9791"/>
            <ac:spMk id="90" creationId="{00000000-0000-0000-0000-000000000000}"/>
          </ac:spMkLst>
        </pc:spChg>
        <pc:spChg chg="del">
          <ac:chgData name="Macher, Andreas (DI FA CTR PLC PPM)" userId="f1dcac62-7bef-43eb-91f0-927336a1714f" providerId="ADAL" clId="{0ABF9F4E-FE31-462E-9EBD-A50A4418102D}" dt="2022-08-11T10:06:19.660" v="2264" actId="478"/>
          <ac:spMkLst>
            <pc:docMk/>
            <pc:sldMk cId="1286651627" sldId="9791"/>
            <ac:spMk id="91" creationId="{00000000-0000-0000-0000-000000000000}"/>
          </ac:spMkLst>
        </pc:spChg>
        <pc:spChg chg="del">
          <ac:chgData name="Macher, Andreas (DI FA CTR PLC PPM)" userId="f1dcac62-7bef-43eb-91f0-927336a1714f" providerId="ADAL" clId="{0ABF9F4E-FE31-462E-9EBD-A50A4418102D}" dt="2022-08-11T10:06:19.660" v="2264" actId="478"/>
          <ac:spMkLst>
            <pc:docMk/>
            <pc:sldMk cId="1286651627" sldId="9791"/>
            <ac:spMk id="93" creationId="{00000000-0000-0000-0000-000000000000}"/>
          </ac:spMkLst>
        </pc:spChg>
        <pc:grpChg chg="mod">
          <ac:chgData name="Macher, Andreas (DI FA CTR PLC PPM)" userId="f1dcac62-7bef-43eb-91f0-927336a1714f" providerId="ADAL" clId="{0ABF9F4E-FE31-462E-9EBD-A50A4418102D}" dt="2022-08-11T10:15:16.136" v="2349" actId="14100"/>
          <ac:grpSpMkLst>
            <pc:docMk/>
            <pc:sldMk cId="1286651627" sldId="9791"/>
            <ac:grpSpMk id="5" creationId="{EB0B1918-3BA9-4316-AEB1-172CC17971FA}"/>
          </ac:grpSpMkLst>
        </pc:grpChg>
        <pc:grpChg chg="del">
          <ac:chgData name="Macher, Andreas (DI FA CTR PLC PPM)" userId="f1dcac62-7bef-43eb-91f0-927336a1714f" providerId="ADAL" clId="{0ABF9F4E-FE31-462E-9EBD-A50A4418102D}" dt="2022-08-11T10:06:19.660" v="2264" actId="478"/>
          <ac:grpSpMkLst>
            <pc:docMk/>
            <pc:sldMk cId="1286651627" sldId="9791"/>
            <ac:grpSpMk id="7" creationId="{DC2BE1C3-4386-4EDA-82CD-357C8F7CD095}"/>
          </ac:grpSpMkLst>
        </pc:grpChg>
        <pc:grpChg chg="mod">
          <ac:chgData name="Macher, Andreas (DI FA CTR PLC PPM)" userId="f1dcac62-7bef-43eb-91f0-927336a1714f" providerId="ADAL" clId="{0ABF9F4E-FE31-462E-9EBD-A50A4418102D}" dt="2022-08-11T10:06:45.773" v="2328" actId="1035"/>
          <ac:grpSpMkLst>
            <pc:docMk/>
            <pc:sldMk cId="1286651627" sldId="9791"/>
            <ac:grpSpMk id="26" creationId="{3F38F9FE-85D9-409E-B2A4-5B967B20730C}"/>
          </ac:grpSpMkLst>
        </pc:grpChg>
        <pc:grpChg chg="add mod">
          <ac:chgData name="Macher, Andreas (DI FA CTR PLC PPM)" userId="f1dcac62-7bef-43eb-91f0-927336a1714f" providerId="ADAL" clId="{0ABF9F4E-FE31-462E-9EBD-A50A4418102D}" dt="2022-08-11T10:07:00.870" v="2330" actId="1076"/>
          <ac:grpSpMkLst>
            <pc:docMk/>
            <pc:sldMk cId="1286651627" sldId="9791"/>
            <ac:grpSpMk id="32" creationId="{DB769886-E068-A742-BBC4-09C9BFE44A72}"/>
          </ac:grpSpMkLst>
        </pc:grpChg>
        <pc:grpChg chg="del">
          <ac:chgData name="Macher, Andreas (DI FA CTR PLC PPM)" userId="f1dcac62-7bef-43eb-91f0-927336a1714f" providerId="ADAL" clId="{0ABF9F4E-FE31-462E-9EBD-A50A4418102D}" dt="2022-08-11T10:06:19.660" v="2264" actId="478"/>
          <ac:grpSpMkLst>
            <pc:docMk/>
            <pc:sldMk cId="1286651627" sldId="9791"/>
            <ac:grpSpMk id="35" creationId="{13A92123-8DFC-4682-A814-1DC817810321}"/>
          </ac:grpSpMkLst>
        </pc:grpChg>
        <pc:picChg chg="del">
          <ac:chgData name="Macher, Andreas (DI FA CTR PLC PPM)" userId="f1dcac62-7bef-43eb-91f0-927336a1714f" providerId="ADAL" clId="{0ABF9F4E-FE31-462E-9EBD-A50A4418102D}" dt="2022-08-11T10:06:19.660" v="2264" actId="478"/>
          <ac:picMkLst>
            <pc:docMk/>
            <pc:sldMk cId="1286651627" sldId="9791"/>
            <ac:picMk id="3" creationId="{610ED3D1-0CFD-4A28-BED6-4041538AD38C}"/>
          </ac:picMkLst>
        </pc:picChg>
        <pc:picChg chg="del mod">
          <ac:chgData name="Macher, Andreas (DI FA CTR PLC PPM)" userId="f1dcac62-7bef-43eb-91f0-927336a1714f" providerId="ADAL" clId="{0ABF9F4E-FE31-462E-9EBD-A50A4418102D}" dt="2022-08-11T10:10:46.674" v="2339" actId="478"/>
          <ac:picMkLst>
            <pc:docMk/>
            <pc:sldMk cId="1286651627" sldId="9791"/>
            <ac:picMk id="6" creationId="{58A610D1-0A8B-41DB-B706-70246B8DA17B}"/>
          </ac:picMkLst>
        </pc:picChg>
        <pc:picChg chg="add mod">
          <ac:chgData name="Macher, Andreas (DI FA CTR PLC PPM)" userId="f1dcac62-7bef-43eb-91f0-927336a1714f" providerId="ADAL" clId="{0ABF9F4E-FE31-462E-9EBD-A50A4418102D}" dt="2022-08-11T10:11:01.876" v="2345" actId="14100"/>
          <ac:picMkLst>
            <pc:docMk/>
            <pc:sldMk cId="1286651627" sldId="9791"/>
            <ac:picMk id="8" creationId="{77F43798-509D-4D83-130B-8D2E32A7BB60}"/>
          </ac:picMkLst>
        </pc:picChg>
        <pc:picChg chg="add del mod">
          <ac:chgData name="Macher, Andreas (DI FA CTR PLC PPM)" userId="f1dcac62-7bef-43eb-91f0-927336a1714f" providerId="ADAL" clId="{0ABF9F4E-FE31-462E-9EBD-A50A4418102D}" dt="2022-08-11T10:07:10.664" v="2334" actId="478"/>
          <ac:picMkLst>
            <pc:docMk/>
            <pc:sldMk cId="1286651627" sldId="9791"/>
            <ac:picMk id="31" creationId="{73F819AA-B71A-EBE3-5A81-0DEADF7FB4EE}"/>
          </ac:picMkLst>
        </pc:picChg>
        <pc:picChg chg="del">
          <ac:chgData name="Macher, Andreas (DI FA CTR PLC PPM)" userId="f1dcac62-7bef-43eb-91f0-927336a1714f" providerId="ADAL" clId="{0ABF9F4E-FE31-462E-9EBD-A50A4418102D}" dt="2022-08-11T10:06:19.660" v="2264" actId="478"/>
          <ac:picMkLst>
            <pc:docMk/>
            <pc:sldMk cId="1286651627" sldId="9791"/>
            <ac:picMk id="39" creationId="{46A8EFC5-0F6D-4B77-A423-BFD2C6DE1182}"/>
          </ac:picMkLst>
        </pc:picChg>
        <pc:picChg chg="del">
          <ac:chgData name="Macher, Andreas (DI FA CTR PLC PPM)" userId="f1dcac62-7bef-43eb-91f0-927336a1714f" providerId="ADAL" clId="{0ABF9F4E-FE31-462E-9EBD-A50A4418102D}" dt="2022-08-11T10:12:21.237" v="2346" actId="478"/>
          <ac:picMkLst>
            <pc:docMk/>
            <pc:sldMk cId="1286651627" sldId="9791"/>
            <ac:picMk id="44" creationId="{00000000-0000-0000-0000-000000000000}"/>
          </ac:picMkLst>
        </pc:picChg>
        <pc:picChg chg="add mod">
          <ac:chgData name="Macher, Andreas (DI FA CTR PLC PPM)" userId="f1dcac62-7bef-43eb-91f0-927336a1714f" providerId="ADAL" clId="{0ABF9F4E-FE31-462E-9EBD-A50A4418102D}" dt="2022-08-11T10:15:22.603" v="2351" actId="1076"/>
          <ac:picMkLst>
            <pc:docMk/>
            <pc:sldMk cId="1286651627" sldId="9791"/>
            <ac:picMk id="15364" creationId="{00277EBE-47D5-2333-EA0E-C6A4D2B09922}"/>
          </ac:picMkLst>
        </pc:picChg>
      </pc:sldChg>
      <pc:sldChg chg="modSp add del mod">
        <pc:chgData name="Macher, Andreas (DI FA CTR PLC PPM)" userId="f1dcac62-7bef-43eb-91f0-927336a1714f" providerId="ADAL" clId="{0ABF9F4E-FE31-462E-9EBD-A50A4418102D}" dt="2022-08-11T09:54:41.503" v="2111" actId="47"/>
        <pc:sldMkLst>
          <pc:docMk/>
          <pc:sldMk cId="3855938591" sldId="9791"/>
        </pc:sldMkLst>
        <pc:grpChg chg="mod">
          <ac:chgData name="Macher, Andreas (DI FA CTR PLC PPM)" userId="f1dcac62-7bef-43eb-91f0-927336a1714f" providerId="ADAL" clId="{0ABF9F4E-FE31-462E-9EBD-A50A4418102D}" dt="2022-08-11T09:52:40.142" v="2109" actId="1036"/>
          <ac:grpSpMkLst>
            <pc:docMk/>
            <pc:sldMk cId="3855938591" sldId="9791"/>
            <ac:grpSpMk id="9" creationId="{27A92C2F-D47D-57BB-8D48-72EC2F30F9AE}"/>
          </ac:grpSpMkLst>
        </pc:grpChg>
      </pc:sldChg>
      <pc:sldChg chg="addSp delSp modSp add mod">
        <pc:chgData name="Macher, Andreas (DI FA CTR PLC PPM)" userId="f1dcac62-7bef-43eb-91f0-927336a1714f" providerId="ADAL" clId="{0ABF9F4E-FE31-462E-9EBD-A50A4418102D}" dt="2022-08-11T12:57:05.779" v="2706" actId="20577"/>
        <pc:sldMkLst>
          <pc:docMk/>
          <pc:sldMk cId="3758560682" sldId="9792"/>
        </pc:sldMkLst>
        <pc:spChg chg="add mod">
          <ac:chgData name="Macher, Andreas (DI FA CTR PLC PPM)" userId="f1dcac62-7bef-43eb-91f0-927336a1714f" providerId="ADAL" clId="{0ABF9F4E-FE31-462E-9EBD-A50A4418102D}" dt="2022-08-11T10:56:45.983" v="2412" actId="207"/>
          <ac:spMkLst>
            <pc:docMk/>
            <pc:sldMk cId="3758560682" sldId="9792"/>
            <ac:spMk id="3" creationId="{075A84F9-CE03-980F-BF24-0981FFFF7110}"/>
          </ac:spMkLst>
        </pc:spChg>
        <pc:spChg chg="add mod">
          <ac:chgData name="Macher, Andreas (DI FA CTR PLC PPM)" userId="f1dcac62-7bef-43eb-91f0-927336a1714f" providerId="ADAL" clId="{0ABF9F4E-FE31-462E-9EBD-A50A4418102D}" dt="2022-08-11T12:57:05.779" v="2706" actId="20577"/>
          <ac:spMkLst>
            <pc:docMk/>
            <pc:sldMk cId="3758560682" sldId="9792"/>
            <ac:spMk id="4" creationId="{6BB6BF0E-7D65-A444-3145-947E5D0549E2}"/>
          </ac:spMkLst>
        </pc:spChg>
        <pc:spChg chg="mod">
          <ac:chgData name="Macher, Andreas (DI FA CTR PLC PPM)" userId="f1dcac62-7bef-43eb-91f0-927336a1714f" providerId="ADAL" clId="{0ABF9F4E-FE31-462E-9EBD-A50A4418102D}" dt="2022-08-11T10:56:18.025" v="2393" actId="20577"/>
          <ac:spMkLst>
            <pc:docMk/>
            <pc:sldMk cId="3758560682" sldId="9792"/>
            <ac:spMk id="12" creationId="{AF564EC5-ED64-4093-9F3D-79901D7E9A45}"/>
          </ac:spMkLst>
        </pc:spChg>
        <pc:spChg chg="del">
          <ac:chgData name="Macher, Andreas (DI FA CTR PLC PPM)" userId="f1dcac62-7bef-43eb-91f0-927336a1714f" providerId="ADAL" clId="{0ABF9F4E-FE31-462E-9EBD-A50A4418102D}" dt="2022-08-11T10:55:56.405" v="2358" actId="478"/>
          <ac:spMkLst>
            <pc:docMk/>
            <pc:sldMk cId="3758560682" sldId="9792"/>
            <ac:spMk id="41" creationId="{05167BF7-6139-7273-E193-BB6A86A0AD84}"/>
          </ac:spMkLst>
        </pc:spChg>
        <pc:grpChg chg="del">
          <ac:chgData name="Macher, Andreas (DI FA CTR PLC PPM)" userId="f1dcac62-7bef-43eb-91f0-927336a1714f" providerId="ADAL" clId="{0ABF9F4E-FE31-462E-9EBD-A50A4418102D}" dt="2022-08-11T10:55:53.154" v="2357" actId="478"/>
          <ac:grpSpMkLst>
            <pc:docMk/>
            <pc:sldMk cId="3758560682" sldId="9792"/>
            <ac:grpSpMk id="5" creationId="{EB0B1918-3BA9-4316-AEB1-172CC17971FA}"/>
          </ac:grpSpMkLst>
        </pc:grpChg>
        <pc:grpChg chg="del">
          <ac:chgData name="Macher, Andreas (DI FA CTR PLC PPM)" userId="f1dcac62-7bef-43eb-91f0-927336a1714f" providerId="ADAL" clId="{0ABF9F4E-FE31-462E-9EBD-A50A4418102D}" dt="2022-08-11T10:55:53.154" v="2357" actId="478"/>
          <ac:grpSpMkLst>
            <pc:docMk/>
            <pc:sldMk cId="3758560682" sldId="9792"/>
            <ac:grpSpMk id="26" creationId="{3F38F9FE-85D9-409E-B2A4-5B967B20730C}"/>
          </ac:grpSpMkLst>
        </pc:grpChg>
        <pc:grpChg chg="del">
          <ac:chgData name="Macher, Andreas (DI FA CTR PLC PPM)" userId="f1dcac62-7bef-43eb-91f0-927336a1714f" providerId="ADAL" clId="{0ABF9F4E-FE31-462E-9EBD-A50A4418102D}" dt="2022-08-11T10:55:53.154" v="2357" actId="478"/>
          <ac:grpSpMkLst>
            <pc:docMk/>
            <pc:sldMk cId="3758560682" sldId="9792"/>
            <ac:grpSpMk id="32" creationId="{DB769886-E068-A742-BBC4-09C9BFE44A72}"/>
          </ac:grpSpMkLst>
        </pc:grpChg>
        <pc:picChg chg="del">
          <ac:chgData name="Macher, Andreas (DI FA CTR PLC PPM)" userId="f1dcac62-7bef-43eb-91f0-927336a1714f" providerId="ADAL" clId="{0ABF9F4E-FE31-462E-9EBD-A50A4418102D}" dt="2022-08-11T10:55:53.154" v="2357" actId="478"/>
          <ac:picMkLst>
            <pc:docMk/>
            <pc:sldMk cId="3758560682" sldId="9792"/>
            <ac:picMk id="8" creationId="{77F43798-509D-4D83-130B-8D2E32A7BB60}"/>
          </ac:picMkLst>
        </pc:picChg>
        <pc:picChg chg="del">
          <ac:chgData name="Macher, Andreas (DI FA CTR PLC PPM)" userId="f1dcac62-7bef-43eb-91f0-927336a1714f" providerId="ADAL" clId="{0ABF9F4E-FE31-462E-9EBD-A50A4418102D}" dt="2022-08-11T10:55:53.154" v="2357" actId="478"/>
          <ac:picMkLst>
            <pc:docMk/>
            <pc:sldMk cId="3758560682" sldId="9792"/>
            <ac:picMk id="15364" creationId="{00277EBE-47D5-2333-EA0E-C6A4D2B09922}"/>
          </ac:picMkLst>
        </pc:picChg>
      </pc:sldChg>
      <pc:sldChg chg="new del">
        <pc:chgData name="Macher, Andreas (DI FA CTR PLC PPM)" userId="f1dcac62-7bef-43eb-91f0-927336a1714f" providerId="ADAL" clId="{0ABF9F4E-FE31-462E-9EBD-A50A4418102D}" dt="2022-08-11T12:55:54.043" v="2556" actId="47"/>
        <pc:sldMkLst>
          <pc:docMk/>
          <pc:sldMk cId="419035689" sldId="9793"/>
        </pc:sldMkLst>
      </pc:sldChg>
      <pc:sldChg chg="delSp modSp add mod">
        <pc:chgData name="Macher, Andreas (DI FA CTR PLC PPM)" userId="f1dcac62-7bef-43eb-91f0-927336a1714f" providerId="ADAL" clId="{0ABF9F4E-FE31-462E-9EBD-A50A4418102D}" dt="2022-08-11T12:56:48.139" v="2664" actId="20577"/>
        <pc:sldMkLst>
          <pc:docMk/>
          <pc:sldMk cId="1710389102" sldId="9793"/>
        </pc:sldMkLst>
        <pc:spChg chg="del">
          <ac:chgData name="Macher, Andreas (DI FA CTR PLC PPM)" userId="f1dcac62-7bef-43eb-91f0-927336a1714f" providerId="ADAL" clId="{0ABF9F4E-FE31-462E-9EBD-A50A4418102D}" dt="2022-08-11T12:56:02.603" v="2558" actId="478"/>
          <ac:spMkLst>
            <pc:docMk/>
            <pc:sldMk cId="1710389102" sldId="9793"/>
            <ac:spMk id="3" creationId="{075A84F9-CE03-980F-BF24-0981FFFF7110}"/>
          </ac:spMkLst>
        </pc:spChg>
        <pc:spChg chg="mod">
          <ac:chgData name="Macher, Andreas (DI FA CTR PLC PPM)" userId="f1dcac62-7bef-43eb-91f0-927336a1714f" providerId="ADAL" clId="{0ABF9F4E-FE31-462E-9EBD-A50A4418102D}" dt="2022-08-11T12:56:48.139" v="2664" actId="20577"/>
          <ac:spMkLst>
            <pc:docMk/>
            <pc:sldMk cId="1710389102" sldId="9793"/>
            <ac:spMk id="4" creationId="{6BB6BF0E-7D65-A444-3145-947E5D0549E2}"/>
          </ac:spMkLst>
        </pc:spChg>
        <pc:spChg chg="mod">
          <ac:chgData name="Macher, Andreas (DI FA CTR PLC PPM)" userId="f1dcac62-7bef-43eb-91f0-927336a1714f" providerId="ADAL" clId="{0ABF9F4E-FE31-462E-9EBD-A50A4418102D}" dt="2022-08-11T12:56:09.039" v="2572" actId="20577"/>
          <ac:spMkLst>
            <pc:docMk/>
            <pc:sldMk cId="1710389102" sldId="9793"/>
            <ac:spMk id="12" creationId="{AF564EC5-ED64-4093-9F3D-79901D7E9A45}"/>
          </ac:spMkLst>
        </pc:spChg>
      </pc:sldChg>
      <pc:sldMasterChg chg="addSp delSp modSp mod">
        <pc:chgData name="Macher, Andreas (DI FA CTR PLC PPM)" userId="f1dcac62-7bef-43eb-91f0-927336a1714f" providerId="ADAL" clId="{0ABF9F4E-FE31-462E-9EBD-A50A4418102D}" dt="2022-08-11T08:35:22.471" v="1391" actId="478"/>
        <pc:sldMasterMkLst>
          <pc:docMk/>
          <pc:sldMasterMk cId="1698585145" sldId="2147483648"/>
        </pc:sldMasterMkLst>
        <pc:cxnChg chg="add del mod">
          <ac:chgData name="Macher, Andreas (DI FA CTR PLC PPM)" userId="f1dcac62-7bef-43eb-91f0-927336a1714f" providerId="ADAL" clId="{0ABF9F4E-FE31-462E-9EBD-A50A4418102D}" dt="2022-08-11T08:35:00.871" v="1389" actId="478"/>
          <ac:cxnSpMkLst>
            <pc:docMk/>
            <pc:sldMasterMk cId="1698585145" sldId="2147483648"/>
            <ac:cxnSpMk id="8" creationId="{2DEC7B5D-99B0-A170-DFAD-27AFDA38D0BD}"/>
          </ac:cxnSpMkLst>
        </pc:cxnChg>
        <pc:cxnChg chg="add del mod">
          <ac:chgData name="Macher, Andreas (DI FA CTR PLC PPM)" userId="f1dcac62-7bef-43eb-91f0-927336a1714f" providerId="ADAL" clId="{0ABF9F4E-FE31-462E-9EBD-A50A4418102D}" dt="2022-08-11T08:35:01.994" v="1390" actId="478"/>
          <ac:cxnSpMkLst>
            <pc:docMk/>
            <pc:sldMasterMk cId="1698585145" sldId="2147483648"/>
            <ac:cxnSpMk id="9" creationId="{EC7EDFBB-42DF-1BDB-3F02-A4205EE4448C}"/>
          </ac:cxnSpMkLst>
        </pc:cxnChg>
        <pc:cxnChg chg="add del mod">
          <ac:chgData name="Macher, Andreas (DI FA CTR PLC PPM)" userId="f1dcac62-7bef-43eb-91f0-927336a1714f" providerId="ADAL" clId="{0ABF9F4E-FE31-462E-9EBD-A50A4418102D}" dt="2022-08-11T08:35:22.471" v="1391" actId="478"/>
          <ac:cxnSpMkLst>
            <pc:docMk/>
            <pc:sldMasterMk cId="1698585145" sldId="2147483648"/>
            <ac:cxnSpMk id="10" creationId="{E78FAD60-19E6-C350-9AE2-7F3772CD7A86}"/>
          </ac:cxnSpMkLst>
        </pc:cxnChg>
      </pc:sldMasterChg>
    </pc:docChg>
  </pc:docChgLst>
  <pc:docChgLst>
    <pc:chgData name="Macher, Andreas (DI FA CTR PLC PPM)" userId="f1dcac62-7bef-43eb-91f0-927336a1714f" providerId="ADAL" clId="{EBAD00D9-8705-4FCE-A19D-7FDACC5B60C1}"/>
    <pc:docChg chg="undo custSel addSld delSld modSld sldOrd modSection">
      <pc:chgData name="Macher, Andreas (DI FA CTR PLC PPM)" userId="f1dcac62-7bef-43eb-91f0-927336a1714f" providerId="ADAL" clId="{EBAD00D9-8705-4FCE-A19D-7FDACC5B60C1}" dt="2022-07-22T07:40:49.214" v="1911" actId="2696"/>
      <pc:docMkLst>
        <pc:docMk/>
      </pc:docMkLst>
      <pc:sldChg chg="addSp delSp modSp mod">
        <pc:chgData name="Macher, Andreas (DI FA CTR PLC PPM)" userId="f1dcac62-7bef-43eb-91f0-927336a1714f" providerId="ADAL" clId="{EBAD00D9-8705-4FCE-A19D-7FDACC5B60C1}" dt="2022-07-20T14:53:52.111" v="1078" actId="166"/>
        <pc:sldMkLst>
          <pc:docMk/>
          <pc:sldMk cId="1880746461" sldId="271"/>
        </pc:sldMkLst>
        <pc:spChg chg="del mod">
          <ac:chgData name="Macher, Andreas (DI FA CTR PLC PPM)" userId="f1dcac62-7bef-43eb-91f0-927336a1714f" providerId="ADAL" clId="{EBAD00D9-8705-4FCE-A19D-7FDACC5B60C1}" dt="2022-07-20T14:25:41.883" v="767" actId="478"/>
          <ac:spMkLst>
            <pc:docMk/>
            <pc:sldMk cId="1880746461" sldId="271"/>
            <ac:spMk id="2" creationId="{26E9F9D8-9AFB-4657-88DC-B94EDDC05BCE}"/>
          </ac:spMkLst>
        </pc:spChg>
        <pc:spChg chg="mod">
          <ac:chgData name="Macher, Andreas (DI FA CTR PLC PPM)" userId="f1dcac62-7bef-43eb-91f0-927336a1714f" providerId="ADAL" clId="{EBAD00D9-8705-4FCE-A19D-7FDACC5B60C1}" dt="2022-07-20T14:38:39.708" v="953" actId="6549"/>
          <ac:spMkLst>
            <pc:docMk/>
            <pc:sldMk cId="1880746461" sldId="271"/>
            <ac:spMk id="4" creationId="{00000000-0000-0000-0000-000000000000}"/>
          </ac:spMkLst>
        </pc:spChg>
        <pc:spChg chg="add mod ord">
          <ac:chgData name="Macher, Andreas (DI FA CTR PLC PPM)" userId="f1dcac62-7bef-43eb-91f0-927336a1714f" providerId="ADAL" clId="{EBAD00D9-8705-4FCE-A19D-7FDACC5B60C1}" dt="2022-07-20T14:21:45.378" v="660" actId="167"/>
          <ac:spMkLst>
            <pc:docMk/>
            <pc:sldMk cId="1880746461" sldId="271"/>
            <ac:spMk id="7" creationId="{A46C4B78-1C9A-B8D1-43C0-7AB25036EF41}"/>
          </ac:spMkLst>
        </pc:spChg>
        <pc:spChg chg="mod">
          <ac:chgData name="Macher, Andreas (DI FA CTR PLC PPM)" userId="f1dcac62-7bef-43eb-91f0-927336a1714f" providerId="ADAL" clId="{EBAD00D9-8705-4FCE-A19D-7FDACC5B60C1}" dt="2022-07-20T14:16:06.368" v="593" actId="1036"/>
          <ac:spMkLst>
            <pc:docMk/>
            <pc:sldMk cId="1880746461" sldId="271"/>
            <ac:spMk id="8" creationId="{6E50712F-4B1E-4503-B810-6CD6AAEAC17E}"/>
          </ac:spMkLst>
        </pc:spChg>
        <pc:spChg chg="mod">
          <ac:chgData name="Macher, Andreas (DI FA CTR PLC PPM)" userId="f1dcac62-7bef-43eb-91f0-927336a1714f" providerId="ADAL" clId="{EBAD00D9-8705-4FCE-A19D-7FDACC5B60C1}" dt="2022-07-20T14:26:41.393" v="825" actId="1037"/>
          <ac:spMkLst>
            <pc:docMk/>
            <pc:sldMk cId="1880746461" sldId="271"/>
            <ac:spMk id="16" creationId="{00000000-0000-0000-0000-000000000000}"/>
          </ac:spMkLst>
        </pc:spChg>
        <pc:spChg chg="mod">
          <ac:chgData name="Macher, Andreas (DI FA CTR PLC PPM)" userId="f1dcac62-7bef-43eb-91f0-927336a1714f" providerId="ADAL" clId="{EBAD00D9-8705-4FCE-A19D-7FDACC5B60C1}" dt="2022-07-20T14:53:17.319" v="1073" actId="14100"/>
          <ac:spMkLst>
            <pc:docMk/>
            <pc:sldMk cId="1880746461" sldId="271"/>
            <ac:spMk id="17" creationId="{00000000-0000-0000-0000-000000000000}"/>
          </ac:spMkLst>
        </pc:spChg>
        <pc:spChg chg="mod">
          <ac:chgData name="Macher, Andreas (DI FA CTR PLC PPM)" userId="f1dcac62-7bef-43eb-91f0-927336a1714f" providerId="ADAL" clId="{EBAD00D9-8705-4FCE-A19D-7FDACC5B60C1}" dt="2022-07-20T14:49:53.416" v="1029" actId="20577"/>
          <ac:spMkLst>
            <pc:docMk/>
            <pc:sldMk cId="1880746461" sldId="271"/>
            <ac:spMk id="19" creationId="{00000000-0000-0000-0000-000000000000}"/>
          </ac:spMkLst>
        </pc:spChg>
        <pc:spChg chg="mod">
          <ac:chgData name="Macher, Andreas (DI FA CTR PLC PPM)" userId="f1dcac62-7bef-43eb-91f0-927336a1714f" providerId="ADAL" clId="{EBAD00D9-8705-4FCE-A19D-7FDACC5B60C1}" dt="2022-07-20T14:39:28.575" v="957" actId="554"/>
          <ac:spMkLst>
            <pc:docMk/>
            <pc:sldMk cId="1880746461" sldId="271"/>
            <ac:spMk id="20" creationId="{00000000-0000-0000-0000-000000000000}"/>
          </ac:spMkLst>
        </pc:spChg>
        <pc:spChg chg="mod">
          <ac:chgData name="Macher, Andreas (DI FA CTR PLC PPM)" userId="f1dcac62-7bef-43eb-91f0-927336a1714f" providerId="ADAL" clId="{EBAD00D9-8705-4FCE-A19D-7FDACC5B60C1}" dt="2022-07-20T14:37:48.266" v="861" actId="1037"/>
          <ac:spMkLst>
            <pc:docMk/>
            <pc:sldMk cId="1880746461" sldId="271"/>
            <ac:spMk id="32" creationId="{00000000-0000-0000-0000-000000000000}"/>
          </ac:spMkLst>
        </pc:spChg>
        <pc:spChg chg="mod">
          <ac:chgData name="Macher, Andreas (DI FA CTR PLC PPM)" userId="f1dcac62-7bef-43eb-91f0-927336a1714f" providerId="ADAL" clId="{EBAD00D9-8705-4FCE-A19D-7FDACC5B60C1}" dt="2022-07-20T14:38:11.478" v="929" actId="1037"/>
          <ac:spMkLst>
            <pc:docMk/>
            <pc:sldMk cId="1880746461" sldId="271"/>
            <ac:spMk id="33" creationId="{00000000-0000-0000-0000-000000000000}"/>
          </ac:spMkLst>
        </pc:spChg>
        <pc:spChg chg="mod">
          <ac:chgData name="Macher, Andreas (DI FA CTR PLC PPM)" userId="f1dcac62-7bef-43eb-91f0-927336a1714f" providerId="ADAL" clId="{EBAD00D9-8705-4FCE-A19D-7FDACC5B60C1}" dt="2022-07-20T14:37:42.856" v="850" actId="1037"/>
          <ac:spMkLst>
            <pc:docMk/>
            <pc:sldMk cId="1880746461" sldId="271"/>
            <ac:spMk id="34" creationId="{00000000-0000-0000-0000-000000000000}"/>
          </ac:spMkLst>
        </pc:spChg>
        <pc:spChg chg="mod">
          <ac:chgData name="Macher, Andreas (DI FA CTR PLC PPM)" userId="f1dcac62-7bef-43eb-91f0-927336a1714f" providerId="ADAL" clId="{EBAD00D9-8705-4FCE-A19D-7FDACC5B60C1}" dt="2022-07-20T14:49:57.091" v="1031" actId="20577"/>
          <ac:spMkLst>
            <pc:docMk/>
            <pc:sldMk cId="1880746461" sldId="271"/>
            <ac:spMk id="35" creationId="{00000000-0000-0000-0000-000000000000}"/>
          </ac:spMkLst>
        </pc:spChg>
        <pc:spChg chg="mod">
          <ac:chgData name="Macher, Andreas (DI FA CTR PLC PPM)" userId="f1dcac62-7bef-43eb-91f0-927336a1714f" providerId="ADAL" clId="{EBAD00D9-8705-4FCE-A19D-7FDACC5B60C1}" dt="2022-07-20T14:39:28.575" v="957" actId="554"/>
          <ac:spMkLst>
            <pc:docMk/>
            <pc:sldMk cId="1880746461" sldId="271"/>
            <ac:spMk id="41" creationId="{00000000-0000-0000-0000-000000000000}"/>
          </ac:spMkLst>
        </pc:spChg>
        <pc:spChg chg="del">
          <ac:chgData name="Macher, Andreas (DI FA CTR PLC PPM)" userId="f1dcac62-7bef-43eb-91f0-927336a1714f" providerId="ADAL" clId="{EBAD00D9-8705-4FCE-A19D-7FDACC5B60C1}" dt="2022-07-20T14:15:44.156" v="564" actId="478"/>
          <ac:spMkLst>
            <pc:docMk/>
            <pc:sldMk cId="1880746461" sldId="271"/>
            <ac:spMk id="57" creationId="{00000000-0000-0000-0000-000000000000}"/>
          </ac:spMkLst>
        </pc:spChg>
        <pc:spChg chg="mod">
          <ac:chgData name="Macher, Andreas (DI FA CTR PLC PPM)" userId="f1dcac62-7bef-43eb-91f0-927336a1714f" providerId="ADAL" clId="{EBAD00D9-8705-4FCE-A19D-7FDACC5B60C1}" dt="2022-07-20T14:37:55.731" v="874" actId="1038"/>
          <ac:spMkLst>
            <pc:docMk/>
            <pc:sldMk cId="1880746461" sldId="271"/>
            <ac:spMk id="64" creationId="{00000000-0000-0000-0000-000000000000}"/>
          </ac:spMkLst>
        </pc:spChg>
        <pc:spChg chg="mod">
          <ac:chgData name="Macher, Andreas (DI FA CTR PLC PPM)" userId="f1dcac62-7bef-43eb-91f0-927336a1714f" providerId="ADAL" clId="{EBAD00D9-8705-4FCE-A19D-7FDACC5B60C1}" dt="2022-07-20T14:51:43.111" v="1067" actId="208"/>
          <ac:spMkLst>
            <pc:docMk/>
            <pc:sldMk cId="1880746461" sldId="271"/>
            <ac:spMk id="65" creationId="{00000000-0000-0000-0000-000000000000}"/>
          </ac:spMkLst>
        </pc:spChg>
        <pc:spChg chg="mod">
          <ac:chgData name="Macher, Andreas (DI FA CTR PLC PPM)" userId="f1dcac62-7bef-43eb-91f0-927336a1714f" providerId="ADAL" clId="{EBAD00D9-8705-4FCE-A19D-7FDACC5B60C1}" dt="2022-07-20T14:53:52.111" v="1078" actId="166"/>
          <ac:spMkLst>
            <pc:docMk/>
            <pc:sldMk cId="1880746461" sldId="271"/>
            <ac:spMk id="66" creationId="{00000000-0000-0000-0000-000000000000}"/>
          </ac:spMkLst>
        </pc:spChg>
        <pc:spChg chg="mod">
          <ac:chgData name="Macher, Andreas (DI FA CTR PLC PPM)" userId="f1dcac62-7bef-43eb-91f0-927336a1714f" providerId="ADAL" clId="{EBAD00D9-8705-4FCE-A19D-7FDACC5B60C1}" dt="2022-07-20T14:50:29.831" v="1059" actId="1038"/>
          <ac:spMkLst>
            <pc:docMk/>
            <pc:sldMk cId="1880746461" sldId="271"/>
            <ac:spMk id="67" creationId="{00000000-0000-0000-0000-000000000000}"/>
          </ac:spMkLst>
        </pc:spChg>
        <pc:spChg chg="mod">
          <ac:chgData name="Macher, Andreas (DI FA CTR PLC PPM)" userId="f1dcac62-7bef-43eb-91f0-927336a1714f" providerId="ADAL" clId="{EBAD00D9-8705-4FCE-A19D-7FDACC5B60C1}" dt="2022-07-20T14:51:57.824" v="1069" actId="207"/>
          <ac:spMkLst>
            <pc:docMk/>
            <pc:sldMk cId="1880746461" sldId="271"/>
            <ac:spMk id="68" creationId="{00000000-0000-0000-0000-000000000000}"/>
          </ac:spMkLst>
        </pc:spChg>
        <pc:spChg chg="mod">
          <ac:chgData name="Macher, Andreas (DI FA CTR PLC PPM)" userId="f1dcac62-7bef-43eb-91f0-927336a1714f" providerId="ADAL" clId="{EBAD00D9-8705-4FCE-A19D-7FDACC5B60C1}" dt="2022-07-20T14:52:25.855" v="1072" actId="207"/>
          <ac:spMkLst>
            <pc:docMk/>
            <pc:sldMk cId="1880746461" sldId="271"/>
            <ac:spMk id="69" creationId="{00000000-0000-0000-0000-000000000000}"/>
          </ac:spMkLst>
        </pc:spChg>
        <pc:spChg chg="mod">
          <ac:chgData name="Macher, Andreas (DI FA CTR PLC PPM)" userId="f1dcac62-7bef-43eb-91f0-927336a1714f" providerId="ADAL" clId="{EBAD00D9-8705-4FCE-A19D-7FDACC5B60C1}" dt="2022-07-20T14:16:06.368" v="593" actId="1036"/>
          <ac:spMkLst>
            <pc:docMk/>
            <pc:sldMk cId="1880746461" sldId="271"/>
            <ac:spMk id="71" creationId="{00000000-0000-0000-0000-000000000000}"/>
          </ac:spMkLst>
        </pc:spChg>
        <pc:spChg chg="mod">
          <ac:chgData name="Macher, Andreas (DI FA CTR PLC PPM)" userId="f1dcac62-7bef-43eb-91f0-927336a1714f" providerId="ADAL" clId="{EBAD00D9-8705-4FCE-A19D-7FDACC5B60C1}" dt="2022-07-20T14:53:37.725" v="1076" actId="14100"/>
          <ac:spMkLst>
            <pc:docMk/>
            <pc:sldMk cId="1880746461" sldId="271"/>
            <ac:spMk id="72" creationId="{00000000-0000-0000-0000-000000000000}"/>
          </ac:spMkLst>
        </pc:spChg>
        <pc:spChg chg="del">
          <ac:chgData name="Macher, Andreas (DI FA CTR PLC PPM)" userId="f1dcac62-7bef-43eb-91f0-927336a1714f" providerId="ADAL" clId="{EBAD00D9-8705-4FCE-A19D-7FDACC5B60C1}" dt="2022-07-20T14:15:45.396" v="565" actId="478"/>
          <ac:spMkLst>
            <pc:docMk/>
            <pc:sldMk cId="1880746461" sldId="271"/>
            <ac:spMk id="74" creationId="{00000000-0000-0000-0000-000000000000}"/>
          </ac:spMkLst>
        </pc:spChg>
        <pc:spChg chg="mod">
          <ac:chgData name="Macher, Andreas (DI FA CTR PLC PPM)" userId="f1dcac62-7bef-43eb-91f0-927336a1714f" providerId="ADAL" clId="{EBAD00D9-8705-4FCE-A19D-7FDACC5B60C1}" dt="2022-07-20T14:39:28.575" v="957" actId="554"/>
          <ac:spMkLst>
            <pc:docMk/>
            <pc:sldMk cId="1880746461" sldId="271"/>
            <ac:spMk id="75" creationId="{00000000-0000-0000-0000-000000000000}"/>
          </ac:spMkLst>
        </pc:spChg>
        <pc:spChg chg="del">
          <ac:chgData name="Macher, Andreas (DI FA CTR PLC PPM)" userId="f1dcac62-7bef-43eb-91f0-927336a1714f" providerId="ADAL" clId="{EBAD00D9-8705-4FCE-A19D-7FDACC5B60C1}" dt="2022-07-20T14:15:46.376" v="566" actId="478"/>
          <ac:spMkLst>
            <pc:docMk/>
            <pc:sldMk cId="1880746461" sldId="271"/>
            <ac:spMk id="76" creationId="{00000000-0000-0000-0000-000000000000}"/>
          </ac:spMkLst>
        </pc:spChg>
        <pc:spChg chg="del">
          <ac:chgData name="Macher, Andreas (DI FA CTR PLC PPM)" userId="f1dcac62-7bef-43eb-91f0-927336a1714f" providerId="ADAL" clId="{EBAD00D9-8705-4FCE-A19D-7FDACC5B60C1}" dt="2022-07-20T14:16:17.989" v="594" actId="478"/>
          <ac:spMkLst>
            <pc:docMk/>
            <pc:sldMk cId="1880746461" sldId="271"/>
            <ac:spMk id="80" creationId="{50255018-8CB7-4824-BA4D-FEFB0A6AFB66}"/>
          </ac:spMkLst>
        </pc:spChg>
        <pc:spChg chg="del">
          <ac:chgData name="Macher, Andreas (DI FA CTR PLC PPM)" userId="f1dcac62-7bef-43eb-91f0-927336a1714f" providerId="ADAL" clId="{EBAD00D9-8705-4FCE-A19D-7FDACC5B60C1}" dt="2022-07-20T14:16:19.839" v="595" actId="478"/>
          <ac:spMkLst>
            <pc:docMk/>
            <pc:sldMk cId="1880746461" sldId="271"/>
            <ac:spMk id="82" creationId="{50255018-8CB7-4824-BA4D-FEFB0A6AFB66}"/>
          </ac:spMkLst>
        </pc:spChg>
        <pc:spChg chg="del">
          <ac:chgData name="Macher, Andreas (DI FA CTR PLC PPM)" userId="f1dcac62-7bef-43eb-91f0-927336a1714f" providerId="ADAL" clId="{EBAD00D9-8705-4FCE-A19D-7FDACC5B60C1}" dt="2022-07-20T14:16:21.412" v="596" actId="478"/>
          <ac:spMkLst>
            <pc:docMk/>
            <pc:sldMk cId="1880746461" sldId="271"/>
            <ac:spMk id="83" creationId="{50255018-8CB7-4824-BA4D-FEFB0A6AFB66}"/>
          </ac:spMkLst>
        </pc:spChg>
        <pc:spChg chg="add mod">
          <ac:chgData name="Macher, Andreas (DI FA CTR PLC PPM)" userId="f1dcac62-7bef-43eb-91f0-927336a1714f" providerId="ADAL" clId="{EBAD00D9-8705-4FCE-A19D-7FDACC5B60C1}" dt="2022-07-20T14:17:46.128" v="602" actId="554"/>
          <ac:spMkLst>
            <pc:docMk/>
            <pc:sldMk cId="1880746461" sldId="271"/>
            <ac:spMk id="88" creationId="{A74DA6F0-3F0A-12B3-8692-1D86E34D852E}"/>
          </ac:spMkLst>
        </pc:spChg>
        <pc:spChg chg="add mod">
          <ac:chgData name="Macher, Andreas (DI FA CTR PLC PPM)" userId="f1dcac62-7bef-43eb-91f0-927336a1714f" providerId="ADAL" clId="{EBAD00D9-8705-4FCE-A19D-7FDACC5B60C1}" dt="2022-07-20T14:18:25.945" v="603" actId="207"/>
          <ac:spMkLst>
            <pc:docMk/>
            <pc:sldMk cId="1880746461" sldId="271"/>
            <ac:spMk id="90" creationId="{1083F10D-D4E7-83B0-1864-2E2234B33329}"/>
          </ac:spMkLst>
        </pc:spChg>
        <pc:spChg chg="add mod">
          <ac:chgData name="Macher, Andreas (DI FA CTR PLC PPM)" userId="f1dcac62-7bef-43eb-91f0-927336a1714f" providerId="ADAL" clId="{EBAD00D9-8705-4FCE-A19D-7FDACC5B60C1}" dt="2022-07-20T14:18:45.564" v="606" actId="207"/>
          <ac:spMkLst>
            <pc:docMk/>
            <pc:sldMk cId="1880746461" sldId="271"/>
            <ac:spMk id="91" creationId="{65E5D24C-5397-CE1A-0383-3256E99B2798}"/>
          </ac:spMkLst>
        </pc:spChg>
        <pc:spChg chg="add mod">
          <ac:chgData name="Macher, Andreas (DI FA CTR PLC PPM)" userId="f1dcac62-7bef-43eb-91f0-927336a1714f" providerId="ADAL" clId="{EBAD00D9-8705-4FCE-A19D-7FDACC5B60C1}" dt="2022-07-20T14:21:37.956" v="659" actId="554"/>
          <ac:spMkLst>
            <pc:docMk/>
            <pc:sldMk cId="1880746461" sldId="271"/>
            <ac:spMk id="92" creationId="{9E0D74BB-6C40-F02B-0E9A-9E2253F603DD}"/>
          </ac:spMkLst>
        </pc:spChg>
        <pc:spChg chg="add mod">
          <ac:chgData name="Macher, Andreas (DI FA CTR PLC PPM)" userId="f1dcac62-7bef-43eb-91f0-927336a1714f" providerId="ADAL" clId="{EBAD00D9-8705-4FCE-A19D-7FDACC5B60C1}" dt="2022-07-20T14:23:35.148" v="704" actId="1038"/>
          <ac:spMkLst>
            <pc:docMk/>
            <pc:sldMk cId="1880746461" sldId="271"/>
            <ac:spMk id="93" creationId="{242ACA42-B006-3B03-EAA6-9E4260499FF9}"/>
          </ac:spMkLst>
        </pc:spChg>
        <pc:spChg chg="add mod ord">
          <ac:chgData name="Macher, Andreas (DI FA CTR PLC PPM)" userId="f1dcac62-7bef-43eb-91f0-927336a1714f" providerId="ADAL" clId="{EBAD00D9-8705-4FCE-A19D-7FDACC5B60C1}" dt="2022-07-20T14:24:08.407" v="724" actId="1038"/>
          <ac:spMkLst>
            <pc:docMk/>
            <pc:sldMk cId="1880746461" sldId="271"/>
            <ac:spMk id="94" creationId="{8AD1BF44-3102-9D41-AB10-7220CCDB68E8}"/>
          </ac:spMkLst>
        </pc:spChg>
        <pc:spChg chg="add mod ord">
          <ac:chgData name="Macher, Andreas (DI FA CTR PLC PPM)" userId="f1dcac62-7bef-43eb-91f0-927336a1714f" providerId="ADAL" clId="{EBAD00D9-8705-4FCE-A19D-7FDACC5B60C1}" dt="2022-07-20T14:52:23.555" v="1071" actId="207"/>
          <ac:spMkLst>
            <pc:docMk/>
            <pc:sldMk cId="1880746461" sldId="271"/>
            <ac:spMk id="95" creationId="{3BE7AD9F-836F-12C9-D81E-5BD9A6FC9937}"/>
          </ac:spMkLst>
        </pc:spChg>
        <pc:spChg chg="add mod ord">
          <ac:chgData name="Macher, Andreas (DI FA CTR PLC PPM)" userId="f1dcac62-7bef-43eb-91f0-927336a1714f" providerId="ADAL" clId="{EBAD00D9-8705-4FCE-A19D-7FDACC5B60C1}" dt="2022-07-20T14:24:44.345" v="743" actId="20577"/>
          <ac:spMkLst>
            <pc:docMk/>
            <pc:sldMk cId="1880746461" sldId="271"/>
            <ac:spMk id="96" creationId="{EEA8DAE5-7EBC-A21C-B1DF-F30EB5088225}"/>
          </ac:spMkLst>
        </pc:spChg>
        <pc:spChg chg="add mod">
          <ac:chgData name="Macher, Andreas (DI FA CTR PLC PPM)" userId="f1dcac62-7bef-43eb-91f0-927336a1714f" providerId="ADAL" clId="{EBAD00D9-8705-4FCE-A19D-7FDACC5B60C1}" dt="2022-07-20T14:24:57.355" v="748" actId="20577"/>
          <ac:spMkLst>
            <pc:docMk/>
            <pc:sldMk cId="1880746461" sldId="271"/>
            <ac:spMk id="97" creationId="{31D7FF33-7332-9C7E-2303-C57B3C1975B9}"/>
          </ac:spMkLst>
        </pc:spChg>
        <pc:spChg chg="del mod">
          <ac:chgData name="Macher, Andreas (DI FA CTR PLC PPM)" userId="f1dcac62-7bef-43eb-91f0-927336a1714f" providerId="ADAL" clId="{EBAD00D9-8705-4FCE-A19D-7FDACC5B60C1}" dt="2022-07-20T14:25:41.883" v="767" actId="478"/>
          <ac:spMkLst>
            <pc:docMk/>
            <pc:sldMk cId="1880746461" sldId="271"/>
            <ac:spMk id="98" creationId="{3876F3C5-2216-4B73-A97B-61A78E642E4F}"/>
          </ac:spMkLst>
        </pc:spChg>
        <pc:spChg chg="add mod ord">
          <ac:chgData name="Macher, Andreas (DI FA CTR PLC PPM)" userId="f1dcac62-7bef-43eb-91f0-927336a1714f" providerId="ADAL" clId="{EBAD00D9-8705-4FCE-A19D-7FDACC5B60C1}" dt="2022-07-20T14:25:59.562" v="770" actId="167"/>
          <ac:spMkLst>
            <pc:docMk/>
            <pc:sldMk cId="1880746461" sldId="271"/>
            <ac:spMk id="99" creationId="{D3B71E9B-4605-5BD7-34EA-9B36522ABE54}"/>
          </ac:spMkLst>
        </pc:spChg>
        <pc:spChg chg="add mod ord">
          <ac:chgData name="Macher, Andreas (DI FA CTR PLC PPM)" userId="f1dcac62-7bef-43eb-91f0-927336a1714f" providerId="ADAL" clId="{EBAD00D9-8705-4FCE-A19D-7FDACC5B60C1}" dt="2022-07-20T14:25:59.562" v="770" actId="167"/>
          <ac:spMkLst>
            <pc:docMk/>
            <pc:sldMk cId="1880746461" sldId="271"/>
            <ac:spMk id="100" creationId="{668F7A01-4013-4AF1-6FFF-31EB2F0A029D}"/>
          </ac:spMkLst>
        </pc:spChg>
        <pc:spChg chg="del mod">
          <ac:chgData name="Macher, Andreas (DI FA CTR PLC PPM)" userId="f1dcac62-7bef-43eb-91f0-927336a1714f" providerId="ADAL" clId="{EBAD00D9-8705-4FCE-A19D-7FDACC5B60C1}" dt="2022-07-20T14:25:41.883" v="767" actId="478"/>
          <ac:spMkLst>
            <pc:docMk/>
            <pc:sldMk cId="1880746461" sldId="271"/>
            <ac:spMk id="101" creationId="{D567CFD2-E2FE-4535-B2CA-00FA5902BC75}"/>
          </ac:spMkLst>
        </pc:spChg>
        <pc:spChg chg="del mod">
          <ac:chgData name="Macher, Andreas (DI FA CTR PLC PPM)" userId="f1dcac62-7bef-43eb-91f0-927336a1714f" providerId="ADAL" clId="{EBAD00D9-8705-4FCE-A19D-7FDACC5B60C1}" dt="2022-07-20T14:25:41.883" v="767" actId="478"/>
          <ac:spMkLst>
            <pc:docMk/>
            <pc:sldMk cId="1880746461" sldId="271"/>
            <ac:spMk id="102" creationId="{9B7632EF-EA1C-44AA-949E-229CB69946B7}"/>
          </ac:spMkLst>
        </pc:spChg>
        <pc:spChg chg="del mod">
          <ac:chgData name="Macher, Andreas (DI FA CTR PLC PPM)" userId="f1dcac62-7bef-43eb-91f0-927336a1714f" providerId="ADAL" clId="{EBAD00D9-8705-4FCE-A19D-7FDACC5B60C1}" dt="2022-07-20T14:21:18.459" v="654" actId="478"/>
          <ac:spMkLst>
            <pc:docMk/>
            <pc:sldMk cId="1880746461" sldId="271"/>
            <ac:spMk id="111" creationId="{01B224F6-9545-47AA-A179-1756998BB775}"/>
          </ac:spMkLst>
        </pc:spChg>
        <pc:spChg chg="del mod">
          <ac:chgData name="Macher, Andreas (DI FA CTR PLC PPM)" userId="f1dcac62-7bef-43eb-91f0-927336a1714f" providerId="ADAL" clId="{EBAD00D9-8705-4FCE-A19D-7FDACC5B60C1}" dt="2022-07-20T14:21:20.211" v="655" actId="478"/>
          <ac:spMkLst>
            <pc:docMk/>
            <pc:sldMk cId="1880746461" sldId="271"/>
            <ac:spMk id="112" creationId="{991C833A-0C69-429B-82B1-77694297C037}"/>
          </ac:spMkLst>
        </pc:spChg>
        <pc:spChg chg="mod">
          <ac:chgData name="Macher, Andreas (DI FA CTR PLC PPM)" userId="f1dcac62-7bef-43eb-91f0-927336a1714f" providerId="ADAL" clId="{EBAD00D9-8705-4FCE-A19D-7FDACC5B60C1}" dt="2022-07-20T14:38:05.687" v="908" actId="1037"/>
          <ac:spMkLst>
            <pc:docMk/>
            <pc:sldMk cId="1880746461" sldId="271"/>
            <ac:spMk id="113" creationId="{FED74C27-1020-4F19-966F-26F903FE8997}"/>
          </ac:spMkLst>
        </pc:spChg>
        <pc:spChg chg="add mod ord">
          <ac:chgData name="Macher, Andreas (DI FA CTR PLC PPM)" userId="f1dcac62-7bef-43eb-91f0-927336a1714f" providerId="ADAL" clId="{EBAD00D9-8705-4FCE-A19D-7FDACC5B60C1}" dt="2022-07-20T14:26:12.304" v="773" actId="167"/>
          <ac:spMkLst>
            <pc:docMk/>
            <pc:sldMk cId="1880746461" sldId="271"/>
            <ac:spMk id="114" creationId="{95380F57-BCA0-AE6A-9BE0-E37FC5E398BC}"/>
          </ac:spMkLst>
        </pc:spChg>
        <pc:spChg chg="mod">
          <ac:chgData name="Macher, Andreas (DI FA CTR PLC PPM)" userId="f1dcac62-7bef-43eb-91f0-927336a1714f" providerId="ADAL" clId="{EBAD00D9-8705-4FCE-A19D-7FDACC5B60C1}" dt="2022-07-20T14:16:06.368" v="593" actId="1036"/>
          <ac:spMkLst>
            <pc:docMk/>
            <pc:sldMk cId="1880746461" sldId="271"/>
            <ac:spMk id="115" creationId="{2F68D649-E18C-45B5-B214-9EDB6C1E6C50}"/>
          </ac:spMkLst>
        </pc:spChg>
        <pc:spChg chg="mod">
          <ac:chgData name="Macher, Andreas (DI FA CTR PLC PPM)" userId="f1dcac62-7bef-43eb-91f0-927336a1714f" providerId="ADAL" clId="{EBAD00D9-8705-4FCE-A19D-7FDACC5B60C1}" dt="2022-07-20T14:16:06.368" v="593" actId="1036"/>
          <ac:spMkLst>
            <pc:docMk/>
            <pc:sldMk cId="1880746461" sldId="271"/>
            <ac:spMk id="116" creationId="{0EB354C3-B7EE-4420-9ABC-B7F4E9FA4CEC}"/>
          </ac:spMkLst>
        </pc:spChg>
        <pc:spChg chg="add mod ord">
          <ac:chgData name="Macher, Andreas (DI FA CTR PLC PPM)" userId="f1dcac62-7bef-43eb-91f0-927336a1714f" providerId="ADAL" clId="{EBAD00D9-8705-4FCE-A19D-7FDACC5B60C1}" dt="2022-07-20T14:26:12.304" v="773" actId="167"/>
          <ac:spMkLst>
            <pc:docMk/>
            <pc:sldMk cId="1880746461" sldId="271"/>
            <ac:spMk id="117" creationId="{8A8B780A-E542-0145-BA23-14A7919DA516}"/>
          </ac:spMkLst>
        </pc:spChg>
        <pc:spChg chg="add mod">
          <ac:chgData name="Macher, Andreas (DI FA CTR PLC PPM)" userId="f1dcac62-7bef-43eb-91f0-927336a1714f" providerId="ADAL" clId="{EBAD00D9-8705-4FCE-A19D-7FDACC5B60C1}" dt="2022-07-20T14:51:38.873" v="1066" actId="208"/>
          <ac:spMkLst>
            <pc:docMk/>
            <pc:sldMk cId="1880746461" sldId="271"/>
            <ac:spMk id="118" creationId="{222B23F3-2F58-14FC-317E-660848FE3FBE}"/>
          </ac:spMkLst>
        </pc:spChg>
        <pc:spChg chg="del mod">
          <ac:chgData name="Macher, Andreas (DI FA CTR PLC PPM)" userId="f1dcac62-7bef-43eb-91f0-927336a1714f" providerId="ADAL" clId="{EBAD00D9-8705-4FCE-A19D-7FDACC5B60C1}" dt="2022-07-20T14:23:43.405" v="705" actId="478"/>
          <ac:spMkLst>
            <pc:docMk/>
            <pc:sldMk cId="1880746461" sldId="271"/>
            <ac:spMk id="122" creationId="{9E1D1EA4-5717-4EF7-AAD0-4F93EE7B42F1}"/>
          </ac:spMkLst>
        </pc:spChg>
        <pc:spChg chg="del mod">
          <ac:chgData name="Macher, Andreas (DI FA CTR PLC PPM)" userId="f1dcac62-7bef-43eb-91f0-927336a1714f" providerId="ADAL" clId="{EBAD00D9-8705-4FCE-A19D-7FDACC5B60C1}" dt="2022-07-20T14:23:43.405" v="705" actId="478"/>
          <ac:spMkLst>
            <pc:docMk/>
            <pc:sldMk cId="1880746461" sldId="271"/>
            <ac:spMk id="123" creationId="{2A69337F-8741-4473-AE52-CC65B58CC523}"/>
          </ac:spMkLst>
        </pc:spChg>
        <pc:spChg chg="mod">
          <ac:chgData name="Macher, Andreas (DI FA CTR PLC PPM)" userId="f1dcac62-7bef-43eb-91f0-927336a1714f" providerId="ADAL" clId="{EBAD00D9-8705-4FCE-A19D-7FDACC5B60C1}" dt="2022-07-20T14:16:06.368" v="593" actId="1036"/>
          <ac:spMkLst>
            <pc:docMk/>
            <pc:sldMk cId="1880746461" sldId="271"/>
            <ac:spMk id="124" creationId="{6FADF8E6-4281-4A64-82FB-D0CA59CE02B9}"/>
          </ac:spMkLst>
        </pc:spChg>
        <pc:spChg chg="mod">
          <ac:chgData name="Macher, Andreas (DI FA CTR PLC PPM)" userId="f1dcac62-7bef-43eb-91f0-927336a1714f" providerId="ADAL" clId="{EBAD00D9-8705-4FCE-A19D-7FDACC5B60C1}" dt="2022-07-20T14:52:20.942" v="1070" actId="207"/>
          <ac:spMkLst>
            <pc:docMk/>
            <pc:sldMk cId="1880746461" sldId="271"/>
            <ac:spMk id="125" creationId="{22CD02A5-3AE6-4FFC-BFD1-8E5D75698DFD}"/>
          </ac:spMkLst>
        </pc:spChg>
        <pc:spChg chg="mod">
          <ac:chgData name="Macher, Andreas (DI FA CTR PLC PPM)" userId="f1dcac62-7bef-43eb-91f0-927336a1714f" providerId="ADAL" clId="{EBAD00D9-8705-4FCE-A19D-7FDACC5B60C1}" dt="2022-07-20T14:16:06.368" v="593" actId="1036"/>
          <ac:spMkLst>
            <pc:docMk/>
            <pc:sldMk cId="1880746461" sldId="271"/>
            <ac:spMk id="126" creationId="{D3FC2025-4423-4908-83AC-848E692352C2}"/>
          </ac:spMkLst>
        </pc:spChg>
        <pc:spChg chg="mod">
          <ac:chgData name="Macher, Andreas (DI FA CTR PLC PPM)" userId="f1dcac62-7bef-43eb-91f0-927336a1714f" providerId="ADAL" clId="{EBAD00D9-8705-4FCE-A19D-7FDACC5B60C1}" dt="2022-07-20T14:16:06.368" v="593" actId="1036"/>
          <ac:spMkLst>
            <pc:docMk/>
            <pc:sldMk cId="1880746461" sldId="271"/>
            <ac:spMk id="127" creationId="{6F70A4C7-9085-46AB-8F2E-E7FFDDC873B5}"/>
          </ac:spMkLst>
        </pc:spChg>
        <pc:grpChg chg="del mod">
          <ac:chgData name="Macher, Andreas (DI FA CTR PLC PPM)" userId="f1dcac62-7bef-43eb-91f0-927336a1714f" providerId="ADAL" clId="{EBAD00D9-8705-4FCE-A19D-7FDACC5B60C1}" dt="2022-07-20T14:25:41.883" v="767" actId="478"/>
          <ac:grpSpMkLst>
            <pc:docMk/>
            <pc:sldMk cId="1880746461" sldId="271"/>
            <ac:grpSpMk id="51" creationId="{2420AC00-777F-4A71-B766-17110DBAE185}"/>
          </ac:grpSpMkLst>
        </pc:grpChg>
        <pc:grpChg chg="del mod">
          <ac:chgData name="Macher, Andreas (DI FA CTR PLC PPM)" userId="f1dcac62-7bef-43eb-91f0-927336a1714f" providerId="ADAL" clId="{EBAD00D9-8705-4FCE-A19D-7FDACC5B60C1}" dt="2022-07-20T14:25:41.883" v="767" actId="478"/>
          <ac:grpSpMkLst>
            <pc:docMk/>
            <pc:sldMk cId="1880746461" sldId="271"/>
            <ac:grpSpMk id="55" creationId="{05084CA1-8773-4459-A449-BA60A7BB14E8}"/>
          </ac:grpSpMkLst>
        </pc:grpChg>
        <pc:grpChg chg="del mod">
          <ac:chgData name="Macher, Andreas (DI FA CTR PLC PPM)" userId="f1dcac62-7bef-43eb-91f0-927336a1714f" providerId="ADAL" clId="{EBAD00D9-8705-4FCE-A19D-7FDACC5B60C1}" dt="2022-07-20T14:25:41.883" v="767" actId="478"/>
          <ac:grpSpMkLst>
            <pc:docMk/>
            <pc:sldMk cId="1880746461" sldId="271"/>
            <ac:grpSpMk id="60" creationId="{ACE9A465-2534-4136-A7AB-32507E38228D}"/>
          </ac:grpSpMkLst>
        </pc:grpChg>
        <pc:grpChg chg="del mod">
          <ac:chgData name="Macher, Andreas (DI FA CTR PLC PPM)" userId="f1dcac62-7bef-43eb-91f0-927336a1714f" providerId="ADAL" clId="{EBAD00D9-8705-4FCE-A19D-7FDACC5B60C1}" dt="2022-07-20T14:25:41.883" v="767" actId="478"/>
          <ac:grpSpMkLst>
            <pc:docMk/>
            <pc:sldMk cId="1880746461" sldId="271"/>
            <ac:grpSpMk id="85" creationId="{8B333C43-416B-4955-8C24-F44F859ABD1F}"/>
          </ac:grpSpMkLst>
        </pc:grpChg>
        <pc:grpChg chg="del mod">
          <ac:chgData name="Macher, Andreas (DI FA CTR PLC PPM)" userId="f1dcac62-7bef-43eb-91f0-927336a1714f" providerId="ADAL" clId="{EBAD00D9-8705-4FCE-A19D-7FDACC5B60C1}" dt="2022-07-20T14:21:21.467" v="657" actId="478"/>
          <ac:grpSpMkLst>
            <pc:docMk/>
            <pc:sldMk cId="1880746461" sldId="271"/>
            <ac:grpSpMk id="103" creationId="{98B1E40C-6830-4128-A950-708AD72AF2C7}"/>
          </ac:grpSpMkLst>
        </pc:grpChg>
        <pc:grpChg chg="del mod">
          <ac:chgData name="Macher, Andreas (DI FA CTR PLC PPM)" userId="f1dcac62-7bef-43eb-91f0-927336a1714f" providerId="ADAL" clId="{EBAD00D9-8705-4FCE-A19D-7FDACC5B60C1}" dt="2022-07-20T14:21:20.912" v="656" actId="478"/>
          <ac:grpSpMkLst>
            <pc:docMk/>
            <pc:sldMk cId="1880746461" sldId="271"/>
            <ac:grpSpMk id="107" creationId="{D09573A9-AB09-4983-AD2E-599C1E92C4A5}"/>
          </ac:grpSpMkLst>
        </pc:grpChg>
        <pc:picChg chg="mod">
          <ac:chgData name="Macher, Andreas (DI FA CTR PLC PPM)" userId="f1dcac62-7bef-43eb-91f0-927336a1714f" providerId="ADAL" clId="{EBAD00D9-8705-4FCE-A19D-7FDACC5B60C1}" dt="2022-07-20T14:16:06.368" v="593" actId="1036"/>
          <ac:picMkLst>
            <pc:docMk/>
            <pc:sldMk cId="1880746461" sldId="271"/>
            <ac:picMk id="14" creationId="{00000000-0000-0000-0000-000000000000}"/>
          </ac:picMkLst>
        </pc:picChg>
        <pc:picChg chg="mod">
          <ac:chgData name="Macher, Andreas (DI FA CTR PLC PPM)" userId="f1dcac62-7bef-43eb-91f0-927336a1714f" providerId="ADAL" clId="{EBAD00D9-8705-4FCE-A19D-7FDACC5B60C1}" dt="2022-07-20T14:16:06.368" v="593" actId="1036"/>
          <ac:picMkLst>
            <pc:docMk/>
            <pc:sldMk cId="1880746461" sldId="271"/>
            <ac:picMk id="15" creationId="{00000000-0000-0000-0000-000000000000}"/>
          </ac:picMkLst>
        </pc:picChg>
        <pc:picChg chg="mod">
          <ac:chgData name="Macher, Andreas (DI FA CTR PLC PPM)" userId="f1dcac62-7bef-43eb-91f0-927336a1714f" providerId="ADAL" clId="{EBAD00D9-8705-4FCE-A19D-7FDACC5B60C1}" dt="2022-07-20T14:16:06.368" v="593" actId="1036"/>
          <ac:picMkLst>
            <pc:docMk/>
            <pc:sldMk cId="1880746461" sldId="271"/>
            <ac:picMk id="52" creationId="{56607F89-3767-4D71-B20A-9A2FCEB30300}"/>
          </ac:picMkLst>
        </pc:picChg>
        <pc:picChg chg="mod">
          <ac:chgData name="Macher, Andreas (DI FA CTR PLC PPM)" userId="f1dcac62-7bef-43eb-91f0-927336a1714f" providerId="ADAL" clId="{EBAD00D9-8705-4FCE-A19D-7FDACC5B60C1}" dt="2022-07-20T14:16:06.368" v="593" actId="1036"/>
          <ac:picMkLst>
            <pc:docMk/>
            <pc:sldMk cId="1880746461" sldId="271"/>
            <ac:picMk id="53" creationId="{DD61AB79-7EE1-4494-B7FD-51FD573A0D72}"/>
          </ac:picMkLst>
        </pc:picChg>
        <pc:picChg chg="mod">
          <ac:chgData name="Macher, Andreas (DI FA CTR PLC PPM)" userId="f1dcac62-7bef-43eb-91f0-927336a1714f" providerId="ADAL" clId="{EBAD00D9-8705-4FCE-A19D-7FDACC5B60C1}" dt="2022-07-20T14:16:06.368" v="593" actId="1036"/>
          <ac:picMkLst>
            <pc:docMk/>
            <pc:sldMk cId="1880746461" sldId="271"/>
            <ac:picMk id="54" creationId="{0038C9AF-C58F-456A-9A35-6AFA0A743460}"/>
          </ac:picMkLst>
        </pc:picChg>
        <pc:picChg chg="mod">
          <ac:chgData name="Macher, Andreas (DI FA CTR PLC PPM)" userId="f1dcac62-7bef-43eb-91f0-927336a1714f" providerId="ADAL" clId="{EBAD00D9-8705-4FCE-A19D-7FDACC5B60C1}" dt="2022-07-20T14:16:06.368" v="593" actId="1036"/>
          <ac:picMkLst>
            <pc:docMk/>
            <pc:sldMk cId="1880746461" sldId="271"/>
            <ac:picMk id="56" creationId="{B98251D8-7BBC-42FC-947E-688EB2712620}"/>
          </ac:picMkLst>
        </pc:picChg>
        <pc:picChg chg="mod">
          <ac:chgData name="Macher, Andreas (DI FA CTR PLC PPM)" userId="f1dcac62-7bef-43eb-91f0-927336a1714f" providerId="ADAL" clId="{EBAD00D9-8705-4FCE-A19D-7FDACC5B60C1}" dt="2022-07-20T14:16:06.368" v="593" actId="1036"/>
          <ac:picMkLst>
            <pc:docMk/>
            <pc:sldMk cId="1880746461" sldId="271"/>
            <ac:picMk id="58" creationId="{75DC92A1-B9C0-4B86-B9B6-410269FE9CFB}"/>
          </ac:picMkLst>
        </pc:picChg>
        <pc:picChg chg="mod">
          <ac:chgData name="Macher, Andreas (DI FA CTR PLC PPM)" userId="f1dcac62-7bef-43eb-91f0-927336a1714f" providerId="ADAL" clId="{EBAD00D9-8705-4FCE-A19D-7FDACC5B60C1}" dt="2022-07-20T14:16:06.368" v="593" actId="1036"/>
          <ac:picMkLst>
            <pc:docMk/>
            <pc:sldMk cId="1880746461" sldId="271"/>
            <ac:picMk id="59" creationId="{AE9C7D5D-3F88-438A-B841-3BFC63659CAD}"/>
          </ac:picMkLst>
        </pc:picChg>
        <pc:picChg chg="mod">
          <ac:chgData name="Macher, Andreas (DI FA CTR PLC PPM)" userId="f1dcac62-7bef-43eb-91f0-927336a1714f" providerId="ADAL" clId="{EBAD00D9-8705-4FCE-A19D-7FDACC5B60C1}" dt="2022-07-20T14:16:06.368" v="593" actId="1036"/>
          <ac:picMkLst>
            <pc:docMk/>
            <pc:sldMk cId="1880746461" sldId="271"/>
            <ac:picMk id="61" creationId="{B36F0B1D-44C2-4643-8F1A-41DC57DDED66}"/>
          </ac:picMkLst>
        </pc:picChg>
        <pc:picChg chg="mod">
          <ac:chgData name="Macher, Andreas (DI FA CTR PLC PPM)" userId="f1dcac62-7bef-43eb-91f0-927336a1714f" providerId="ADAL" clId="{EBAD00D9-8705-4FCE-A19D-7FDACC5B60C1}" dt="2022-07-20T14:16:06.368" v="593" actId="1036"/>
          <ac:picMkLst>
            <pc:docMk/>
            <pc:sldMk cId="1880746461" sldId="271"/>
            <ac:picMk id="62" creationId="{00000000-0000-0000-0000-000000000000}"/>
          </ac:picMkLst>
        </pc:picChg>
        <pc:picChg chg="mod">
          <ac:chgData name="Macher, Andreas (DI FA CTR PLC PPM)" userId="f1dcac62-7bef-43eb-91f0-927336a1714f" providerId="ADAL" clId="{EBAD00D9-8705-4FCE-A19D-7FDACC5B60C1}" dt="2022-07-20T14:16:06.368" v="593" actId="1036"/>
          <ac:picMkLst>
            <pc:docMk/>
            <pc:sldMk cId="1880746461" sldId="271"/>
            <ac:picMk id="63" creationId="{00000000-0000-0000-0000-000000000000}"/>
          </ac:picMkLst>
        </pc:picChg>
        <pc:picChg chg="mod">
          <ac:chgData name="Macher, Andreas (DI FA CTR PLC PPM)" userId="f1dcac62-7bef-43eb-91f0-927336a1714f" providerId="ADAL" clId="{EBAD00D9-8705-4FCE-A19D-7FDACC5B60C1}" dt="2022-07-20T14:16:06.368" v="593" actId="1036"/>
          <ac:picMkLst>
            <pc:docMk/>
            <pc:sldMk cId="1880746461" sldId="271"/>
            <ac:picMk id="78" creationId="{968D97CA-505D-4FDA-B56B-D598D36FC4FE}"/>
          </ac:picMkLst>
        </pc:picChg>
        <pc:picChg chg="mod">
          <ac:chgData name="Macher, Andreas (DI FA CTR PLC PPM)" userId="f1dcac62-7bef-43eb-91f0-927336a1714f" providerId="ADAL" clId="{EBAD00D9-8705-4FCE-A19D-7FDACC5B60C1}" dt="2022-07-20T14:16:06.368" v="593" actId="1036"/>
          <ac:picMkLst>
            <pc:docMk/>
            <pc:sldMk cId="1880746461" sldId="271"/>
            <ac:picMk id="84" creationId="{EFD6F15C-438C-4122-8F20-DDEE431C6CFB}"/>
          </ac:picMkLst>
        </pc:picChg>
        <pc:picChg chg="mod">
          <ac:chgData name="Macher, Andreas (DI FA CTR PLC PPM)" userId="f1dcac62-7bef-43eb-91f0-927336a1714f" providerId="ADAL" clId="{EBAD00D9-8705-4FCE-A19D-7FDACC5B60C1}" dt="2022-07-20T14:16:06.368" v="593" actId="1036"/>
          <ac:picMkLst>
            <pc:docMk/>
            <pc:sldMk cId="1880746461" sldId="271"/>
            <ac:picMk id="86" creationId="{839BE050-48E1-41AD-B84A-FE94610EE964}"/>
          </ac:picMkLst>
        </pc:picChg>
        <pc:picChg chg="mod">
          <ac:chgData name="Macher, Andreas (DI FA CTR PLC PPM)" userId="f1dcac62-7bef-43eb-91f0-927336a1714f" providerId="ADAL" clId="{EBAD00D9-8705-4FCE-A19D-7FDACC5B60C1}" dt="2022-07-20T14:16:06.368" v="593" actId="1036"/>
          <ac:picMkLst>
            <pc:docMk/>
            <pc:sldMk cId="1880746461" sldId="271"/>
            <ac:picMk id="87" creationId="{9709126C-05E2-42F1-B5A2-6B2BC5846156}"/>
          </ac:picMkLst>
        </pc:picChg>
        <pc:picChg chg="mod">
          <ac:chgData name="Macher, Andreas (DI FA CTR PLC PPM)" userId="f1dcac62-7bef-43eb-91f0-927336a1714f" providerId="ADAL" clId="{EBAD00D9-8705-4FCE-A19D-7FDACC5B60C1}" dt="2022-07-20T14:16:06.368" v="593" actId="1036"/>
          <ac:picMkLst>
            <pc:docMk/>
            <pc:sldMk cId="1880746461" sldId="271"/>
            <ac:picMk id="89" creationId="{5D0B0945-CCF0-47D9-8E25-5D265082FBFF}"/>
          </ac:picMkLst>
        </pc:picChg>
        <pc:picChg chg="mod">
          <ac:chgData name="Macher, Andreas (DI FA CTR PLC PPM)" userId="f1dcac62-7bef-43eb-91f0-927336a1714f" providerId="ADAL" clId="{EBAD00D9-8705-4FCE-A19D-7FDACC5B60C1}" dt="2022-07-20T14:16:06.368" v="593" actId="1036"/>
          <ac:picMkLst>
            <pc:docMk/>
            <pc:sldMk cId="1880746461" sldId="271"/>
            <ac:picMk id="104" creationId="{2E94BF26-4277-4F63-9FAB-9490406ADCC3}"/>
          </ac:picMkLst>
        </pc:picChg>
        <pc:picChg chg="mod">
          <ac:chgData name="Macher, Andreas (DI FA CTR PLC PPM)" userId="f1dcac62-7bef-43eb-91f0-927336a1714f" providerId="ADAL" clId="{EBAD00D9-8705-4FCE-A19D-7FDACC5B60C1}" dt="2022-07-20T14:16:06.368" v="593" actId="1036"/>
          <ac:picMkLst>
            <pc:docMk/>
            <pc:sldMk cId="1880746461" sldId="271"/>
            <ac:picMk id="105" creationId="{6AB12B2D-2FA9-4718-A3AC-FE234D2B1D1A}"/>
          </ac:picMkLst>
        </pc:picChg>
        <pc:picChg chg="mod">
          <ac:chgData name="Macher, Andreas (DI FA CTR PLC PPM)" userId="f1dcac62-7bef-43eb-91f0-927336a1714f" providerId="ADAL" clId="{EBAD00D9-8705-4FCE-A19D-7FDACC5B60C1}" dt="2022-07-20T14:16:06.368" v="593" actId="1036"/>
          <ac:picMkLst>
            <pc:docMk/>
            <pc:sldMk cId="1880746461" sldId="271"/>
            <ac:picMk id="106" creationId="{51A130DB-3C76-4E25-A1D8-19A7A80A7D38}"/>
          </ac:picMkLst>
        </pc:picChg>
        <pc:picChg chg="mod">
          <ac:chgData name="Macher, Andreas (DI FA CTR PLC PPM)" userId="f1dcac62-7bef-43eb-91f0-927336a1714f" providerId="ADAL" clId="{EBAD00D9-8705-4FCE-A19D-7FDACC5B60C1}" dt="2022-07-20T14:16:06.368" v="593" actId="1036"/>
          <ac:picMkLst>
            <pc:docMk/>
            <pc:sldMk cId="1880746461" sldId="271"/>
            <ac:picMk id="108" creationId="{2F39A427-CEE6-4298-8810-D208ABE898C7}"/>
          </ac:picMkLst>
        </pc:picChg>
        <pc:picChg chg="mod">
          <ac:chgData name="Macher, Andreas (DI FA CTR PLC PPM)" userId="f1dcac62-7bef-43eb-91f0-927336a1714f" providerId="ADAL" clId="{EBAD00D9-8705-4FCE-A19D-7FDACC5B60C1}" dt="2022-07-20T14:16:06.368" v="593" actId="1036"/>
          <ac:picMkLst>
            <pc:docMk/>
            <pc:sldMk cId="1880746461" sldId="271"/>
            <ac:picMk id="109" creationId="{4A64FD35-1C2A-4ECA-9510-C80C34525CDF}"/>
          </ac:picMkLst>
        </pc:picChg>
        <pc:picChg chg="mod">
          <ac:chgData name="Macher, Andreas (DI FA CTR PLC PPM)" userId="f1dcac62-7bef-43eb-91f0-927336a1714f" providerId="ADAL" clId="{EBAD00D9-8705-4FCE-A19D-7FDACC5B60C1}" dt="2022-07-20T14:16:06.368" v="593" actId="1036"/>
          <ac:picMkLst>
            <pc:docMk/>
            <pc:sldMk cId="1880746461" sldId="271"/>
            <ac:picMk id="110" creationId="{904E527D-F7A3-4983-9D98-DFFCEF453685}"/>
          </ac:picMkLst>
        </pc:picChg>
      </pc:sldChg>
      <pc:sldChg chg="del">
        <pc:chgData name="Macher, Andreas (DI FA CTR PLC PPM)" userId="f1dcac62-7bef-43eb-91f0-927336a1714f" providerId="ADAL" clId="{EBAD00D9-8705-4FCE-A19D-7FDACC5B60C1}" dt="2022-07-20T13:26:50.325" v="81" actId="47"/>
        <pc:sldMkLst>
          <pc:docMk/>
          <pc:sldMk cId="1915380295" sldId="297"/>
        </pc:sldMkLst>
      </pc:sldChg>
      <pc:sldChg chg="del">
        <pc:chgData name="Macher, Andreas (DI FA CTR PLC PPM)" userId="f1dcac62-7bef-43eb-91f0-927336a1714f" providerId="ADAL" clId="{EBAD00D9-8705-4FCE-A19D-7FDACC5B60C1}" dt="2022-07-20T13:35:53.327" v="129" actId="47"/>
        <pc:sldMkLst>
          <pc:docMk/>
          <pc:sldMk cId="3063427251" sldId="309"/>
        </pc:sldMkLst>
      </pc:sldChg>
      <pc:sldChg chg="del">
        <pc:chgData name="Macher, Andreas (DI FA CTR PLC PPM)" userId="f1dcac62-7bef-43eb-91f0-927336a1714f" providerId="ADAL" clId="{EBAD00D9-8705-4FCE-A19D-7FDACC5B60C1}" dt="2022-07-20T13:35:53.327" v="129" actId="47"/>
        <pc:sldMkLst>
          <pc:docMk/>
          <pc:sldMk cId="1151964296" sldId="310"/>
        </pc:sldMkLst>
      </pc:sldChg>
      <pc:sldChg chg="del">
        <pc:chgData name="Macher, Andreas (DI FA CTR PLC PPM)" userId="f1dcac62-7bef-43eb-91f0-927336a1714f" providerId="ADAL" clId="{EBAD00D9-8705-4FCE-A19D-7FDACC5B60C1}" dt="2022-07-20T13:35:53.327" v="129" actId="47"/>
        <pc:sldMkLst>
          <pc:docMk/>
          <pc:sldMk cId="874912756" sldId="311"/>
        </pc:sldMkLst>
      </pc:sldChg>
      <pc:sldChg chg="del">
        <pc:chgData name="Macher, Andreas (DI FA CTR PLC PPM)" userId="f1dcac62-7bef-43eb-91f0-927336a1714f" providerId="ADAL" clId="{EBAD00D9-8705-4FCE-A19D-7FDACC5B60C1}" dt="2022-07-20T13:35:57.871" v="130" actId="47"/>
        <pc:sldMkLst>
          <pc:docMk/>
          <pc:sldMk cId="2003098923" sldId="312"/>
        </pc:sldMkLst>
      </pc:sldChg>
      <pc:sldChg chg="del">
        <pc:chgData name="Macher, Andreas (DI FA CTR PLC PPM)" userId="f1dcac62-7bef-43eb-91f0-927336a1714f" providerId="ADAL" clId="{EBAD00D9-8705-4FCE-A19D-7FDACC5B60C1}" dt="2022-07-20T13:35:57.871" v="130" actId="47"/>
        <pc:sldMkLst>
          <pc:docMk/>
          <pc:sldMk cId="555682111" sldId="313"/>
        </pc:sldMkLst>
      </pc:sldChg>
      <pc:sldChg chg="del">
        <pc:chgData name="Macher, Andreas (DI FA CTR PLC PPM)" userId="f1dcac62-7bef-43eb-91f0-927336a1714f" providerId="ADAL" clId="{EBAD00D9-8705-4FCE-A19D-7FDACC5B60C1}" dt="2022-07-20T13:26:48.389" v="79" actId="47"/>
        <pc:sldMkLst>
          <pc:docMk/>
          <pc:sldMk cId="2969443571" sldId="317"/>
        </pc:sldMkLst>
      </pc:sldChg>
      <pc:sldChg chg="del">
        <pc:chgData name="Macher, Andreas (DI FA CTR PLC PPM)" userId="f1dcac62-7bef-43eb-91f0-927336a1714f" providerId="ADAL" clId="{EBAD00D9-8705-4FCE-A19D-7FDACC5B60C1}" dt="2022-07-20T13:37:17.311" v="131" actId="47"/>
        <pc:sldMkLst>
          <pc:docMk/>
          <pc:sldMk cId="193405717" sldId="318"/>
        </pc:sldMkLst>
      </pc:sldChg>
      <pc:sldChg chg="del">
        <pc:chgData name="Macher, Andreas (DI FA CTR PLC PPM)" userId="f1dcac62-7bef-43eb-91f0-927336a1714f" providerId="ADAL" clId="{EBAD00D9-8705-4FCE-A19D-7FDACC5B60C1}" dt="2022-07-20T13:26:55.662" v="84" actId="47"/>
        <pc:sldMkLst>
          <pc:docMk/>
          <pc:sldMk cId="399913625" sldId="341"/>
        </pc:sldMkLst>
      </pc:sldChg>
      <pc:sldChg chg="del">
        <pc:chgData name="Macher, Andreas (DI FA CTR PLC PPM)" userId="f1dcac62-7bef-43eb-91f0-927336a1714f" providerId="ADAL" clId="{EBAD00D9-8705-4FCE-A19D-7FDACC5B60C1}" dt="2022-07-20T13:37:17.311" v="131" actId="47"/>
        <pc:sldMkLst>
          <pc:docMk/>
          <pc:sldMk cId="2146974064" sldId="348"/>
        </pc:sldMkLst>
      </pc:sldChg>
      <pc:sldChg chg="addSp delSp modSp del mod">
        <pc:chgData name="Macher, Andreas (DI FA CTR PLC PPM)" userId="f1dcac62-7bef-43eb-91f0-927336a1714f" providerId="ADAL" clId="{EBAD00D9-8705-4FCE-A19D-7FDACC5B60C1}" dt="2022-07-22T07:40:19.357" v="1860" actId="47"/>
        <pc:sldMkLst>
          <pc:docMk/>
          <pc:sldMk cId="3826715043" sldId="350"/>
        </pc:sldMkLst>
        <pc:spChg chg="add mod">
          <ac:chgData name="Macher, Andreas (DI FA CTR PLC PPM)" userId="f1dcac62-7bef-43eb-91f0-927336a1714f" providerId="ADAL" clId="{EBAD00D9-8705-4FCE-A19D-7FDACC5B60C1}" dt="2022-07-20T13:26:30.388" v="77" actId="20577"/>
          <ac:spMkLst>
            <pc:docMk/>
            <pc:sldMk cId="3826715043" sldId="350"/>
            <ac:spMk id="4" creationId="{539FC5A9-1900-B8A2-5670-6C1D4FE46D4D}"/>
          </ac:spMkLst>
        </pc:spChg>
        <pc:spChg chg="add mod">
          <ac:chgData name="Macher, Andreas (DI FA CTR PLC PPM)" userId="f1dcac62-7bef-43eb-91f0-927336a1714f" providerId="ADAL" clId="{EBAD00D9-8705-4FCE-A19D-7FDACC5B60C1}" dt="2022-07-22T07:39:35.960" v="1840" actId="478"/>
          <ac:spMkLst>
            <pc:docMk/>
            <pc:sldMk cId="3826715043" sldId="350"/>
            <ac:spMk id="8" creationId="{52719153-07B2-6C06-CBB7-B6A0E6563CFB}"/>
          </ac:spMkLst>
        </pc:spChg>
        <pc:picChg chg="del">
          <ac:chgData name="Macher, Andreas (DI FA CTR PLC PPM)" userId="f1dcac62-7bef-43eb-91f0-927336a1714f" providerId="ADAL" clId="{EBAD00D9-8705-4FCE-A19D-7FDACC5B60C1}" dt="2022-07-22T07:39:35.960" v="1840" actId="478"/>
          <ac:picMkLst>
            <pc:docMk/>
            <pc:sldMk cId="3826715043" sldId="350"/>
            <ac:picMk id="7" creationId="{B381E236-9DCE-4895-9067-95B0F3C50962}"/>
          </ac:picMkLst>
        </pc:picChg>
        <pc:picChg chg="add del mod">
          <ac:chgData name="Macher, Andreas (DI FA CTR PLC PPM)" userId="f1dcac62-7bef-43eb-91f0-927336a1714f" providerId="ADAL" clId="{EBAD00D9-8705-4FCE-A19D-7FDACC5B60C1}" dt="2022-07-22T07:39:55.593" v="1857" actId="478"/>
          <ac:picMkLst>
            <pc:docMk/>
            <pc:sldMk cId="3826715043" sldId="350"/>
            <ac:picMk id="10" creationId="{209DA943-F6FB-0A78-E856-D211EE41A39F}"/>
          </ac:picMkLst>
        </pc:picChg>
      </pc:sldChg>
      <pc:sldChg chg="del">
        <pc:chgData name="Macher, Andreas (DI FA CTR PLC PPM)" userId="f1dcac62-7bef-43eb-91f0-927336a1714f" providerId="ADAL" clId="{EBAD00D9-8705-4FCE-A19D-7FDACC5B60C1}" dt="2022-07-20T13:37:17.311" v="131" actId="47"/>
        <pc:sldMkLst>
          <pc:docMk/>
          <pc:sldMk cId="3113480645" sldId="661"/>
        </pc:sldMkLst>
      </pc:sldChg>
      <pc:sldChg chg="del">
        <pc:chgData name="Macher, Andreas (DI FA CTR PLC PPM)" userId="f1dcac62-7bef-43eb-91f0-927336a1714f" providerId="ADAL" clId="{EBAD00D9-8705-4FCE-A19D-7FDACC5B60C1}" dt="2022-07-20T13:26:49.708" v="80" actId="47"/>
        <pc:sldMkLst>
          <pc:docMk/>
          <pc:sldMk cId="1679351195" sldId="662"/>
        </pc:sldMkLst>
      </pc:sldChg>
      <pc:sldChg chg="del">
        <pc:chgData name="Macher, Andreas (DI FA CTR PLC PPM)" userId="f1dcac62-7bef-43eb-91f0-927336a1714f" providerId="ADAL" clId="{EBAD00D9-8705-4FCE-A19D-7FDACC5B60C1}" dt="2022-07-20T13:26:51.928" v="82" actId="47"/>
        <pc:sldMkLst>
          <pc:docMk/>
          <pc:sldMk cId="3428021829" sldId="663"/>
        </pc:sldMkLst>
      </pc:sldChg>
      <pc:sldChg chg="del">
        <pc:chgData name="Macher, Andreas (DI FA CTR PLC PPM)" userId="f1dcac62-7bef-43eb-91f0-927336a1714f" providerId="ADAL" clId="{EBAD00D9-8705-4FCE-A19D-7FDACC5B60C1}" dt="2022-07-20T13:26:54.330" v="83" actId="47"/>
        <pc:sldMkLst>
          <pc:docMk/>
          <pc:sldMk cId="1410991824" sldId="664"/>
        </pc:sldMkLst>
      </pc:sldChg>
      <pc:sldChg chg="del">
        <pc:chgData name="Macher, Andreas (DI FA CTR PLC PPM)" userId="f1dcac62-7bef-43eb-91f0-927336a1714f" providerId="ADAL" clId="{EBAD00D9-8705-4FCE-A19D-7FDACC5B60C1}" dt="2022-07-20T13:37:17.311" v="131" actId="47"/>
        <pc:sldMkLst>
          <pc:docMk/>
          <pc:sldMk cId="1652305453" sldId="684"/>
        </pc:sldMkLst>
      </pc:sldChg>
      <pc:sldChg chg="del">
        <pc:chgData name="Macher, Andreas (DI FA CTR PLC PPM)" userId="f1dcac62-7bef-43eb-91f0-927336a1714f" providerId="ADAL" clId="{EBAD00D9-8705-4FCE-A19D-7FDACC5B60C1}" dt="2022-07-20T13:37:17.311" v="131" actId="47"/>
        <pc:sldMkLst>
          <pc:docMk/>
          <pc:sldMk cId="2795113522" sldId="686"/>
        </pc:sldMkLst>
      </pc:sldChg>
      <pc:sldChg chg="del">
        <pc:chgData name="Macher, Andreas (DI FA CTR PLC PPM)" userId="f1dcac62-7bef-43eb-91f0-927336a1714f" providerId="ADAL" clId="{EBAD00D9-8705-4FCE-A19D-7FDACC5B60C1}" dt="2022-07-20T13:37:17.311" v="131" actId="47"/>
        <pc:sldMkLst>
          <pc:docMk/>
          <pc:sldMk cId="2344237619" sldId="687"/>
        </pc:sldMkLst>
      </pc:sldChg>
      <pc:sldChg chg="del">
        <pc:chgData name="Macher, Andreas (DI FA CTR PLC PPM)" userId="f1dcac62-7bef-43eb-91f0-927336a1714f" providerId="ADAL" clId="{EBAD00D9-8705-4FCE-A19D-7FDACC5B60C1}" dt="2022-07-20T13:37:17.311" v="131" actId="47"/>
        <pc:sldMkLst>
          <pc:docMk/>
          <pc:sldMk cId="2763038369" sldId="688"/>
        </pc:sldMkLst>
      </pc:sldChg>
      <pc:sldChg chg="del">
        <pc:chgData name="Macher, Andreas (DI FA CTR PLC PPM)" userId="f1dcac62-7bef-43eb-91f0-927336a1714f" providerId="ADAL" clId="{EBAD00D9-8705-4FCE-A19D-7FDACC5B60C1}" dt="2022-07-20T13:37:17.311" v="131" actId="47"/>
        <pc:sldMkLst>
          <pc:docMk/>
          <pc:sldMk cId="3480331369" sldId="2052"/>
        </pc:sldMkLst>
      </pc:sldChg>
      <pc:sldChg chg="del">
        <pc:chgData name="Macher, Andreas (DI FA CTR PLC PPM)" userId="f1dcac62-7bef-43eb-91f0-927336a1714f" providerId="ADAL" clId="{EBAD00D9-8705-4FCE-A19D-7FDACC5B60C1}" dt="2022-07-20T13:37:17.311" v="131" actId="47"/>
        <pc:sldMkLst>
          <pc:docMk/>
          <pc:sldMk cId="1590747071" sldId="2263"/>
        </pc:sldMkLst>
      </pc:sldChg>
      <pc:sldChg chg="del">
        <pc:chgData name="Macher, Andreas (DI FA CTR PLC PPM)" userId="f1dcac62-7bef-43eb-91f0-927336a1714f" providerId="ADAL" clId="{EBAD00D9-8705-4FCE-A19D-7FDACC5B60C1}" dt="2022-07-20T13:37:17.311" v="131" actId="47"/>
        <pc:sldMkLst>
          <pc:docMk/>
          <pc:sldMk cId="1719323245" sldId="2264"/>
        </pc:sldMkLst>
      </pc:sldChg>
      <pc:sldChg chg="del">
        <pc:chgData name="Macher, Andreas (DI FA CTR PLC PPM)" userId="f1dcac62-7bef-43eb-91f0-927336a1714f" providerId="ADAL" clId="{EBAD00D9-8705-4FCE-A19D-7FDACC5B60C1}" dt="2022-07-20T13:37:17.311" v="131" actId="47"/>
        <pc:sldMkLst>
          <pc:docMk/>
          <pc:sldMk cId="1861422214" sldId="2268"/>
        </pc:sldMkLst>
      </pc:sldChg>
      <pc:sldChg chg="del">
        <pc:chgData name="Macher, Andreas (DI FA CTR PLC PPM)" userId="f1dcac62-7bef-43eb-91f0-927336a1714f" providerId="ADAL" clId="{EBAD00D9-8705-4FCE-A19D-7FDACC5B60C1}" dt="2022-07-20T13:37:17.311" v="131" actId="47"/>
        <pc:sldMkLst>
          <pc:docMk/>
          <pc:sldMk cId="1403879467" sldId="2269"/>
        </pc:sldMkLst>
      </pc:sldChg>
      <pc:sldChg chg="del">
        <pc:chgData name="Macher, Andreas (DI FA CTR PLC PPM)" userId="f1dcac62-7bef-43eb-91f0-927336a1714f" providerId="ADAL" clId="{EBAD00D9-8705-4FCE-A19D-7FDACC5B60C1}" dt="2022-07-20T13:26:58.650" v="86" actId="47"/>
        <pc:sldMkLst>
          <pc:docMk/>
          <pc:sldMk cId="2126092131" sldId="2283"/>
        </pc:sldMkLst>
      </pc:sldChg>
      <pc:sldChg chg="del">
        <pc:chgData name="Macher, Andreas (DI FA CTR PLC PPM)" userId="f1dcac62-7bef-43eb-91f0-927336a1714f" providerId="ADAL" clId="{EBAD00D9-8705-4FCE-A19D-7FDACC5B60C1}" dt="2022-07-20T13:37:17.311" v="131" actId="47"/>
        <pc:sldMkLst>
          <pc:docMk/>
          <pc:sldMk cId="2344732622" sldId="2284"/>
        </pc:sldMkLst>
      </pc:sldChg>
      <pc:sldChg chg="del">
        <pc:chgData name="Macher, Andreas (DI FA CTR PLC PPM)" userId="f1dcac62-7bef-43eb-91f0-927336a1714f" providerId="ADAL" clId="{EBAD00D9-8705-4FCE-A19D-7FDACC5B60C1}" dt="2022-07-20T13:37:17.311" v="131" actId="47"/>
        <pc:sldMkLst>
          <pc:docMk/>
          <pc:sldMk cId="2205172182" sldId="2290"/>
        </pc:sldMkLst>
      </pc:sldChg>
      <pc:sldChg chg="del">
        <pc:chgData name="Macher, Andreas (DI FA CTR PLC PPM)" userId="f1dcac62-7bef-43eb-91f0-927336a1714f" providerId="ADAL" clId="{EBAD00D9-8705-4FCE-A19D-7FDACC5B60C1}" dt="2022-07-20T13:37:17.311" v="131" actId="47"/>
        <pc:sldMkLst>
          <pc:docMk/>
          <pc:sldMk cId="630145559" sldId="2291"/>
        </pc:sldMkLst>
      </pc:sldChg>
      <pc:sldChg chg="del">
        <pc:chgData name="Macher, Andreas (DI FA CTR PLC PPM)" userId="f1dcac62-7bef-43eb-91f0-927336a1714f" providerId="ADAL" clId="{EBAD00D9-8705-4FCE-A19D-7FDACC5B60C1}" dt="2022-07-20T13:37:17.311" v="131" actId="47"/>
        <pc:sldMkLst>
          <pc:docMk/>
          <pc:sldMk cId="4271667069" sldId="2297"/>
        </pc:sldMkLst>
      </pc:sldChg>
      <pc:sldChg chg="del">
        <pc:chgData name="Macher, Andreas (DI FA CTR PLC PPM)" userId="f1dcac62-7bef-43eb-91f0-927336a1714f" providerId="ADAL" clId="{EBAD00D9-8705-4FCE-A19D-7FDACC5B60C1}" dt="2022-07-20T13:37:17.311" v="131" actId="47"/>
        <pc:sldMkLst>
          <pc:docMk/>
          <pc:sldMk cId="1664206843" sldId="9056"/>
        </pc:sldMkLst>
      </pc:sldChg>
      <pc:sldChg chg="del">
        <pc:chgData name="Macher, Andreas (DI FA CTR PLC PPM)" userId="f1dcac62-7bef-43eb-91f0-927336a1714f" providerId="ADAL" clId="{EBAD00D9-8705-4FCE-A19D-7FDACC5B60C1}" dt="2022-07-20T13:37:17.311" v="131" actId="47"/>
        <pc:sldMkLst>
          <pc:docMk/>
          <pc:sldMk cId="533990801" sldId="9058"/>
        </pc:sldMkLst>
      </pc:sldChg>
      <pc:sldChg chg="addSp delSp modSp mod">
        <pc:chgData name="Macher, Andreas (DI FA CTR PLC PPM)" userId="f1dcac62-7bef-43eb-91f0-927336a1714f" providerId="ADAL" clId="{EBAD00D9-8705-4FCE-A19D-7FDACC5B60C1}" dt="2022-07-20T15:30:21.479" v="1839" actId="20577"/>
        <pc:sldMkLst>
          <pc:docMk/>
          <pc:sldMk cId="3983460591" sldId="9059"/>
        </pc:sldMkLst>
        <pc:spChg chg="mod">
          <ac:chgData name="Macher, Andreas (DI FA CTR PLC PPM)" userId="f1dcac62-7bef-43eb-91f0-927336a1714f" providerId="ADAL" clId="{EBAD00D9-8705-4FCE-A19D-7FDACC5B60C1}" dt="2022-07-20T15:26:13.675" v="1669"/>
          <ac:spMkLst>
            <pc:docMk/>
            <pc:sldMk cId="3983460591" sldId="9059"/>
            <ac:spMk id="2" creationId="{54EDA1C3-1779-4464-9AE9-DF1453500F02}"/>
          </ac:spMkLst>
        </pc:spChg>
        <pc:spChg chg="add mod">
          <ac:chgData name="Macher, Andreas (DI FA CTR PLC PPM)" userId="f1dcac62-7bef-43eb-91f0-927336a1714f" providerId="ADAL" clId="{EBAD00D9-8705-4FCE-A19D-7FDACC5B60C1}" dt="2022-07-20T14:40:51.732" v="966" actId="108"/>
          <ac:spMkLst>
            <pc:docMk/>
            <pc:sldMk cId="3983460591" sldId="9059"/>
            <ac:spMk id="44" creationId="{8538B682-D1DB-DCB9-D563-207890E5B40C}"/>
          </ac:spMkLst>
        </pc:spChg>
        <pc:spChg chg="mod">
          <ac:chgData name="Macher, Andreas (DI FA CTR PLC PPM)" userId="f1dcac62-7bef-43eb-91f0-927336a1714f" providerId="ADAL" clId="{EBAD00D9-8705-4FCE-A19D-7FDACC5B60C1}" dt="2022-07-20T15:03:56.850" v="1125"/>
          <ac:spMkLst>
            <pc:docMk/>
            <pc:sldMk cId="3983460591" sldId="9059"/>
            <ac:spMk id="46" creationId="{E20EF269-DD6D-3E5F-393E-AE2E33E1535A}"/>
          </ac:spMkLst>
        </pc:spChg>
        <pc:spChg chg="mod">
          <ac:chgData name="Macher, Andreas (DI FA CTR PLC PPM)" userId="f1dcac62-7bef-43eb-91f0-927336a1714f" providerId="ADAL" clId="{EBAD00D9-8705-4FCE-A19D-7FDACC5B60C1}" dt="2022-07-20T15:04:31.669" v="1132"/>
          <ac:spMkLst>
            <pc:docMk/>
            <pc:sldMk cId="3983460591" sldId="9059"/>
            <ac:spMk id="51" creationId="{34E9A14B-D846-57F4-28DB-A19618D35B63}"/>
          </ac:spMkLst>
        </pc:spChg>
        <pc:spChg chg="mod">
          <ac:chgData name="Macher, Andreas (DI FA CTR PLC PPM)" userId="f1dcac62-7bef-43eb-91f0-927336a1714f" providerId="ADAL" clId="{EBAD00D9-8705-4FCE-A19D-7FDACC5B60C1}" dt="2022-07-20T15:04:51.774" v="1137"/>
          <ac:spMkLst>
            <pc:docMk/>
            <pc:sldMk cId="3983460591" sldId="9059"/>
            <ac:spMk id="56" creationId="{E225614D-A43A-20A1-B4DC-DD0579E6A70A}"/>
          </ac:spMkLst>
        </pc:spChg>
        <pc:spChg chg="mod topLvl">
          <ac:chgData name="Macher, Andreas (DI FA CTR PLC PPM)" userId="f1dcac62-7bef-43eb-91f0-927336a1714f" providerId="ADAL" clId="{EBAD00D9-8705-4FCE-A19D-7FDACC5B60C1}" dt="2022-07-20T15:03:47.771" v="1120" actId="165"/>
          <ac:spMkLst>
            <pc:docMk/>
            <pc:sldMk cId="3983460591" sldId="9059"/>
            <ac:spMk id="115" creationId="{90528F12-D22C-4263-B14C-D43221668473}"/>
          </ac:spMkLst>
        </pc:spChg>
        <pc:spChg chg="mod topLvl">
          <ac:chgData name="Macher, Andreas (DI FA CTR PLC PPM)" userId="f1dcac62-7bef-43eb-91f0-927336a1714f" providerId="ADAL" clId="{EBAD00D9-8705-4FCE-A19D-7FDACC5B60C1}" dt="2022-07-20T15:03:47.771" v="1120" actId="165"/>
          <ac:spMkLst>
            <pc:docMk/>
            <pc:sldMk cId="3983460591" sldId="9059"/>
            <ac:spMk id="116" creationId="{2347B793-6F5B-4E1C-A3E7-DA0475071982}"/>
          </ac:spMkLst>
        </pc:spChg>
        <pc:spChg chg="del mod topLvl">
          <ac:chgData name="Macher, Andreas (DI FA CTR PLC PPM)" userId="f1dcac62-7bef-43eb-91f0-927336a1714f" providerId="ADAL" clId="{EBAD00D9-8705-4FCE-A19D-7FDACC5B60C1}" dt="2022-07-20T15:03:51.707" v="1121" actId="478"/>
          <ac:spMkLst>
            <pc:docMk/>
            <pc:sldMk cId="3983460591" sldId="9059"/>
            <ac:spMk id="131" creationId="{ABA38E18-65FF-4E3C-B28E-7B2A80841B2F}"/>
          </ac:spMkLst>
        </pc:spChg>
        <pc:spChg chg="mod topLvl">
          <ac:chgData name="Macher, Andreas (DI FA CTR PLC PPM)" userId="f1dcac62-7bef-43eb-91f0-927336a1714f" providerId="ADAL" clId="{EBAD00D9-8705-4FCE-A19D-7FDACC5B60C1}" dt="2022-07-20T15:07:35.222" v="1250" actId="1076"/>
          <ac:spMkLst>
            <pc:docMk/>
            <pc:sldMk cId="3983460591" sldId="9059"/>
            <ac:spMk id="137" creationId="{FDD5434B-451C-4259-8662-7FE848EA59F8}"/>
          </ac:spMkLst>
        </pc:spChg>
        <pc:spChg chg="mod topLvl">
          <ac:chgData name="Macher, Andreas (DI FA CTR PLC PPM)" userId="f1dcac62-7bef-43eb-91f0-927336a1714f" providerId="ADAL" clId="{EBAD00D9-8705-4FCE-A19D-7FDACC5B60C1}" dt="2022-07-20T15:07:38.474" v="1251" actId="1076"/>
          <ac:spMkLst>
            <pc:docMk/>
            <pc:sldMk cId="3983460591" sldId="9059"/>
            <ac:spMk id="138" creationId="{43BB1C04-9A39-4EAC-BFFD-C203C3EE5EFD}"/>
          </ac:spMkLst>
        </pc:spChg>
        <pc:spChg chg="mod topLvl">
          <ac:chgData name="Macher, Andreas (DI FA CTR PLC PPM)" userId="f1dcac62-7bef-43eb-91f0-927336a1714f" providerId="ADAL" clId="{EBAD00D9-8705-4FCE-A19D-7FDACC5B60C1}" dt="2022-07-20T15:04:21.201" v="1127" actId="165"/>
          <ac:spMkLst>
            <pc:docMk/>
            <pc:sldMk cId="3983460591" sldId="9059"/>
            <ac:spMk id="193" creationId="{0F72EC80-83AB-421E-B63B-4EDE1D17E79E}"/>
          </ac:spMkLst>
        </pc:spChg>
        <pc:spChg chg="mod topLvl">
          <ac:chgData name="Macher, Andreas (DI FA CTR PLC PPM)" userId="f1dcac62-7bef-43eb-91f0-927336a1714f" providerId="ADAL" clId="{EBAD00D9-8705-4FCE-A19D-7FDACC5B60C1}" dt="2022-07-20T15:04:21.201" v="1127" actId="165"/>
          <ac:spMkLst>
            <pc:docMk/>
            <pc:sldMk cId="3983460591" sldId="9059"/>
            <ac:spMk id="194" creationId="{BA33D631-F6F4-4470-BB89-EA301E6D7209}"/>
          </ac:spMkLst>
        </pc:spChg>
        <pc:spChg chg="del mod topLvl">
          <ac:chgData name="Macher, Andreas (DI FA CTR PLC PPM)" userId="f1dcac62-7bef-43eb-91f0-927336a1714f" providerId="ADAL" clId="{EBAD00D9-8705-4FCE-A19D-7FDACC5B60C1}" dt="2022-07-20T15:04:23.606" v="1128" actId="478"/>
          <ac:spMkLst>
            <pc:docMk/>
            <pc:sldMk cId="3983460591" sldId="9059"/>
            <ac:spMk id="197" creationId="{3F7B5CBB-E774-4AEE-85C0-DAA069017857}"/>
          </ac:spMkLst>
        </pc:spChg>
        <pc:spChg chg="mod topLvl">
          <ac:chgData name="Macher, Andreas (DI FA CTR PLC PPM)" userId="f1dcac62-7bef-43eb-91f0-927336a1714f" providerId="ADAL" clId="{EBAD00D9-8705-4FCE-A19D-7FDACC5B60C1}" dt="2022-07-20T15:30:21.479" v="1839" actId="20577"/>
          <ac:spMkLst>
            <pc:docMk/>
            <pc:sldMk cId="3983460591" sldId="9059"/>
            <ac:spMk id="201" creationId="{5BA6C01A-DC52-43DE-BDB5-71F7C889108D}"/>
          </ac:spMkLst>
        </pc:spChg>
        <pc:spChg chg="mod topLvl">
          <ac:chgData name="Macher, Andreas (DI FA CTR PLC PPM)" userId="f1dcac62-7bef-43eb-91f0-927336a1714f" providerId="ADAL" clId="{EBAD00D9-8705-4FCE-A19D-7FDACC5B60C1}" dt="2022-07-20T15:04:21.201" v="1127" actId="165"/>
          <ac:spMkLst>
            <pc:docMk/>
            <pc:sldMk cId="3983460591" sldId="9059"/>
            <ac:spMk id="202" creationId="{89287526-6E1D-4DF0-A967-3635FCD30BAB}"/>
          </ac:spMkLst>
        </pc:spChg>
        <pc:spChg chg="mod topLvl">
          <ac:chgData name="Macher, Andreas (DI FA CTR PLC PPM)" userId="f1dcac62-7bef-43eb-91f0-927336a1714f" providerId="ADAL" clId="{EBAD00D9-8705-4FCE-A19D-7FDACC5B60C1}" dt="2022-07-20T15:03:47.771" v="1120" actId="165"/>
          <ac:spMkLst>
            <pc:docMk/>
            <pc:sldMk cId="3983460591" sldId="9059"/>
            <ac:spMk id="208" creationId="{9B53F99D-2420-4508-B0F4-B6FE6AD5D8A9}"/>
          </ac:spMkLst>
        </pc:spChg>
        <pc:spChg chg="mod topLvl">
          <ac:chgData name="Macher, Andreas (DI FA CTR PLC PPM)" userId="f1dcac62-7bef-43eb-91f0-927336a1714f" providerId="ADAL" clId="{EBAD00D9-8705-4FCE-A19D-7FDACC5B60C1}" dt="2022-07-20T15:04:21.201" v="1127" actId="165"/>
          <ac:spMkLst>
            <pc:docMk/>
            <pc:sldMk cId="3983460591" sldId="9059"/>
            <ac:spMk id="210" creationId="{0367F891-2232-45B4-A1E6-5E52DEA4CF54}"/>
          </ac:spMkLst>
        </pc:spChg>
        <pc:grpChg chg="del">
          <ac:chgData name="Macher, Andreas (DI FA CTR PLC PPM)" userId="f1dcac62-7bef-43eb-91f0-927336a1714f" providerId="ADAL" clId="{EBAD00D9-8705-4FCE-A19D-7FDACC5B60C1}" dt="2022-07-20T15:03:47.771" v="1120" actId="165"/>
          <ac:grpSpMkLst>
            <pc:docMk/>
            <pc:sldMk cId="3983460591" sldId="9059"/>
            <ac:grpSpMk id="7" creationId="{8DD86148-1E10-4010-AC1E-BAE87F102946}"/>
          </ac:grpSpMkLst>
        </pc:grpChg>
        <pc:grpChg chg="del">
          <ac:chgData name="Macher, Andreas (DI FA CTR PLC PPM)" userId="f1dcac62-7bef-43eb-91f0-927336a1714f" providerId="ADAL" clId="{EBAD00D9-8705-4FCE-A19D-7FDACC5B60C1}" dt="2022-07-20T15:04:21.201" v="1127" actId="165"/>
          <ac:grpSpMkLst>
            <pc:docMk/>
            <pc:sldMk cId="3983460591" sldId="9059"/>
            <ac:grpSpMk id="8" creationId="{14CE6721-7597-415C-A26E-B5D1559E211D}"/>
          </ac:grpSpMkLst>
        </pc:grpChg>
        <pc:grpChg chg="add mod ord">
          <ac:chgData name="Macher, Andreas (DI FA CTR PLC PPM)" userId="f1dcac62-7bef-43eb-91f0-927336a1714f" providerId="ADAL" clId="{EBAD00D9-8705-4FCE-A19D-7FDACC5B60C1}" dt="2022-07-20T15:05:25.166" v="1140" actId="167"/>
          <ac:grpSpMkLst>
            <pc:docMk/>
            <pc:sldMk cId="3983460591" sldId="9059"/>
            <ac:grpSpMk id="45" creationId="{BBC13CE8-301F-95DC-2A90-AF09A11F6433}"/>
          </ac:grpSpMkLst>
        </pc:grpChg>
        <pc:grpChg chg="add del mod">
          <ac:chgData name="Macher, Andreas (DI FA CTR PLC PPM)" userId="f1dcac62-7bef-43eb-91f0-927336a1714f" providerId="ADAL" clId="{EBAD00D9-8705-4FCE-A19D-7FDACC5B60C1}" dt="2022-07-20T15:04:47.714" v="1136" actId="478"/>
          <ac:grpSpMkLst>
            <pc:docMk/>
            <pc:sldMk cId="3983460591" sldId="9059"/>
            <ac:grpSpMk id="50" creationId="{27973D57-FEBB-853F-E22C-87E236AB0D30}"/>
          </ac:grpSpMkLst>
        </pc:grpChg>
        <pc:grpChg chg="add mod">
          <ac:chgData name="Macher, Andreas (DI FA CTR PLC PPM)" userId="f1dcac62-7bef-43eb-91f0-927336a1714f" providerId="ADAL" clId="{EBAD00D9-8705-4FCE-A19D-7FDACC5B60C1}" dt="2022-07-20T15:04:51.774" v="1137"/>
          <ac:grpSpMkLst>
            <pc:docMk/>
            <pc:sldMk cId="3983460591" sldId="9059"/>
            <ac:grpSpMk id="55" creationId="{89BA5C66-66CF-93E9-6969-CFF726DBE51E}"/>
          </ac:grpSpMkLst>
        </pc:grpChg>
        <pc:picChg chg="mod topLvl">
          <ac:chgData name="Macher, Andreas (DI FA CTR PLC PPM)" userId="f1dcac62-7bef-43eb-91f0-927336a1714f" providerId="ADAL" clId="{EBAD00D9-8705-4FCE-A19D-7FDACC5B60C1}" dt="2022-07-20T15:04:09.092" v="1126" actId="1036"/>
          <ac:picMkLst>
            <pc:docMk/>
            <pc:sldMk cId="3983460591" sldId="9059"/>
            <ac:picMk id="118" creationId="{8E5D9965-8CA4-4D5C-9281-E3749120BB51}"/>
          </ac:picMkLst>
        </pc:picChg>
        <pc:picChg chg="mod topLvl">
          <ac:chgData name="Macher, Andreas (DI FA CTR PLC PPM)" userId="f1dcac62-7bef-43eb-91f0-927336a1714f" providerId="ADAL" clId="{EBAD00D9-8705-4FCE-A19D-7FDACC5B60C1}" dt="2022-07-20T15:03:47.771" v="1120" actId="165"/>
          <ac:picMkLst>
            <pc:docMk/>
            <pc:sldMk cId="3983460591" sldId="9059"/>
            <ac:picMk id="134" creationId="{1A671D29-D58A-4669-AFB0-FE0D8523F1CB}"/>
          </ac:picMkLst>
        </pc:picChg>
        <pc:picChg chg="mod topLvl">
          <ac:chgData name="Macher, Andreas (DI FA CTR PLC PPM)" userId="f1dcac62-7bef-43eb-91f0-927336a1714f" providerId="ADAL" clId="{EBAD00D9-8705-4FCE-A19D-7FDACC5B60C1}" dt="2022-07-20T15:03:47.771" v="1120" actId="165"/>
          <ac:picMkLst>
            <pc:docMk/>
            <pc:sldMk cId="3983460591" sldId="9059"/>
            <ac:picMk id="139" creationId="{4D1392CF-EBD0-4891-975B-420FDA84B745}"/>
          </ac:picMkLst>
        </pc:picChg>
        <pc:picChg chg="mod topLvl">
          <ac:chgData name="Macher, Andreas (DI FA CTR PLC PPM)" userId="f1dcac62-7bef-43eb-91f0-927336a1714f" providerId="ADAL" clId="{EBAD00D9-8705-4FCE-A19D-7FDACC5B60C1}" dt="2022-07-20T15:03:47.771" v="1120" actId="165"/>
          <ac:picMkLst>
            <pc:docMk/>
            <pc:sldMk cId="3983460591" sldId="9059"/>
            <ac:picMk id="140" creationId="{F29889E4-3CD3-48E3-B488-35A2DF884CB9}"/>
          </ac:picMkLst>
        </pc:picChg>
        <pc:picChg chg="mod topLvl">
          <ac:chgData name="Macher, Andreas (DI FA CTR PLC PPM)" userId="f1dcac62-7bef-43eb-91f0-927336a1714f" providerId="ADAL" clId="{EBAD00D9-8705-4FCE-A19D-7FDACC5B60C1}" dt="2022-07-20T15:03:47.771" v="1120" actId="165"/>
          <ac:picMkLst>
            <pc:docMk/>
            <pc:sldMk cId="3983460591" sldId="9059"/>
            <ac:picMk id="141" creationId="{E736B61F-EFC8-4CB2-8980-4022DA1F7564}"/>
          </ac:picMkLst>
        </pc:picChg>
        <pc:picChg chg="mod topLvl">
          <ac:chgData name="Macher, Andreas (DI FA CTR PLC PPM)" userId="f1dcac62-7bef-43eb-91f0-927336a1714f" providerId="ADAL" clId="{EBAD00D9-8705-4FCE-A19D-7FDACC5B60C1}" dt="2022-07-20T15:04:21.201" v="1127" actId="165"/>
          <ac:picMkLst>
            <pc:docMk/>
            <pc:sldMk cId="3983460591" sldId="9059"/>
            <ac:picMk id="196" creationId="{6A150670-E090-453D-8F6C-571B1DEF2ECA}"/>
          </ac:picMkLst>
        </pc:picChg>
        <pc:picChg chg="mod topLvl">
          <ac:chgData name="Macher, Andreas (DI FA CTR PLC PPM)" userId="f1dcac62-7bef-43eb-91f0-927336a1714f" providerId="ADAL" clId="{EBAD00D9-8705-4FCE-A19D-7FDACC5B60C1}" dt="2022-07-20T15:04:21.201" v="1127" actId="165"/>
          <ac:picMkLst>
            <pc:docMk/>
            <pc:sldMk cId="3983460591" sldId="9059"/>
            <ac:picMk id="200" creationId="{E14D2BCE-C32D-4764-970B-53C0D309E2C7}"/>
          </ac:picMkLst>
        </pc:picChg>
        <pc:picChg chg="mod topLvl">
          <ac:chgData name="Macher, Andreas (DI FA CTR PLC PPM)" userId="f1dcac62-7bef-43eb-91f0-927336a1714f" providerId="ADAL" clId="{EBAD00D9-8705-4FCE-A19D-7FDACC5B60C1}" dt="2022-07-20T15:04:21.201" v="1127" actId="165"/>
          <ac:picMkLst>
            <pc:docMk/>
            <pc:sldMk cId="3983460591" sldId="9059"/>
            <ac:picMk id="203" creationId="{78F0F493-0024-423C-B78F-2F2272CA8D23}"/>
          </ac:picMkLst>
        </pc:picChg>
        <pc:picChg chg="mod topLvl">
          <ac:chgData name="Macher, Andreas (DI FA CTR PLC PPM)" userId="f1dcac62-7bef-43eb-91f0-927336a1714f" providerId="ADAL" clId="{EBAD00D9-8705-4FCE-A19D-7FDACC5B60C1}" dt="2022-07-20T15:04:21.201" v="1127" actId="165"/>
          <ac:picMkLst>
            <pc:docMk/>
            <pc:sldMk cId="3983460591" sldId="9059"/>
            <ac:picMk id="204" creationId="{8B6ABD56-5854-4010-B0A9-6AFFFFD44706}"/>
          </ac:picMkLst>
        </pc:picChg>
        <pc:picChg chg="mod topLvl">
          <ac:chgData name="Macher, Andreas (DI FA CTR PLC PPM)" userId="f1dcac62-7bef-43eb-91f0-927336a1714f" providerId="ADAL" clId="{EBAD00D9-8705-4FCE-A19D-7FDACC5B60C1}" dt="2022-07-20T15:03:47.771" v="1120" actId="165"/>
          <ac:picMkLst>
            <pc:docMk/>
            <pc:sldMk cId="3983460591" sldId="9059"/>
            <ac:picMk id="207" creationId="{6D73AE71-A69E-4007-8F4B-BE267A90D9B9}"/>
          </ac:picMkLst>
        </pc:picChg>
        <pc:picChg chg="mod topLvl">
          <ac:chgData name="Macher, Andreas (DI FA CTR PLC PPM)" userId="f1dcac62-7bef-43eb-91f0-927336a1714f" providerId="ADAL" clId="{EBAD00D9-8705-4FCE-A19D-7FDACC5B60C1}" dt="2022-07-20T15:04:21.201" v="1127" actId="165"/>
          <ac:picMkLst>
            <pc:docMk/>
            <pc:sldMk cId="3983460591" sldId="9059"/>
            <ac:picMk id="209" creationId="{3D20A809-4FBE-43AF-BB73-56268C725058}"/>
          </ac:picMkLst>
        </pc:picChg>
        <pc:cxnChg chg="mod">
          <ac:chgData name="Macher, Andreas (DI FA CTR PLC PPM)" userId="f1dcac62-7bef-43eb-91f0-927336a1714f" providerId="ADAL" clId="{EBAD00D9-8705-4FCE-A19D-7FDACC5B60C1}" dt="2022-07-20T15:03:56.850" v="1125"/>
          <ac:cxnSpMkLst>
            <pc:docMk/>
            <pc:sldMk cId="3983460591" sldId="9059"/>
            <ac:cxnSpMk id="47" creationId="{AF43C5D8-DF31-3F24-9372-DE44630EE80E}"/>
          </ac:cxnSpMkLst>
        </pc:cxnChg>
        <pc:cxnChg chg="mod">
          <ac:chgData name="Macher, Andreas (DI FA CTR PLC PPM)" userId="f1dcac62-7bef-43eb-91f0-927336a1714f" providerId="ADAL" clId="{EBAD00D9-8705-4FCE-A19D-7FDACC5B60C1}" dt="2022-07-20T15:03:56.850" v="1125"/>
          <ac:cxnSpMkLst>
            <pc:docMk/>
            <pc:sldMk cId="3983460591" sldId="9059"/>
            <ac:cxnSpMk id="48" creationId="{16E8DEED-051F-AD34-3228-B9046B42763D}"/>
          </ac:cxnSpMkLst>
        </pc:cxnChg>
        <pc:cxnChg chg="mod">
          <ac:chgData name="Macher, Andreas (DI FA CTR PLC PPM)" userId="f1dcac62-7bef-43eb-91f0-927336a1714f" providerId="ADAL" clId="{EBAD00D9-8705-4FCE-A19D-7FDACC5B60C1}" dt="2022-07-20T15:03:56.850" v="1125"/>
          <ac:cxnSpMkLst>
            <pc:docMk/>
            <pc:sldMk cId="3983460591" sldId="9059"/>
            <ac:cxnSpMk id="49" creationId="{85FC18B2-2C7E-1813-8E91-1BFEA725BC03}"/>
          </ac:cxnSpMkLst>
        </pc:cxnChg>
        <pc:cxnChg chg="mod">
          <ac:chgData name="Macher, Andreas (DI FA CTR PLC PPM)" userId="f1dcac62-7bef-43eb-91f0-927336a1714f" providerId="ADAL" clId="{EBAD00D9-8705-4FCE-A19D-7FDACC5B60C1}" dt="2022-07-20T15:04:31.669" v="1132"/>
          <ac:cxnSpMkLst>
            <pc:docMk/>
            <pc:sldMk cId="3983460591" sldId="9059"/>
            <ac:cxnSpMk id="52" creationId="{5D2BCA38-CFBE-0A21-CFFF-0001AC6C90E1}"/>
          </ac:cxnSpMkLst>
        </pc:cxnChg>
        <pc:cxnChg chg="mod">
          <ac:chgData name="Macher, Andreas (DI FA CTR PLC PPM)" userId="f1dcac62-7bef-43eb-91f0-927336a1714f" providerId="ADAL" clId="{EBAD00D9-8705-4FCE-A19D-7FDACC5B60C1}" dt="2022-07-20T15:04:31.669" v="1132"/>
          <ac:cxnSpMkLst>
            <pc:docMk/>
            <pc:sldMk cId="3983460591" sldId="9059"/>
            <ac:cxnSpMk id="53" creationId="{8E0DE943-7B21-5B94-40F8-05B07F5C862D}"/>
          </ac:cxnSpMkLst>
        </pc:cxnChg>
        <pc:cxnChg chg="mod">
          <ac:chgData name="Macher, Andreas (DI FA CTR PLC PPM)" userId="f1dcac62-7bef-43eb-91f0-927336a1714f" providerId="ADAL" clId="{EBAD00D9-8705-4FCE-A19D-7FDACC5B60C1}" dt="2022-07-20T15:04:31.669" v="1132"/>
          <ac:cxnSpMkLst>
            <pc:docMk/>
            <pc:sldMk cId="3983460591" sldId="9059"/>
            <ac:cxnSpMk id="54" creationId="{7062FFBE-FDE1-4D7B-539B-885D57931E4B}"/>
          </ac:cxnSpMkLst>
        </pc:cxnChg>
        <pc:cxnChg chg="mod">
          <ac:chgData name="Macher, Andreas (DI FA CTR PLC PPM)" userId="f1dcac62-7bef-43eb-91f0-927336a1714f" providerId="ADAL" clId="{EBAD00D9-8705-4FCE-A19D-7FDACC5B60C1}" dt="2022-07-20T15:04:51.774" v="1137"/>
          <ac:cxnSpMkLst>
            <pc:docMk/>
            <pc:sldMk cId="3983460591" sldId="9059"/>
            <ac:cxnSpMk id="57" creationId="{E66F65DA-D121-2423-D27B-69E710E40719}"/>
          </ac:cxnSpMkLst>
        </pc:cxnChg>
        <pc:cxnChg chg="mod">
          <ac:chgData name="Macher, Andreas (DI FA CTR PLC PPM)" userId="f1dcac62-7bef-43eb-91f0-927336a1714f" providerId="ADAL" clId="{EBAD00D9-8705-4FCE-A19D-7FDACC5B60C1}" dt="2022-07-20T15:04:51.774" v="1137"/>
          <ac:cxnSpMkLst>
            <pc:docMk/>
            <pc:sldMk cId="3983460591" sldId="9059"/>
            <ac:cxnSpMk id="58" creationId="{AEA08316-F050-FDFB-0E8F-246F40FFCE26}"/>
          </ac:cxnSpMkLst>
        </pc:cxnChg>
        <pc:cxnChg chg="mod">
          <ac:chgData name="Macher, Andreas (DI FA CTR PLC PPM)" userId="f1dcac62-7bef-43eb-91f0-927336a1714f" providerId="ADAL" clId="{EBAD00D9-8705-4FCE-A19D-7FDACC5B60C1}" dt="2022-07-20T15:04:51.774" v="1137"/>
          <ac:cxnSpMkLst>
            <pc:docMk/>
            <pc:sldMk cId="3983460591" sldId="9059"/>
            <ac:cxnSpMk id="59" creationId="{CBE29F58-1558-B581-B3C0-BE1AFEDAEDFC}"/>
          </ac:cxnSpMkLst>
        </pc:cxnChg>
        <pc:cxnChg chg="add mod">
          <ac:chgData name="Macher, Andreas (DI FA CTR PLC PPM)" userId="f1dcac62-7bef-43eb-91f0-927336a1714f" providerId="ADAL" clId="{EBAD00D9-8705-4FCE-A19D-7FDACC5B60C1}" dt="2022-07-20T15:06:23.401" v="1148"/>
          <ac:cxnSpMkLst>
            <pc:docMk/>
            <pc:sldMk cId="3983460591" sldId="9059"/>
            <ac:cxnSpMk id="61" creationId="{630D08F0-DFF1-417A-0665-03E35A296E7E}"/>
          </ac:cxnSpMkLst>
        </pc:cxnChg>
        <pc:cxnChg chg="add mod">
          <ac:chgData name="Macher, Andreas (DI FA CTR PLC PPM)" userId="f1dcac62-7bef-43eb-91f0-927336a1714f" providerId="ADAL" clId="{EBAD00D9-8705-4FCE-A19D-7FDACC5B60C1}" dt="2022-07-20T15:06:46.457" v="1242" actId="1035"/>
          <ac:cxnSpMkLst>
            <pc:docMk/>
            <pc:sldMk cId="3983460591" sldId="9059"/>
            <ac:cxnSpMk id="62" creationId="{269E147C-8823-23C2-540B-223FB3C43AC3}"/>
          </ac:cxnSpMkLst>
        </pc:cxnChg>
        <pc:cxnChg chg="add mod">
          <ac:chgData name="Macher, Andreas (DI FA CTR PLC PPM)" userId="f1dcac62-7bef-43eb-91f0-927336a1714f" providerId="ADAL" clId="{EBAD00D9-8705-4FCE-A19D-7FDACC5B60C1}" dt="2022-07-20T15:07:27.870" v="1249" actId="14100"/>
          <ac:cxnSpMkLst>
            <pc:docMk/>
            <pc:sldMk cId="3983460591" sldId="9059"/>
            <ac:cxnSpMk id="63" creationId="{BE34002A-B38E-F95E-6B3C-3E5CFA8EACBA}"/>
          </ac:cxnSpMkLst>
        </pc:cxnChg>
        <pc:cxnChg chg="del mod topLvl">
          <ac:chgData name="Macher, Andreas (DI FA CTR PLC PPM)" userId="f1dcac62-7bef-43eb-91f0-927336a1714f" providerId="ADAL" clId="{EBAD00D9-8705-4FCE-A19D-7FDACC5B60C1}" dt="2022-07-20T15:03:54.350" v="1123" actId="478"/>
          <ac:cxnSpMkLst>
            <pc:docMk/>
            <pc:sldMk cId="3983460591" sldId="9059"/>
            <ac:cxnSpMk id="112" creationId="{1107648F-55CE-436D-807F-C8160E894608}"/>
          </ac:cxnSpMkLst>
        </pc:cxnChg>
        <pc:cxnChg chg="del mod topLvl">
          <ac:chgData name="Macher, Andreas (DI FA CTR PLC PPM)" userId="f1dcac62-7bef-43eb-91f0-927336a1714f" providerId="ADAL" clId="{EBAD00D9-8705-4FCE-A19D-7FDACC5B60C1}" dt="2022-07-20T15:03:55.299" v="1124" actId="478"/>
          <ac:cxnSpMkLst>
            <pc:docMk/>
            <pc:sldMk cId="3983460591" sldId="9059"/>
            <ac:cxnSpMk id="114" creationId="{F18EE77F-BD3C-4794-A3C4-917DB128140F}"/>
          </ac:cxnSpMkLst>
        </pc:cxnChg>
        <pc:cxnChg chg="del mod topLvl">
          <ac:chgData name="Macher, Andreas (DI FA CTR PLC PPM)" userId="f1dcac62-7bef-43eb-91f0-927336a1714f" providerId="ADAL" clId="{EBAD00D9-8705-4FCE-A19D-7FDACC5B60C1}" dt="2022-07-20T15:03:52.947" v="1122" actId="478"/>
          <ac:cxnSpMkLst>
            <pc:docMk/>
            <pc:sldMk cId="3983460591" sldId="9059"/>
            <ac:cxnSpMk id="117" creationId="{6B6B1E59-638D-4EFB-B063-A684344F564E}"/>
          </ac:cxnSpMkLst>
        </pc:cxnChg>
        <pc:cxnChg chg="del mod topLvl">
          <ac:chgData name="Macher, Andreas (DI FA CTR PLC PPM)" userId="f1dcac62-7bef-43eb-91f0-927336a1714f" providerId="ADAL" clId="{EBAD00D9-8705-4FCE-A19D-7FDACC5B60C1}" dt="2022-07-20T15:06:19.726" v="1146" actId="478"/>
          <ac:cxnSpMkLst>
            <pc:docMk/>
            <pc:sldMk cId="3983460591" sldId="9059"/>
            <ac:cxnSpMk id="135" creationId="{27799891-BE11-4A84-97F0-FCA5F691AA8A}"/>
          </ac:cxnSpMkLst>
        </pc:cxnChg>
        <pc:cxnChg chg="del mod topLvl">
          <ac:chgData name="Macher, Andreas (DI FA CTR PLC PPM)" userId="f1dcac62-7bef-43eb-91f0-927336a1714f" providerId="ADAL" clId="{EBAD00D9-8705-4FCE-A19D-7FDACC5B60C1}" dt="2022-07-20T15:06:22.800" v="1147" actId="478"/>
          <ac:cxnSpMkLst>
            <pc:docMk/>
            <pc:sldMk cId="3983460591" sldId="9059"/>
            <ac:cxnSpMk id="136" creationId="{2A7EDBEC-A0A7-4879-B6FE-B6C34B58D737}"/>
          </ac:cxnSpMkLst>
        </pc:cxnChg>
        <pc:cxnChg chg="del mod topLvl">
          <ac:chgData name="Macher, Andreas (DI FA CTR PLC PPM)" userId="f1dcac62-7bef-43eb-91f0-927336a1714f" providerId="ADAL" clId="{EBAD00D9-8705-4FCE-A19D-7FDACC5B60C1}" dt="2022-07-20T15:04:28.578" v="1130" actId="478"/>
          <ac:cxnSpMkLst>
            <pc:docMk/>
            <pc:sldMk cId="3983460591" sldId="9059"/>
            <ac:cxnSpMk id="191" creationId="{07A42E61-BCE7-4374-BA35-2A865397E175}"/>
          </ac:cxnSpMkLst>
        </pc:cxnChg>
        <pc:cxnChg chg="del mod topLvl">
          <ac:chgData name="Macher, Andreas (DI FA CTR PLC PPM)" userId="f1dcac62-7bef-43eb-91f0-927336a1714f" providerId="ADAL" clId="{EBAD00D9-8705-4FCE-A19D-7FDACC5B60C1}" dt="2022-07-20T15:04:31.253" v="1131" actId="478"/>
          <ac:cxnSpMkLst>
            <pc:docMk/>
            <pc:sldMk cId="3983460591" sldId="9059"/>
            <ac:cxnSpMk id="192" creationId="{CD51A71C-ED01-4C87-AAC3-C2EC0D342DF0}"/>
          </ac:cxnSpMkLst>
        </pc:cxnChg>
        <pc:cxnChg chg="del mod topLvl">
          <ac:chgData name="Macher, Andreas (DI FA CTR PLC PPM)" userId="f1dcac62-7bef-43eb-91f0-927336a1714f" providerId="ADAL" clId="{EBAD00D9-8705-4FCE-A19D-7FDACC5B60C1}" dt="2022-07-20T15:04:26.026" v="1129" actId="478"/>
          <ac:cxnSpMkLst>
            <pc:docMk/>
            <pc:sldMk cId="3983460591" sldId="9059"/>
            <ac:cxnSpMk id="195" creationId="{67E34FE6-D6D4-455C-8B8F-784AA153DE0D}"/>
          </ac:cxnSpMkLst>
        </pc:cxnChg>
        <pc:cxnChg chg="del mod topLvl">
          <ac:chgData name="Macher, Andreas (DI FA CTR PLC PPM)" userId="f1dcac62-7bef-43eb-91f0-927336a1714f" providerId="ADAL" clId="{EBAD00D9-8705-4FCE-A19D-7FDACC5B60C1}" dt="2022-07-20T15:06:28.594" v="1149" actId="478"/>
          <ac:cxnSpMkLst>
            <pc:docMk/>
            <pc:sldMk cId="3983460591" sldId="9059"/>
            <ac:cxnSpMk id="205" creationId="{61164F6C-A784-495E-8341-4CFCF0BFE3C6}"/>
          </ac:cxnSpMkLst>
        </pc:cxnChg>
      </pc:sldChg>
      <pc:sldChg chg="addSp delSp modSp mod ord">
        <pc:chgData name="Macher, Andreas (DI FA CTR PLC PPM)" userId="f1dcac62-7bef-43eb-91f0-927336a1714f" providerId="ADAL" clId="{EBAD00D9-8705-4FCE-A19D-7FDACC5B60C1}" dt="2022-07-20T15:26:08.732" v="1668" actId="20577"/>
        <pc:sldMkLst>
          <pc:docMk/>
          <pc:sldMk cId="2438124206" sldId="9061"/>
        </pc:sldMkLst>
        <pc:spChg chg="mod">
          <ac:chgData name="Macher, Andreas (DI FA CTR PLC PPM)" userId="f1dcac62-7bef-43eb-91f0-927336a1714f" providerId="ADAL" clId="{EBAD00D9-8705-4FCE-A19D-7FDACC5B60C1}" dt="2022-07-20T15:26:08.732" v="1668" actId="20577"/>
          <ac:spMkLst>
            <pc:docMk/>
            <pc:sldMk cId="2438124206" sldId="9061"/>
            <ac:spMk id="2" creationId="{54EDA1C3-1779-4464-9AE9-DF1453500F02}"/>
          </ac:spMkLst>
        </pc:spChg>
        <pc:spChg chg="mod topLvl">
          <ac:chgData name="Macher, Andreas (DI FA CTR PLC PPM)" userId="f1dcac62-7bef-43eb-91f0-927336a1714f" providerId="ADAL" clId="{EBAD00D9-8705-4FCE-A19D-7FDACC5B60C1}" dt="2022-07-20T14:48:14.895" v="1021" actId="165"/>
          <ac:spMkLst>
            <pc:docMk/>
            <pc:sldMk cId="2438124206" sldId="9061"/>
            <ac:spMk id="47" creationId="{B31A0DDD-A8E3-47AA-9AD3-25BC345401EA}"/>
          </ac:spMkLst>
        </pc:spChg>
        <pc:spChg chg="mod topLvl">
          <ac:chgData name="Macher, Andreas (DI FA CTR PLC PPM)" userId="f1dcac62-7bef-43eb-91f0-927336a1714f" providerId="ADAL" clId="{EBAD00D9-8705-4FCE-A19D-7FDACC5B60C1}" dt="2022-07-20T14:48:14.895" v="1021" actId="165"/>
          <ac:spMkLst>
            <pc:docMk/>
            <pc:sldMk cId="2438124206" sldId="9061"/>
            <ac:spMk id="48" creationId="{3D111978-CDD7-46E7-9F01-E0E64CE29715}"/>
          </ac:spMkLst>
        </pc:spChg>
        <pc:spChg chg="del mod topLvl">
          <ac:chgData name="Macher, Andreas (DI FA CTR PLC PPM)" userId="f1dcac62-7bef-43eb-91f0-927336a1714f" providerId="ADAL" clId="{EBAD00D9-8705-4FCE-A19D-7FDACC5B60C1}" dt="2022-07-20T14:48:20.232" v="1022" actId="478"/>
          <ac:spMkLst>
            <pc:docMk/>
            <pc:sldMk cId="2438124206" sldId="9061"/>
            <ac:spMk id="51" creationId="{CA4440B9-E4CF-4C48-8650-381789A00BD3}"/>
          </ac:spMkLst>
        </pc:spChg>
        <pc:spChg chg="mod topLvl">
          <ac:chgData name="Macher, Andreas (DI FA CTR PLC PPM)" userId="f1dcac62-7bef-43eb-91f0-927336a1714f" providerId="ADAL" clId="{EBAD00D9-8705-4FCE-A19D-7FDACC5B60C1}" dt="2022-07-20T14:48:14.895" v="1021" actId="165"/>
          <ac:spMkLst>
            <pc:docMk/>
            <pc:sldMk cId="2438124206" sldId="9061"/>
            <ac:spMk id="53" creationId="{9712D026-CB95-4AD7-B838-A2F28A3C03FC}"/>
          </ac:spMkLst>
        </pc:spChg>
        <pc:spChg chg="mod topLvl">
          <ac:chgData name="Macher, Andreas (DI FA CTR PLC PPM)" userId="f1dcac62-7bef-43eb-91f0-927336a1714f" providerId="ADAL" clId="{EBAD00D9-8705-4FCE-A19D-7FDACC5B60C1}" dt="2022-07-20T14:48:14.895" v="1021" actId="165"/>
          <ac:spMkLst>
            <pc:docMk/>
            <pc:sldMk cId="2438124206" sldId="9061"/>
            <ac:spMk id="56" creationId="{E59A74D8-8D58-40A6-9AC2-5F11D55B98D8}"/>
          </ac:spMkLst>
        </pc:spChg>
        <pc:spChg chg="mod topLvl">
          <ac:chgData name="Macher, Andreas (DI FA CTR PLC PPM)" userId="f1dcac62-7bef-43eb-91f0-927336a1714f" providerId="ADAL" clId="{EBAD00D9-8705-4FCE-A19D-7FDACC5B60C1}" dt="2022-07-20T15:02:30.966" v="1105" actId="165"/>
          <ac:spMkLst>
            <pc:docMk/>
            <pc:sldMk cId="2438124206" sldId="9061"/>
            <ac:spMk id="64" creationId="{5FE1544F-309B-4100-A80C-55676935C24F}"/>
          </ac:spMkLst>
        </pc:spChg>
        <pc:spChg chg="mod topLvl">
          <ac:chgData name="Macher, Andreas (DI FA CTR PLC PPM)" userId="f1dcac62-7bef-43eb-91f0-927336a1714f" providerId="ADAL" clId="{EBAD00D9-8705-4FCE-A19D-7FDACC5B60C1}" dt="2022-07-20T15:02:30.966" v="1105" actId="165"/>
          <ac:spMkLst>
            <pc:docMk/>
            <pc:sldMk cId="2438124206" sldId="9061"/>
            <ac:spMk id="65" creationId="{7A8BDA26-3357-4FF7-94F3-F64AB4674635}"/>
          </ac:spMkLst>
        </pc:spChg>
        <pc:spChg chg="del mod topLvl">
          <ac:chgData name="Macher, Andreas (DI FA CTR PLC PPM)" userId="f1dcac62-7bef-43eb-91f0-927336a1714f" providerId="ADAL" clId="{EBAD00D9-8705-4FCE-A19D-7FDACC5B60C1}" dt="2022-07-20T15:02:32.337" v="1106" actId="478"/>
          <ac:spMkLst>
            <pc:docMk/>
            <pc:sldMk cId="2438124206" sldId="9061"/>
            <ac:spMk id="68" creationId="{28C69E61-DF7B-4585-AA8D-A79C9335B795}"/>
          </ac:spMkLst>
        </pc:spChg>
        <pc:spChg chg="add mod">
          <ac:chgData name="Macher, Andreas (DI FA CTR PLC PPM)" userId="f1dcac62-7bef-43eb-91f0-927336a1714f" providerId="ADAL" clId="{EBAD00D9-8705-4FCE-A19D-7FDACC5B60C1}" dt="2022-07-20T14:40:18.060" v="959" actId="1076"/>
          <ac:spMkLst>
            <pc:docMk/>
            <pc:sldMk cId="2438124206" sldId="9061"/>
            <ac:spMk id="69" creationId="{35C4419A-80F4-68E2-1924-CE3591225607}"/>
          </ac:spMkLst>
        </pc:spChg>
        <pc:spChg chg="add mod">
          <ac:chgData name="Macher, Andreas (DI FA CTR PLC PPM)" userId="f1dcac62-7bef-43eb-91f0-927336a1714f" providerId="ADAL" clId="{EBAD00D9-8705-4FCE-A19D-7FDACC5B60C1}" dt="2022-07-20T15:02:20.844" v="1104" actId="164"/>
          <ac:spMkLst>
            <pc:docMk/>
            <pc:sldMk cId="2438124206" sldId="9061"/>
            <ac:spMk id="70" creationId="{0C275248-3913-D65B-9D60-4BCA5FF4A5B1}"/>
          </ac:spMkLst>
        </pc:spChg>
        <pc:spChg chg="mod topLvl">
          <ac:chgData name="Macher, Andreas (DI FA CTR PLC PPM)" userId="f1dcac62-7bef-43eb-91f0-927336a1714f" providerId="ADAL" clId="{EBAD00D9-8705-4FCE-A19D-7FDACC5B60C1}" dt="2022-07-20T15:02:30.966" v="1105" actId="165"/>
          <ac:spMkLst>
            <pc:docMk/>
            <pc:sldMk cId="2438124206" sldId="9061"/>
            <ac:spMk id="72" creationId="{57FD1CFA-2CA4-4838-BFB7-333C7246BF4F}"/>
          </ac:spMkLst>
        </pc:spChg>
        <pc:spChg chg="mod topLvl">
          <ac:chgData name="Macher, Andreas (DI FA CTR PLC PPM)" userId="f1dcac62-7bef-43eb-91f0-927336a1714f" providerId="ADAL" clId="{EBAD00D9-8705-4FCE-A19D-7FDACC5B60C1}" dt="2022-07-20T15:02:30.966" v="1105" actId="165"/>
          <ac:spMkLst>
            <pc:docMk/>
            <pc:sldMk cId="2438124206" sldId="9061"/>
            <ac:spMk id="73" creationId="{1479BE4E-97BC-4C5C-81DC-1D9CD0B55D7F}"/>
          </ac:spMkLst>
        </pc:spChg>
        <pc:spChg chg="mod topLvl">
          <ac:chgData name="Macher, Andreas (DI FA CTR PLC PPM)" userId="f1dcac62-7bef-43eb-91f0-927336a1714f" providerId="ADAL" clId="{EBAD00D9-8705-4FCE-A19D-7FDACC5B60C1}" dt="2022-07-20T15:02:58.906" v="1112" actId="165"/>
          <ac:spMkLst>
            <pc:docMk/>
            <pc:sldMk cId="2438124206" sldId="9061"/>
            <ac:spMk id="80" creationId="{19C55044-7567-407F-A209-C5043120EBF1}"/>
          </ac:spMkLst>
        </pc:spChg>
        <pc:spChg chg="mod topLvl">
          <ac:chgData name="Macher, Andreas (DI FA CTR PLC PPM)" userId="f1dcac62-7bef-43eb-91f0-927336a1714f" providerId="ADAL" clId="{EBAD00D9-8705-4FCE-A19D-7FDACC5B60C1}" dt="2022-07-20T15:02:58.906" v="1112" actId="165"/>
          <ac:spMkLst>
            <pc:docMk/>
            <pc:sldMk cId="2438124206" sldId="9061"/>
            <ac:spMk id="81" creationId="{32043FCE-2281-43AF-9987-4E0265B089D3}"/>
          </ac:spMkLst>
        </pc:spChg>
        <pc:spChg chg="del mod topLvl">
          <ac:chgData name="Macher, Andreas (DI FA CTR PLC PPM)" userId="f1dcac62-7bef-43eb-91f0-927336a1714f" providerId="ADAL" clId="{EBAD00D9-8705-4FCE-A19D-7FDACC5B60C1}" dt="2022-07-20T15:03:05.234" v="1113" actId="478"/>
          <ac:spMkLst>
            <pc:docMk/>
            <pc:sldMk cId="2438124206" sldId="9061"/>
            <ac:spMk id="84" creationId="{28B74926-A4EE-471E-9A35-C3F29F63E630}"/>
          </ac:spMkLst>
        </pc:spChg>
        <pc:spChg chg="mod topLvl">
          <ac:chgData name="Macher, Andreas (DI FA CTR PLC PPM)" userId="f1dcac62-7bef-43eb-91f0-927336a1714f" providerId="ADAL" clId="{EBAD00D9-8705-4FCE-A19D-7FDACC5B60C1}" dt="2022-07-20T15:02:58.906" v="1112" actId="165"/>
          <ac:spMkLst>
            <pc:docMk/>
            <pc:sldMk cId="2438124206" sldId="9061"/>
            <ac:spMk id="88" creationId="{4A63AA96-8A92-4952-B3E1-3623520D41E3}"/>
          </ac:spMkLst>
        </pc:spChg>
        <pc:spChg chg="mod topLvl">
          <ac:chgData name="Macher, Andreas (DI FA CTR PLC PPM)" userId="f1dcac62-7bef-43eb-91f0-927336a1714f" providerId="ADAL" clId="{EBAD00D9-8705-4FCE-A19D-7FDACC5B60C1}" dt="2022-07-20T15:02:58.906" v="1112" actId="165"/>
          <ac:spMkLst>
            <pc:docMk/>
            <pc:sldMk cId="2438124206" sldId="9061"/>
            <ac:spMk id="90" creationId="{5C7B51AA-A791-4F6E-802E-14A07E5673D2}"/>
          </ac:spMkLst>
        </pc:spChg>
        <pc:spChg chg="mod topLvl">
          <ac:chgData name="Macher, Andreas (DI FA CTR PLC PPM)" userId="f1dcac62-7bef-43eb-91f0-927336a1714f" providerId="ADAL" clId="{EBAD00D9-8705-4FCE-A19D-7FDACC5B60C1}" dt="2022-07-20T15:02:30.966" v="1105" actId="165"/>
          <ac:spMkLst>
            <pc:docMk/>
            <pc:sldMk cId="2438124206" sldId="9061"/>
            <ac:spMk id="95" creationId="{D8F01AC1-B1FB-433E-AC27-3F7B333AABCB}"/>
          </ac:spMkLst>
        </pc:spChg>
        <pc:spChg chg="mod topLvl">
          <ac:chgData name="Macher, Andreas (DI FA CTR PLC PPM)" userId="f1dcac62-7bef-43eb-91f0-927336a1714f" providerId="ADAL" clId="{EBAD00D9-8705-4FCE-A19D-7FDACC5B60C1}" dt="2022-07-20T15:02:58.906" v="1112" actId="165"/>
          <ac:spMkLst>
            <pc:docMk/>
            <pc:sldMk cId="2438124206" sldId="9061"/>
            <ac:spMk id="97" creationId="{F143CFC9-58F8-41D0-B009-0180ED67EC70}"/>
          </ac:spMkLst>
        </pc:spChg>
        <pc:spChg chg="mod">
          <ac:chgData name="Macher, Andreas (DI FA CTR PLC PPM)" userId="f1dcac62-7bef-43eb-91f0-927336a1714f" providerId="ADAL" clId="{EBAD00D9-8705-4FCE-A19D-7FDACC5B60C1}" dt="2022-07-20T15:02:37.078" v="1110"/>
          <ac:spMkLst>
            <pc:docMk/>
            <pc:sldMk cId="2438124206" sldId="9061"/>
            <ac:spMk id="100" creationId="{CDFF8C07-E3CA-86C4-92BE-5D1DB4B7206D}"/>
          </ac:spMkLst>
        </pc:spChg>
        <pc:spChg chg="mod">
          <ac:chgData name="Macher, Andreas (DI FA CTR PLC PPM)" userId="f1dcac62-7bef-43eb-91f0-927336a1714f" providerId="ADAL" clId="{EBAD00D9-8705-4FCE-A19D-7FDACC5B60C1}" dt="2022-07-20T15:03:09.829" v="1117"/>
          <ac:spMkLst>
            <pc:docMk/>
            <pc:sldMk cId="2438124206" sldId="9061"/>
            <ac:spMk id="108" creationId="{5A9EBB64-E49C-E0BB-208E-0F3EA0D6FF98}"/>
          </ac:spMkLst>
        </pc:spChg>
        <pc:grpChg chg="del">
          <ac:chgData name="Macher, Andreas (DI FA CTR PLC PPM)" userId="f1dcac62-7bef-43eb-91f0-927336a1714f" providerId="ADAL" clId="{EBAD00D9-8705-4FCE-A19D-7FDACC5B60C1}" dt="2022-07-20T14:48:14.895" v="1021" actId="165"/>
          <ac:grpSpMkLst>
            <pc:docMk/>
            <pc:sldMk cId="2438124206" sldId="9061"/>
            <ac:grpSpMk id="4" creationId="{332BB74B-D6AD-40A4-8169-1311F166F38B}"/>
          </ac:grpSpMkLst>
        </pc:grpChg>
        <pc:grpChg chg="del">
          <ac:chgData name="Macher, Andreas (DI FA CTR PLC PPM)" userId="f1dcac62-7bef-43eb-91f0-927336a1714f" providerId="ADAL" clId="{EBAD00D9-8705-4FCE-A19D-7FDACC5B60C1}" dt="2022-07-20T15:02:30.966" v="1105" actId="165"/>
          <ac:grpSpMkLst>
            <pc:docMk/>
            <pc:sldMk cId="2438124206" sldId="9061"/>
            <ac:grpSpMk id="7" creationId="{F3F6550F-D2AC-44B5-909B-2580B108A06D}"/>
          </ac:grpSpMkLst>
        </pc:grpChg>
        <pc:grpChg chg="del">
          <ac:chgData name="Macher, Andreas (DI FA CTR PLC PPM)" userId="f1dcac62-7bef-43eb-91f0-927336a1714f" providerId="ADAL" clId="{EBAD00D9-8705-4FCE-A19D-7FDACC5B60C1}" dt="2022-07-20T15:02:58.906" v="1112" actId="165"/>
          <ac:grpSpMkLst>
            <pc:docMk/>
            <pc:sldMk cId="2438124206" sldId="9061"/>
            <ac:grpSpMk id="8" creationId="{D2CECDF5-3660-4AD5-9198-54A8A7BB1C6E}"/>
          </ac:grpSpMkLst>
        </pc:grpChg>
        <pc:grpChg chg="add mod">
          <ac:chgData name="Macher, Andreas (DI FA CTR PLC PPM)" userId="f1dcac62-7bef-43eb-91f0-927336a1714f" providerId="ADAL" clId="{EBAD00D9-8705-4FCE-A19D-7FDACC5B60C1}" dt="2022-07-20T15:02:20.844" v="1104" actId="164"/>
          <ac:grpSpMkLst>
            <pc:docMk/>
            <pc:sldMk cId="2438124206" sldId="9061"/>
            <ac:grpSpMk id="16" creationId="{884ED1FF-FFD0-1BB4-2AB3-CCCE3E01560F}"/>
          </ac:grpSpMkLst>
        </pc:grpChg>
        <pc:grpChg chg="add mod">
          <ac:chgData name="Macher, Andreas (DI FA CTR PLC PPM)" userId="f1dcac62-7bef-43eb-91f0-927336a1714f" providerId="ADAL" clId="{EBAD00D9-8705-4FCE-A19D-7FDACC5B60C1}" dt="2022-07-20T15:02:49.239" v="1111" actId="1076"/>
          <ac:grpSpMkLst>
            <pc:docMk/>
            <pc:sldMk cId="2438124206" sldId="9061"/>
            <ac:grpSpMk id="99" creationId="{557F1B6B-2F43-649E-52C7-9D0A7F34768A}"/>
          </ac:grpSpMkLst>
        </pc:grpChg>
        <pc:grpChg chg="del">
          <ac:chgData name="Macher, Andreas (DI FA CTR PLC PPM)" userId="f1dcac62-7bef-43eb-91f0-927336a1714f" providerId="ADAL" clId="{EBAD00D9-8705-4FCE-A19D-7FDACC5B60C1}" dt="2022-07-20T14:41:25.132" v="968" actId="478"/>
          <ac:grpSpMkLst>
            <pc:docMk/>
            <pc:sldMk cId="2438124206" sldId="9061"/>
            <ac:grpSpMk id="103" creationId="{50BB52DD-01C9-43B5-AEA7-857D55BCAB40}"/>
          </ac:grpSpMkLst>
        </pc:grpChg>
        <pc:grpChg chg="add mod">
          <ac:chgData name="Macher, Andreas (DI FA CTR PLC PPM)" userId="f1dcac62-7bef-43eb-91f0-927336a1714f" providerId="ADAL" clId="{EBAD00D9-8705-4FCE-A19D-7FDACC5B60C1}" dt="2022-07-20T15:03:19.715" v="1119" actId="1035"/>
          <ac:grpSpMkLst>
            <pc:docMk/>
            <pc:sldMk cId="2438124206" sldId="9061"/>
            <ac:grpSpMk id="107" creationId="{52575590-497C-355D-6CB7-FAF3AFBFB952}"/>
          </ac:grpSpMkLst>
        </pc:grpChg>
        <pc:graphicFrameChg chg="add del modGraphic">
          <ac:chgData name="Macher, Andreas (DI FA CTR PLC PPM)" userId="f1dcac62-7bef-43eb-91f0-927336a1714f" providerId="ADAL" clId="{EBAD00D9-8705-4FCE-A19D-7FDACC5B60C1}" dt="2022-07-20T13:48:51.299" v="172" actId="21"/>
          <ac:graphicFrameMkLst>
            <pc:docMk/>
            <pc:sldMk cId="2438124206" sldId="9061"/>
            <ac:graphicFrameMk id="11" creationId="{AEA53204-3677-1A0D-7CC5-6DFDA3BCC92A}"/>
          </ac:graphicFrameMkLst>
        </pc:graphicFrameChg>
        <pc:graphicFrameChg chg="modGraphic">
          <ac:chgData name="Macher, Andreas (DI FA CTR PLC PPM)" userId="f1dcac62-7bef-43eb-91f0-927336a1714f" providerId="ADAL" clId="{EBAD00D9-8705-4FCE-A19D-7FDACC5B60C1}" dt="2022-07-20T14:45:23.765" v="978" actId="12385"/>
          <ac:graphicFrameMkLst>
            <pc:docMk/>
            <pc:sldMk cId="2438124206" sldId="9061"/>
            <ac:graphicFrameMk id="43" creationId="{A5482973-ED17-48DF-A2DD-67D2566F6DCD}"/>
          </ac:graphicFrameMkLst>
        </pc:graphicFrameChg>
        <pc:picChg chg="mod topLvl">
          <ac:chgData name="Macher, Andreas (DI FA CTR PLC PPM)" userId="f1dcac62-7bef-43eb-91f0-927336a1714f" providerId="ADAL" clId="{EBAD00D9-8705-4FCE-A19D-7FDACC5B60C1}" dt="2022-07-20T14:48:14.895" v="1021" actId="165"/>
          <ac:picMkLst>
            <pc:docMk/>
            <pc:sldMk cId="2438124206" sldId="9061"/>
            <ac:picMk id="50" creationId="{ACBD7695-6F0E-4093-88A1-DB5C6B13F0A5}"/>
          </ac:picMkLst>
        </pc:picChg>
        <pc:picChg chg="mod topLvl">
          <ac:chgData name="Macher, Andreas (DI FA CTR PLC PPM)" userId="f1dcac62-7bef-43eb-91f0-927336a1714f" providerId="ADAL" clId="{EBAD00D9-8705-4FCE-A19D-7FDACC5B60C1}" dt="2022-07-20T14:48:14.895" v="1021" actId="165"/>
          <ac:picMkLst>
            <pc:docMk/>
            <pc:sldMk cId="2438124206" sldId="9061"/>
            <ac:picMk id="54" creationId="{A05B014F-9959-4815-9BFC-A3D43D6F1E32}"/>
          </ac:picMkLst>
        </pc:picChg>
        <pc:picChg chg="mod topLvl">
          <ac:chgData name="Macher, Andreas (DI FA CTR PLC PPM)" userId="f1dcac62-7bef-43eb-91f0-927336a1714f" providerId="ADAL" clId="{EBAD00D9-8705-4FCE-A19D-7FDACC5B60C1}" dt="2022-07-20T14:48:14.895" v="1021" actId="165"/>
          <ac:picMkLst>
            <pc:docMk/>
            <pc:sldMk cId="2438124206" sldId="9061"/>
            <ac:picMk id="57" creationId="{B8B63688-0932-4C58-8E64-3EF87B64323D}"/>
          </ac:picMkLst>
        </pc:picChg>
        <pc:picChg chg="mod topLvl">
          <ac:chgData name="Macher, Andreas (DI FA CTR PLC PPM)" userId="f1dcac62-7bef-43eb-91f0-927336a1714f" providerId="ADAL" clId="{EBAD00D9-8705-4FCE-A19D-7FDACC5B60C1}" dt="2022-07-20T14:48:14.895" v="1021" actId="165"/>
          <ac:picMkLst>
            <pc:docMk/>
            <pc:sldMk cId="2438124206" sldId="9061"/>
            <ac:picMk id="58" creationId="{B1B453BA-7409-408D-AEB3-80CDB53FC8EF}"/>
          </ac:picMkLst>
        </pc:picChg>
        <pc:picChg chg="mod topLvl">
          <ac:chgData name="Macher, Andreas (DI FA CTR PLC PPM)" userId="f1dcac62-7bef-43eb-91f0-927336a1714f" providerId="ADAL" clId="{EBAD00D9-8705-4FCE-A19D-7FDACC5B60C1}" dt="2022-07-20T14:48:14.895" v="1021" actId="165"/>
          <ac:picMkLst>
            <pc:docMk/>
            <pc:sldMk cId="2438124206" sldId="9061"/>
            <ac:picMk id="59" creationId="{B5C76C35-933F-46FA-981A-8A5F9C01E27D}"/>
          </ac:picMkLst>
        </pc:picChg>
        <pc:picChg chg="mod topLvl">
          <ac:chgData name="Macher, Andreas (DI FA CTR PLC PPM)" userId="f1dcac62-7bef-43eb-91f0-927336a1714f" providerId="ADAL" clId="{EBAD00D9-8705-4FCE-A19D-7FDACC5B60C1}" dt="2022-07-20T15:02:30.966" v="1105" actId="165"/>
          <ac:picMkLst>
            <pc:docMk/>
            <pc:sldMk cId="2438124206" sldId="9061"/>
            <ac:picMk id="67" creationId="{E955767B-3A55-45A7-AED0-207526A2DBE6}"/>
          </ac:picMkLst>
        </pc:picChg>
        <pc:picChg chg="mod topLvl">
          <ac:chgData name="Macher, Andreas (DI FA CTR PLC PPM)" userId="f1dcac62-7bef-43eb-91f0-927336a1714f" providerId="ADAL" clId="{EBAD00D9-8705-4FCE-A19D-7FDACC5B60C1}" dt="2022-07-20T15:02:30.966" v="1105" actId="165"/>
          <ac:picMkLst>
            <pc:docMk/>
            <pc:sldMk cId="2438124206" sldId="9061"/>
            <ac:picMk id="71" creationId="{C62222AA-6AE1-480C-8850-4ACD1CF52607}"/>
          </ac:picMkLst>
        </pc:picChg>
        <pc:picChg chg="mod topLvl">
          <ac:chgData name="Macher, Andreas (DI FA CTR PLC PPM)" userId="f1dcac62-7bef-43eb-91f0-927336a1714f" providerId="ADAL" clId="{EBAD00D9-8705-4FCE-A19D-7FDACC5B60C1}" dt="2022-07-20T15:02:30.966" v="1105" actId="165"/>
          <ac:picMkLst>
            <pc:docMk/>
            <pc:sldMk cId="2438124206" sldId="9061"/>
            <ac:picMk id="74" creationId="{A34518B2-1DCD-419B-B8A8-6E96084C474B}"/>
          </ac:picMkLst>
        </pc:picChg>
        <pc:picChg chg="mod topLvl">
          <ac:chgData name="Macher, Andreas (DI FA CTR PLC PPM)" userId="f1dcac62-7bef-43eb-91f0-927336a1714f" providerId="ADAL" clId="{EBAD00D9-8705-4FCE-A19D-7FDACC5B60C1}" dt="2022-07-20T15:02:58.906" v="1112" actId="165"/>
          <ac:picMkLst>
            <pc:docMk/>
            <pc:sldMk cId="2438124206" sldId="9061"/>
            <ac:picMk id="83" creationId="{5EB14132-99C3-4638-8957-E40A2DE1DC7A}"/>
          </ac:picMkLst>
        </pc:picChg>
        <pc:picChg chg="mod topLvl">
          <ac:chgData name="Macher, Andreas (DI FA CTR PLC PPM)" userId="f1dcac62-7bef-43eb-91f0-927336a1714f" providerId="ADAL" clId="{EBAD00D9-8705-4FCE-A19D-7FDACC5B60C1}" dt="2022-07-20T15:02:58.906" v="1112" actId="165"/>
          <ac:picMkLst>
            <pc:docMk/>
            <pc:sldMk cId="2438124206" sldId="9061"/>
            <ac:picMk id="87" creationId="{C35C324C-77D4-41BF-A216-3AB1F0E299B5}"/>
          </ac:picMkLst>
        </pc:picChg>
        <pc:picChg chg="mod topLvl">
          <ac:chgData name="Macher, Andreas (DI FA CTR PLC PPM)" userId="f1dcac62-7bef-43eb-91f0-927336a1714f" providerId="ADAL" clId="{EBAD00D9-8705-4FCE-A19D-7FDACC5B60C1}" dt="2022-07-20T15:02:58.906" v="1112" actId="165"/>
          <ac:picMkLst>
            <pc:docMk/>
            <pc:sldMk cId="2438124206" sldId="9061"/>
            <ac:picMk id="89" creationId="{A0D4BF0C-1B58-4FD7-A1E3-04CD355ED193}"/>
          </ac:picMkLst>
        </pc:picChg>
        <pc:picChg chg="mod topLvl">
          <ac:chgData name="Macher, Andreas (DI FA CTR PLC PPM)" userId="f1dcac62-7bef-43eb-91f0-927336a1714f" providerId="ADAL" clId="{EBAD00D9-8705-4FCE-A19D-7FDACC5B60C1}" dt="2022-07-20T15:02:58.906" v="1112" actId="165"/>
          <ac:picMkLst>
            <pc:docMk/>
            <pc:sldMk cId="2438124206" sldId="9061"/>
            <ac:picMk id="92" creationId="{E21871EC-C4C3-44A9-9F77-048246215B39}"/>
          </ac:picMkLst>
        </pc:picChg>
        <pc:picChg chg="mod topLvl">
          <ac:chgData name="Macher, Andreas (DI FA CTR PLC PPM)" userId="f1dcac62-7bef-43eb-91f0-927336a1714f" providerId="ADAL" clId="{EBAD00D9-8705-4FCE-A19D-7FDACC5B60C1}" dt="2022-07-20T14:48:14.895" v="1021" actId="165"/>
          <ac:picMkLst>
            <pc:docMk/>
            <pc:sldMk cId="2438124206" sldId="9061"/>
            <ac:picMk id="94" creationId="{B0637EBD-F4A8-4C28-AFD2-8232043509B4}"/>
          </ac:picMkLst>
        </pc:picChg>
        <pc:picChg chg="mod topLvl">
          <ac:chgData name="Macher, Andreas (DI FA CTR PLC PPM)" userId="f1dcac62-7bef-43eb-91f0-927336a1714f" providerId="ADAL" clId="{EBAD00D9-8705-4FCE-A19D-7FDACC5B60C1}" dt="2022-07-20T15:02:30.966" v="1105" actId="165"/>
          <ac:picMkLst>
            <pc:docMk/>
            <pc:sldMk cId="2438124206" sldId="9061"/>
            <ac:picMk id="96" creationId="{9DDD2B44-FF78-47F4-B405-52270C623F6A}"/>
          </ac:picMkLst>
        </pc:picChg>
        <pc:picChg chg="mod topLvl">
          <ac:chgData name="Macher, Andreas (DI FA CTR PLC PPM)" userId="f1dcac62-7bef-43eb-91f0-927336a1714f" providerId="ADAL" clId="{EBAD00D9-8705-4FCE-A19D-7FDACC5B60C1}" dt="2022-07-20T15:02:58.906" v="1112" actId="165"/>
          <ac:picMkLst>
            <pc:docMk/>
            <pc:sldMk cId="2438124206" sldId="9061"/>
            <ac:picMk id="98" creationId="{DAF27E9F-66BE-4FF5-A544-5C26542A6CCC}"/>
          </ac:picMkLst>
        </pc:picChg>
        <pc:cxnChg chg="del mod topLvl">
          <ac:chgData name="Macher, Andreas (DI FA CTR PLC PPM)" userId="f1dcac62-7bef-43eb-91f0-927336a1714f" providerId="ADAL" clId="{EBAD00D9-8705-4FCE-A19D-7FDACC5B60C1}" dt="2022-07-20T14:48:25.989" v="1024" actId="478"/>
          <ac:cxnSpMkLst>
            <pc:docMk/>
            <pc:sldMk cId="2438124206" sldId="9061"/>
            <ac:cxnSpMk id="45" creationId="{959BF25B-C5EA-414D-8238-9DF4F82FFA3D}"/>
          </ac:cxnSpMkLst>
        </pc:cxnChg>
        <pc:cxnChg chg="del mod topLvl">
          <ac:chgData name="Macher, Andreas (DI FA CTR PLC PPM)" userId="f1dcac62-7bef-43eb-91f0-927336a1714f" providerId="ADAL" clId="{EBAD00D9-8705-4FCE-A19D-7FDACC5B60C1}" dt="2022-07-20T14:48:27.223" v="1025" actId="478"/>
          <ac:cxnSpMkLst>
            <pc:docMk/>
            <pc:sldMk cId="2438124206" sldId="9061"/>
            <ac:cxnSpMk id="46" creationId="{23FE2804-D802-4280-8E85-42E17D3201C3}"/>
          </ac:cxnSpMkLst>
        </pc:cxnChg>
        <pc:cxnChg chg="del mod topLvl">
          <ac:chgData name="Macher, Andreas (DI FA CTR PLC PPM)" userId="f1dcac62-7bef-43eb-91f0-927336a1714f" providerId="ADAL" clId="{EBAD00D9-8705-4FCE-A19D-7FDACC5B60C1}" dt="2022-07-20T14:48:23.855" v="1023" actId="478"/>
          <ac:cxnSpMkLst>
            <pc:docMk/>
            <pc:sldMk cId="2438124206" sldId="9061"/>
            <ac:cxnSpMk id="49" creationId="{E9B89425-2011-4B0D-9DAE-33A8FEA351C2}"/>
          </ac:cxnSpMkLst>
        </pc:cxnChg>
        <pc:cxnChg chg="del mod topLvl">
          <ac:chgData name="Macher, Andreas (DI FA CTR PLC PPM)" userId="f1dcac62-7bef-43eb-91f0-927336a1714f" providerId="ADAL" clId="{EBAD00D9-8705-4FCE-A19D-7FDACC5B60C1}" dt="2022-07-20T15:02:33.239" v="1107" actId="478"/>
          <ac:cxnSpMkLst>
            <pc:docMk/>
            <pc:sldMk cId="2438124206" sldId="9061"/>
            <ac:cxnSpMk id="62" creationId="{7F0F667B-1CC4-4880-B557-A7FE7A0ED480}"/>
          </ac:cxnSpMkLst>
        </pc:cxnChg>
        <pc:cxnChg chg="del mod topLvl">
          <ac:chgData name="Macher, Andreas (DI FA CTR PLC PPM)" userId="f1dcac62-7bef-43eb-91f0-927336a1714f" providerId="ADAL" clId="{EBAD00D9-8705-4FCE-A19D-7FDACC5B60C1}" dt="2022-07-20T15:02:35.259" v="1109" actId="478"/>
          <ac:cxnSpMkLst>
            <pc:docMk/>
            <pc:sldMk cId="2438124206" sldId="9061"/>
            <ac:cxnSpMk id="63" creationId="{F5E0D16E-C6A2-40BE-9F3E-45432A08A71B}"/>
          </ac:cxnSpMkLst>
        </pc:cxnChg>
        <pc:cxnChg chg="del mod topLvl">
          <ac:chgData name="Macher, Andreas (DI FA CTR PLC PPM)" userId="f1dcac62-7bef-43eb-91f0-927336a1714f" providerId="ADAL" clId="{EBAD00D9-8705-4FCE-A19D-7FDACC5B60C1}" dt="2022-07-20T15:02:34.173" v="1108" actId="478"/>
          <ac:cxnSpMkLst>
            <pc:docMk/>
            <pc:sldMk cId="2438124206" sldId="9061"/>
            <ac:cxnSpMk id="66" creationId="{24416286-CBAD-4F8E-AFB8-35DBD47DE6A3}"/>
          </ac:cxnSpMkLst>
        </pc:cxnChg>
        <pc:cxnChg chg="mod topLvl">
          <ac:chgData name="Macher, Andreas (DI FA CTR PLC PPM)" userId="f1dcac62-7bef-43eb-91f0-927336a1714f" providerId="ADAL" clId="{EBAD00D9-8705-4FCE-A19D-7FDACC5B60C1}" dt="2022-07-20T15:05:40.687" v="1142" actId="14100"/>
          <ac:cxnSpMkLst>
            <pc:docMk/>
            <pc:sldMk cId="2438124206" sldId="9061"/>
            <ac:cxnSpMk id="75" creationId="{377F9E54-D1A6-41AA-8CE1-04CA981B7F0F}"/>
          </ac:cxnSpMkLst>
        </pc:cxnChg>
        <pc:cxnChg chg="add mod">
          <ac:chgData name="Macher, Andreas (DI FA CTR PLC PPM)" userId="f1dcac62-7bef-43eb-91f0-927336a1714f" providerId="ADAL" clId="{EBAD00D9-8705-4FCE-A19D-7FDACC5B60C1}" dt="2022-07-20T15:02:20.844" v="1104" actId="164"/>
          <ac:cxnSpMkLst>
            <pc:docMk/>
            <pc:sldMk cId="2438124206" sldId="9061"/>
            <ac:cxnSpMk id="77" creationId="{3161D74E-C486-1F04-E076-F3B91DA488C7}"/>
          </ac:cxnSpMkLst>
        </pc:cxnChg>
        <pc:cxnChg chg="del mod topLvl">
          <ac:chgData name="Macher, Andreas (DI FA CTR PLC PPM)" userId="f1dcac62-7bef-43eb-91f0-927336a1714f" providerId="ADAL" clId="{EBAD00D9-8705-4FCE-A19D-7FDACC5B60C1}" dt="2022-07-20T15:03:07.107" v="1115" actId="478"/>
          <ac:cxnSpMkLst>
            <pc:docMk/>
            <pc:sldMk cId="2438124206" sldId="9061"/>
            <ac:cxnSpMk id="78" creationId="{71B6620B-97C7-4696-8C04-F7AFE2DC4A16}"/>
          </ac:cxnSpMkLst>
        </pc:cxnChg>
        <pc:cxnChg chg="del mod topLvl">
          <ac:chgData name="Macher, Andreas (DI FA CTR PLC PPM)" userId="f1dcac62-7bef-43eb-91f0-927336a1714f" providerId="ADAL" clId="{EBAD00D9-8705-4FCE-A19D-7FDACC5B60C1}" dt="2022-07-20T15:03:08.179" v="1116" actId="478"/>
          <ac:cxnSpMkLst>
            <pc:docMk/>
            <pc:sldMk cId="2438124206" sldId="9061"/>
            <ac:cxnSpMk id="79" creationId="{27C33D40-DA4E-4606-8BB6-6D609D554AAD}"/>
          </ac:cxnSpMkLst>
        </pc:cxnChg>
        <pc:cxnChg chg="del mod topLvl">
          <ac:chgData name="Macher, Andreas (DI FA CTR PLC PPM)" userId="f1dcac62-7bef-43eb-91f0-927336a1714f" providerId="ADAL" clId="{EBAD00D9-8705-4FCE-A19D-7FDACC5B60C1}" dt="2022-07-20T15:03:06.073" v="1114" actId="478"/>
          <ac:cxnSpMkLst>
            <pc:docMk/>
            <pc:sldMk cId="2438124206" sldId="9061"/>
            <ac:cxnSpMk id="82" creationId="{58B556BC-866A-4B9F-8337-F962E9542620}"/>
          </ac:cxnSpMkLst>
        </pc:cxnChg>
        <pc:cxnChg chg="add del mod">
          <ac:chgData name="Macher, Andreas (DI FA CTR PLC PPM)" userId="f1dcac62-7bef-43eb-91f0-927336a1714f" providerId="ADAL" clId="{EBAD00D9-8705-4FCE-A19D-7FDACC5B60C1}" dt="2022-07-20T15:01:54.663" v="1090" actId="478"/>
          <ac:cxnSpMkLst>
            <pc:docMk/>
            <pc:sldMk cId="2438124206" sldId="9061"/>
            <ac:cxnSpMk id="85" creationId="{6C7C8D34-1C0C-95DC-7234-DD334C1C0822}"/>
          </ac:cxnSpMkLst>
        </pc:cxnChg>
        <pc:cxnChg chg="add mod">
          <ac:chgData name="Macher, Andreas (DI FA CTR PLC PPM)" userId="f1dcac62-7bef-43eb-91f0-927336a1714f" providerId="ADAL" clId="{EBAD00D9-8705-4FCE-A19D-7FDACC5B60C1}" dt="2022-07-20T15:02:20.844" v="1104" actId="164"/>
          <ac:cxnSpMkLst>
            <pc:docMk/>
            <pc:sldMk cId="2438124206" sldId="9061"/>
            <ac:cxnSpMk id="86" creationId="{DF662B79-FC7F-4F05-0F25-29D68F2B41FD}"/>
          </ac:cxnSpMkLst>
        </pc:cxnChg>
        <pc:cxnChg chg="mod topLvl">
          <ac:chgData name="Macher, Andreas (DI FA CTR PLC PPM)" userId="f1dcac62-7bef-43eb-91f0-927336a1714f" providerId="ADAL" clId="{EBAD00D9-8705-4FCE-A19D-7FDACC5B60C1}" dt="2022-07-20T15:05:59.848" v="1145" actId="14100"/>
          <ac:cxnSpMkLst>
            <pc:docMk/>
            <pc:sldMk cId="2438124206" sldId="9061"/>
            <ac:cxnSpMk id="91" creationId="{5BBEE797-5C74-4CAF-833F-81B4AB1517A3}"/>
          </ac:cxnSpMkLst>
        </pc:cxnChg>
        <pc:cxnChg chg="add mod">
          <ac:chgData name="Macher, Andreas (DI FA CTR PLC PPM)" userId="f1dcac62-7bef-43eb-91f0-927336a1714f" providerId="ADAL" clId="{EBAD00D9-8705-4FCE-A19D-7FDACC5B60C1}" dt="2022-07-20T15:02:20.844" v="1104" actId="164"/>
          <ac:cxnSpMkLst>
            <pc:docMk/>
            <pc:sldMk cId="2438124206" sldId="9061"/>
            <ac:cxnSpMk id="93" creationId="{81FC1385-7470-7D3F-EEC8-04E190C39EFE}"/>
          </ac:cxnSpMkLst>
        </pc:cxnChg>
        <pc:cxnChg chg="mod">
          <ac:chgData name="Macher, Andreas (DI FA CTR PLC PPM)" userId="f1dcac62-7bef-43eb-91f0-927336a1714f" providerId="ADAL" clId="{EBAD00D9-8705-4FCE-A19D-7FDACC5B60C1}" dt="2022-07-20T15:02:37.078" v="1110"/>
          <ac:cxnSpMkLst>
            <pc:docMk/>
            <pc:sldMk cId="2438124206" sldId="9061"/>
            <ac:cxnSpMk id="101" creationId="{4794BDC7-6797-AE9D-322D-52BC53528A33}"/>
          </ac:cxnSpMkLst>
        </pc:cxnChg>
        <pc:cxnChg chg="mod">
          <ac:chgData name="Macher, Andreas (DI FA CTR PLC PPM)" userId="f1dcac62-7bef-43eb-91f0-927336a1714f" providerId="ADAL" clId="{EBAD00D9-8705-4FCE-A19D-7FDACC5B60C1}" dt="2022-07-20T15:02:37.078" v="1110"/>
          <ac:cxnSpMkLst>
            <pc:docMk/>
            <pc:sldMk cId="2438124206" sldId="9061"/>
            <ac:cxnSpMk id="102" creationId="{AFA7D162-3692-FD81-4CED-EB2CACAFF315}"/>
          </ac:cxnSpMkLst>
        </pc:cxnChg>
        <pc:cxnChg chg="mod">
          <ac:chgData name="Macher, Andreas (DI FA CTR PLC PPM)" userId="f1dcac62-7bef-43eb-91f0-927336a1714f" providerId="ADAL" clId="{EBAD00D9-8705-4FCE-A19D-7FDACC5B60C1}" dt="2022-07-20T15:02:37.078" v="1110"/>
          <ac:cxnSpMkLst>
            <pc:docMk/>
            <pc:sldMk cId="2438124206" sldId="9061"/>
            <ac:cxnSpMk id="106" creationId="{D81D738A-969A-5D33-5D2B-5A49D46BEA4F}"/>
          </ac:cxnSpMkLst>
        </pc:cxnChg>
        <pc:cxnChg chg="mod">
          <ac:chgData name="Macher, Andreas (DI FA CTR PLC PPM)" userId="f1dcac62-7bef-43eb-91f0-927336a1714f" providerId="ADAL" clId="{EBAD00D9-8705-4FCE-A19D-7FDACC5B60C1}" dt="2022-07-20T15:03:09.829" v="1117"/>
          <ac:cxnSpMkLst>
            <pc:docMk/>
            <pc:sldMk cId="2438124206" sldId="9061"/>
            <ac:cxnSpMk id="109" creationId="{B76795BC-38B7-9F76-E0D7-4E9B5F644B07}"/>
          </ac:cxnSpMkLst>
        </pc:cxnChg>
        <pc:cxnChg chg="mod">
          <ac:chgData name="Macher, Andreas (DI FA CTR PLC PPM)" userId="f1dcac62-7bef-43eb-91f0-927336a1714f" providerId="ADAL" clId="{EBAD00D9-8705-4FCE-A19D-7FDACC5B60C1}" dt="2022-07-20T15:03:09.829" v="1117"/>
          <ac:cxnSpMkLst>
            <pc:docMk/>
            <pc:sldMk cId="2438124206" sldId="9061"/>
            <ac:cxnSpMk id="110" creationId="{A1F6FDBC-225C-FFC2-859A-A1E55AB2DE63}"/>
          </ac:cxnSpMkLst>
        </pc:cxnChg>
        <pc:cxnChg chg="mod">
          <ac:chgData name="Macher, Andreas (DI FA CTR PLC PPM)" userId="f1dcac62-7bef-43eb-91f0-927336a1714f" providerId="ADAL" clId="{EBAD00D9-8705-4FCE-A19D-7FDACC5B60C1}" dt="2022-07-20T15:03:09.829" v="1117"/>
          <ac:cxnSpMkLst>
            <pc:docMk/>
            <pc:sldMk cId="2438124206" sldId="9061"/>
            <ac:cxnSpMk id="111" creationId="{AB004E2E-4F05-C323-07F5-6AFB52475BA3}"/>
          </ac:cxnSpMkLst>
        </pc:cxnChg>
      </pc:sldChg>
      <pc:sldChg chg="del">
        <pc:chgData name="Macher, Andreas (DI FA CTR PLC PPM)" userId="f1dcac62-7bef-43eb-91f0-927336a1714f" providerId="ADAL" clId="{EBAD00D9-8705-4FCE-A19D-7FDACC5B60C1}" dt="2022-07-20T13:37:17.311" v="131" actId="47"/>
        <pc:sldMkLst>
          <pc:docMk/>
          <pc:sldMk cId="1501404703" sldId="9062"/>
        </pc:sldMkLst>
      </pc:sldChg>
      <pc:sldChg chg="del">
        <pc:chgData name="Macher, Andreas (DI FA CTR PLC PPM)" userId="f1dcac62-7bef-43eb-91f0-927336a1714f" providerId="ADAL" clId="{EBAD00D9-8705-4FCE-A19D-7FDACC5B60C1}" dt="2022-07-20T13:37:17.311" v="131" actId="47"/>
        <pc:sldMkLst>
          <pc:docMk/>
          <pc:sldMk cId="4248381990" sldId="9064"/>
        </pc:sldMkLst>
      </pc:sldChg>
      <pc:sldChg chg="del">
        <pc:chgData name="Macher, Andreas (DI FA CTR PLC PPM)" userId="f1dcac62-7bef-43eb-91f0-927336a1714f" providerId="ADAL" clId="{EBAD00D9-8705-4FCE-A19D-7FDACC5B60C1}" dt="2022-07-20T13:27:06.599" v="87" actId="47"/>
        <pc:sldMkLst>
          <pc:docMk/>
          <pc:sldMk cId="2604767646" sldId="9068"/>
        </pc:sldMkLst>
      </pc:sldChg>
      <pc:sldChg chg="del">
        <pc:chgData name="Macher, Andreas (DI FA CTR PLC PPM)" userId="f1dcac62-7bef-43eb-91f0-927336a1714f" providerId="ADAL" clId="{EBAD00D9-8705-4FCE-A19D-7FDACC5B60C1}" dt="2022-07-20T13:35:31.476" v="126" actId="47"/>
        <pc:sldMkLst>
          <pc:docMk/>
          <pc:sldMk cId="2259490612" sldId="9070"/>
        </pc:sldMkLst>
      </pc:sldChg>
      <pc:sldChg chg="del">
        <pc:chgData name="Macher, Andreas (DI FA CTR PLC PPM)" userId="f1dcac62-7bef-43eb-91f0-927336a1714f" providerId="ADAL" clId="{EBAD00D9-8705-4FCE-A19D-7FDACC5B60C1}" dt="2022-07-20T13:35:32.277" v="127" actId="47"/>
        <pc:sldMkLst>
          <pc:docMk/>
          <pc:sldMk cId="284463888" sldId="9071"/>
        </pc:sldMkLst>
      </pc:sldChg>
      <pc:sldChg chg="del">
        <pc:chgData name="Macher, Andreas (DI FA CTR PLC PPM)" userId="f1dcac62-7bef-43eb-91f0-927336a1714f" providerId="ADAL" clId="{EBAD00D9-8705-4FCE-A19D-7FDACC5B60C1}" dt="2022-07-20T13:35:47.286" v="128" actId="47"/>
        <pc:sldMkLst>
          <pc:docMk/>
          <pc:sldMk cId="578210998" sldId="9072"/>
        </pc:sldMkLst>
      </pc:sldChg>
      <pc:sldChg chg="del">
        <pc:chgData name="Macher, Andreas (DI FA CTR PLC PPM)" userId="f1dcac62-7bef-43eb-91f0-927336a1714f" providerId="ADAL" clId="{EBAD00D9-8705-4FCE-A19D-7FDACC5B60C1}" dt="2022-07-20T13:37:17.311" v="131" actId="47"/>
        <pc:sldMkLst>
          <pc:docMk/>
          <pc:sldMk cId="4153753026" sldId="9073"/>
        </pc:sldMkLst>
      </pc:sldChg>
      <pc:sldChg chg="del">
        <pc:chgData name="Macher, Andreas (DI FA CTR PLC PPM)" userId="f1dcac62-7bef-43eb-91f0-927336a1714f" providerId="ADAL" clId="{EBAD00D9-8705-4FCE-A19D-7FDACC5B60C1}" dt="2022-07-20T13:37:17.311" v="131" actId="47"/>
        <pc:sldMkLst>
          <pc:docMk/>
          <pc:sldMk cId="770987840" sldId="9074"/>
        </pc:sldMkLst>
      </pc:sldChg>
      <pc:sldChg chg="del">
        <pc:chgData name="Macher, Andreas (DI FA CTR PLC PPM)" userId="f1dcac62-7bef-43eb-91f0-927336a1714f" providerId="ADAL" clId="{EBAD00D9-8705-4FCE-A19D-7FDACC5B60C1}" dt="2022-07-20T13:37:17.311" v="131" actId="47"/>
        <pc:sldMkLst>
          <pc:docMk/>
          <pc:sldMk cId="3586329819" sldId="9075"/>
        </pc:sldMkLst>
      </pc:sldChg>
      <pc:sldChg chg="del">
        <pc:chgData name="Macher, Andreas (DI FA CTR PLC PPM)" userId="f1dcac62-7bef-43eb-91f0-927336a1714f" providerId="ADAL" clId="{EBAD00D9-8705-4FCE-A19D-7FDACC5B60C1}" dt="2022-07-20T13:37:17.311" v="131" actId="47"/>
        <pc:sldMkLst>
          <pc:docMk/>
          <pc:sldMk cId="413719169" sldId="9076"/>
        </pc:sldMkLst>
      </pc:sldChg>
      <pc:sldChg chg="del">
        <pc:chgData name="Macher, Andreas (DI FA CTR PLC PPM)" userId="f1dcac62-7bef-43eb-91f0-927336a1714f" providerId="ADAL" clId="{EBAD00D9-8705-4FCE-A19D-7FDACC5B60C1}" dt="2022-07-20T13:37:17.311" v="131" actId="47"/>
        <pc:sldMkLst>
          <pc:docMk/>
          <pc:sldMk cId="2085356520" sldId="9077"/>
        </pc:sldMkLst>
      </pc:sldChg>
      <pc:sldChg chg="del">
        <pc:chgData name="Macher, Andreas (DI FA CTR PLC PPM)" userId="f1dcac62-7bef-43eb-91f0-927336a1714f" providerId="ADAL" clId="{EBAD00D9-8705-4FCE-A19D-7FDACC5B60C1}" dt="2022-07-20T13:37:17.311" v="131" actId="47"/>
        <pc:sldMkLst>
          <pc:docMk/>
          <pc:sldMk cId="284753482" sldId="9078"/>
        </pc:sldMkLst>
      </pc:sldChg>
      <pc:sldChg chg="del">
        <pc:chgData name="Macher, Andreas (DI FA CTR PLC PPM)" userId="f1dcac62-7bef-43eb-91f0-927336a1714f" providerId="ADAL" clId="{EBAD00D9-8705-4FCE-A19D-7FDACC5B60C1}" dt="2022-07-20T13:37:17.311" v="131" actId="47"/>
        <pc:sldMkLst>
          <pc:docMk/>
          <pc:sldMk cId="3598062986" sldId="9079"/>
        </pc:sldMkLst>
      </pc:sldChg>
      <pc:sldChg chg="del">
        <pc:chgData name="Macher, Andreas (DI FA CTR PLC PPM)" userId="f1dcac62-7bef-43eb-91f0-927336a1714f" providerId="ADAL" clId="{EBAD00D9-8705-4FCE-A19D-7FDACC5B60C1}" dt="2022-07-20T13:37:17.311" v="131" actId="47"/>
        <pc:sldMkLst>
          <pc:docMk/>
          <pc:sldMk cId="5489862" sldId="9082"/>
        </pc:sldMkLst>
      </pc:sldChg>
      <pc:sldChg chg="del">
        <pc:chgData name="Macher, Andreas (DI FA CTR PLC PPM)" userId="f1dcac62-7bef-43eb-91f0-927336a1714f" providerId="ADAL" clId="{EBAD00D9-8705-4FCE-A19D-7FDACC5B60C1}" dt="2022-07-20T13:37:17.311" v="131" actId="47"/>
        <pc:sldMkLst>
          <pc:docMk/>
          <pc:sldMk cId="1957441726" sldId="9083"/>
        </pc:sldMkLst>
      </pc:sldChg>
      <pc:sldChg chg="del">
        <pc:chgData name="Macher, Andreas (DI FA CTR PLC PPM)" userId="f1dcac62-7bef-43eb-91f0-927336a1714f" providerId="ADAL" clId="{EBAD00D9-8705-4FCE-A19D-7FDACC5B60C1}" dt="2022-07-20T13:37:17.311" v="131" actId="47"/>
        <pc:sldMkLst>
          <pc:docMk/>
          <pc:sldMk cId="50364721" sldId="9084"/>
        </pc:sldMkLst>
      </pc:sldChg>
      <pc:sldChg chg="del">
        <pc:chgData name="Macher, Andreas (DI FA CTR PLC PPM)" userId="f1dcac62-7bef-43eb-91f0-927336a1714f" providerId="ADAL" clId="{EBAD00D9-8705-4FCE-A19D-7FDACC5B60C1}" dt="2022-07-20T13:37:17.311" v="131" actId="47"/>
        <pc:sldMkLst>
          <pc:docMk/>
          <pc:sldMk cId="1619253116" sldId="9086"/>
        </pc:sldMkLst>
      </pc:sldChg>
      <pc:sldChg chg="del">
        <pc:chgData name="Macher, Andreas (DI FA CTR PLC PPM)" userId="f1dcac62-7bef-43eb-91f0-927336a1714f" providerId="ADAL" clId="{EBAD00D9-8705-4FCE-A19D-7FDACC5B60C1}" dt="2022-07-20T13:37:17.311" v="131" actId="47"/>
        <pc:sldMkLst>
          <pc:docMk/>
          <pc:sldMk cId="4040070563" sldId="9087"/>
        </pc:sldMkLst>
      </pc:sldChg>
      <pc:sldChg chg="del">
        <pc:chgData name="Macher, Andreas (DI FA CTR PLC PPM)" userId="f1dcac62-7bef-43eb-91f0-927336a1714f" providerId="ADAL" clId="{EBAD00D9-8705-4FCE-A19D-7FDACC5B60C1}" dt="2022-07-20T13:37:17.311" v="131" actId="47"/>
        <pc:sldMkLst>
          <pc:docMk/>
          <pc:sldMk cId="2707752696" sldId="9091"/>
        </pc:sldMkLst>
      </pc:sldChg>
      <pc:sldChg chg="del">
        <pc:chgData name="Macher, Andreas (DI FA CTR PLC PPM)" userId="f1dcac62-7bef-43eb-91f0-927336a1714f" providerId="ADAL" clId="{EBAD00D9-8705-4FCE-A19D-7FDACC5B60C1}" dt="2022-07-20T13:37:17.311" v="131" actId="47"/>
        <pc:sldMkLst>
          <pc:docMk/>
          <pc:sldMk cId="2189993690" sldId="9092"/>
        </pc:sldMkLst>
      </pc:sldChg>
      <pc:sldChg chg="del">
        <pc:chgData name="Macher, Andreas (DI FA CTR PLC PPM)" userId="f1dcac62-7bef-43eb-91f0-927336a1714f" providerId="ADAL" clId="{EBAD00D9-8705-4FCE-A19D-7FDACC5B60C1}" dt="2022-07-20T13:37:17.311" v="131" actId="47"/>
        <pc:sldMkLst>
          <pc:docMk/>
          <pc:sldMk cId="1689199822" sldId="9093"/>
        </pc:sldMkLst>
      </pc:sldChg>
      <pc:sldChg chg="del">
        <pc:chgData name="Macher, Andreas (DI FA CTR PLC PPM)" userId="f1dcac62-7bef-43eb-91f0-927336a1714f" providerId="ADAL" clId="{EBAD00D9-8705-4FCE-A19D-7FDACC5B60C1}" dt="2022-07-20T13:37:17.311" v="131" actId="47"/>
        <pc:sldMkLst>
          <pc:docMk/>
          <pc:sldMk cId="561793657" sldId="9094"/>
        </pc:sldMkLst>
      </pc:sldChg>
      <pc:sldChg chg="del">
        <pc:chgData name="Macher, Andreas (DI FA CTR PLC PPM)" userId="f1dcac62-7bef-43eb-91f0-927336a1714f" providerId="ADAL" clId="{EBAD00D9-8705-4FCE-A19D-7FDACC5B60C1}" dt="2022-07-20T13:37:17.311" v="131" actId="47"/>
        <pc:sldMkLst>
          <pc:docMk/>
          <pc:sldMk cId="2355069529" sldId="9095"/>
        </pc:sldMkLst>
      </pc:sldChg>
      <pc:sldChg chg="del">
        <pc:chgData name="Macher, Andreas (DI FA CTR PLC PPM)" userId="f1dcac62-7bef-43eb-91f0-927336a1714f" providerId="ADAL" clId="{EBAD00D9-8705-4FCE-A19D-7FDACC5B60C1}" dt="2022-07-20T13:37:17.311" v="131" actId="47"/>
        <pc:sldMkLst>
          <pc:docMk/>
          <pc:sldMk cId="2198788560" sldId="9096"/>
        </pc:sldMkLst>
      </pc:sldChg>
      <pc:sldChg chg="del">
        <pc:chgData name="Macher, Andreas (DI FA CTR PLC PPM)" userId="f1dcac62-7bef-43eb-91f0-927336a1714f" providerId="ADAL" clId="{EBAD00D9-8705-4FCE-A19D-7FDACC5B60C1}" dt="2022-07-20T13:35:53.327" v="129" actId="47"/>
        <pc:sldMkLst>
          <pc:docMk/>
          <pc:sldMk cId="2298461894" sldId="9097"/>
        </pc:sldMkLst>
      </pc:sldChg>
      <pc:sldChg chg="del">
        <pc:chgData name="Macher, Andreas (DI FA CTR PLC PPM)" userId="f1dcac62-7bef-43eb-91f0-927336a1714f" providerId="ADAL" clId="{EBAD00D9-8705-4FCE-A19D-7FDACC5B60C1}" dt="2022-07-20T13:35:53.327" v="129" actId="47"/>
        <pc:sldMkLst>
          <pc:docMk/>
          <pc:sldMk cId="1950884183" sldId="9098"/>
        </pc:sldMkLst>
      </pc:sldChg>
      <pc:sldChg chg="del">
        <pc:chgData name="Macher, Andreas (DI FA CTR PLC PPM)" userId="f1dcac62-7bef-43eb-91f0-927336a1714f" providerId="ADAL" clId="{EBAD00D9-8705-4FCE-A19D-7FDACC5B60C1}" dt="2022-07-20T13:37:17.311" v="131" actId="47"/>
        <pc:sldMkLst>
          <pc:docMk/>
          <pc:sldMk cId="222559270" sldId="9099"/>
        </pc:sldMkLst>
      </pc:sldChg>
      <pc:sldChg chg="del">
        <pc:chgData name="Macher, Andreas (DI FA CTR PLC PPM)" userId="f1dcac62-7bef-43eb-91f0-927336a1714f" providerId="ADAL" clId="{EBAD00D9-8705-4FCE-A19D-7FDACC5B60C1}" dt="2022-07-20T13:37:17.311" v="131" actId="47"/>
        <pc:sldMkLst>
          <pc:docMk/>
          <pc:sldMk cId="2852176689" sldId="9100"/>
        </pc:sldMkLst>
      </pc:sldChg>
      <pc:sldChg chg="del">
        <pc:chgData name="Macher, Andreas (DI FA CTR PLC PPM)" userId="f1dcac62-7bef-43eb-91f0-927336a1714f" providerId="ADAL" clId="{EBAD00D9-8705-4FCE-A19D-7FDACC5B60C1}" dt="2022-07-20T13:37:17.311" v="131" actId="47"/>
        <pc:sldMkLst>
          <pc:docMk/>
          <pc:sldMk cId="2897839901" sldId="9101"/>
        </pc:sldMkLst>
      </pc:sldChg>
      <pc:sldChg chg="del">
        <pc:chgData name="Macher, Andreas (DI FA CTR PLC PPM)" userId="f1dcac62-7bef-43eb-91f0-927336a1714f" providerId="ADAL" clId="{EBAD00D9-8705-4FCE-A19D-7FDACC5B60C1}" dt="2022-07-20T13:37:17.311" v="131" actId="47"/>
        <pc:sldMkLst>
          <pc:docMk/>
          <pc:sldMk cId="96732149" sldId="9102"/>
        </pc:sldMkLst>
      </pc:sldChg>
      <pc:sldChg chg="del">
        <pc:chgData name="Macher, Andreas (DI FA CTR PLC PPM)" userId="f1dcac62-7bef-43eb-91f0-927336a1714f" providerId="ADAL" clId="{EBAD00D9-8705-4FCE-A19D-7FDACC5B60C1}" dt="2022-07-20T13:37:17.311" v="131" actId="47"/>
        <pc:sldMkLst>
          <pc:docMk/>
          <pc:sldMk cId="3624531473" sldId="9103"/>
        </pc:sldMkLst>
      </pc:sldChg>
      <pc:sldChg chg="del">
        <pc:chgData name="Macher, Andreas (DI FA CTR PLC PPM)" userId="f1dcac62-7bef-43eb-91f0-927336a1714f" providerId="ADAL" clId="{EBAD00D9-8705-4FCE-A19D-7FDACC5B60C1}" dt="2022-07-20T13:37:17.311" v="131" actId="47"/>
        <pc:sldMkLst>
          <pc:docMk/>
          <pc:sldMk cId="1549395957" sldId="9104"/>
        </pc:sldMkLst>
      </pc:sldChg>
      <pc:sldChg chg="del">
        <pc:chgData name="Macher, Andreas (DI FA CTR PLC PPM)" userId="f1dcac62-7bef-43eb-91f0-927336a1714f" providerId="ADAL" clId="{EBAD00D9-8705-4FCE-A19D-7FDACC5B60C1}" dt="2022-07-20T13:37:17.311" v="131" actId="47"/>
        <pc:sldMkLst>
          <pc:docMk/>
          <pc:sldMk cId="3316944469" sldId="9107"/>
        </pc:sldMkLst>
      </pc:sldChg>
      <pc:sldChg chg="del">
        <pc:chgData name="Macher, Andreas (DI FA CTR PLC PPM)" userId="f1dcac62-7bef-43eb-91f0-927336a1714f" providerId="ADAL" clId="{EBAD00D9-8705-4FCE-A19D-7FDACC5B60C1}" dt="2022-07-20T13:37:17.311" v="131" actId="47"/>
        <pc:sldMkLst>
          <pc:docMk/>
          <pc:sldMk cId="1946802598" sldId="9108"/>
        </pc:sldMkLst>
      </pc:sldChg>
      <pc:sldChg chg="del">
        <pc:chgData name="Macher, Andreas (DI FA CTR PLC PPM)" userId="f1dcac62-7bef-43eb-91f0-927336a1714f" providerId="ADAL" clId="{EBAD00D9-8705-4FCE-A19D-7FDACC5B60C1}" dt="2022-07-20T13:37:17.311" v="131" actId="47"/>
        <pc:sldMkLst>
          <pc:docMk/>
          <pc:sldMk cId="1932148143" sldId="9109"/>
        </pc:sldMkLst>
      </pc:sldChg>
      <pc:sldChg chg="del">
        <pc:chgData name="Macher, Andreas (DI FA CTR PLC PPM)" userId="f1dcac62-7bef-43eb-91f0-927336a1714f" providerId="ADAL" clId="{EBAD00D9-8705-4FCE-A19D-7FDACC5B60C1}" dt="2022-07-20T13:37:17.311" v="131" actId="47"/>
        <pc:sldMkLst>
          <pc:docMk/>
          <pc:sldMk cId="111665078" sldId="9110"/>
        </pc:sldMkLst>
      </pc:sldChg>
      <pc:sldChg chg="del">
        <pc:chgData name="Macher, Andreas (DI FA CTR PLC PPM)" userId="f1dcac62-7bef-43eb-91f0-927336a1714f" providerId="ADAL" clId="{EBAD00D9-8705-4FCE-A19D-7FDACC5B60C1}" dt="2022-07-20T13:37:17.311" v="131" actId="47"/>
        <pc:sldMkLst>
          <pc:docMk/>
          <pc:sldMk cId="237798392" sldId="9111"/>
        </pc:sldMkLst>
      </pc:sldChg>
      <pc:sldChg chg="del">
        <pc:chgData name="Macher, Andreas (DI FA CTR PLC PPM)" userId="f1dcac62-7bef-43eb-91f0-927336a1714f" providerId="ADAL" clId="{EBAD00D9-8705-4FCE-A19D-7FDACC5B60C1}" dt="2022-07-20T13:37:17.311" v="131" actId="47"/>
        <pc:sldMkLst>
          <pc:docMk/>
          <pc:sldMk cId="1763449856" sldId="9112"/>
        </pc:sldMkLst>
      </pc:sldChg>
      <pc:sldChg chg="del">
        <pc:chgData name="Macher, Andreas (DI FA CTR PLC PPM)" userId="f1dcac62-7bef-43eb-91f0-927336a1714f" providerId="ADAL" clId="{EBAD00D9-8705-4FCE-A19D-7FDACC5B60C1}" dt="2022-07-20T13:37:17.311" v="131" actId="47"/>
        <pc:sldMkLst>
          <pc:docMk/>
          <pc:sldMk cId="3876607279" sldId="9113"/>
        </pc:sldMkLst>
      </pc:sldChg>
      <pc:sldChg chg="del">
        <pc:chgData name="Macher, Andreas (DI FA CTR PLC PPM)" userId="f1dcac62-7bef-43eb-91f0-927336a1714f" providerId="ADAL" clId="{EBAD00D9-8705-4FCE-A19D-7FDACC5B60C1}" dt="2022-07-20T13:37:17.311" v="131" actId="47"/>
        <pc:sldMkLst>
          <pc:docMk/>
          <pc:sldMk cId="1218739668" sldId="9114"/>
        </pc:sldMkLst>
      </pc:sldChg>
      <pc:sldChg chg="del">
        <pc:chgData name="Macher, Andreas (DI FA CTR PLC PPM)" userId="f1dcac62-7bef-43eb-91f0-927336a1714f" providerId="ADAL" clId="{EBAD00D9-8705-4FCE-A19D-7FDACC5B60C1}" dt="2022-07-20T13:37:17.311" v="131" actId="47"/>
        <pc:sldMkLst>
          <pc:docMk/>
          <pc:sldMk cId="1429298440" sldId="9117"/>
        </pc:sldMkLst>
      </pc:sldChg>
      <pc:sldChg chg="del">
        <pc:chgData name="Macher, Andreas (DI FA CTR PLC PPM)" userId="f1dcac62-7bef-43eb-91f0-927336a1714f" providerId="ADAL" clId="{EBAD00D9-8705-4FCE-A19D-7FDACC5B60C1}" dt="2022-07-20T13:37:17.311" v="131" actId="47"/>
        <pc:sldMkLst>
          <pc:docMk/>
          <pc:sldMk cId="3438213007" sldId="9120"/>
        </pc:sldMkLst>
      </pc:sldChg>
      <pc:sldChg chg="del">
        <pc:chgData name="Macher, Andreas (DI FA CTR PLC PPM)" userId="f1dcac62-7bef-43eb-91f0-927336a1714f" providerId="ADAL" clId="{EBAD00D9-8705-4FCE-A19D-7FDACC5B60C1}" dt="2022-07-20T13:26:41.738" v="78" actId="47"/>
        <pc:sldMkLst>
          <pc:docMk/>
          <pc:sldMk cId="1588417255" sldId="9122"/>
        </pc:sldMkLst>
      </pc:sldChg>
      <pc:sldChg chg="del">
        <pc:chgData name="Macher, Andreas (DI FA CTR PLC PPM)" userId="f1dcac62-7bef-43eb-91f0-927336a1714f" providerId="ADAL" clId="{EBAD00D9-8705-4FCE-A19D-7FDACC5B60C1}" dt="2022-07-20T13:37:17.311" v="131" actId="47"/>
        <pc:sldMkLst>
          <pc:docMk/>
          <pc:sldMk cId="3634715590" sldId="9124"/>
        </pc:sldMkLst>
      </pc:sldChg>
      <pc:sldChg chg="del">
        <pc:chgData name="Macher, Andreas (DI FA CTR PLC PPM)" userId="f1dcac62-7bef-43eb-91f0-927336a1714f" providerId="ADAL" clId="{EBAD00D9-8705-4FCE-A19D-7FDACC5B60C1}" dt="2022-07-20T13:37:17.311" v="131" actId="47"/>
        <pc:sldMkLst>
          <pc:docMk/>
          <pc:sldMk cId="3453994472" sldId="9126"/>
        </pc:sldMkLst>
      </pc:sldChg>
      <pc:sldChg chg="del">
        <pc:chgData name="Macher, Andreas (DI FA CTR PLC PPM)" userId="f1dcac62-7bef-43eb-91f0-927336a1714f" providerId="ADAL" clId="{EBAD00D9-8705-4FCE-A19D-7FDACC5B60C1}" dt="2022-07-20T13:37:17.311" v="131" actId="47"/>
        <pc:sldMkLst>
          <pc:docMk/>
          <pc:sldMk cId="936343421" sldId="9127"/>
        </pc:sldMkLst>
      </pc:sldChg>
      <pc:sldChg chg="del">
        <pc:chgData name="Macher, Andreas (DI FA CTR PLC PPM)" userId="f1dcac62-7bef-43eb-91f0-927336a1714f" providerId="ADAL" clId="{EBAD00D9-8705-4FCE-A19D-7FDACC5B60C1}" dt="2022-07-20T13:37:17.311" v="131" actId="47"/>
        <pc:sldMkLst>
          <pc:docMk/>
          <pc:sldMk cId="1462139214" sldId="9128"/>
        </pc:sldMkLst>
      </pc:sldChg>
      <pc:sldChg chg="del">
        <pc:chgData name="Macher, Andreas (DI FA CTR PLC PPM)" userId="f1dcac62-7bef-43eb-91f0-927336a1714f" providerId="ADAL" clId="{EBAD00D9-8705-4FCE-A19D-7FDACC5B60C1}" dt="2022-07-20T13:37:17.311" v="131" actId="47"/>
        <pc:sldMkLst>
          <pc:docMk/>
          <pc:sldMk cId="2008483880" sldId="9731"/>
        </pc:sldMkLst>
      </pc:sldChg>
      <pc:sldChg chg="del">
        <pc:chgData name="Macher, Andreas (DI FA CTR PLC PPM)" userId="f1dcac62-7bef-43eb-91f0-927336a1714f" providerId="ADAL" clId="{EBAD00D9-8705-4FCE-A19D-7FDACC5B60C1}" dt="2022-07-20T13:37:17.311" v="131" actId="47"/>
        <pc:sldMkLst>
          <pc:docMk/>
          <pc:sldMk cId="1882695189" sldId="9732"/>
        </pc:sldMkLst>
      </pc:sldChg>
      <pc:sldChg chg="del">
        <pc:chgData name="Macher, Andreas (DI FA CTR PLC PPM)" userId="f1dcac62-7bef-43eb-91f0-927336a1714f" providerId="ADAL" clId="{EBAD00D9-8705-4FCE-A19D-7FDACC5B60C1}" dt="2022-07-20T13:37:17.311" v="131" actId="47"/>
        <pc:sldMkLst>
          <pc:docMk/>
          <pc:sldMk cId="3519787544" sldId="9733"/>
        </pc:sldMkLst>
      </pc:sldChg>
      <pc:sldChg chg="del">
        <pc:chgData name="Macher, Andreas (DI FA CTR PLC PPM)" userId="f1dcac62-7bef-43eb-91f0-927336a1714f" providerId="ADAL" clId="{EBAD00D9-8705-4FCE-A19D-7FDACC5B60C1}" dt="2022-07-20T13:26:57.695" v="85" actId="47"/>
        <pc:sldMkLst>
          <pc:docMk/>
          <pc:sldMk cId="4249497243" sldId="9778"/>
        </pc:sldMkLst>
      </pc:sldChg>
      <pc:sldChg chg="del">
        <pc:chgData name="Macher, Andreas (DI FA CTR PLC PPM)" userId="f1dcac62-7bef-43eb-91f0-927336a1714f" providerId="ADAL" clId="{EBAD00D9-8705-4FCE-A19D-7FDACC5B60C1}" dt="2022-07-20T13:37:17.311" v="131" actId="47"/>
        <pc:sldMkLst>
          <pc:docMk/>
          <pc:sldMk cId="296634150" sldId="9779"/>
        </pc:sldMkLst>
      </pc:sldChg>
      <pc:sldChg chg="del">
        <pc:chgData name="Macher, Andreas (DI FA CTR PLC PPM)" userId="f1dcac62-7bef-43eb-91f0-927336a1714f" providerId="ADAL" clId="{EBAD00D9-8705-4FCE-A19D-7FDACC5B60C1}" dt="2022-07-20T13:37:17.311" v="131" actId="47"/>
        <pc:sldMkLst>
          <pc:docMk/>
          <pc:sldMk cId="3618742120" sldId="9780"/>
        </pc:sldMkLst>
      </pc:sldChg>
      <pc:sldChg chg="modSp mod">
        <pc:chgData name="Macher, Andreas (DI FA CTR PLC PPM)" userId="f1dcac62-7bef-43eb-91f0-927336a1714f" providerId="ADAL" clId="{EBAD00D9-8705-4FCE-A19D-7FDACC5B60C1}" dt="2022-07-20T13:27:50.239" v="125" actId="20577"/>
        <pc:sldMkLst>
          <pc:docMk/>
          <pc:sldMk cId="3721668768" sldId="9781"/>
        </pc:sldMkLst>
        <pc:spChg chg="mod">
          <ac:chgData name="Macher, Andreas (DI FA CTR PLC PPM)" userId="f1dcac62-7bef-43eb-91f0-927336a1714f" providerId="ADAL" clId="{EBAD00D9-8705-4FCE-A19D-7FDACC5B60C1}" dt="2022-07-20T13:27:50.239" v="125" actId="20577"/>
          <ac:spMkLst>
            <pc:docMk/>
            <pc:sldMk cId="3721668768" sldId="9781"/>
            <ac:spMk id="5" creationId="{A38F6808-4085-423A-A99A-9DC01B1678CB}"/>
          </ac:spMkLst>
        </pc:spChg>
      </pc:sldChg>
      <pc:sldChg chg="addSp delSp modSp add mod">
        <pc:chgData name="Macher, Andreas (DI FA CTR PLC PPM)" userId="f1dcac62-7bef-43eb-91f0-927336a1714f" providerId="ADAL" clId="{EBAD00D9-8705-4FCE-A19D-7FDACC5B60C1}" dt="2022-07-20T15:30:12.892" v="1832" actId="20577"/>
        <pc:sldMkLst>
          <pc:docMk/>
          <pc:sldMk cId="2734859403" sldId="9782"/>
        </pc:sldMkLst>
        <pc:spChg chg="mod">
          <ac:chgData name="Macher, Andreas (DI FA CTR PLC PPM)" userId="f1dcac62-7bef-43eb-91f0-927336a1714f" providerId="ADAL" clId="{EBAD00D9-8705-4FCE-A19D-7FDACC5B60C1}" dt="2022-07-20T15:26:15.810" v="1670"/>
          <ac:spMkLst>
            <pc:docMk/>
            <pc:sldMk cId="2734859403" sldId="9782"/>
            <ac:spMk id="2" creationId="{54EDA1C3-1779-4464-9AE9-DF1453500F02}"/>
          </ac:spMkLst>
        </pc:spChg>
        <pc:spChg chg="del mod topLvl">
          <ac:chgData name="Macher, Andreas (DI FA CTR PLC PPM)" userId="f1dcac62-7bef-43eb-91f0-927336a1714f" providerId="ADAL" clId="{EBAD00D9-8705-4FCE-A19D-7FDACC5B60C1}" dt="2022-07-20T15:16:44.933" v="1546" actId="478"/>
          <ac:spMkLst>
            <pc:docMk/>
            <pc:sldMk cId="2734859403" sldId="9782"/>
            <ac:spMk id="45" creationId="{551F2D88-09CE-5E98-5023-937A2B3089B6}"/>
          </ac:spMkLst>
        </pc:spChg>
        <pc:spChg chg="del mod topLvl">
          <ac:chgData name="Macher, Andreas (DI FA CTR PLC PPM)" userId="f1dcac62-7bef-43eb-91f0-927336a1714f" providerId="ADAL" clId="{EBAD00D9-8705-4FCE-A19D-7FDACC5B60C1}" dt="2022-07-20T15:16:44.933" v="1546" actId="478"/>
          <ac:spMkLst>
            <pc:docMk/>
            <pc:sldMk cId="2734859403" sldId="9782"/>
            <ac:spMk id="46" creationId="{47758A21-9955-7392-8893-9AB85FA06581}"/>
          </ac:spMkLst>
        </pc:spChg>
        <pc:spChg chg="del mod topLvl">
          <ac:chgData name="Macher, Andreas (DI FA CTR PLC PPM)" userId="f1dcac62-7bef-43eb-91f0-927336a1714f" providerId="ADAL" clId="{EBAD00D9-8705-4FCE-A19D-7FDACC5B60C1}" dt="2022-07-20T15:16:44.933" v="1546" actId="478"/>
          <ac:spMkLst>
            <pc:docMk/>
            <pc:sldMk cId="2734859403" sldId="9782"/>
            <ac:spMk id="49" creationId="{5563CD8B-3B35-D3D6-475D-7C6A21C0379F}"/>
          </ac:spMkLst>
        </pc:spChg>
        <pc:spChg chg="mod topLvl">
          <ac:chgData name="Macher, Andreas (DI FA CTR PLC PPM)" userId="f1dcac62-7bef-43eb-91f0-927336a1714f" providerId="ADAL" clId="{EBAD00D9-8705-4FCE-A19D-7FDACC5B60C1}" dt="2022-07-20T14:46:01.360" v="981" actId="14100"/>
          <ac:spMkLst>
            <pc:docMk/>
            <pc:sldMk cId="2734859403" sldId="9782"/>
            <ac:spMk id="50" creationId="{670F377E-C43D-D547-D407-AC96E4E68B7B}"/>
          </ac:spMkLst>
        </pc:spChg>
        <pc:spChg chg="del mod topLvl">
          <ac:chgData name="Macher, Andreas (DI FA CTR PLC PPM)" userId="f1dcac62-7bef-43eb-91f0-927336a1714f" providerId="ADAL" clId="{EBAD00D9-8705-4FCE-A19D-7FDACC5B60C1}" dt="2022-07-20T15:16:44.933" v="1546" actId="478"/>
          <ac:spMkLst>
            <pc:docMk/>
            <pc:sldMk cId="2734859403" sldId="9782"/>
            <ac:spMk id="51" creationId="{E05C3399-F3E0-ABD4-2BC0-777A6B66CEDE}"/>
          </ac:spMkLst>
        </pc:spChg>
        <pc:spChg chg="add mod">
          <ac:chgData name="Macher, Andreas (DI FA CTR PLC PPM)" userId="f1dcac62-7bef-43eb-91f0-927336a1714f" providerId="ADAL" clId="{EBAD00D9-8705-4FCE-A19D-7FDACC5B60C1}" dt="2022-07-20T14:40:58.729" v="967" actId="108"/>
          <ac:spMkLst>
            <pc:docMk/>
            <pc:sldMk cId="2734859403" sldId="9782"/>
            <ac:spMk id="58" creationId="{898C56B5-4C2F-6886-9A7D-1C2667CBA487}"/>
          </ac:spMkLst>
        </pc:spChg>
        <pc:spChg chg="add mod">
          <ac:chgData name="Macher, Andreas (DI FA CTR PLC PPM)" userId="f1dcac62-7bef-43eb-91f0-927336a1714f" providerId="ADAL" clId="{EBAD00D9-8705-4FCE-A19D-7FDACC5B60C1}" dt="2022-07-20T14:46:07.483" v="983" actId="1076"/>
          <ac:spMkLst>
            <pc:docMk/>
            <pc:sldMk cId="2734859403" sldId="9782"/>
            <ac:spMk id="59" creationId="{FA7D5A80-062D-1E9F-A4C2-713387E01473}"/>
          </ac:spMkLst>
        </pc:spChg>
        <pc:spChg chg="add del mod">
          <ac:chgData name="Macher, Andreas (DI FA CTR PLC PPM)" userId="f1dcac62-7bef-43eb-91f0-927336a1714f" providerId="ADAL" clId="{EBAD00D9-8705-4FCE-A19D-7FDACC5B60C1}" dt="2022-07-20T15:08:14.474" v="1254" actId="478"/>
          <ac:spMkLst>
            <pc:docMk/>
            <pc:sldMk cId="2734859403" sldId="9782"/>
            <ac:spMk id="60" creationId="{0545A90F-F8AD-5EF3-CE56-377AA4A77822}"/>
          </ac:spMkLst>
        </pc:spChg>
        <pc:spChg chg="mod">
          <ac:chgData name="Macher, Andreas (DI FA CTR PLC PPM)" userId="f1dcac62-7bef-43eb-91f0-927336a1714f" providerId="ADAL" clId="{EBAD00D9-8705-4FCE-A19D-7FDACC5B60C1}" dt="2022-07-20T15:12:44.773" v="1406" actId="1038"/>
          <ac:spMkLst>
            <pc:docMk/>
            <pc:sldMk cId="2734859403" sldId="9782"/>
            <ac:spMk id="62" creationId="{060A7173-BEE8-A56C-3766-7434F811EB36}"/>
          </ac:spMkLst>
        </pc:spChg>
        <pc:spChg chg="mod">
          <ac:chgData name="Macher, Andreas (DI FA CTR PLC PPM)" userId="f1dcac62-7bef-43eb-91f0-927336a1714f" providerId="ADAL" clId="{EBAD00D9-8705-4FCE-A19D-7FDACC5B60C1}" dt="2022-07-20T15:09:03.081" v="1261"/>
          <ac:spMkLst>
            <pc:docMk/>
            <pc:sldMk cId="2734859403" sldId="9782"/>
            <ac:spMk id="67" creationId="{B183FDCE-5A64-16E1-407D-67A40CCCED2F}"/>
          </ac:spMkLst>
        </pc:spChg>
        <pc:spChg chg="mod">
          <ac:chgData name="Macher, Andreas (DI FA CTR PLC PPM)" userId="f1dcac62-7bef-43eb-91f0-927336a1714f" providerId="ADAL" clId="{EBAD00D9-8705-4FCE-A19D-7FDACC5B60C1}" dt="2022-07-20T15:10:35.670" v="1354" actId="1037"/>
          <ac:spMkLst>
            <pc:docMk/>
            <pc:sldMk cId="2734859403" sldId="9782"/>
            <ac:spMk id="71" creationId="{D774190A-53A3-8ECA-8847-D7875418AA31}"/>
          </ac:spMkLst>
        </pc:spChg>
        <pc:spChg chg="add del mod">
          <ac:chgData name="Macher, Andreas (DI FA CTR PLC PPM)" userId="f1dcac62-7bef-43eb-91f0-927336a1714f" providerId="ADAL" clId="{EBAD00D9-8705-4FCE-A19D-7FDACC5B60C1}" dt="2022-07-20T15:20:08.642" v="1578" actId="478"/>
          <ac:spMkLst>
            <pc:docMk/>
            <pc:sldMk cId="2734859403" sldId="9782"/>
            <ac:spMk id="77" creationId="{CACAA009-C89C-3CAB-7F18-740299D4281C}"/>
          </ac:spMkLst>
        </pc:spChg>
        <pc:spChg chg="add mod">
          <ac:chgData name="Macher, Andreas (DI FA CTR PLC PPM)" userId="f1dcac62-7bef-43eb-91f0-927336a1714f" providerId="ADAL" clId="{EBAD00D9-8705-4FCE-A19D-7FDACC5B60C1}" dt="2022-07-20T15:20:19.849" v="1586" actId="20577"/>
          <ac:spMkLst>
            <pc:docMk/>
            <pc:sldMk cId="2734859403" sldId="9782"/>
            <ac:spMk id="78" creationId="{AD1FF6DC-FE54-0D2A-8440-5DEF114D6BA1}"/>
          </ac:spMkLst>
        </pc:spChg>
        <pc:spChg chg="add del mod">
          <ac:chgData name="Macher, Andreas (DI FA CTR PLC PPM)" userId="f1dcac62-7bef-43eb-91f0-927336a1714f" providerId="ADAL" clId="{EBAD00D9-8705-4FCE-A19D-7FDACC5B60C1}" dt="2022-07-20T15:19:22.799" v="1576" actId="478"/>
          <ac:spMkLst>
            <pc:docMk/>
            <pc:sldMk cId="2734859403" sldId="9782"/>
            <ac:spMk id="79" creationId="{24047284-BD61-B482-6FC4-2D5CA4456437}"/>
          </ac:spMkLst>
        </pc:spChg>
        <pc:spChg chg="add mod">
          <ac:chgData name="Macher, Andreas (DI FA CTR PLC PPM)" userId="f1dcac62-7bef-43eb-91f0-927336a1714f" providerId="ADAL" clId="{EBAD00D9-8705-4FCE-A19D-7FDACC5B60C1}" dt="2022-07-20T15:30:12.892" v="1832" actId="20577"/>
          <ac:spMkLst>
            <pc:docMk/>
            <pc:sldMk cId="2734859403" sldId="9782"/>
            <ac:spMk id="80" creationId="{D4F093E6-685F-A132-4164-6F4D24B93EF7}"/>
          </ac:spMkLst>
        </pc:spChg>
        <pc:spChg chg="add mod">
          <ac:chgData name="Macher, Andreas (DI FA CTR PLC PPM)" userId="f1dcac62-7bef-43eb-91f0-927336a1714f" providerId="ADAL" clId="{EBAD00D9-8705-4FCE-A19D-7FDACC5B60C1}" dt="2022-07-20T15:17:02.869" v="1549" actId="1076"/>
          <ac:spMkLst>
            <pc:docMk/>
            <pc:sldMk cId="2734859403" sldId="9782"/>
            <ac:spMk id="82" creationId="{6690FC19-05FA-6D2E-4E62-873696843873}"/>
          </ac:spMkLst>
        </pc:spChg>
        <pc:spChg chg="add mod">
          <ac:chgData name="Macher, Andreas (DI FA CTR PLC PPM)" userId="f1dcac62-7bef-43eb-91f0-927336a1714f" providerId="ADAL" clId="{EBAD00D9-8705-4FCE-A19D-7FDACC5B60C1}" dt="2022-07-20T15:17:02.869" v="1549" actId="1076"/>
          <ac:spMkLst>
            <pc:docMk/>
            <pc:sldMk cId="2734859403" sldId="9782"/>
            <ac:spMk id="91" creationId="{78C1912C-37EA-A829-2EED-FFB06C191ADF}"/>
          </ac:spMkLst>
        </pc:spChg>
        <pc:spChg chg="add mod">
          <ac:chgData name="Macher, Andreas (DI FA CTR PLC PPM)" userId="f1dcac62-7bef-43eb-91f0-927336a1714f" providerId="ADAL" clId="{EBAD00D9-8705-4FCE-A19D-7FDACC5B60C1}" dt="2022-07-20T15:17:02.869" v="1549" actId="1076"/>
          <ac:spMkLst>
            <pc:docMk/>
            <pc:sldMk cId="2734859403" sldId="9782"/>
            <ac:spMk id="92" creationId="{F332F65B-8328-7B65-F080-E65A522101A1}"/>
          </ac:spMkLst>
        </pc:spChg>
        <pc:spChg chg="mod">
          <ac:chgData name="Macher, Andreas (DI FA CTR PLC PPM)" userId="f1dcac62-7bef-43eb-91f0-927336a1714f" providerId="ADAL" clId="{EBAD00D9-8705-4FCE-A19D-7FDACC5B60C1}" dt="2022-07-20T15:17:02.869" v="1549" actId="1076"/>
          <ac:spMkLst>
            <pc:docMk/>
            <pc:sldMk cId="2734859403" sldId="9782"/>
            <ac:spMk id="94" creationId="{17774192-AF49-5E58-071C-AABC2228A6EE}"/>
          </ac:spMkLst>
        </pc:spChg>
        <pc:spChg chg="mod">
          <ac:chgData name="Macher, Andreas (DI FA CTR PLC PPM)" userId="f1dcac62-7bef-43eb-91f0-927336a1714f" providerId="ADAL" clId="{EBAD00D9-8705-4FCE-A19D-7FDACC5B60C1}" dt="2022-07-20T15:17:02.869" v="1549" actId="1076"/>
          <ac:spMkLst>
            <pc:docMk/>
            <pc:sldMk cId="2734859403" sldId="9782"/>
            <ac:spMk id="98" creationId="{68AFEE6B-993A-343E-66C6-4A700BE5A2C8}"/>
          </ac:spMkLst>
        </pc:spChg>
        <pc:spChg chg="add mod">
          <ac:chgData name="Macher, Andreas (DI FA CTR PLC PPM)" userId="f1dcac62-7bef-43eb-91f0-927336a1714f" providerId="ADAL" clId="{EBAD00D9-8705-4FCE-A19D-7FDACC5B60C1}" dt="2022-07-20T15:17:53.450" v="1574" actId="1038"/>
          <ac:spMkLst>
            <pc:docMk/>
            <pc:sldMk cId="2734859403" sldId="9782"/>
            <ac:spMk id="110" creationId="{DC2A508B-1B0C-B80C-070F-46321D4F8A9E}"/>
          </ac:spMkLst>
        </pc:spChg>
        <pc:spChg chg="mod topLvl">
          <ac:chgData name="Macher, Andreas (DI FA CTR PLC PPM)" userId="f1dcac62-7bef-43eb-91f0-927336a1714f" providerId="ADAL" clId="{EBAD00D9-8705-4FCE-A19D-7FDACC5B60C1}" dt="2022-07-20T14:42:00.834" v="969" actId="165"/>
          <ac:spMkLst>
            <pc:docMk/>
            <pc:sldMk cId="2734859403" sldId="9782"/>
            <ac:spMk id="115" creationId="{90528F12-D22C-4263-B14C-D43221668473}"/>
          </ac:spMkLst>
        </pc:spChg>
        <pc:spChg chg="mod topLvl">
          <ac:chgData name="Macher, Andreas (DI FA CTR PLC PPM)" userId="f1dcac62-7bef-43eb-91f0-927336a1714f" providerId="ADAL" clId="{EBAD00D9-8705-4FCE-A19D-7FDACC5B60C1}" dt="2022-07-20T14:42:00.834" v="969" actId="165"/>
          <ac:spMkLst>
            <pc:docMk/>
            <pc:sldMk cId="2734859403" sldId="9782"/>
            <ac:spMk id="116" creationId="{2347B793-6F5B-4E1C-A3E7-DA0475071982}"/>
          </ac:spMkLst>
        </pc:spChg>
        <pc:spChg chg="del mod topLvl">
          <ac:chgData name="Macher, Andreas (DI FA CTR PLC PPM)" userId="f1dcac62-7bef-43eb-91f0-927336a1714f" providerId="ADAL" clId="{EBAD00D9-8705-4FCE-A19D-7FDACC5B60C1}" dt="2022-07-20T15:08:13.320" v="1253" actId="478"/>
          <ac:spMkLst>
            <pc:docMk/>
            <pc:sldMk cId="2734859403" sldId="9782"/>
            <ac:spMk id="131" creationId="{ABA38E18-65FF-4E3C-B28E-7B2A80841B2F}"/>
          </ac:spMkLst>
        </pc:spChg>
        <pc:spChg chg="mod topLvl">
          <ac:chgData name="Macher, Andreas (DI FA CTR PLC PPM)" userId="f1dcac62-7bef-43eb-91f0-927336a1714f" providerId="ADAL" clId="{EBAD00D9-8705-4FCE-A19D-7FDACC5B60C1}" dt="2022-07-20T15:13:08.056" v="1421" actId="1037"/>
          <ac:spMkLst>
            <pc:docMk/>
            <pc:sldMk cId="2734859403" sldId="9782"/>
            <ac:spMk id="137" creationId="{FDD5434B-451C-4259-8662-7FE848EA59F8}"/>
          </ac:spMkLst>
        </pc:spChg>
        <pc:spChg chg="mod topLvl">
          <ac:chgData name="Macher, Andreas (DI FA CTR PLC PPM)" userId="f1dcac62-7bef-43eb-91f0-927336a1714f" providerId="ADAL" clId="{EBAD00D9-8705-4FCE-A19D-7FDACC5B60C1}" dt="2022-07-20T14:42:00.834" v="969" actId="165"/>
          <ac:spMkLst>
            <pc:docMk/>
            <pc:sldMk cId="2734859403" sldId="9782"/>
            <ac:spMk id="138" creationId="{43BB1C04-9A39-4EAC-BFFD-C203C3EE5EFD}"/>
          </ac:spMkLst>
        </pc:spChg>
        <pc:spChg chg="mod topLvl">
          <ac:chgData name="Macher, Andreas (DI FA CTR PLC PPM)" userId="f1dcac62-7bef-43eb-91f0-927336a1714f" providerId="ADAL" clId="{EBAD00D9-8705-4FCE-A19D-7FDACC5B60C1}" dt="2022-07-20T14:46:25.213" v="988" actId="20577"/>
          <ac:spMkLst>
            <pc:docMk/>
            <pc:sldMk cId="2734859403" sldId="9782"/>
            <ac:spMk id="208" creationId="{9B53F99D-2420-4508-B0F4-B6FE6AD5D8A9}"/>
          </ac:spMkLst>
        </pc:spChg>
        <pc:grpChg chg="del">
          <ac:chgData name="Macher, Andreas (DI FA CTR PLC PPM)" userId="f1dcac62-7bef-43eb-91f0-927336a1714f" providerId="ADAL" clId="{EBAD00D9-8705-4FCE-A19D-7FDACC5B60C1}" dt="2022-07-20T14:42:00.834" v="969" actId="165"/>
          <ac:grpSpMkLst>
            <pc:docMk/>
            <pc:sldMk cId="2734859403" sldId="9782"/>
            <ac:grpSpMk id="7" creationId="{8DD86148-1E10-4010-AC1E-BAE87F102946}"/>
          </ac:grpSpMkLst>
        </pc:grpChg>
        <pc:grpChg chg="del">
          <ac:chgData name="Macher, Andreas (DI FA CTR PLC PPM)" userId="f1dcac62-7bef-43eb-91f0-927336a1714f" providerId="ADAL" clId="{EBAD00D9-8705-4FCE-A19D-7FDACC5B60C1}" dt="2022-07-20T15:16:51.575" v="1547" actId="478"/>
          <ac:grpSpMkLst>
            <pc:docMk/>
            <pc:sldMk cId="2734859403" sldId="9782"/>
            <ac:grpSpMk id="8" creationId="{14CE6721-7597-415C-A26E-B5D1559E211D}"/>
          </ac:grpSpMkLst>
        </pc:grpChg>
        <pc:grpChg chg="add del mod">
          <ac:chgData name="Macher, Andreas (DI FA CTR PLC PPM)" userId="f1dcac62-7bef-43eb-91f0-927336a1714f" providerId="ADAL" clId="{EBAD00D9-8705-4FCE-A19D-7FDACC5B60C1}" dt="2022-07-20T14:42:36.659" v="973" actId="165"/>
          <ac:grpSpMkLst>
            <pc:docMk/>
            <pc:sldMk cId="2734859403" sldId="9782"/>
            <ac:grpSpMk id="44" creationId="{34DC6A1C-5DE0-C596-E8BA-DD8B25C00D89}"/>
          </ac:grpSpMkLst>
        </pc:grpChg>
        <pc:grpChg chg="mod topLvl">
          <ac:chgData name="Macher, Andreas (DI FA CTR PLC PPM)" userId="f1dcac62-7bef-43eb-91f0-927336a1714f" providerId="ADAL" clId="{EBAD00D9-8705-4FCE-A19D-7FDACC5B60C1}" dt="2022-07-20T14:42:52.703" v="974" actId="1076"/>
          <ac:grpSpMkLst>
            <pc:docMk/>
            <pc:sldMk cId="2734859403" sldId="9782"/>
            <ac:grpSpMk id="47" creationId="{EF1111A8-D0AC-7229-6BF4-54BC82CCC630}"/>
          </ac:grpSpMkLst>
        </pc:grpChg>
        <pc:grpChg chg="mod topLvl">
          <ac:chgData name="Macher, Andreas (DI FA CTR PLC PPM)" userId="f1dcac62-7bef-43eb-91f0-927336a1714f" providerId="ADAL" clId="{EBAD00D9-8705-4FCE-A19D-7FDACC5B60C1}" dt="2022-07-20T14:43:36.971" v="975" actId="1076"/>
          <ac:grpSpMkLst>
            <pc:docMk/>
            <pc:sldMk cId="2734859403" sldId="9782"/>
            <ac:grpSpMk id="48" creationId="{29DC23DD-903E-B34D-6D5B-B93E8E81921F}"/>
          </ac:grpSpMkLst>
        </pc:grpChg>
        <pc:grpChg chg="add mod">
          <ac:chgData name="Macher, Andreas (DI FA CTR PLC PPM)" userId="f1dcac62-7bef-43eb-91f0-927336a1714f" providerId="ADAL" clId="{EBAD00D9-8705-4FCE-A19D-7FDACC5B60C1}" dt="2022-07-20T15:12:44.773" v="1406" actId="1038"/>
          <ac:grpSpMkLst>
            <pc:docMk/>
            <pc:sldMk cId="2734859403" sldId="9782"/>
            <ac:grpSpMk id="61" creationId="{25F1E690-CB4C-48D2-F959-940B86EF5E05}"/>
          </ac:grpSpMkLst>
        </pc:grpChg>
        <pc:grpChg chg="add del mod">
          <ac:chgData name="Macher, Andreas (DI FA CTR PLC PPM)" userId="f1dcac62-7bef-43eb-91f0-927336a1714f" providerId="ADAL" clId="{EBAD00D9-8705-4FCE-A19D-7FDACC5B60C1}" dt="2022-07-20T15:09:15.304" v="1266"/>
          <ac:grpSpMkLst>
            <pc:docMk/>
            <pc:sldMk cId="2734859403" sldId="9782"/>
            <ac:grpSpMk id="66" creationId="{BD567916-D691-7C69-2985-26C91409735C}"/>
          </ac:grpSpMkLst>
        </pc:grpChg>
        <pc:grpChg chg="add mod">
          <ac:chgData name="Macher, Andreas (DI FA CTR PLC PPM)" userId="f1dcac62-7bef-43eb-91f0-927336a1714f" providerId="ADAL" clId="{EBAD00D9-8705-4FCE-A19D-7FDACC5B60C1}" dt="2022-07-20T15:12:37.299" v="1389" actId="1037"/>
          <ac:grpSpMkLst>
            <pc:docMk/>
            <pc:sldMk cId="2734859403" sldId="9782"/>
            <ac:grpSpMk id="70" creationId="{8B86D703-71D8-5A9C-90B9-78A9552823F7}"/>
          </ac:grpSpMkLst>
        </pc:grpChg>
        <pc:grpChg chg="add mod">
          <ac:chgData name="Macher, Andreas (DI FA CTR PLC PPM)" userId="f1dcac62-7bef-43eb-91f0-927336a1714f" providerId="ADAL" clId="{EBAD00D9-8705-4FCE-A19D-7FDACC5B60C1}" dt="2022-07-20T15:17:02.869" v="1549" actId="1076"/>
          <ac:grpSpMkLst>
            <pc:docMk/>
            <pc:sldMk cId="2734859403" sldId="9782"/>
            <ac:grpSpMk id="83" creationId="{CBFFA2FE-C917-BD2F-059E-AF7E77D281BC}"/>
          </ac:grpSpMkLst>
        </pc:grpChg>
        <pc:grpChg chg="add mod">
          <ac:chgData name="Macher, Andreas (DI FA CTR PLC PPM)" userId="f1dcac62-7bef-43eb-91f0-927336a1714f" providerId="ADAL" clId="{EBAD00D9-8705-4FCE-A19D-7FDACC5B60C1}" dt="2022-07-20T15:17:02.869" v="1549" actId="1076"/>
          <ac:grpSpMkLst>
            <pc:docMk/>
            <pc:sldMk cId="2734859403" sldId="9782"/>
            <ac:grpSpMk id="87" creationId="{47E76B16-81B6-51A9-AD79-4C01D8A5F213}"/>
          </ac:grpSpMkLst>
        </pc:grpChg>
        <pc:grpChg chg="add mod">
          <ac:chgData name="Macher, Andreas (DI FA CTR PLC PPM)" userId="f1dcac62-7bef-43eb-91f0-927336a1714f" providerId="ADAL" clId="{EBAD00D9-8705-4FCE-A19D-7FDACC5B60C1}" dt="2022-07-20T15:17:02.869" v="1549" actId="1076"/>
          <ac:grpSpMkLst>
            <pc:docMk/>
            <pc:sldMk cId="2734859403" sldId="9782"/>
            <ac:grpSpMk id="93" creationId="{A85D4273-4EA3-626F-BF0C-9F1EB592A180}"/>
          </ac:grpSpMkLst>
        </pc:grpChg>
        <pc:grpChg chg="add mod">
          <ac:chgData name="Macher, Andreas (DI FA CTR PLC PPM)" userId="f1dcac62-7bef-43eb-91f0-927336a1714f" providerId="ADAL" clId="{EBAD00D9-8705-4FCE-A19D-7FDACC5B60C1}" dt="2022-07-20T15:17:02.869" v="1549" actId="1076"/>
          <ac:grpSpMkLst>
            <pc:docMk/>
            <pc:sldMk cId="2734859403" sldId="9782"/>
            <ac:grpSpMk id="97" creationId="{25F18A0E-5047-65F0-2276-23DD2C14316F}"/>
          </ac:grpSpMkLst>
        </pc:grpChg>
        <pc:graphicFrameChg chg="modGraphic">
          <ac:chgData name="Macher, Andreas (DI FA CTR PLC PPM)" userId="f1dcac62-7bef-43eb-91f0-927336a1714f" providerId="ADAL" clId="{EBAD00D9-8705-4FCE-A19D-7FDACC5B60C1}" dt="2022-07-20T15:15:31.358" v="1545" actId="20577"/>
          <ac:graphicFrameMkLst>
            <pc:docMk/>
            <pc:sldMk cId="2734859403" sldId="9782"/>
            <ac:graphicFrameMk id="3" creationId="{103EA4DA-0901-4832-96EF-957F1A43B606}"/>
          </ac:graphicFrameMkLst>
        </pc:graphicFrameChg>
        <pc:graphicFrameChg chg="modGraphic">
          <ac:chgData name="Macher, Andreas (DI FA CTR PLC PPM)" userId="f1dcac62-7bef-43eb-91f0-927336a1714f" providerId="ADAL" clId="{EBAD00D9-8705-4FCE-A19D-7FDACC5B60C1}" dt="2022-07-20T15:22:05.111" v="1618" actId="14100"/>
          <ac:graphicFrameMkLst>
            <pc:docMk/>
            <pc:sldMk cId="2734859403" sldId="9782"/>
            <ac:graphicFrameMk id="154" creationId="{A7E7A24C-4A0E-40C9-B300-BB9A206931DE}"/>
          </ac:graphicFrameMkLst>
        </pc:graphicFrameChg>
        <pc:picChg chg="mod">
          <ac:chgData name="Macher, Andreas (DI FA CTR PLC PPM)" userId="f1dcac62-7bef-43eb-91f0-927336a1714f" providerId="ADAL" clId="{EBAD00D9-8705-4FCE-A19D-7FDACC5B60C1}" dt="2022-07-20T14:42:36.659" v="973" actId="165"/>
          <ac:picMkLst>
            <pc:docMk/>
            <pc:sldMk cId="2734859403" sldId="9782"/>
            <ac:picMk id="52" creationId="{EE389CDC-23A8-C599-5073-72356789201C}"/>
          </ac:picMkLst>
        </pc:picChg>
        <pc:picChg chg="mod">
          <ac:chgData name="Macher, Andreas (DI FA CTR PLC PPM)" userId="f1dcac62-7bef-43eb-91f0-927336a1714f" providerId="ADAL" clId="{EBAD00D9-8705-4FCE-A19D-7FDACC5B60C1}" dt="2022-07-20T14:42:36.659" v="973" actId="165"/>
          <ac:picMkLst>
            <pc:docMk/>
            <pc:sldMk cId="2734859403" sldId="9782"/>
            <ac:picMk id="53" creationId="{E4455B1D-DB31-FCEC-FBC7-E8E4B09A586B}"/>
          </ac:picMkLst>
        </pc:picChg>
        <pc:picChg chg="mod">
          <ac:chgData name="Macher, Andreas (DI FA CTR PLC PPM)" userId="f1dcac62-7bef-43eb-91f0-927336a1714f" providerId="ADAL" clId="{EBAD00D9-8705-4FCE-A19D-7FDACC5B60C1}" dt="2022-07-20T14:42:36.659" v="973" actId="165"/>
          <ac:picMkLst>
            <pc:docMk/>
            <pc:sldMk cId="2734859403" sldId="9782"/>
            <ac:picMk id="54" creationId="{D8D859B4-9ECB-6643-5ABA-9507450206C7}"/>
          </ac:picMkLst>
        </pc:picChg>
        <pc:picChg chg="mod">
          <ac:chgData name="Macher, Andreas (DI FA CTR PLC PPM)" userId="f1dcac62-7bef-43eb-91f0-927336a1714f" providerId="ADAL" clId="{EBAD00D9-8705-4FCE-A19D-7FDACC5B60C1}" dt="2022-07-20T14:42:36.659" v="973" actId="165"/>
          <ac:picMkLst>
            <pc:docMk/>
            <pc:sldMk cId="2734859403" sldId="9782"/>
            <ac:picMk id="55" creationId="{8A2D636A-FF5F-0C91-9045-1846AC9339FB}"/>
          </ac:picMkLst>
        </pc:picChg>
        <pc:picChg chg="mod">
          <ac:chgData name="Macher, Andreas (DI FA CTR PLC PPM)" userId="f1dcac62-7bef-43eb-91f0-927336a1714f" providerId="ADAL" clId="{EBAD00D9-8705-4FCE-A19D-7FDACC5B60C1}" dt="2022-07-20T14:42:36.659" v="973" actId="165"/>
          <ac:picMkLst>
            <pc:docMk/>
            <pc:sldMk cId="2734859403" sldId="9782"/>
            <ac:picMk id="56" creationId="{3A0CEFD9-4A9B-6F01-33F8-C4C9FC55CB50}"/>
          </ac:picMkLst>
        </pc:picChg>
        <pc:picChg chg="mod">
          <ac:chgData name="Macher, Andreas (DI FA CTR PLC PPM)" userId="f1dcac62-7bef-43eb-91f0-927336a1714f" providerId="ADAL" clId="{EBAD00D9-8705-4FCE-A19D-7FDACC5B60C1}" dt="2022-07-20T14:42:36.659" v="973" actId="165"/>
          <ac:picMkLst>
            <pc:docMk/>
            <pc:sldMk cId="2734859403" sldId="9782"/>
            <ac:picMk id="57" creationId="{71580E66-683B-678A-D0B2-AB7B3974F919}"/>
          </ac:picMkLst>
        </pc:picChg>
        <pc:picChg chg="add mod">
          <ac:chgData name="Macher, Andreas (DI FA CTR PLC PPM)" userId="f1dcac62-7bef-43eb-91f0-927336a1714f" providerId="ADAL" clId="{EBAD00D9-8705-4FCE-A19D-7FDACC5B60C1}" dt="2022-07-20T15:12:12.183" v="1358" actId="1076"/>
          <ac:picMkLst>
            <pc:docMk/>
            <pc:sldMk cId="2734859403" sldId="9782"/>
            <ac:picMk id="74" creationId="{48BC0CF7-61BC-A81B-DABB-6EF6D62AED5C}"/>
          </ac:picMkLst>
        </pc:picChg>
        <pc:picChg chg="add mod">
          <ac:chgData name="Macher, Andreas (DI FA CTR PLC PPM)" userId="f1dcac62-7bef-43eb-91f0-927336a1714f" providerId="ADAL" clId="{EBAD00D9-8705-4FCE-A19D-7FDACC5B60C1}" dt="2022-07-20T15:17:02.869" v="1549" actId="1076"/>
          <ac:picMkLst>
            <pc:docMk/>
            <pc:sldMk cId="2734859403" sldId="9782"/>
            <ac:picMk id="81" creationId="{AF2750C8-A48E-1F21-FEE1-FB2CEDA965E6}"/>
          </ac:picMkLst>
        </pc:picChg>
        <pc:picChg chg="mod">
          <ac:chgData name="Macher, Andreas (DI FA CTR PLC PPM)" userId="f1dcac62-7bef-43eb-91f0-927336a1714f" providerId="ADAL" clId="{EBAD00D9-8705-4FCE-A19D-7FDACC5B60C1}" dt="2022-07-20T15:17:02.869" v="1549" actId="1076"/>
          <ac:picMkLst>
            <pc:docMk/>
            <pc:sldMk cId="2734859403" sldId="9782"/>
            <ac:picMk id="84" creationId="{61E20826-4CA4-0F20-9B27-57E079D21E1B}"/>
          </ac:picMkLst>
        </pc:picChg>
        <pc:picChg chg="mod">
          <ac:chgData name="Macher, Andreas (DI FA CTR PLC PPM)" userId="f1dcac62-7bef-43eb-91f0-927336a1714f" providerId="ADAL" clId="{EBAD00D9-8705-4FCE-A19D-7FDACC5B60C1}" dt="2022-07-20T15:17:02.869" v="1549" actId="1076"/>
          <ac:picMkLst>
            <pc:docMk/>
            <pc:sldMk cId="2734859403" sldId="9782"/>
            <ac:picMk id="85" creationId="{FED77F65-2AE7-0191-3D5A-2ED054F9D4D3}"/>
          </ac:picMkLst>
        </pc:picChg>
        <pc:picChg chg="mod">
          <ac:chgData name="Macher, Andreas (DI FA CTR PLC PPM)" userId="f1dcac62-7bef-43eb-91f0-927336a1714f" providerId="ADAL" clId="{EBAD00D9-8705-4FCE-A19D-7FDACC5B60C1}" dt="2022-07-20T15:17:02.869" v="1549" actId="1076"/>
          <ac:picMkLst>
            <pc:docMk/>
            <pc:sldMk cId="2734859403" sldId="9782"/>
            <ac:picMk id="86" creationId="{21D7395C-01B8-CC05-F208-E334FEE248DA}"/>
          </ac:picMkLst>
        </pc:picChg>
        <pc:picChg chg="mod">
          <ac:chgData name="Macher, Andreas (DI FA CTR PLC PPM)" userId="f1dcac62-7bef-43eb-91f0-927336a1714f" providerId="ADAL" clId="{EBAD00D9-8705-4FCE-A19D-7FDACC5B60C1}" dt="2022-07-20T15:17:02.869" v="1549" actId="1076"/>
          <ac:picMkLst>
            <pc:docMk/>
            <pc:sldMk cId="2734859403" sldId="9782"/>
            <ac:picMk id="88" creationId="{F0E6D0C0-AA7B-F9E9-9C8E-D244A71E0401}"/>
          </ac:picMkLst>
        </pc:picChg>
        <pc:picChg chg="mod">
          <ac:chgData name="Macher, Andreas (DI FA CTR PLC PPM)" userId="f1dcac62-7bef-43eb-91f0-927336a1714f" providerId="ADAL" clId="{EBAD00D9-8705-4FCE-A19D-7FDACC5B60C1}" dt="2022-07-20T15:17:02.869" v="1549" actId="1076"/>
          <ac:picMkLst>
            <pc:docMk/>
            <pc:sldMk cId="2734859403" sldId="9782"/>
            <ac:picMk id="89" creationId="{2C75B2CB-5DD7-69B8-3AD3-3C1D56E67A3F}"/>
          </ac:picMkLst>
        </pc:picChg>
        <pc:picChg chg="mod">
          <ac:chgData name="Macher, Andreas (DI FA CTR PLC PPM)" userId="f1dcac62-7bef-43eb-91f0-927336a1714f" providerId="ADAL" clId="{EBAD00D9-8705-4FCE-A19D-7FDACC5B60C1}" dt="2022-07-20T15:17:02.869" v="1549" actId="1076"/>
          <ac:picMkLst>
            <pc:docMk/>
            <pc:sldMk cId="2734859403" sldId="9782"/>
            <ac:picMk id="90" creationId="{32B1D88F-992F-76AF-B078-06022292E8C5}"/>
          </ac:picMkLst>
        </pc:picChg>
        <pc:picChg chg="add mod">
          <ac:chgData name="Macher, Andreas (DI FA CTR PLC PPM)" userId="f1dcac62-7bef-43eb-91f0-927336a1714f" providerId="ADAL" clId="{EBAD00D9-8705-4FCE-A19D-7FDACC5B60C1}" dt="2022-07-20T15:17:02.869" v="1549" actId="1076"/>
          <ac:picMkLst>
            <pc:docMk/>
            <pc:sldMk cId="2734859403" sldId="9782"/>
            <ac:picMk id="101" creationId="{F7BC1A1B-C2C1-AD6B-0C44-CD7E6ABA894B}"/>
          </ac:picMkLst>
        </pc:picChg>
        <pc:picChg chg="add mod">
          <ac:chgData name="Macher, Andreas (DI FA CTR PLC PPM)" userId="f1dcac62-7bef-43eb-91f0-927336a1714f" providerId="ADAL" clId="{EBAD00D9-8705-4FCE-A19D-7FDACC5B60C1}" dt="2022-07-20T15:17:27.226" v="1552" actId="1076"/>
          <ac:picMkLst>
            <pc:docMk/>
            <pc:sldMk cId="2734859403" sldId="9782"/>
            <ac:picMk id="104" creationId="{965C22C2-A4C6-8655-5F38-6CF41D92025F}"/>
          </ac:picMkLst>
        </pc:picChg>
        <pc:picChg chg="add mod">
          <ac:chgData name="Macher, Andreas (DI FA CTR PLC PPM)" userId="f1dcac62-7bef-43eb-91f0-927336a1714f" providerId="ADAL" clId="{EBAD00D9-8705-4FCE-A19D-7FDACC5B60C1}" dt="2022-07-20T15:17:22.250" v="1551" actId="1076"/>
          <ac:picMkLst>
            <pc:docMk/>
            <pc:sldMk cId="2734859403" sldId="9782"/>
            <ac:picMk id="105" creationId="{A4ECE8C0-CB20-67F6-E029-83EE010F67A5}"/>
          </ac:picMkLst>
        </pc:picChg>
        <pc:picChg chg="add mod">
          <ac:chgData name="Macher, Andreas (DI FA CTR PLC PPM)" userId="f1dcac62-7bef-43eb-91f0-927336a1714f" providerId="ADAL" clId="{EBAD00D9-8705-4FCE-A19D-7FDACC5B60C1}" dt="2022-07-20T15:17:35.063" v="1554" actId="1076"/>
          <ac:picMkLst>
            <pc:docMk/>
            <pc:sldMk cId="2734859403" sldId="9782"/>
            <ac:picMk id="106" creationId="{3FEA8687-CBDF-0387-4EC7-B710C6E47E15}"/>
          </ac:picMkLst>
        </pc:picChg>
        <pc:picChg chg="add del mod">
          <ac:chgData name="Macher, Andreas (DI FA CTR PLC PPM)" userId="f1dcac62-7bef-43eb-91f0-927336a1714f" providerId="ADAL" clId="{EBAD00D9-8705-4FCE-A19D-7FDACC5B60C1}" dt="2022-07-20T15:17:37.982" v="1555" actId="478"/>
          <ac:picMkLst>
            <pc:docMk/>
            <pc:sldMk cId="2734859403" sldId="9782"/>
            <ac:picMk id="107" creationId="{E77345DE-2252-774D-2240-45A4C738586B}"/>
          </ac:picMkLst>
        </pc:picChg>
        <pc:picChg chg="add del mod">
          <ac:chgData name="Macher, Andreas (DI FA CTR PLC PPM)" userId="f1dcac62-7bef-43eb-91f0-927336a1714f" providerId="ADAL" clId="{EBAD00D9-8705-4FCE-A19D-7FDACC5B60C1}" dt="2022-07-20T15:17:44.348" v="1557"/>
          <ac:picMkLst>
            <pc:docMk/>
            <pc:sldMk cId="2734859403" sldId="9782"/>
            <ac:picMk id="108" creationId="{912396DD-1E2F-3994-CC0E-4DB3752A9EC2}"/>
          </ac:picMkLst>
        </pc:picChg>
        <pc:picChg chg="add del mod">
          <ac:chgData name="Macher, Andreas (DI FA CTR PLC PPM)" userId="f1dcac62-7bef-43eb-91f0-927336a1714f" providerId="ADAL" clId="{EBAD00D9-8705-4FCE-A19D-7FDACC5B60C1}" dt="2022-07-20T15:17:44.348" v="1557"/>
          <ac:picMkLst>
            <pc:docMk/>
            <pc:sldMk cId="2734859403" sldId="9782"/>
            <ac:picMk id="109" creationId="{C4DA461E-EBDF-30FC-F6C6-3A88FBBAF740}"/>
          </ac:picMkLst>
        </pc:picChg>
        <pc:picChg chg="del mod topLvl">
          <ac:chgData name="Macher, Andreas (DI FA CTR PLC PPM)" userId="f1dcac62-7bef-43eb-91f0-927336a1714f" providerId="ADAL" clId="{EBAD00D9-8705-4FCE-A19D-7FDACC5B60C1}" dt="2022-07-20T14:42:05.295" v="970" actId="478"/>
          <ac:picMkLst>
            <pc:docMk/>
            <pc:sldMk cId="2734859403" sldId="9782"/>
            <ac:picMk id="118" creationId="{8E5D9965-8CA4-4D5C-9281-E3749120BB51}"/>
          </ac:picMkLst>
        </pc:picChg>
        <pc:picChg chg="del mod topLvl">
          <ac:chgData name="Macher, Andreas (DI FA CTR PLC PPM)" userId="f1dcac62-7bef-43eb-91f0-927336a1714f" providerId="ADAL" clId="{EBAD00D9-8705-4FCE-A19D-7FDACC5B60C1}" dt="2022-07-20T14:42:05.295" v="970" actId="478"/>
          <ac:picMkLst>
            <pc:docMk/>
            <pc:sldMk cId="2734859403" sldId="9782"/>
            <ac:picMk id="134" creationId="{1A671D29-D58A-4669-AFB0-FE0D8523F1CB}"/>
          </ac:picMkLst>
        </pc:picChg>
        <pc:picChg chg="del mod topLvl">
          <ac:chgData name="Macher, Andreas (DI FA CTR PLC PPM)" userId="f1dcac62-7bef-43eb-91f0-927336a1714f" providerId="ADAL" clId="{EBAD00D9-8705-4FCE-A19D-7FDACC5B60C1}" dt="2022-07-20T15:16:44.933" v="1546" actId="478"/>
          <ac:picMkLst>
            <pc:docMk/>
            <pc:sldMk cId="2734859403" sldId="9782"/>
            <ac:picMk id="139" creationId="{4D1392CF-EBD0-4891-975B-420FDA84B745}"/>
          </ac:picMkLst>
        </pc:picChg>
        <pc:picChg chg="del mod topLvl">
          <ac:chgData name="Macher, Andreas (DI FA CTR PLC PPM)" userId="f1dcac62-7bef-43eb-91f0-927336a1714f" providerId="ADAL" clId="{EBAD00D9-8705-4FCE-A19D-7FDACC5B60C1}" dt="2022-07-20T15:16:44.933" v="1546" actId="478"/>
          <ac:picMkLst>
            <pc:docMk/>
            <pc:sldMk cId="2734859403" sldId="9782"/>
            <ac:picMk id="140" creationId="{F29889E4-3CD3-48E3-B488-35A2DF884CB9}"/>
          </ac:picMkLst>
        </pc:picChg>
        <pc:picChg chg="mod topLvl">
          <ac:chgData name="Macher, Andreas (DI FA CTR PLC PPM)" userId="f1dcac62-7bef-43eb-91f0-927336a1714f" providerId="ADAL" clId="{EBAD00D9-8705-4FCE-A19D-7FDACC5B60C1}" dt="2022-07-20T15:12:14.069" v="1359" actId="1076"/>
          <ac:picMkLst>
            <pc:docMk/>
            <pc:sldMk cId="2734859403" sldId="9782"/>
            <ac:picMk id="141" creationId="{E736B61F-EFC8-4CB2-8980-4022DA1F7564}"/>
          </ac:picMkLst>
        </pc:picChg>
        <pc:picChg chg="del mod topLvl">
          <ac:chgData name="Macher, Andreas (DI FA CTR PLC PPM)" userId="f1dcac62-7bef-43eb-91f0-927336a1714f" providerId="ADAL" clId="{EBAD00D9-8705-4FCE-A19D-7FDACC5B60C1}" dt="2022-07-20T14:46:17.347" v="984" actId="478"/>
          <ac:picMkLst>
            <pc:docMk/>
            <pc:sldMk cId="2734859403" sldId="9782"/>
            <ac:picMk id="207" creationId="{6D73AE71-A69E-4007-8F4B-BE267A90D9B9}"/>
          </ac:picMkLst>
        </pc:picChg>
        <pc:cxnChg chg="mod">
          <ac:chgData name="Macher, Andreas (DI FA CTR PLC PPM)" userId="f1dcac62-7bef-43eb-91f0-927336a1714f" providerId="ADAL" clId="{EBAD00D9-8705-4FCE-A19D-7FDACC5B60C1}" dt="2022-07-20T15:12:44.773" v="1406" actId="1038"/>
          <ac:cxnSpMkLst>
            <pc:docMk/>
            <pc:sldMk cId="2734859403" sldId="9782"/>
            <ac:cxnSpMk id="63" creationId="{FAA39D67-CB7F-79A8-9001-783095FF84E5}"/>
          </ac:cxnSpMkLst>
        </pc:cxnChg>
        <pc:cxnChg chg="del mod">
          <ac:chgData name="Macher, Andreas (DI FA CTR PLC PPM)" userId="f1dcac62-7bef-43eb-91f0-927336a1714f" providerId="ADAL" clId="{EBAD00D9-8705-4FCE-A19D-7FDACC5B60C1}" dt="2022-07-20T15:08:39.475" v="1259" actId="478"/>
          <ac:cxnSpMkLst>
            <pc:docMk/>
            <pc:sldMk cId="2734859403" sldId="9782"/>
            <ac:cxnSpMk id="64" creationId="{4EFF5836-5299-9FC7-DB3F-32F9AD5E0A17}"/>
          </ac:cxnSpMkLst>
        </pc:cxnChg>
        <pc:cxnChg chg="mod">
          <ac:chgData name="Macher, Andreas (DI FA CTR PLC PPM)" userId="f1dcac62-7bef-43eb-91f0-927336a1714f" providerId="ADAL" clId="{EBAD00D9-8705-4FCE-A19D-7FDACC5B60C1}" dt="2022-07-20T15:12:44.773" v="1406" actId="1038"/>
          <ac:cxnSpMkLst>
            <pc:docMk/>
            <pc:sldMk cId="2734859403" sldId="9782"/>
            <ac:cxnSpMk id="65" creationId="{A58D2F87-3338-1848-6519-ADFC3FB158FB}"/>
          </ac:cxnSpMkLst>
        </pc:cxnChg>
        <pc:cxnChg chg="mod">
          <ac:chgData name="Macher, Andreas (DI FA CTR PLC PPM)" userId="f1dcac62-7bef-43eb-91f0-927336a1714f" providerId="ADAL" clId="{EBAD00D9-8705-4FCE-A19D-7FDACC5B60C1}" dt="2022-07-20T15:09:03.081" v="1261"/>
          <ac:cxnSpMkLst>
            <pc:docMk/>
            <pc:sldMk cId="2734859403" sldId="9782"/>
            <ac:cxnSpMk id="68" creationId="{B81FF9E8-DCEC-B3F3-962E-FA6179DBCA87}"/>
          </ac:cxnSpMkLst>
        </pc:cxnChg>
        <pc:cxnChg chg="mod">
          <ac:chgData name="Macher, Andreas (DI FA CTR PLC PPM)" userId="f1dcac62-7bef-43eb-91f0-927336a1714f" providerId="ADAL" clId="{EBAD00D9-8705-4FCE-A19D-7FDACC5B60C1}" dt="2022-07-20T15:09:03.081" v="1261"/>
          <ac:cxnSpMkLst>
            <pc:docMk/>
            <pc:sldMk cId="2734859403" sldId="9782"/>
            <ac:cxnSpMk id="69" creationId="{FAA90C80-F700-7869-088E-5C61CD481FB0}"/>
          </ac:cxnSpMkLst>
        </pc:cxnChg>
        <pc:cxnChg chg="mod">
          <ac:chgData name="Macher, Andreas (DI FA CTR PLC PPM)" userId="f1dcac62-7bef-43eb-91f0-927336a1714f" providerId="ADAL" clId="{EBAD00D9-8705-4FCE-A19D-7FDACC5B60C1}" dt="2022-07-20T15:10:35.670" v="1354" actId="1037"/>
          <ac:cxnSpMkLst>
            <pc:docMk/>
            <pc:sldMk cId="2734859403" sldId="9782"/>
            <ac:cxnSpMk id="72" creationId="{A54ADCAB-12FF-4BAC-84F3-8343D96D5DEC}"/>
          </ac:cxnSpMkLst>
        </pc:cxnChg>
        <pc:cxnChg chg="mod">
          <ac:chgData name="Macher, Andreas (DI FA CTR PLC PPM)" userId="f1dcac62-7bef-43eb-91f0-927336a1714f" providerId="ADAL" clId="{EBAD00D9-8705-4FCE-A19D-7FDACC5B60C1}" dt="2022-07-20T15:10:35.670" v="1354" actId="1037"/>
          <ac:cxnSpMkLst>
            <pc:docMk/>
            <pc:sldMk cId="2734859403" sldId="9782"/>
            <ac:cxnSpMk id="73" creationId="{95FA1786-0DB7-F82C-ACC9-0BFDCDFB537D}"/>
          </ac:cxnSpMkLst>
        </pc:cxnChg>
        <pc:cxnChg chg="mod">
          <ac:chgData name="Macher, Andreas (DI FA CTR PLC PPM)" userId="f1dcac62-7bef-43eb-91f0-927336a1714f" providerId="ADAL" clId="{EBAD00D9-8705-4FCE-A19D-7FDACC5B60C1}" dt="2022-07-20T15:17:02.869" v="1549" actId="1076"/>
          <ac:cxnSpMkLst>
            <pc:docMk/>
            <pc:sldMk cId="2734859403" sldId="9782"/>
            <ac:cxnSpMk id="95" creationId="{57A0DC29-71CC-FF71-F708-DA84E43D6054}"/>
          </ac:cxnSpMkLst>
        </pc:cxnChg>
        <pc:cxnChg chg="mod">
          <ac:chgData name="Macher, Andreas (DI FA CTR PLC PPM)" userId="f1dcac62-7bef-43eb-91f0-927336a1714f" providerId="ADAL" clId="{EBAD00D9-8705-4FCE-A19D-7FDACC5B60C1}" dt="2022-07-20T15:17:02.869" v="1549" actId="1076"/>
          <ac:cxnSpMkLst>
            <pc:docMk/>
            <pc:sldMk cId="2734859403" sldId="9782"/>
            <ac:cxnSpMk id="96" creationId="{B9184DC8-836A-75B8-FB5D-B97C6053D212}"/>
          </ac:cxnSpMkLst>
        </pc:cxnChg>
        <pc:cxnChg chg="mod">
          <ac:chgData name="Macher, Andreas (DI FA CTR PLC PPM)" userId="f1dcac62-7bef-43eb-91f0-927336a1714f" providerId="ADAL" clId="{EBAD00D9-8705-4FCE-A19D-7FDACC5B60C1}" dt="2022-07-20T15:17:02.869" v="1549" actId="1076"/>
          <ac:cxnSpMkLst>
            <pc:docMk/>
            <pc:sldMk cId="2734859403" sldId="9782"/>
            <ac:cxnSpMk id="99" creationId="{9FC365E7-2503-250F-12A7-DB79971B35A3}"/>
          </ac:cxnSpMkLst>
        </pc:cxnChg>
        <pc:cxnChg chg="mod">
          <ac:chgData name="Macher, Andreas (DI FA CTR PLC PPM)" userId="f1dcac62-7bef-43eb-91f0-927336a1714f" providerId="ADAL" clId="{EBAD00D9-8705-4FCE-A19D-7FDACC5B60C1}" dt="2022-07-20T15:17:02.869" v="1549" actId="1076"/>
          <ac:cxnSpMkLst>
            <pc:docMk/>
            <pc:sldMk cId="2734859403" sldId="9782"/>
            <ac:cxnSpMk id="100" creationId="{8A3DA711-1E70-77F3-814F-2C2FDC96E583}"/>
          </ac:cxnSpMkLst>
        </pc:cxnChg>
        <pc:cxnChg chg="add del mod">
          <ac:chgData name="Macher, Andreas (DI FA CTR PLC PPM)" userId="f1dcac62-7bef-43eb-91f0-927336a1714f" providerId="ADAL" clId="{EBAD00D9-8705-4FCE-A19D-7FDACC5B60C1}" dt="2022-07-20T15:19:17.205" v="1575" actId="478"/>
          <ac:cxnSpMkLst>
            <pc:docMk/>
            <pc:sldMk cId="2734859403" sldId="9782"/>
            <ac:cxnSpMk id="102" creationId="{D1BCC155-8DD5-1D3F-D92D-4226BD42F185}"/>
          </ac:cxnSpMkLst>
        </pc:cxnChg>
        <pc:cxnChg chg="add mod">
          <ac:chgData name="Macher, Andreas (DI FA CTR PLC PPM)" userId="f1dcac62-7bef-43eb-91f0-927336a1714f" providerId="ADAL" clId="{EBAD00D9-8705-4FCE-A19D-7FDACC5B60C1}" dt="2022-07-20T15:19:32.608" v="1577" actId="693"/>
          <ac:cxnSpMkLst>
            <pc:docMk/>
            <pc:sldMk cId="2734859403" sldId="9782"/>
            <ac:cxnSpMk id="103" creationId="{CF57499C-D281-289A-BB8E-7E80F81E6E78}"/>
          </ac:cxnSpMkLst>
        </pc:cxnChg>
        <pc:cxnChg chg="add del mod">
          <ac:chgData name="Macher, Andreas (DI FA CTR PLC PPM)" userId="f1dcac62-7bef-43eb-91f0-927336a1714f" providerId="ADAL" clId="{EBAD00D9-8705-4FCE-A19D-7FDACC5B60C1}" dt="2022-07-20T15:22:09.161" v="1619" actId="478"/>
          <ac:cxnSpMkLst>
            <pc:docMk/>
            <pc:sldMk cId="2734859403" sldId="9782"/>
            <ac:cxnSpMk id="111" creationId="{10BC8CE2-2AF3-9066-9DD0-0725AC3B7370}"/>
          </ac:cxnSpMkLst>
        </pc:cxnChg>
        <pc:cxnChg chg="del mod topLvl">
          <ac:chgData name="Macher, Andreas (DI FA CTR PLC PPM)" userId="f1dcac62-7bef-43eb-91f0-927336a1714f" providerId="ADAL" clId="{EBAD00D9-8705-4FCE-A19D-7FDACC5B60C1}" dt="2022-07-20T15:08:17.480" v="1256" actId="478"/>
          <ac:cxnSpMkLst>
            <pc:docMk/>
            <pc:sldMk cId="2734859403" sldId="9782"/>
            <ac:cxnSpMk id="112" creationId="{1107648F-55CE-436D-807F-C8160E894608}"/>
          </ac:cxnSpMkLst>
        </pc:cxnChg>
        <pc:cxnChg chg="del mod topLvl">
          <ac:chgData name="Macher, Andreas (DI FA CTR PLC PPM)" userId="f1dcac62-7bef-43eb-91f0-927336a1714f" providerId="ADAL" clId="{EBAD00D9-8705-4FCE-A19D-7FDACC5B60C1}" dt="2022-07-20T15:08:18.845" v="1257" actId="478"/>
          <ac:cxnSpMkLst>
            <pc:docMk/>
            <pc:sldMk cId="2734859403" sldId="9782"/>
            <ac:cxnSpMk id="114" creationId="{F18EE77F-BD3C-4794-A3C4-917DB128140F}"/>
          </ac:cxnSpMkLst>
        </pc:cxnChg>
        <pc:cxnChg chg="del mod topLvl">
          <ac:chgData name="Macher, Andreas (DI FA CTR PLC PPM)" userId="f1dcac62-7bef-43eb-91f0-927336a1714f" providerId="ADAL" clId="{EBAD00D9-8705-4FCE-A19D-7FDACC5B60C1}" dt="2022-07-20T15:08:16.109" v="1255" actId="478"/>
          <ac:cxnSpMkLst>
            <pc:docMk/>
            <pc:sldMk cId="2734859403" sldId="9782"/>
            <ac:cxnSpMk id="117" creationId="{6B6B1E59-638D-4EFB-B063-A684344F564E}"/>
          </ac:cxnSpMkLst>
        </pc:cxnChg>
        <pc:cxnChg chg="mod topLvl">
          <ac:chgData name="Macher, Andreas (DI FA CTR PLC PPM)" userId="f1dcac62-7bef-43eb-91f0-927336a1714f" providerId="ADAL" clId="{EBAD00D9-8705-4FCE-A19D-7FDACC5B60C1}" dt="2022-07-20T15:13:01.464" v="1408" actId="166"/>
          <ac:cxnSpMkLst>
            <pc:docMk/>
            <pc:sldMk cId="2734859403" sldId="9782"/>
            <ac:cxnSpMk id="135" creationId="{27799891-BE11-4A84-97F0-FCA5F691AA8A}"/>
          </ac:cxnSpMkLst>
        </pc:cxnChg>
        <pc:cxnChg chg="mod topLvl">
          <ac:chgData name="Macher, Andreas (DI FA CTR PLC PPM)" userId="f1dcac62-7bef-43eb-91f0-927336a1714f" providerId="ADAL" clId="{EBAD00D9-8705-4FCE-A19D-7FDACC5B60C1}" dt="2022-07-20T15:13:19.879" v="1424" actId="166"/>
          <ac:cxnSpMkLst>
            <pc:docMk/>
            <pc:sldMk cId="2734859403" sldId="9782"/>
            <ac:cxnSpMk id="136" creationId="{2A7EDBEC-A0A7-4879-B6FE-B6C34B58D737}"/>
          </ac:cxnSpMkLst>
        </pc:cxnChg>
      </pc:sldChg>
      <pc:sldChg chg="addSp modSp new mod ord">
        <pc:chgData name="Macher, Andreas (DI FA CTR PLC PPM)" userId="f1dcac62-7bef-43eb-91f0-927336a1714f" providerId="ADAL" clId="{EBAD00D9-8705-4FCE-A19D-7FDACC5B60C1}" dt="2022-07-20T14:19:03.634" v="608" actId="108"/>
        <pc:sldMkLst>
          <pc:docMk/>
          <pc:sldMk cId="2885743806" sldId="9783"/>
        </pc:sldMkLst>
        <pc:spChg chg="mod">
          <ac:chgData name="Macher, Andreas (DI FA CTR PLC PPM)" userId="f1dcac62-7bef-43eb-91f0-927336a1714f" providerId="ADAL" clId="{EBAD00D9-8705-4FCE-A19D-7FDACC5B60C1}" dt="2022-07-20T14:15:34.918" v="563" actId="113"/>
          <ac:spMkLst>
            <pc:docMk/>
            <pc:sldMk cId="2885743806" sldId="9783"/>
            <ac:spMk id="2" creationId="{028CDF48-62E8-00B6-483B-CC350571158D}"/>
          </ac:spMkLst>
        </pc:spChg>
        <pc:spChg chg="add mod">
          <ac:chgData name="Macher, Andreas (DI FA CTR PLC PPM)" userId="f1dcac62-7bef-43eb-91f0-927336a1714f" providerId="ADAL" clId="{EBAD00D9-8705-4FCE-A19D-7FDACC5B60C1}" dt="2022-07-20T14:12:56.137" v="541" actId="1076"/>
          <ac:spMkLst>
            <pc:docMk/>
            <pc:sldMk cId="2885743806" sldId="9783"/>
            <ac:spMk id="8" creationId="{43F048BD-FF0F-6EFA-C1DC-3AF4EC11438F}"/>
          </ac:spMkLst>
        </pc:spChg>
        <pc:spChg chg="add mod">
          <ac:chgData name="Macher, Andreas (DI FA CTR PLC PPM)" userId="f1dcac62-7bef-43eb-91f0-927336a1714f" providerId="ADAL" clId="{EBAD00D9-8705-4FCE-A19D-7FDACC5B60C1}" dt="2022-07-20T14:19:03.634" v="608" actId="108"/>
          <ac:spMkLst>
            <pc:docMk/>
            <pc:sldMk cId="2885743806" sldId="9783"/>
            <ac:spMk id="9" creationId="{4E433ADA-F50F-0F7C-FF91-BF1985547CC1}"/>
          </ac:spMkLst>
        </pc:spChg>
        <pc:spChg chg="add mod">
          <ac:chgData name="Macher, Andreas (DI FA CTR PLC PPM)" userId="f1dcac62-7bef-43eb-91f0-927336a1714f" providerId="ADAL" clId="{EBAD00D9-8705-4FCE-A19D-7FDACC5B60C1}" dt="2022-07-20T14:18:55.959" v="607" actId="207"/>
          <ac:spMkLst>
            <pc:docMk/>
            <pc:sldMk cId="2885743806" sldId="9783"/>
            <ac:spMk id="10" creationId="{182640C5-D5B2-450D-4C92-4C493D5EFBFB}"/>
          </ac:spMkLst>
        </pc:spChg>
        <pc:graphicFrameChg chg="add mod modGraphic">
          <ac:chgData name="Macher, Andreas (DI FA CTR PLC PPM)" userId="f1dcac62-7bef-43eb-91f0-927336a1714f" providerId="ADAL" clId="{EBAD00D9-8705-4FCE-A19D-7FDACC5B60C1}" dt="2022-07-20T14:13:42.300" v="555" actId="113"/>
          <ac:graphicFrameMkLst>
            <pc:docMk/>
            <pc:sldMk cId="2885743806" sldId="9783"/>
            <ac:graphicFrameMk id="4" creationId="{E634435A-F05C-1C06-328F-1740776AC6D5}"/>
          </ac:graphicFrameMkLst>
        </pc:graphicFrameChg>
        <pc:picChg chg="add mod">
          <ac:chgData name="Macher, Andreas (DI FA CTR PLC PPM)" userId="f1dcac62-7bef-43eb-91f0-927336a1714f" providerId="ADAL" clId="{EBAD00D9-8705-4FCE-A19D-7FDACC5B60C1}" dt="2022-07-20T14:12:51.183" v="539" actId="1038"/>
          <ac:picMkLst>
            <pc:docMk/>
            <pc:sldMk cId="2885743806" sldId="9783"/>
            <ac:picMk id="6" creationId="{12E19CBF-0AE2-5CF5-F84B-DFD06AA5F946}"/>
          </ac:picMkLst>
        </pc:picChg>
        <pc:picChg chg="add mod">
          <ac:chgData name="Macher, Andreas (DI FA CTR PLC PPM)" userId="f1dcac62-7bef-43eb-91f0-927336a1714f" providerId="ADAL" clId="{EBAD00D9-8705-4FCE-A19D-7FDACC5B60C1}" dt="2022-07-20T14:12:53.855" v="540" actId="1076"/>
          <ac:picMkLst>
            <pc:docMk/>
            <pc:sldMk cId="2885743806" sldId="9783"/>
            <ac:picMk id="7" creationId="{B0839651-9AC9-F7D1-BAC3-03B6ABEFC13A}"/>
          </ac:picMkLst>
        </pc:picChg>
      </pc:sldChg>
      <pc:sldChg chg="new del">
        <pc:chgData name="Macher, Andreas (DI FA CTR PLC PPM)" userId="f1dcac62-7bef-43eb-91f0-927336a1714f" providerId="ADAL" clId="{EBAD00D9-8705-4FCE-A19D-7FDACC5B60C1}" dt="2022-07-20T14:11:18.169" v="508" actId="680"/>
        <pc:sldMkLst>
          <pc:docMk/>
          <pc:sldMk cId="410675292" sldId="9784"/>
        </pc:sldMkLst>
      </pc:sldChg>
      <pc:sldChg chg="addSp delSp modSp add mod">
        <pc:chgData name="Macher, Andreas (DI FA CTR PLC PPM)" userId="f1dcac62-7bef-43eb-91f0-927336a1714f" providerId="ADAL" clId="{EBAD00D9-8705-4FCE-A19D-7FDACC5B60C1}" dt="2022-07-20T15:29:36.094" v="1825" actId="113"/>
        <pc:sldMkLst>
          <pc:docMk/>
          <pc:sldMk cId="739854802" sldId="9784"/>
        </pc:sldMkLst>
        <pc:spChg chg="mod">
          <ac:chgData name="Macher, Andreas (DI FA CTR PLC PPM)" userId="f1dcac62-7bef-43eb-91f0-927336a1714f" providerId="ADAL" clId="{EBAD00D9-8705-4FCE-A19D-7FDACC5B60C1}" dt="2022-07-20T15:25:46.605" v="1661" actId="20577"/>
          <ac:spMkLst>
            <pc:docMk/>
            <pc:sldMk cId="739854802" sldId="9784"/>
            <ac:spMk id="2" creationId="{54EDA1C3-1779-4464-9AE9-DF1453500F02}"/>
          </ac:spMkLst>
        </pc:spChg>
        <pc:spChg chg="mod">
          <ac:chgData name="Macher, Andreas (DI FA CTR PLC PPM)" userId="f1dcac62-7bef-43eb-91f0-927336a1714f" providerId="ADAL" clId="{EBAD00D9-8705-4FCE-A19D-7FDACC5B60C1}" dt="2022-07-20T15:21:26.102" v="1602" actId="20577"/>
          <ac:spMkLst>
            <pc:docMk/>
            <pc:sldMk cId="739854802" sldId="9784"/>
            <ac:spMk id="6" creationId="{3D1F6E35-3C91-490D-AD60-4631B1875CF6}"/>
          </ac:spMkLst>
        </pc:spChg>
        <pc:spChg chg="add mod">
          <ac:chgData name="Macher, Andreas (DI FA CTR PLC PPM)" userId="f1dcac62-7bef-43eb-91f0-927336a1714f" providerId="ADAL" clId="{EBAD00D9-8705-4FCE-A19D-7FDACC5B60C1}" dt="2022-07-20T15:26:43.759" v="1674" actId="1076"/>
          <ac:spMkLst>
            <pc:docMk/>
            <pc:sldMk cId="739854802" sldId="9784"/>
            <ac:spMk id="68" creationId="{A598914B-57B9-3868-1277-BEDE0B0FAF00}"/>
          </ac:spMkLst>
        </pc:spChg>
        <pc:spChg chg="add mod">
          <ac:chgData name="Macher, Andreas (DI FA CTR PLC PPM)" userId="f1dcac62-7bef-43eb-91f0-927336a1714f" providerId="ADAL" clId="{EBAD00D9-8705-4FCE-A19D-7FDACC5B60C1}" dt="2022-07-20T15:26:43.759" v="1674" actId="1076"/>
          <ac:spMkLst>
            <pc:docMk/>
            <pc:sldMk cId="739854802" sldId="9784"/>
            <ac:spMk id="69" creationId="{F39BB98E-71EE-EFC9-6C17-458E8940D93C}"/>
          </ac:spMkLst>
        </pc:spChg>
        <pc:spChg chg="del">
          <ac:chgData name="Macher, Andreas (DI FA CTR PLC PPM)" userId="f1dcac62-7bef-43eb-91f0-927336a1714f" providerId="ADAL" clId="{EBAD00D9-8705-4FCE-A19D-7FDACC5B60C1}" dt="2022-07-20T15:26:31.465" v="1672" actId="478"/>
          <ac:spMkLst>
            <pc:docMk/>
            <pc:sldMk cId="739854802" sldId="9784"/>
            <ac:spMk id="78" creationId="{AD1FF6DC-FE54-0D2A-8440-5DEF114D6BA1}"/>
          </ac:spMkLst>
        </pc:spChg>
        <pc:spChg chg="mod">
          <ac:chgData name="Macher, Andreas (DI FA CTR PLC PPM)" userId="f1dcac62-7bef-43eb-91f0-927336a1714f" providerId="ADAL" clId="{EBAD00D9-8705-4FCE-A19D-7FDACC5B60C1}" dt="2022-07-20T15:28:22.874" v="1695" actId="20577"/>
          <ac:spMkLst>
            <pc:docMk/>
            <pc:sldMk cId="739854802" sldId="9784"/>
            <ac:spMk id="80" creationId="{D4F093E6-685F-A132-4164-6F4D24B93EF7}"/>
          </ac:spMkLst>
        </pc:spChg>
        <pc:spChg chg="del">
          <ac:chgData name="Macher, Andreas (DI FA CTR PLC PPM)" userId="f1dcac62-7bef-43eb-91f0-927336a1714f" providerId="ADAL" clId="{EBAD00D9-8705-4FCE-A19D-7FDACC5B60C1}" dt="2022-07-20T15:26:26.349" v="1671" actId="478"/>
          <ac:spMkLst>
            <pc:docMk/>
            <pc:sldMk cId="739854802" sldId="9784"/>
            <ac:spMk id="110" creationId="{DC2A508B-1B0C-B80C-070F-46321D4F8A9E}"/>
          </ac:spMkLst>
        </pc:spChg>
        <pc:graphicFrameChg chg="mod modGraphic">
          <ac:chgData name="Macher, Andreas (DI FA CTR PLC PPM)" userId="f1dcac62-7bef-43eb-91f0-927336a1714f" providerId="ADAL" clId="{EBAD00D9-8705-4FCE-A19D-7FDACC5B60C1}" dt="2022-07-20T15:29:36.094" v="1825" actId="113"/>
          <ac:graphicFrameMkLst>
            <pc:docMk/>
            <pc:sldMk cId="739854802" sldId="9784"/>
            <ac:graphicFrameMk id="154" creationId="{A7E7A24C-4A0E-40C9-B300-BB9A206931DE}"/>
          </ac:graphicFrameMkLst>
        </pc:graphicFrameChg>
        <pc:picChg chg="add mod">
          <ac:chgData name="Macher, Andreas (DI FA CTR PLC PPM)" userId="f1dcac62-7bef-43eb-91f0-927336a1714f" providerId="ADAL" clId="{EBAD00D9-8705-4FCE-A19D-7FDACC5B60C1}" dt="2022-07-20T15:26:43.759" v="1674" actId="1076"/>
          <ac:picMkLst>
            <pc:docMk/>
            <pc:sldMk cId="739854802" sldId="9784"/>
            <ac:picMk id="75" creationId="{3B5B66F5-48D8-83BF-3E4A-C27A22E9FF00}"/>
          </ac:picMkLst>
        </pc:picChg>
        <pc:cxnChg chg="add del">
          <ac:chgData name="Macher, Andreas (DI FA CTR PLC PPM)" userId="f1dcac62-7bef-43eb-91f0-927336a1714f" providerId="ADAL" clId="{EBAD00D9-8705-4FCE-A19D-7FDACC5B60C1}" dt="2022-07-20T15:22:01.071" v="1616" actId="21"/>
          <ac:cxnSpMkLst>
            <pc:docMk/>
            <pc:sldMk cId="739854802" sldId="9784"/>
            <ac:cxnSpMk id="8" creationId="{5D65B673-D3EE-5568-ED1C-0E8D3240E443}"/>
          </ac:cxnSpMkLst>
        </pc:cxnChg>
        <pc:cxnChg chg="add mod">
          <ac:chgData name="Macher, Andreas (DI FA CTR PLC PPM)" userId="f1dcac62-7bef-43eb-91f0-927336a1714f" providerId="ADAL" clId="{EBAD00D9-8705-4FCE-A19D-7FDACC5B60C1}" dt="2022-07-20T15:27:41.921" v="1686" actId="14100"/>
          <ac:cxnSpMkLst>
            <pc:docMk/>
            <pc:sldMk cId="739854802" sldId="9784"/>
            <ac:cxnSpMk id="76" creationId="{D9673284-6AD8-B37D-2F72-5BA92E19CEF3}"/>
          </ac:cxnSpMkLst>
        </pc:cxnChg>
      </pc:sldChg>
      <pc:sldChg chg="modSp add mod">
        <pc:chgData name="Macher, Andreas (DI FA CTR PLC PPM)" userId="f1dcac62-7bef-43eb-91f0-927336a1714f" providerId="ADAL" clId="{EBAD00D9-8705-4FCE-A19D-7FDACC5B60C1}" dt="2022-07-22T07:40:13.997" v="1859"/>
        <pc:sldMkLst>
          <pc:docMk/>
          <pc:sldMk cId="3807773920" sldId="9785"/>
        </pc:sldMkLst>
        <pc:spChg chg="mod">
          <ac:chgData name="Macher, Andreas (DI FA CTR PLC PPM)" userId="f1dcac62-7bef-43eb-91f0-927336a1714f" providerId="ADAL" clId="{EBAD00D9-8705-4FCE-A19D-7FDACC5B60C1}" dt="2022-07-22T07:40:13.997" v="1859"/>
          <ac:spMkLst>
            <pc:docMk/>
            <pc:sldMk cId="3807773920" sldId="9785"/>
            <ac:spMk id="6" creationId="{C7413F94-559E-46DF-A817-2051A7BA92CB}"/>
          </ac:spMkLst>
        </pc:spChg>
      </pc:sldChg>
      <pc:sldMasterChg chg="delSldLayout">
        <pc:chgData name="Macher, Andreas (DI FA CTR PLC PPM)" userId="f1dcac62-7bef-43eb-91f0-927336a1714f" providerId="ADAL" clId="{EBAD00D9-8705-4FCE-A19D-7FDACC5B60C1}" dt="2022-07-22T07:40:49.214" v="1911" actId="2696"/>
        <pc:sldMasterMkLst>
          <pc:docMk/>
          <pc:sldMasterMk cId="1698585145" sldId="2147483648"/>
        </pc:sldMasterMkLst>
        <pc:sldLayoutChg chg="del">
          <pc:chgData name="Macher, Andreas (DI FA CTR PLC PPM)" userId="f1dcac62-7bef-43eb-91f0-927336a1714f" providerId="ADAL" clId="{EBAD00D9-8705-4FCE-A19D-7FDACC5B60C1}" dt="2022-07-22T07:40:46.732" v="1902" actId="2696"/>
          <pc:sldLayoutMkLst>
            <pc:docMk/>
            <pc:sldMasterMk cId="1698585145" sldId="2147483648"/>
            <pc:sldLayoutMk cId="408848882" sldId="2147483652"/>
          </pc:sldLayoutMkLst>
        </pc:sldLayoutChg>
        <pc:sldLayoutChg chg="del">
          <pc:chgData name="Macher, Andreas (DI FA CTR PLC PPM)" userId="f1dcac62-7bef-43eb-91f0-927336a1714f" providerId="ADAL" clId="{EBAD00D9-8705-4FCE-A19D-7FDACC5B60C1}" dt="2022-07-22T07:40:46.123" v="1898" actId="2696"/>
          <pc:sldLayoutMkLst>
            <pc:docMk/>
            <pc:sldMasterMk cId="1698585145" sldId="2147483648"/>
            <pc:sldLayoutMk cId="1907654598" sldId="2147483665"/>
          </pc:sldLayoutMkLst>
        </pc:sldLayoutChg>
        <pc:sldLayoutChg chg="del">
          <pc:chgData name="Macher, Andreas (DI FA CTR PLC PPM)" userId="f1dcac62-7bef-43eb-91f0-927336a1714f" providerId="ADAL" clId="{EBAD00D9-8705-4FCE-A19D-7FDACC5B60C1}" dt="2022-07-22T07:40:46.267" v="1899" actId="2696"/>
          <pc:sldLayoutMkLst>
            <pc:docMk/>
            <pc:sldMasterMk cId="1698585145" sldId="2147483648"/>
            <pc:sldLayoutMk cId="951439580" sldId="2147483666"/>
          </pc:sldLayoutMkLst>
        </pc:sldLayoutChg>
        <pc:sldLayoutChg chg="del">
          <pc:chgData name="Macher, Andreas (DI FA CTR PLC PPM)" userId="f1dcac62-7bef-43eb-91f0-927336a1714f" providerId="ADAL" clId="{EBAD00D9-8705-4FCE-A19D-7FDACC5B60C1}" dt="2022-07-22T07:40:44.269" v="1892" actId="2696"/>
          <pc:sldLayoutMkLst>
            <pc:docMk/>
            <pc:sldMasterMk cId="1698585145" sldId="2147483648"/>
            <pc:sldLayoutMk cId="2009199822" sldId="2147483677"/>
          </pc:sldLayoutMkLst>
        </pc:sldLayoutChg>
        <pc:sldLayoutChg chg="del">
          <pc:chgData name="Macher, Andreas (DI FA CTR PLC PPM)" userId="f1dcac62-7bef-43eb-91f0-927336a1714f" providerId="ADAL" clId="{EBAD00D9-8705-4FCE-A19D-7FDACC5B60C1}" dt="2022-07-22T07:40:46.893" v="1903" actId="2696"/>
          <pc:sldLayoutMkLst>
            <pc:docMk/>
            <pc:sldMasterMk cId="1698585145" sldId="2147483648"/>
            <pc:sldLayoutMk cId="3664610299" sldId="2147483680"/>
          </pc:sldLayoutMkLst>
        </pc:sldLayoutChg>
        <pc:sldLayoutChg chg="del">
          <pc:chgData name="Macher, Andreas (DI FA CTR PLC PPM)" userId="f1dcac62-7bef-43eb-91f0-927336a1714f" providerId="ADAL" clId="{EBAD00D9-8705-4FCE-A19D-7FDACC5B60C1}" dt="2022-07-22T07:40:47.347" v="1906" actId="2696"/>
          <pc:sldLayoutMkLst>
            <pc:docMk/>
            <pc:sldMasterMk cId="1698585145" sldId="2147483648"/>
            <pc:sldLayoutMk cId="2263419937" sldId="2147483681"/>
          </pc:sldLayoutMkLst>
        </pc:sldLayoutChg>
        <pc:sldLayoutChg chg="del">
          <pc:chgData name="Macher, Andreas (DI FA CTR PLC PPM)" userId="f1dcac62-7bef-43eb-91f0-927336a1714f" providerId="ADAL" clId="{EBAD00D9-8705-4FCE-A19D-7FDACC5B60C1}" dt="2022-07-22T07:40:47.843" v="1909" actId="2696"/>
          <pc:sldLayoutMkLst>
            <pc:docMk/>
            <pc:sldMasterMk cId="1698585145" sldId="2147483648"/>
            <pc:sldLayoutMk cId="1316416684" sldId="2147483682"/>
          </pc:sldLayoutMkLst>
        </pc:sldLayoutChg>
        <pc:sldLayoutChg chg="del">
          <pc:chgData name="Macher, Andreas (DI FA CTR PLC PPM)" userId="f1dcac62-7bef-43eb-91f0-927336a1714f" providerId="ADAL" clId="{EBAD00D9-8705-4FCE-A19D-7FDACC5B60C1}" dt="2022-07-22T07:40:47.189" v="1905" actId="2696"/>
          <pc:sldLayoutMkLst>
            <pc:docMk/>
            <pc:sldMasterMk cId="1698585145" sldId="2147483648"/>
            <pc:sldLayoutMk cId="460158245" sldId="2147483687"/>
          </pc:sldLayoutMkLst>
        </pc:sldLayoutChg>
        <pc:sldLayoutChg chg="del">
          <pc:chgData name="Macher, Andreas (DI FA CTR PLC PPM)" userId="f1dcac62-7bef-43eb-91f0-927336a1714f" providerId="ADAL" clId="{EBAD00D9-8705-4FCE-A19D-7FDACC5B60C1}" dt="2022-07-22T07:40:47.519" v="1907" actId="2696"/>
          <pc:sldLayoutMkLst>
            <pc:docMk/>
            <pc:sldMasterMk cId="1698585145" sldId="2147483648"/>
            <pc:sldLayoutMk cId="2460512140" sldId="2147483690"/>
          </pc:sldLayoutMkLst>
        </pc:sldLayoutChg>
        <pc:sldLayoutChg chg="del">
          <pc:chgData name="Macher, Andreas (DI FA CTR PLC PPM)" userId="f1dcac62-7bef-43eb-91f0-927336a1714f" providerId="ADAL" clId="{EBAD00D9-8705-4FCE-A19D-7FDACC5B60C1}" dt="2022-07-22T07:40:44.574" v="1894" actId="2696"/>
          <pc:sldLayoutMkLst>
            <pc:docMk/>
            <pc:sldMasterMk cId="1698585145" sldId="2147483648"/>
            <pc:sldLayoutMk cId="4004534516" sldId="2147483691"/>
          </pc:sldLayoutMkLst>
        </pc:sldLayoutChg>
        <pc:sldLayoutChg chg="del">
          <pc:chgData name="Macher, Andreas (DI FA CTR PLC PPM)" userId="f1dcac62-7bef-43eb-91f0-927336a1714f" providerId="ADAL" clId="{EBAD00D9-8705-4FCE-A19D-7FDACC5B60C1}" dt="2022-07-22T07:40:44.878" v="1896" actId="2696"/>
          <pc:sldLayoutMkLst>
            <pc:docMk/>
            <pc:sldMasterMk cId="1698585145" sldId="2147483648"/>
            <pc:sldLayoutMk cId="1106083221" sldId="2147483692"/>
          </pc:sldLayoutMkLst>
        </pc:sldLayoutChg>
        <pc:sldLayoutChg chg="del">
          <pc:chgData name="Macher, Andreas (DI FA CTR PLC PPM)" userId="f1dcac62-7bef-43eb-91f0-927336a1714f" providerId="ADAL" clId="{EBAD00D9-8705-4FCE-A19D-7FDACC5B60C1}" dt="2022-07-22T07:40:47.053" v="1904" actId="2696"/>
          <pc:sldLayoutMkLst>
            <pc:docMk/>
            <pc:sldMasterMk cId="1698585145" sldId="2147483648"/>
            <pc:sldLayoutMk cId="2912428891" sldId="2147483694"/>
          </pc:sldLayoutMkLst>
        </pc:sldLayoutChg>
        <pc:sldLayoutChg chg="del">
          <pc:chgData name="Macher, Andreas (DI FA CTR PLC PPM)" userId="f1dcac62-7bef-43eb-91f0-927336a1714f" providerId="ADAL" clId="{EBAD00D9-8705-4FCE-A19D-7FDACC5B60C1}" dt="2022-07-22T07:40:46.412" v="1900" actId="2696"/>
          <pc:sldLayoutMkLst>
            <pc:docMk/>
            <pc:sldMasterMk cId="1698585145" sldId="2147483648"/>
            <pc:sldLayoutMk cId="448910675" sldId="2147483697"/>
          </pc:sldLayoutMkLst>
        </pc:sldLayoutChg>
        <pc:sldLayoutChg chg="del">
          <pc:chgData name="Macher, Andreas (DI FA CTR PLC PPM)" userId="f1dcac62-7bef-43eb-91f0-927336a1714f" providerId="ADAL" clId="{EBAD00D9-8705-4FCE-A19D-7FDACC5B60C1}" dt="2022-07-22T07:40:46.562" v="1901" actId="2696"/>
          <pc:sldLayoutMkLst>
            <pc:docMk/>
            <pc:sldMasterMk cId="1698585145" sldId="2147483648"/>
            <pc:sldLayoutMk cId="2503860774" sldId="2147483698"/>
          </pc:sldLayoutMkLst>
        </pc:sldLayoutChg>
        <pc:sldLayoutChg chg="del">
          <pc:chgData name="Macher, Andreas (DI FA CTR PLC PPM)" userId="f1dcac62-7bef-43eb-91f0-927336a1714f" providerId="ADAL" clId="{EBAD00D9-8705-4FCE-A19D-7FDACC5B60C1}" dt="2022-07-22T07:40:44.421" v="1893" actId="2696"/>
          <pc:sldLayoutMkLst>
            <pc:docMk/>
            <pc:sldMasterMk cId="1698585145" sldId="2147483648"/>
            <pc:sldLayoutMk cId="4014279886" sldId="2147483709"/>
          </pc:sldLayoutMkLst>
        </pc:sldLayoutChg>
        <pc:sldLayoutChg chg="del">
          <pc:chgData name="Macher, Andreas (DI FA CTR PLC PPM)" userId="f1dcac62-7bef-43eb-91f0-927336a1714f" providerId="ADAL" clId="{EBAD00D9-8705-4FCE-A19D-7FDACC5B60C1}" dt="2022-07-22T07:40:47.681" v="1908" actId="2696"/>
          <pc:sldLayoutMkLst>
            <pc:docMk/>
            <pc:sldMasterMk cId="1698585145" sldId="2147483648"/>
            <pc:sldLayoutMk cId="271878887" sldId="2147483711"/>
          </pc:sldLayoutMkLst>
        </pc:sldLayoutChg>
        <pc:sldLayoutChg chg="del">
          <pc:chgData name="Macher, Andreas (DI FA CTR PLC PPM)" userId="f1dcac62-7bef-43eb-91f0-927336a1714f" providerId="ADAL" clId="{EBAD00D9-8705-4FCE-A19D-7FDACC5B60C1}" dt="2022-07-22T07:40:35.685" v="1861" actId="2696"/>
          <pc:sldLayoutMkLst>
            <pc:docMk/>
            <pc:sldMasterMk cId="1698585145" sldId="2147483648"/>
            <pc:sldLayoutMk cId="2026250594" sldId="2147483717"/>
          </pc:sldLayoutMkLst>
        </pc:sldLayoutChg>
        <pc:sldLayoutChg chg="del">
          <pc:chgData name="Macher, Andreas (DI FA CTR PLC PPM)" userId="f1dcac62-7bef-43eb-91f0-927336a1714f" providerId="ADAL" clId="{EBAD00D9-8705-4FCE-A19D-7FDACC5B60C1}" dt="2022-07-22T07:40:36.067" v="1862" actId="2696"/>
          <pc:sldLayoutMkLst>
            <pc:docMk/>
            <pc:sldMasterMk cId="1698585145" sldId="2147483648"/>
            <pc:sldLayoutMk cId="1273117948" sldId="2147483719"/>
          </pc:sldLayoutMkLst>
        </pc:sldLayoutChg>
        <pc:sldLayoutChg chg="del">
          <pc:chgData name="Macher, Andreas (DI FA CTR PLC PPM)" userId="f1dcac62-7bef-43eb-91f0-927336a1714f" providerId="ADAL" clId="{EBAD00D9-8705-4FCE-A19D-7FDACC5B60C1}" dt="2022-07-22T07:40:36.230" v="1863" actId="2696"/>
          <pc:sldLayoutMkLst>
            <pc:docMk/>
            <pc:sldMasterMk cId="1698585145" sldId="2147483648"/>
            <pc:sldLayoutMk cId="2024961563" sldId="2147483720"/>
          </pc:sldLayoutMkLst>
        </pc:sldLayoutChg>
        <pc:sldLayoutChg chg="del">
          <pc:chgData name="Macher, Andreas (DI FA CTR PLC PPM)" userId="f1dcac62-7bef-43eb-91f0-927336a1714f" providerId="ADAL" clId="{EBAD00D9-8705-4FCE-A19D-7FDACC5B60C1}" dt="2022-07-22T07:40:36.395" v="1864" actId="2696"/>
          <pc:sldLayoutMkLst>
            <pc:docMk/>
            <pc:sldMasterMk cId="1698585145" sldId="2147483648"/>
            <pc:sldLayoutMk cId="2813591464" sldId="2147483721"/>
          </pc:sldLayoutMkLst>
        </pc:sldLayoutChg>
        <pc:sldLayoutChg chg="del">
          <pc:chgData name="Macher, Andreas (DI FA CTR PLC PPM)" userId="f1dcac62-7bef-43eb-91f0-927336a1714f" providerId="ADAL" clId="{EBAD00D9-8705-4FCE-A19D-7FDACC5B60C1}" dt="2022-07-22T07:40:36.541" v="1865" actId="2696"/>
          <pc:sldLayoutMkLst>
            <pc:docMk/>
            <pc:sldMasterMk cId="1698585145" sldId="2147483648"/>
            <pc:sldLayoutMk cId="3165426006" sldId="2147483722"/>
          </pc:sldLayoutMkLst>
        </pc:sldLayoutChg>
        <pc:sldLayoutChg chg="del">
          <pc:chgData name="Macher, Andreas (DI FA CTR PLC PPM)" userId="f1dcac62-7bef-43eb-91f0-927336a1714f" providerId="ADAL" clId="{EBAD00D9-8705-4FCE-A19D-7FDACC5B60C1}" dt="2022-07-22T07:40:36.719" v="1866" actId="2696"/>
          <pc:sldLayoutMkLst>
            <pc:docMk/>
            <pc:sldMasterMk cId="1698585145" sldId="2147483648"/>
            <pc:sldLayoutMk cId="845533663" sldId="2147483723"/>
          </pc:sldLayoutMkLst>
        </pc:sldLayoutChg>
        <pc:sldLayoutChg chg="del">
          <pc:chgData name="Macher, Andreas (DI FA CTR PLC PPM)" userId="f1dcac62-7bef-43eb-91f0-927336a1714f" providerId="ADAL" clId="{EBAD00D9-8705-4FCE-A19D-7FDACC5B60C1}" dt="2022-07-22T07:40:36.885" v="1867" actId="2696"/>
          <pc:sldLayoutMkLst>
            <pc:docMk/>
            <pc:sldMasterMk cId="1698585145" sldId="2147483648"/>
            <pc:sldLayoutMk cId="4099078185" sldId="2147483724"/>
          </pc:sldLayoutMkLst>
        </pc:sldLayoutChg>
        <pc:sldLayoutChg chg="del">
          <pc:chgData name="Macher, Andreas (DI FA CTR PLC PPM)" userId="f1dcac62-7bef-43eb-91f0-927336a1714f" providerId="ADAL" clId="{EBAD00D9-8705-4FCE-A19D-7FDACC5B60C1}" dt="2022-07-22T07:40:37.065" v="1868" actId="2696"/>
          <pc:sldLayoutMkLst>
            <pc:docMk/>
            <pc:sldMasterMk cId="1698585145" sldId="2147483648"/>
            <pc:sldLayoutMk cId="1218475109" sldId="2147483725"/>
          </pc:sldLayoutMkLst>
        </pc:sldLayoutChg>
        <pc:sldLayoutChg chg="del">
          <pc:chgData name="Macher, Andreas (DI FA CTR PLC PPM)" userId="f1dcac62-7bef-43eb-91f0-927336a1714f" providerId="ADAL" clId="{EBAD00D9-8705-4FCE-A19D-7FDACC5B60C1}" dt="2022-07-22T07:40:37.255" v="1869" actId="2696"/>
          <pc:sldLayoutMkLst>
            <pc:docMk/>
            <pc:sldMasterMk cId="1698585145" sldId="2147483648"/>
            <pc:sldLayoutMk cId="1999428441" sldId="2147483726"/>
          </pc:sldLayoutMkLst>
        </pc:sldLayoutChg>
        <pc:sldLayoutChg chg="del">
          <pc:chgData name="Macher, Andreas (DI FA CTR PLC PPM)" userId="f1dcac62-7bef-43eb-91f0-927336a1714f" providerId="ADAL" clId="{EBAD00D9-8705-4FCE-A19D-7FDACC5B60C1}" dt="2022-07-22T07:40:37.384" v="1870" actId="2696"/>
          <pc:sldLayoutMkLst>
            <pc:docMk/>
            <pc:sldMasterMk cId="1698585145" sldId="2147483648"/>
            <pc:sldLayoutMk cId="912665376" sldId="2147483727"/>
          </pc:sldLayoutMkLst>
        </pc:sldLayoutChg>
        <pc:sldLayoutChg chg="del">
          <pc:chgData name="Macher, Andreas (DI FA CTR PLC PPM)" userId="f1dcac62-7bef-43eb-91f0-927336a1714f" providerId="ADAL" clId="{EBAD00D9-8705-4FCE-A19D-7FDACC5B60C1}" dt="2022-07-22T07:40:37.545" v="1871" actId="2696"/>
          <pc:sldLayoutMkLst>
            <pc:docMk/>
            <pc:sldMasterMk cId="1698585145" sldId="2147483648"/>
            <pc:sldLayoutMk cId="484892092" sldId="2147483728"/>
          </pc:sldLayoutMkLst>
        </pc:sldLayoutChg>
        <pc:sldLayoutChg chg="del">
          <pc:chgData name="Macher, Andreas (DI FA CTR PLC PPM)" userId="f1dcac62-7bef-43eb-91f0-927336a1714f" providerId="ADAL" clId="{EBAD00D9-8705-4FCE-A19D-7FDACC5B60C1}" dt="2022-07-22T07:40:37.708" v="1872" actId="2696"/>
          <pc:sldLayoutMkLst>
            <pc:docMk/>
            <pc:sldMasterMk cId="1698585145" sldId="2147483648"/>
            <pc:sldLayoutMk cId="1190604795" sldId="2147483729"/>
          </pc:sldLayoutMkLst>
        </pc:sldLayoutChg>
        <pc:sldLayoutChg chg="del">
          <pc:chgData name="Macher, Andreas (DI FA CTR PLC PPM)" userId="f1dcac62-7bef-43eb-91f0-927336a1714f" providerId="ADAL" clId="{EBAD00D9-8705-4FCE-A19D-7FDACC5B60C1}" dt="2022-07-22T07:40:38.935" v="1873" actId="2696"/>
          <pc:sldLayoutMkLst>
            <pc:docMk/>
            <pc:sldMasterMk cId="1698585145" sldId="2147483648"/>
            <pc:sldLayoutMk cId="2530377729" sldId="2147483731"/>
          </pc:sldLayoutMkLst>
        </pc:sldLayoutChg>
        <pc:sldLayoutChg chg="del">
          <pc:chgData name="Macher, Andreas (DI FA CTR PLC PPM)" userId="f1dcac62-7bef-43eb-91f0-927336a1714f" providerId="ADAL" clId="{EBAD00D9-8705-4FCE-A19D-7FDACC5B60C1}" dt="2022-07-22T07:40:39.102" v="1874" actId="2696"/>
          <pc:sldLayoutMkLst>
            <pc:docMk/>
            <pc:sldMasterMk cId="1698585145" sldId="2147483648"/>
            <pc:sldLayoutMk cId="1852824290" sldId="2147483732"/>
          </pc:sldLayoutMkLst>
        </pc:sldLayoutChg>
        <pc:sldLayoutChg chg="del">
          <pc:chgData name="Macher, Andreas (DI FA CTR PLC PPM)" userId="f1dcac62-7bef-43eb-91f0-927336a1714f" providerId="ADAL" clId="{EBAD00D9-8705-4FCE-A19D-7FDACC5B60C1}" dt="2022-07-22T07:40:39.249" v="1875" actId="2696"/>
          <pc:sldLayoutMkLst>
            <pc:docMk/>
            <pc:sldMasterMk cId="1698585145" sldId="2147483648"/>
            <pc:sldLayoutMk cId="3298325662" sldId="2147483733"/>
          </pc:sldLayoutMkLst>
        </pc:sldLayoutChg>
        <pc:sldLayoutChg chg="del">
          <pc:chgData name="Macher, Andreas (DI FA CTR PLC PPM)" userId="f1dcac62-7bef-43eb-91f0-927336a1714f" providerId="ADAL" clId="{EBAD00D9-8705-4FCE-A19D-7FDACC5B60C1}" dt="2022-07-22T07:40:39.397" v="1876" actId="2696"/>
          <pc:sldLayoutMkLst>
            <pc:docMk/>
            <pc:sldMasterMk cId="1698585145" sldId="2147483648"/>
            <pc:sldLayoutMk cId="3197361711" sldId="2147483734"/>
          </pc:sldLayoutMkLst>
        </pc:sldLayoutChg>
        <pc:sldLayoutChg chg="del">
          <pc:chgData name="Macher, Andreas (DI FA CTR PLC PPM)" userId="f1dcac62-7bef-43eb-91f0-927336a1714f" providerId="ADAL" clId="{EBAD00D9-8705-4FCE-A19D-7FDACC5B60C1}" dt="2022-07-22T07:40:39.557" v="1877" actId="2696"/>
          <pc:sldLayoutMkLst>
            <pc:docMk/>
            <pc:sldMasterMk cId="1698585145" sldId="2147483648"/>
            <pc:sldLayoutMk cId="1870889376" sldId="2147483735"/>
          </pc:sldLayoutMkLst>
        </pc:sldLayoutChg>
        <pc:sldLayoutChg chg="del">
          <pc:chgData name="Macher, Andreas (DI FA CTR PLC PPM)" userId="f1dcac62-7bef-43eb-91f0-927336a1714f" providerId="ADAL" clId="{EBAD00D9-8705-4FCE-A19D-7FDACC5B60C1}" dt="2022-07-22T07:40:40.653" v="1884" actId="2696"/>
          <pc:sldLayoutMkLst>
            <pc:docMk/>
            <pc:sldMasterMk cId="1698585145" sldId="2147483648"/>
            <pc:sldLayoutMk cId="4042990506" sldId="2147483736"/>
          </pc:sldLayoutMkLst>
        </pc:sldLayoutChg>
        <pc:sldLayoutChg chg="del">
          <pc:chgData name="Macher, Andreas (DI FA CTR PLC PPM)" userId="f1dcac62-7bef-43eb-91f0-927336a1714f" providerId="ADAL" clId="{EBAD00D9-8705-4FCE-A19D-7FDACC5B60C1}" dt="2022-07-22T07:40:40.874" v="1885" actId="2696"/>
          <pc:sldLayoutMkLst>
            <pc:docMk/>
            <pc:sldMasterMk cId="1698585145" sldId="2147483648"/>
            <pc:sldLayoutMk cId="2294859123" sldId="2147483737"/>
          </pc:sldLayoutMkLst>
        </pc:sldLayoutChg>
        <pc:sldLayoutChg chg="del">
          <pc:chgData name="Macher, Andreas (DI FA CTR PLC PPM)" userId="f1dcac62-7bef-43eb-91f0-927336a1714f" providerId="ADAL" clId="{EBAD00D9-8705-4FCE-A19D-7FDACC5B60C1}" dt="2022-07-22T07:40:41.114" v="1886" actId="2696"/>
          <pc:sldLayoutMkLst>
            <pc:docMk/>
            <pc:sldMasterMk cId="1698585145" sldId="2147483648"/>
            <pc:sldLayoutMk cId="416322106" sldId="2147483738"/>
          </pc:sldLayoutMkLst>
        </pc:sldLayoutChg>
        <pc:sldLayoutChg chg="del">
          <pc:chgData name="Macher, Andreas (DI FA CTR PLC PPM)" userId="f1dcac62-7bef-43eb-91f0-927336a1714f" providerId="ADAL" clId="{EBAD00D9-8705-4FCE-A19D-7FDACC5B60C1}" dt="2022-07-22T07:40:41.293" v="1887" actId="2696"/>
          <pc:sldLayoutMkLst>
            <pc:docMk/>
            <pc:sldMasterMk cId="1698585145" sldId="2147483648"/>
            <pc:sldLayoutMk cId="1455111089" sldId="2147483739"/>
          </pc:sldLayoutMkLst>
        </pc:sldLayoutChg>
        <pc:sldLayoutChg chg="del">
          <pc:chgData name="Macher, Andreas (DI FA CTR PLC PPM)" userId="f1dcac62-7bef-43eb-91f0-927336a1714f" providerId="ADAL" clId="{EBAD00D9-8705-4FCE-A19D-7FDACC5B60C1}" dt="2022-07-22T07:40:41.451" v="1888" actId="2696"/>
          <pc:sldLayoutMkLst>
            <pc:docMk/>
            <pc:sldMasterMk cId="1698585145" sldId="2147483648"/>
            <pc:sldLayoutMk cId="3943902260" sldId="2147483740"/>
          </pc:sldLayoutMkLst>
        </pc:sldLayoutChg>
        <pc:sldLayoutChg chg="del">
          <pc:chgData name="Macher, Andreas (DI FA CTR PLC PPM)" userId="f1dcac62-7bef-43eb-91f0-927336a1714f" providerId="ADAL" clId="{EBAD00D9-8705-4FCE-A19D-7FDACC5B60C1}" dt="2022-07-22T07:40:41.587" v="1889" actId="2696"/>
          <pc:sldLayoutMkLst>
            <pc:docMk/>
            <pc:sldMasterMk cId="1698585145" sldId="2147483648"/>
            <pc:sldLayoutMk cId="3868036727" sldId="2147483741"/>
          </pc:sldLayoutMkLst>
        </pc:sldLayoutChg>
        <pc:sldLayoutChg chg="del">
          <pc:chgData name="Macher, Andreas (DI FA CTR PLC PPM)" userId="f1dcac62-7bef-43eb-91f0-927336a1714f" providerId="ADAL" clId="{EBAD00D9-8705-4FCE-A19D-7FDACC5B60C1}" dt="2022-07-22T07:40:43.771" v="1891" actId="2696"/>
          <pc:sldLayoutMkLst>
            <pc:docMk/>
            <pc:sldMasterMk cId="1698585145" sldId="2147483648"/>
            <pc:sldLayoutMk cId="2968626746" sldId="2147483742"/>
          </pc:sldLayoutMkLst>
        </pc:sldLayoutChg>
        <pc:sldLayoutChg chg="del">
          <pc:chgData name="Macher, Andreas (DI FA CTR PLC PPM)" userId="f1dcac62-7bef-43eb-91f0-927336a1714f" providerId="ADAL" clId="{EBAD00D9-8705-4FCE-A19D-7FDACC5B60C1}" dt="2022-07-22T07:40:41.766" v="1890" actId="2696"/>
          <pc:sldLayoutMkLst>
            <pc:docMk/>
            <pc:sldMasterMk cId="1698585145" sldId="2147483648"/>
            <pc:sldLayoutMk cId="643747429" sldId="2147483744"/>
          </pc:sldLayoutMkLst>
        </pc:sldLayoutChg>
        <pc:sldLayoutChg chg="del">
          <pc:chgData name="Macher, Andreas (DI FA CTR PLC PPM)" userId="f1dcac62-7bef-43eb-91f0-927336a1714f" providerId="ADAL" clId="{EBAD00D9-8705-4FCE-A19D-7FDACC5B60C1}" dt="2022-07-22T07:40:40.189" v="1881" actId="2696"/>
          <pc:sldLayoutMkLst>
            <pc:docMk/>
            <pc:sldMasterMk cId="1698585145" sldId="2147483648"/>
            <pc:sldLayoutMk cId="1835673491" sldId="2147483745"/>
          </pc:sldLayoutMkLst>
        </pc:sldLayoutChg>
        <pc:sldLayoutChg chg="del">
          <pc:chgData name="Macher, Andreas (DI FA CTR PLC PPM)" userId="f1dcac62-7bef-43eb-91f0-927336a1714f" providerId="ADAL" clId="{EBAD00D9-8705-4FCE-A19D-7FDACC5B60C1}" dt="2022-07-22T07:40:40.344" v="1882" actId="2696"/>
          <pc:sldLayoutMkLst>
            <pc:docMk/>
            <pc:sldMasterMk cId="1698585145" sldId="2147483648"/>
            <pc:sldLayoutMk cId="1622225975" sldId="2147483746"/>
          </pc:sldLayoutMkLst>
        </pc:sldLayoutChg>
        <pc:sldLayoutChg chg="del">
          <pc:chgData name="Macher, Andreas (DI FA CTR PLC PPM)" userId="f1dcac62-7bef-43eb-91f0-927336a1714f" providerId="ADAL" clId="{EBAD00D9-8705-4FCE-A19D-7FDACC5B60C1}" dt="2022-07-22T07:40:40.506" v="1883" actId="2696"/>
          <pc:sldLayoutMkLst>
            <pc:docMk/>
            <pc:sldMasterMk cId="1698585145" sldId="2147483648"/>
            <pc:sldLayoutMk cId="689486995" sldId="2147483747"/>
          </pc:sldLayoutMkLst>
        </pc:sldLayoutChg>
        <pc:sldLayoutChg chg="del">
          <pc:chgData name="Macher, Andreas (DI FA CTR PLC PPM)" userId="f1dcac62-7bef-43eb-91f0-927336a1714f" providerId="ADAL" clId="{EBAD00D9-8705-4FCE-A19D-7FDACC5B60C1}" dt="2022-07-22T07:40:39.725" v="1878" actId="2696"/>
          <pc:sldLayoutMkLst>
            <pc:docMk/>
            <pc:sldMasterMk cId="1698585145" sldId="2147483648"/>
            <pc:sldLayoutMk cId="3589911172" sldId="2147483748"/>
          </pc:sldLayoutMkLst>
        </pc:sldLayoutChg>
        <pc:sldLayoutChg chg="del">
          <pc:chgData name="Macher, Andreas (DI FA CTR PLC PPM)" userId="f1dcac62-7bef-43eb-91f0-927336a1714f" providerId="ADAL" clId="{EBAD00D9-8705-4FCE-A19D-7FDACC5B60C1}" dt="2022-07-22T07:40:39.882" v="1879" actId="2696"/>
          <pc:sldLayoutMkLst>
            <pc:docMk/>
            <pc:sldMasterMk cId="1698585145" sldId="2147483648"/>
            <pc:sldLayoutMk cId="2880196282" sldId="2147483749"/>
          </pc:sldLayoutMkLst>
        </pc:sldLayoutChg>
        <pc:sldLayoutChg chg="del">
          <pc:chgData name="Macher, Andreas (DI FA CTR PLC PPM)" userId="f1dcac62-7bef-43eb-91f0-927336a1714f" providerId="ADAL" clId="{EBAD00D9-8705-4FCE-A19D-7FDACC5B60C1}" dt="2022-07-22T07:40:40.022" v="1880" actId="2696"/>
          <pc:sldLayoutMkLst>
            <pc:docMk/>
            <pc:sldMasterMk cId="1698585145" sldId="2147483648"/>
            <pc:sldLayoutMk cId="3741647543" sldId="2147483750"/>
          </pc:sldLayoutMkLst>
        </pc:sldLayoutChg>
        <pc:sldLayoutChg chg="del">
          <pc:chgData name="Macher, Andreas (DI FA CTR PLC PPM)" userId="f1dcac62-7bef-43eb-91f0-927336a1714f" providerId="ADAL" clId="{EBAD00D9-8705-4FCE-A19D-7FDACC5B60C1}" dt="2022-07-22T07:40:44.723" v="1895" actId="2696"/>
          <pc:sldLayoutMkLst>
            <pc:docMk/>
            <pc:sldMasterMk cId="1698585145" sldId="2147483648"/>
            <pc:sldLayoutMk cId="2937550611" sldId="2147483751"/>
          </pc:sldLayoutMkLst>
        </pc:sldLayoutChg>
        <pc:sldLayoutChg chg="del">
          <pc:chgData name="Macher, Andreas (DI FA CTR PLC PPM)" userId="f1dcac62-7bef-43eb-91f0-927336a1714f" providerId="ADAL" clId="{EBAD00D9-8705-4FCE-A19D-7FDACC5B60C1}" dt="2022-07-22T07:40:45.033" v="1897" actId="2696"/>
          <pc:sldLayoutMkLst>
            <pc:docMk/>
            <pc:sldMasterMk cId="1698585145" sldId="2147483648"/>
            <pc:sldLayoutMk cId="3514875898" sldId="2147483752"/>
          </pc:sldLayoutMkLst>
        </pc:sldLayoutChg>
        <pc:sldLayoutChg chg="del">
          <pc:chgData name="Macher, Andreas (DI FA CTR PLC PPM)" userId="f1dcac62-7bef-43eb-91f0-927336a1714f" providerId="ADAL" clId="{EBAD00D9-8705-4FCE-A19D-7FDACC5B60C1}" dt="2022-07-22T07:40:49.095" v="1910" actId="2696"/>
          <pc:sldLayoutMkLst>
            <pc:docMk/>
            <pc:sldMasterMk cId="1698585145" sldId="2147483648"/>
            <pc:sldLayoutMk cId="511205372" sldId="2147483753"/>
          </pc:sldLayoutMkLst>
        </pc:sldLayoutChg>
        <pc:sldLayoutChg chg="del">
          <pc:chgData name="Macher, Andreas (DI FA CTR PLC PPM)" userId="f1dcac62-7bef-43eb-91f0-927336a1714f" providerId="ADAL" clId="{EBAD00D9-8705-4FCE-A19D-7FDACC5B60C1}" dt="2022-07-22T07:40:49.214" v="1911" actId="2696"/>
          <pc:sldLayoutMkLst>
            <pc:docMk/>
            <pc:sldMasterMk cId="1698585145" sldId="2147483648"/>
            <pc:sldLayoutMk cId="1660336575" sldId="2147483766"/>
          </pc:sldLayoutMkLst>
        </pc:sldLayoutChg>
      </pc:sldMasterChg>
    </pc:docChg>
  </pc:docChgLst>
  <pc:docChgLst>
    <pc:chgData name="Macher, Andreas (DI FA CTR PLC PPM)" userId="f1dcac62-7bef-43eb-91f0-927336a1714f" providerId="ADAL" clId="{71C7C6D7-CFD6-41D2-B145-A46C79849176}"/>
    <pc:docChg chg="modSld">
      <pc:chgData name="Macher, Andreas (DI FA CTR PLC PPM)" userId="f1dcac62-7bef-43eb-91f0-927336a1714f" providerId="ADAL" clId="{71C7C6D7-CFD6-41D2-B145-A46C79849176}" dt="2022-07-21T13:50:31.732" v="91" actId="166"/>
      <pc:docMkLst>
        <pc:docMk/>
      </pc:docMkLst>
      <pc:sldChg chg="modSp mod">
        <pc:chgData name="Macher, Andreas (DI FA CTR PLC PPM)" userId="f1dcac62-7bef-43eb-91f0-927336a1714f" providerId="ADAL" clId="{71C7C6D7-CFD6-41D2-B145-A46C79849176}" dt="2022-07-21T12:09:28.515" v="54" actId="20577"/>
        <pc:sldMkLst>
          <pc:docMk/>
          <pc:sldMk cId="3826715043" sldId="350"/>
        </pc:sldMkLst>
        <pc:spChg chg="mod">
          <ac:chgData name="Macher, Andreas (DI FA CTR PLC PPM)" userId="f1dcac62-7bef-43eb-91f0-927336a1714f" providerId="ADAL" clId="{71C7C6D7-CFD6-41D2-B145-A46C79849176}" dt="2022-07-21T12:09:28.515" v="54" actId="20577"/>
          <ac:spMkLst>
            <pc:docMk/>
            <pc:sldMk cId="3826715043" sldId="350"/>
            <ac:spMk id="6" creationId="{C7413F94-559E-46DF-A817-2051A7BA92CB}"/>
          </ac:spMkLst>
        </pc:spChg>
      </pc:sldChg>
      <pc:sldChg chg="addSp delSp modSp mod">
        <pc:chgData name="Macher, Andreas (DI FA CTR PLC PPM)" userId="f1dcac62-7bef-43eb-91f0-927336a1714f" providerId="ADAL" clId="{71C7C6D7-CFD6-41D2-B145-A46C79849176}" dt="2022-07-21T13:50:31.732" v="91" actId="166"/>
        <pc:sldMkLst>
          <pc:docMk/>
          <pc:sldMk cId="269201748" sldId="9734"/>
        </pc:sldMkLst>
        <pc:spChg chg="del">
          <ac:chgData name="Macher, Andreas (DI FA CTR PLC PPM)" userId="f1dcac62-7bef-43eb-91f0-927336a1714f" providerId="ADAL" clId="{71C7C6D7-CFD6-41D2-B145-A46C79849176}" dt="2022-07-21T13:49:36.258" v="75" actId="478"/>
          <ac:spMkLst>
            <pc:docMk/>
            <pc:sldMk cId="269201748" sldId="9734"/>
            <ac:spMk id="54" creationId="{00000000-0000-0000-0000-000000000000}"/>
          </ac:spMkLst>
        </pc:spChg>
        <pc:spChg chg="mod ord">
          <ac:chgData name="Macher, Andreas (DI FA CTR PLC PPM)" userId="f1dcac62-7bef-43eb-91f0-927336a1714f" providerId="ADAL" clId="{71C7C6D7-CFD6-41D2-B145-A46C79849176}" dt="2022-07-21T13:50:31.732" v="91" actId="166"/>
          <ac:spMkLst>
            <pc:docMk/>
            <pc:sldMk cId="269201748" sldId="9734"/>
            <ac:spMk id="56" creationId="{00000000-0000-0000-0000-000000000000}"/>
          </ac:spMkLst>
        </pc:spChg>
        <pc:spChg chg="add mod">
          <ac:chgData name="Macher, Andreas (DI FA CTR PLC PPM)" userId="f1dcac62-7bef-43eb-91f0-927336a1714f" providerId="ADAL" clId="{71C7C6D7-CFD6-41D2-B145-A46C79849176}" dt="2022-07-21T13:50:11.560" v="81" actId="1076"/>
          <ac:spMkLst>
            <pc:docMk/>
            <pc:sldMk cId="269201748" sldId="9734"/>
            <ac:spMk id="94" creationId="{097AC3E8-6E67-4395-D2A2-F14C8BA0E264}"/>
          </ac:spMkLst>
        </pc:spChg>
        <pc:spChg chg="add mod">
          <ac:chgData name="Macher, Andreas (DI FA CTR PLC PPM)" userId="f1dcac62-7bef-43eb-91f0-927336a1714f" providerId="ADAL" clId="{71C7C6D7-CFD6-41D2-B145-A46C79849176}" dt="2022-07-21T13:50:17.858" v="83" actId="1076"/>
          <ac:spMkLst>
            <pc:docMk/>
            <pc:sldMk cId="269201748" sldId="9734"/>
            <ac:spMk id="99" creationId="{15F2162B-7F5E-94C2-C9CB-C54C34AEB10E}"/>
          </ac:spMkLst>
        </pc:spChg>
        <pc:spChg chg="mod">
          <ac:chgData name="Macher, Andreas (DI FA CTR PLC PPM)" userId="f1dcac62-7bef-43eb-91f0-927336a1714f" providerId="ADAL" clId="{71C7C6D7-CFD6-41D2-B145-A46C79849176}" dt="2022-07-21T13:49:24.535" v="74" actId="20577"/>
          <ac:spMkLst>
            <pc:docMk/>
            <pc:sldMk cId="269201748" sldId="9734"/>
            <ac:spMk id="159" creationId="{EA792AA5-9201-9D5A-7B45-423E6F5BA1B2}"/>
          </ac:spMkLst>
        </pc:spChg>
        <pc:cxnChg chg="add mod">
          <ac:chgData name="Macher, Andreas (DI FA CTR PLC PPM)" userId="f1dcac62-7bef-43eb-91f0-927336a1714f" providerId="ADAL" clId="{71C7C6D7-CFD6-41D2-B145-A46C79849176}" dt="2022-07-21T13:49:53.710" v="77" actId="108"/>
          <ac:cxnSpMkLst>
            <pc:docMk/>
            <pc:sldMk cId="269201748" sldId="9734"/>
            <ac:cxnSpMk id="5" creationId="{9021FCF2-CEA8-7585-0DA2-9137169EB80A}"/>
          </ac:cxnSpMkLst>
        </pc:cxnChg>
        <pc:cxnChg chg="mod">
          <ac:chgData name="Macher, Andreas (DI FA CTR PLC PPM)" userId="f1dcac62-7bef-43eb-91f0-927336a1714f" providerId="ADAL" clId="{71C7C6D7-CFD6-41D2-B145-A46C79849176}" dt="2022-07-21T13:50:02.682" v="79" actId="14100"/>
          <ac:cxnSpMkLst>
            <pc:docMk/>
            <pc:sldMk cId="269201748" sldId="9734"/>
            <ac:cxnSpMk id="64" creationId="{00000000-0000-0000-0000-000000000000}"/>
          </ac:cxnSpMkLst>
        </pc:cxnChg>
        <pc:cxnChg chg="mod">
          <ac:chgData name="Macher, Andreas (DI FA CTR PLC PPM)" userId="f1dcac62-7bef-43eb-91f0-927336a1714f" providerId="ADAL" clId="{71C7C6D7-CFD6-41D2-B145-A46C79849176}" dt="2022-07-21T13:49:57.551" v="78" actId="14100"/>
          <ac:cxnSpMkLst>
            <pc:docMk/>
            <pc:sldMk cId="269201748" sldId="9734"/>
            <ac:cxnSpMk id="67" creationId="{00000000-0000-0000-0000-000000000000}"/>
          </ac:cxnSpMkLst>
        </pc:cxn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a:extLst>
              <a:ext uri="{FF2B5EF4-FFF2-40B4-BE49-F238E27FC236}">
                <a16:creationId xmlns:a16="http://schemas.microsoft.com/office/drawing/2014/main" id="{9A8492AF-21D1-4EA9-B88E-2B2469E5B0BF}"/>
              </a:ext>
            </a:extLst>
          </p:cNvP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200"/>
            </a:lvl1pPr>
          </a:lstStyle>
          <a:p>
            <a:endParaRPr lang="de-DE" sz="1050" b="1" dirty="0"/>
          </a:p>
        </p:txBody>
      </p:sp>
      <p:sp>
        <p:nvSpPr>
          <p:cNvPr id="3" name="Date">
            <a:extLst>
              <a:ext uri="{FF2B5EF4-FFF2-40B4-BE49-F238E27FC236}">
                <a16:creationId xmlns:a16="http://schemas.microsoft.com/office/drawing/2014/main" id="{F2C5CF11-9AB8-4366-83D6-4A911EAE67AA}"/>
              </a:ext>
            </a:extLst>
          </p:cNvPr>
          <p:cNvSpPr>
            <a:spLocks noGrp="1"/>
          </p:cNvSpPr>
          <p:nvPr>
            <p:ph type="dt" sz="quarter" idx="1"/>
          </p:nvPr>
        </p:nvSpPr>
        <p:spPr>
          <a:xfrm>
            <a:off x="5086800" y="0"/>
            <a:ext cx="1771200" cy="360000"/>
          </a:xfrm>
          <a:prstGeom prst="rect">
            <a:avLst/>
          </a:prstGeom>
        </p:spPr>
        <p:txBody>
          <a:bodyPr vert="horz" lIns="91440" tIns="45720" rIns="91440" bIns="45720" rtlCol="0"/>
          <a:lstStyle>
            <a:lvl1pPr algn="r">
              <a:defRPr sz="1200"/>
            </a:lvl1pPr>
          </a:lstStyle>
          <a:p>
            <a:r>
              <a:rPr lang="de-DE" sz="1050" dirty="0"/>
              <a:t>29.09.2020</a:t>
            </a:r>
          </a:p>
        </p:txBody>
      </p:sp>
      <p:sp>
        <p:nvSpPr>
          <p:cNvPr id="4" name="Footer Placeholder">
            <a:extLst>
              <a:ext uri="{FF2B5EF4-FFF2-40B4-BE49-F238E27FC236}">
                <a16:creationId xmlns:a16="http://schemas.microsoft.com/office/drawing/2014/main" id="{9797856F-D8D3-4EDB-AD63-B3F84321424C}"/>
              </a:ext>
            </a:extLst>
          </p:cNvPr>
          <p:cNvSpPr>
            <a:spLocks noGrp="1"/>
          </p:cNvSpPr>
          <p:nvPr>
            <p:ph type="ftr" sz="quarter" idx="2"/>
          </p:nvPr>
        </p:nvSpPr>
        <p:spPr>
          <a:xfrm>
            <a:off x="0" y="8784000"/>
            <a:ext cx="4363200" cy="360000"/>
          </a:xfrm>
          <a:prstGeom prst="rect">
            <a:avLst/>
          </a:prstGeom>
        </p:spPr>
        <p:txBody>
          <a:bodyPr vert="horz" lIns="91440" tIns="45720" rIns="91440" bIns="45720" rtlCol="0" anchor="b"/>
          <a:lstStyle>
            <a:lvl1pPr algn="l">
              <a:defRPr sz="1200"/>
            </a:lvl1pPr>
          </a:lstStyle>
          <a:p>
            <a:endParaRPr lang="de-DE" sz="1050" dirty="0"/>
          </a:p>
        </p:txBody>
      </p:sp>
      <p:sp>
        <p:nvSpPr>
          <p:cNvPr id="5" name="Slide Number Placeholder">
            <a:extLst>
              <a:ext uri="{FF2B5EF4-FFF2-40B4-BE49-F238E27FC236}">
                <a16:creationId xmlns:a16="http://schemas.microsoft.com/office/drawing/2014/main" id="{DA566997-7A2F-418F-AC55-BAC678F9F134}"/>
              </a:ext>
            </a:extLst>
          </p:cNvPr>
          <p:cNvSpPr>
            <a:spLocks noGrp="1"/>
          </p:cNvSpPr>
          <p:nvPr>
            <p:ph type="sldNum" sz="quarter" idx="3"/>
          </p:nvPr>
        </p:nvSpPr>
        <p:spPr>
          <a:xfrm>
            <a:off x="5086800" y="8784000"/>
            <a:ext cx="1771200" cy="360000"/>
          </a:xfrm>
          <a:prstGeom prst="rect">
            <a:avLst/>
          </a:prstGeom>
        </p:spPr>
        <p:txBody>
          <a:bodyPr vert="horz" lIns="91440" tIns="45720" rIns="91440" bIns="45720" rtlCol="0" anchor="b"/>
          <a:lstStyle>
            <a:lvl1pPr algn="r">
              <a:defRPr sz="1200"/>
            </a:lvl1pPr>
          </a:lstStyle>
          <a:p>
            <a:r>
              <a:rPr lang="de-DE" sz="1050" b="1" dirty="0">
                <a:solidFill>
                  <a:schemeClr val="accent2"/>
                </a:solidFill>
              </a:rPr>
              <a:t>Handzettel</a:t>
            </a:r>
            <a:r>
              <a:rPr lang="de-DE" sz="1050" dirty="0">
                <a:solidFill>
                  <a:schemeClr val="accent2"/>
                </a:solidFill>
              </a:rPr>
              <a:t> </a:t>
            </a:r>
            <a:fld id="{C92BABF8-1341-4DCB-864A-D83C08BEEAE4}" type="slidenum">
              <a:rPr lang="de-DE" sz="1050" smtClean="0"/>
              <a:t>‹Nr.›</a:t>
            </a:fld>
            <a:endParaRPr lang="de-DE" sz="1050" dirty="0"/>
          </a:p>
        </p:txBody>
      </p:sp>
      <p:pic>
        <p:nvPicPr>
          <p:cNvPr id="6" name="Siemens logo">
            <a:extLst>
              <a:ext uri="{FF2B5EF4-FFF2-40B4-BE49-F238E27FC236}">
                <a16:creationId xmlns:a16="http://schemas.microsoft.com/office/drawing/2014/main" id="{C5A460D9-E760-498F-8A06-286EB0B001C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53000" y="550800"/>
            <a:ext cx="1152000" cy="183168"/>
          </a:xfrm>
          <a:prstGeom prst="rect">
            <a:avLst/>
          </a:prstGeom>
        </p:spPr>
      </p:pic>
    </p:spTree>
    <p:extLst>
      <p:ext uri="{BB962C8B-B14F-4D97-AF65-F5344CB8AC3E}">
        <p14:creationId xmlns:p14="http://schemas.microsoft.com/office/powerpoint/2010/main" val="13597834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4363200" cy="360000"/>
          </a:xfrm>
          <a:prstGeom prst="rect">
            <a:avLst/>
          </a:prstGeom>
        </p:spPr>
        <p:txBody>
          <a:bodyPr vert="horz" lIns="91440" tIns="45720" rIns="91440" bIns="45720" rtlCol="0"/>
          <a:lstStyle>
            <a:lvl1pPr algn="l">
              <a:defRPr sz="1050" b="1"/>
            </a:lvl1pPr>
          </a:lstStyle>
          <a:p>
            <a:endParaRPr lang="de-DE" noProof="0" dirty="0"/>
          </a:p>
        </p:txBody>
      </p:sp>
      <p:sp>
        <p:nvSpPr>
          <p:cNvPr id="3" name="Date"/>
          <p:cNvSpPr>
            <a:spLocks noGrp="1"/>
          </p:cNvSpPr>
          <p:nvPr>
            <p:ph type="dt" idx="1"/>
          </p:nvPr>
        </p:nvSpPr>
        <p:spPr>
          <a:xfrm>
            <a:off x="5086800" y="0"/>
            <a:ext cx="1771200" cy="360000"/>
          </a:xfrm>
          <a:prstGeom prst="rect">
            <a:avLst/>
          </a:prstGeom>
        </p:spPr>
        <p:txBody>
          <a:bodyPr vert="horz" lIns="91440" tIns="45720" rIns="91440" bIns="45720" rtlCol="0"/>
          <a:lstStyle>
            <a:lvl1pPr algn="r">
              <a:defRPr sz="1050"/>
            </a:lvl1pPr>
          </a:lstStyle>
          <a:p>
            <a:r>
              <a:rPr lang="de-DE" noProof="0" dirty="0"/>
              <a:t>29.09.2020</a:t>
            </a:r>
          </a:p>
        </p:txBody>
      </p:sp>
      <p:sp>
        <p:nvSpPr>
          <p:cNvPr id="4" name="Slide Image Placeholder"/>
          <p:cNvSpPr>
            <a:spLocks noGrp="1" noRot="1" noChangeAspect="1"/>
          </p:cNvSpPr>
          <p:nvPr>
            <p:ph type="sldImg" idx="2"/>
          </p:nvPr>
        </p:nvSpPr>
        <p:spPr>
          <a:xfrm>
            <a:off x="406800" y="619200"/>
            <a:ext cx="6048000" cy="3402000"/>
          </a:xfrm>
          <a:prstGeom prst="rect">
            <a:avLst/>
          </a:prstGeom>
          <a:noFill/>
          <a:ln w="12700">
            <a:solidFill>
              <a:prstClr val="black"/>
            </a:solidFill>
          </a:ln>
        </p:spPr>
        <p:txBody>
          <a:bodyPr vert="horz" lIns="91440" tIns="45720" rIns="91440" bIns="45720" rtlCol="0" anchor="ctr"/>
          <a:lstStyle/>
          <a:p>
            <a:endParaRPr lang="de-DE" noProof="0" dirty="0"/>
          </a:p>
        </p:txBody>
      </p:sp>
      <p:sp>
        <p:nvSpPr>
          <p:cNvPr id="5" name="Notes Placeholder"/>
          <p:cNvSpPr>
            <a:spLocks noGrp="1"/>
          </p:cNvSpPr>
          <p:nvPr>
            <p:ph type="body" sz="quarter" idx="3"/>
          </p:nvPr>
        </p:nvSpPr>
        <p:spPr>
          <a:xfrm>
            <a:off x="406800" y="4575600"/>
            <a:ext cx="6048000" cy="3960000"/>
          </a:xfrm>
          <a:prstGeom prst="rect">
            <a:avLst/>
          </a:prstGeom>
        </p:spPr>
        <p:txBody>
          <a:bodyPr vert="horz" lIns="0" tIns="0" rIns="0" bIns="0" rtlCol="0"/>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6" name="Footer Placeholder"/>
          <p:cNvSpPr>
            <a:spLocks noGrp="1"/>
          </p:cNvSpPr>
          <p:nvPr>
            <p:ph type="ftr" sz="quarter" idx="4"/>
          </p:nvPr>
        </p:nvSpPr>
        <p:spPr>
          <a:xfrm>
            <a:off x="0" y="8784000"/>
            <a:ext cx="4363200" cy="360000"/>
          </a:xfrm>
          <a:prstGeom prst="rect">
            <a:avLst/>
          </a:prstGeom>
        </p:spPr>
        <p:txBody>
          <a:bodyPr vert="horz" lIns="91440" tIns="45720" rIns="91440" bIns="45720" rtlCol="0" anchor="b"/>
          <a:lstStyle>
            <a:lvl1pPr algn="l">
              <a:defRPr sz="1050"/>
            </a:lvl1pPr>
          </a:lstStyle>
          <a:p>
            <a:endParaRPr lang="de-DE" noProof="0" dirty="0"/>
          </a:p>
        </p:txBody>
      </p:sp>
      <p:sp>
        <p:nvSpPr>
          <p:cNvPr id="7" name="Slide Number Placeholder"/>
          <p:cNvSpPr>
            <a:spLocks noGrp="1"/>
          </p:cNvSpPr>
          <p:nvPr>
            <p:ph type="sldNum" sz="quarter" idx="5"/>
          </p:nvPr>
        </p:nvSpPr>
        <p:spPr>
          <a:xfrm>
            <a:off x="5086800" y="8784000"/>
            <a:ext cx="1771200" cy="360000"/>
          </a:xfrm>
          <a:prstGeom prst="rect">
            <a:avLst/>
          </a:prstGeom>
        </p:spPr>
        <p:txBody>
          <a:bodyPr vert="horz" lIns="91440" tIns="45720" rIns="91440" bIns="45720" rtlCol="0" anchor="b"/>
          <a:lstStyle>
            <a:lvl1pPr algn="r">
              <a:defRPr sz="1050"/>
            </a:lvl1pPr>
          </a:lstStyle>
          <a:p>
            <a:r>
              <a:rPr lang="de-DE" b="1" noProof="0" dirty="0">
                <a:solidFill>
                  <a:schemeClr val="accent2"/>
                </a:solidFill>
              </a:rPr>
              <a:t>Notizzettel</a:t>
            </a:r>
            <a:r>
              <a:rPr lang="de-DE" noProof="0" dirty="0"/>
              <a:t> </a:t>
            </a:r>
            <a:fld id="{E76C657F-0E32-4130-ADDA-66B81138A76A}" type="slidenum">
              <a:rPr lang="de-DE" noProof="0" smtClean="0"/>
              <a:pPr/>
              <a:t>‹Nr.›</a:t>
            </a:fld>
            <a:endParaRPr lang="de-DE" noProof="0" dirty="0"/>
          </a:p>
        </p:txBody>
      </p:sp>
    </p:spTree>
    <p:extLst>
      <p:ext uri="{BB962C8B-B14F-4D97-AF65-F5344CB8AC3E}">
        <p14:creationId xmlns:p14="http://schemas.microsoft.com/office/powerpoint/2010/main" val="527306072"/>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600"/>
      </a:spcAft>
      <a:defRPr sz="1200" kern="1200">
        <a:solidFill>
          <a:schemeClr val="tx1"/>
        </a:solidFill>
        <a:latin typeface="+mn-lt"/>
        <a:ea typeface="+mn-ea"/>
        <a:cs typeface="+mn-cs"/>
      </a:defRPr>
    </a:lvl1pPr>
    <a:lvl2pPr marL="14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2pPr>
    <a:lvl3pPr marL="28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3pPr>
    <a:lvl4pPr marL="43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576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6pPr>
    <a:lvl7pPr marL="864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7pPr>
    <a:lvl8pPr marL="1008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8pPr>
    <a:lvl9pPr marL="1152000" indent="-144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3</a:t>
            </a:fld>
            <a:endParaRPr lang="de-DE" dirty="0">
              <a:latin typeface="Arial" pitchFamily="34" charset="0"/>
            </a:endParaRPr>
          </a:p>
        </p:txBody>
      </p:sp>
    </p:spTree>
    <p:extLst>
      <p:ext uri="{BB962C8B-B14F-4D97-AF65-F5344CB8AC3E}">
        <p14:creationId xmlns:p14="http://schemas.microsoft.com/office/powerpoint/2010/main" val="2012084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r>
              <a:rPr lang="de-DE" dirty="0">
                <a:latin typeface="Arial" pitchFamily="34" charset="0"/>
              </a:rPr>
              <a:t>Notes </a:t>
            </a:r>
            <a:fld id="{AD141568-5488-4AC9-B82D-9F5CE1225E2A}" type="slidenum">
              <a:rPr lang="de-DE" smtClean="0">
                <a:latin typeface="Arial" pitchFamily="34" charset="0"/>
              </a:rPr>
              <a:pPr/>
              <a:t>4</a:t>
            </a:fld>
            <a:endParaRPr lang="de-DE" dirty="0">
              <a:latin typeface="Arial" pitchFamily="34" charset="0"/>
            </a:endParaRPr>
          </a:p>
        </p:txBody>
      </p:sp>
    </p:spTree>
    <p:extLst>
      <p:ext uri="{BB962C8B-B14F-4D97-AF65-F5344CB8AC3E}">
        <p14:creationId xmlns:p14="http://schemas.microsoft.com/office/powerpoint/2010/main" val="943409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06400" y="619125"/>
            <a:ext cx="6048375" cy="3402013"/>
          </a:xfrm>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10"/>
          </p:nvPr>
        </p:nvSpPr>
        <p:spPr/>
        <p:txBody>
          <a:bodyPr/>
          <a:lstStyle/>
          <a:p>
            <a:r>
              <a:rPr lang="de-DE">
                <a:latin typeface="Arial" pitchFamily="34" charset="0"/>
              </a:rPr>
              <a:t>Notes </a:t>
            </a:r>
            <a:fld id="{AD141568-5488-4AC9-B82D-9F5CE1225E2A}" type="slidenum">
              <a:rPr lang="de-DE" smtClean="0">
                <a:latin typeface="Arial" pitchFamily="34" charset="0"/>
              </a:rPr>
              <a:pPr/>
              <a:t>5</a:t>
            </a:fld>
            <a:endParaRPr lang="de-DE">
              <a:latin typeface="Arial" pitchFamily="34" charset="0"/>
            </a:endParaRPr>
          </a:p>
        </p:txBody>
      </p:sp>
    </p:spTree>
    <p:extLst>
      <p:ext uri="{BB962C8B-B14F-4D97-AF65-F5344CB8AC3E}">
        <p14:creationId xmlns:p14="http://schemas.microsoft.com/office/powerpoint/2010/main" val="2592841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50825" y="739775"/>
            <a:ext cx="6337300" cy="3563938"/>
          </a:xfrm>
        </p:spPr>
      </p:sp>
      <p:sp>
        <p:nvSpPr>
          <p:cNvPr id="3" name="Notizenplatzhalt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rgbClr val="FFFFFF"/>
                </a:solidFill>
                <a:latin typeface="Arial"/>
                <a:cs typeface="Arial" charset="0"/>
              </a:rPr>
              <a:t>Hot swapping (module replacement during runtime of the CPU) is possible also with multiple modules through the use of the active backplane bus for the ET 200MP. Up to 12 S7-1500 / ET 200MP modules can be inserted per station.</a:t>
            </a:r>
            <a:endParaRPr lang="de-DE" sz="1200" dirty="0">
              <a:solidFill>
                <a:srgbClr val="FFFFFF"/>
              </a:solidFill>
              <a:latin typeface="Arial"/>
              <a:cs typeface="Arial" charset="0"/>
            </a:endParaRPr>
          </a:p>
          <a:p>
            <a:endParaRPr lang="de-DE" dirty="0"/>
          </a:p>
        </p:txBody>
      </p:sp>
    </p:spTree>
    <p:extLst>
      <p:ext uri="{BB962C8B-B14F-4D97-AF65-F5344CB8AC3E}">
        <p14:creationId xmlns:p14="http://schemas.microsoft.com/office/powerpoint/2010/main" val="7814439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icture Gradient 48pt">
    <p:bg>
      <p:bgPr>
        <a:gradFill>
          <a:gsLst>
            <a:gs pos="52000">
              <a:schemeClr val="bg2"/>
            </a:gs>
            <a:gs pos="100000">
              <a:schemeClr val="accent1"/>
            </a:gs>
          </a:gsLst>
          <a:lin ang="5400000" scaled="1"/>
        </a:grad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2FA76E44-9BA3-4B84-98F7-42C18A2A8BA0}"/>
              </a:ext>
            </a:extLst>
          </p:cNvPr>
          <p:cNvSpPr>
            <a:spLocks noGrp="1"/>
          </p:cNvSpPr>
          <p:nvPr>
            <p:ph type="pic" sz="quarter" idx="11" hasCustomPrompt="1"/>
          </p:nvPr>
        </p:nvSpPr>
        <p:spPr>
          <a:xfrm>
            <a:off x="0" y="0"/>
            <a:ext cx="12192000" cy="3502800"/>
          </a:xfrm>
          <a:solidFill>
            <a:schemeClr val="accent1"/>
          </a:solidFill>
        </p:spPr>
        <p:txBody>
          <a:bodyPr lIns="144000" tIns="108000" rIns="144000" bIns="108000"/>
          <a:lstStyle>
            <a:lvl1pPr marL="0" indent="0">
              <a:buNone/>
              <a:defRPr>
                <a:solidFill>
                  <a:schemeClr val="tx1"/>
                </a:solidFill>
              </a:defRPr>
            </a:lvl1pPr>
          </a:lstStyle>
          <a:p>
            <a:r>
              <a:rPr lang="de-DE" noProof="0" dirty="0"/>
              <a:t>Titelbild</a:t>
            </a:r>
          </a:p>
        </p:txBody>
      </p:sp>
      <p:sp>
        <p:nvSpPr>
          <p:cNvPr id="2" name="Title">
            <a:extLst>
              <a:ext uri="{FF2B5EF4-FFF2-40B4-BE49-F238E27FC236}">
                <a16:creationId xmlns:a16="http://schemas.microsoft.com/office/drawing/2014/main" id="{8620440E-BF1B-417E-87A5-35990130B3FF}"/>
              </a:ext>
            </a:extLst>
          </p:cNvPr>
          <p:cNvSpPr>
            <a:spLocks noGrp="1"/>
          </p:cNvSpPr>
          <p:nvPr>
            <p:ph type="title" hasCustomPrompt="1"/>
          </p:nvPr>
        </p:nvSpPr>
        <p:spPr>
          <a:xfrm>
            <a:off x="410401" y="3780000"/>
            <a:ext cx="9287638" cy="1477328"/>
          </a:xfrm>
          <a:blipFill dpi="0" rotWithShape="1">
            <a:blip r:embed="rId2">
              <a:extLst>
                <a:ext uri="{96DAC541-7B7A-43D3-8B79-37D633B846F1}">
                  <asvg:svgBlip xmlns:asvg="http://schemas.microsoft.com/office/drawing/2016/SVG/main" r:embed="rId3"/>
                </a:ext>
              </a:extLst>
            </a:blip>
            <a:srcRect/>
            <a:stretch>
              <a:fillRect/>
            </a:stretch>
          </a:blipFill>
        </p:spPr>
        <p:txBody>
          <a:bodyPr rIns="0" bIns="0" anchor="t">
            <a:spAutoFit/>
          </a:bodyPr>
          <a:lstStyle>
            <a:lvl1pPr marL="324000">
              <a:lnSpc>
                <a:spcPct val="100000"/>
              </a:lnSpc>
              <a:defRPr sz="4800">
                <a:solidFill>
                  <a:schemeClr val="tx1"/>
                </a:solidFill>
              </a:defRPr>
            </a:lvl1pPr>
          </a:lstStyle>
          <a:p>
            <a:r>
              <a:rPr lang="de-DE" noProof="0"/>
              <a:t>Titelformat bearbeiten</a:t>
            </a:r>
            <a:br>
              <a:rPr lang="de-DE" noProof="0"/>
            </a:br>
            <a:r>
              <a:rPr lang="de-DE" noProof="0"/>
              <a:t>Titel 48 pt</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2" y="5256000"/>
            <a:ext cx="9288000" cy="911438"/>
          </a:xfrm>
          <a:prstGeom prst="rect">
            <a:avLst/>
          </a:prstGeom>
        </p:spPr>
        <p:txBody>
          <a:bodyPr lIns="0" tIns="252000">
            <a:noAutofit/>
          </a:bodyPr>
          <a:lstStyle>
            <a:lvl1pPr marL="0" indent="0" algn="l">
              <a:spcAft>
                <a:spcPts val="300"/>
              </a:spcAft>
              <a:buNone/>
              <a:defRPr sz="1800">
                <a:solidFill>
                  <a:schemeClr val="tx1"/>
                </a:solidFill>
              </a:defRPr>
            </a:lvl1pPr>
            <a:lvl2pPr marL="0" indent="0" algn="l">
              <a:spcAft>
                <a:spcPts val="300"/>
              </a:spcAft>
              <a:buNone/>
              <a:defRPr sz="1600"/>
            </a:lvl2pPr>
            <a:lvl3pPr marL="0" indent="0" algn="l">
              <a:spcAft>
                <a:spcPts val="300"/>
              </a:spcAft>
              <a:buNone/>
              <a:defRPr sz="1400"/>
            </a:lvl3pPr>
            <a:lvl4pPr marL="0" indent="0" algn="l">
              <a:buNone/>
              <a:defRPr sz="1400"/>
            </a:lvl4pPr>
            <a:lvl5pPr marL="0" indent="0" algn="l">
              <a:buNone/>
              <a:defRPr sz="1400"/>
            </a:lvl5pPr>
            <a:lvl6pPr marL="0" indent="0" algn="l">
              <a:buNone/>
              <a:defRPr sz="1400"/>
            </a:lvl6pPr>
            <a:lvl7pPr marL="0" indent="0" algn="l">
              <a:buNone/>
              <a:defRPr sz="1400"/>
            </a:lvl7pPr>
            <a:lvl8pPr marL="0" indent="0" algn="l">
              <a:buNone/>
              <a:defRPr sz="1400"/>
            </a:lvl8pPr>
            <a:lvl9pPr marL="0" indent="0" algn="l">
              <a:buNone/>
              <a:defRPr sz="1400"/>
            </a:lvl9pPr>
          </a:lstStyle>
          <a:p>
            <a:r>
              <a:rPr lang="de-DE" noProof="0"/>
              <a:t>Subhead für Titelgröße 48 pt</a:t>
            </a:r>
          </a:p>
        </p:txBody>
      </p:sp>
      <p:sp>
        <p:nvSpPr>
          <p:cNvPr id="4" name="Footer Placeholder">
            <a:extLst>
              <a:ext uri="{FF2B5EF4-FFF2-40B4-BE49-F238E27FC236}">
                <a16:creationId xmlns:a16="http://schemas.microsoft.com/office/drawing/2014/main" id="{B61796B2-8510-42B4-A5F7-E1FE5FCE45A2}"/>
              </a:ext>
            </a:extLst>
          </p:cNvPr>
          <p:cNvSpPr>
            <a:spLocks noGrp="1"/>
          </p:cNvSpPr>
          <p:nvPr>
            <p:ph type="ftr" sz="quarter" idx="13"/>
          </p:nvPr>
        </p:nvSpPr>
        <p:spPr>
          <a:xfrm>
            <a:off x="411162" y="6310800"/>
            <a:ext cx="9288000" cy="547200"/>
          </a:xfrm>
        </p:spPr>
        <p:txBody>
          <a:bodyPr/>
          <a:lstStyle/>
          <a:p>
            <a:pPr>
              <a:lnSpc>
                <a:spcPct val="100000"/>
              </a:lnSpc>
            </a:pPr>
            <a:r>
              <a:rPr lang="it-IT" dirty="0"/>
              <a:t>Frei verwendbar | © Siemens 2021 | DI FA | 29.09.2021</a:t>
            </a:r>
            <a:endParaRPr lang="de-DE" noProof="0" dirty="0"/>
          </a:p>
        </p:txBody>
      </p:sp>
      <p:pic>
        <p:nvPicPr>
          <p:cNvPr id="7" name="Siemens Logo">
            <a:extLst>
              <a:ext uri="{FF2B5EF4-FFF2-40B4-BE49-F238E27FC236}">
                <a16:creationId xmlns:a16="http://schemas.microsoft.com/office/drawing/2014/main" id="{3E4A7839-9F7E-47F2-83BA-F637AE096316}"/>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2094236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2206">
          <p15:clr>
            <a:srgbClr val="65CEFF"/>
          </p15:clr>
        </p15:guide>
        <p15:guide id="5" orient="horz" pos="3885">
          <p15:clr>
            <a:srgbClr val="65CEFF"/>
          </p15:clr>
        </p15:guide>
        <p15:guide id="6" orient="horz" pos="4157">
          <p15:clr>
            <a:srgbClr val="65CEFF"/>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hasCustomPrompt="1"/>
          </p:nvPr>
        </p:nvSpPr>
        <p:spPr/>
        <p:txBody>
          <a:bodyPr/>
          <a:lstStyle>
            <a:lvl1pPr>
              <a:defRPr>
                <a:solidFill>
                  <a:schemeClr val="tx1"/>
                </a:solidFill>
              </a:defRPr>
            </a:lvl1pPr>
          </a:lstStyle>
          <a:p>
            <a:r>
              <a:rPr lang="de-DE" noProof="0"/>
              <a:t>Inhaltsverzeichnis</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p:txBody>
          <a:bodyPr/>
          <a:lstStyle/>
          <a:p>
            <a:pPr>
              <a:lnSpc>
                <a:spcPct val="100000"/>
              </a:lnSpc>
            </a:pPr>
            <a:r>
              <a:rPr lang="it-IT" noProof="0" dirty="0"/>
              <a:t>Frei verwendbar | © Siemens 2022 | DI FA | 08.12.2022</a:t>
            </a:r>
            <a:endParaRPr lang="de-DE" noProof="0" dirty="0"/>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6748236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hasCustomPrompt="1"/>
          </p:nvPr>
        </p:nvSpPr>
        <p:spPr/>
        <p:txBody>
          <a:bodyPr/>
          <a:lstStyle>
            <a:lvl1pPr>
              <a:defRPr/>
            </a:lvl1pPr>
          </a:lstStyle>
          <a:p>
            <a:r>
              <a:rPr lang="de-DE" noProof="0"/>
              <a:t>Titelformat bearbeiten</a:t>
            </a:r>
          </a:p>
        </p:txBody>
      </p:sp>
      <p:sp>
        <p:nvSpPr>
          <p:cNvPr id="9" name="Footer Placeholder">
            <a:extLst>
              <a:ext uri="{FF2B5EF4-FFF2-40B4-BE49-F238E27FC236}">
                <a16:creationId xmlns:a16="http://schemas.microsoft.com/office/drawing/2014/main" id="{8C6E0B19-DC70-4D19-9A56-05E87567F196}"/>
              </a:ext>
            </a:extLst>
          </p:cNvPr>
          <p:cNvSpPr>
            <a:spLocks noGrp="1"/>
          </p:cNvSpPr>
          <p:nvPr>
            <p:ph type="ftr" sz="quarter" idx="10"/>
          </p:nvPr>
        </p:nvSpPr>
        <p:spPr/>
        <p:txBody>
          <a:bodyPr/>
          <a:lstStyle/>
          <a:p>
            <a:pPr>
              <a:lnSpc>
                <a:spcPct val="100000"/>
              </a:lnSpc>
            </a:pPr>
            <a:r>
              <a:rPr lang="it-IT" noProof="0" dirty="0"/>
              <a:t>Frei verwendbar | © Siemens 2022 | DI FA | 08.12.2022</a:t>
            </a:r>
            <a:endParaRPr lang="de-DE" noProof="0" dirty="0"/>
          </a:p>
        </p:txBody>
      </p:sp>
      <p:sp>
        <p:nvSpPr>
          <p:cNvPr id="10" name="Slide Number Placeholder">
            <a:extLst>
              <a:ext uri="{FF2B5EF4-FFF2-40B4-BE49-F238E27FC236}">
                <a16:creationId xmlns:a16="http://schemas.microsoft.com/office/drawing/2014/main" id="{D3DF1D7C-B467-46E9-B036-83EC1DBE711C}"/>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7" name="Siemens Logo">
            <a:extLst>
              <a:ext uri="{FF2B5EF4-FFF2-40B4-BE49-F238E27FC236}">
                <a16:creationId xmlns:a16="http://schemas.microsoft.com/office/drawing/2014/main" id="{E73DB6A8-F91C-4B87-ACAA-19A2D5EA21E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943002918"/>
      </p:ext>
    </p:extLst>
  </p:cSld>
  <p:clrMapOvr>
    <a:masterClrMapping/>
  </p:clrMapOvr>
  <p:extLst>
    <p:ext uri="{DCECCB84-F9BA-43D5-87BE-67443E8EF086}">
      <p15:sldGuideLst xmlns:p15="http://schemas.microsoft.com/office/powerpoint/2012/main">
        <p15:guide id="1" pos="259" userDrawn="1">
          <p15:clr>
            <a:srgbClr val="65CEFF"/>
          </p15:clr>
        </p15:guide>
        <p15:guide id="2" pos="2526" userDrawn="1">
          <p15:clr>
            <a:srgbClr val="65CEFF"/>
          </p15:clr>
        </p15:guide>
        <p15:guide id="3" pos="2708" userDrawn="1">
          <p15:clr>
            <a:srgbClr val="65CEFF"/>
          </p15:clr>
        </p15:guide>
        <p15:guide id="4" pos="3705" userDrawn="1">
          <p15:clr>
            <a:srgbClr val="65CEFF"/>
          </p15:clr>
        </p15:guide>
        <p15:guide id="5" pos="3978" userDrawn="1">
          <p15:clr>
            <a:srgbClr val="65CEFF"/>
          </p15:clr>
        </p15:guide>
        <p15:guide id="7" pos="4975" userDrawn="1">
          <p15:clr>
            <a:srgbClr val="65CEFF"/>
          </p15:clr>
        </p15:guide>
        <p15:guide id="8" pos="5157" userDrawn="1">
          <p15:clr>
            <a:srgbClr val="65CEFF"/>
          </p15:clr>
        </p15:guide>
        <p15:guide id="9" pos="6472" userDrawn="1">
          <p15:clr>
            <a:srgbClr val="65CEFF"/>
          </p15:clr>
        </p15:guide>
        <p15:guide id="10" pos="7425" userDrawn="1">
          <p15:clr>
            <a:srgbClr val="65CEFF"/>
          </p15:clr>
        </p15:guide>
        <p15:guide id="11" orient="horz" pos="302" userDrawn="1">
          <p15:clr>
            <a:srgbClr val="65CEFF"/>
          </p15:clr>
        </p15:guide>
        <p15:guide id="12" orient="horz" pos="664" userDrawn="1">
          <p15:clr>
            <a:srgbClr val="65CEFF"/>
          </p15:clr>
        </p15:guide>
        <p15:guide id="13" orient="horz" pos="891" userDrawn="1">
          <p15:clr>
            <a:srgbClr val="65CEFF"/>
          </p15:clr>
        </p15:guide>
        <p15:guide id="14" orient="horz" pos="2206" userDrawn="1">
          <p15:clr>
            <a:srgbClr val="65CEFF"/>
          </p15:clr>
        </p15:guide>
        <p15:guide id="15" orient="horz" pos="2343" userDrawn="1">
          <p15:clr>
            <a:srgbClr val="65CEFF"/>
          </p15:clr>
        </p15:guide>
        <p15:guide id="16" orient="horz" pos="3658" userDrawn="1">
          <p15:clr>
            <a:srgbClr val="65CEFF"/>
          </p15:clr>
        </p15:guide>
        <p15:guide id="17" orient="horz" pos="3885" userDrawn="1">
          <p15:clr>
            <a:srgbClr val="65CEFF"/>
          </p15:clr>
        </p15:guide>
        <p15:guide id="18" orient="horz" pos="4157" userDrawn="1">
          <p15:clr>
            <a:srgbClr val="65CEF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object (small)">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C4633C1-8D3E-45A5-A522-817574663A85}"/>
              </a:ext>
            </a:extLst>
          </p:cNvPr>
          <p:cNvSpPr>
            <a:spLocks noGrp="1"/>
          </p:cNvSpPr>
          <p:nvPr>
            <p:ph type="title" hasCustomPrompt="1"/>
          </p:nvPr>
        </p:nvSpPr>
        <p:spPr/>
        <p:txBody>
          <a:bodyPr/>
          <a:lstStyle/>
          <a:p>
            <a:r>
              <a:rPr lang="de-DE" noProof="0"/>
              <a:t>Titelformat bearbeiten</a:t>
            </a:r>
          </a:p>
        </p:txBody>
      </p:sp>
      <p:sp>
        <p:nvSpPr>
          <p:cNvPr id="3" name="Copy">
            <a:extLst>
              <a:ext uri="{FF2B5EF4-FFF2-40B4-BE49-F238E27FC236}">
                <a16:creationId xmlns:a16="http://schemas.microsoft.com/office/drawing/2014/main" id="{9CE7E2D8-94E8-4FE6-93A5-924CA3EC5315}"/>
              </a:ext>
            </a:extLst>
          </p:cNvPr>
          <p:cNvSpPr>
            <a:spLocks noGrp="1"/>
          </p:cNvSpPr>
          <p:nvPr>
            <p:ph idx="1" hasCustomPrompt="1"/>
          </p:nvPr>
        </p:nvSpPr>
        <p:spPr>
          <a:xfrm>
            <a:off x="411162" y="1414800"/>
            <a:ext cx="7199313" cy="4752000"/>
          </a:xfrm>
          <a:prstGeom prst="rect">
            <a:avLst/>
          </a:prstGeom>
        </p:spPr>
        <p:txBody>
          <a:bodyPr>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5" name="Footer Placeholder">
            <a:extLst>
              <a:ext uri="{FF2B5EF4-FFF2-40B4-BE49-F238E27FC236}">
                <a16:creationId xmlns:a16="http://schemas.microsoft.com/office/drawing/2014/main" id="{E519D384-FA09-4D60-95A8-589F157A93F4}"/>
              </a:ext>
            </a:extLst>
          </p:cNvPr>
          <p:cNvSpPr>
            <a:spLocks noGrp="1"/>
          </p:cNvSpPr>
          <p:nvPr>
            <p:ph type="ftr" sz="quarter" idx="10"/>
          </p:nvPr>
        </p:nvSpPr>
        <p:spPr/>
        <p:txBody>
          <a:bodyPr/>
          <a:lstStyle/>
          <a:p>
            <a:pPr>
              <a:lnSpc>
                <a:spcPct val="100000"/>
              </a:lnSpc>
            </a:pPr>
            <a:r>
              <a:rPr lang="it-IT" noProof="0" dirty="0"/>
              <a:t>Frei verwendbar | © Siemens 2022 | DI FA | 08.12.2022</a:t>
            </a:r>
            <a:endParaRPr lang="de-DE" noProof="0" dirty="0"/>
          </a:p>
        </p:txBody>
      </p:sp>
      <p:sp>
        <p:nvSpPr>
          <p:cNvPr id="6" name="Slide Number Placeholder">
            <a:extLst>
              <a:ext uri="{FF2B5EF4-FFF2-40B4-BE49-F238E27FC236}">
                <a16:creationId xmlns:a16="http://schemas.microsoft.com/office/drawing/2014/main" id="{7B1666FD-2258-443A-846C-6C7533C61D5C}"/>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8" name="Siemens Logo">
            <a:extLst>
              <a:ext uri="{FF2B5EF4-FFF2-40B4-BE49-F238E27FC236}">
                <a16:creationId xmlns:a16="http://schemas.microsoft.com/office/drawing/2014/main" id="{91EB517C-C8FD-4E2E-B744-DB952E96B47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842942607"/>
      </p:ext>
    </p:extLst>
  </p:cSld>
  <p:clrMapOvr>
    <a:masterClrMapping/>
  </p:clrMapOvr>
  <p:extLst>
    <p:ext uri="{DCECCB84-F9BA-43D5-87BE-67443E8EF086}">
      <p15:sldGuideLst xmlns:p15="http://schemas.microsoft.com/office/powerpoint/2012/main">
        <p15:guide id="1" pos="259" userDrawn="1">
          <p15:clr>
            <a:srgbClr val="65CEFF"/>
          </p15:clr>
        </p15:guide>
        <p15:guide id="2" pos="4794" userDrawn="1">
          <p15:clr>
            <a:srgbClr val="65CEFF"/>
          </p15:clr>
        </p15:guide>
        <p15:guide id="3" pos="6472" userDrawn="1">
          <p15:clr>
            <a:srgbClr val="65CEFF"/>
          </p15:clr>
        </p15:guide>
        <p15:guide id="4" pos="7425" userDrawn="1">
          <p15:clr>
            <a:srgbClr val="65CEFF"/>
          </p15:clr>
        </p15:guide>
        <p15:guide id="5" orient="horz" pos="302" userDrawn="1">
          <p15:clr>
            <a:srgbClr val="65CEFF"/>
          </p15:clr>
        </p15:guide>
        <p15:guide id="6" orient="horz" pos="664" userDrawn="1">
          <p15:clr>
            <a:srgbClr val="65CEFF"/>
          </p15:clr>
        </p15:guide>
        <p15:guide id="7" orient="horz" pos="891" userDrawn="1">
          <p15:clr>
            <a:srgbClr val="65CEFF"/>
          </p15:clr>
        </p15:guide>
        <p15:guide id="8" orient="horz" pos="3658" userDrawn="1">
          <p15:clr>
            <a:srgbClr val="65CEFF"/>
          </p15:clr>
        </p15:guide>
        <p15:guide id="9" orient="horz" pos="3885" userDrawn="1">
          <p15:clr>
            <a:srgbClr val="65CEFF"/>
          </p15:clr>
        </p15:guide>
        <p15:guide id="10" orient="horz" pos="4157" userDrawn="1">
          <p15:clr>
            <a:srgbClr val="65CE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29E3DA4-014E-4F3D-8186-84366ADFCB03}"/>
              </a:ext>
            </a:extLst>
          </p:cNvPr>
          <p:cNvSpPr>
            <a:spLocks noGrp="1"/>
          </p:cNvSpPr>
          <p:nvPr>
            <p:ph type="title" hasCustomPrompt="1"/>
          </p:nvPr>
        </p:nvSpPr>
        <p:spPr>
          <a:xfrm>
            <a:off x="411163" y="1234800"/>
            <a:ext cx="9863237" cy="1162523"/>
          </a:xfrm>
          <a:blipFill dpi="0" rotWithShape="1">
            <a:blip r:embed="rId2">
              <a:extLst>
                <a:ext uri="{96DAC541-7B7A-43D3-8B79-37D633B846F1}">
                  <asvg:svgBlip xmlns:asvg="http://schemas.microsoft.com/office/drawing/2016/SVG/main" r:embed="rId3"/>
                </a:ext>
              </a:extLst>
            </a:blip>
            <a:srcRect/>
            <a:stretch>
              <a:fillRect/>
            </a:stretch>
          </a:blipFill>
        </p:spPr>
        <p:txBody>
          <a:bodyPr wrap="square" lIns="0" tIns="54000" rIns="0" bIns="0" anchor="t" anchorCtr="0">
            <a:spAutoFit/>
          </a:bodyPr>
          <a:lstStyle>
            <a:lvl1pPr marL="540000">
              <a:defRPr sz="8000">
                <a:solidFill>
                  <a:schemeClr val="tx1"/>
                </a:solidFill>
              </a:defRPr>
            </a:lvl1pPr>
          </a:lstStyle>
          <a:p>
            <a:r>
              <a:rPr lang="de-DE" noProof="0"/>
              <a:t>Kontakt</a:t>
            </a:r>
          </a:p>
        </p:txBody>
      </p:sp>
      <p:sp>
        <p:nvSpPr>
          <p:cNvPr id="3" name="Copy">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1058400" y="2397324"/>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80000" indent="-180000" algn="l">
              <a:spcAft>
                <a:spcPts val="0"/>
              </a:spcAft>
              <a:buFont typeface="Arial" panose="020B0604020202020204" pitchFamily="34" charset="0"/>
              <a:buChar char="•"/>
              <a:defRPr sz="1400" b="0"/>
            </a:lvl3pPr>
            <a:lvl4pPr marL="360000" indent="-180000" algn="l">
              <a:spcAft>
                <a:spcPts val="0"/>
              </a:spcAft>
              <a:buFont typeface="Arial" panose="020B0604020202020204" pitchFamily="34" charset="0"/>
              <a:buChar char="•"/>
              <a:defRPr sz="1400"/>
            </a:lvl4pPr>
            <a:lvl5pPr marL="360000" indent="-180000" algn="l">
              <a:spcAft>
                <a:spcPts val="0"/>
              </a:spcAft>
              <a:buFont typeface="Arial" panose="020B0604020202020204" pitchFamily="34" charset="0"/>
              <a:buChar char="•"/>
              <a:defRPr sz="1400" b="1"/>
            </a:lvl5pPr>
            <a:lvl6pPr marL="540000" indent="-180000" algn="l">
              <a:spcAft>
                <a:spcPts val="0"/>
              </a:spcAft>
              <a:buFont typeface="Arial" panose="020B0604020202020204" pitchFamily="34" charset="0"/>
              <a:buChar char="•"/>
              <a:defRPr sz="1400"/>
            </a:lvl6pPr>
            <a:lvl7pPr marL="540000" indent="-180000" algn="l">
              <a:spcAft>
                <a:spcPts val="0"/>
              </a:spcAft>
              <a:buFont typeface="Arial" panose="020B0604020202020204" pitchFamily="34" charset="0"/>
              <a:buChar char="•"/>
              <a:defRPr sz="1400" b="1"/>
            </a:lvl7pPr>
            <a:lvl8pPr marL="720000" indent="-180000" algn="l">
              <a:spcAft>
                <a:spcPts val="0"/>
              </a:spcAft>
              <a:buFont typeface="Arial" panose="020B0604020202020204" pitchFamily="34" charset="0"/>
              <a:buChar char="•"/>
              <a:defRPr sz="1400"/>
            </a:lvl8pPr>
            <a:lvl9pPr marL="720000" indent="-180000" algn="l">
              <a:spcAft>
                <a:spcPts val="0"/>
              </a:spcAft>
              <a:buFont typeface="Arial" panose="020B0604020202020204" pitchFamily="34" charset="0"/>
              <a:buChar char="•"/>
              <a:defRPr sz="1400" b="1"/>
            </a:lvl9pPr>
          </a:lstStyle>
          <a:p>
            <a:pPr lvl="0"/>
            <a:r>
              <a:rPr lang="de-DE" noProof="0"/>
              <a:t>Kontakt bearbeiten</a:t>
            </a:r>
          </a:p>
          <a:p>
            <a:pPr lvl="1"/>
            <a:r>
              <a:rPr lang="de-DE" noProof="0"/>
              <a:t>Name etc.</a:t>
            </a:r>
          </a:p>
          <a:p>
            <a:pPr lvl="2"/>
            <a:r>
              <a:rPr lang="de-DE" noProof="0"/>
              <a:t>Abteilung etc.</a:t>
            </a:r>
          </a:p>
          <a:p>
            <a:pPr lvl="3"/>
            <a:r>
              <a:rPr lang="de-DE" noProof="0"/>
              <a:t>Unterkapitel</a:t>
            </a:r>
          </a:p>
          <a:p>
            <a:pPr lvl="4"/>
            <a:r>
              <a:rPr lang="de-DE" noProof="0"/>
              <a:t>Aktives Unterkapitel</a:t>
            </a:r>
          </a:p>
        </p:txBody>
      </p:sp>
      <p:sp>
        <p:nvSpPr>
          <p:cNvPr id="8" name="Footer Placeholder">
            <a:extLst>
              <a:ext uri="{FF2B5EF4-FFF2-40B4-BE49-F238E27FC236}">
                <a16:creationId xmlns:a16="http://schemas.microsoft.com/office/drawing/2014/main" id="{3279A350-3BB2-4CA2-A422-8F5A951F6F64}"/>
              </a:ext>
            </a:extLst>
          </p:cNvPr>
          <p:cNvSpPr>
            <a:spLocks noGrp="1"/>
          </p:cNvSpPr>
          <p:nvPr>
            <p:ph type="ftr" sz="quarter" idx="10"/>
          </p:nvPr>
        </p:nvSpPr>
        <p:spPr/>
        <p:txBody>
          <a:bodyPr/>
          <a:lstStyle/>
          <a:p>
            <a:pPr>
              <a:lnSpc>
                <a:spcPct val="100000"/>
              </a:lnSpc>
            </a:pPr>
            <a:r>
              <a:rPr lang="it-IT" noProof="0" dirty="0"/>
              <a:t>Frei verwendbar | © Siemens 2022 | DI FA | 08.12.2022</a:t>
            </a:r>
            <a:endParaRPr lang="de-DE" noProof="0" dirty="0"/>
          </a:p>
        </p:txBody>
      </p:sp>
      <p:sp>
        <p:nvSpPr>
          <p:cNvPr id="9" name="Slide Number Placeholder">
            <a:extLst>
              <a:ext uri="{FF2B5EF4-FFF2-40B4-BE49-F238E27FC236}">
                <a16:creationId xmlns:a16="http://schemas.microsoft.com/office/drawing/2014/main" id="{CFF9630D-791D-45AE-8E5E-36F747F599E9}"/>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10" name="Siemens Logo">
            <a:extLst>
              <a:ext uri="{FF2B5EF4-FFF2-40B4-BE49-F238E27FC236}">
                <a16:creationId xmlns:a16="http://schemas.microsoft.com/office/drawing/2014/main" id="{5FD2C39E-5D81-4A0E-9F45-909328900889}"/>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41007990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userDrawn="1">
          <p15:clr>
            <a:srgbClr val="65CEFF"/>
          </p15:clr>
        </p15:guide>
        <p15:guide id="2" pos="6472" userDrawn="1">
          <p15:clr>
            <a:srgbClr val="65CEFF"/>
          </p15:clr>
        </p15:guide>
        <p15:guide id="3" pos="7425" userDrawn="1">
          <p15:clr>
            <a:srgbClr val="65CEFF"/>
          </p15:clr>
        </p15:guide>
        <p15:guide id="4" orient="horz" pos="778" userDrawn="1">
          <p15:clr>
            <a:srgbClr val="65CEFF"/>
          </p15:clr>
        </p15:guide>
        <p15:guide id="5" orient="horz" pos="3658" userDrawn="1">
          <p15:clr>
            <a:srgbClr val="65CEFF"/>
          </p15:clr>
        </p15:guide>
        <p15:guide id="6" orient="horz" pos="4157" userDrawn="1">
          <p15:clr>
            <a:srgbClr val="65CEF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hapter title dark 6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3CAAA86-26BD-41E0-A26A-7AF592C3A34A}"/>
              </a:ext>
            </a:extLst>
          </p:cNvPr>
          <p:cNvSpPr>
            <a:spLocks noGrp="1"/>
          </p:cNvSpPr>
          <p:nvPr>
            <p:ph type="title" hasCustomPrompt="1"/>
          </p:nvPr>
        </p:nvSpPr>
        <p:spPr>
          <a:xfrm>
            <a:off x="410400" y="1414463"/>
            <a:ext cx="11376788" cy="2769989"/>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b="500"/>
            </a:stretch>
          </a:blipFill>
        </p:spPr>
        <p:txBody>
          <a:bodyPr rIns="0" bIns="0" anchor="t" anchorCtr="0">
            <a:spAutoFit/>
          </a:bodyPr>
          <a:lstStyle>
            <a:lvl1pPr marL="414000">
              <a:lnSpc>
                <a:spcPct val="100000"/>
              </a:lnSpc>
              <a:defRPr sz="6000">
                <a:solidFill>
                  <a:schemeClr val="tx1"/>
                </a:solidFill>
              </a:defRPr>
            </a:lvl1pPr>
          </a:lstStyle>
          <a:p>
            <a:r>
              <a:rPr lang="de-DE" noProof="0"/>
              <a:t>Titelformat bearbeiten </a:t>
            </a:r>
            <a:br>
              <a:rPr lang="de-DE" noProof="0"/>
            </a:br>
            <a:r>
              <a:rPr lang="de-DE" noProof="0"/>
              <a:t>3 Zeilen</a:t>
            </a:r>
            <a:br>
              <a:rPr lang="de-DE" noProof="0"/>
            </a:br>
            <a:r>
              <a:rPr lang="de-DE" noProof="0"/>
              <a:t>Kapiteltrenner 60 pt</a:t>
            </a:r>
          </a:p>
        </p:txBody>
      </p:sp>
      <p:sp>
        <p:nvSpPr>
          <p:cNvPr id="3" name="Subhead">
            <a:extLst>
              <a:ext uri="{FF2B5EF4-FFF2-40B4-BE49-F238E27FC236}">
                <a16:creationId xmlns:a16="http://schemas.microsoft.com/office/drawing/2014/main" id="{89304306-5233-4901-B576-444696A2EA33}"/>
              </a:ext>
            </a:extLst>
          </p:cNvPr>
          <p:cNvSpPr>
            <a:spLocks noGrp="1"/>
          </p:cNvSpPr>
          <p:nvPr>
            <p:ph type="subTitle" idx="1" hasCustomPrompt="1"/>
          </p:nvPr>
        </p:nvSpPr>
        <p:spPr>
          <a:xfrm>
            <a:off x="411163" y="4184452"/>
            <a:ext cx="9288000" cy="1622622"/>
          </a:xfrm>
          <a:prstGeom prst="rect">
            <a:avLst/>
          </a:prstGeom>
        </p:spPr>
        <p:txBody>
          <a:bodyPr lIns="0" tIns="349200">
            <a:noAutofit/>
          </a:bodyPr>
          <a:lstStyle>
            <a:lvl1pPr marL="0" indent="0" algn="l">
              <a:spcAft>
                <a:spcPts val="300"/>
              </a:spcAft>
              <a:buNone/>
              <a:defRPr sz="2400">
                <a:solidFill>
                  <a:schemeClr val="tx1"/>
                </a:solidFill>
              </a:defRPr>
            </a:lvl1pPr>
            <a:lvl2pPr marL="0" marR="0" indent="0" algn="l" defTabSz="914400"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4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de-DE" noProof="0"/>
              <a:t>Subhead für Kapiteltrennergröße 60 pt</a:t>
            </a:r>
          </a:p>
        </p:txBody>
      </p:sp>
      <p:sp>
        <p:nvSpPr>
          <p:cNvPr id="5" name="Footer Placeholder">
            <a:extLst>
              <a:ext uri="{FF2B5EF4-FFF2-40B4-BE49-F238E27FC236}">
                <a16:creationId xmlns:a16="http://schemas.microsoft.com/office/drawing/2014/main" id="{21031E7D-E514-484A-9CCD-52A9C2222261}"/>
              </a:ext>
            </a:extLst>
          </p:cNvPr>
          <p:cNvSpPr>
            <a:spLocks noGrp="1"/>
          </p:cNvSpPr>
          <p:nvPr>
            <p:ph type="ftr" sz="quarter" idx="10"/>
          </p:nvPr>
        </p:nvSpPr>
        <p:spPr>
          <a:xfrm>
            <a:off x="1059160" y="6310800"/>
            <a:ext cx="8640003" cy="547200"/>
          </a:xfrm>
        </p:spPr>
        <p:txBody>
          <a:bodyPr/>
          <a:lstStyle/>
          <a:p>
            <a:r>
              <a:rPr lang="it-IT" noProof="0" dirty="0"/>
              <a:t>Frei verwendbar | © Siemens 2022 | DI FA | 23.11.2022</a:t>
            </a:r>
            <a:endParaRPr lang="de-DE" noProof="0" dirty="0"/>
          </a:p>
        </p:txBody>
      </p:sp>
      <p:sp>
        <p:nvSpPr>
          <p:cNvPr id="6" name="Slide Number Placeholder">
            <a:extLst>
              <a:ext uri="{FF2B5EF4-FFF2-40B4-BE49-F238E27FC236}">
                <a16:creationId xmlns:a16="http://schemas.microsoft.com/office/drawing/2014/main" id="{447F428C-5AA7-413C-A721-B7AADDF8B425}"/>
              </a:ext>
            </a:extLst>
          </p:cNvPr>
          <p:cNvSpPr>
            <a:spLocks noGrp="1"/>
          </p:cNvSpPr>
          <p:nvPr>
            <p:ph type="sldNum" sz="quarter" idx="11"/>
          </p:nvPr>
        </p:nvSpPr>
        <p:spPr/>
        <p:txBody>
          <a:bodyPr/>
          <a:lstStyle/>
          <a:p>
            <a:r>
              <a:rPr lang="de-DE" noProof="0" dirty="0"/>
              <a:t>Seite </a:t>
            </a:r>
            <a:fld id="{15EBE321-CBB1-4E91-BD14-37C8D44326FB}" type="slidenum">
              <a:rPr lang="de-DE" noProof="0" smtClean="0"/>
              <a:pPr/>
              <a:t>‹Nr.›</a:t>
            </a:fld>
            <a:endParaRPr lang="de-DE" noProof="0" dirty="0"/>
          </a:p>
        </p:txBody>
      </p:sp>
      <p:pic>
        <p:nvPicPr>
          <p:cNvPr id="10" name="Siemens Logo">
            <a:extLst>
              <a:ext uri="{FF2B5EF4-FFF2-40B4-BE49-F238E27FC236}">
                <a16:creationId xmlns:a16="http://schemas.microsoft.com/office/drawing/2014/main" id="{9A561178-96D2-407A-94C5-91A37401F657}"/>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0274400" y="6364800"/>
            <a:ext cx="1512000" cy="240408"/>
          </a:xfrm>
          <a:prstGeom prst="rect">
            <a:avLst/>
          </a:prstGeom>
        </p:spPr>
      </p:pic>
    </p:spTree>
    <p:extLst>
      <p:ext uri="{BB962C8B-B14F-4D97-AF65-F5344CB8AC3E}">
        <p14:creationId xmlns:p14="http://schemas.microsoft.com/office/powerpoint/2010/main" val="32986657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ACB07DB3-4EDB-44E5-BD6D-77203D8A2415}"/>
              </a:ext>
            </a:extLst>
          </p:cNvPr>
          <p:cNvGraphicFramePr>
            <a:graphicFrameLocks noChangeAspect="1"/>
          </p:cNvGraphicFramePr>
          <p:nvPr userDrawn="1">
            <p:custDataLst>
              <p:tags r:id="rId8"/>
            </p:custDataLst>
            <p:extLst>
              <p:ext uri="{D42A27DB-BD31-4B8C-83A1-F6EECF244321}">
                <p14:modId xmlns:p14="http://schemas.microsoft.com/office/powerpoint/2010/main" val="6833549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9" imgW="532" imgH="533" progId="TCLayout.ActiveDocument.1">
                  <p:embed/>
                </p:oleObj>
              </mc:Choice>
              <mc:Fallback>
                <p:oleObj name="think-cell Folie" r:id="rId9" imgW="532" imgH="533" progId="TCLayout.ActiveDocument.1">
                  <p:embed/>
                  <p:pic>
                    <p:nvPicPr>
                      <p:cNvPr id="7" name="Objekt 6" hidden="1">
                        <a:extLst>
                          <a:ext uri="{FF2B5EF4-FFF2-40B4-BE49-F238E27FC236}">
                            <a16:creationId xmlns:a16="http://schemas.microsoft.com/office/drawing/2014/main" id="{ACB07DB3-4EDB-44E5-BD6D-77203D8A241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a:extLst>
              <a:ext uri="{FF2B5EF4-FFF2-40B4-BE49-F238E27FC236}">
                <a16:creationId xmlns:a16="http://schemas.microsoft.com/office/drawing/2014/main" id="{2500D031-E8B7-42AD-B616-57A243A31EFA}"/>
              </a:ext>
            </a:extLst>
          </p:cNvPr>
          <p:cNvSpPr>
            <a:spLocks noGrp="1"/>
          </p:cNvSpPr>
          <p:nvPr>
            <p:ph type="title"/>
          </p:nvPr>
        </p:nvSpPr>
        <p:spPr>
          <a:xfrm>
            <a:off x="410400" y="478800"/>
            <a:ext cx="9863997" cy="576000"/>
          </a:xfrm>
          <a:prstGeom prst="rect">
            <a:avLst/>
          </a:prstGeom>
        </p:spPr>
        <p:txBody>
          <a:bodyPr vert="horz" lIns="0" tIns="0" rIns="324000" bIns="14400" rtlCol="0" anchor="t" anchorCtr="0">
            <a:noAutofit/>
          </a:bodyPr>
          <a:lstStyle/>
          <a:p>
            <a:r>
              <a:rPr lang="de-DE" noProof="0" dirty="0"/>
              <a:t>Titelmasterformat durch Klicken bearbeiten</a:t>
            </a:r>
          </a:p>
        </p:txBody>
      </p:sp>
      <p:sp>
        <p:nvSpPr>
          <p:cNvPr id="3" name="Text Placeholder">
            <a:extLst>
              <a:ext uri="{FF2B5EF4-FFF2-40B4-BE49-F238E27FC236}">
                <a16:creationId xmlns:a16="http://schemas.microsoft.com/office/drawing/2014/main" id="{6750A408-ED0E-47CF-AC3A-5AD4A6E25CE3}"/>
              </a:ext>
            </a:extLst>
          </p:cNvPr>
          <p:cNvSpPr>
            <a:spLocks noGrp="1"/>
          </p:cNvSpPr>
          <p:nvPr>
            <p:ph type="body" idx="1"/>
          </p:nvPr>
        </p:nvSpPr>
        <p:spPr>
          <a:xfrm>
            <a:off x="411161" y="1414800"/>
            <a:ext cx="7200000" cy="4536000"/>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Siebente Ebene</a:t>
            </a:r>
          </a:p>
          <a:p>
            <a:pPr lvl="7"/>
            <a:r>
              <a:rPr lang="de-DE" noProof="0"/>
              <a:t>Achte Ebene</a:t>
            </a:r>
          </a:p>
          <a:p>
            <a:pPr lvl="8"/>
            <a:r>
              <a:rPr lang="de-DE" noProof="0"/>
              <a:t>Neunte Ebene</a:t>
            </a:r>
          </a:p>
        </p:txBody>
      </p:sp>
      <p:sp>
        <p:nvSpPr>
          <p:cNvPr id="5" name="Footer Placeholder">
            <a:extLst>
              <a:ext uri="{FF2B5EF4-FFF2-40B4-BE49-F238E27FC236}">
                <a16:creationId xmlns:a16="http://schemas.microsoft.com/office/drawing/2014/main"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it-IT" noProof="0" dirty="0"/>
              <a:t>Frei verwendbar | © Siemens 2022 | DI FA | 08.12.2022</a:t>
            </a:r>
            <a:endParaRPr lang="de-DE" noProof="0" dirty="0"/>
          </a:p>
        </p:txBody>
      </p:sp>
      <p:sp>
        <p:nvSpPr>
          <p:cNvPr id="6" name="Slide Number Placeholder">
            <a:extLst>
              <a:ext uri="{FF2B5EF4-FFF2-40B4-BE49-F238E27FC236}">
                <a16:creationId xmlns:a16="http://schemas.microsoft.com/office/drawing/2014/main" id="{1C051FD7-F65C-4306-9083-C9770A0AF2DF}"/>
              </a:ext>
            </a:extLst>
          </p:cNvPr>
          <p:cNvSpPr>
            <a:spLocks noGrp="1"/>
          </p:cNvSpPr>
          <p:nvPr>
            <p:ph type="sldNum" sz="quarter" idx="4"/>
          </p:nvPr>
        </p:nvSpPr>
        <p:spPr>
          <a:xfrm>
            <a:off x="411162"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r>
              <a:rPr lang="de-DE" noProof="0" dirty="0"/>
              <a:t>Seite </a:t>
            </a:r>
            <a:fld id="{15EBE321-CBB1-4E91-BD14-37C8D44326FB}" type="slidenum">
              <a:rPr lang="de-DE" noProof="0" smtClean="0"/>
              <a:pPr/>
              <a:t>‹Nr.›</a:t>
            </a:fld>
            <a:endParaRPr lang="de-DE" noProof="0" dirty="0"/>
          </a:p>
        </p:txBody>
      </p:sp>
    </p:spTree>
    <p:extLst>
      <p:ext uri="{BB962C8B-B14F-4D97-AF65-F5344CB8AC3E}">
        <p14:creationId xmlns:p14="http://schemas.microsoft.com/office/powerpoint/2010/main" val="1698585145"/>
      </p:ext>
    </p:extLst>
  </p:cSld>
  <p:clrMap bg1="lt1" tx1="dk1" bg2="lt2" tx2="dk2" accent1="accent1" accent2="accent2" accent3="accent3" accent4="accent4" accent5="accent5" accent6="accent6" hlink="hlink" folHlink="folHlink"/>
  <p:sldLayoutIdLst>
    <p:sldLayoutId id="2147483730" r:id="rId1"/>
    <p:sldLayoutId id="2147483708" r:id="rId2"/>
    <p:sldLayoutId id="2147483655" r:id="rId3"/>
    <p:sldLayoutId id="2147483650" r:id="rId4"/>
    <p:sldLayoutId id="2147483678" r:id="rId5"/>
    <p:sldLayoutId id="2147483731" r:id="rId6"/>
  </p:sldLayoutIdLst>
  <p:hf sldNum="0" hdr="0" dt="0"/>
  <p:txStyles>
    <p:titleStyle>
      <a:lvl1pPr algn="l" defTabSz="914400"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300"/>
        </a:spcAft>
        <a:buFont typeface="Arial" panose="020B0604020202020204" pitchFamily="34" charset="0"/>
        <a:buNone/>
        <a:defRPr sz="18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12.jp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notesSlide" Target="../notesSlides/notesSlide1.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slideLayout" Target="../slideLayouts/slideLayout2.xml"/><Relationship Id="rId17" Type="http://schemas.openxmlformats.org/officeDocument/2006/relationships/image" Target="../media/image16.png"/><Relationship Id="rId2" Type="http://schemas.openxmlformats.org/officeDocument/2006/relationships/tags" Target="../tags/tag6.xml"/><Relationship Id="rId16" Type="http://schemas.openxmlformats.org/officeDocument/2006/relationships/image" Target="../media/image15.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image" Target="../media/image14.png"/><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image" Target="../media/image13.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hyperlink" Target="https://support.industry.siemens.com/cs/ww/de/view/109756450" TargetMode="External"/><Relationship Id="rId4" Type="http://schemas.openxmlformats.org/officeDocument/2006/relationships/image" Target="../media/image17.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18.x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19.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20.xml"/><Relationship Id="rId4" Type="http://schemas.openxmlformats.org/officeDocument/2006/relationships/image" Target="../media/image1.emf"/></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21.xml"/><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22.xml"/><Relationship Id="rId4" Type="http://schemas.openxmlformats.org/officeDocument/2006/relationships/image" Target="../media/image1.emf"/></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hyperlink" Target="https://support.industry.siemens.com/cs/ww/en/view/102325771" TargetMode="External"/><Relationship Id="rId5" Type="http://schemas.openxmlformats.org/officeDocument/2006/relationships/image" Target="../media/image28.jpe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hyperlink" Target="https://support.industry.siemens.com/cs/ch/en/view/109744811"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23.xml"/><Relationship Id="rId4" Type="http://schemas.openxmlformats.org/officeDocument/2006/relationships/image" Target="../media/image1.emf"/></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2.JP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41.emf"/><Relationship Id="rId5" Type="http://schemas.openxmlformats.org/officeDocument/2006/relationships/oleObject" Target="../embeddings/oleObject5.bin"/><Relationship Id="rId4" Type="http://schemas.openxmlformats.org/officeDocument/2006/relationships/notesSlide" Target="../notesSlides/notesSlide4.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46.JPG"/><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45.JPG"/><Relationship Id="rId5" Type="http://schemas.openxmlformats.org/officeDocument/2006/relationships/image" Target="../media/image44.JPG"/><Relationship Id="rId4" Type="http://schemas.openxmlformats.org/officeDocument/2006/relationships/image" Target="../media/image43.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27.xml"/><Relationship Id="rId5" Type="http://schemas.openxmlformats.org/officeDocument/2006/relationships/image" Target="../media/image44.JPG"/><Relationship Id="rId4" Type="http://schemas.openxmlformats.org/officeDocument/2006/relationships/image" Target="../media/image43.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28.xml"/><Relationship Id="rId4" Type="http://schemas.openxmlformats.org/officeDocument/2006/relationships/image" Target="../media/image1.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29.xml"/><Relationship Id="rId5" Type="http://schemas.openxmlformats.org/officeDocument/2006/relationships/image" Target="../media/image47.png"/><Relationship Id="rId4" Type="http://schemas.openxmlformats.org/officeDocument/2006/relationships/image" Target="../media/image43.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30.xml"/><Relationship Id="rId5" Type="http://schemas.openxmlformats.org/officeDocument/2006/relationships/image" Target="../media/image48.png"/><Relationship Id="rId4" Type="http://schemas.openxmlformats.org/officeDocument/2006/relationships/image" Target="../media/image43.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31.xml"/><Relationship Id="rId5" Type="http://schemas.openxmlformats.org/officeDocument/2006/relationships/image" Target="../media/image49.png"/><Relationship Id="rId4" Type="http://schemas.openxmlformats.org/officeDocument/2006/relationships/image" Target="../media/image43.emf"/></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kt 10" hidden="1">
            <a:extLst>
              <a:ext uri="{FF2B5EF4-FFF2-40B4-BE49-F238E27FC236}">
                <a16:creationId xmlns:a16="http://schemas.microsoft.com/office/drawing/2014/main" id="{4570661E-270A-4F1E-A393-48DB2F01E9D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11" name="Objekt 10" hidden="1">
                        <a:extLst>
                          <a:ext uri="{FF2B5EF4-FFF2-40B4-BE49-F238E27FC236}">
                            <a16:creationId xmlns:a16="http://schemas.microsoft.com/office/drawing/2014/main" id="{4570661E-270A-4F1E-A393-48DB2F01E9D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a:extLst>
              <a:ext uri="{FF2B5EF4-FFF2-40B4-BE49-F238E27FC236}">
                <a16:creationId xmlns:a16="http://schemas.microsoft.com/office/drawing/2014/main" id="{C7413F94-559E-46DF-A817-2051A7BA92CB}"/>
              </a:ext>
            </a:extLst>
          </p:cNvPr>
          <p:cNvSpPr>
            <a:spLocks noGrp="1"/>
          </p:cNvSpPr>
          <p:nvPr>
            <p:ph type="title"/>
          </p:nvPr>
        </p:nvSpPr>
        <p:spPr>
          <a:xfrm>
            <a:off x="410401" y="3780000"/>
            <a:ext cx="9287638" cy="1477328"/>
          </a:xfrm>
        </p:spPr>
        <p:txBody>
          <a:bodyPr vert="horz"/>
          <a:lstStyle/>
          <a:p>
            <a:r>
              <a:rPr lang="en-US" dirty="0"/>
              <a:t>PN System Redundancy with S7-1500 R/H and ET 200</a:t>
            </a:r>
            <a:endParaRPr lang="en-US" b="0" dirty="0"/>
          </a:p>
        </p:txBody>
      </p:sp>
      <p:sp>
        <p:nvSpPr>
          <p:cNvPr id="2" name="Subtitle">
            <a:extLst>
              <a:ext uri="{FF2B5EF4-FFF2-40B4-BE49-F238E27FC236}">
                <a16:creationId xmlns:a16="http://schemas.microsoft.com/office/drawing/2014/main" id="{27507DB2-A004-4C7F-BB03-CAB07E07A0D3}"/>
              </a:ext>
            </a:extLst>
          </p:cNvPr>
          <p:cNvSpPr>
            <a:spLocks noGrp="1"/>
          </p:cNvSpPr>
          <p:nvPr>
            <p:ph type="subTitle" idx="1"/>
          </p:nvPr>
        </p:nvSpPr>
        <p:spPr/>
        <p:txBody>
          <a:bodyPr/>
          <a:lstStyle/>
          <a:p>
            <a:r>
              <a:rPr lang="en-US" dirty="0"/>
              <a:t>Technical Details (Part 2)</a:t>
            </a:r>
          </a:p>
        </p:txBody>
      </p:sp>
      <p:sp>
        <p:nvSpPr>
          <p:cNvPr id="3" name="Footer Placeholder">
            <a:extLst>
              <a:ext uri="{FF2B5EF4-FFF2-40B4-BE49-F238E27FC236}">
                <a16:creationId xmlns:a16="http://schemas.microsoft.com/office/drawing/2014/main" id="{38D101C9-5442-4E35-9BFD-3591529F0F77}"/>
              </a:ext>
            </a:extLst>
          </p:cNvPr>
          <p:cNvSpPr>
            <a:spLocks noGrp="1"/>
          </p:cNvSpPr>
          <p:nvPr>
            <p:ph type="ftr" sz="quarter" idx="13"/>
          </p:nvPr>
        </p:nvSpPr>
        <p:spPr/>
        <p:txBody>
          <a:bodyPr/>
          <a:lstStyle/>
          <a:p>
            <a:r>
              <a:rPr lang="en-US" dirty="0"/>
              <a:t>Unrestricted | © Siemens 2022 | DI FA | 08.12.2022</a:t>
            </a:r>
          </a:p>
        </p:txBody>
      </p:sp>
      <p:pic>
        <p:nvPicPr>
          <p:cNvPr id="9" name="Bildplatzhalter 8">
            <a:extLst>
              <a:ext uri="{FF2B5EF4-FFF2-40B4-BE49-F238E27FC236}">
                <a16:creationId xmlns:a16="http://schemas.microsoft.com/office/drawing/2014/main" id="{DFB477AD-6976-B417-55BC-D0597BDB5D9A}"/>
              </a:ext>
            </a:extLst>
          </p:cNvPr>
          <p:cNvPicPr>
            <a:picLocks noGrp="1" noChangeAspect="1"/>
          </p:cNvPicPr>
          <p:nvPr>
            <p:ph type="pic" sz="quarter" idx="11"/>
          </p:nvPr>
        </p:nvPicPr>
        <p:blipFill>
          <a:blip r:embed="rId5"/>
          <a:srcRect t="24468" b="24468"/>
          <a:stretch>
            <a:fillRect/>
          </a:stretch>
        </p:blipFill>
        <p:spPr>
          <a:xfrm>
            <a:off x="0" y="205519"/>
            <a:ext cx="12192000" cy="3502800"/>
          </a:xfrm>
        </p:spPr>
      </p:pic>
    </p:spTree>
    <p:extLst>
      <p:ext uri="{BB962C8B-B14F-4D97-AF65-F5344CB8AC3E}">
        <p14:creationId xmlns:p14="http://schemas.microsoft.com/office/powerpoint/2010/main" val="3807773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E9CAF38F-04A4-4EDD-8EF9-6D0063DA352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7" name="Objekt 6" hidden="1">
                        <a:extLst>
                          <a:ext uri="{FF2B5EF4-FFF2-40B4-BE49-F238E27FC236}">
                            <a16:creationId xmlns:a16="http://schemas.microsoft.com/office/drawing/2014/main" id="{E9CAF38F-04A4-4EDD-8EF9-6D0063DA352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D844B46B-66FB-4F76-8B0E-37D7D4617D33}"/>
              </a:ext>
            </a:extLst>
          </p:cNvPr>
          <p:cNvSpPr>
            <a:spLocks noGrp="1"/>
          </p:cNvSpPr>
          <p:nvPr>
            <p:ph type="title"/>
          </p:nvPr>
        </p:nvSpPr>
        <p:spPr/>
        <p:txBody>
          <a:bodyPr vert="horz"/>
          <a:lstStyle/>
          <a:p>
            <a:r>
              <a:rPr lang="en-US" dirty="0"/>
              <a:t>SIMATIC S7-1500 Redundant Systems</a:t>
            </a:r>
            <a:br>
              <a:rPr lang="en-US" noProof="0" dirty="0"/>
            </a:br>
            <a:r>
              <a:rPr lang="en-US" b="0" noProof="0" dirty="0"/>
              <a:t>Further technical slide sets</a:t>
            </a:r>
            <a:endParaRPr lang="en-US" noProof="0" dirty="0"/>
          </a:p>
        </p:txBody>
      </p:sp>
      <p:sp>
        <p:nvSpPr>
          <p:cNvPr id="3" name="Footer Placeholder">
            <a:extLst>
              <a:ext uri="{FF2B5EF4-FFF2-40B4-BE49-F238E27FC236}">
                <a16:creationId xmlns:a16="http://schemas.microsoft.com/office/drawing/2014/main" id="{06245AF5-1AE3-49EC-B4ED-2C4EC9A6E5FC}"/>
              </a:ext>
            </a:extLst>
          </p:cNvPr>
          <p:cNvSpPr>
            <a:spLocks noGrp="1"/>
          </p:cNvSpPr>
          <p:nvPr>
            <p:ph type="ftr" sz="quarter" idx="10"/>
          </p:nvPr>
        </p:nvSpPr>
        <p:spPr/>
        <p:txBody>
          <a:bodyPr/>
          <a:lstStyle/>
          <a:p>
            <a:pPr>
              <a:lnSpc>
                <a:spcPct val="100000"/>
              </a:lnSpc>
            </a:pPr>
            <a:r>
              <a:rPr lang="en-US" dirty="0"/>
              <a:t>Unrestricted | © Siemens 2022 | DI FA | 23.11.2022</a:t>
            </a:r>
          </a:p>
        </p:txBody>
      </p:sp>
      <p:sp>
        <p:nvSpPr>
          <p:cNvPr id="5" name="Aganda">
            <a:extLst>
              <a:ext uri="{FF2B5EF4-FFF2-40B4-BE49-F238E27FC236}">
                <a16:creationId xmlns:a16="http://schemas.microsoft.com/office/drawing/2014/main" id="{A38F6808-4085-423A-A99A-9DC01B1678CB}"/>
              </a:ext>
            </a:extLst>
          </p:cNvPr>
          <p:cNvSpPr>
            <a:spLocks noGrp="1"/>
          </p:cNvSpPr>
          <p:nvPr>
            <p:ph type="body" sz="quarter" idx="4294967295"/>
          </p:nvPr>
        </p:nvSpPr>
        <p:spPr>
          <a:xfrm>
            <a:off x="2055223" y="2048012"/>
            <a:ext cx="8926028" cy="3408911"/>
          </a:xfrm>
        </p:spPr>
        <p:txBody>
          <a:bodyPr vert="horz" wrap="square" lIns="0" tIns="71120" rIns="71120" bIns="71120" rtlCol="0" anchor="t">
            <a:noAutofit/>
          </a:bodyPr>
          <a:lstStyle/>
          <a:p>
            <a:pPr>
              <a:lnSpc>
                <a:spcPct val="100000"/>
              </a:lnSpc>
              <a:spcAft>
                <a:spcPts val="600"/>
              </a:spcAft>
              <a:buClr>
                <a:srgbClr val="879BAA"/>
              </a:buClr>
              <a:buSzPct val="100000"/>
              <a:tabLst>
                <a:tab pos="5902325" algn="r"/>
              </a:tabLst>
            </a:pPr>
            <a:r>
              <a:rPr lang="en-US" sz="2000" dirty="0">
                <a:latin typeface="Arial"/>
                <a:ea typeface="+mj-ea"/>
                <a:cs typeface="+mj-cs"/>
              </a:rPr>
              <a:t>This document is part of a three-part set of slides</a:t>
            </a:r>
          </a:p>
          <a:p>
            <a:pPr>
              <a:lnSpc>
                <a:spcPct val="100000"/>
              </a:lnSpc>
              <a:spcAft>
                <a:spcPts val="600"/>
              </a:spcAft>
              <a:buClr>
                <a:srgbClr val="879BAA"/>
              </a:buClr>
              <a:buSzPct val="100000"/>
              <a:tabLst>
                <a:tab pos="5902325" algn="r"/>
              </a:tabLst>
            </a:pPr>
            <a:endParaRPr lang="en-US" sz="2000" dirty="0"/>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1: </a:t>
            </a:r>
            <a:r>
              <a:rPr lang="en-US" sz="2000" dirty="0"/>
              <a:t>Redundant Systems SIMATIC S7-1500 R/H</a:t>
            </a:r>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2: </a:t>
            </a:r>
            <a:r>
              <a:rPr lang="en-US" sz="2000" dirty="0">
                <a:latin typeface="Arial"/>
                <a:ea typeface="+mj-ea"/>
                <a:cs typeface="+mj-cs"/>
              </a:rPr>
              <a:t>PROFINET System Redundancy </a:t>
            </a:r>
            <a:r>
              <a:rPr lang="en-US" sz="2000" dirty="0"/>
              <a:t>with S7-1500 R/H and ET 200</a:t>
            </a:r>
            <a:endParaRPr lang="en-US" sz="2000" dirty="0">
              <a:latin typeface="Arial"/>
              <a:ea typeface="+mj-ea"/>
              <a:cs typeface="+mj-cs"/>
            </a:endParaRPr>
          </a:p>
          <a:p>
            <a:pPr>
              <a:lnSpc>
                <a:spcPct val="100000"/>
              </a:lnSpc>
              <a:spcAft>
                <a:spcPts val="600"/>
              </a:spcAft>
              <a:buClr>
                <a:srgbClr val="879BAA"/>
              </a:buClr>
              <a:buSzPct val="100000"/>
              <a:tabLst>
                <a:tab pos="5902325" algn="r"/>
              </a:tabLst>
            </a:pPr>
            <a:r>
              <a:rPr lang="en-US" sz="2000" dirty="0">
                <a:solidFill>
                  <a:srgbClr val="009999"/>
                </a:solidFill>
                <a:latin typeface="Arial"/>
                <a:ea typeface="+mj-ea"/>
                <a:cs typeface="+mj-cs"/>
              </a:rPr>
              <a:t>Part 3: </a:t>
            </a:r>
            <a:r>
              <a:rPr lang="en-US" sz="2000" dirty="0"/>
              <a:t>Network configuration with S7-1500 R/H</a:t>
            </a:r>
          </a:p>
          <a:p>
            <a:pPr>
              <a:lnSpc>
                <a:spcPct val="100000"/>
              </a:lnSpc>
              <a:spcAft>
                <a:spcPts val="600"/>
              </a:spcAft>
              <a:buClr>
                <a:srgbClr val="879BAA"/>
              </a:buClr>
              <a:buSzPct val="100000"/>
              <a:tabLst>
                <a:tab pos="5902325" algn="r"/>
              </a:tabLst>
            </a:pPr>
            <a:endParaRPr lang="en-US" sz="2000" dirty="0">
              <a:latin typeface="Arial"/>
              <a:ea typeface="+mj-ea"/>
              <a:cs typeface="+mj-cs"/>
            </a:endParaRPr>
          </a:p>
        </p:txBody>
      </p:sp>
      <p:grpSp>
        <p:nvGrpSpPr>
          <p:cNvPr id="9" name="Gruppieren 8">
            <a:extLst>
              <a:ext uri="{FF2B5EF4-FFF2-40B4-BE49-F238E27FC236}">
                <a16:creationId xmlns:a16="http://schemas.microsoft.com/office/drawing/2014/main" id="{27A92C2F-D47D-57BB-8D48-72EC2F30F9AE}"/>
              </a:ext>
            </a:extLst>
          </p:cNvPr>
          <p:cNvGrpSpPr/>
          <p:nvPr/>
        </p:nvGrpSpPr>
        <p:grpSpPr>
          <a:xfrm>
            <a:off x="593280" y="3169050"/>
            <a:ext cx="1383566" cy="478971"/>
            <a:chOff x="410400" y="2743200"/>
            <a:chExt cx="1383566" cy="478971"/>
          </a:xfrm>
          <a:solidFill>
            <a:srgbClr val="009999"/>
          </a:solidFill>
        </p:grpSpPr>
        <p:sp>
          <p:nvSpPr>
            <p:cNvPr id="4" name="Pfeil: nach rechts 3">
              <a:extLst>
                <a:ext uri="{FF2B5EF4-FFF2-40B4-BE49-F238E27FC236}">
                  <a16:creationId xmlns:a16="http://schemas.microsoft.com/office/drawing/2014/main" id="{59CA34EA-4792-9B73-9FCB-6C0D4AE3F30D}"/>
                </a:ext>
              </a:extLst>
            </p:cNvPr>
            <p:cNvSpPr/>
            <p:nvPr/>
          </p:nvSpPr>
          <p:spPr>
            <a:xfrm>
              <a:off x="410400" y="2743200"/>
              <a:ext cx="1383566" cy="478971"/>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 name="Textfeld 5">
              <a:extLst>
                <a:ext uri="{FF2B5EF4-FFF2-40B4-BE49-F238E27FC236}">
                  <a16:creationId xmlns:a16="http://schemas.microsoft.com/office/drawing/2014/main" id="{3148748C-847D-C8C3-8852-8210D6336767}"/>
                </a:ext>
              </a:extLst>
            </p:cNvPr>
            <p:cNvSpPr txBox="1"/>
            <p:nvPr/>
          </p:nvSpPr>
          <p:spPr>
            <a:xfrm>
              <a:off x="454026" y="2890352"/>
              <a:ext cx="1006686" cy="184666"/>
            </a:xfrm>
            <a:prstGeom prst="rect">
              <a:avLst/>
            </a:prstGeom>
            <a:grpFill/>
          </p:spPr>
          <p:txBody>
            <a:bodyPr wrap="none" lIns="0" tIns="0" rIns="0" bIns="0" rtlCol="0">
              <a:spAutoFit/>
            </a:bodyPr>
            <a:lstStyle/>
            <a:p>
              <a:pPr algn="l"/>
              <a:r>
                <a:rPr lang="en-US" sz="1200" dirty="0"/>
                <a:t>This document</a:t>
              </a:r>
            </a:p>
          </p:txBody>
        </p:sp>
      </p:grpSp>
      <p:grpSp>
        <p:nvGrpSpPr>
          <p:cNvPr id="8" name="Gruppieren 7">
            <a:extLst>
              <a:ext uri="{FF2B5EF4-FFF2-40B4-BE49-F238E27FC236}">
                <a16:creationId xmlns:a16="http://schemas.microsoft.com/office/drawing/2014/main" id="{00547EB3-29C4-364A-6BCC-4C4966461520}"/>
              </a:ext>
            </a:extLst>
          </p:cNvPr>
          <p:cNvGrpSpPr/>
          <p:nvPr/>
        </p:nvGrpSpPr>
        <p:grpSpPr>
          <a:xfrm>
            <a:off x="3024331" y="5218179"/>
            <a:ext cx="501126" cy="443788"/>
            <a:chOff x="3803362" y="1877343"/>
            <a:chExt cx="501126" cy="443788"/>
          </a:xfrm>
        </p:grpSpPr>
        <p:sp>
          <p:nvSpPr>
            <p:cNvPr id="10" name="Explosion: 8 Zacken 9">
              <a:extLst>
                <a:ext uri="{FF2B5EF4-FFF2-40B4-BE49-F238E27FC236}">
                  <a16:creationId xmlns:a16="http://schemas.microsoft.com/office/drawing/2014/main" id="{DEFA907D-CD11-D4CB-8FBC-A6666DF95B28}"/>
                </a:ext>
              </a:extLst>
            </p:cNvPr>
            <p:cNvSpPr/>
            <p:nvPr userDrawn="1"/>
          </p:nvSpPr>
          <p:spPr bwMode="auto">
            <a:xfrm>
              <a:off x="3803362" y="1877343"/>
              <a:ext cx="484428" cy="443788"/>
            </a:xfrm>
            <a:prstGeom prst="irregularSeal1">
              <a:avLst/>
            </a:prstGeom>
            <a:solidFill>
              <a:srgbClr val="FFFF00"/>
            </a:solidFill>
            <a:ln>
              <a:solidFill>
                <a:schemeClr val="accent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1" name="Textfeld 10">
              <a:extLst>
                <a:ext uri="{FF2B5EF4-FFF2-40B4-BE49-F238E27FC236}">
                  <a16:creationId xmlns:a16="http://schemas.microsoft.com/office/drawing/2014/main" id="{BDEB1F14-BABC-0BFE-1823-97A5746B8EDD}"/>
                </a:ext>
              </a:extLst>
            </p:cNvPr>
            <p:cNvSpPr txBox="1"/>
            <p:nvPr userDrawn="1"/>
          </p:nvSpPr>
          <p:spPr>
            <a:xfrm>
              <a:off x="3944636" y="2044094"/>
              <a:ext cx="359852" cy="141520"/>
            </a:xfrm>
            <a:prstGeom prst="rect">
              <a:avLst/>
            </a:prstGeom>
            <a:noFill/>
          </p:spPr>
          <p:txBody>
            <a:bodyPr vert="horz" wrap="none" lIns="0" tIns="0" rIns="0" bIns="0" rtlCol="0">
              <a:noAutofit/>
            </a:bodyPr>
            <a:lstStyle/>
            <a:p>
              <a:pPr fontAlgn="base">
                <a:lnSpc>
                  <a:spcPct val="110000"/>
                </a:lnSpc>
                <a:spcAft>
                  <a:spcPct val="0"/>
                </a:spcAft>
              </a:pPr>
              <a:r>
                <a:rPr lang="en-US" sz="700" dirty="0">
                  <a:solidFill>
                    <a:srgbClr val="000000"/>
                  </a:solidFill>
                  <a:latin typeface="Arial"/>
                  <a:ea typeface="Arial Unicode MS" panose="020B0604020202020204" pitchFamily="34" charset="-128"/>
                  <a:cs typeface="Arial Unicode MS" panose="020B0604020202020204" pitchFamily="34" charset="-128"/>
                </a:rPr>
                <a:t>New</a:t>
              </a:r>
            </a:p>
          </p:txBody>
        </p:sp>
      </p:grpSp>
      <p:sp>
        <p:nvSpPr>
          <p:cNvPr id="12" name="Textfeld 11">
            <a:extLst>
              <a:ext uri="{FF2B5EF4-FFF2-40B4-BE49-F238E27FC236}">
                <a16:creationId xmlns:a16="http://schemas.microsoft.com/office/drawing/2014/main" id="{6A394810-61B9-E0FD-DCB7-ED6AC6D10436}"/>
              </a:ext>
            </a:extLst>
          </p:cNvPr>
          <p:cNvSpPr txBox="1"/>
          <p:nvPr/>
        </p:nvSpPr>
        <p:spPr>
          <a:xfrm>
            <a:off x="3650033" y="5317190"/>
            <a:ext cx="4101762" cy="553998"/>
          </a:xfrm>
          <a:prstGeom prst="rect">
            <a:avLst/>
          </a:prstGeom>
          <a:noFill/>
        </p:spPr>
        <p:txBody>
          <a:bodyPr wrap="square" lIns="0" tIns="0" rIns="0" bIns="0" rtlCol="0">
            <a:spAutoFit/>
          </a:bodyPr>
          <a:lstStyle/>
          <a:p>
            <a:pPr algn="l"/>
            <a:r>
              <a:rPr lang="en-US" dirty="0"/>
              <a:t>New with TIA Portal V18 / Firmware V3.0</a:t>
            </a:r>
          </a:p>
        </p:txBody>
      </p:sp>
      <p:sp>
        <p:nvSpPr>
          <p:cNvPr id="13" name="Textfeld 12">
            <a:extLst>
              <a:ext uri="{FF2B5EF4-FFF2-40B4-BE49-F238E27FC236}">
                <a16:creationId xmlns:a16="http://schemas.microsoft.com/office/drawing/2014/main" id="{04D64973-D549-F267-54BD-33EF3696BE1F}"/>
              </a:ext>
            </a:extLst>
          </p:cNvPr>
          <p:cNvSpPr txBox="1"/>
          <p:nvPr/>
        </p:nvSpPr>
        <p:spPr>
          <a:xfrm>
            <a:off x="2962031" y="4923692"/>
            <a:ext cx="833562" cy="276999"/>
          </a:xfrm>
          <a:prstGeom prst="rect">
            <a:avLst/>
          </a:prstGeom>
          <a:noFill/>
        </p:spPr>
        <p:txBody>
          <a:bodyPr wrap="none" lIns="0" tIns="0" rIns="0" bIns="0" rtlCol="0">
            <a:spAutoFit/>
          </a:bodyPr>
          <a:lstStyle/>
          <a:p>
            <a:pPr algn="l"/>
            <a:r>
              <a:rPr lang="en-US" dirty="0"/>
              <a:t>Legend:</a:t>
            </a:r>
          </a:p>
        </p:txBody>
      </p:sp>
    </p:spTree>
    <p:extLst>
      <p:ext uri="{BB962C8B-B14F-4D97-AF65-F5344CB8AC3E}">
        <p14:creationId xmlns:p14="http://schemas.microsoft.com/office/powerpoint/2010/main" val="2927792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Wolke 2">
            <a:extLst>
              <a:ext uri="{FF2B5EF4-FFF2-40B4-BE49-F238E27FC236}">
                <a16:creationId xmlns:a16="http://schemas.microsoft.com/office/drawing/2014/main" id="{7E443143-BB79-D366-3AB3-ED254665B92B}"/>
              </a:ext>
            </a:extLst>
          </p:cNvPr>
          <p:cNvSpPr/>
          <p:nvPr/>
        </p:nvSpPr>
        <p:spPr>
          <a:xfrm>
            <a:off x="5256463" y="3067348"/>
            <a:ext cx="1843273" cy="1303664"/>
          </a:xfrm>
          <a:prstGeom prst="cloud">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Titel 3"/>
          <p:cNvSpPr>
            <a:spLocks noGrp="1"/>
          </p:cNvSpPr>
          <p:nvPr>
            <p:ph type="title"/>
          </p:nvPr>
        </p:nvSpPr>
        <p:spPr/>
        <p:txBody>
          <a:bodyPr/>
          <a:lstStyle/>
          <a:p>
            <a:r>
              <a:rPr lang="en-US" dirty="0"/>
              <a:t>PROFINET System Redundancy</a:t>
            </a:r>
            <a:br>
              <a:rPr lang="en-US" dirty="0"/>
            </a:br>
            <a:r>
              <a:rPr lang="en-US" b="0" dirty="0"/>
              <a:t>Concept</a:t>
            </a:r>
          </a:p>
        </p:txBody>
      </p:sp>
      <p:sp>
        <p:nvSpPr>
          <p:cNvPr id="2" name="Fußzeilenplatzhalter 1">
            <a:extLst>
              <a:ext uri="{FF2B5EF4-FFF2-40B4-BE49-F238E27FC236}">
                <a16:creationId xmlns:a16="http://schemas.microsoft.com/office/drawing/2014/main" id="{ECAAA2C8-6FB4-4F59-9236-62F1B45144FC}"/>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7" name="Picture 2"/>
          <p:cNvPicPr>
            <a:picLocks noChangeAspect="1" noChangeArrowheads="1"/>
          </p:cNvPicPr>
          <p:nvPr/>
        </p:nvPicPr>
        <p:blipFill rotWithShape="1">
          <a:blip r:embed="rId14">
            <a:extLst>
              <a:ext uri="{28A0092B-C50C-407E-A947-70E740481C1C}">
                <a14:useLocalDpi xmlns:a14="http://schemas.microsoft.com/office/drawing/2010/main" val="0"/>
              </a:ext>
            </a:extLst>
          </a:blip>
          <a:srcRect b="9350"/>
          <a:stretch/>
        </p:blipFill>
        <p:spPr bwMode="auto">
          <a:xfrm>
            <a:off x="8129172" y="1459131"/>
            <a:ext cx="3598576" cy="4749526"/>
          </a:xfrm>
          <a:prstGeom prst="rect">
            <a:avLst/>
          </a:prstGeom>
          <a:noFill/>
          <a:ln w="9525">
            <a:solidFill>
              <a:srgbClr val="CDD9E1"/>
            </a:solidFill>
            <a:miter lim="800000"/>
            <a:headEnd/>
            <a:tailEnd/>
          </a:ln>
          <a:extLst>
            <a:ext uri="{909E8E84-426E-40DD-AFC4-6F175D3DCCD1}">
              <a14:hiddenFill xmlns:a14="http://schemas.microsoft.com/office/drawing/2010/main">
                <a:solidFill>
                  <a:schemeClr val="accent1"/>
                </a:solidFill>
              </a14:hiddenFill>
            </a:ext>
          </a:extLst>
        </p:spPr>
      </p:pic>
      <p:sp>
        <p:nvSpPr>
          <p:cNvPr id="8" name="Richtungspfeil 4">
            <a:extLst>
              <a:ext uri="{FF2B5EF4-FFF2-40B4-BE49-F238E27FC236}">
                <a16:creationId xmlns:a16="http://schemas.microsoft.com/office/drawing/2014/main" id="{AC65D4B8-B8E2-4E03-BCFD-965AC16EB98E}"/>
              </a:ext>
            </a:extLst>
          </p:cNvPr>
          <p:cNvSpPr>
            <a:spLocks/>
          </p:cNvSpPr>
          <p:nvPr/>
        </p:nvSpPr>
        <p:spPr bwMode="gray">
          <a:xfrm>
            <a:off x="644170" y="1459131"/>
            <a:ext cx="3599239" cy="4751953"/>
          </a:xfrm>
          <a:prstGeom prst="rect">
            <a:avLst/>
          </a:prstGeom>
          <a:gradFill flip="none" rotWithShape="1">
            <a:gsLst>
              <a:gs pos="83000">
                <a:srgbClr val="41AAC8"/>
              </a:gs>
              <a:gs pos="50000">
                <a:srgbClr val="32A0A0"/>
              </a:gs>
              <a:gs pos="0">
                <a:srgbClr val="4BB9B9"/>
              </a:gs>
              <a:gs pos="100000">
                <a:srgbClr val="2387AA"/>
              </a:gs>
            </a:gsLst>
            <a:lin ang="0" scaled="0"/>
            <a:tileRect/>
          </a:gradFill>
          <a:ln w="9525">
            <a:noFill/>
            <a:miter lim="800000"/>
            <a:headEnd/>
            <a:tailEnd/>
          </a:ln>
        </p:spPr>
        <p:txBody>
          <a:bodyPr vert="horz" wrap="square" lIns="143925" tIns="143925" rIns="0" bIns="143925" numCol="1" anchor="t" anchorCtr="0" compatLnSpc="1">
            <a:prstTxWarp prst="textNoShape">
              <a:avLst/>
            </a:prstTxWarp>
            <a:noAutofit/>
          </a:bodyPr>
          <a:ls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a:lstStyle>
          <a:p>
            <a:pPr>
              <a:spcBef>
                <a:spcPts val="0"/>
              </a:spcBef>
              <a:spcAft>
                <a:spcPts val="600"/>
              </a:spcAft>
            </a:pPr>
            <a:r>
              <a:rPr lang="en-US" sz="1799" b="1" dirty="0">
                <a:solidFill>
                  <a:srgbClr val="FFFFFF"/>
                </a:solidFill>
                <a:ea typeface="+mj-ea"/>
                <a:cs typeface="Arial" pitchFamily="34" charset="0"/>
              </a:rPr>
              <a:t>PROFINET System Redundancy</a:t>
            </a:r>
          </a:p>
          <a:p>
            <a:pPr>
              <a:spcBef>
                <a:spcPts val="0"/>
              </a:spcBef>
              <a:spcAft>
                <a:spcPts val="600"/>
              </a:spcAft>
            </a:pPr>
            <a:r>
              <a:rPr lang="en-US" sz="1799" dirty="0">
                <a:solidFill>
                  <a:srgbClr val="FFFFFF"/>
                </a:solidFill>
                <a:ea typeface="+mj-ea"/>
                <a:cs typeface="Arial" pitchFamily="34" charset="0"/>
              </a:rPr>
              <a:t>A system of redundant PN controllers and singular or redundant PN devices.</a:t>
            </a:r>
            <a:br>
              <a:rPr lang="en-US" sz="1799" dirty="0">
                <a:solidFill>
                  <a:srgbClr val="FFFFFF"/>
                </a:solidFill>
                <a:ea typeface="+mj-ea"/>
                <a:cs typeface="Arial" pitchFamily="34" charset="0"/>
              </a:rPr>
            </a:br>
            <a:endParaRPr lang="en-US" sz="1799" dirty="0">
              <a:solidFill>
                <a:srgbClr val="FFFFFF"/>
              </a:solidFill>
              <a:ea typeface="+mj-ea"/>
              <a:cs typeface="Arial" pitchFamily="34" charset="0"/>
            </a:endParaRPr>
          </a:p>
          <a:p>
            <a:pPr>
              <a:spcBef>
                <a:spcPts val="0"/>
              </a:spcBef>
              <a:spcAft>
                <a:spcPts val="600"/>
              </a:spcAft>
            </a:pPr>
            <a:r>
              <a:rPr lang="en-US" sz="1799" dirty="0">
                <a:solidFill>
                  <a:srgbClr val="FFFFFF"/>
                </a:solidFill>
                <a:ea typeface="+mj-ea"/>
                <a:cs typeface="Arial" pitchFamily="34" charset="0"/>
              </a:rPr>
              <a:t>Three levels: </a:t>
            </a:r>
          </a:p>
          <a:p>
            <a:pPr marL="701324" lvl="1" indent="-342729">
              <a:spcBef>
                <a:spcPts val="0"/>
              </a:spcBef>
              <a:spcAft>
                <a:spcPts val="600"/>
              </a:spcAft>
              <a:buFont typeface="+mj-lt"/>
              <a:buAutoNum type="arabicPeriod"/>
            </a:pPr>
            <a:r>
              <a:rPr lang="en-US" sz="1799" dirty="0">
                <a:solidFill>
                  <a:srgbClr val="FFFFFF"/>
                </a:solidFill>
                <a:ea typeface="+mj-ea"/>
                <a:cs typeface="Arial" pitchFamily="34" charset="0"/>
              </a:rPr>
              <a:t>PN Controller</a:t>
            </a:r>
          </a:p>
          <a:p>
            <a:pPr marL="701324" lvl="1" indent="-342729">
              <a:spcBef>
                <a:spcPts val="0"/>
              </a:spcBef>
              <a:spcAft>
                <a:spcPts val="600"/>
              </a:spcAft>
              <a:buFont typeface="+mj-lt"/>
              <a:buAutoNum type="arabicPeriod"/>
            </a:pPr>
            <a:r>
              <a:rPr lang="en-US" sz="1799" dirty="0">
                <a:solidFill>
                  <a:srgbClr val="FFFFFF"/>
                </a:solidFill>
                <a:ea typeface="+mj-ea"/>
                <a:cs typeface="Arial" pitchFamily="34" charset="0"/>
              </a:rPr>
              <a:t>PROFINET network </a:t>
            </a:r>
          </a:p>
          <a:p>
            <a:pPr marL="701324" lvl="1" indent="-342729">
              <a:spcBef>
                <a:spcPts val="0"/>
              </a:spcBef>
              <a:spcAft>
                <a:spcPts val="600"/>
              </a:spcAft>
              <a:buFont typeface="+mj-lt"/>
              <a:buAutoNum type="arabicPeriod"/>
            </a:pPr>
            <a:r>
              <a:rPr lang="en-US" sz="1799" dirty="0">
                <a:solidFill>
                  <a:srgbClr val="FFFFFF"/>
                </a:solidFill>
                <a:ea typeface="+mj-ea"/>
                <a:cs typeface="Arial" pitchFamily="34" charset="0"/>
              </a:rPr>
              <a:t>PN-Device</a:t>
            </a:r>
            <a:br>
              <a:rPr lang="en-US" sz="1799" dirty="0">
                <a:solidFill>
                  <a:srgbClr val="FFFFFF"/>
                </a:solidFill>
                <a:ea typeface="+mj-ea"/>
                <a:cs typeface="Arial" pitchFamily="34" charset="0"/>
              </a:rPr>
            </a:br>
            <a:endParaRPr lang="en-US" sz="1799" dirty="0">
              <a:solidFill>
                <a:srgbClr val="FFFFFF"/>
              </a:solidFill>
              <a:ea typeface="+mj-ea"/>
              <a:cs typeface="Arial" pitchFamily="34" charset="0"/>
            </a:endParaRPr>
          </a:p>
          <a:p>
            <a:pPr>
              <a:spcBef>
                <a:spcPts val="0"/>
              </a:spcBef>
              <a:spcAft>
                <a:spcPts val="600"/>
              </a:spcAft>
            </a:pPr>
            <a:r>
              <a:rPr lang="en-US" sz="1799" dirty="0">
                <a:solidFill>
                  <a:srgbClr val="FFFFFF"/>
                </a:solidFill>
                <a:ea typeface="+mj-ea"/>
                <a:cs typeface="Arial" pitchFamily="34" charset="0"/>
              </a:rPr>
              <a:t>The redundancy of one layer is independent of the other layers.</a:t>
            </a:r>
          </a:p>
        </p:txBody>
      </p:sp>
      <p:sp>
        <p:nvSpPr>
          <p:cNvPr id="30" name="Text Box 205"/>
          <p:cNvSpPr txBox="1">
            <a:spLocks noChangeArrowheads="1"/>
          </p:cNvSpPr>
          <p:nvPr/>
        </p:nvSpPr>
        <p:spPr bwMode="auto">
          <a:xfrm>
            <a:off x="4711913" y="1935716"/>
            <a:ext cx="886715" cy="338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lnSpc>
                <a:spcPct val="110000"/>
              </a:lnSpc>
              <a:spcBef>
                <a:spcPct val="25000"/>
              </a:spcBef>
              <a:defRPr>
                <a:solidFill>
                  <a:schemeClr val="tx1"/>
                </a:solidFill>
                <a:latin typeface="Arial" pitchFamily="34" charset="0"/>
              </a:defRPr>
            </a:lvl1pPr>
            <a:lvl2pPr marL="742950" indent="-285750" eaLnBrk="0" hangingPunct="0">
              <a:lnSpc>
                <a:spcPct val="110000"/>
              </a:lnSpc>
              <a:spcBef>
                <a:spcPct val="25000"/>
              </a:spcBef>
              <a:buChar char="§"/>
              <a:defRPr>
                <a:solidFill>
                  <a:schemeClr val="tx1"/>
                </a:solidFill>
                <a:latin typeface="Arial" pitchFamily="34" charset="0"/>
              </a:defRPr>
            </a:lvl2pPr>
            <a:lvl3pPr marL="1143000" indent="-228600" eaLnBrk="0" hangingPunct="0">
              <a:lnSpc>
                <a:spcPct val="110000"/>
              </a:lnSpc>
              <a:spcBef>
                <a:spcPct val="25000"/>
              </a:spcBef>
              <a:buChar char="§"/>
              <a:defRPr>
                <a:solidFill>
                  <a:schemeClr val="tx1"/>
                </a:solidFill>
                <a:latin typeface="Arial" pitchFamily="34" charset="0"/>
              </a:defRPr>
            </a:lvl3pPr>
            <a:lvl4pPr marL="1600200" indent="-228600" eaLnBrk="0" hangingPunct="0">
              <a:lnSpc>
                <a:spcPct val="110000"/>
              </a:lnSpc>
              <a:spcBef>
                <a:spcPct val="25000"/>
              </a:spcBef>
              <a:buChar char="§"/>
              <a:defRPr>
                <a:solidFill>
                  <a:schemeClr val="tx1"/>
                </a:solidFill>
                <a:latin typeface="Arial" pitchFamily="34" charset="0"/>
              </a:defRPr>
            </a:lvl4pPr>
            <a:lvl5pPr marL="2057400" indent="-228600" eaLnBrk="0" hangingPunct="0">
              <a:lnSpc>
                <a:spcPct val="110000"/>
              </a:lnSpc>
              <a:spcBef>
                <a:spcPct val="25000"/>
              </a:spcBef>
              <a:buChar char="§"/>
              <a:defRPr>
                <a:solidFill>
                  <a:schemeClr val="tx1"/>
                </a:solidFill>
                <a:latin typeface="Arial" pitchFamily="34" charset="0"/>
              </a:defRPr>
            </a:lvl5pPr>
            <a:lvl6pPr marL="2514600" indent="-228600" eaLnBrk="0" fontAlgn="base" hangingPunct="0">
              <a:lnSpc>
                <a:spcPct val="110000"/>
              </a:lnSpc>
              <a:spcBef>
                <a:spcPct val="25000"/>
              </a:spcBef>
              <a:spcAft>
                <a:spcPct val="0"/>
              </a:spcAft>
              <a:buClr>
                <a:schemeClr val="accent1"/>
              </a:buClr>
              <a:buFont typeface="Wingdings" pitchFamily="2" charset="2"/>
              <a:buChar char="§"/>
              <a:defRPr>
                <a:solidFill>
                  <a:schemeClr val="tx1"/>
                </a:solidFill>
                <a:latin typeface="Arial" pitchFamily="34" charset="0"/>
              </a:defRPr>
            </a:lvl6pPr>
            <a:lvl7pPr marL="2971800" indent="-228600" eaLnBrk="0" fontAlgn="base" hangingPunct="0">
              <a:lnSpc>
                <a:spcPct val="110000"/>
              </a:lnSpc>
              <a:spcBef>
                <a:spcPct val="25000"/>
              </a:spcBef>
              <a:spcAft>
                <a:spcPct val="0"/>
              </a:spcAft>
              <a:buClr>
                <a:schemeClr val="accent1"/>
              </a:buClr>
              <a:buFont typeface="Wingdings" pitchFamily="2" charset="2"/>
              <a:buChar char="§"/>
              <a:defRPr>
                <a:solidFill>
                  <a:schemeClr val="tx1"/>
                </a:solidFill>
                <a:latin typeface="Arial" pitchFamily="34" charset="0"/>
              </a:defRPr>
            </a:lvl7pPr>
            <a:lvl8pPr marL="3429000" indent="-228600" eaLnBrk="0" fontAlgn="base" hangingPunct="0">
              <a:lnSpc>
                <a:spcPct val="110000"/>
              </a:lnSpc>
              <a:spcBef>
                <a:spcPct val="25000"/>
              </a:spcBef>
              <a:spcAft>
                <a:spcPct val="0"/>
              </a:spcAft>
              <a:buClr>
                <a:schemeClr val="accent1"/>
              </a:buClr>
              <a:buFont typeface="Wingdings" pitchFamily="2" charset="2"/>
              <a:buChar char="§"/>
              <a:defRPr>
                <a:solidFill>
                  <a:schemeClr val="tx1"/>
                </a:solidFill>
                <a:latin typeface="Arial" pitchFamily="34" charset="0"/>
              </a:defRPr>
            </a:lvl8pPr>
            <a:lvl9pPr marL="3886200" indent="-228600" eaLnBrk="0" fontAlgn="base" hangingPunct="0">
              <a:lnSpc>
                <a:spcPct val="110000"/>
              </a:lnSpc>
              <a:spcBef>
                <a:spcPct val="25000"/>
              </a:spcBef>
              <a:spcAft>
                <a:spcPct val="0"/>
              </a:spcAft>
              <a:buClr>
                <a:schemeClr val="accent1"/>
              </a:buClr>
              <a:buFont typeface="Wingdings" pitchFamily="2" charset="2"/>
              <a:buChar char="§"/>
              <a:defRPr>
                <a:solidFill>
                  <a:schemeClr val="tx1"/>
                </a:solidFill>
                <a:latin typeface="Arial" pitchFamily="34" charset="0"/>
              </a:defRPr>
            </a:lvl9pPr>
          </a:lstStyle>
          <a:p>
            <a:pPr eaLnBrk="1" hangingPunct="1">
              <a:lnSpc>
                <a:spcPct val="100000"/>
              </a:lnSpc>
              <a:spcBef>
                <a:spcPct val="50000"/>
              </a:spcBef>
            </a:pPr>
            <a:r>
              <a:rPr lang="en-US" altLang="de-DE" sz="1099" b="1" dirty="0">
                <a:solidFill>
                  <a:srgbClr val="000000"/>
                </a:solidFill>
              </a:rPr>
              <a:t>PN</a:t>
            </a:r>
            <a:br>
              <a:rPr lang="en-US" altLang="de-DE" sz="1099" b="1" dirty="0">
                <a:solidFill>
                  <a:srgbClr val="000000"/>
                </a:solidFill>
              </a:rPr>
            </a:br>
            <a:r>
              <a:rPr lang="en-US" altLang="de-DE" sz="1099" b="1" dirty="0">
                <a:solidFill>
                  <a:srgbClr val="000000"/>
                </a:solidFill>
              </a:rPr>
              <a:t>Controller</a:t>
            </a:r>
          </a:p>
        </p:txBody>
      </p:sp>
      <p:sp>
        <p:nvSpPr>
          <p:cNvPr id="32" name="Text Box 205"/>
          <p:cNvSpPr txBox="1">
            <a:spLocks noChangeArrowheads="1"/>
          </p:cNvSpPr>
          <p:nvPr/>
        </p:nvSpPr>
        <p:spPr bwMode="auto">
          <a:xfrm>
            <a:off x="6761832" y="1935716"/>
            <a:ext cx="886715" cy="338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lnSpc>
                <a:spcPct val="110000"/>
              </a:lnSpc>
              <a:spcBef>
                <a:spcPct val="25000"/>
              </a:spcBef>
              <a:defRPr>
                <a:solidFill>
                  <a:schemeClr val="tx1"/>
                </a:solidFill>
                <a:latin typeface="Arial" pitchFamily="34" charset="0"/>
              </a:defRPr>
            </a:lvl1pPr>
            <a:lvl2pPr marL="742950" indent="-285750" eaLnBrk="0" hangingPunct="0">
              <a:lnSpc>
                <a:spcPct val="110000"/>
              </a:lnSpc>
              <a:spcBef>
                <a:spcPct val="25000"/>
              </a:spcBef>
              <a:buChar char="§"/>
              <a:defRPr>
                <a:solidFill>
                  <a:schemeClr val="tx1"/>
                </a:solidFill>
                <a:latin typeface="Arial" pitchFamily="34" charset="0"/>
              </a:defRPr>
            </a:lvl2pPr>
            <a:lvl3pPr marL="1143000" indent="-228600" eaLnBrk="0" hangingPunct="0">
              <a:lnSpc>
                <a:spcPct val="110000"/>
              </a:lnSpc>
              <a:spcBef>
                <a:spcPct val="25000"/>
              </a:spcBef>
              <a:buChar char="§"/>
              <a:defRPr>
                <a:solidFill>
                  <a:schemeClr val="tx1"/>
                </a:solidFill>
                <a:latin typeface="Arial" pitchFamily="34" charset="0"/>
              </a:defRPr>
            </a:lvl3pPr>
            <a:lvl4pPr marL="1600200" indent="-228600" eaLnBrk="0" hangingPunct="0">
              <a:lnSpc>
                <a:spcPct val="110000"/>
              </a:lnSpc>
              <a:spcBef>
                <a:spcPct val="25000"/>
              </a:spcBef>
              <a:buChar char="§"/>
              <a:defRPr>
                <a:solidFill>
                  <a:schemeClr val="tx1"/>
                </a:solidFill>
                <a:latin typeface="Arial" pitchFamily="34" charset="0"/>
              </a:defRPr>
            </a:lvl4pPr>
            <a:lvl5pPr marL="2057400" indent="-228600" eaLnBrk="0" hangingPunct="0">
              <a:lnSpc>
                <a:spcPct val="110000"/>
              </a:lnSpc>
              <a:spcBef>
                <a:spcPct val="25000"/>
              </a:spcBef>
              <a:buChar char="§"/>
              <a:defRPr>
                <a:solidFill>
                  <a:schemeClr val="tx1"/>
                </a:solidFill>
                <a:latin typeface="Arial" pitchFamily="34" charset="0"/>
              </a:defRPr>
            </a:lvl5pPr>
            <a:lvl6pPr marL="2514600" indent="-228600" eaLnBrk="0" fontAlgn="base" hangingPunct="0">
              <a:lnSpc>
                <a:spcPct val="110000"/>
              </a:lnSpc>
              <a:spcBef>
                <a:spcPct val="25000"/>
              </a:spcBef>
              <a:spcAft>
                <a:spcPct val="0"/>
              </a:spcAft>
              <a:buClr>
                <a:schemeClr val="accent1"/>
              </a:buClr>
              <a:buFont typeface="Wingdings" pitchFamily="2" charset="2"/>
              <a:buChar char="§"/>
              <a:defRPr>
                <a:solidFill>
                  <a:schemeClr val="tx1"/>
                </a:solidFill>
                <a:latin typeface="Arial" pitchFamily="34" charset="0"/>
              </a:defRPr>
            </a:lvl6pPr>
            <a:lvl7pPr marL="2971800" indent="-228600" eaLnBrk="0" fontAlgn="base" hangingPunct="0">
              <a:lnSpc>
                <a:spcPct val="110000"/>
              </a:lnSpc>
              <a:spcBef>
                <a:spcPct val="25000"/>
              </a:spcBef>
              <a:spcAft>
                <a:spcPct val="0"/>
              </a:spcAft>
              <a:buClr>
                <a:schemeClr val="accent1"/>
              </a:buClr>
              <a:buFont typeface="Wingdings" pitchFamily="2" charset="2"/>
              <a:buChar char="§"/>
              <a:defRPr>
                <a:solidFill>
                  <a:schemeClr val="tx1"/>
                </a:solidFill>
                <a:latin typeface="Arial" pitchFamily="34" charset="0"/>
              </a:defRPr>
            </a:lvl7pPr>
            <a:lvl8pPr marL="3429000" indent="-228600" eaLnBrk="0" fontAlgn="base" hangingPunct="0">
              <a:lnSpc>
                <a:spcPct val="110000"/>
              </a:lnSpc>
              <a:spcBef>
                <a:spcPct val="25000"/>
              </a:spcBef>
              <a:spcAft>
                <a:spcPct val="0"/>
              </a:spcAft>
              <a:buClr>
                <a:schemeClr val="accent1"/>
              </a:buClr>
              <a:buFont typeface="Wingdings" pitchFamily="2" charset="2"/>
              <a:buChar char="§"/>
              <a:defRPr>
                <a:solidFill>
                  <a:schemeClr val="tx1"/>
                </a:solidFill>
                <a:latin typeface="Arial" pitchFamily="34" charset="0"/>
              </a:defRPr>
            </a:lvl8pPr>
            <a:lvl9pPr marL="3886200" indent="-228600" eaLnBrk="0" fontAlgn="base" hangingPunct="0">
              <a:lnSpc>
                <a:spcPct val="110000"/>
              </a:lnSpc>
              <a:spcBef>
                <a:spcPct val="25000"/>
              </a:spcBef>
              <a:spcAft>
                <a:spcPct val="0"/>
              </a:spcAft>
              <a:buClr>
                <a:schemeClr val="accent1"/>
              </a:buClr>
              <a:buFont typeface="Wingdings" pitchFamily="2" charset="2"/>
              <a:buChar char="§"/>
              <a:defRPr>
                <a:solidFill>
                  <a:schemeClr val="tx1"/>
                </a:solidFill>
                <a:latin typeface="Arial" pitchFamily="34" charset="0"/>
              </a:defRPr>
            </a:lvl9pPr>
          </a:lstStyle>
          <a:p>
            <a:pPr eaLnBrk="1" hangingPunct="1">
              <a:lnSpc>
                <a:spcPct val="100000"/>
              </a:lnSpc>
              <a:spcBef>
                <a:spcPct val="50000"/>
              </a:spcBef>
            </a:pPr>
            <a:r>
              <a:rPr lang="en-US" altLang="de-DE" sz="1099" b="1" dirty="0">
                <a:solidFill>
                  <a:srgbClr val="000000"/>
                </a:solidFill>
              </a:rPr>
              <a:t>PN</a:t>
            </a:r>
            <a:br>
              <a:rPr lang="en-US" altLang="de-DE" sz="1099" b="1" dirty="0">
                <a:solidFill>
                  <a:srgbClr val="000000"/>
                </a:solidFill>
              </a:rPr>
            </a:br>
            <a:r>
              <a:rPr lang="en-US" altLang="de-DE" sz="1099" b="1" dirty="0">
                <a:solidFill>
                  <a:srgbClr val="000000"/>
                </a:solidFill>
              </a:rPr>
              <a:t>Controller</a:t>
            </a:r>
          </a:p>
        </p:txBody>
      </p:sp>
      <p:sp>
        <p:nvSpPr>
          <p:cNvPr id="33" name="Text Box 16"/>
          <p:cNvSpPr txBox="1">
            <a:spLocks noChangeArrowheads="1"/>
          </p:cNvSpPr>
          <p:nvPr>
            <p:custDataLst>
              <p:tags r:id="rId2"/>
            </p:custDataLst>
          </p:nvPr>
        </p:nvSpPr>
        <p:spPr bwMode="auto">
          <a:xfrm>
            <a:off x="5952773" y="5423347"/>
            <a:ext cx="623244" cy="15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PN Device</a:t>
            </a:r>
          </a:p>
        </p:txBody>
      </p:sp>
      <p:sp>
        <p:nvSpPr>
          <p:cNvPr id="6" name="Rechteck 5"/>
          <p:cNvSpPr/>
          <p:nvPr/>
        </p:nvSpPr>
        <p:spPr bwMode="auto">
          <a:xfrm rot="20038972">
            <a:off x="5603221" y="2744723"/>
            <a:ext cx="78169" cy="2282830"/>
          </a:xfrm>
          <a:prstGeom prst="rect">
            <a:avLst/>
          </a:prstGeom>
          <a:solidFill>
            <a:srgbClr val="00B050"/>
          </a:solidFill>
          <a:ln>
            <a:solidFill>
              <a:srgbClr val="00B050"/>
            </a:solidFill>
          </a:ln>
          <a:effectLst/>
        </p:spPr>
        <p:txBody>
          <a:bodyPr wrap="square" lIns="107944" tIns="53972" rIns="107944" bIns="53972" numCol="1" spcCol="72000" rtlCol="0" anchor="ctr">
            <a:noAutofit/>
          </a:bodyPr>
          <a:lstStyle/>
          <a:p>
            <a:pPr algn="ctr" fontAlgn="base">
              <a:lnSpc>
                <a:spcPct val="110000"/>
              </a:lnSpc>
              <a:spcBef>
                <a:spcPct val="0"/>
              </a:spcBef>
              <a:spcAft>
                <a:spcPct val="0"/>
              </a:spcAft>
            </a:pPr>
            <a:endParaRPr lang="en-US" sz="1799" dirty="0">
              <a:solidFill>
                <a:srgbClr val="000000"/>
              </a:solidFill>
              <a:latin typeface="Arial"/>
              <a:ea typeface="Arial Unicode MS" panose="020B0604020202020204" pitchFamily="34" charset="-128"/>
            </a:endParaRPr>
          </a:p>
        </p:txBody>
      </p:sp>
      <p:sp>
        <p:nvSpPr>
          <p:cNvPr id="35" name="Rechteck 34"/>
          <p:cNvSpPr/>
          <p:nvPr/>
        </p:nvSpPr>
        <p:spPr bwMode="auto">
          <a:xfrm rot="1561028" flipH="1">
            <a:off x="6782721" y="2744723"/>
            <a:ext cx="78169" cy="2282830"/>
          </a:xfrm>
          <a:prstGeom prst="rect">
            <a:avLst/>
          </a:prstGeom>
          <a:solidFill>
            <a:srgbClr val="00B050"/>
          </a:solidFill>
          <a:ln>
            <a:solidFill>
              <a:srgbClr val="00B050"/>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4" name="Textfeld 13"/>
          <p:cNvSpPr txBox="1"/>
          <p:nvPr/>
        </p:nvSpPr>
        <p:spPr>
          <a:xfrm>
            <a:off x="5666263" y="3403506"/>
            <a:ext cx="1166379" cy="553710"/>
          </a:xfrm>
          <a:prstGeom prst="rect">
            <a:avLst/>
          </a:prstGeom>
          <a:noFill/>
        </p:spPr>
        <p:txBody>
          <a:bodyPr vert="horz" wrap="none" lIns="0" tIns="0" rIns="0" bIns="0" rtlCol="0">
            <a:spAutoFit/>
          </a:bodyPr>
          <a:lstStyle/>
          <a:p>
            <a:pPr algn="ctr" fontAlgn="base">
              <a:spcAft>
                <a:spcPct val="0"/>
              </a:spcAft>
            </a:pPr>
            <a:r>
              <a:rPr lang="en-US" sz="1799" dirty="0">
                <a:latin typeface="Arial"/>
                <a:ea typeface="Arial Unicode MS" panose="020B0604020202020204" pitchFamily="34" charset="-128"/>
                <a:cs typeface="Arial Unicode MS" panose="020B0604020202020204" pitchFamily="34" charset="-128"/>
              </a:rPr>
              <a:t>PROFINET</a:t>
            </a:r>
            <a:br>
              <a:rPr lang="en-US" sz="1799" dirty="0">
                <a:latin typeface="Arial"/>
                <a:ea typeface="Arial Unicode MS" panose="020B0604020202020204" pitchFamily="34" charset="-128"/>
                <a:cs typeface="Arial Unicode MS" panose="020B0604020202020204" pitchFamily="34" charset="-128"/>
              </a:rPr>
            </a:br>
            <a:r>
              <a:rPr lang="en-US" sz="1799" dirty="0">
                <a:latin typeface="Arial"/>
                <a:ea typeface="Arial Unicode MS" panose="020B0604020202020204" pitchFamily="34" charset="-128"/>
                <a:cs typeface="Arial Unicode MS" panose="020B0604020202020204" pitchFamily="34" charset="-128"/>
              </a:rPr>
              <a:t>Network</a:t>
            </a:r>
          </a:p>
        </p:txBody>
      </p:sp>
      <p:sp>
        <p:nvSpPr>
          <p:cNvPr id="40" name="Textfeld 39"/>
          <p:cNvSpPr txBox="1"/>
          <p:nvPr/>
        </p:nvSpPr>
        <p:spPr>
          <a:xfrm>
            <a:off x="5706251" y="4526654"/>
            <a:ext cx="1104469" cy="215315"/>
          </a:xfrm>
          <a:prstGeom prst="rect">
            <a:avLst/>
          </a:prstGeom>
          <a:solidFill>
            <a:schemeClr val="bg1"/>
          </a:solidFill>
        </p:spPr>
        <p:txBody>
          <a:bodyPr vert="horz" wrap="none" lIns="0" tIns="0" rIns="0" bIns="0" rtlCol="0">
            <a:spAutoFit/>
          </a:bodyPr>
          <a:lstStyle/>
          <a:p>
            <a:pPr algn="ctr" fontAlgn="base">
              <a:spcAft>
                <a:spcPct val="0"/>
              </a:spcAft>
            </a:pPr>
            <a:r>
              <a:rPr lang="en-US" sz="1399" dirty="0">
                <a:latin typeface="Arial"/>
                <a:ea typeface="Arial Unicode MS" panose="020B0604020202020204" pitchFamily="34" charset="-128"/>
                <a:cs typeface="Arial Unicode MS" panose="020B0604020202020204" pitchFamily="34" charset="-128"/>
              </a:rPr>
              <a:t>2 connections</a:t>
            </a:r>
          </a:p>
        </p:txBody>
      </p:sp>
      <p:grpSp>
        <p:nvGrpSpPr>
          <p:cNvPr id="18" name="Gruppieren 17">
            <a:extLst>
              <a:ext uri="{FF2B5EF4-FFF2-40B4-BE49-F238E27FC236}">
                <a16:creationId xmlns:a16="http://schemas.microsoft.com/office/drawing/2014/main" id="{84CE9C68-4DB5-430C-B97F-6FE9E39CF356}"/>
              </a:ext>
            </a:extLst>
          </p:cNvPr>
          <p:cNvGrpSpPr/>
          <p:nvPr/>
        </p:nvGrpSpPr>
        <p:grpSpPr>
          <a:xfrm>
            <a:off x="4727212" y="2388318"/>
            <a:ext cx="773894" cy="639977"/>
            <a:chOff x="5633257" y="2448326"/>
            <a:chExt cx="3891741" cy="2958295"/>
          </a:xfrm>
          <a:solidFill>
            <a:schemeClr val="tx1"/>
          </a:solidFill>
        </p:grpSpPr>
        <p:pic>
          <p:nvPicPr>
            <p:cNvPr id="19" name="product_simatic-s7-1500.png">
              <a:extLst>
                <a:ext uri="{FF2B5EF4-FFF2-40B4-BE49-F238E27FC236}">
                  <a16:creationId xmlns:a16="http://schemas.microsoft.com/office/drawing/2014/main" id="{5D2D8818-2291-4FC2-AD5A-E8E41CF0508E}"/>
                </a:ext>
              </a:extLst>
            </p:cNvPr>
            <p:cNvPicPr>
              <a:picLocks noChangeAspect="1"/>
            </p:cNvPicPr>
            <p:nvPr>
              <p:custDataLst>
                <p:tags r:id="rId9"/>
              </p:custDataLst>
            </p:nvPr>
          </p:nvPicPr>
          <p:blipFill rotWithShape="1">
            <a:blip r:embed="rId1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0" name="product_simatic-s7-1500.png">
              <a:extLst>
                <a:ext uri="{FF2B5EF4-FFF2-40B4-BE49-F238E27FC236}">
                  <a16:creationId xmlns:a16="http://schemas.microsoft.com/office/drawing/2014/main" id="{69EBD857-1004-4868-84B6-DAAC6E323588}"/>
                </a:ext>
              </a:extLst>
            </p:cNvPr>
            <p:cNvPicPr>
              <a:picLocks noChangeAspect="1"/>
            </p:cNvPicPr>
            <p:nvPr>
              <p:custDataLst>
                <p:tags r:id="rId10"/>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1" name="product_simatic-s7-1500.png">
              <a:extLst>
                <a:ext uri="{FF2B5EF4-FFF2-40B4-BE49-F238E27FC236}">
                  <a16:creationId xmlns:a16="http://schemas.microsoft.com/office/drawing/2014/main" id="{4F34F3DA-1B9D-4AD2-AFC5-94FD81E4870F}"/>
                </a:ext>
              </a:extLst>
            </p:cNvPr>
            <p:cNvPicPr>
              <a:picLocks noChangeAspect="1"/>
            </p:cNvPicPr>
            <p:nvPr>
              <p:custDataLst>
                <p:tags r:id="rId11"/>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grpSp>
        <p:nvGrpSpPr>
          <p:cNvPr id="22" name="Gruppieren 21">
            <a:extLst>
              <a:ext uri="{FF2B5EF4-FFF2-40B4-BE49-F238E27FC236}">
                <a16:creationId xmlns:a16="http://schemas.microsoft.com/office/drawing/2014/main" id="{C2C49641-E3FD-42C4-B52F-6F324AB48B55}"/>
              </a:ext>
            </a:extLst>
          </p:cNvPr>
          <p:cNvGrpSpPr/>
          <p:nvPr/>
        </p:nvGrpSpPr>
        <p:grpSpPr>
          <a:xfrm>
            <a:off x="6765045" y="2395969"/>
            <a:ext cx="773894" cy="639977"/>
            <a:chOff x="5633257" y="2448326"/>
            <a:chExt cx="3891741" cy="2958295"/>
          </a:xfrm>
          <a:solidFill>
            <a:schemeClr val="tx1"/>
          </a:solidFill>
        </p:grpSpPr>
        <p:pic>
          <p:nvPicPr>
            <p:cNvPr id="23" name="product_simatic-s7-1500.png">
              <a:extLst>
                <a:ext uri="{FF2B5EF4-FFF2-40B4-BE49-F238E27FC236}">
                  <a16:creationId xmlns:a16="http://schemas.microsoft.com/office/drawing/2014/main" id="{9891BC1B-DAEC-4DCB-814C-C0009B3C70BD}"/>
                </a:ext>
              </a:extLst>
            </p:cNvPr>
            <p:cNvPicPr>
              <a:picLocks noChangeAspect="1"/>
            </p:cNvPicPr>
            <p:nvPr>
              <p:custDataLst>
                <p:tags r:id="rId6"/>
              </p:custDataLst>
            </p:nvPr>
          </p:nvPicPr>
          <p:blipFill rotWithShape="1">
            <a:blip r:embed="rId15" cstate="print">
              <a:extLst>
                <a:ext uri="{28A0092B-C50C-407E-A947-70E740481C1C}">
                  <a14:useLocalDpi xmlns:a14="http://schemas.microsoft.com/office/drawing/2010/main" val="0"/>
                </a:ext>
              </a:extLst>
            </a:blip>
            <a:srcRect l="52991" r="26080"/>
            <a:stretch/>
          </p:blipFill>
          <p:spPr>
            <a:xfrm>
              <a:off x="7181850" y="2448326"/>
              <a:ext cx="1562099" cy="2958293"/>
            </a:xfrm>
            <a:prstGeom prst="rect">
              <a:avLst/>
            </a:prstGeom>
            <a:grpFill/>
          </p:spPr>
        </p:pic>
        <p:pic>
          <p:nvPicPr>
            <p:cNvPr id="24" name="product_simatic-s7-1500.png">
              <a:extLst>
                <a:ext uri="{FF2B5EF4-FFF2-40B4-BE49-F238E27FC236}">
                  <a16:creationId xmlns:a16="http://schemas.microsoft.com/office/drawing/2014/main" id="{8915001E-4AF3-4CEA-89EB-09BDDFDDEACA}"/>
                </a:ext>
              </a:extLst>
            </p:cNvPr>
            <p:cNvPicPr>
              <a:picLocks noChangeAspect="1"/>
            </p:cNvPicPr>
            <p:nvPr>
              <p:custDataLst>
                <p:tags r:id="rId7"/>
              </p:custDataLst>
            </p:nvPr>
          </p:nvPicPr>
          <p:blipFill rotWithShape="1">
            <a:blip r:embed="rId16" cstate="print">
              <a:extLst>
                <a:ext uri="{28A0092B-C50C-407E-A947-70E740481C1C}">
                  <a14:useLocalDpi xmlns:a14="http://schemas.microsoft.com/office/drawing/2010/main" val="0"/>
                </a:ext>
              </a:extLst>
            </a:blip>
            <a:srcRect l="73598"/>
            <a:stretch/>
          </p:blipFill>
          <p:spPr>
            <a:xfrm>
              <a:off x="8743949" y="2448328"/>
              <a:ext cx="781049" cy="2958293"/>
            </a:xfrm>
            <a:prstGeom prst="rect">
              <a:avLst/>
            </a:prstGeom>
            <a:grpFill/>
          </p:spPr>
        </p:pic>
        <p:pic>
          <p:nvPicPr>
            <p:cNvPr id="25" name="product_simatic-s7-1500.png">
              <a:extLst>
                <a:ext uri="{FF2B5EF4-FFF2-40B4-BE49-F238E27FC236}">
                  <a16:creationId xmlns:a16="http://schemas.microsoft.com/office/drawing/2014/main" id="{4CE50556-B1DB-444F-AFC4-BD5A7791EF40}"/>
                </a:ext>
              </a:extLst>
            </p:cNvPr>
            <p:cNvPicPr>
              <a:picLocks noChangeAspect="1"/>
            </p:cNvPicPr>
            <p:nvPr>
              <p:custDataLst>
                <p:tags r:id="rId8"/>
              </p:custDataLst>
            </p:nvPr>
          </p:nvPicPr>
          <p:blipFill rotWithShape="1">
            <a:blip r:embed="rId16" cstate="print">
              <a:extLst>
                <a:ext uri="{28A0092B-C50C-407E-A947-70E740481C1C}">
                  <a14:useLocalDpi xmlns:a14="http://schemas.microsoft.com/office/drawing/2010/main" val="0"/>
                </a:ext>
              </a:extLst>
            </a:blip>
            <a:srcRect r="47652"/>
            <a:stretch/>
          </p:blipFill>
          <p:spPr>
            <a:xfrm>
              <a:off x="5633257" y="2448328"/>
              <a:ext cx="1548594" cy="2958293"/>
            </a:xfrm>
            <a:prstGeom prst="rect">
              <a:avLst/>
            </a:prstGeom>
            <a:grpFill/>
          </p:spPr>
        </p:pic>
      </p:grpSp>
      <p:pic>
        <p:nvPicPr>
          <p:cNvPr id="26" name="product_distributed-io.png">
            <a:extLst>
              <a:ext uri="{FF2B5EF4-FFF2-40B4-BE49-F238E27FC236}">
                <a16:creationId xmlns:a16="http://schemas.microsoft.com/office/drawing/2014/main" id="{81C87F7A-DD0D-4EFF-902E-B7744BDEE410}"/>
              </a:ext>
            </a:extLst>
          </p:cNvPr>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6110017" y="4877113"/>
            <a:ext cx="455031" cy="455031"/>
          </a:xfrm>
          <a:prstGeom prst="rect">
            <a:avLst/>
          </a:prstGeom>
          <a:solidFill>
            <a:schemeClr val="tx1"/>
          </a:solidFill>
        </p:spPr>
      </p:pic>
      <p:sp>
        <p:nvSpPr>
          <p:cNvPr id="5" name="Text Box 16">
            <a:extLst>
              <a:ext uri="{FF2B5EF4-FFF2-40B4-BE49-F238E27FC236}">
                <a16:creationId xmlns:a16="http://schemas.microsoft.com/office/drawing/2014/main" id="{4AA51351-2ACA-5AF1-03B4-25FA6A2FC1D1}"/>
              </a:ext>
            </a:extLst>
          </p:cNvPr>
          <p:cNvSpPr txBox="1">
            <a:spLocks noChangeArrowheads="1"/>
          </p:cNvSpPr>
          <p:nvPr>
            <p:custDataLst>
              <p:tags r:id="rId4"/>
            </p:custDataLst>
          </p:nvPr>
        </p:nvSpPr>
        <p:spPr bwMode="auto">
          <a:xfrm>
            <a:off x="4699055" y="2176287"/>
            <a:ext cx="825547"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PN Controller</a:t>
            </a:r>
          </a:p>
        </p:txBody>
      </p:sp>
      <p:sp>
        <p:nvSpPr>
          <p:cNvPr id="9" name="Text Box 16">
            <a:extLst>
              <a:ext uri="{FF2B5EF4-FFF2-40B4-BE49-F238E27FC236}">
                <a16:creationId xmlns:a16="http://schemas.microsoft.com/office/drawing/2014/main" id="{E1AE7EA4-7585-E7A7-2173-5913868D4ED4}"/>
              </a:ext>
            </a:extLst>
          </p:cNvPr>
          <p:cNvSpPr txBox="1">
            <a:spLocks noChangeArrowheads="1"/>
          </p:cNvSpPr>
          <p:nvPr>
            <p:custDataLst>
              <p:tags r:id="rId5"/>
            </p:custDataLst>
          </p:nvPr>
        </p:nvSpPr>
        <p:spPr bwMode="auto">
          <a:xfrm>
            <a:off x="6792415" y="2195169"/>
            <a:ext cx="825547" cy="15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6pPr>
            <a:lvl7pPr marL="29718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7pPr>
            <a:lvl8pPr marL="34290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8pPr>
            <a:lvl9pPr marL="3886200" indent="-228600" eaLnBrk="0" fontAlgn="base" hangingPunct="0">
              <a:spcBef>
                <a:spcPct val="50000"/>
              </a:spcBef>
              <a:spcAft>
                <a:spcPct val="0"/>
              </a:spcAft>
              <a:buClr>
                <a:schemeClr val="accent1"/>
              </a:buClr>
              <a:buFont typeface="Wingdings" pitchFamily="2" charset="2"/>
              <a:defRPr>
                <a:solidFill>
                  <a:schemeClr val="tx1"/>
                </a:solidFill>
                <a:latin typeface="Arial" charset="0"/>
              </a:defRPr>
            </a:lvl9pPr>
          </a:lstStyle>
          <a:p>
            <a:pPr algn="ctr" eaLnBrk="1" hangingPunct="1"/>
            <a:r>
              <a:rPr lang="en-US" altLang="de-DE" sz="999" b="1" dirty="0"/>
              <a:t>PN Controller</a:t>
            </a:r>
          </a:p>
        </p:txBody>
      </p:sp>
    </p:spTree>
    <p:custDataLst>
      <p:tags r:id="rId1"/>
    </p:custDataLst>
    <p:extLst>
      <p:ext uri="{BB962C8B-B14F-4D97-AF65-F5344CB8AC3E}">
        <p14:creationId xmlns:p14="http://schemas.microsoft.com/office/powerpoint/2010/main" val="3071364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hteck 19">
            <a:extLst>
              <a:ext uri="{FF2B5EF4-FFF2-40B4-BE49-F238E27FC236}">
                <a16:creationId xmlns:a16="http://schemas.microsoft.com/office/drawing/2014/main" id="{263F46F3-09AA-0946-2D0D-E7828B47CFF8}"/>
              </a:ext>
            </a:extLst>
          </p:cNvPr>
          <p:cNvSpPr/>
          <p:nvPr/>
        </p:nvSpPr>
        <p:spPr>
          <a:xfrm>
            <a:off x="8305908" y="1493419"/>
            <a:ext cx="3295287" cy="35926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8" name="Rechteck 17">
            <a:extLst>
              <a:ext uri="{FF2B5EF4-FFF2-40B4-BE49-F238E27FC236}">
                <a16:creationId xmlns:a16="http://schemas.microsoft.com/office/drawing/2014/main" id="{75AC320C-2DEB-BADA-DFED-AADD3574A54E}"/>
              </a:ext>
            </a:extLst>
          </p:cNvPr>
          <p:cNvSpPr/>
          <p:nvPr/>
        </p:nvSpPr>
        <p:spPr>
          <a:xfrm>
            <a:off x="4472678" y="1479495"/>
            <a:ext cx="3295287" cy="37298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3" name="Rechteck 12">
            <a:extLst>
              <a:ext uri="{FF2B5EF4-FFF2-40B4-BE49-F238E27FC236}">
                <a16:creationId xmlns:a16="http://schemas.microsoft.com/office/drawing/2014/main" id="{F5EBED59-F598-B238-BCF4-BC1130E5C1FB}"/>
              </a:ext>
            </a:extLst>
          </p:cNvPr>
          <p:cNvSpPr/>
          <p:nvPr/>
        </p:nvSpPr>
        <p:spPr>
          <a:xfrm>
            <a:off x="646556" y="1475993"/>
            <a:ext cx="3295287" cy="41031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4" name="Rechteck 113">
            <a:extLst>
              <a:ext uri="{FF2B5EF4-FFF2-40B4-BE49-F238E27FC236}">
                <a16:creationId xmlns:a16="http://schemas.microsoft.com/office/drawing/2014/main" id="{95380F57-BCA0-AE6A-9BE0-E37FC5E398BC}"/>
              </a:ext>
            </a:extLst>
          </p:cNvPr>
          <p:cNvSpPr/>
          <p:nvPr/>
        </p:nvSpPr>
        <p:spPr>
          <a:xfrm>
            <a:off x="8815161" y="2581364"/>
            <a:ext cx="1017980" cy="652258"/>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Redundant PN Controller 1</a:t>
            </a:r>
          </a:p>
        </p:txBody>
      </p:sp>
      <p:sp>
        <p:nvSpPr>
          <p:cNvPr id="117" name="Rechteck 116">
            <a:extLst>
              <a:ext uri="{FF2B5EF4-FFF2-40B4-BE49-F238E27FC236}">
                <a16:creationId xmlns:a16="http://schemas.microsoft.com/office/drawing/2014/main" id="{8A8B780A-E542-0145-BA23-14A7919DA516}"/>
              </a:ext>
            </a:extLst>
          </p:cNvPr>
          <p:cNvSpPr/>
          <p:nvPr/>
        </p:nvSpPr>
        <p:spPr>
          <a:xfrm>
            <a:off x="9941188" y="2581364"/>
            <a:ext cx="1017980" cy="652258"/>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Redundant PN Controller 2</a:t>
            </a:r>
          </a:p>
        </p:txBody>
      </p:sp>
      <p:sp>
        <p:nvSpPr>
          <p:cNvPr id="99" name="Rechteck 98">
            <a:extLst>
              <a:ext uri="{FF2B5EF4-FFF2-40B4-BE49-F238E27FC236}">
                <a16:creationId xmlns:a16="http://schemas.microsoft.com/office/drawing/2014/main" id="{D3B71E9B-4605-5BD7-34EA-9B36522ABE54}"/>
              </a:ext>
            </a:extLst>
          </p:cNvPr>
          <p:cNvSpPr/>
          <p:nvPr/>
        </p:nvSpPr>
        <p:spPr>
          <a:xfrm>
            <a:off x="4978195" y="2581387"/>
            <a:ext cx="1017980" cy="652258"/>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Redundant PN Controller 1</a:t>
            </a:r>
          </a:p>
        </p:txBody>
      </p:sp>
      <p:sp>
        <p:nvSpPr>
          <p:cNvPr id="100" name="Rechteck 99">
            <a:extLst>
              <a:ext uri="{FF2B5EF4-FFF2-40B4-BE49-F238E27FC236}">
                <a16:creationId xmlns:a16="http://schemas.microsoft.com/office/drawing/2014/main" id="{668F7A01-4013-4AF1-6FFF-31EB2F0A029D}"/>
              </a:ext>
            </a:extLst>
          </p:cNvPr>
          <p:cNvSpPr/>
          <p:nvPr/>
        </p:nvSpPr>
        <p:spPr>
          <a:xfrm>
            <a:off x="6104222" y="2581387"/>
            <a:ext cx="1017980" cy="652258"/>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Redundant PN Controller 2</a:t>
            </a:r>
          </a:p>
        </p:txBody>
      </p:sp>
      <p:sp>
        <p:nvSpPr>
          <p:cNvPr id="94" name="Rechteck 93">
            <a:extLst>
              <a:ext uri="{FF2B5EF4-FFF2-40B4-BE49-F238E27FC236}">
                <a16:creationId xmlns:a16="http://schemas.microsoft.com/office/drawing/2014/main" id="{8AD1BF44-3102-9D41-AB10-7220CCDB68E8}"/>
              </a:ext>
            </a:extLst>
          </p:cNvPr>
          <p:cNvSpPr/>
          <p:nvPr/>
        </p:nvSpPr>
        <p:spPr bwMode="auto">
          <a:xfrm>
            <a:off x="5571841" y="4083164"/>
            <a:ext cx="500450" cy="451403"/>
          </a:xfrm>
          <a:prstGeom prst="rect">
            <a:avLst/>
          </a:prstGeom>
          <a:solidFill>
            <a:srgbClr val="00B050"/>
          </a:solidFill>
          <a:ln w="9525">
            <a:noFill/>
            <a:miter lim="800000"/>
            <a:headEnd/>
            <a:tailEnd/>
          </a:ln>
          <a:effectLst/>
        </p:spPr>
        <p:txBody>
          <a:bodyPr wrap="square" lIns="107944" tIns="53972" rIns="107944" bIns="53972" numCol="1" spcCol="72000" rtlCol="0" anchor="ctr">
            <a:noAutofit/>
          </a:bodyPr>
          <a:lstStyle/>
          <a:p>
            <a:pPr algn="ctr">
              <a:lnSpc>
                <a:spcPct val="110000"/>
              </a:lnSpc>
              <a:spcBef>
                <a:spcPct val="0"/>
              </a:spcBef>
            </a:pPr>
            <a:r>
              <a:rPr lang="en-US" sz="1199" dirty="0">
                <a:solidFill>
                  <a:schemeClr val="bg1"/>
                </a:solidFill>
              </a:rPr>
              <a:t>IM</a:t>
            </a:r>
          </a:p>
        </p:txBody>
      </p:sp>
      <p:sp>
        <p:nvSpPr>
          <p:cNvPr id="95" name="Rechteck 94">
            <a:extLst>
              <a:ext uri="{FF2B5EF4-FFF2-40B4-BE49-F238E27FC236}">
                <a16:creationId xmlns:a16="http://schemas.microsoft.com/office/drawing/2014/main" id="{3BE7AD9F-836F-12C9-D81E-5BD9A6FC9937}"/>
              </a:ext>
            </a:extLst>
          </p:cNvPr>
          <p:cNvSpPr/>
          <p:nvPr/>
        </p:nvSpPr>
        <p:spPr bwMode="auto">
          <a:xfrm>
            <a:off x="6072293" y="4083164"/>
            <a:ext cx="758828" cy="451403"/>
          </a:xfrm>
          <a:prstGeom prst="rect">
            <a:avLst/>
          </a:prstGeom>
          <a:solidFill>
            <a:srgbClr val="D7D7CD"/>
          </a:solidFill>
          <a:ln w="9525">
            <a:noFill/>
            <a:miter lim="800000"/>
            <a:headEnd/>
            <a:tailEnd/>
          </a:ln>
          <a:effectLst/>
        </p:spPr>
        <p:txBody>
          <a:bodyPr wrap="square" lIns="107944" tIns="53972" rIns="107944" bIns="53972" numCol="1" spcCol="72000" rtlCol="0" anchor="ctr">
            <a:noAutofit/>
          </a:bodyPr>
          <a:lstStyle/>
          <a:p>
            <a:pPr algn="ctr">
              <a:lnSpc>
                <a:spcPct val="110000"/>
              </a:lnSpc>
              <a:spcBef>
                <a:spcPct val="0"/>
              </a:spcBef>
            </a:pPr>
            <a:r>
              <a:rPr lang="en-US" sz="1199" dirty="0">
                <a:solidFill>
                  <a:schemeClr val="bg1"/>
                </a:solidFill>
              </a:rPr>
              <a:t>I/O</a:t>
            </a:r>
          </a:p>
        </p:txBody>
      </p:sp>
      <p:sp>
        <p:nvSpPr>
          <p:cNvPr id="96" name="Rechteck 95">
            <a:extLst>
              <a:ext uri="{FF2B5EF4-FFF2-40B4-BE49-F238E27FC236}">
                <a16:creationId xmlns:a16="http://schemas.microsoft.com/office/drawing/2014/main" id="{EEA8DAE5-7EBC-A21C-B1DF-F30EB5088225}"/>
              </a:ext>
            </a:extLst>
          </p:cNvPr>
          <p:cNvSpPr/>
          <p:nvPr/>
        </p:nvSpPr>
        <p:spPr>
          <a:xfrm>
            <a:off x="5574221" y="4529530"/>
            <a:ext cx="1256900" cy="296003"/>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PN S2 Device</a:t>
            </a:r>
          </a:p>
        </p:txBody>
      </p:sp>
      <p:sp>
        <p:nvSpPr>
          <p:cNvPr id="7" name="Rechteck 6">
            <a:extLst>
              <a:ext uri="{FF2B5EF4-FFF2-40B4-BE49-F238E27FC236}">
                <a16:creationId xmlns:a16="http://schemas.microsoft.com/office/drawing/2014/main" id="{A46C4B78-1C9A-B8D1-43C0-7AB25036EF41}"/>
              </a:ext>
            </a:extLst>
          </p:cNvPr>
          <p:cNvSpPr/>
          <p:nvPr/>
        </p:nvSpPr>
        <p:spPr>
          <a:xfrm>
            <a:off x="1727428" y="2576973"/>
            <a:ext cx="1017980" cy="652258"/>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PN Controller</a:t>
            </a:r>
          </a:p>
        </p:txBody>
      </p:sp>
      <p:sp>
        <p:nvSpPr>
          <p:cNvPr id="124" name="Rechteck 123">
            <a:extLst>
              <a:ext uri="{FF2B5EF4-FFF2-40B4-BE49-F238E27FC236}">
                <a16:creationId xmlns:a16="http://schemas.microsoft.com/office/drawing/2014/main" id="{6FADF8E6-4281-4A64-82FB-D0CA59CE02B9}"/>
              </a:ext>
            </a:extLst>
          </p:cNvPr>
          <p:cNvSpPr/>
          <p:nvPr/>
        </p:nvSpPr>
        <p:spPr bwMode="auto">
          <a:xfrm>
            <a:off x="1811281" y="4090487"/>
            <a:ext cx="500450" cy="451403"/>
          </a:xfrm>
          <a:prstGeom prst="rect">
            <a:avLst/>
          </a:prstGeom>
          <a:solidFill>
            <a:srgbClr val="00B050"/>
          </a:solidFill>
          <a:ln w="9525">
            <a:noFill/>
            <a:miter lim="800000"/>
            <a:headEnd/>
            <a:tailEnd/>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r>
              <a:rPr lang="en-US" sz="1199" dirty="0">
                <a:solidFill>
                  <a:schemeClr val="bg1"/>
                </a:solidFill>
              </a:rPr>
              <a:t>IM</a:t>
            </a:r>
          </a:p>
        </p:txBody>
      </p:sp>
      <p:sp>
        <p:nvSpPr>
          <p:cNvPr id="125" name="Rechteck 124">
            <a:extLst>
              <a:ext uri="{FF2B5EF4-FFF2-40B4-BE49-F238E27FC236}">
                <a16:creationId xmlns:a16="http://schemas.microsoft.com/office/drawing/2014/main" id="{22CD02A5-3AE6-4FFC-BFD1-8E5D75698DFD}"/>
              </a:ext>
            </a:extLst>
          </p:cNvPr>
          <p:cNvSpPr/>
          <p:nvPr/>
        </p:nvSpPr>
        <p:spPr bwMode="auto">
          <a:xfrm>
            <a:off x="2311733" y="4090487"/>
            <a:ext cx="758828" cy="451403"/>
          </a:xfrm>
          <a:prstGeom prst="rect">
            <a:avLst/>
          </a:prstGeom>
          <a:solidFill>
            <a:srgbClr val="D7D7CD"/>
          </a:solidFill>
          <a:ln w="9525">
            <a:noFill/>
            <a:miter lim="800000"/>
            <a:headEnd/>
            <a:tailEnd/>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r>
              <a:rPr lang="en-US" sz="1199" dirty="0">
                <a:solidFill>
                  <a:schemeClr val="bg1"/>
                </a:solidFill>
              </a:rPr>
              <a:t>I/O</a:t>
            </a:r>
          </a:p>
        </p:txBody>
      </p:sp>
      <p:sp>
        <p:nvSpPr>
          <p:cNvPr id="17" name="Line 9"/>
          <p:cNvSpPr>
            <a:spLocks noChangeShapeType="1"/>
          </p:cNvSpPr>
          <p:nvPr/>
        </p:nvSpPr>
        <p:spPr bwMode="auto">
          <a:xfrm flipV="1">
            <a:off x="2219336" y="3799948"/>
            <a:ext cx="2" cy="320508"/>
          </a:xfrm>
          <a:prstGeom prst="line">
            <a:avLst/>
          </a:prstGeom>
          <a:noFill/>
          <a:ln w="28575">
            <a:solidFill>
              <a:srgbClr val="00963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sp>
        <p:nvSpPr>
          <p:cNvPr id="4" name="Titel 3"/>
          <p:cNvSpPr>
            <a:spLocks noGrp="1"/>
          </p:cNvSpPr>
          <p:nvPr>
            <p:ph type="title"/>
          </p:nvPr>
        </p:nvSpPr>
        <p:spPr/>
        <p:txBody>
          <a:bodyPr/>
          <a:lstStyle/>
          <a:p>
            <a:r>
              <a:rPr lang="en-US" dirty="0"/>
              <a:t>PROFINET System Redundancy</a:t>
            </a:r>
            <a:br>
              <a:rPr lang="en-US" dirty="0"/>
            </a:br>
            <a:r>
              <a:rPr lang="en-US" b="0" dirty="0"/>
              <a:t>Redundancy operating modes with PROFINET</a:t>
            </a:r>
            <a:br>
              <a:rPr lang="en-US" dirty="0"/>
            </a:br>
            <a:endParaRPr lang="en-US" dirty="0"/>
          </a:p>
        </p:txBody>
      </p:sp>
      <p:sp>
        <p:nvSpPr>
          <p:cNvPr id="5" name="Fußzeilenplatzhalter 4">
            <a:extLst>
              <a:ext uri="{FF2B5EF4-FFF2-40B4-BE49-F238E27FC236}">
                <a16:creationId xmlns:a16="http://schemas.microsoft.com/office/drawing/2014/main" id="{48728F41-6187-45BF-9CF4-A5BB263B0080}"/>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4" name="Picture 47" descr="ET200M_red"/>
          <p:cNvPicPr>
            <a:picLocks noChangeArrowheads="1"/>
          </p:cNvPicPr>
          <p:nvPr/>
        </p:nvPicPr>
        <p:blipFill>
          <a:blip r:embed="rId4" cstate="print">
            <a:extLst>
              <a:ext uri="{28A0092B-C50C-407E-A947-70E740481C1C}">
                <a14:useLocalDpi xmlns:a14="http://schemas.microsoft.com/office/drawing/2010/main" val="0"/>
              </a:ext>
            </a:extLst>
          </a:blip>
          <a:srcRect l="14642" t="33037" r="82478" b="59431"/>
          <a:stretch>
            <a:fillRect/>
          </a:stretch>
        </p:blipFill>
        <p:spPr bwMode="auto">
          <a:xfrm>
            <a:off x="1976938" y="3966748"/>
            <a:ext cx="14280" cy="12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48" descr="ET200M_red"/>
          <p:cNvPicPr>
            <a:picLocks noChangeArrowheads="1"/>
          </p:cNvPicPr>
          <p:nvPr/>
        </p:nvPicPr>
        <p:blipFill>
          <a:blip r:embed="rId4" cstate="print">
            <a:extLst>
              <a:ext uri="{28A0092B-C50C-407E-A947-70E740481C1C}">
                <a14:useLocalDpi xmlns:a14="http://schemas.microsoft.com/office/drawing/2010/main" val="0"/>
              </a:ext>
            </a:extLst>
          </a:blip>
          <a:srcRect l="14642" t="33037" r="82478" b="59431"/>
          <a:stretch>
            <a:fillRect/>
          </a:stretch>
        </p:blipFill>
        <p:spPr bwMode="auto">
          <a:xfrm>
            <a:off x="2038817" y="3966748"/>
            <a:ext cx="14281" cy="12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Line 9"/>
          <p:cNvSpPr>
            <a:spLocks noChangeShapeType="1"/>
          </p:cNvSpPr>
          <p:nvPr/>
        </p:nvSpPr>
        <p:spPr bwMode="auto">
          <a:xfrm flipV="1">
            <a:off x="2232674" y="3222026"/>
            <a:ext cx="0" cy="260214"/>
          </a:xfrm>
          <a:prstGeom prst="line">
            <a:avLst/>
          </a:prstGeom>
          <a:noFill/>
          <a:ln w="28575">
            <a:solidFill>
              <a:srgbClr val="00963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sp>
        <p:nvSpPr>
          <p:cNvPr id="32" name="Line 9"/>
          <p:cNvSpPr>
            <a:spLocks noChangeShapeType="1"/>
          </p:cNvSpPr>
          <p:nvPr/>
        </p:nvSpPr>
        <p:spPr bwMode="auto">
          <a:xfrm flipV="1">
            <a:off x="5230219" y="3229889"/>
            <a:ext cx="0" cy="260214"/>
          </a:xfrm>
          <a:prstGeom prst="line">
            <a:avLst/>
          </a:prstGeom>
          <a:noFill/>
          <a:ln w="28575">
            <a:solidFill>
              <a:srgbClr val="00963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sp>
        <p:nvSpPr>
          <p:cNvPr id="33" name="Line 9"/>
          <p:cNvSpPr>
            <a:spLocks noChangeShapeType="1"/>
          </p:cNvSpPr>
          <p:nvPr/>
        </p:nvSpPr>
        <p:spPr bwMode="auto">
          <a:xfrm flipV="1">
            <a:off x="6633005" y="3229889"/>
            <a:ext cx="0" cy="260214"/>
          </a:xfrm>
          <a:prstGeom prst="line">
            <a:avLst/>
          </a:prstGeom>
          <a:noFill/>
          <a:ln w="28575">
            <a:solidFill>
              <a:srgbClr val="00963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sp>
        <p:nvSpPr>
          <p:cNvPr id="34" name="Line 9"/>
          <p:cNvSpPr>
            <a:spLocks noChangeShapeType="1"/>
          </p:cNvSpPr>
          <p:nvPr/>
        </p:nvSpPr>
        <p:spPr bwMode="auto">
          <a:xfrm flipH="1" flipV="1">
            <a:off x="5835728" y="3807810"/>
            <a:ext cx="0" cy="288588"/>
          </a:xfrm>
          <a:prstGeom prst="line">
            <a:avLst/>
          </a:prstGeom>
          <a:noFill/>
          <a:ln w="28575">
            <a:solidFill>
              <a:srgbClr val="00963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pic>
        <p:nvPicPr>
          <p:cNvPr id="62" name="Picture 47" descr="ET200M_red"/>
          <p:cNvPicPr>
            <a:picLocks noChangeArrowheads="1"/>
          </p:cNvPicPr>
          <p:nvPr/>
        </p:nvPicPr>
        <p:blipFill>
          <a:blip r:embed="rId4" cstate="print">
            <a:extLst>
              <a:ext uri="{28A0092B-C50C-407E-A947-70E740481C1C}">
                <a14:useLocalDpi xmlns:a14="http://schemas.microsoft.com/office/drawing/2010/main" val="0"/>
              </a:ext>
            </a:extLst>
          </a:blip>
          <a:srcRect l="14642" t="33037" r="82478" b="59431"/>
          <a:stretch>
            <a:fillRect/>
          </a:stretch>
        </p:blipFill>
        <p:spPr bwMode="auto">
          <a:xfrm>
            <a:off x="9883790" y="4104919"/>
            <a:ext cx="14280" cy="12693"/>
          </a:xfrm>
          <a:prstGeom prst="rect">
            <a:avLst/>
          </a:prstGeom>
          <a:solidFill>
            <a:srgbClr val="41AAC8"/>
          </a:solidFill>
          <a:ln>
            <a:noFill/>
          </a:ln>
        </p:spPr>
      </p:pic>
      <p:pic>
        <p:nvPicPr>
          <p:cNvPr id="63" name="Picture 48" descr="ET200M_red"/>
          <p:cNvPicPr>
            <a:picLocks noChangeArrowheads="1"/>
          </p:cNvPicPr>
          <p:nvPr/>
        </p:nvPicPr>
        <p:blipFill>
          <a:blip r:embed="rId4" cstate="print">
            <a:extLst>
              <a:ext uri="{28A0092B-C50C-407E-A947-70E740481C1C}">
                <a14:useLocalDpi xmlns:a14="http://schemas.microsoft.com/office/drawing/2010/main" val="0"/>
              </a:ext>
            </a:extLst>
          </a:blip>
          <a:srcRect l="14642" t="33037" r="82478" b="59431"/>
          <a:stretch>
            <a:fillRect/>
          </a:stretch>
        </p:blipFill>
        <p:spPr bwMode="auto">
          <a:xfrm>
            <a:off x="9945669" y="4104919"/>
            <a:ext cx="14281" cy="12693"/>
          </a:xfrm>
          <a:prstGeom prst="rect">
            <a:avLst/>
          </a:prstGeom>
          <a:solidFill>
            <a:srgbClr val="41AAC8"/>
          </a:solidFill>
          <a:ln>
            <a:noFill/>
          </a:ln>
        </p:spPr>
      </p:pic>
      <p:sp>
        <p:nvSpPr>
          <p:cNvPr id="64" name="Line 9"/>
          <p:cNvSpPr>
            <a:spLocks noChangeShapeType="1"/>
          </p:cNvSpPr>
          <p:nvPr/>
        </p:nvSpPr>
        <p:spPr bwMode="auto">
          <a:xfrm flipV="1">
            <a:off x="9031075" y="3216796"/>
            <a:ext cx="0" cy="260214"/>
          </a:xfrm>
          <a:prstGeom prst="line">
            <a:avLst/>
          </a:prstGeom>
          <a:noFill/>
          <a:ln w="28575">
            <a:solidFill>
              <a:srgbClr val="00963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sp>
        <p:nvSpPr>
          <p:cNvPr id="65" name="Line 9"/>
          <p:cNvSpPr>
            <a:spLocks noChangeShapeType="1"/>
          </p:cNvSpPr>
          <p:nvPr/>
        </p:nvSpPr>
        <p:spPr bwMode="auto">
          <a:xfrm flipV="1">
            <a:off x="10470643" y="3216796"/>
            <a:ext cx="0" cy="260214"/>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sp>
        <p:nvSpPr>
          <p:cNvPr id="68" name="Rechteck 67"/>
          <p:cNvSpPr/>
          <p:nvPr/>
        </p:nvSpPr>
        <p:spPr bwMode="auto">
          <a:xfrm>
            <a:off x="9666979" y="4104919"/>
            <a:ext cx="500450" cy="451403"/>
          </a:xfrm>
          <a:prstGeom prst="rect">
            <a:avLst/>
          </a:prstGeom>
          <a:solidFill>
            <a:srgbClr val="00BEDC"/>
          </a:solidFill>
          <a:ln w="9525">
            <a:noFill/>
            <a:miter lim="800000"/>
            <a:headEnd/>
            <a:tailEnd/>
          </a:ln>
          <a:effectLst/>
        </p:spPr>
        <p:txBody>
          <a:bodyPr wrap="square" lIns="107944" tIns="53972" rIns="107944" bIns="53972" numCol="1" spcCol="72000" rtlCol="0" anchor="ctr">
            <a:noAutofit/>
          </a:bodyPr>
          <a:lstStyle/>
          <a:p>
            <a:pPr algn="ctr">
              <a:lnSpc>
                <a:spcPct val="110000"/>
              </a:lnSpc>
              <a:spcBef>
                <a:spcPct val="0"/>
              </a:spcBef>
              <a:buFont typeface="Wingdings" charset="0"/>
              <a:buNone/>
            </a:pPr>
            <a:r>
              <a:rPr lang="en-US" sz="1199" dirty="0">
                <a:solidFill>
                  <a:schemeClr val="bg1"/>
                </a:solidFill>
              </a:rPr>
              <a:t>IM</a:t>
            </a:r>
          </a:p>
        </p:txBody>
      </p:sp>
      <p:sp>
        <p:nvSpPr>
          <p:cNvPr id="69" name="Rechteck 68"/>
          <p:cNvSpPr/>
          <p:nvPr/>
        </p:nvSpPr>
        <p:spPr bwMode="auto">
          <a:xfrm>
            <a:off x="10167430" y="4104919"/>
            <a:ext cx="500450" cy="451403"/>
          </a:xfrm>
          <a:prstGeom prst="rect">
            <a:avLst/>
          </a:prstGeom>
          <a:solidFill>
            <a:srgbClr val="D7D7CD"/>
          </a:solidFill>
          <a:ln w="9525">
            <a:noFill/>
            <a:miter lim="800000"/>
            <a:headEnd/>
            <a:tailEnd/>
          </a:ln>
          <a:effectLst/>
        </p:spPr>
        <p:txBody>
          <a:bodyPr wrap="square" lIns="107944" tIns="53972" rIns="107944" bIns="53972" numCol="1" spcCol="72000" rtlCol="0" anchor="ctr">
            <a:noAutofit/>
          </a:bodyPr>
          <a:lstStyle/>
          <a:p>
            <a:pPr algn="ctr">
              <a:lnSpc>
                <a:spcPct val="110000"/>
              </a:lnSpc>
              <a:spcBef>
                <a:spcPct val="0"/>
              </a:spcBef>
            </a:pPr>
            <a:r>
              <a:rPr lang="en-US" sz="1199" dirty="0">
                <a:solidFill>
                  <a:schemeClr val="bg1"/>
                </a:solidFill>
              </a:rPr>
              <a:t>I/O</a:t>
            </a:r>
          </a:p>
        </p:txBody>
      </p:sp>
      <p:sp>
        <p:nvSpPr>
          <p:cNvPr id="71" name="Rechteck 70"/>
          <p:cNvSpPr/>
          <p:nvPr/>
        </p:nvSpPr>
        <p:spPr bwMode="auto">
          <a:xfrm>
            <a:off x="9166529" y="4104919"/>
            <a:ext cx="500450" cy="451403"/>
          </a:xfrm>
          <a:prstGeom prst="rect">
            <a:avLst/>
          </a:prstGeom>
          <a:solidFill>
            <a:srgbClr val="00B050"/>
          </a:solidFill>
          <a:ln w="9525">
            <a:noFill/>
            <a:miter lim="800000"/>
            <a:headEnd/>
            <a:tailEnd/>
          </a:ln>
          <a:effectLst/>
        </p:spPr>
        <p:txBody>
          <a:bodyPr wrap="square" lIns="107944" tIns="53972" rIns="107944" bIns="53972" numCol="1" spcCol="72000" rtlCol="0" anchor="ctr">
            <a:noAutofit/>
          </a:bodyPr>
          <a:lstStyle/>
          <a:p>
            <a:pPr algn="ctr">
              <a:lnSpc>
                <a:spcPct val="110000"/>
              </a:lnSpc>
              <a:spcBef>
                <a:spcPct val="0"/>
              </a:spcBef>
            </a:pPr>
            <a:r>
              <a:rPr lang="en-US" sz="1199" dirty="0">
                <a:solidFill>
                  <a:schemeClr val="bg1"/>
                </a:solidFill>
              </a:rPr>
              <a:t>IM</a:t>
            </a:r>
          </a:p>
        </p:txBody>
      </p:sp>
      <p:sp>
        <p:nvSpPr>
          <p:cNvPr id="8" name="Pfeil: nach oben und unten 7">
            <a:extLst>
              <a:ext uri="{FF2B5EF4-FFF2-40B4-BE49-F238E27FC236}">
                <a16:creationId xmlns:a16="http://schemas.microsoft.com/office/drawing/2014/main" id="{6E50712F-4B1E-4503-B810-6CD6AAEAC17E}"/>
              </a:ext>
            </a:extLst>
          </p:cNvPr>
          <p:cNvSpPr/>
          <p:nvPr/>
        </p:nvSpPr>
        <p:spPr bwMode="auto">
          <a:xfrm>
            <a:off x="1872952" y="3229231"/>
            <a:ext cx="317991" cy="861256"/>
          </a:xfrm>
          <a:prstGeom prst="upDownArrow">
            <a:avLst/>
          </a:prstGeom>
          <a:solidFill>
            <a:srgbClr val="00B0F0"/>
          </a:solidFill>
          <a:ln>
            <a:solidFill>
              <a:srgbClr val="0070C0"/>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9" name="Rectangle 39"/>
          <p:cNvSpPr>
            <a:spLocks noChangeArrowheads="1"/>
          </p:cNvSpPr>
          <p:nvPr/>
        </p:nvSpPr>
        <p:spPr bwMode="auto">
          <a:xfrm>
            <a:off x="1191430" y="3481148"/>
            <a:ext cx="2030360" cy="320508"/>
          </a:xfrm>
          <a:prstGeom prst="rect">
            <a:avLst/>
          </a:prstGeom>
          <a:solidFill>
            <a:srgbClr val="92D050"/>
          </a:solidFill>
          <a:ln w="25400" cap="flat" cmpd="sng" algn="ctr">
            <a:solidFill>
              <a:srgbClr val="00963F"/>
            </a:solidFill>
            <a:prstDash val="solid"/>
            <a:miter lim="800000"/>
            <a:headEnd type="none" w="med" len="med"/>
            <a:tailEnd type="none" w="med" len="med"/>
          </a:ln>
        </p:spPr>
        <p:txBody>
          <a:bodyPr wrap="none" lIns="0" tIns="0" rIns="0" bIns="0" anchor="ctr"/>
          <a:lstStyle/>
          <a:p>
            <a:pPr algn="ctr"/>
            <a:r>
              <a:rPr lang="en-US" sz="1199" dirty="0">
                <a:solidFill>
                  <a:srgbClr val="00646E"/>
                </a:solidFill>
              </a:rPr>
              <a:t>PN IO Network</a:t>
            </a:r>
          </a:p>
        </p:txBody>
      </p:sp>
      <p:sp>
        <p:nvSpPr>
          <p:cNvPr id="115" name="Pfeil: nach oben und unten 114">
            <a:extLst>
              <a:ext uri="{FF2B5EF4-FFF2-40B4-BE49-F238E27FC236}">
                <a16:creationId xmlns:a16="http://schemas.microsoft.com/office/drawing/2014/main" id="{2F68D649-E18C-45B5-B214-9EDB6C1E6C50}"/>
              </a:ext>
            </a:extLst>
          </p:cNvPr>
          <p:cNvSpPr/>
          <p:nvPr/>
        </p:nvSpPr>
        <p:spPr bwMode="auto">
          <a:xfrm rot="20608036">
            <a:off x="5389974" y="3144974"/>
            <a:ext cx="317991" cy="1132031"/>
          </a:xfrm>
          <a:prstGeom prst="upDownArrow">
            <a:avLst/>
          </a:prstGeom>
          <a:solidFill>
            <a:srgbClr val="00B0F0"/>
          </a:solidFill>
          <a:ln>
            <a:solidFill>
              <a:srgbClr val="0070C0"/>
            </a:solidFill>
          </a:ln>
          <a:effectLst/>
        </p:spPr>
        <p:txBody>
          <a:bodyPr wrap="square" lIns="107944" tIns="53972" rIns="107944" bIns="53972" numCol="1" spcCol="72000" rtlCol="0" anchor="ctr">
            <a:noAutofit/>
          </a:bodyPr>
          <a:lstStyle/>
          <a:p>
            <a:pPr algn="ctr" fontAlgn="base">
              <a:lnSpc>
                <a:spcPct val="110000"/>
              </a:lnSpc>
              <a:spcBef>
                <a:spcPct val="0"/>
              </a:spcBef>
              <a:spcAft>
                <a:spcPct val="0"/>
              </a:spcAft>
            </a:pPr>
            <a:endParaRPr lang="en-US" sz="1799" dirty="0">
              <a:solidFill>
                <a:srgbClr val="000000"/>
              </a:solidFill>
              <a:latin typeface="Arial"/>
              <a:ea typeface="Arial Unicode MS" panose="020B0604020202020204" pitchFamily="34" charset="-128"/>
            </a:endParaRPr>
          </a:p>
        </p:txBody>
      </p:sp>
      <p:sp>
        <p:nvSpPr>
          <p:cNvPr id="116" name="Pfeil: nach oben und unten 115">
            <a:extLst>
              <a:ext uri="{FF2B5EF4-FFF2-40B4-BE49-F238E27FC236}">
                <a16:creationId xmlns:a16="http://schemas.microsoft.com/office/drawing/2014/main" id="{0EB354C3-B7EE-4420-9ABC-B7F4E9FA4CEC}"/>
              </a:ext>
            </a:extLst>
          </p:cNvPr>
          <p:cNvSpPr/>
          <p:nvPr/>
        </p:nvSpPr>
        <p:spPr bwMode="auto">
          <a:xfrm rot="1000746">
            <a:off x="5957760" y="3135818"/>
            <a:ext cx="317991" cy="1132031"/>
          </a:xfrm>
          <a:prstGeom prst="upDownArrow">
            <a:avLst/>
          </a:prstGeom>
          <a:solidFill>
            <a:srgbClr val="00B0F0"/>
          </a:solidFill>
          <a:ln>
            <a:solidFill>
              <a:srgbClr val="0070C0"/>
            </a:solidFill>
          </a:ln>
          <a:effectLst/>
        </p:spPr>
        <p:txBody>
          <a:bodyPr wrap="square" lIns="107944" tIns="53972" rIns="107944" bIns="53972" numCol="1" spcCol="72000" rtlCol="0" anchor="ctr">
            <a:noAutofit/>
          </a:bodyPr>
          <a:lstStyle/>
          <a:p>
            <a:pPr algn="ctr" fontAlgn="base">
              <a:lnSpc>
                <a:spcPct val="110000"/>
              </a:lnSpc>
              <a:spcBef>
                <a:spcPct val="0"/>
              </a:spcBef>
              <a:spcAft>
                <a:spcPct val="0"/>
              </a:spcAft>
            </a:pPr>
            <a:endParaRPr lang="en-US" sz="1799" dirty="0">
              <a:solidFill>
                <a:srgbClr val="000000"/>
              </a:solidFill>
              <a:latin typeface="Arial"/>
              <a:ea typeface="Arial Unicode MS" panose="020B0604020202020204" pitchFamily="34" charset="-128"/>
            </a:endParaRPr>
          </a:p>
        </p:txBody>
      </p:sp>
      <p:sp>
        <p:nvSpPr>
          <p:cNvPr id="35" name="Rectangle 39"/>
          <p:cNvSpPr>
            <a:spLocks noChangeArrowheads="1"/>
          </p:cNvSpPr>
          <p:nvPr/>
        </p:nvSpPr>
        <p:spPr bwMode="auto">
          <a:xfrm>
            <a:off x="5034247" y="3480958"/>
            <a:ext cx="2030360" cy="320508"/>
          </a:xfrm>
          <a:prstGeom prst="rect">
            <a:avLst/>
          </a:prstGeom>
          <a:solidFill>
            <a:srgbClr val="92D050"/>
          </a:solidFill>
          <a:ln w="25400" cap="flat" cmpd="sng" algn="ctr">
            <a:solidFill>
              <a:srgbClr val="00963F"/>
            </a:solidFill>
            <a:prstDash val="solid"/>
            <a:miter lim="800000"/>
            <a:headEnd type="none" w="med" len="med"/>
            <a:tailEnd type="none" w="med" len="med"/>
          </a:ln>
        </p:spPr>
        <p:txBody>
          <a:bodyPr wrap="none" lIns="0" tIns="0" rIns="0" bIns="0" anchor="ctr"/>
          <a:lstStyle/>
          <a:p>
            <a:pPr algn="ctr"/>
            <a:r>
              <a:rPr lang="en-US" sz="1199" dirty="0">
                <a:solidFill>
                  <a:srgbClr val="00646E"/>
                </a:solidFill>
              </a:rPr>
              <a:t>PN IO Network</a:t>
            </a:r>
          </a:p>
        </p:txBody>
      </p:sp>
      <p:sp>
        <p:nvSpPr>
          <p:cNvPr id="126" name="Pfeil: nach oben und unten 125">
            <a:extLst>
              <a:ext uri="{FF2B5EF4-FFF2-40B4-BE49-F238E27FC236}">
                <a16:creationId xmlns:a16="http://schemas.microsoft.com/office/drawing/2014/main" id="{D3FC2025-4423-4908-83AC-848E692352C2}"/>
              </a:ext>
            </a:extLst>
          </p:cNvPr>
          <p:cNvSpPr/>
          <p:nvPr/>
        </p:nvSpPr>
        <p:spPr bwMode="auto">
          <a:xfrm>
            <a:off x="9100524" y="3233622"/>
            <a:ext cx="317991" cy="881602"/>
          </a:xfrm>
          <a:prstGeom prst="upDownArrow">
            <a:avLst/>
          </a:prstGeom>
          <a:solidFill>
            <a:srgbClr val="00B0F0"/>
          </a:solidFill>
          <a:ln>
            <a:solidFill>
              <a:srgbClr val="0070C0"/>
            </a:solidFill>
          </a:ln>
          <a:effectLst/>
        </p:spPr>
        <p:txBody>
          <a:bodyPr wrap="square" lIns="107944" tIns="53972" rIns="107944" bIns="53972" numCol="1" spcCol="72000" rtlCol="0" anchor="ctr">
            <a:noAutofit/>
          </a:bodyPr>
          <a:lstStyle/>
          <a:p>
            <a:pPr algn="ctr" fontAlgn="base">
              <a:lnSpc>
                <a:spcPct val="110000"/>
              </a:lnSpc>
              <a:spcBef>
                <a:spcPct val="0"/>
              </a:spcBef>
              <a:spcAft>
                <a:spcPct val="0"/>
              </a:spcAft>
            </a:pPr>
            <a:endParaRPr lang="en-US" sz="1799" dirty="0">
              <a:solidFill>
                <a:srgbClr val="000000"/>
              </a:solidFill>
              <a:latin typeface="Arial"/>
              <a:ea typeface="Arial Unicode MS" panose="020B0604020202020204" pitchFamily="34" charset="-128"/>
            </a:endParaRPr>
          </a:p>
        </p:txBody>
      </p:sp>
      <p:sp>
        <p:nvSpPr>
          <p:cNvPr id="127" name="Pfeil: nach oben und unten 126">
            <a:extLst>
              <a:ext uri="{FF2B5EF4-FFF2-40B4-BE49-F238E27FC236}">
                <a16:creationId xmlns:a16="http://schemas.microsoft.com/office/drawing/2014/main" id="{6F70A4C7-9085-46AB-8F2E-E7FFDDC873B5}"/>
              </a:ext>
            </a:extLst>
          </p:cNvPr>
          <p:cNvSpPr/>
          <p:nvPr/>
        </p:nvSpPr>
        <p:spPr bwMode="auto">
          <a:xfrm>
            <a:off x="9941188" y="3216796"/>
            <a:ext cx="317991" cy="888123"/>
          </a:xfrm>
          <a:prstGeom prst="upDownArrow">
            <a:avLst/>
          </a:prstGeom>
          <a:solidFill>
            <a:srgbClr val="00B0F0"/>
          </a:solidFill>
          <a:ln>
            <a:solidFill>
              <a:srgbClr val="0070C0"/>
            </a:solidFill>
          </a:ln>
          <a:effectLst/>
        </p:spPr>
        <p:txBody>
          <a:bodyPr wrap="square" lIns="107944" tIns="53972" rIns="107944" bIns="53972" numCol="1" spcCol="72000" rtlCol="0" anchor="ctr">
            <a:noAutofit/>
          </a:bodyPr>
          <a:lstStyle/>
          <a:p>
            <a:pPr algn="ctr" fontAlgn="base">
              <a:lnSpc>
                <a:spcPct val="110000"/>
              </a:lnSpc>
              <a:spcBef>
                <a:spcPct val="0"/>
              </a:spcBef>
              <a:spcAft>
                <a:spcPct val="0"/>
              </a:spcAft>
            </a:pPr>
            <a:endParaRPr lang="en-US" sz="1799" dirty="0">
              <a:solidFill>
                <a:srgbClr val="000000"/>
              </a:solidFill>
              <a:latin typeface="Arial"/>
              <a:ea typeface="Arial Unicode MS" panose="020B0604020202020204" pitchFamily="34" charset="-128"/>
            </a:endParaRPr>
          </a:p>
        </p:txBody>
      </p:sp>
      <p:sp>
        <p:nvSpPr>
          <p:cNvPr id="67" name="Rectangle 39"/>
          <p:cNvSpPr>
            <a:spLocks noChangeArrowheads="1"/>
          </p:cNvSpPr>
          <p:nvPr/>
        </p:nvSpPr>
        <p:spPr bwMode="auto">
          <a:xfrm>
            <a:off x="8504362" y="3475918"/>
            <a:ext cx="1219812" cy="320508"/>
          </a:xfrm>
          <a:prstGeom prst="rect">
            <a:avLst/>
          </a:prstGeom>
          <a:solidFill>
            <a:srgbClr val="92D050"/>
          </a:solidFill>
          <a:ln w="25400" cap="flat" cmpd="sng" algn="ctr">
            <a:solidFill>
              <a:srgbClr val="00963F"/>
            </a:solidFill>
            <a:prstDash val="solid"/>
            <a:miter lim="800000"/>
            <a:headEnd type="none" w="med" len="med"/>
            <a:tailEnd type="none" w="med" len="med"/>
          </a:ln>
        </p:spPr>
        <p:txBody>
          <a:bodyPr wrap="none" lIns="0" tIns="0" rIns="0" bIns="0" anchor="ctr"/>
          <a:lstStyle/>
          <a:p>
            <a:pPr algn="ctr"/>
            <a:r>
              <a:rPr lang="en-US" sz="1199" dirty="0">
                <a:solidFill>
                  <a:srgbClr val="00646E"/>
                </a:solidFill>
              </a:rPr>
              <a:t>PN IO Network</a:t>
            </a:r>
          </a:p>
        </p:txBody>
      </p:sp>
      <p:sp>
        <p:nvSpPr>
          <p:cNvPr id="3" name="Textfeld 2">
            <a:extLst>
              <a:ext uri="{FF2B5EF4-FFF2-40B4-BE49-F238E27FC236}">
                <a16:creationId xmlns:a16="http://schemas.microsoft.com/office/drawing/2014/main" id="{90E15EE6-86F6-4348-83B1-13B171E5D511}"/>
              </a:ext>
            </a:extLst>
          </p:cNvPr>
          <p:cNvSpPr txBox="1"/>
          <p:nvPr/>
        </p:nvSpPr>
        <p:spPr>
          <a:xfrm>
            <a:off x="1717303" y="6113283"/>
            <a:ext cx="8773837" cy="276855"/>
          </a:xfrm>
          <a:prstGeom prst="rect">
            <a:avLst/>
          </a:prstGeom>
          <a:noFill/>
        </p:spPr>
        <p:txBody>
          <a:bodyPr vert="horz" wrap="square" lIns="0" tIns="0" rIns="0" bIns="0" rtlCol="0">
            <a:noAutofit/>
          </a:bodyPr>
          <a:lstStyle/>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Details on PN System Redundancy operating modes: See </a:t>
            </a:r>
            <a:r>
              <a:rPr lang="en-US" sz="1199" dirty="0">
                <a:solidFill>
                  <a:srgbClr val="000000"/>
                </a:solidFill>
                <a:latin typeface="Arial"/>
                <a:ea typeface="Arial Unicode MS" panose="020B0604020202020204" pitchFamily="34" charset="-128"/>
                <a:cs typeface="Arial Unicode MS" panose="020B0604020202020204" pitchFamily="34" charset="-128"/>
                <a:hlinkClick r:id="rId5"/>
              </a:rPr>
              <a:t>https://support.industry.siemens.com/cs/ww/de/view/109756450</a:t>
            </a: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93" name="Rechteck 92">
            <a:extLst>
              <a:ext uri="{FF2B5EF4-FFF2-40B4-BE49-F238E27FC236}">
                <a16:creationId xmlns:a16="http://schemas.microsoft.com/office/drawing/2014/main" id="{242ACA42-B006-3B03-EAA6-9E4260499FF9}"/>
              </a:ext>
            </a:extLst>
          </p:cNvPr>
          <p:cNvSpPr/>
          <p:nvPr/>
        </p:nvSpPr>
        <p:spPr>
          <a:xfrm>
            <a:off x="1813661" y="4536853"/>
            <a:ext cx="1256898" cy="296003"/>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PN S1 Device</a:t>
            </a:r>
          </a:p>
        </p:txBody>
      </p:sp>
      <p:sp>
        <p:nvSpPr>
          <p:cNvPr id="97" name="Rechteck 96">
            <a:extLst>
              <a:ext uri="{FF2B5EF4-FFF2-40B4-BE49-F238E27FC236}">
                <a16:creationId xmlns:a16="http://schemas.microsoft.com/office/drawing/2014/main" id="{31D7FF33-7332-9C7E-2303-C57B3C1975B9}"/>
              </a:ext>
            </a:extLst>
          </p:cNvPr>
          <p:cNvSpPr/>
          <p:nvPr/>
        </p:nvSpPr>
        <p:spPr>
          <a:xfrm>
            <a:off x="9172346" y="4544275"/>
            <a:ext cx="1495529" cy="296003"/>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1200" dirty="0"/>
              <a:t>PN R1 Device</a:t>
            </a:r>
          </a:p>
        </p:txBody>
      </p:sp>
      <p:sp>
        <p:nvSpPr>
          <p:cNvPr id="118" name="Rectangle 39">
            <a:extLst>
              <a:ext uri="{FF2B5EF4-FFF2-40B4-BE49-F238E27FC236}">
                <a16:creationId xmlns:a16="http://schemas.microsoft.com/office/drawing/2014/main" id="{222B23F3-2F58-14FC-317E-660848FE3FBE}"/>
              </a:ext>
            </a:extLst>
          </p:cNvPr>
          <p:cNvSpPr>
            <a:spLocks noChangeArrowheads="1"/>
          </p:cNvSpPr>
          <p:nvPr/>
        </p:nvSpPr>
        <p:spPr bwMode="auto">
          <a:xfrm>
            <a:off x="9801644" y="3474475"/>
            <a:ext cx="1219812" cy="320508"/>
          </a:xfrm>
          <a:prstGeom prst="rect">
            <a:avLst/>
          </a:prstGeom>
          <a:solidFill>
            <a:srgbClr val="00BEDC"/>
          </a:solidFill>
          <a:ln w="25400" cap="flat" cmpd="sng" algn="ctr">
            <a:solidFill>
              <a:srgbClr val="0070C0"/>
            </a:solidFill>
            <a:prstDash val="solid"/>
            <a:miter lim="800000"/>
            <a:headEnd type="none" w="med" len="med"/>
            <a:tailEnd type="none" w="med" len="med"/>
          </a:ln>
        </p:spPr>
        <p:txBody>
          <a:bodyPr wrap="none" lIns="0" tIns="0" rIns="0" bIns="0" anchor="ctr"/>
          <a:lstStyle/>
          <a:p>
            <a:pPr algn="ctr"/>
            <a:r>
              <a:rPr lang="en-US" sz="1199" dirty="0">
                <a:solidFill>
                  <a:srgbClr val="00646E"/>
                </a:solidFill>
              </a:rPr>
              <a:t>PN IO Network</a:t>
            </a:r>
          </a:p>
        </p:txBody>
      </p:sp>
      <p:sp>
        <p:nvSpPr>
          <p:cNvPr id="72" name="Line 9"/>
          <p:cNvSpPr>
            <a:spLocks noChangeShapeType="1"/>
          </p:cNvSpPr>
          <p:nvPr/>
        </p:nvSpPr>
        <p:spPr bwMode="auto">
          <a:xfrm flipH="1" flipV="1">
            <a:off x="9431213" y="3794715"/>
            <a:ext cx="3648" cy="320509"/>
          </a:xfrm>
          <a:prstGeom prst="line">
            <a:avLst/>
          </a:prstGeom>
          <a:noFill/>
          <a:ln w="28575">
            <a:solidFill>
              <a:srgbClr val="00963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sp>
        <p:nvSpPr>
          <p:cNvPr id="66" name="Line 9"/>
          <p:cNvSpPr>
            <a:spLocks noChangeShapeType="1"/>
          </p:cNvSpPr>
          <p:nvPr/>
        </p:nvSpPr>
        <p:spPr bwMode="auto">
          <a:xfrm flipH="1" flipV="1">
            <a:off x="9910768" y="3794718"/>
            <a:ext cx="0" cy="32050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799" dirty="0"/>
          </a:p>
        </p:txBody>
      </p:sp>
      <p:sp>
        <p:nvSpPr>
          <p:cNvPr id="57" name="Textfeld 56">
            <a:extLst>
              <a:ext uri="{FF2B5EF4-FFF2-40B4-BE49-F238E27FC236}">
                <a16:creationId xmlns:a16="http://schemas.microsoft.com/office/drawing/2014/main" id="{DA3226BE-D6DD-23F6-8F24-7B4168013D73}"/>
              </a:ext>
            </a:extLst>
          </p:cNvPr>
          <p:cNvSpPr txBox="1"/>
          <p:nvPr/>
        </p:nvSpPr>
        <p:spPr>
          <a:xfrm>
            <a:off x="580837" y="4960169"/>
            <a:ext cx="3363765" cy="400110"/>
          </a:xfrm>
          <a:prstGeom prst="rect">
            <a:avLst/>
          </a:prstGeom>
          <a:noFill/>
        </p:spPr>
        <p:txBody>
          <a:bodyPr wrap="square" rtlCol="0">
            <a:spAutoFit/>
          </a:bodyPr>
          <a:lstStyle/>
          <a:p>
            <a:pPr algn="ctr">
              <a:spcBef>
                <a:spcPts val="600"/>
              </a:spcBef>
            </a:pPr>
            <a:r>
              <a:rPr lang="en-US" sz="1000" dirty="0">
                <a:solidFill>
                  <a:schemeClr val="bg1"/>
                </a:solidFill>
              </a:rPr>
              <a:t>PN S1 devices can also be operated on redundant controllers S7-1500 R/H with the "Switched S1" function</a:t>
            </a:r>
          </a:p>
        </p:txBody>
      </p:sp>
      <p:sp>
        <p:nvSpPr>
          <p:cNvPr id="61" name="Textfeld 60">
            <a:extLst>
              <a:ext uri="{FF2B5EF4-FFF2-40B4-BE49-F238E27FC236}">
                <a16:creationId xmlns:a16="http://schemas.microsoft.com/office/drawing/2014/main" id="{60626C85-67B3-6889-C761-7B38A2C44830}"/>
              </a:ext>
            </a:extLst>
          </p:cNvPr>
          <p:cNvSpPr txBox="1"/>
          <p:nvPr/>
        </p:nvSpPr>
        <p:spPr>
          <a:xfrm>
            <a:off x="651818" y="1480270"/>
            <a:ext cx="3293931" cy="3615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lgn="ctr">
              <a:defRPr sz="28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dirty="0"/>
              <a:t>Without System Redundancy (S1)</a:t>
            </a:r>
          </a:p>
        </p:txBody>
      </p:sp>
      <p:sp>
        <p:nvSpPr>
          <p:cNvPr id="75" name="Textfeld 74">
            <a:extLst>
              <a:ext uri="{FF2B5EF4-FFF2-40B4-BE49-F238E27FC236}">
                <a16:creationId xmlns:a16="http://schemas.microsoft.com/office/drawing/2014/main" id="{210F37D0-825C-D839-F2AB-07E1421BF852}"/>
              </a:ext>
            </a:extLst>
          </p:cNvPr>
          <p:cNvSpPr txBox="1"/>
          <p:nvPr/>
        </p:nvSpPr>
        <p:spPr>
          <a:xfrm>
            <a:off x="4469789" y="1475052"/>
            <a:ext cx="3301065" cy="366813"/>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lgn="ctr">
              <a:defRPr sz="28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dirty="0"/>
              <a:t>System Redundancy S2</a:t>
            </a:r>
          </a:p>
        </p:txBody>
      </p:sp>
      <p:sp>
        <p:nvSpPr>
          <p:cNvPr id="78" name="Textfeld 77">
            <a:extLst>
              <a:ext uri="{FF2B5EF4-FFF2-40B4-BE49-F238E27FC236}">
                <a16:creationId xmlns:a16="http://schemas.microsoft.com/office/drawing/2014/main" id="{A1AD1CD6-F428-C088-1BB5-5EE8EB8D2E64}"/>
              </a:ext>
            </a:extLst>
          </p:cNvPr>
          <p:cNvSpPr txBox="1"/>
          <p:nvPr/>
        </p:nvSpPr>
        <p:spPr>
          <a:xfrm>
            <a:off x="651817" y="1885141"/>
            <a:ext cx="3293932" cy="59990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399" b="1" dirty="0">
                <a:solidFill>
                  <a:schemeClr val="bg1"/>
                </a:solidFill>
              </a:rPr>
              <a:t>S</a:t>
            </a:r>
            <a:r>
              <a:rPr lang="en-US" sz="1399" dirty="0">
                <a:solidFill>
                  <a:schemeClr val="bg1"/>
                </a:solidFill>
              </a:rPr>
              <a:t>ingle Interface Modul</a:t>
            </a:r>
          </a:p>
          <a:p>
            <a:pPr marL="285750" indent="-285750">
              <a:spcBef>
                <a:spcPts val="600"/>
              </a:spcBef>
              <a:buFont typeface="Arial" panose="020B0604020202020204" pitchFamily="34" charset="0"/>
              <a:buChar char="•"/>
            </a:pPr>
            <a:r>
              <a:rPr lang="en-US" sz="1399" b="1" dirty="0">
                <a:solidFill>
                  <a:schemeClr val="bg1"/>
                </a:solidFill>
              </a:rPr>
              <a:t>1</a:t>
            </a:r>
            <a:r>
              <a:rPr lang="en-US" sz="1399" dirty="0">
                <a:solidFill>
                  <a:schemeClr val="bg1"/>
                </a:solidFill>
              </a:rPr>
              <a:t> Connection to the controller</a:t>
            </a:r>
          </a:p>
        </p:txBody>
      </p:sp>
      <p:sp>
        <p:nvSpPr>
          <p:cNvPr id="80" name="Textfeld 79">
            <a:extLst>
              <a:ext uri="{FF2B5EF4-FFF2-40B4-BE49-F238E27FC236}">
                <a16:creationId xmlns:a16="http://schemas.microsoft.com/office/drawing/2014/main" id="{2197E8B0-01F0-11EC-9A6D-C713A874DFC5}"/>
              </a:ext>
            </a:extLst>
          </p:cNvPr>
          <p:cNvSpPr txBox="1"/>
          <p:nvPr/>
        </p:nvSpPr>
        <p:spPr>
          <a:xfrm>
            <a:off x="4469789" y="1881609"/>
            <a:ext cx="3293932" cy="59990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399" b="1" dirty="0">
                <a:solidFill>
                  <a:schemeClr val="bg1"/>
                </a:solidFill>
              </a:rPr>
              <a:t>S</a:t>
            </a:r>
            <a:r>
              <a:rPr lang="en-US" sz="1399" dirty="0">
                <a:solidFill>
                  <a:schemeClr val="bg1"/>
                </a:solidFill>
              </a:rPr>
              <a:t>ingle Interface Modul</a:t>
            </a:r>
          </a:p>
          <a:p>
            <a:pPr marL="285750" indent="-285750">
              <a:spcBef>
                <a:spcPts val="600"/>
              </a:spcBef>
              <a:buFont typeface="Arial" panose="020B0604020202020204" pitchFamily="34" charset="0"/>
              <a:buChar char="•"/>
            </a:pPr>
            <a:r>
              <a:rPr lang="en-US" sz="1399" b="1" dirty="0">
                <a:solidFill>
                  <a:schemeClr val="bg1"/>
                </a:solidFill>
              </a:rPr>
              <a:t>2</a:t>
            </a:r>
            <a:r>
              <a:rPr lang="en-US" sz="1399" dirty="0">
                <a:solidFill>
                  <a:schemeClr val="bg1"/>
                </a:solidFill>
              </a:rPr>
              <a:t> Connections to red. controllers</a:t>
            </a:r>
          </a:p>
        </p:txBody>
      </p:sp>
      <p:sp>
        <p:nvSpPr>
          <p:cNvPr id="82" name="Textfeld 81">
            <a:extLst>
              <a:ext uri="{FF2B5EF4-FFF2-40B4-BE49-F238E27FC236}">
                <a16:creationId xmlns:a16="http://schemas.microsoft.com/office/drawing/2014/main" id="{957B73DC-717F-3FBC-AFFA-F20472A586F2}"/>
              </a:ext>
            </a:extLst>
          </p:cNvPr>
          <p:cNvSpPr txBox="1"/>
          <p:nvPr/>
        </p:nvSpPr>
        <p:spPr>
          <a:xfrm>
            <a:off x="8308798" y="1484605"/>
            <a:ext cx="3298118" cy="366813"/>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lgn="ctr">
              <a:defRPr sz="28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dirty="0"/>
              <a:t>System Redundancy R1</a:t>
            </a:r>
          </a:p>
        </p:txBody>
      </p:sp>
      <p:sp>
        <p:nvSpPr>
          <p:cNvPr id="83" name="Textfeld 82">
            <a:extLst>
              <a:ext uri="{FF2B5EF4-FFF2-40B4-BE49-F238E27FC236}">
                <a16:creationId xmlns:a16="http://schemas.microsoft.com/office/drawing/2014/main" id="{D3FAF9C8-FE01-76AE-4579-08827595CC36}"/>
              </a:ext>
            </a:extLst>
          </p:cNvPr>
          <p:cNvSpPr txBox="1"/>
          <p:nvPr/>
        </p:nvSpPr>
        <p:spPr>
          <a:xfrm>
            <a:off x="8312982" y="1916461"/>
            <a:ext cx="3468617" cy="59990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399" b="1" dirty="0">
                <a:solidFill>
                  <a:schemeClr val="bg1"/>
                </a:solidFill>
              </a:rPr>
              <a:t>R</a:t>
            </a:r>
            <a:r>
              <a:rPr lang="en-US" sz="1399" dirty="0">
                <a:solidFill>
                  <a:schemeClr val="bg1"/>
                </a:solidFill>
              </a:rPr>
              <a:t>edundant Interface Module</a:t>
            </a:r>
          </a:p>
          <a:p>
            <a:pPr marL="285750" indent="-285750">
              <a:spcBef>
                <a:spcPts val="600"/>
              </a:spcBef>
              <a:buFont typeface="Arial" panose="020B0604020202020204" pitchFamily="34" charset="0"/>
              <a:buChar char="•"/>
            </a:pPr>
            <a:r>
              <a:rPr lang="en-US" sz="1399" b="1" dirty="0">
                <a:solidFill>
                  <a:schemeClr val="bg1"/>
                </a:solidFill>
              </a:rPr>
              <a:t>2x1</a:t>
            </a:r>
            <a:r>
              <a:rPr lang="en-US" sz="1399" dirty="0">
                <a:solidFill>
                  <a:schemeClr val="bg1"/>
                </a:solidFill>
              </a:rPr>
              <a:t> Connection to red. Controller</a:t>
            </a:r>
          </a:p>
        </p:txBody>
      </p:sp>
      <p:sp>
        <p:nvSpPr>
          <p:cNvPr id="21" name="Rechteck 20">
            <a:extLst>
              <a:ext uri="{FF2B5EF4-FFF2-40B4-BE49-F238E27FC236}">
                <a16:creationId xmlns:a16="http://schemas.microsoft.com/office/drawing/2014/main" id="{08F9D2B3-29A0-E30C-763E-BBB51E036F39}"/>
              </a:ext>
            </a:extLst>
          </p:cNvPr>
          <p:cNvSpPr/>
          <p:nvPr/>
        </p:nvSpPr>
        <p:spPr>
          <a:xfrm>
            <a:off x="644167" y="5579183"/>
            <a:ext cx="3294787" cy="268357"/>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84" name="Rechteck 83">
            <a:extLst>
              <a:ext uri="{FF2B5EF4-FFF2-40B4-BE49-F238E27FC236}">
                <a16:creationId xmlns:a16="http://schemas.microsoft.com/office/drawing/2014/main" id="{B700E9A3-9EA2-38EA-36C9-9542A1B8E642}"/>
              </a:ext>
            </a:extLst>
          </p:cNvPr>
          <p:cNvSpPr/>
          <p:nvPr/>
        </p:nvSpPr>
        <p:spPr>
          <a:xfrm>
            <a:off x="4469789" y="5211154"/>
            <a:ext cx="3301066" cy="636385"/>
          </a:xfrm>
          <a:prstGeom prst="rect">
            <a:avLst/>
          </a:prstGeom>
          <a:solidFill>
            <a:srgbClr val="55A0B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85" name="Rechteck 84">
            <a:extLst>
              <a:ext uri="{FF2B5EF4-FFF2-40B4-BE49-F238E27FC236}">
                <a16:creationId xmlns:a16="http://schemas.microsoft.com/office/drawing/2014/main" id="{90B78E92-82A9-4560-6569-686D42C3E19B}"/>
              </a:ext>
            </a:extLst>
          </p:cNvPr>
          <p:cNvSpPr/>
          <p:nvPr/>
        </p:nvSpPr>
        <p:spPr>
          <a:xfrm>
            <a:off x="8301690" y="4941927"/>
            <a:ext cx="3305224" cy="905612"/>
          </a:xfrm>
          <a:prstGeom prst="rect">
            <a:avLst/>
          </a:prstGeom>
          <a:solidFill>
            <a:srgbClr val="00648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9" name="Textfeld 28">
            <a:extLst>
              <a:ext uri="{FF2B5EF4-FFF2-40B4-BE49-F238E27FC236}">
                <a16:creationId xmlns:a16="http://schemas.microsoft.com/office/drawing/2014/main" id="{C88704B7-2FD9-DA96-0824-3A2C31842D84}"/>
              </a:ext>
            </a:extLst>
          </p:cNvPr>
          <p:cNvSpPr txBox="1"/>
          <p:nvPr/>
        </p:nvSpPr>
        <p:spPr>
          <a:xfrm>
            <a:off x="1888603" y="5645421"/>
            <a:ext cx="1038746" cy="184666"/>
          </a:xfrm>
          <a:prstGeom prst="rect">
            <a:avLst/>
          </a:prstGeom>
          <a:noFill/>
        </p:spPr>
        <p:txBody>
          <a:bodyPr wrap="none" lIns="0" tIns="0" rIns="0" bIns="0" rtlCol="0">
            <a:spAutoFit/>
          </a:bodyPr>
          <a:lstStyle/>
          <a:p>
            <a:pPr algn="l"/>
            <a:r>
              <a:rPr lang="en-US" sz="1200" dirty="0"/>
              <a:t>No redundancy</a:t>
            </a:r>
          </a:p>
        </p:txBody>
      </p:sp>
      <p:sp>
        <p:nvSpPr>
          <p:cNvPr id="87" name="Textfeld 86">
            <a:extLst>
              <a:ext uri="{FF2B5EF4-FFF2-40B4-BE49-F238E27FC236}">
                <a16:creationId xmlns:a16="http://schemas.microsoft.com/office/drawing/2014/main" id="{44A722D3-B215-7884-37FC-412A3963D4CC}"/>
              </a:ext>
            </a:extLst>
          </p:cNvPr>
          <p:cNvSpPr txBox="1"/>
          <p:nvPr/>
        </p:nvSpPr>
        <p:spPr>
          <a:xfrm>
            <a:off x="5571841" y="5436095"/>
            <a:ext cx="1566134" cy="184666"/>
          </a:xfrm>
          <a:prstGeom prst="rect">
            <a:avLst/>
          </a:prstGeom>
          <a:noFill/>
        </p:spPr>
        <p:txBody>
          <a:bodyPr wrap="none" lIns="0" tIns="0" rIns="0" bIns="0" rtlCol="0">
            <a:spAutoFit/>
          </a:bodyPr>
          <a:lstStyle/>
          <a:p>
            <a:pPr algn="l"/>
            <a:r>
              <a:rPr lang="en-US" sz="1200" dirty="0"/>
              <a:t>Controller Redundancy</a:t>
            </a:r>
          </a:p>
        </p:txBody>
      </p:sp>
      <p:sp>
        <p:nvSpPr>
          <p:cNvPr id="88" name="Textfeld 87">
            <a:extLst>
              <a:ext uri="{FF2B5EF4-FFF2-40B4-BE49-F238E27FC236}">
                <a16:creationId xmlns:a16="http://schemas.microsoft.com/office/drawing/2014/main" id="{F0E87285-79F0-9FD2-695F-D8643929923D}"/>
              </a:ext>
            </a:extLst>
          </p:cNvPr>
          <p:cNvSpPr txBox="1"/>
          <p:nvPr/>
        </p:nvSpPr>
        <p:spPr>
          <a:xfrm>
            <a:off x="8830967" y="5120141"/>
            <a:ext cx="1739259" cy="553998"/>
          </a:xfrm>
          <a:prstGeom prst="rect">
            <a:avLst/>
          </a:prstGeom>
          <a:noFill/>
        </p:spPr>
        <p:txBody>
          <a:bodyPr wrap="none" lIns="0" tIns="0" rIns="0" bIns="0" rtlCol="0">
            <a:spAutoFit/>
          </a:bodyPr>
          <a:lstStyle/>
          <a:p>
            <a:pPr marL="171450" indent="-171450">
              <a:buFont typeface="Arial" panose="020B0604020202020204" pitchFamily="34" charset="0"/>
              <a:buChar char="•"/>
            </a:pPr>
            <a:r>
              <a:rPr lang="en-US" sz="1200" dirty="0"/>
              <a:t>Controller Redundancy</a:t>
            </a:r>
          </a:p>
          <a:p>
            <a:pPr marL="171450" indent="-171450">
              <a:buFont typeface="Arial" panose="020B0604020202020204" pitchFamily="34" charset="0"/>
              <a:buChar char="•"/>
            </a:pPr>
            <a:r>
              <a:rPr lang="en-US" sz="1200" dirty="0"/>
              <a:t>Network Redundancy</a:t>
            </a:r>
          </a:p>
          <a:p>
            <a:pPr marL="171450" indent="-171450">
              <a:buFont typeface="Arial" panose="020B0604020202020204" pitchFamily="34" charset="0"/>
              <a:buChar char="•"/>
            </a:pPr>
            <a:r>
              <a:rPr lang="en-US" sz="1200" dirty="0"/>
              <a:t>IM Redundancy</a:t>
            </a:r>
          </a:p>
        </p:txBody>
      </p:sp>
      <p:grpSp>
        <p:nvGrpSpPr>
          <p:cNvPr id="10" name="Gruppieren 9">
            <a:extLst>
              <a:ext uri="{FF2B5EF4-FFF2-40B4-BE49-F238E27FC236}">
                <a16:creationId xmlns:a16="http://schemas.microsoft.com/office/drawing/2014/main" id="{0193C246-73EF-F30A-EAD3-A355366D52CA}"/>
              </a:ext>
            </a:extLst>
          </p:cNvPr>
          <p:cNvGrpSpPr/>
          <p:nvPr/>
        </p:nvGrpSpPr>
        <p:grpSpPr>
          <a:xfrm>
            <a:off x="1441511" y="4569378"/>
            <a:ext cx="341639" cy="230951"/>
            <a:chOff x="431764" y="2763737"/>
            <a:chExt cx="341639" cy="230951"/>
          </a:xfrm>
        </p:grpSpPr>
        <p:sp>
          <p:nvSpPr>
            <p:cNvPr id="60" name="Rechteck 59">
              <a:extLst>
                <a:ext uri="{FF2B5EF4-FFF2-40B4-BE49-F238E27FC236}">
                  <a16:creationId xmlns:a16="http://schemas.microsoft.com/office/drawing/2014/main" id="{7442B94B-4234-9299-137B-A2E9177BC414}"/>
                </a:ext>
              </a:extLst>
            </p:cNvPr>
            <p:cNvSpPr/>
            <p:nvPr/>
          </p:nvSpPr>
          <p:spPr>
            <a:xfrm>
              <a:off x="478180" y="2763737"/>
              <a:ext cx="255610" cy="230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endParaRPr lang="en-US" sz="1200" b="1" dirty="0"/>
            </a:p>
          </p:txBody>
        </p:sp>
        <p:sp>
          <p:nvSpPr>
            <p:cNvPr id="9" name="Textfeld 8">
              <a:extLst>
                <a:ext uri="{FF2B5EF4-FFF2-40B4-BE49-F238E27FC236}">
                  <a16:creationId xmlns:a16="http://schemas.microsoft.com/office/drawing/2014/main" id="{ABE9752B-653F-1DBF-F1FF-719B92255628}"/>
                </a:ext>
              </a:extLst>
            </p:cNvPr>
            <p:cNvSpPr txBox="1"/>
            <p:nvPr/>
          </p:nvSpPr>
          <p:spPr>
            <a:xfrm>
              <a:off x="431764" y="2783689"/>
              <a:ext cx="341639" cy="184666"/>
            </a:xfrm>
            <a:prstGeom prst="rect">
              <a:avLst/>
            </a:prstGeom>
            <a:noFill/>
            <a:ln>
              <a:noFill/>
            </a:ln>
          </p:spPr>
          <p:txBody>
            <a:bodyPr wrap="square" lIns="0" tIns="0" rIns="0" bIns="0" rtlCol="0">
              <a:spAutoFit/>
            </a:bodyPr>
            <a:lstStyle/>
            <a:p>
              <a:pPr algn="ctr"/>
              <a:r>
                <a:rPr lang="en-US" sz="1200" b="1" dirty="0">
                  <a:solidFill>
                    <a:schemeClr val="bg1"/>
                  </a:solidFill>
                </a:rPr>
                <a:t>S1</a:t>
              </a:r>
            </a:p>
          </p:txBody>
        </p:sp>
      </p:grpSp>
      <p:grpSp>
        <p:nvGrpSpPr>
          <p:cNvPr id="12" name="Gruppieren 11">
            <a:extLst>
              <a:ext uri="{FF2B5EF4-FFF2-40B4-BE49-F238E27FC236}">
                <a16:creationId xmlns:a16="http://schemas.microsoft.com/office/drawing/2014/main" id="{32CD92D2-3A62-1483-C4E4-32CC498E0511}"/>
              </a:ext>
            </a:extLst>
          </p:cNvPr>
          <p:cNvGrpSpPr/>
          <p:nvPr/>
        </p:nvGrpSpPr>
        <p:grpSpPr>
          <a:xfrm>
            <a:off x="5240051" y="4575419"/>
            <a:ext cx="341639" cy="230951"/>
            <a:chOff x="443180" y="3127946"/>
            <a:chExt cx="341639" cy="230951"/>
          </a:xfrm>
        </p:grpSpPr>
        <p:sp>
          <p:nvSpPr>
            <p:cNvPr id="76" name="Rechteck 75">
              <a:extLst>
                <a:ext uri="{FF2B5EF4-FFF2-40B4-BE49-F238E27FC236}">
                  <a16:creationId xmlns:a16="http://schemas.microsoft.com/office/drawing/2014/main" id="{9BA733E6-CEFD-21C0-8B1C-51C4814EC0F5}"/>
                </a:ext>
              </a:extLst>
            </p:cNvPr>
            <p:cNvSpPr/>
            <p:nvPr/>
          </p:nvSpPr>
          <p:spPr>
            <a:xfrm>
              <a:off x="489596" y="3127946"/>
              <a:ext cx="255610" cy="230951"/>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endParaRPr lang="en-US" sz="1200" b="1" dirty="0"/>
            </a:p>
          </p:txBody>
        </p:sp>
        <p:sp>
          <p:nvSpPr>
            <p:cNvPr id="77" name="Textfeld 76">
              <a:extLst>
                <a:ext uri="{FF2B5EF4-FFF2-40B4-BE49-F238E27FC236}">
                  <a16:creationId xmlns:a16="http://schemas.microsoft.com/office/drawing/2014/main" id="{9BD3CC99-407A-DB41-398D-7D5D07C57B9D}"/>
                </a:ext>
              </a:extLst>
            </p:cNvPr>
            <p:cNvSpPr txBox="1"/>
            <p:nvPr/>
          </p:nvSpPr>
          <p:spPr>
            <a:xfrm>
              <a:off x="443180" y="3147898"/>
              <a:ext cx="341639" cy="184666"/>
            </a:xfrm>
            <a:prstGeom prst="rect">
              <a:avLst/>
            </a:prstGeom>
            <a:noFill/>
            <a:ln>
              <a:noFill/>
            </a:ln>
          </p:spPr>
          <p:txBody>
            <a:bodyPr wrap="square" lIns="0" tIns="0" rIns="0" bIns="0" rtlCol="0">
              <a:spAutoFit/>
            </a:bodyPr>
            <a:lstStyle/>
            <a:p>
              <a:pPr algn="ctr"/>
              <a:r>
                <a:rPr lang="en-US" sz="1200" b="1" dirty="0">
                  <a:solidFill>
                    <a:schemeClr val="bg1"/>
                  </a:solidFill>
                </a:rPr>
                <a:t>S2</a:t>
              </a:r>
            </a:p>
          </p:txBody>
        </p:sp>
      </p:grpSp>
      <p:grpSp>
        <p:nvGrpSpPr>
          <p:cNvPr id="11" name="Gruppieren 10">
            <a:extLst>
              <a:ext uri="{FF2B5EF4-FFF2-40B4-BE49-F238E27FC236}">
                <a16:creationId xmlns:a16="http://schemas.microsoft.com/office/drawing/2014/main" id="{EF8DB279-BB13-148C-7143-A7346EB040FC}"/>
              </a:ext>
            </a:extLst>
          </p:cNvPr>
          <p:cNvGrpSpPr/>
          <p:nvPr/>
        </p:nvGrpSpPr>
        <p:grpSpPr>
          <a:xfrm>
            <a:off x="8839673" y="4572351"/>
            <a:ext cx="341639" cy="230951"/>
            <a:chOff x="431764" y="3523863"/>
            <a:chExt cx="341639" cy="230951"/>
          </a:xfrm>
        </p:grpSpPr>
        <p:sp>
          <p:nvSpPr>
            <p:cNvPr id="86" name="Rechteck 85">
              <a:extLst>
                <a:ext uri="{FF2B5EF4-FFF2-40B4-BE49-F238E27FC236}">
                  <a16:creationId xmlns:a16="http://schemas.microsoft.com/office/drawing/2014/main" id="{9AC68153-71AD-72FD-6DF2-1246684A5CC9}"/>
                </a:ext>
              </a:extLst>
            </p:cNvPr>
            <p:cNvSpPr/>
            <p:nvPr/>
          </p:nvSpPr>
          <p:spPr>
            <a:xfrm>
              <a:off x="478180" y="3523863"/>
              <a:ext cx="255610" cy="230951"/>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endParaRPr lang="en-US" sz="1200" b="1" dirty="0"/>
            </a:p>
          </p:txBody>
        </p:sp>
        <p:sp>
          <p:nvSpPr>
            <p:cNvPr id="89" name="Textfeld 88">
              <a:extLst>
                <a:ext uri="{FF2B5EF4-FFF2-40B4-BE49-F238E27FC236}">
                  <a16:creationId xmlns:a16="http://schemas.microsoft.com/office/drawing/2014/main" id="{DB74BAE3-644E-6294-729D-321AD178F4DC}"/>
                </a:ext>
              </a:extLst>
            </p:cNvPr>
            <p:cNvSpPr txBox="1"/>
            <p:nvPr/>
          </p:nvSpPr>
          <p:spPr>
            <a:xfrm>
              <a:off x="431764" y="3543815"/>
              <a:ext cx="341639" cy="184666"/>
            </a:xfrm>
            <a:prstGeom prst="rect">
              <a:avLst/>
            </a:prstGeom>
            <a:noFill/>
            <a:ln>
              <a:noFill/>
            </a:ln>
          </p:spPr>
          <p:txBody>
            <a:bodyPr wrap="square" lIns="0" tIns="0" rIns="0" bIns="0" rtlCol="0">
              <a:spAutoFit/>
            </a:bodyPr>
            <a:lstStyle/>
            <a:p>
              <a:pPr algn="ctr"/>
              <a:r>
                <a:rPr lang="en-US" sz="1200" b="1" dirty="0"/>
                <a:t>R1</a:t>
              </a:r>
            </a:p>
          </p:txBody>
        </p:sp>
      </p:grpSp>
      <p:sp>
        <p:nvSpPr>
          <p:cNvPr id="25" name="Freihandform: Form 24">
            <a:extLst>
              <a:ext uri="{FF2B5EF4-FFF2-40B4-BE49-F238E27FC236}">
                <a16:creationId xmlns:a16="http://schemas.microsoft.com/office/drawing/2014/main" id="{0ECA9E06-0EC8-E04E-A9C8-75D9C4BAAA16}"/>
              </a:ext>
            </a:extLst>
          </p:cNvPr>
          <p:cNvSpPr/>
          <p:nvPr/>
        </p:nvSpPr>
        <p:spPr>
          <a:xfrm>
            <a:off x="3936206" y="5207318"/>
            <a:ext cx="535782" cy="640556"/>
          </a:xfrm>
          <a:custGeom>
            <a:avLst/>
            <a:gdLst>
              <a:gd name="connsiteX0" fmla="*/ 0 w 535782"/>
              <a:gd name="connsiteY0" fmla="*/ 369094 h 640556"/>
              <a:gd name="connsiteX1" fmla="*/ 0 w 535782"/>
              <a:gd name="connsiteY1" fmla="*/ 640556 h 640556"/>
              <a:gd name="connsiteX2" fmla="*/ 535782 w 535782"/>
              <a:gd name="connsiteY2" fmla="*/ 640556 h 640556"/>
              <a:gd name="connsiteX3" fmla="*/ 535782 w 535782"/>
              <a:gd name="connsiteY3" fmla="*/ 0 h 640556"/>
              <a:gd name="connsiteX4" fmla="*/ 0 w 535782"/>
              <a:gd name="connsiteY4" fmla="*/ 369094 h 640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782" h="640556">
                <a:moveTo>
                  <a:pt x="0" y="369094"/>
                </a:moveTo>
                <a:lnTo>
                  <a:pt x="0" y="640556"/>
                </a:lnTo>
                <a:lnTo>
                  <a:pt x="535782" y="640556"/>
                </a:lnTo>
                <a:lnTo>
                  <a:pt x="535782" y="0"/>
                </a:lnTo>
                <a:lnTo>
                  <a:pt x="0" y="369094"/>
                </a:lnTo>
                <a:close/>
              </a:path>
            </a:pathLst>
          </a:custGeom>
          <a:gradFill flip="none" rotWithShape="1">
            <a:gsLst>
              <a:gs pos="0">
                <a:srgbClr val="00A0B9"/>
              </a:gs>
              <a:gs pos="100000">
                <a:srgbClr val="008787"/>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dirty="0"/>
          </a:p>
        </p:txBody>
      </p:sp>
      <p:sp>
        <p:nvSpPr>
          <p:cNvPr id="26" name="Freihandform: Form 25">
            <a:extLst>
              <a:ext uri="{FF2B5EF4-FFF2-40B4-BE49-F238E27FC236}">
                <a16:creationId xmlns:a16="http://schemas.microsoft.com/office/drawing/2014/main" id="{99163D18-9376-FC7C-6676-E8A77D2E17DB}"/>
              </a:ext>
            </a:extLst>
          </p:cNvPr>
          <p:cNvSpPr/>
          <p:nvPr/>
        </p:nvSpPr>
        <p:spPr>
          <a:xfrm>
            <a:off x="7762875" y="4948238"/>
            <a:ext cx="547688" cy="900113"/>
          </a:xfrm>
          <a:custGeom>
            <a:avLst/>
            <a:gdLst>
              <a:gd name="connsiteX0" fmla="*/ 0 w 547688"/>
              <a:gd name="connsiteY0" fmla="*/ 266700 h 900113"/>
              <a:gd name="connsiteX1" fmla="*/ 0 w 547688"/>
              <a:gd name="connsiteY1" fmla="*/ 900113 h 900113"/>
              <a:gd name="connsiteX2" fmla="*/ 547688 w 547688"/>
              <a:gd name="connsiteY2" fmla="*/ 900113 h 900113"/>
              <a:gd name="connsiteX3" fmla="*/ 547688 w 547688"/>
              <a:gd name="connsiteY3" fmla="*/ 0 h 900113"/>
              <a:gd name="connsiteX4" fmla="*/ 0 w 547688"/>
              <a:gd name="connsiteY4" fmla="*/ 266700 h 900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688" h="900113">
                <a:moveTo>
                  <a:pt x="0" y="266700"/>
                </a:moveTo>
                <a:lnTo>
                  <a:pt x="0" y="900113"/>
                </a:lnTo>
                <a:lnTo>
                  <a:pt x="547688" y="900113"/>
                </a:lnTo>
                <a:lnTo>
                  <a:pt x="547688" y="0"/>
                </a:lnTo>
                <a:lnTo>
                  <a:pt x="0" y="266700"/>
                </a:lnTo>
                <a:close/>
              </a:path>
            </a:pathLst>
          </a:custGeom>
          <a:gradFill flip="none" rotWithShape="1">
            <a:gsLst>
              <a:gs pos="0">
                <a:srgbClr val="006487"/>
              </a:gs>
              <a:gs pos="100000">
                <a:srgbClr val="00A0B9"/>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dirty="0"/>
          </a:p>
        </p:txBody>
      </p:sp>
      <p:cxnSp>
        <p:nvCxnSpPr>
          <p:cNvPr id="31" name="Gerader Verbinder 30">
            <a:extLst>
              <a:ext uri="{FF2B5EF4-FFF2-40B4-BE49-F238E27FC236}">
                <a16:creationId xmlns:a16="http://schemas.microsoft.com/office/drawing/2014/main" id="{5CCCF9DA-7129-1381-C25F-A1DB99D0ACDF}"/>
              </a:ext>
            </a:extLst>
          </p:cNvPr>
          <p:cNvCxnSpPr/>
          <p:nvPr/>
        </p:nvCxnSpPr>
        <p:spPr>
          <a:xfrm>
            <a:off x="651817" y="5847539"/>
            <a:ext cx="10949378" cy="0"/>
          </a:xfrm>
          <a:prstGeom prst="line">
            <a:avLst/>
          </a:prstGeom>
          <a:ln w="9525">
            <a:solidFill>
              <a:schemeClr val="tx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36" name="Rechteck 35">
            <a:extLst>
              <a:ext uri="{FF2B5EF4-FFF2-40B4-BE49-F238E27FC236}">
                <a16:creationId xmlns:a16="http://schemas.microsoft.com/office/drawing/2014/main" id="{C2298751-860E-83C0-EEB6-73F7352E506D}"/>
              </a:ext>
            </a:extLst>
          </p:cNvPr>
          <p:cNvSpPr/>
          <p:nvPr/>
        </p:nvSpPr>
        <p:spPr>
          <a:xfrm>
            <a:off x="10591800" y="5848016"/>
            <a:ext cx="1017045" cy="226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cxnSp>
        <p:nvCxnSpPr>
          <p:cNvPr id="38" name="Gerader Verbinder 37">
            <a:extLst>
              <a:ext uri="{FF2B5EF4-FFF2-40B4-BE49-F238E27FC236}">
                <a16:creationId xmlns:a16="http://schemas.microsoft.com/office/drawing/2014/main" id="{4E6939C2-C1D9-088E-28F1-81097D6ABDC5}"/>
              </a:ext>
            </a:extLst>
          </p:cNvPr>
          <p:cNvCxnSpPr>
            <a:stCxn id="25" idx="0"/>
          </p:cNvCxnSpPr>
          <p:nvPr/>
        </p:nvCxnSpPr>
        <p:spPr>
          <a:xfrm flipV="1">
            <a:off x="3936206" y="5207318"/>
            <a:ext cx="533583" cy="369094"/>
          </a:xfrm>
          <a:prstGeom prst="line">
            <a:avLst/>
          </a:prstGeom>
          <a:ln w="9525">
            <a:solidFill>
              <a:schemeClr val="tx1"/>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42C46155-2068-D7F5-9DD7-AF3CD036EBF7}"/>
              </a:ext>
            </a:extLst>
          </p:cNvPr>
          <p:cNvCxnSpPr>
            <a:cxnSpLocks/>
            <a:stCxn id="26" idx="0"/>
          </p:cNvCxnSpPr>
          <p:nvPr/>
        </p:nvCxnSpPr>
        <p:spPr>
          <a:xfrm flipV="1">
            <a:off x="7762875" y="4948238"/>
            <a:ext cx="545923" cy="266700"/>
          </a:xfrm>
          <a:prstGeom prst="line">
            <a:avLst/>
          </a:prstGeom>
          <a:ln w="9525">
            <a:solidFill>
              <a:schemeClr val="tx1"/>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2" name="Pfeil: nach oben und unten 1">
            <a:extLst>
              <a:ext uri="{FF2B5EF4-FFF2-40B4-BE49-F238E27FC236}">
                <a16:creationId xmlns:a16="http://schemas.microsoft.com/office/drawing/2014/main" id="{0F63B983-6E45-382B-3A85-CAF9FBA4A9DC}"/>
              </a:ext>
            </a:extLst>
          </p:cNvPr>
          <p:cNvSpPr/>
          <p:nvPr/>
        </p:nvSpPr>
        <p:spPr>
          <a:xfrm>
            <a:off x="11162300" y="4960169"/>
            <a:ext cx="263173" cy="869918"/>
          </a:xfrm>
          <a:prstGeom prst="upDownArrow">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8" name="Textfeld 27">
            <a:extLst>
              <a:ext uri="{FF2B5EF4-FFF2-40B4-BE49-F238E27FC236}">
                <a16:creationId xmlns:a16="http://schemas.microsoft.com/office/drawing/2014/main" id="{0BAA2841-D12C-97A9-88C9-EFB37F563C0F}"/>
              </a:ext>
            </a:extLst>
          </p:cNvPr>
          <p:cNvSpPr txBox="1"/>
          <p:nvPr/>
        </p:nvSpPr>
        <p:spPr>
          <a:xfrm rot="20142707">
            <a:off x="10523064" y="5312160"/>
            <a:ext cx="1347668" cy="276999"/>
          </a:xfrm>
          <a:prstGeom prst="rect">
            <a:avLst/>
          </a:prstGeom>
          <a:noFill/>
        </p:spPr>
        <p:txBody>
          <a:bodyPr wrap="square" rtlCol="0">
            <a:spAutoFit/>
          </a:bodyPr>
          <a:lstStyle/>
          <a:p>
            <a:pPr marL="445865" indent="-445865" algn="ctr">
              <a:spcBef>
                <a:spcPts val="600"/>
              </a:spcBef>
            </a:pPr>
            <a:r>
              <a:rPr lang="en-US" sz="1200" dirty="0"/>
              <a:t>Availability</a:t>
            </a:r>
          </a:p>
        </p:txBody>
      </p:sp>
    </p:spTree>
    <p:custDataLst>
      <p:tags r:id="rId1"/>
    </p:custDataLst>
    <p:extLst>
      <p:ext uri="{BB962C8B-B14F-4D97-AF65-F5344CB8AC3E}">
        <p14:creationId xmlns:p14="http://schemas.microsoft.com/office/powerpoint/2010/main" val="702078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a:t>PROFINET System Redundancy</a:t>
            </a:r>
            <a:br>
              <a:rPr lang="en-US"/>
            </a:br>
            <a:r>
              <a:rPr lang="en-US" b="0"/>
              <a:t>Redundancy operating modes with PROFINET</a:t>
            </a:r>
            <a:br>
              <a:rPr lang="en-US"/>
            </a:br>
            <a:endParaRPr lang="en-US"/>
          </a:p>
        </p:txBody>
      </p:sp>
      <p:sp>
        <p:nvSpPr>
          <p:cNvPr id="5" name="Fußzeilenplatzhalter 4">
            <a:extLst>
              <a:ext uri="{FF2B5EF4-FFF2-40B4-BE49-F238E27FC236}">
                <a16:creationId xmlns:a16="http://schemas.microsoft.com/office/drawing/2014/main" id="{48728F41-6187-45BF-9CF4-A5BB263B0080}"/>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61" name="Textfeld 60">
            <a:extLst>
              <a:ext uri="{FF2B5EF4-FFF2-40B4-BE49-F238E27FC236}">
                <a16:creationId xmlns:a16="http://schemas.microsoft.com/office/drawing/2014/main" id="{60626C85-67B3-6889-C761-7B38A2C44830}"/>
              </a:ext>
            </a:extLst>
          </p:cNvPr>
          <p:cNvSpPr txBox="1"/>
          <p:nvPr/>
        </p:nvSpPr>
        <p:spPr>
          <a:xfrm>
            <a:off x="651818" y="2728045"/>
            <a:ext cx="3293931" cy="601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lgn="ctr">
              <a:defRPr sz="28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a:t>Without System Redundancy (S1)</a:t>
            </a:r>
          </a:p>
        </p:txBody>
      </p:sp>
      <p:sp>
        <p:nvSpPr>
          <p:cNvPr id="75" name="Textfeld 74">
            <a:extLst>
              <a:ext uri="{FF2B5EF4-FFF2-40B4-BE49-F238E27FC236}">
                <a16:creationId xmlns:a16="http://schemas.microsoft.com/office/drawing/2014/main" id="{210F37D0-825C-D839-F2AB-07E1421BF852}"/>
              </a:ext>
            </a:extLst>
          </p:cNvPr>
          <p:cNvSpPr txBox="1"/>
          <p:nvPr/>
        </p:nvSpPr>
        <p:spPr>
          <a:xfrm>
            <a:off x="4469789" y="2722827"/>
            <a:ext cx="3301065" cy="61051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lgn="ctr">
              <a:defRPr sz="28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a:t>With System Redundancy S2</a:t>
            </a:r>
          </a:p>
        </p:txBody>
      </p:sp>
      <p:sp>
        <p:nvSpPr>
          <p:cNvPr id="82" name="Textfeld 81">
            <a:extLst>
              <a:ext uri="{FF2B5EF4-FFF2-40B4-BE49-F238E27FC236}">
                <a16:creationId xmlns:a16="http://schemas.microsoft.com/office/drawing/2014/main" id="{957B73DC-717F-3FBC-AFFA-F20472A586F2}"/>
              </a:ext>
            </a:extLst>
          </p:cNvPr>
          <p:cNvSpPr txBox="1"/>
          <p:nvPr/>
        </p:nvSpPr>
        <p:spPr>
          <a:xfrm>
            <a:off x="8308798" y="2732380"/>
            <a:ext cx="3298118" cy="61051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defPPr>
              <a:defRPr lang="en-US"/>
            </a:defPPr>
            <a:lvl1pPr algn="ctr">
              <a:defRPr sz="28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600"/>
              <a:t>With System Redundancy R1</a:t>
            </a:r>
          </a:p>
        </p:txBody>
      </p:sp>
      <p:sp>
        <p:nvSpPr>
          <p:cNvPr id="22" name="Rechteck 21">
            <a:extLst>
              <a:ext uri="{FF2B5EF4-FFF2-40B4-BE49-F238E27FC236}">
                <a16:creationId xmlns:a16="http://schemas.microsoft.com/office/drawing/2014/main" id="{C9EEA922-B3A4-362D-BD95-279D137D92C0}"/>
              </a:ext>
            </a:extLst>
          </p:cNvPr>
          <p:cNvSpPr/>
          <p:nvPr/>
        </p:nvSpPr>
        <p:spPr>
          <a:xfrm>
            <a:off x="4469789" y="3532608"/>
            <a:ext cx="3301065" cy="1664997"/>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600" b="1" dirty="0"/>
              <a:t>Fault tolerance:</a:t>
            </a:r>
          </a:p>
          <a:p>
            <a:pPr marL="342900" indent="-342900">
              <a:buFont typeface="Arial" panose="020B0604020202020204" pitchFamily="34" charset="0"/>
              <a:buChar char="•"/>
            </a:pPr>
            <a:r>
              <a:rPr lang="en-US" sz="1600" dirty="0"/>
              <a:t>CPU (</a:t>
            </a:r>
            <a:r>
              <a:rPr lang="en-US" sz="1600" dirty="0" err="1"/>
              <a:t>bumpless</a:t>
            </a:r>
            <a:r>
              <a:rPr lang="en-US" sz="1600" dirty="0"/>
              <a:t>)</a:t>
            </a:r>
          </a:p>
          <a:p>
            <a:pPr marL="342900" indent="-342900">
              <a:buFont typeface="Arial" panose="020B0604020202020204" pitchFamily="34" charset="0"/>
              <a:buChar char="•"/>
            </a:pPr>
            <a:r>
              <a:rPr lang="en-US" sz="1600" dirty="0"/>
              <a:t>PROFINET Failure</a:t>
            </a:r>
          </a:p>
        </p:txBody>
      </p:sp>
      <p:sp>
        <p:nvSpPr>
          <p:cNvPr id="23" name="Rechteck 22">
            <a:extLst>
              <a:ext uri="{FF2B5EF4-FFF2-40B4-BE49-F238E27FC236}">
                <a16:creationId xmlns:a16="http://schemas.microsoft.com/office/drawing/2014/main" id="{67FD6E9D-7208-A1D1-46F5-69F6272B80A5}"/>
              </a:ext>
            </a:extLst>
          </p:cNvPr>
          <p:cNvSpPr/>
          <p:nvPr/>
        </p:nvSpPr>
        <p:spPr>
          <a:xfrm>
            <a:off x="651818" y="3515110"/>
            <a:ext cx="3293931" cy="16649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600" b="1" dirty="0"/>
              <a:t>Fault tolerance:</a:t>
            </a:r>
          </a:p>
          <a:p>
            <a:pPr marL="342900" indent="-342900">
              <a:buFont typeface="Arial" panose="020B0604020202020204" pitchFamily="34" charset="0"/>
              <a:buChar char="•"/>
            </a:pPr>
            <a:r>
              <a:rPr lang="en-US" sz="1600" dirty="0"/>
              <a:t>CPU (with bump)</a:t>
            </a:r>
          </a:p>
          <a:p>
            <a:pPr marL="342900" indent="-342900">
              <a:buFont typeface="Arial" panose="020B0604020202020204" pitchFamily="34" charset="0"/>
              <a:buChar char="•"/>
            </a:pPr>
            <a:r>
              <a:rPr lang="en-US" sz="1600" dirty="0"/>
              <a:t>PROFINET Failure</a:t>
            </a:r>
          </a:p>
        </p:txBody>
      </p:sp>
      <p:sp>
        <p:nvSpPr>
          <p:cNvPr id="24" name="Rechteck 23">
            <a:extLst>
              <a:ext uri="{FF2B5EF4-FFF2-40B4-BE49-F238E27FC236}">
                <a16:creationId xmlns:a16="http://schemas.microsoft.com/office/drawing/2014/main" id="{D0EAA846-DA45-E08B-9D16-4A1DD2521CCA}"/>
              </a:ext>
            </a:extLst>
          </p:cNvPr>
          <p:cNvSpPr/>
          <p:nvPr/>
        </p:nvSpPr>
        <p:spPr>
          <a:xfrm>
            <a:off x="8294894" y="3515110"/>
            <a:ext cx="3301065" cy="1682496"/>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r>
              <a:rPr lang="en-US" sz="1600" b="1" dirty="0"/>
              <a:t>Fault tolerance:</a:t>
            </a:r>
          </a:p>
          <a:p>
            <a:pPr marL="342900" indent="-342900">
              <a:buFont typeface="Arial" panose="020B0604020202020204" pitchFamily="34" charset="0"/>
              <a:buChar char="•"/>
            </a:pPr>
            <a:r>
              <a:rPr lang="en-US" sz="1600" dirty="0"/>
              <a:t>CPU (</a:t>
            </a:r>
            <a:r>
              <a:rPr lang="en-US" sz="1600" dirty="0" err="1"/>
              <a:t>bumpless</a:t>
            </a:r>
            <a:r>
              <a:rPr lang="en-US" sz="1600" dirty="0"/>
              <a:t>)</a:t>
            </a:r>
          </a:p>
          <a:p>
            <a:pPr marL="342900" indent="-342900">
              <a:buFont typeface="Arial" panose="020B0604020202020204" pitchFamily="34" charset="0"/>
              <a:buChar char="•"/>
            </a:pPr>
            <a:r>
              <a:rPr lang="en-US" sz="1600" dirty="0"/>
              <a:t>PROFINET Failure</a:t>
            </a:r>
          </a:p>
          <a:p>
            <a:pPr marL="342900" indent="-342900">
              <a:buFont typeface="Arial" panose="020B0604020202020204" pitchFamily="34" charset="0"/>
              <a:buChar char="•"/>
            </a:pPr>
            <a:r>
              <a:rPr lang="en-US" sz="1600" dirty="0"/>
              <a:t>Interface Module</a:t>
            </a:r>
          </a:p>
          <a:p>
            <a:pPr marL="342900" indent="-342900">
              <a:buFont typeface="Arial" panose="020B0604020202020204" pitchFamily="34" charset="0"/>
              <a:buChar char="•"/>
            </a:pPr>
            <a:r>
              <a:rPr lang="en-US" sz="1600" dirty="0"/>
              <a:t>Subnet</a:t>
            </a:r>
          </a:p>
          <a:p>
            <a:pPr marL="342900" indent="-342900">
              <a:buFont typeface="Arial" panose="020B0604020202020204" pitchFamily="34" charset="0"/>
              <a:buChar char="•"/>
            </a:pPr>
            <a:endParaRPr lang="en-US" sz="1600" dirty="0"/>
          </a:p>
        </p:txBody>
      </p:sp>
      <p:sp>
        <p:nvSpPr>
          <p:cNvPr id="27" name="Rechteck 26">
            <a:extLst>
              <a:ext uri="{FF2B5EF4-FFF2-40B4-BE49-F238E27FC236}">
                <a16:creationId xmlns:a16="http://schemas.microsoft.com/office/drawing/2014/main" id="{8F355E81-DC5E-0E3F-3FB4-C2B19F8529BA}"/>
              </a:ext>
            </a:extLst>
          </p:cNvPr>
          <p:cNvSpPr/>
          <p:nvPr/>
        </p:nvSpPr>
        <p:spPr>
          <a:xfrm>
            <a:off x="3211897" y="4604106"/>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S1</a:t>
            </a:r>
          </a:p>
        </p:txBody>
      </p:sp>
      <p:sp>
        <p:nvSpPr>
          <p:cNvPr id="30" name="Rechteck 29">
            <a:extLst>
              <a:ext uri="{FF2B5EF4-FFF2-40B4-BE49-F238E27FC236}">
                <a16:creationId xmlns:a16="http://schemas.microsoft.com/office/drawing/2014/main" id="{31CBA463-B0FD-5017-B471-3866D8F126F7}"/>
              </a:ext>
            </a:extLst>
          </p:cNvPr>
          <p:cNvSpPr/>
          <p:nvPr/>
        </p:nvSpPr>
        <p:spPr>
          <a:xfrm>
            <a:off x="7037002" y="4621605"/>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S2</a:t>
            </a:r>
          </a:p>
        </p:txBody>
      </p:sp>
      <p:sp>
        <p:nvSpPr>
          <p:cNvPr id="37" name="Rechteck 36">
            <a:extLst>
              <a:ext uri="{FF2B5EF4-FFF2-40B4-BE49-F238E27FC236}">
                <a16:creationId xmlns:a16="http://schemas.microsoft.com/office/drawing/2014/main" id="{977DD7DD-52D8-AA77-C903-2F9B5098054D}"/>
              </a:ext>
            </a:extLst>
          </p:cNvPr>
          <p:cNvSpPr/>
          <p:nvPr/>
        </p:nvSpPr>
        <p:spPr>
          <a:xfrm>
            <a:off x="10862107" y="4621605"/>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a:t>R1</a:t>
            </a:r>
          </a:p>
        </p:txBody>
      </p:sp>
      <p:sp>
        <p:nvSpPr>
          <p:cNvPr id="3" name="Textfeld 1">
            <a:extLst>
              <a:ext uri="{FF2B5EF4-FFF2-40B4-BE49-F238E27FC236}">
                <a16:creationId xmlns:a16="http://schemas.microsoft.com/office/drawing/2014/main" id="{BF7D4BB2-A382-DABA-D929-7F5FC08A53D0}"/>
              </a:ext>
            </a:extLst>
          </p:cNvPr>
          <p:cNvSpPr txBox="1"/>
          <p:nvPr/>
        </p:nvSpPr>
        <p:spPr>
          <a:xfrm>
            <a:off x="704850" y="1866900"/>
            <a:ext cx="8077200" cy="276999"/>
          </a:xfrm>
          <a:prstGeom prst="rect">
            <a:avLst/>
          </a:prstGeom>
          <a:noFill/>
        </p:spPr>
        <p:txBody>
          <a:bodyPr wrap="square" lIns="0" tIns="0" rIns="0" bIns="0" rtlCol="0">
            <a:spAutoFit/>
          </a:bodyPr>
          <a:lstStyle/>
          <a:p>
            <a:pPr algn="l"/>
            <a:r>
              <a:rPr lang="en-US" dirty="0"/>
              <a:t>The system tolerates the following failures (</a:t>
            </a:r>
            <a:r>
              <a:rPr lang="en-US" sz="1800" dirty="0"/>
              <a:t>Fault Tolerance</a:t>
            </a:r>
            <a:r>
              <a:rPr lang="en-US" dirty="0"/>
              <a:t>) </a:t>
            </a:r>
          </a:p>
        </p:txBody>
      </p:sp>
    </p:spTree>
    <p:custDataLst>
      <p:tags r:id="rId1"/>
    </p:custDataLst>
    <p:extLst>
      <p:ext uri="{BB962C8B-B14F-4D97-AF65-F5344CB8AC3E}">
        <p14:creationId xmlns:p14="http://schemas.microsoft.com/office/powerpoint/2010/main" val="1169606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8CDF48-62E8-00B6-483B-CC350571158D}"/>
              </a:ext>
            </a:extLst>
          </p:cNvPr>
          <p:cNvSpPr>
            <a:spLocks noGrp="1"/>
          </p:cNvSpPr>
          <p:nvPr>
            <p:ph type="title"/>
          </p:nvPr>
        </p:nvSpPr>
        <p:spPr/>
        <p:txBody>
          <a:bodyPr/>
          <a:lstStyle/>
          <a:p>
            <a:r>
              <a:rPr lang="en-US" dirty="0"/>
              <a:t>PROFINET System Redundancy</a:t>
            </a:r>
            <a:br>
              <a:rPr lang="en-US" dirty="0"/>
            </a:br>
            <a:r>
              <a:rPr lang="en-US" b="0" dirty="0"/>
              <a:t>Support of PN System Redundancy with SIMATIC S7-1500</a:t>
            </a:r>
          </a:p>
        </p:txBody>
      </p:sp>
      <p:sp>
        <p:nvSpPr>
          <p:cNvPr id="3" name="Fußzeilenplatzhalter 2">
            <a:extLst>
              <a:ext uri="{FF2B5EF4-FFF2-40B4-BE49-F238E27FC236}">
                <a16:creationId xmlns:a16="http://schemas.microsoft.com/office/drawing/2014/main" id="{E39E3B3C-CD9A-99D5-3324-9324A60D6F45}"/>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4" name="Tabelle 11">
            <a:extLst>
              <a:ext uri="{FF2B5EF4-FFF2-40B4-BE49-F238E27FC236}">
                <a16:creationId xmlns:a16="http://schemas.microsoft.com/office/drawing/2014/main" id="{E634435A-F05C-1C06-328F-1740776AC6D5}"/>
              </a:ext>
            </a:extLst>
          </p:cNvPr>
          <p:cNvGraphicFramePr>
            <a:graphicFrameLocks noGrp="1"/>
          </p:cNvGraphicFramePr>
          <p:nvPr>
            <p:extLst>
              <p:ext uri="{D42A27DB-BD31-4B8C-83A1-F6EECF244321}">
                <p14:modId xmlns:p14="http://schemas.microsoft.com/office/powerpoint/2010/main" val="1951286678"/>
              </p:ext>
            </p:extLst>
          </p:nvPr>
        </p:nvGraphicFramePr>
        <p:xfrm>
          <a:off x="670296" y="1491337"/>
          <a:ext cx="10598595" cy="4808551"/>
        </p:xfrm>
        <a:graphic>
          <a:graphicData uri="http://schemas.openxmlformats.org/drawingml/2006/table">
            <a:tbl>
              <a:tblPr firstRow="1" bandRow="1">
                <a:tableStyleId>{B301B821-A1FF-4177-AEE7-76D212191A09}</a:tableStyleId>
              </a:tblPr>
              <a:tblGrid>
                <a:gridCol w="912553">
                  <a:extLst>
                    <a:ext uri="{9D8B030D-6E8A-4147-A177-3AD203B41FA5}">
                      <a16:colId xmlns:a16="http://schemas.microsoft.com/office/drawing/2014/main" val="1440955559"/>
                    </a:ext>
                  </a:extLst>
                </a:gridCol>
                <a:gridCol w="2766410">
                  <a:extLst>
                    <a:ext uri="{9D8B030D-6E8A-4147-A177-3AD203B41FA5}">
                      <a16:colId xmlns:a16="http://schemas.microsoft.com/office/drawing/2014/main" val="367437533"/>
                    </a:ext>
                  </a:extLst>
                </a:gridCol>
                <a:gridCol w="1767936">
                  <a:extLst>
                    <a:ext uri="{9D8B030D-6E8A-4147-A177-3AD203B41FA5}">
                      <a16:colId xmlns:a16="http://schemas.microsoft.com/office/drawing/2014/main" val="3932888999"/>
                    </a:ext>
                  </a:extLst>
                </a:gridCol>
                <a:gridCol w="2235241">
                  <a:extLst>
                    <a:ext uri="{9D8B030D-6E8A-4147-A177-3AD203B41FA5}">
                      <a16:colId xmlns:a16="http://schemas.microsoft.com/office/drawing/2014/main" val="1457029060"/>
                    </a:ext>
                  </a:extLst>
                </a:gridCol>
                <a:gridCol w="2916455">
                  <a:extLst>
                    <a:ext uri="{9D8B030D-6E8A-4147-A177-3AD203B41FA5}">
                      <a16:colId xmlns:a16="http://schemas.microsoft.com/office/drawing/2014/main" val="1563706116"/>
                    </a:ext>
                  </a:extLst>
                </a:gridCol>
              </a:tblGrid>
              <a:tr h="637187">
                <a:tc>
                  <a:txBody>
                    <a:bodyPr/>
                    <a:lstStyle/>
                    <a:p>
                      <a:endParaRPr lang="en-US" noProof="0" dirty="0"/>
                    </a:p>
                  </a:txBody>
                  <a:tcPr anchor="ctr"/>
                </a:tc>
                <a:tc>
                  <a:txBody>
                    <a:bodyPr/>
                    <a:lstStyle/>
                    <a:p>
                      <a:endParaRPr lang="en-US" noProof="0" dirty="0"/>
                    </a:p>
                  </a:txBody>
                  <a:tcPr anchor="ctr"/>
                </a:tc>
                <a:tc>
                  <a:txBody>
                    <a:bodyPr/>
                    <a:lstStyle/>
                    <a:p>
                      <a:pPr algn="ctr"/>
                      <a:r>
                        <a:rPr lang="en-US" noProof="0" dirty="0"/>
                        <a:t>S7-1500 </a:t>
                      </a:r>
                      <a:br>
                        <a:rPr lang="en-US" noProof="0" dirty="0"/>
                      </a:br>
                      <a:r>
                        <a:rPr lang="en-US" sz="1200" b="0" noProof="0" dirty="0"/>
                        <a:t>(Non-redundant)</a:t>
                      </a:r>
                      <a:endParaRPr lang="en-US" b="0" noProof="0" dirty="0"/>
                    </a:p>
                  </a:txBody>
                  <a:tcPr anchor="ctr"/>
                </a:tc>
                <a:tc>
                  <a:txBody>
                    <a:bodyPr/>
                    <a:lstStyle/>
                    <a:p>
                      <a:pPr algn="ctr"/>
                      <a:endParaRPr lang="en-US" noProof="0" dirty="0"/>
                    </a:p>
                    <a:p>
                      <a:pPr algn="ctr"/>
                      <a:r>
                        <a:rPr lang="en-US" noProof="0" dirty="0"/>
                        <a:t>S7-1500R</a:t>
                      </a:r>
                    </a:p>
                  </a:txBody>
                  <a:tcPr anchor="ctr"/>
                </a:tc>
                <a:tc>
                  <a:txBody>
                    <a:bodyPr/>
                    <a:lstStyle/>
                    <a:p>
                      <a:pPr algn="ctr"/>
                      <a:endParaRPr lang="en-US" noProof="0" dirty="0"/>
                    </a:p>
                    <a:p>
                      <a:pPr algn="ctr"/>
                      <a:r>
                        <a:rPr lang="en-US" noProof="0" dirty="0"/>
                        <a:t>S7-1500H</a:t>
                      </a:r>
                    </a:p>
                  </a:txBody>
                  <a:tcPr anchor="ctr">
                    <a:solidFill>
                      <a:srgbClr val="006487"/>
                    </a:solidFill>
                  </a:tcPr>
                </a:tc>
                <a:extLst>
                  <a:ext uri="{0D108BD9-81ED-4DB2-BD59-A6C34878D82A}">
                    <a16:rowId xmlns:a16="http://schemas.microsoft.com/office/drawing/2014/main" val="3164890481"/>
                  </a:ext>
                </a:extLst>
              </a:tr>
              <a:tr h="637187">
                <a:tc>
                  <a:txBody>
                    <a:bodyPr/>
                    <a:lstStyle/>
                    <a:p>
                      <a:endParaRPr lang="en-US" noProof="0" dirty="0"/>
                    </a:p>
                  </a:txBody>
                  <a:tcPr anchor="ctr"/>
                </a:tc>
                <a:tc>
                  <a:txBody>
                    <a:bodyPr/>
                    <a:lstStyle/>
                    <a:p>
                      <a:endParaRPr lang="en-US" noProof="0" dirty="0"/>
                    </a:p>
                    <a:p>
                      <a:endParaRPr lang="en-US" noProof="0" dirty="0"/>
                    </a:p>
                    <a:p>
                      <a:endParaRPr lang="en-US" noProof="0" dirty="0"/>
                    </a:p>
                    <a:p>
                      <a:endParaRPr lang="en-US" noProof="0" dirty="0"/>
                    </a:p>
                    <a:p>
                      <a:endParaRPr lang="en-US" noProof="0" dirty="0"/>
                    </a:p>
                  </a:txBody>
                  <a:tcPr anchor="ctr"/>
                </a:tc>
                <a:tc>
                  <a:txBody>
                    <a:bodyPr/>
                    <a:lstStyle/>
                    <a:p>
                      <a:pPr algn="ctr"/>
                      <a:endParaRPr lang="en-US" b="0" noProof="0" dirty="0"/>
                    </a:p>
                  </a:txBody>
                  <a:tcPr anchor="ctr"/>
                </a:tc>
                <a:tc>
                  <a:txBody>
                    <a:bodyPr/>
                    <a:lstStyle/>
                    <a:p>
                      <a:pPr algn="ctr"/>
                      <a:endParaRPr lang="en-US" noProof="0" dirty="0"/>
                    </a:p>
                  </a:txBody>
                  <a:tcPr anchor="ctr"/>
                </a:tc>
                <a:tc>
                  <a:txBody>
                    <a:bodyPr/>
                    <a:lstStyle/>
                    <a:p>
                      <a:pPr algn="ctr"/>
                      <a:endParaRPr lang="en-US" noProof="0" dirty="0"/>
                    </a:p>
                  </a:txBody>
                  <a:tcPr anchor="ctr"/>
                </a:tc>
                <a:extLst>
                  <a:ext uri="{0D108BD9-81ED-4DB2-BD59-A6C34878D82A}">
                    <a16:rowId xmlns:a16="http://schemas.microsoft.com/office/drawing/2014/main" val="1905930124"/>
                  </a:ext>
                </a:extLst>
              </a:tr>
              <a:tr h="892990">
                <a:tc>
                  <a:txBody>
                    <a:bodyPr/>
                    <a:lstStyle/>
                    <a:p>
                      <a:endParaRPr lang="en-US" sz="1600" noProof="0" dirty="0"/>
                    </a:p>
                  </a:txBody>
                  <a:tcPr anchor="ctr"/>
                </a:tc>
                <a:tc>
                  <a:txBody>
                    <a:bodyPr/>
                    <a:lstStyle/>
                    <a:p>
                      <a:r>
                        <a:rPr lang="en-US" sz="1600" noProof="0" dirty="0"/>
                        <a:t>Operation of PN devices </a:t>
                      </a:r>
                      <a:br>
                        <a:rPr lang="en-US" sz="1600" noProof="0" dirty="0"/>
                      </a:br>
                      <a:r>
                        <a:rPr lang="en-US" sz="1600" b="1" noProof="0" dirty="0"/>
                        <a:t>without System Redundancy</a:t>
                      </a:r>
                    </a:p>
                  </a:txBody>
                  <a:tcPr anchor="ctr">
                    <a:lnR w="12700" cap="flat" cmpd="sng" algn="ctr">
                      <a:solidFill>
                        <a:srgbClr val="009999"/>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noProof="0" dirty="0">
                          <a:solidFill>
                            <a:schemeClr val="dk1"/>
                          </a:solidFill>
                          <a:latin typeface="+mn-lt"/>
                          <a:ea typeface="+mn-ea"/>
                          <a:cs typeface="+mn-cs"/>
                        </a:rPr>
                        <a:t>Yes</a:t>
                      </a:r>
                    </a:p>
                  </a:txBody>
                  <a:tcPr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noProof="0" dirty="0">
                          <a:solidFill>
                            <a:schemeClr val="dk1"/>
                          </a:solidFill>
                          <a:latin typeface="+mn-lt"/>
                          <a:ea typeface="+mn-ea"/>
                          <a:cs typeface="+mn-cs"/>
                        </a:rPr>
                        <a:t>Yes </a:t>
                      </a:r>
                      <a:br>
                        <a:rPr lang="en-US" sz="1600" b="1" kern="1200" noProof="0" dirty="0">
                          <a:solidFill>
                            <a:schemeClr val="dk1"/>
                          </a:solidFill>
                          <a:latin typeface="+mn-lt"/>
                          <a:ea typeface="+mn-ea"/>
                          <a:cs typeface="+mn-cs"/>
                        </a:rPr>
                      </a:br>
                      <a:r>
                        <a:rPr lang="en-US" sz="1200" b="0" kern="1200" noProof="0" dirty="0">
                          <a:solidFill>
                            <a:schemeClr val="dk1"/>
                          </a:solidFill>
                          <a:latin typeface="+mn-lt"/>
                          <a:ea typeface="+mn-ea"/>
                          <a:cs typeface="+mn-cs"/>
                        </a:rPr>
                        <a:t>(Switched S1)</a:t>
                      </a:r>
                      <a:endParaRPr lang="en-US" sz="1200" noProof="0" dirty="0"/>
                    </a:p>
                  </a:txBody>
                  <a:tcPr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noProof="0" dirty="0">
                          <a:solidFill>
                            <a:schemeClr val="dk1"/>
                          </a:solidFill>
                          <a:latin typeface="+mn-lt"/>
                          <a:ea typeface="+mn-ea"/>
                          <a:cs typeface="+mn-cs"/>
                        </a:rPr>
                        <a:t>Yes </a:t>
                      </a:r>
                      <a:br>
                        <a:rPr lang="en-US" sz="1600" b="1" kern="1200" noProof="0" dirty="0">
                          <a:solidFill>
                            <a:schemeClr val="dk1"/>
                          </a:solidFill>
                          <a:latin typeface="+mn-lt"/>
                          <a:ea typeface="+mn-ea"/>
                          <a:cs typeface="+mn-cs"/>
                        </a:rPr>
                      </a:br>
                      <a:r>
                        <a:rPr lang="en-US" sz="1200" b="0" kern="1200" noProof="0" dirty="0">
                          <a:solidFill>
                            <a:schemeClr val="dk1"/>
                          </a:solidFill>
                          <a:latin typeface="+mn-lt"/>
                          <a:ea typeface="+mn-ea"/>
                          <a:cs typeface="+mn-cs"/>
                        </a:rPr>
                        <a:t>(Switched S1)</a:t>
                      </a:r>
                    </a:p>
                  </a:txBody>
                  <a:tcPr anchor="ctr">
                    <a:lnL w="12700" cap="flat" cmpd="sng" algn="ctr">
                      <a:solidFill>
                        <a:srgbClr val="009999"/>
                      </a:solidFill>
                      <a:prstDash val="solid"/>
                      <a:round/>
                      <a:headEnd type="none" w="med" len="med"/>
                      <a:tailEnd type="none" w="med" len="med"/>
                    </a:lnL>
                  </a:tcPr>
                </a:tc>
                <a:extLst>
                  <a:ext uri="{0D108BD9-81ED-4DB2-BD59-A6C34878D82A}">
                    <a16:rowId xmlns:a16="http://schemas.microsoft.com/office/drawing/2014/main" val="2307835432"/>
                  </a:ext>
                </a:extLst>
              </a:tr>
              <a:tr h="989481">
                <a:tc>
                  <a:txBody>
                    <a:bodyPr/>
                    <a:lstStyle/>
                    <a:p>
                      <a:endParaRPr lang="en-US" sz="1600"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t>Operation of PN devices with </a:t>
                      </a:r>
                      <a:br>
                        <a:rPr lang="en-US" sz="1600" noProof="0" dirty="0"/>
                      </a:br>
                      <a:r>
                        <a:rPr lang="en-US" sz="1600" b="1" noProof="0" dirty="0"/>
                        <a:t>S2 System Redundancy</a:t>
                      </a:r>
                      <a:endParaRPr lang="en-US" sz="1600" noProof="0" dirty="0"/>
                    </a:p>
                  </a:txBody>
                  <a:tcPr anchor="ctr">
                    <a:lnR w="12700" cap="flat" cmpd="sng" algn="ctr">
                      <a:solidFill>
                        <a:srgbClr val="009999"/>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noProof="0" dirty="0">
                          <a:solidFill>
                            <a:schemeClr val="dk1"/>
                          </a:solidFill>
                          <a:latin typeface="+mn-lt"/>
                          <a:ea typeface="+mn-ea"/>
                          <a:cs typeface="+mn-cs"/>
                        </a:rPr>
                        <a:t>Yes</a:t>
                      </a:r>
                    </a:p>
                    <a:p>
                      <a:pPr algn="ctr"/>
                      <a:r>
                        <a:rPr lang="en-US" sz="1200" b="0" noProof="0" dirty="0"/>
                        <a:t>(S1 mode only)</a:t>
                      </a:r>
                    </a:p>
                  </a:txBody>
                  <a:tcPr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tcPr>
                </a:tc>
                <a:tc>
                  <a:txBody>
                    <a:bodyPr/>
                    <a:lstStyle/>
                    <a:p>
                      <a:pPr algn="ctr"/>
                      <a:r>
                        <a:rPr lang="en-US" sz="1600" b="1" noProof="0" dirty="0"/>
                        <a:t>Yes</a:t>
                      </a:r>
                    </a:p>
                  </a:txBody>
                  <a:tcPr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noProof="0" dirty="0"/>
                        <a:t>Yes</a:t>
                      </a:r>
                    </a:p>
                  </a:txBody>
                  <a:tcPr anchor="ctr">
                    <a:lnL w="12700" cap="flat" cmpd="sng" algn="ctr">
                      <a:solidFill>
                        <a:srgbClr val="009999"/>
                      </a:solidFill>
                      <a:prstDash val="solid"/>
                      <a:round/>
                      <a:headEnd type="none" w="med" len="med"/>
                      <a:tailEnd type="none" w="med" len="med"/>
                    </a:lnL>
                  </a:tcPr>
                </a:tc>
                <a:extLst>
                  <a:ext uri="{0D108BD9-81ED-4DB2-BD59-A6C34878D82A}">
                    <a16:rowId xmlns:a16="http://schemas.microsoft.com/office/drawing/2014/main" val="4045753666"/>
                  </a:ext>
                </a:extLst>
              </a:tr>
              <a:tr h="8098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noProof="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t>Operation of PN devices with </a:t>
                      </a:r>
                      <a:br>
                        <a:rPr lang="en-US" sz="1600" noProof="0" dirty="0"/>
                      </a:br>
                      <a:r>
                        <a:rPr lang="en-US" sz="1600" b="1" noProof="0" dirty="0"/>
                        <a:t>R1 System Redundancy</a:t>
                      </a:r>
                    </a:p>
                  </a:txBody>
                  <a:tcPr anchor="ctr">
                    <a:lnR w="12700" cap="flat" cmpd="sng" algn="ctr">
                      <a:solidFill>
                        <a:srgbClr val="009999"/>
                      </a:solidFill>
                      <a:prstDash val="solid"/>
                      <a:round/>
                      <a:headEnd type="none" w="med" len="med"/>
                      <a:tailEnd type="none" w="med" len="med"/>
                    </a:lnR>
                  </a:tcPr>
                </a:tc>
                <a:tc>
                  <a:txBody>
                    <a:bodyPr/>
                    <a:lstStyle/>
                    <a:p>
                      <a:pPr algn="ctr"/>
                      <a:r>
                        <a:rPr lang="en-US" sz="1600" b="1" noProof="0" dirty="0"/>
                        <a:t>No</a:t>
                      </a:r>
                    </a:p>
                  </a:txBody>
                  <a:tcPr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tcPr>
                </a:tc>
                <a:tc>
                  <a:txBody>
                    <a:bodyPr/>
                    <a:lstStyle/>
                    <a:p>
                      <a:pPr algn="ctr"/>
                      <a:r>
                        <a:rPr lang="en-US" sz="1600" b="1" noProof="0" dirty="0"/>
                        <a:t>No</a:t>
                      </a:r>
                    </a:p>
                  </a:txBody>
                  <a:tcPr anchor="ctr">
                    <a:lnL w="12700" cap="flat" cmpd="sng" algn="ctr">
                      <a:solidFill>
                        <a:srgbClr val="009999"/>
                      </a:solidFill>
                      <a:prstDash val="solid"/>
                      <a:round/>
                      <a:headEnd type="none" w="med" len="med"/>
                      <a:tailEnd type="none" w="med" len="med"/>
                    </a:lnL>
                    <a:lnR w="12700" cap="flat" cmpd="sng" algn="ctr">
                      <a:solidFill>
                        <a:srgbClr val="009999"/>
                      </a:solidFill>
                      <a:prstDash val="solid"/>
                      <a:round/>
                      <a:headEnd type="none" w="med" len="med"/>
                      <a:tailEnd type="none" w="med" len="med"/>
                    </a:lnR>
                  </a:tcPr>
                </a:tc>
                <a:tc>
                  <a:txBody>
                    <a:bodyPr/>
                    <a:lstStyle/>
                    <a:p>
                      <a:pPr algn="ctr"/>
                      <a:r>
                        <a:rPr lang="en-US" sz="1600" b="1" noProof="0" dirty="0"/>
                        <a:t>Yes</a:t>
                      </a:r>
                      <a:r>
                        <a:rPr lang="en-US" sz="1600" noProof="0" dirty="0"/>
                        <a:t> </a:t>
                      </a:r>
                      <a:br>
                        <a:rPr lang="en-US" sz="1600" noProof="0" dirty="0"/>
                      </a:br>
                      <a:r>
                        <a:rPr lang="en-US" sz="1200" noProof="0" dirty="0"/>
                        <a:t>from firmware V3.0 and TIA Portal V18</a:t>
                      </a:r>
                    </a:p>
                  </a:txBody>
                  <a:tcPr anchor="ctr">
                    <a:lnL w="12700" cap="flat" cmpd="sng" algn="ctr">
                      <a:solidFill>
                        <a:srgbClr val="009999"/>
                      </a:solidFill>
                      <a:prstDash val="solid"/>
                      <a:round/>
                      <a:headEnd type="none" w="med" len="med"/>
                      <a:tailEnd type="none" w="med" len="med"/>
                    </a:lnL>
                  </a:tcPr>
                </a:tc>
                <a:extLst>
                  <a:ext uri="{0D108BD9-81ED-4DB2-BD59-A6C34878D82A}">
                    <a16:rowId xmlns:a16="http://schemas.microsoft.com/office/drawing/2014/main" val="2736408459"/>
                  </a:ext>
                </a:extLst>
              </a:tr>
            </a:tbl>
          </a:graphicData>
        </a:graphic>
      </p:graphicFrame>
      <p:sp>
        <p:nvSpPr>
          <p:cNvPr id="8" name="Rechteck 7">
            <a:extLst>
              <a:ext uri="{FF2B5EF4-FFF2-40B4-BE49-F238E27FC236}">
                <a16:creationId xmlns:a16="http://schemas.microsoft.com/office/drawing/2014/main" id="{43F048BD-FF0F-6EFA-C1DC-3AF4EC11438F}"/>
              </a:ext>
            </a:extLst>
          </p:cNvPr>
          <p:cNvSpPr/>
          <p:nvPr/>
        </p:nvSpPr>
        <p:spPr>
          <a:xfrm>
            <a:off x="738992" y="3759779"/>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S1</a:t>
            </a:r>
          </a:p>
        </p:txBody>
      </p:sp>
      <p:sp>
        <p:nvSpPr>
          <p:cNvPr id="9" name="Rechteck 8">
            <a:extLst>
              <a:ext uri="{FF2B5EF4-FFF2-40B4-BE49-F238E27FC236}">
                <a16:creationId xmlns:a16="http://schemas.microsoft.com/office/drawing/2014/main" id="{4E433ADA-F50F-0F7C-FF91-BF1985547CC1}"/>
              </a:ext>
            </a:extLst>
          </p:cNvPr>
          <p:cNvSpPr/>
          <p:nvPr/>
        </p:nvSpPr>
        <p:spPr>
          <a:xfrm>
            <a:off x="738992" y="4692273"/>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S2</a:t>
            </a:r>
          </a:p>
        </p:txBody>
      </p:sp>
      <p:sp>
        <p:nvSpPr>
          <p:cNvPr id="10" name="Rechteck 9">
            <a:extLst>
              <a:ext uri="{FF2B5EF4-FFF2-40B4-BE49-F238E27FC236}">
                <a16:creationId xmlns:a16="http://schemas.microsoft.com/office/drawing/2014/main" id="{182640C5-D5B2-450D-4C92-4C493D5EFBFB}"/>
              </a:ext>
            </a:extLst>
          </p:cNvPr>
          <p:cNvSpPr/>
          <p:nvPr/>
        </p:nvSpPr>
        <p:spPr>
          <a:xfrm>
            <a:off x="738992" y="5582836"/>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R1</a:t>
            </a:r>
          </a:p>
        </p:txBody>
      </p:sp>
      <p:pic>
        <p:nvPicPr>
          <p:cNvPr id="20" name="Grafik 19">
            <a:extLst>
              <a:ext uri="{FF2B5EF4-FFF2-40B4-BE49-F238E27FC236}">
                <a16:creationId xmlns:a16="http://schemas.microsoft.com/office/drawing/2014/main" id="{B9AF0067-9B33-287F-B99C-C72ADF79F8A9}"/>
              </a:ext>
            </a:extLst>
          </p:cNvPr>
          <p:cNvPicPr>
            <a:picLocks noChangeAspect="1"/>
          </p:cNvPicPr>
          <p:nvPr/>
        </p:nvPicPr>
        <p:blipFill>
          <a:blip r:embed="rId2"/>
          <a:stretch>
            <a:fillRect/>
          </a:stretch>
        </p:blipFill>
        <p:spPr>
          <a:xfrm>
            <a:off x="6299420" y="2234782"/>
            <a:ext cx="1828649" cy="1621402"/>
          </a:xfrm>
          <a:prstGeom prst="rect">
            <a:avLst/>
          </a:prstGeom>
        </p:spPr>
      </p:pic>
      <p:pic>
        <p:nvPicPr>
          <p:cNvPr id="22" name="Grafik 21">
            <a:extLst>
              <a:ext uri="{FF2B5EF4-FFF2-40B4-BE49-F238E27FC236}">
                <a16:creationId xmlns:a16="http://schemas.microsoft.com/office/drawing/2014/main" id="{1501AF1E-354D-D654-2C72-7D413348E350}"/>
              </a:ext>
            </a:extLst>
          </p:cNvPr>
          <p:cNvPicPr>
            <a:picLocks noChangeAspect="1"/>
          </p:cNvPicPr>
          <p:nvPr/>
        </p:nvPicPr>
        <p:blipFill>
          <a:blip r:embed="rId3"/>
          <a:stretch>
            <a:fillRect/>
          </a:stretch>
        </p:blipFill>
        <p:spPr>
          <a:xfrm>
            <a:off x="8670091" y="2234782"/>
            <a:ext cx="2418963" cy="1765843"/>
          </a:xfrm>
          <a:prstGeom prst="rect">
            <a:avLst/>
          </a:prstGeom>
        </p:spPr>
      </p:pic>
      <p:pic>
        <p:nvPicPr>
          <p:cNvPr id="6" name="Grafik 5">
            <a:extLst>
              <a:ext uri="{FF2B5EF4-FFF2-40B4-BE49-F238E27FC236}">
                <a16:creationId xmlns:a16="http://schemas.microsoft.com/office/drawing/2014/main" id="{11880E26-D067-69C9-DD66-B20082C45053}"/>
              </a:ext>
            </a:extLst>
          </p:cNvPr>
          <p:cNvPicPr>
            <a:picLocks noChangeAspect="1"/>
          </p:cNvPicPr>
          <p:nvPr/>
        </p:nvPicPr>
        <p:blipFill>
          <a:blip r:embed="rId4"/>
          <a:stretch>
            <a:fillRect/>
          </a:stretch>
        </p:blipFill>
        <p:spPr>
          <a:xfrm>
            <a:off x="4912983" y="2339285"/>
            <a:ext cx="556000" cy="975439"/>
          </a:xfrm>
          <a:prstGeom prst="rect">
            <a:avLst/>
          </a:prstGeom>
        </p:spPr>
      </p:pic>
    </p:spTree>
    <p:extLst>
      <p:ext uri="{BB962C8B-B14F-4D97-AF65-F5344CB8AC3E}">
        <p14:creationId xmlns:p14="http://schemas.microsoft.com/office/powerpoint/2010/main" val="2885743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Switching behavior without System Redundancy</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dirty="0"/>
              <a:t>Scenario: Controller failure</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578210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22891" y="1328595"/>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607113" y="2589292"/>
            <a:ext cx="3259248" cy="11827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without PROFINET System Redundancy</a:t>
            </a:r>
            <a:br>
              <a:rPr lang="en-US" dirty="0"/>
            </a:br>
            <a:r>
              <a:rPr lang="en-US" b="0" dirty="0"/>
              <a:t>Initial Situation</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3" name="Grafik 12">
            <a:extLst>
              <a:ext uri="{FF2B5EF4-FFF2-40B4-BE49-F238E27FC236}">
                <a16:creationId xmlns:a16="http://schemas.microsoft.com/office/drawing/2014/main" id="{F74D7DBB-0465-D72D-A840-A995DDC907F5}"/>
              </a:ext>
            </a:extLst>
          </p:cNvPr>
          <p:cNvPicPr>
            <a:picLocks noChangeAspect="1"/>
          </p:cNvPicPr>
          <p:nvPr/>
        </p:nvPicPr>
        <p:blipFill>
          <a:blip r:embed="rId2"/>
          <a:stretch>
            <a:fillRect/>
          </a:stretch>
        </p:blipFill>
        <p:spPr>
          <a:xfrm>
            <a:off x="6110850" y="1599945"/>
            <a:ext cx="708518" cy="1248031"/>
          </a:xfrm>
          <a:prstGeom prst="rect">
            <a:avLst/>
          </a:prstGeom>
        </p:spPr>
      </p:pic>
      <p:pic>
        <p:nvPicPr>
          <p:cNvPr id="25" name="Grafik 24">
            <a:extLst>
              <a:ext uri="{FF2B5EF4-FFF2-40B4-BE49-F238E27FC236}">
                <a16:creationId xmlns:a16="http://schemas.microsoft.com/office/drawing/2014/main" id="{48C8702E-31F5-53EF-1CE2-485F005B874A}"/>
              </a:ext>
            </a:extLst>
          </p:cNvPr>
          <p:cNvPicPr>
            <a:picLocks noChangeAspect="1"/>
          </p:cNvPicPr>
          <p:nvPr/>
        </p:nvPicPr>
        <p:blipFill>
          <a:blip r:embed="rId3"/>
          <a:stretch>
            <a:fillRect/>
          </a:stretch>
        </p:blipFill>
        <p:spPr>
          <a:xfrm>
            <a:off x="6872019" y="3595628"/>
            <a:ext cx="729436" cy="729436"/>
          </a:xfrm>
          <a:prstGeom prst="rect">
            <a:avLst/>
          </a:prstGeom>
        </p:spPr>
      </p:pic>
      <p:pic>
        <p:nvPicPr>
          <p:cNvPr id="26" name="Grafik 25">
            <a:extLst>
              <a:ext uri="{FF2B5EF4-FFF2-40B4-BE49-F238E27FC236}">
                <a16:creationId xmlns:a16="http://schemas.microsoft.com/office/drawing/2014/main" id="{05D5673A-BA8D-E839-F9B7-AE9649AAB6B8}"/>
              </a:ext>
            </a:extLst>
          </p:cNvPr>
          <p:cNvPicPr>
            <a:picLocks noChangeAspect="1"/>
          </p:cNvPicPr>
          <p:nvPr/>
        </p:nvPicPr>
        <p:blipFill>
          <a:blip r:embed="rId2"/>
          <a:stretch>
            <a:fillRect/>
          </a:stretch>
        </p:blipFill>
        <p:spPr>
          <a:xfrm>
            <a:off x="7601455" y="1614260"/>
            <a:ext cx="708518" cy="1248031"/>
          </a:xfrm>
          <a:prstGeom prst="rect">
            <a:avLst/>
          </a:prstGeom>
        </p:spPr>
      </p:pic>
      <p:sp>
        <p:nvSpPr>
          <p:cNvPr id="28" name="Textfeld 27">
            <a:extLst>
              <a:ext uri="{FF2B5EF4-FFF2-40B4-BE49-F238E27FC236}">
                <a16:creationId xmlns:a16="http://schemas.microsoft.com/office/drawing/2014/main" id="{63E53BDC-426A-55B2-05A6-5268A99C1043}"/>
              </a:ext>
            </a:extLst>
          </p:cNvPr>
          <p:cNvSpPr txBox="1"/>
          <p:nvPr/>
        </p:nvSpPr>
        <p:spPr>
          <a:xfrm>
            <a:off x="5054852" y="1891333"/>
            <a:ext cx="1009461" cy="553998"/>
          </a:xfrm>
          <a:prstGeom prst="rect">
            <a:avLst/>
          </a:prstGeom>
          <a:noFill/>
        </p:spPr>
        <p:txBody>
          <a:bodyPr wrap="square" lIns="0" tIns="0" rIns="0" bIns="0" rtlCol="0">
            <a:spAutoFit/>
          </a:bodyPr>
          <a:lstStyle/>
          <a:p>
            <a:pPr algn="r"/>
            <a:r>
              <a:rPr lang="en-US" dirty="0">
                <a:solidFill>
                  <a:schemeClr val="bg1"/>
                </a:solidFill>
              </a:rPr>
              <a:t>Primary</a:t>
            </a:r>
            <a:br>
              <a:rPr lang="en-US" dirty="0">
                <a:solidFill>
                  <a:schemeClr val="bg1"/>
                </a:solidFill>
              </a:rPr>
            </a:br>
            <a:r>
              <a:rPr lang="en-US" dirty="0">
                <a:solidFill>
                  <a:schemeClr val="bg1"/>
                </a:solidFill>
              </a:rPr>
              <a:t>Controller</a:t>
            </a:r>
          </a:p>
        </p:txBody>
      </p:sp>
      <p:sp>
        <p:nvSpPr>
          <p:cNvPr id="29" name="Textfeld 28">
            <a:extLst>
              <a:ext uri="{FF2B5EF4-FFF2-40B4-BE49-F238E27FC236}">
                <a16:creationId xmlns:a16="http://schemas.microsoft.com/office/drawing/2014/main" id="{51509B96-7D24-4D66-D71B-117887B9B33E}"/>
              </a:ext>
            </a:extLst>
          </p:cNvPr>
          <p:cNvSpPr txBox="1"/>
          <p:nvPr/>
        </p:nvSpPr>
        <p:spPr>
          <a:xfrm>
            <a:off x="8397450" y="1891333"/>
            <a:ext cx="1061004" cy="553998"/>
          </a:xfrm>
          <a:prstGeom prst="rect">
            <a:avLst/>
          </a:prstGeom>
          <a:noFill/>
        </p:spPr>
        <p:txBody>
          <a:bodyPr wrap="square" lIns="0" tIns="0" rIns="0" bIns="0" rtlCol="0">
            <a:spAutoFit/>
          </a:bodyPr>
          <a:lstStyle/>
          <a:p>
            <a:pPr algn="l"/>
            <a:r>
              <a:rPr lang="en-US" dirty="0">
                <a:solidFill>
                  <a:schemeClr val="bg1"/>
                </a:solidFill>
              </a:rPr>
              <a:t>Backup</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791669" y="3886376"/>
            <a:ext cx="1061004" cy="276999"/>
          </a:xfrm>
          <a:prstGeom prst="rect">
            <a:avLst/>
          </a:prstGeom>
          <a:noFill/>
        </p:spPr>
        <p:txBody>
          <a:bodyPr wrap="square" lIns="0" tIns="0" rIns="0" bIns="0" rtlCol="0">
            <a:spAutoFit/>
          </a:bodyPr>
          <a:lstStyle/>
          <a:p>
            <a:pPr algn="ctr"/>
            <a:r>
              <a:rPr lang="en-US" dirty="0">
                <a:solidFill>
                  <a:schemeClr val="bg1"/>
                </a:solidFill>
              </a:rPr>
              <a:t>S1-Device</a:t>
            </a:r>
          </a:p>
        </p:txBody>
      </p:sp>
      <p:sp>
        <p:nvSpPr>
          <p:cNvPr id="31" name="Textfeld 30">
            <a:extLst>
              <a:ext uri="{FF2B5EF4-FFF2-40B4-BE49-F238E27FC236}">
                <a16:creationId xmlns:a16="http://schemas.microsoft.com/office/drawing/2014/main" id="{C8B119BA-2149-DD72-3835-D216D0B35AA9}"/>
              </a:ext>
            </a:extLst>
          </p:cNvPr>
          <p:cNvSpPr txBox="1"/>
          <p:nvPr/>
        </p:nvSpPr>
        <p:spPr>
          <a:xfrm>
            <a:off x="6243894" y="1855555"/>
            <a:ext cx="442429" cy="246221"/>
          </a:xfrm>
          <a:prstGeom prst="rect">
            <a:avLst/>
          </a:prstGeom>
          <a:noFill/>
        </p:spPr>
        <p:txBody>
          <a:bodyPr wrap="none" lIns="0" tIns="0" rIns="0" bIns="0" rtlCol="0">
            <a:spAutoFit/>
          </a:bodyPr>
          <a:lstStyle/>
          <a:p>
            <a:pPr algn="l"/>
            <a:r>
              <a:rPr lang="en-US" sz="1600" dirty="0"/>
              <a:t>RUN</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734499" y="1855555"/>
            <a:ext cx="442429" cy="246221"/>
          </a:xfrm>
          <a:prstGeom prst="rect">
            <a:avLst/>
          </a:prstGeom>
          <a:noFill/>
        </p:spPr>
        <p:txBody>
          <a:bodyPr wrap="none" lIns="0" tIns="0" rIns="0" bIns="0" rtlCol="0">
            <a:spAutoFit/>
          </a:bodyPr>
          <a:lstStyle/>
          <a:p>
            <a:pPr algn="l"/>
            <a:r>
              <a:rPr lang="en-US" sz="1600" dirty="0"/>
              <a:t>RUN</a:t>
            </a:r>
          </a:p>
        </p:txBody>
      </p:sp>
      <p:cxnSp>
        <p:nvCxnSpPr>
          <p:cNvPr id="34" name="Gerade Verbindung mit Pfeil 33">
            <a:extLst>
              <a:ext uri="{FF2B5EF4-FFF2-40B4-BE49-F238E27FC236}">
                <a16:creationId xmlns:a16="http://schemas.microsoft.com/office/drawing/2014/main" id="{06F55EBF-CB79-0635-FD10-3E1CA13ED53E}"/>
              </a:ext>
            </a:extLst>
          </p:cNvPr>
          <p:cNvCxnSpPr>
            <a:cxnSpLocks/>
          </p:cNvCxnSpPr>
          <p:nvPr/>
        </p:nvCxnSpPr>
        <p:spPr>
          <a:xfrm>
            <a:off x="6465108" y="2862291"/>
            <a:ext cx="406911" cy="729436"/>
          </a:xfrm>
          <a:prstGeom prst="straightConnector1">
            <a:avLst/>
          </a:prstGeom>
          <a:ln w="57150">
            <a:solidFill>
              <a:srgbClr val="00D7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D7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308115" cy="276999"/>
          </a:xfrm>
          <a:prstGeom prst="rect">
            <a:avLst/>
          </a:prstGeom>
          <a:noFill/>
        </p:spPr>
        <p:txBody>
          <a:bodyPr wrap="none" lIns="0" tIns="0" rIns="0" bIns="0" rtlCol="0">
            <a:spAutoFit/>
          </a:bodyPr>
          <a:lstStyle/>
          <a:p>
            <a:pPr algn="l"/>
            <a:r>
              <a:rPr lang="en-US" dirty="0"/>
              <a:t>Standard AR</a:t>
            </a:r>
          </a:p>
        </p:txBody>
      </p:sp>
      <p:sp>
        <p:nvSpPr>
          <p:cNvPr id="44" name="Textfeld 43">
            <a:extLst>
              <a:ext uri="{FF2B5EF4-FFF2-40B4-BE49-F238E27FC236}">
                <a16:creationId xmlns:a16="http://schemas.microsoft.com/office/drawing/2014/main" id="{414CF385-136E-AD32-FE2A-7115E4D7CE4F}"/>
              </a:ext>
            </a:extLst>
          </p:cNvPr>
          <p:cNvSpPr txBox="1"/>
          <p:nvPr/>
        </p:nvSpPr>
        <p:spPr>
          <a:xfrm>
            <a:off x="600925" y="3013501"/>
            <a:ext cx="3675965" cy="830997"/>
          </a:xfrm>
          <a:prstGeom prst="rect">
            <a:avLst/>
          </a:prstGeom>
          <a:solidFill>
            <a:srgbClr val="009999"/>
          </a:solidFill>
        </p:spPr>
        <p:txBody>
          <a:bodyPr wrap="square" lIns="0" tIns="0" rIns="0" bIns="0" rtlCol="0">
            <a:spAutoFit/>
          </a:bodyPr>
          <a:lstStyle/>
          <a:p>
            <a:pPr algn="ctr"/>
            <a:r>
              <a:rPr lang="en-US" dirty="0"/>
              <a:t>Primary CPUs has a</a:t>
            </a:r>
            <a:br>
              <a:rPr lang="en-US" dirty="0"/>
            </a:br>
            <a:r>
              <a:rPr lang="en-US" dirty="0"/>
              <a:t>Connection (AR) to the </a:t>
            </a:r>
            <a:br>
              <a:rPr lang="en-US" dirty="0"/>
            </a:br>
            <a:r>
              <a:rPr lang="en-US" dirty="0"/>
              <a:t>S1-Device</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52712" y="4861105"/>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082828" y="4319046"/>
            <a:ext cx="350067" cy="556633"/>
          </a:xfrm>
          <a:prstGeom prst="up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1" name="Textfeld 50">
            <a:extLst>
              <a:ext uri="{FF2B5EF4-FFF2-40B4-BE49-F238E27FC236}">
                <a16:creationId xmlns:a16="http://schemas.microsoft.com/office/drawing/2014/main" id="{195B4878-925A-5719-E95D-5F1DD49B759F}"/>
              </a:ext>
            </a:extLst>
          </p:cNvPr>
          <p:cNvSpPr txBox="1"/>
          <p:nvPr/>
        </p:nvSpPr>
        <p:spPr>
          <a:xfrm>
            <a:off x="600925" y="4820151"/>
            <a:ext cx="3675959" cy="276999"/>
          </a:xfrm>
          <a:prstGeom prst="rect">
            <a:avLst/>
          </a:prstGeom>
          <a:solidFill>
            <a:srgbClr val="009999"/>
          </a:solidFill>
        </p:spPr>
        <p:txBody>
          <a:bodyPr wrap="square" lIns="0" tIns="0" rIns="0" bIns="0" rtlCol="0">
            <a:spAutoFit/>
          </a:bodyPr>
          <a:lstStyle/>
          <a:p>
            <a:pPr algn="ctr"/>
            <a:r>
              <a:rPr lang="en-US" dirty="0"/>
              <a:t>Process values are exchanged</a:t>
            </a:r>
          </a:p>
        </p:txBody>
      </p:sp>
      <p:sp>
        <p:nvSpPr>
          <p:cNvPr id="52" name="Rechteck 51">
            <a:extLst>
              <a:ext uri="{FF2B5EF4-FFF2-40B4-BE49-F238E27FC236}">
                <a16:creationId xmlns:a16="http://schemas.microsoft.com/office/drawing/2014/main" id="{2173E257-B8E9-7A45-E66E-464CB380F5E7}"/>
              </a:ext>
            </a:extLst>
          </p:cNvPr>
          <p:cNvSpPr/>
          <p:nvPr/>
        </p:nvSpPr>
        <p:spPr>
          <a:xfrm>
            <a:off x="10502635" y="602884"/>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S1</a:t>
            </a:r>
          </a:p>
        </p:txBody>
      </p:sp>
      <p:sp>
        <p:nvSpPr>
          <p:cNvPr id="7" name="Textfeld 6">
            <a:extLst>
              <a:ext uri="{FF2B5EF4-FFF2-40B4-BE49-F238E27FC236}">
                <a16:creationId xmlns:a16="http://schemas.microsoft.com/office/drawing/2014/main" id="{D567B1EF-AE33-823D-0D3C-35C0FBED6EE1}"/>
              </a:ext>
            </a:extLst>
          </p:cNvPr>
          <p:cNvSpPr txBox="1"/>
          <p:nvPr/>
        </p:nvSpPr>
        <p:spPr>
          <a:xfrm>
            <a:off x="5839316" y="359449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Tree>
    <p:extLst>
      <p:ext uri="{BB962C8B-B14F-4D97-AF65-F5344CB8AC3E}">
        <p14:creationId xmlns:p14="http://schemas.microsoft.com/office/powerpoint/2010/main" val="235526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22891" y="1328595"/>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607113" y="2589292"/>
            <a:ext cx="3259248" cy="11827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without PROFINET System Redundancy</a:t>
            </a:r>
            <a:br>
              <a:rPr lang="en-US" dirty="0"/>
            </a:br>
            <a:r>
              <a:rPr lang="en-US" b="0" dirty="0"/>
              <a:t>Scenario: A controller fails – switching process begins</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3" name="Grafik 12">
            <a:extLst>
              <a:ext uri="{FF2B5EF4-FFF2-40B4-BE49-F238E27FC236}">
                <a16:creationId xmlns:a16="http://schemas.microsoft.com/office/drawing/2014/main" id="{F74D7DBB-0465-D72D-A840-A995DDC907F5}"/>
              </a:ext>
            </a:extLst>
          </p:cNvPr>
          <p:cNvPicPr>
            <a:picLocks noChangeAspect="1"/>
          </p:cNvPicPr>
          <p:nvPr/>
        </p:nvPicPr>
        <p:blipFill>
          <a:blip r:embed="rId2"/>
          <a:stretch>
            <a:fillRect/>
          </a:stretch>
        </p:blipFill>
        <p:spPr>
          <a:xfrm>
            <a:off x="6110850" y="1599945"/>
            <a:ext cx="708518" cy="1248031"/>
          </a:xfrm>
          <a:prstGeom prst="rect">
            <a:avLst/>
          </a:prstGeom>
        </p:spPr>
      </p:pic>
      <p:pic>
        <p:nvPicPr>
          <p:cNvPr id="25" name="Grafik 24">
            <a:extLst>
              <a:ext uri="{FF2B5EF4-FFF2-40B4-BE49-F238E27FC236}">
                <a16:creationId xmlns:a16="http://schemas.microsoft.com/office/drawing/2014/main" id="{48C8702E-31F5-53EF-1CE2-485F005B874A}"/>
              </a:ext>
            </a:extLst>
          </p:cNvPr>
          <p:cNvPicPr>
            <a:picLocks noChangeAspect="1"/>
          </p:cNvPicPr>
          <p:nvPr/>
        </p:nvPicPr>
        <p:blipFill>
          <a:blip r:embed="rId3"/>
          <a:stretch>
            <a:fillRect/>
          </a:stretch>
        </p:blipFill>
        <p:spPr>
          <a:xfrm>
            <a:off x="6872019" y="3595628"/>
            <a:ext cx="729436" cy="729436"/>
          </a:xfrm>
          <a:prstGeom prst="rect">
            <a:avLst/>
          </a:prstGeom>
        </p:spPr>
      </p:pic>
      <p:pic>
        <p:nvPicPr>
          <p:cNvPr id="26" name="Grafik 25">
            <a:extLst>
              <a:ext uri="{FF2B5EF4-FFF2-40B4-BE49-F238E27FC236}">
                <a16:creationId xmlns:a16="http://schemas.microsoft.com/office/drawing/2014/main" id="{05D5673A-BA8D-E839-F9B7-AE9649AAB6B8}"/>
              </a:ext>
            </a:extLst>
          </p:cNvPr>
          <p:cNvPicPr>
            <a:picLocks noChangeAspect="1"/>
          </p:cNvPicPr>
          <p:nvPr/>
        </p:nvPicPr>
        <p:blipFill>
          <a:blip r:embed="rId2"/>
          <a:stretch>
            <a:fillRect/>
          </a:stretch>
        </p:blipFill>
        <p:spPr>
          <a:xfrm>
            <a:off x="7601455" y="1614260"/>
            <a:ext cx="708518" cy="1248031"/>
          </a:xfrm>
          <a:prstGeom prst="rect">
            <a:avLst/>
          </a:prstGeom>
        </p:spPr>
      </p:pic>
      <p:sp>
        <p:nvSpPr>
          <p:cNvPr id="29" name="Textfeld 28">
            <a:extLst>
              <a:ext uri="{FF2B5EF4-FFF2-40B4-BE49-F238E27FC236}">
                <a16:creationId xmlns:a16="http://schemas.microsoft.com/office/drawing/2014/main" id="{51509B96-7D24-4D66-D71B-117887B9B33E}"/>
              </a:ext>
            </a:extLst>
          </p:cNvPr>
          <p:cNvSpPr txBox="1"/>
          <p:nvPr/>
        </p:nvSpPr>
        <p:spPr>
          <a:xfrm>
            <a:off x="8397450" y="1891333"/>
            <a:ext cx="1061004" cy="553998"/>
          </a:xfrm>
          <a:prstGeom prst="rect">
            <a:avLst/>
          </a:prstGeom>
          <a:noFill/>
        </p:spPr>
        <p:txBody>
          <a:bodyPr wrap="square" lIns="0" tIns="0" rIns="0" bIns="0" rtlCol="0">
            <a:spAutoFit/>
          </a:bodyPr>
          <a:lstStyle/>
          <a:p>
            <a:pPr algn="l"/>
            <a:r>
              <a:rPr lang="en-US" dirty="0">
                <a:solidFill>
                  <a:schemeClr val="bg1"/>
                </a:solidFill>
              </a:rPr>
              <a:t>Primary</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791669" y="3886376"/>
            <a:ext cx="1061004" cy="276999"/>
          </a:xfrm>
          <a:prstGeom prst="rect">
            <a:avLst/>
          </a:prstGeom>
          <a:noFill/>
        </p:spPr>
        <p:txBody>
          <a:bodyPr wrap="square" lIns="0" tIns="0" rIns="0" bIns="0" rtlCol="0">
            <a:spAutoFit/>
          </a:bodyPr>
          <a:lstStyle/>
          <a:p>
            <a:pPr algn="ctr"/>
            <a:r>
              <a:rPr lang="en-US" dirty="0">
                <a:solidFill>
                  <a:schemeClr val="bg1"/>
                </a:solidFill>
              </a:rPr>
              <a:t>S1-Device</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734499" y="1855555"/>
            <a:ext cx="442429" cy="246221"/>
          </a:xfrm>
          <a:prstGeom prst="rect">
            <a:avLst/>
          </a:prstGeom>
          <a:noFill/>
        </p:spPr>
        <p:txBody>
          <a:bodyPr wrap="none" lIns="0" tIns="0" rIns="0" bIns="0" rtlCol="0">
            <a:spAutoFit/>
          </a:bodyPr>
          <a:lstStyle/>
          <a:p>
            <a:pPr algn="l"/>
            <a:r>
              <a:rPr lang="en-US" sz="1600" dirty="0"/>
              <a:t>RUN</a:t>
            </a:r>
          </a:p>
        </p:txBody>
      </p:sp>
      <p:sp>
        <p:nvSpPr>
          <p:cNvPr id="44" name="Textfeld 43">
            <a:extLst>
              <a:ext uri="{FF2B5EF4-FFF2-40B4-BE49-F238E27FC236}">
                <a16:creationId xmlns:a16="http://schemas.microsoft.com/office/drawing/2014/main" id="{414CF385-136E-AD32-FE2A-7115E4D7CE4F}"/>
              </a:ext>
            </a:extLst>
          </p:cNvPr>
          <p:cNvSpPr txBox="1"/>
          <p:nvPr/>
        </p:nvSpPr>
        <p:spPr>
          <a:xfrm>
            <a:off x="600925" y="3013501"/>
            <a:ext cx="3675967" cy="1107996"/>
          </a:xfrm>
          <a:prstGeom prst="rect">
            <a:avLst/>
          </a:prstGeom>
          <a:solidFill>
            <a:srgbClr val="009999"/>
          </a:solidFill>
        </p:spPr>
        <p:txBody>
          <a:bodyPr wrap="square" lIns="0" tIns="0" rIns="0" bIns="0" rtlCol="0">
            <a:spAutoFit/>
          </a:bodyPr>
          <a:lstStyle/>
          <a:p>
            <a:pPr algn="ctr"/>
            <a:r>
              <a:rPr lang="en-US" dirty="0"/>
              <a:t>Remaining controller takes over automatically.</a:t>
            </a:r>
          </a:p>
          <a:p>
            <a:pPr algn="ctr"/>
            <a:r>
              <a:rPr lang="en-US" dirty="0"/>
              <a:t>There is no connection to the S1 device</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52712" y="4861105"/>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082828" y="4319046"/>
            <a:ext cx="350067" cy="556633"/>
          </a:xfrm>
          <a:prstGeom prst="upDownArrow">
            <a:avLst/>
          </a:prstGeom>
          <a:solidFill>
            <a:srgbClr val="EF013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1" name="Textfeld 50">
            <a:extLst>
              <a:ext uri="{FF2B5EF4-FFF2-40B4-BE49-F238E27FC236}">
                <a16:creationId xmlns:a16="http://schemas.microsoft.com/office/drawing/2014/main" id="{195B4878-925A-5719-E95D-5F1DD49B759F}"/>
              </a:ext>
            </a:extLst>
          </p:cNvPr>
          <p:cNvSpPr txBox="1"/>
          <p:nvPr/>
        </p:nvSpPr>
        <p:spPr>
          <a:xfrm>
            <a:off x="600926" y="4820151"/>
            <a:ext cx="3675966" cy="830997"/>
          </a:xfrm>
          <a:prstGeom prst="rect">
            <a:avLst/>
          </a:prstGeom>
          <a:solidFill>
            <a:srgbClr val="009999"/>
          </a:solidFill>
        </p:spPr>
        <p:txBody>
          <a:bodyPr wrap="square" lIns="0" tIns="0" rIns="0" bIns="0" rtlCol="0">
            <a:spAutoFit/>
          </a:bodyPr>
          <a:lstStyle/>
          <a:p>
            <a:pPr algn="ctr"/>
            <a:r>
              <a:rPr lang="en-US" dirty="0"/>
              <a:t>Transfer of process values is interrupted. Outputs go to "0" or to substitute value</a:t>
            </a:r>
          </a:p>
        </p:txBody>
      </p:sp>
      <p:sp>
        <p:nvSpPr>
          <p:cNvPr id="4" name="Rechteck 3">
            <a:extLst>
              <a:ext uri="{FF2B5EF4-FFF2-40B4-BE49-F238E27FC236}">
                <a16:creationId xmlns:a16="http://schemas.microsoft.com/office/drawing/2014/main" id="{567E4D9E-36B3-8DDC-6212-96886DE30AFF}"/>
              </a:ext>
            </a:extLst>
          </p:cNvPr>
          <p:cNvSpPr/>
          <p:nvPr/>
        </p:nvSpPr>
        <p:spPr>
          <a:xfrm>
            <a:off x="6213695" y="1693000"/>
            <a:ext cx="509281" cy="581095"/>
          </a:xfrm>
          <a:prstGeom prst="rect">
            <a:avLst/>
          </a:prstGeom>
          <a:solidFill>
            <a:srgbClr val="BECDD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Gewitterblitz 4">
            <a:extLst>
              <a:ext uri="{FF2B5EF4-FFF2-40B4-BE49-F238E27FC236}">
                <a16:creationId xmlns:a16="http://schemas.microsoft.com/office/drawing/2014/main" id="{F131BF3E-86C3-431B-3C90-23DD7C735CEA}"/>
              </a:ext>
            </a:extLst>
          </p:cNvPr>
          <p:cNvSpPr/>
          <p:nvPr/>
        </p:nvSpPr>
        <p:spPr bwMode="auto">
          <a:xfrm>
            <a:off x="6308710" y="1708775"/>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2A677C16-E4F9-DCAC-8218-037FA4A5897E}"/>
              </a:ext>
            </a:extLst>
          </p:cNvPr>
          <p:cNvSpPr txBox="1"/>
          <p:nvPr/>
        </p:nvSpPr>
        <p:spPr>
          <a:xfrm>
            <a:off x="7371648" y="4507205"/>
            <a:ext cx="729436" cy="184666"/>
          </a:xfrm>
          <a:prstGeom prst="rect">
            <a:avLst/>
          </a:prstGeom>
          <a:noFill/>
        </p:spPr>
        <p:txBody>
          <a:bodyPr wrap="square" lIns="0" tIns="0" rIns="0" bIns="0" rtlCol="0">
            <a:spAutoFit/>
          </a:bodyPr>
          <a:lstStyle/>
          <a:p>
            <a:pPr algn="l"/>
            <a:r>
              <a:rPr lang="en-US" sz="1200" dirty="0">
                <a:solidFill>
                  <a:schemeClr val="bg1"/>
                </a:solidFill>
              </a:rPr>
              <a:t>I/O Data</a:t>
            </a:r>
          </a:p>
        </p:txBody>
      </p:sp>
      <p:sp>
        <p:nvSpPr>
          <p:cNvPr id="9" name="Rechteck 8">
            <a:extLst>
              <a:ext uri="{FF2B5EF4-FFF2-40B4-BE49-F238E27FC236}">
                <a16:creationId xmlns:a16="http://schemas.microsoft.com/office/drawing/2014/main" id="{CFF2031E-4E39-8952-7F54-F5A636A15596}"/>
              </a:ext>
            </a:extLst>
          </p:cNvPr>
          <p:cNvSpPr/>
          <p:nvPr/>
        </p:nvSpPr>
        <p:spPr>
          <a:xfrm>
            <a:off x="10502635" y="602884"/>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S1</a:t>
            </a:r>
          </a:p>
        </p:txBody>
      </p:sp>
      <p:sp>
        <p:nvSpPr>
          <p:cNvPr id="12" name="Textfeld 11">
            <a:extLst>
              <a:ext uri="{FF2B5EF4-FFF2-40B4-BE49-F238E27FC236}">
                <a16:creationId xmlns:a16="http://schemas.microsoft.com/office/drawing/2014/main" id="{8983FDC9-78B6-407F-1231-C0E4CD0470FC}"/>
              </a:ext>
            </a:extLst>
          </p:cNvPr>
          <p:cNvSpPr txBox="1"/>
          <p:nvPr/>
        </p:nvSpPr>
        <p:spPr>
          <a:xfrm>
            <a:off x="5839316" y="359449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cxnSp>
        <p:nvCxnSpPr>
          <p:cNvPr id="7" name="Gerade Verbindung mit Pfeil 6">
            <a:extLst>
              <a:ext uri="{FF2B5EF4-FFF2-40B4-BE49-F238E27FC236}">
                <a16:creationId xmlns:a16="http://schemas.microsoft.com/office/drawing/2014/main" id="{51DDF185-6C60-6B96-CAF2-DE79CBE2ADFA}"/>
              </a:ext>
            </a:extLst>
          </p:cNvPr>
          <p:cNvCxnSpPr>
            <a:cxnSpLocks/>
          </p:cNvCxnSpPr>
          <p:nvPr/>
        </p:nvCxnSpPr>
        <p:spPr>
          <a:xfrm>
            <a:off x="10087758" y="5296812"/>
            <a:ext cx="1233177" cy="0"/>
          </a:xfrm>
          <a:prstGeom prst="straightConnector1">
            <a:avLst/>
          </a:prstGeom>
          <a:ln w="57150">
            <a:solidFill>
              <a:srgbClr val="00D7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ECD479F7-2B1F-CC9F-BB22-0CC043E2F89E}"/>
              </a:ext>
            </a:extLst>
          </p:cNvPr>
          <p:cNvSpPr txBox="1"/>
          <p:nvPr/>
        </p:nvSpPr>
        <p:spPr>
          <a:xfrm>
            <a:off x="10153884" y="4929756"/>
            <a:ext cx="1308115" cy="276999"/>
          </a:xfrm>
          <a:prstGeom prst="rect">
            <a:avLst/>
          </a:prstGeom>
          <a:noFill/>
        </p:spPr>
        <p:txBody>
          <a:bodyPr wrap="none" lIns="0" tIns="0" rIns="0" bIns="0" rtlCol="0">
            <a:spAutoFit/>
          </a:bodyPr>
          <a:lstStyle/>
          <a:p>
            <a:pPr algn="l"/>
            <a:r>
              <a:rPr lang="en-US" dirty="0"/>
              <a:t>Standard AR</a:t>
            </a:r>
          </a:p>
        </p:txBody>
      </p:sp>
    </p:spTree>
    <p:extLst>
      <p:ext uri="{BB962C8B-B14F-4D97-AF65-F5344CB8AC3E}">
        <p14:creationId xmlns:p14="http://schemas.microsoft.com/office/powerpoint/2010/main" val="779072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22891" y="1328595"/>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607113" y="2589292"/>
            <a:ext cx="3259248" cy="11827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without PROFINET System Redundancy</a:t>
            </a:r>
            <a:br>
              <a:rPr lang="en-US" dirty="0"/>
            </a:br>
            <a:r>
              <a:rPr lang="en-US" b="0" dirty="0"/>
              <a:t>Scenario: A controller fails - connection establishment</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3" name="Grafik 12">
            <a:extLst>
              <a:ext uri="{FF2B5EF4-FFF2-40B4-BE49-F238E27FC236}">
                <a16:creationId xmlns:a16="http://schemas.microsoft.com/office/drawing/2014/main" id="{F74D7DBB-0465-D72D-A840-A995DDC907F5}"/>
              </a:ext>
            </a:extLst>
          </p:cNvPr>
          <p:cNvPicPr>
            <a:picLocks noChangeAspect="1"/>
          </p:cNvPicPr>
          <p:nvPr/>
        </p:nvPicPr>
        <p:blipFill>
          <a:blip r:embed="rId2"/>
          <a:stretch>
            <a:fillRect/>
          </a:stretch>
        </p:blipFill>
        <p:spPr>
          <a:xfrm>
            <a:off x="6110850" y="1599945"/>
            <a:ext cx="708518" cy="1248031"/>
          </a:xfrm>
          <a:prstGeom prst="rect">
            <a:avLst/>
          </a:prstGeom>
        </p:spPr>
      </p:pic>
      <p:pic>
        <p:nvPicPr>
          <p:cNvPr id="25" name="Grafik 24">
            <a:extLst>
              <a:ext uri="{FF2B5EF4-FFF2-40B4-BE49-F238E27FC236}">
                <a16:creationId xmlns:a16="http://schemas.microsoft.com/office/drawing/2014/main" id="{48C8702E-31F5-53EF-1CE2-485F005B874A}"/>
              </a:ext>
            </a:extLst>
          </p:cNvPr>
          <p:cNvPicPr>
            <a:picLocks noChangeAspect="1"/>
          </p:cNvPicPr>
          <p:nvPr/>
        </p:nvPicPr>
        <p:blipFill>
          <a:blip r:embed="rId3"/>
          <a:stretch>
            <a:fillRect/>
          </a:stretch>
        </p:blipFill>
        <p:spPr>
          <a:xfrm>
            <a:off x="6872019" y="3595628"/>
            <a:ext cx="729436" cy="729436"/>
          </a:xfrm>
          <a:prstGeom prst="rect">
            <a:avLst/>
          </a:prstGeom>
        </p:spPr>
      </p:pic>
      <p:pic>
        <p:nvPicPr>
          <p:cNvPr id="26" name="Grafik 25">
            <a:extLst>
              <a:ext uri="{FF2B5EF4-FFF2-40B4-BE49-F238E27FC236}">
                <a16:creationId xmlns:a16="http://schemas.microsoft.com/office/drawing/2014/main" id="{05D5673A-BA8D-E839-F9B7-AE9649AAB6B8}"/>
              </a:ext>
            </a:extLst>
          </p:cNvPr>
          <p:cNvPicPr>
            <a:picLocks noChangeAspect="1"/>
          </p:cNvPicPr>
          <p:nvPr/>
        </p:nvPicPr>
        <p:blipFill>
          <a:blip r:embed="rId2"/>
          <a:stretch>
            <a:fillRect/>
          </a:stretch>
        </p:blipFill>
        <p:spPr>
          <a:xfrm>
            <a:off x="7601455" y="1614260"/>
            <a:ext cx="708518" cy="1248031"/>
          </a:xfrm>
          <a:prstGeom prst="rect">
            <a:avLst/>
          </a:prstGeom>
        </p:spPr>
      </p:pic>
      <p:sp>
        <p:nvSpPr>
          <p:cNvPr id="29" name="Textfeld 28">
            <a:extLst>
              <a:ext uri="{FF2B5EF4-FFF2-40B4-BE49-F238E27FC236}">
                <a16:creationId xmlns:a16="http://schemas.microsoft.com/office/drawing/2014/main" id="{51509B96-7D24-4D66-D71B-117887B9B33E}"/>
              </a:ext>
            </a:extLst>
          </p:cNvPr>
          <p:cNvSpPr txBox="1"/>
          <p:nvPr/>
        </p:nvSpPr>
        <p:spPr>
          <a:xfrm>
            <a:off x="8397450" y="1891333"/>
            <a:ext cx="1061004" cy="553998"/>
          </a:xfrm>
          <a:prstGeom prst="rect">
            <a:avLst/>
          </a:prstGeom>
          <a:noFill/>
        </p:spPr>
        <p:txBody>
          <a:bodyPr wrap="square" lIns="0" tIns="0" rIns="0" bIns="0" rtlCol="0">
            <a:spAutoFit/>
          </a:bodyPr>
          <a:lstStyle/>
          <a:p>
            <a:pPr algn="l"/>
            <a:r>
              <a:rPr lang="en-US" dirty="0">
                <a:solidFill>
                  <a:schemeClr val="bg1"/>
                </a:solidFill>
              </a:rPr>
              <a:t>Primary</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791669" y="3886376"/>
            <a:ext cx="1061004" cy="276999"/>
          </a:xfrm>
          <a:prstGeom prst="rect">
            <a:avLst/>
          </a:prstGeom>
          <a:noFill/>
        </p:spPr>
        <p:txBody>
          <a:bodyPr wrap="square" lIns="0" tIns="0" rIns="0" bIns="0" rtlCol="0">
            <a:spAutoFit/>
          </a:bodyPr>
          <a:lstStyle/>
          <a:p>
            <a:pPr algn="ctr"/>
            <a:r>
              <a:rPr lang="en-US" dirty="0">
                <a:solidFill>
                  <a:schemeClr val="bg1"/>
                </a:solidFill>
              </a:rPr>
              <a:t>S1-Device</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734499" y="1855555"/>
            <a:ext cx="442429" cy="246221"/>
          </a:xfrm>
          <a:prstGeom prst="rect">
            <a:avLst/>
          </a:prstGeom>
          <a:noFill/>
        </p:spPr>
        <p:txBody>
          <a:bodyPr wrap="none" lIns="0" tIns="0" rIns="0" bIns="0" rtlCol="0">
            <a:spAutoFit/>
          </a:bodyPr>
          <a:lstStyle/>
          <a:p>
            <a:pPr algn="l"/>
            <a:r>
              <a:rPr lang="en-US" sz="1600" dirty="0"/>
              <a:t>RUN</a:t>
            </a:r>
          </a:p>
        </p:txBody>
      </p: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082828" y="2862291"/>
            <a:ext cx="901067" cy="729436"/>
          </a:xfrm>
          <a:prstGeom prst="straightConnector1">
            <a:avLst/>
          </a:prstGeom>
          <a:ln w="57150">
            <a:solidFill>
              <a:srgbClr val="00D7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feld 43">
            <a:extLst>
              <a:ext uri="{FF2B5EF4-FFF2-40B4-BE49-F238E27FC236}">
                <a16:creationId xmlns:a16="http://schemas.microsoft.com/office/drawing/2014/main" id="{414CF385-136E-AD32-FE2A-7115E4D7CE4F}"/>
              </a:ext>
            </a:extLst>
          </p:cNvPr>
          <p:cNvSpPr txBox="1"/>
          <p:nvPr/>
        </p:nvSpPr>
        <p:spPr>
          <a:xfrm>
            <a:off x="600926" y="3013501"/>
            <a:ext cx="3675970" cy="553998"/>
          </a:xfrm>
          <a:prstGeom prst="rect">
            <a:avLst/>
          </a:prstGeom>
          <a:solidFill>
            <a:srgbClr val="009999"/>
          </a:solidFill>
        </p:spPr>
        <p:txBody>
          <a:bodyPr wrap="square" lIns="0" tIns="0" rIns="0" bIns="0" rtlCol="0">
            <a:spAutoFit/>
          </a:bodyPr>
          <a:lstStyle/>
          <a:p>
            <a:pPr algn="ctr"/>
            <a:r>
              <a:rPr lang="en-US" dirty="0"/>
              <a:t>Connection to the S1 device is re-established</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52712" y="4861105"/>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082828" y="4319046"/>
            <a:ext cx="350067" cy="556633"/>
          </a:xfrm>
          <a:prstGeom prst="upDownArrow">
            <a:avLst/>
          </a:prstGeom>
          <a:solidFill>
            <a:srgbClr val="EF013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dirty="0"/>
          </a:p>
        </p:txBody>
      </p:sp>
      <p:sp>
        <p:nvSpPr>
          <p:cNvPr id="51" name="Textfeld 50">
            <a:extLst>
              <a:ext uri="{FF2B5EF4-FFF2-40B4-BE49-F238E27FC236}">
                <a16:creationId xmlns:a16="http://schemas.microsoft.com/office/drawing/2014/main" id="{195B4878-925A-5719-E95D-5F1DD49B759F}"/>
              </a:ext>
            </a:extLst>
          </p:cNvPr>
          <p:cNvSpPr txBox="1"/>
          <p:nvPr/>
        </p:nvSpPr>
        <p:spPr>
          <a:xfrm>
            <a:off x="600925" y="4820151"/>
            <a:ext cx="3675969" cy="830997"/>
          </a:xfrm>
          <a:prstGeom prst="rect">
            <a:avLst/>
          </a:prstGeom>
          <a:solidFill>
            <a:srgbClr val="009999"/>
          </a:solidFill>
        </p:spPr>
        <p:txBody>
          <a:bodyPr wrap="square" lIns="0" tIns="0" rIns="0" bIns="0" rtlCol="0">
            <a:spAutoFit/>
          </a:bodyPr>
          <a:lstStyle/>
          <a:p>
            <a:pPr algn="ctr"/>
            <a:r>
              <a:rPr lang="en-US" dirty="0"/>
              <a:t>Transfer of process values is interrupted</a:t>
            </a:r>
            <a:r>
              <a:rPr lang="en-US" sz="1800" baseline="30000" dirty="0"/>
              <a:t>1)</a:t>
            </a:r>
            <a:r>
              <a:rPr lang="en-US" dirty="0"/>
              <a:t>. Outputs go to "0" or to substitute value</a:t>
            </a:r>
          </a:p>
        </p:txBody>
      </p:sp>
      <p:sp>
        <p:nvSpPr>
          <p:cNvPr id="4" name="Rechteck 3">
            <a:extLst>
              <a:ext uri="{FF2B5EF4-FFF2-40B4-BE49-F238E27FC236}">
                <a16:creationId xmlns:a16="http://schemas.microsoft.com/office/drawing/2014/main" id="{567E4D9E-36B3-8DDC-6212-96886DE30AFF}"/>
              </a:ext>
            </a:extLst>
          </p:cNvPr>
          <p:cNvSpPr/>
          <p:nvPr/>
        </p:nvSpPr>
        <p:spPr>
          <a:xfrm>
            <a:off x="6213695" y="1693000"/>
            <a:ext cx="509281" cy="581095"/>
          </a:xfrm>
          <a:prstGeom prst="rect">
            <a:avLst/>
          </a:prstGeom>
          <a:solidFill>
            <a:srgbClr val="BECDD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Gewitterblitz 4">
            <a:extLst>
              <a:ext uri="{FF2B5EF4-FFF2-40B4-BE49-F238E27FC236}">
                <a16:creationId xmlns:a16="http://schemas.microsoft.com/office/drawing/2014/main" id="{F131BF3E-86C3-431B-3C90-23DD7C735CEA}"/>
              </a:ext>
            </a:extLst>
          </p:cNvPr>
          <p:cNvSpPr/>
          <p:nvPr/>
        </p:nvSpPr>
        <p:spPr bwMode="auto">
          <a:xfrm>
            <a:off x="6308710" y="1708775"/>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2A677C16-E4F9-DCAC-8218-037FA4A5897E}"/>
              </a:ext>
            </a:extLst>
          </p:cNvPr>
          <p:cNvSpPr txBox="1"/>
          <p:nvPr/>
        </p:nvSpPr>
        <p:spPr>
          <a:xfrm>
            <a:off x="7371648" y="4507205"/>
            <a:ext cx="729436" cy="184666"/>
          </a:xfrm>
          <a:prstGeom prst="rect">
            <a:avLst/>
          </a:prstGeom>
          <a:noFill/>
        </p:spPr>
        <p:txBody>
          <a:bodyPr wrap="square" lIns="0" tIns="0" rIns="0" bIns="0" rtlCol="0">
            <a:spAutoFit/>
          </a:bodyPr>
          <a:lstStyle/>
          <a:p>
            <a:pPr algn="l"/>
            <a:r>
              <a:rPr lang="en-US" sz="1200" dirty="0">
                <a:solidFill>
                  <a:schemeClr val="bg1"/>
                </a:solidFill>
              </a:rPr>
              <a:t>I/O Data</a:t>
            </a:r>
          </a:p>
        </p:txBody>
      </p:sp>
      <p:sp>
        <p:nvSpPr>
          <p:cNvPr id="7" name="Textfeld 6">
            <a:extLst>
              <a:ext uri="{FF2B5EF4-FFF2-40B4-BE49-F238E27FC236}">
                <a16:creationId xmlns:a16="http://schemas.microsoft.com/office/drawing/2014/main" id="{5E836B0C-300A-E5EB-681D-0A3CB0264F4A}"/>
              </a:ext>
            </a:extLst>
          </p:cNvPr>
          <p:cNvSpPr txBox="1"/>
          <p:nvPr/>
        </p:nvSpPr>
        <p:spPr>
          <a:xfrm>
            <a:off x="600925" y="5765530"/>
            <a:ext cx="3992578" cy="430887"/>
          </a:xfrm>
          <a:prstGeom prst="rect">
            <a:avLst/>
          </a:prstGeom>
          <a:noFill/>
        </p:spPr>
        <p:txBody>
          <a:bodyPr wrap="square" lIns="0" tIns="0" rIns="0" bIns="0" rtlCol="0">
            <a:spAutoFit/>
          </a:bodyPr>
          <a:lstStyle/>
          <a:p>
            <a:pPr algn="l"/>
            <a:r>
              <a:rPr lang="en-US" sz="1400" baseline="30000" dirty="0"/>
              <a:t>1) </a:t>
            </a:r>
            <a:r>
              <a:rPr lang="en-US" sz="1400" dirty="0"/>
              <a:t>Duration depends on the start-up behavior of the S1 device. Minimum approx. 600ms</a:t>
            </a:r>
          </a:p>
        </p:txBody>
      </p:sp>
      <p:sp>
        <p:nvSpPr>
          <p:cNvPr id="9" name="Rechteck 8">
            <a:extLst>
              <a:ext uri="{FF2B5EF4-FFF2-40B4-BE49-F238E27FC236}">
                <a16:creationId xmlns:a16="http://schemas.microsoft.com/office/drawing/2014/main" id="{CFF2031E-4E39-8952-7F54-F5A636A15596}"/>
              </a:ext>
            </a:extLst>
          </p:cNvPr>
          <p:cNvSpPr/>
          <p:nvPr/>
        </p:nvSpPr>
        <p:spPr>
          <a:xfrm>
            <a:off x="10502635" y="602884"/>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S1</a:t>
            </a:r>
          </a:p>
        </p:txBody>
      </p:sp>
      <p:sp>
        <p:nvSpPr>
          <p:cNvPr id="12" name="Textfeld 11">
            <a:extLst>
              <a:ext uri="{FF2B5EF4-FFF2-40B4-BE49-F238E27FC236}">
                <a16:creationId xmlns:a16="http://schemas.microsoft.com/office/drawing/2014/main" id="{04E6A03C-B484-DEBC-450A-5C60772777BE}"/>
              </a:ext>
            </a:extLst>
          </p:cNvPr>
          <p:cNvSpPr txBox="1"/>
          <p:nvPr/>
        </p:nvSpPr>
        <p:spPr>
          <a:xfrm>
            <a:off x="5839316" y="359449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cxnSp>
        <p:nvCxnSpPr>
          <p:cNvPr id="8" name="Gerade Verbindung mit Pfeil 7">
            <a:extLst>
              <a:ext uri="{FF2B5EF4-FFF2-40B4-BE49-F238E27FC236}">
                <a16:creationId xmlns:a16="http://schemas.microsoft.com/office/drawing/2014/main" id="{7891044B-8625-6736-C8AB-31EDF400E24A}"/>
              </a:ext>
            </a:extLst>
          </p:cNvPr>
          <p:cNvCxnSpPr>
            <a:cxnSpLocks/>
          </p:cNvCxnSpPr>
          <p:nvPr/>
        </p:nvCxnSpPr>
        <p:spPr>
          <a:xfrm>
            <a:off x="10087758" y="5296812"/>
            <a:ext cx="1233177" cy="0"/>
          </a:xfrm>
          <a:prstGeom prst="straightConnector1">
            <a:avLst/>
          </a:prstGeom>
          <a:ln w="57150">
            <a:solidFill>
              <a:srgbClr val="00D7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09C66339-DA3E-12D2-7CAA-B5718E7CACAE}"/>
              </a:ext>
            </a:extLst>
          </p:cNvPr>
          <p:cNvSpPr txBox="1"/>
          <p:nvPr/>
        </p:nvSpPr>
        <p:spPr>
          <a:xfrm>
            <a:off x="10153884" y="4929756"/>
            <a:ext cx="1308115" cy="276999"/>
          </a:xfrm>
          <a:prstGeom prst="rect">
            <a:avLst/>
          </a:prstGeom>
          <a:noFill/>
        </p:spPr>
        <p:txBody>
          <a:bodyPr wrap="none" lIns="0" tIns="0" rIns="0" bIns="0" rtlCol="0">
            <a:spAutoFit/>
          </a:bodyPr>
          <a:lstStyle/>
          <a:p>
            <a:pPr algn="l"/>
            <a:r>
              <a:rPr lang="en-US" dirty="0"/>
              <a:t>Standard AR</a:t>
            </a:r>
          </a:p>
        </p:txBody>
      </p:sp>
    </p:spTree>
    <p:extLst>
      <p:ext uri="{BB962C8B-B14F-4D97-AF65-F5344CB8AC3E}">
        <p14:creationId xmlns:p14="http://schemas.microsoft.com/office/powerpoint/2010/main" val="173093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63"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604085" y="2589291"/>
            <a:ext cx="3259248" cy="11827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without PROFINET System Redundancy</a:t>
            </a:r>
            <a:br>
              <a:rPr lang="en-US" dirty="0"/>
            </a:br>
            <a:r>
              <a:rPr lang="en-US" b="0" dirty="0"/>
              <a:t>Scenario: One Controller Fails - Operation Complete</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3" name="Grafik 12">
            <a:extLst>
              <a:ext uri="{FF2B5EF4-FFF2-40B4-BE49-F238E27FC236}">
                <a16:creationId xmlns:a16="http://schemas.microsoft.com/office/drawing/2014/main" id="{F74D7DBB-0465-D72D-A840-A995DDC907F5}"/>
              </a:ext>
            </a:extLst>
          </p:cNvPr>
          <p:cNvPicPr>
            <a:picLocks noChangeAspect="1"/>
          </p:cNvPicPr>
          <p:nvPr/>
        </p:nvPicPr>
        <p:blipFill>
          <a:blip r:embed="rId2"/>
          <a:stretch>
            <a:fillRect/>
          </a:stretch>
        </p:blipFill>
        <p:spPr>
          <a:xfrm>
            <a:off x="6107822" y="1599944"/>
            <a:ext cx="708518" cy="1248031"/>
          </a:xfrm>
          <a:prstGeom prst="rect">
            <a:avLst/>
          </a:prstGeom>
        </p:spPr>
      </p:pic>
      <p:pic>
        <p:nvPicPr>
          <p:cNvPr id="25" name="Grafik 24">
            <a:extLst>
              <a:ext uri="{FF2B5EF4-FFF2-40B4-BE49-F238E27FC236}">
                <a16:creationId xmlns:a16="http://schemas.microsoft.com/office/drawing/2014/main" id="{48C8702E-31F5-53EF-1CE2-485F005B874A}"/>
              </a:ext>
            </a:extLst>
          </p:cNvPr>
          <p:cNvPicPr>
            <a:picLocks noChangeAspect="1"/>
          </p:cNvPicPr>
          <p:nvPr/>
        </p:nvPicPr>
        <p:blipFill>
          <a:blip r:embed="rId3"/>
          <a:stretch>
            <a:fillRect/>
          </a:stretch>
        </p:blipFill>
        <p:spPr>
          <a:xfrm>
            <a:off x="6868991" y="3595627"/>
            <a:ext cx="729436" cy="729436"/>
          </a:xfrm>
          <a:prstGeom prst="rect">
            <a:avLst/>
          </a:prstGeom>
        </p:spPr>
      </p:pic>
      <p:pic>
        <p:nvPicPr>
          <p:cNvPr id="26" name="Grafik 25">
            <a:extLst>
              <a:ext uri="{FF2B5EF4-FFF2-40B4-BE49-F238E27FC236}">
                <a16:creationId xmlns:a16="http://schemas.microsoft.com/office/drawing/2014/main" id="{05D5673A-BA8D-E839-F9B7-AE9649AAB6B8}"/>
              </a:ext>
            </a:extLst>
          </p:cNvPr>
          <p:cNvPicPr>
            <a:picLocks noChangeAspect="1"/>
          </p:cNvPicPr>
          <p:nvPr/>
        </p:nvPicPr>
        <p:blipFill>
          <a:blip r:embed="rId2"/>
          <a:stretch>
            <a:fillRect/>
          </a:stretch>
        </p:blipFill>
        <p:spPr>
          <a:xfrm>
            <a:off x="7598427" y="1614259"/>
            <a:ext cx="708518" cy="1248031"/>
          </a:xfrm>
          <a:prstGeom prst="rect">
            <a:avLst/>
          </a:prstGeom>
        </p:spPr>
      </p:pic>
      <p:sp>
        <p:nvSpPr>
          <p:cNvPr id="29" name="Textfeld 28">
            <a:extLst>
              <a:ext uri="{FF2B5EF4-FFF2-40B4-BE49-F238E27FC236}">
                <a16:creationId xmlns:a16="http://schemas.microsoft.com/office/drawing/2014/main" id="{51509B96-7D24-4D66-D71B-117887B9B33E}"/>
              </a:ext>
            </a:extLst>
          </p:cNvPr>
          <p:cNvSpPr txBox="1"/>
          <p:nvPr/>
        </p:nvSpPr>
        <p:spPr>
          <a:xfrm>
            <a:off x="8394422" y="1891332"/>
            <a:ext cx="1061004" cy="553998"/>
          </a:xfrm>
          <a:prstGeom prst="rect">
            <a:avLst/>
          </a:prstGeom>
          <a:noFill/>
        </p:spPr>
        <p:txBody>
          <a:bodyPr wrap="square" lIns="0" tIns="0" rIns="0" bIns="0" rtlCol="0">
            <a:spAutoFit/>
          </a:bodyPr>
          <a:lstStyle/>
          <a:p>
            <a:pPr algn="l"/>
            <a:r>
              <a:rPr lang="en-US" dirty="0">
                <a:solidFill>
                  <a:schemeClr val="bg1"/>
                </a:solidFill>
              </a:rPr>
              <a:t>Primary</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788641" y="3886375"/>
            <a:ext cx="1061004" cy="276999"/>
          </a:xfrm>
          <a:prstGeom prst="rect">
            <a:avLst/>
          </a:prstGeom>
          <a:noFill/>
        </p:spPr>
        <p:txBody>
          <a:bodyPr wrap="square" lIns="0" tIns="0" rIns="0" bIns="0" rtlCol="0">
            <a:spAutoFit/>
          </a:bodyPr>
          <a:lstStyle/>
          <a:p>
            <a:pPr algn="ctr"/>
            <a:r>
              <a:rPr lang="en-US" dirty="0">
                <a:solidFill>
                  <a:schemeClr val="bg1"/>
                </a:solidFill>
              </a:rPr>
              <a:t>S1-Device</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731471" y="1855554"/>
            <a:ext cx="442429" cy="246221"/>
          </a:xfrm>
          <a:prstGeom prst="rect">
            <a:avLst/>
          </a:prstGeom>
          <a:noFill/>
        </p:spPr>
        <p:txBody>
          <a:bodyPr wrap="none" lIns="0" tIns="0" rIns="0" bIns="0" rtlCol="0">
            <a:spAutoFit/>
          </a:bodyPr>
          <a:lstStyle/>
          <a:p>
            <a:pPr algn="l"/>
            <a:r>
              <a:rPr lang="en-US" sz="1600" dirty="0"/>
              <a:t>RUN</a:t>
            </a:r>
          </a:p>
        </p:txBody>
      </p: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079800" y="2862290"/>
            <a:ext cx="901067" cy="729436"/>
          </a:xfrm>
          <a:prstGeom prst="straightConnector1">
            <a:avLst/>
          </a:prstGeom>
          <a:ln w="57150">
            <a:solidFill>
              <a:srgbClr val="00D7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Rechteck: abgerundete Ecken 44">
            <a:extLst>
              <a:ext uri="{FF2B5EF4-FFF2-40B4-BE49-F238E27FC236}">
                <a16:creationId xmlns:a16="http://schemas.microsoft.com/office/drawing/2014/main" id="{CEE48F01-BB8A-96EE-5EB0-58AF8B36BDC5}"/>
              </a:ext>
            </a:extLst>
          </p:cNvPr>
          <p:cNvSpPr/>
          <p:nvPr/>
        </p:nvSpPr>
        <p:spPr>
          <a:xfrm>
            <a:off x="5049684"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079800" y="4319045"/>
            <a:ext cx="350067" cy="556633"/>
          </a:xfrm>
          <a:prstGeom prst="up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Rechteck 3">
            <a:extLst>
              <a:ext uri="{FF2B5EF4-FFF2-40B4-BE49-F238E27FC236}">
                <a16:creationId xmlns:a16="http://schemas.microsoft.com/office/drawing/2014/main" id="{567E4D9E-36B3-8DDC-6212-96886DE30AFF}"/>
              </a:ext>
            </a:extLst>
          </p:cNvPr>
          <p:cNvSpPr/>
          <p:nvPr/>
        </p:nvSpPr>
        <p:spPr>
          <a:xfrm>
            <a:off x="6210667" y="1692999"/>
            <a:ext cx="509281" cy="581095"/>
          </a:xfrm>
          <a:prstGeom prst="rect">
            <a:avLst/>
          </a:prstGeom>
          <a:solidFill>
            <a:srgbClr val="BECDD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Gewitterblitz 4">
            <a:extLst>
              <a:ext uri="{FF2B5EF4-FFF2-40B4-BE49-F238E27FC236}">
                <a16:creationId xmlns:a16="http://schemas.microsoft.com/office/drawing/2014/main" id="{F131BF3E-86C3-431B-3C90-23DD7C735CEA}"/>
              </a:ext>
            </a:extLst>
          </p:cNvPr>
          <p:cNvSpPr/>
          <p:nvPr/>
        </p:nvSpPr>
        <p:spPr bwMode="auto">
          <a:xfrm>
            <a:off x="6305682" y="1708774"/>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2A677C16-E4F9-DCAC-8218-037FA4A5897E}"/>
              </a:ext>
            </a:extLst>
          </p:cNvPr>
          <p:cNvSpPr txBox="1"/>
          <p:nvPr/>
        </p:nvSpPr>
        <p:spPr>
          <a:xfrm>
            <a:off x="7368620" y="4507204"/>
            <a:ext cx="729436" cy="184666"/>
          </a:xfrm>
          <a:prstGeom prst="rect">
            <a:avLst/>
          </a:prstGeom>
          <a:noFill/>
        </p:spPr>
        <p:txBody>
          <a:bodyPr wrap="square" lIns="0" tIns="0" rIns="0" bIns="0" rtlCol="0">
            <a:spAutoFit/>
          </a:bodyPr>
          <a:lstStyle/>
          <a:p>
            <a:pPr algn="l"/>
            <a:r>
              <a:rPr lang="en-US" sz="1200" dirty="0">
                <a:solidFill>
                  <a:schemeClr val="bg1"/>
                </a:solidFill>
              </a:rPr>
              <a:t>I/O Data</a:t>
            </a:r>
          </a:p>
        </p:txBody>
      </p:sp>
      <p:sp>
        <p:nvSpPr>
          <p:cNvPr id="7" name="Textfeld 6">
            <a:extLst>
              <a:ext uri="{FF2B5EF4-FFF2-40B4-BE49-F238E27FC236}">
                <a16:creationId xmlns:a16="http://schemas.microsoft.com/office/drawing/2014/main" id="{51B3E073-645A-B221-7081-DE206F08CC4E}"/>
              </a:ext>
            </a:extLst>
          </p:cNvPr>
          <p:cNvSpPr txBox="1"/>
          <p:nvPr/>
        </p:nvSpPr>
        <p:spPr>
          <a:xfrm>
            <a:off x="600926" y="3013501"/>
            <a:ext cx="3675970" cy="553998"/>
          </a:xfrm>
          <a:prstGeom prst="rect">
            <a:avLst/>
          </a:prstGeom>
          <a:solidFill>
            <a:srgbClr val="009999"/>
          </a:solidFill>
        </p:spPr>
        <p:txBody>
          <a:bodyPr wrap="square" lIns="0" tIns="0" rIns="0" bIns="0" rtlCol="0">
            <a:spAutoFit/>
          </a:bodyPr>
          <a:lstStyle/>
          <a:p>
            <a:pPr algn="ctr"/>
            <a:r>
              <a:rPr lang="en-US" dirty="0"/>
              <a:t>Remaining controller has a connection to the S1 device </a:t>
            </a:r>
          </a:p>
        </p:txBody>
      </p:sp>
      <p:sp>
        <p:nvSpPr>
          <p:cNvPr id="8" name="Textfeld 7">
            <a:extLst>
              <a:ext uri="{FF2B5EF4-FFF2-40B4-BE49-F238E27FC236}">
                <a16:creationId xmlns:a16="http://schemas.microsoft.com/office/drawing/2014/main" id="{2EF7EFC9-F60F-420A-7C91-1B826CDAE04D}"/>
              </a:ext>
            </a:extLst>
          </p:cNvPr>
          <p:cNvSpPr txBox="1"/>
          <p:nvPr/>
        </p:nvSpPr>
        <p:spPr>
          <a:xfrm>
            <a:off x="600925" y="4820151"/>
            <a:ext cx="3675967" cy="276999"/>
          </a:xfrm>
          <a:prstGeom prst="rect">
            <a:avLst/>
          </a:prstGeom>
          <a:solidFill>
            <a:srgbClr val="009999"/>
          </a:solidFill>
        </p:spPr>
        <p:txBody>
          <a:bodyPr wrap="square" lIns="0" tIns="0" rIns="0" bIns="0" rtlCol="0">
            <a:spAutoFit/>
          </a:bodyPr>
          <a:lstStyle/>
          <a:p>
            <a:pPr algn="ctr"/>
            <a:r>
              <a:rPr lang="en-US" dirty="0"/>
              <a:t>Process values are exchanged</a:t>
            </a:r>
          </a:p>
        </p:txBody>
      </p:sp>
      <p:sp>
        <p:nvSpPr>
          <p:cNvPr id="10" name="Rechteck 9">
            <a:extLst>
              <a:ext uri="{FF2B5EF4-FFF2-40B4-BE49-F238E27FC236}">
                <a16:creationId xmlns:a16="http://schemas.microsoft.com/office/drawing/2014/main" id="{66058533-18FB-25CE-575C-5E58A4289142}"/>
              </a:ext>
            </a:extLst>
          </p:cNvPr>
          <p:cNvSpPr/>
          <p:nvPr/>
        </p:nvSpPr>
        <p:spPr>
          <a:xfrm>
            <a:off x="10502635" y="602884"/>
            <a:ext cx="733852" cy="57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S1</a:t>
            </a:r>
          </a:p>
        </p:txBody>
      </p:sp>
      <p:sp>
        <p:nvSpPr>
          <p:cNvPr id="14" name="Textfeld 13">
            <a:extLst>
              <a:ext uri="{FF2B5EF4-FFF2-40B4-BE49-F238E27FC236}">
                <a16:creationId xmlns:a16="http://schemas.microsoft.com/office/drawing/2014/main" id="{5637B1E3-11DF-39AE-7F26-BA78275DDEC8}"/>
              </a:ext>
            </a:extLst>
          </p:cNvPr>
          <p:cNvSpPr txBox="1"/>
          <p:nvPr/>
        </p:nvSpPr>
        <p:spPr>
          <a:xfrm>
            <a:off x="5839316" y="359449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Tree>
    <p:extLst>
      <p:ext uri="{BB962C8B-B14F-4D97-AF65-F5344CB8AC3E}">
        <p14:creationId xmlns:p14="http://schemas.microsoft.com/office/powerpoint/2010/main" val="1900806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Switching behavior with System Redundancy S2</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dirty="0"/>
              <a:t>Scenario: Controller failure</a:t>
            </a:r>
          </a:p>
          <a:p>
            <a:endParaRPr lang="en-US" dirty="0"/>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3248444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71"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604093" y="2589291"/>
            <a:ext cx="3259248" cy="11827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RedundancyS2</a:t>
            </a:r>
            <a:br>
              <a:rPr lang="en-US" dirty="0"/>
            </a:br>
            <a:r>
              <a:rPr lang="en-US" b="0" dirty="0"/>
              <a:t>Initial Situation</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3" name="Grafik 12">
            <a:extLst>
              <a:ext uri="{FF2B5EF4-FFF2-40B4-BE49-F238E27FC236}">
                <a16:creationId xmlns:a16="http://schemas.microsoft.com/office/drawing/2014/main" id="{F74D7DBB-0465-D72D-A840-A995DDC907F5}"/>
              </a:ext>
            </a:extLst>
          </p:cNvPr>
          <p:cNvPicPr>
            <a:picLocks noChangeAspect="1"/>
          </p:cNvPicPr>
          <p:nvPr/>
        </p:nvPicPr>
        <p:blipFill>
          <a:blip r:embed="rId2"/>
          <a:stretch>
            <a:fillRect/>
          </a:stretch>
        </p:blipFill>
        <p:spPr>
          <a:xfrm>
            <a:off x="6107830" y="1599944"/>
            <a:ext cx="708518" cy="1248031"/>
          </a:xfrm>
          <a:prstGeom prst="rect">
            <a:avLst/>
          </a:prstGeom>
        </p:spPr>
      </p:pic>
      <p:pic>
        <p:nvPicPr>
          <p:cNvPr id="25" name="Grafik 24">
            <a:extLst>
              <a:ext uri="{FF2B5EF4-FFF2-40B4-BE49-F238E27FC236}">
                <a16:creationId xmlns:a16="http://schemas.microsoft.com/office/drawing/2014/main" id="{48C8702E-31F5-53EF-1CE2-485F005B874A}"/>
              </a:ext>
            </a:extLst>
          </p:cNvPr>
          <p:cNvPicPr>
            <a:picLocks noChangeAspect="1"/>
          </p:cNvPicPr>
          <p:nvPr/>
        </p:nvPicPr>
        <p:blipFill>
          <a:blip r:embed="rId3"/>
          <a:stretch>
            <a:fillRect/>
          </a:stretch>
        </p:blipFill>
        <p:spPr>
          <a:xfrm>
            <a:off x="6868999" y="3595627"/>
            <a:ext cx="729436" cy="729436"/>
          </a:xfrm>
          <a:prstGeom prst="rect">
            <a:avLst/>
          </a:prstGeom>
        </p:spPr>
      </p:pic>
      <p:pic>
        <p:nvPicPr>
          <p:cNvPr id="26" name="Grafik 25">
            <a:extLst>
              <a:ext uri="{FF2B5EF4-FFF2-40B4-BE49-F238E27FC236}">
                <a16:creationId xmlns:a16="http://schemas.microsoft.com/office/drawing/2014/main" id="{05D5673A-BA8D-E839-F9B7-AE9649AAB6B8}"/>
              </a:ext>
            </a:extLst>
          </p:cNvPr>
          <p:cNvPicPr>
            <a:picLocks noChangeAspect="1"/>
          </p:cNvPicPr>
          <p:nvPr/>
        </p:nvPicPr>
        <p:blipFill>
          <a:blip r:embed="rId2"/>
          <a:stretch>
            <a:fillRect/>
          </a:stretch>
        </p:blipFill>
        <p:spPr>
          <a:xfrm>
            <a:off x="7598435" y="1614259"/>
            <a:ext cx="708518" cy="1248031"/>
          </a:xfrm>
          <a:prstGeom prst="rect">
            <a:avLst/>
          </a:prstGeom>
        </p:spPr>
      </p:pic>
      <p:sp>
        <p:nvSpPr>
          <p:cNvPr id="28" name="Textfeld 27">
            <a:extLst>
              <a:ext uri="{FF2B5EF4-FFF2-40B4-BE49-F238E27FC236}">
                <a16:creationId xmlns:a16="http://schemas.microsoft.com/office/drawing/2014/main" id="{63E53BDC-426A-55B2-05A6-5268A99C1043}"/>
              </a:ext>
            </a:extLst>
          </p:cNvPr>
          <p:cNvSpPr txBox="1"/>
          <p:nvPr/>
        </p:nvSpPr>
        <p:spPr>
          <a:xfrm>
            <a:off x="5051832" y="1891332"/>
            <a:ext cx="1009461" cy="553998"/>
          </a:xfrm>
          <a:prstGeom prst="rect">
            <a:avLst/>
          </a:prstGeom>
          <a:noFill/>
        </p:spPr>
        <p:txBody>
          <a:bodyPr wrap="square" lIns="0" tIns="0" rIns="0" bIns="0" rtlCol="0">
            <a:spAutoFit/>
          </a:bodyPr>
          <a:lstStyle/>
          <a:p>
            <a:pPr algn="r"/>
            <a:r>
              <a:rPr lang="en-US" dirty="0">
                <a:solidFill>
                  <a:schemeClr val="bg1"/>
                </a:solidFill>
              </a:rPr>
              <a:t>Primary</a:t>
            </a:r>
            <a:br>
              <a:rPr lang="en-US" dirty="0">
                <a:solidFill>
                  <a:schemeClr val="bg1"/>
                </a:solidFill>
              </a:rPr>
            </a:br>
            <a:r>
              <a:rPr lang="en-US" dirty="0">
                <a:solidFill>
                  <a:schemeClr val="bg1"/>
                </a:solidFill>
              </a:rPr>
              <a:t>Controller</a:t>
            </a:r>
          </a:p>
        </p:txBody>
      </p:sp>
      <p:sp>
        <p:nvSpPr>
          <p:cNvPr id="29" name="Textfeld 28">
            <a:extLst>
              <a:ext uri="{FF2B5EF4-FFF2-40B4-BE49-F238E27FC236}">
                <a16:creationId xmlns:a16="http://schemas.microsoft.com/office/drawing/2014/main" id="{51509B96-7D24-4D66-D71B-117887B9B33E}"/>
              </a:ext>
            </a:extLst>
          </p:cNvPr>
          <p:cNvSpPr txBox="1"/>
          <p:nvPr/>
        </p:nvSpPr>
        <p:spPr>
          <a:xfrm>
            <a:off x="8394430" y="1891332"/>
            <a:ext cx="1061004" cy="553998"/>
          </a:xfrm>
          <a:prstGeom prst="rect">
            <a:avLst/>
          </a:prstGeom>
          <a:noFill/>
        </p:spPr>
        <p:txBody>
          <a:bodyPr wrap="square" lIns="0" tIns="0" rIns="0" bIns="0" rtlCol="0">
            <a:spAutoFit/>
          </a:bodyPr>
          <a:lstStyle/>
          <a:p>
            <a:pPr algn="l"/>
            <a:r>
              <a:rPr lang="en-US" dirty="0">
                <a:solidFill>
                  <a:schemeClr val="bg1"/>
                </a:solidFill>
              </a:rPr>
              <a:t>Backup</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788649" y="3886375"/>
            <a:ext cx="1061004" cy="276999"/>
          </a:xfrm>
          <a:prstGeom prst="rect">
            <a:avLst/>
          </a:prstGeom>
          <a:noFill/>
        </p:spPr>
        <p:txBody>
          <a:bodyPr wrap="square" lIns="0" tIns="0" rIns="0" bIns="0" rtlCol="0">
            <a:spAutoFit/>
          </a:bodyPr>
          <a:lstStyle/>
          <a:p>
            <a:pPr algn="ctr"/>
            <a:r>
              <a:rPr lang="en-US" dirty="0">
                <a:solidFill>
                  <a:schemeClr val="bg1"/>
                </a:solidFill>
              </a:rPr>
              <a:t>S2-Device</a:t>
            </a:r>
          </a:p>
        </p:txBody>
      </p:sp>
      <p:sp>
        <p:nvSpPr>
          <p:cNvPr id="31" name="Textfeld 30">
            <a:extLst>
              <a:ext uri="{FF2B5EF4-FFF2-40B4-BE49-F238E27FC236}">
                <a16:creationId xmlns:a16="http://schemas.microsoft.com/office/drawing/2014/main" id="{C8B119BA-2149-DD72-3835-D216D0B35AA9}"/>
              </a:ext>
            </a:extLst>
          </p:cNvPr>
          <p:cNvSpPr txBox="1"/>
          <p:nvPr/>
        </p:nvSpPr>
        <p:spPr>
          <a:xfrm>
            <a:off x="6240874" y="1855554"/>
            <a:ext cx="442429" cy="246221"/>
          </a:xfrm>
          <a:prstGeom prst="rect">
            <a:avLst/>
          </a:prstGeom>
          <a:noFill/>
        </p:spPr>
        <p:txBody>
          <a:bodyPr wrap="none" lIns="0" tIns="0" rIns="0" bIns="0" rtlCol="0">
            <a:spAutoFit/>
          </a:bodyPr>
          <a:lstStyle/>
          <a:p>
            <a:pPr algn="l"/>
            <a:r>
              <a:rPr lang="en-US" sz="1600" dirty="0"/>
              <a:t>RUN</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731479" y="1855554"/>
            <a:ext cx="442429" cy="246221"/>
          </a:xfrm>
          <a:prstGeom prst="rect">
            <a:avLst/>
          </a:prstGeom>
          <a:noFill/>
        </p:spPr>
        <p:txBody>
          <a:bodyPr wrap="none" lIns="0" tIns="0" rIns="0" bIns="0" rtlCol="0">
            <a:spAutoFit/>
          </a:bodyPr>
          <a:lstStyle/>
          <a:p>
            <a:pPr algn="l"/>
            <a:r>
              <a:rPr lang="en-US" sz="1600" dirty="0"/>
              <a:t>RUN</a:t>
            </a:r>
          </a:p>
        </p:txBody>
      </p:sp>
      <p:cxnSp>
        <p:nvCxnSpPr>
          <p:cNvPr id="34" name="Gerade Verbindung mit Pfeil 33">
            <a:extLst>
              <a:ext uri="{FF2B5EF4-FFF2-40B4-BE49-F238E27FC236}">
                <a16:creationId xmlns:a16="http://schemas.microsoft.com/office/drawing/2014/main" id="{06F55EBF-CB79-0635-FD10-3E1CA13ED53E}"/>
              </a:ext>
            </a:extLst>
          </p:cNvPr>
          <p:cNvCxnSpPr>
            <a:cxnSpLocks/>
          </p:cNvCxnSpPr>
          <p:nvPr/>
        </p:nvCxnSpPr>
        <p:spPr>
          <a:xfrm>
            <a:off x="6462088" y="2862290"/>
            <a:ext cx="406911" cy="729436"/>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079808" y="2862290"/>
            <a:ext cx="901067" cy="729436"/>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4" name="Textfeld 43">
            <a:extLst>
              <a:ext uri="{FF2B5EF4-FFF2-40B4-BE49-F238E27FC236}">
                <a16:creationId xmlns:a16="http://schemas.microsoft.com/office/drawing/2014/main" id="{414CF385-136E-AD32-FE2A-7115E4D7CE4F}"/>
              </a:ext>
            </a:extLst>
          </p:cNvPr>
          <p:cNvSpPr txBox="1"/>
          <p:nvPr/>
        </p:nvSpPr>
        <p:spPr>
          <a:xfrm>
            <a:off x="600925" y="3013501"/>
            <a:ext cx="3675967" cy="830997"/>
          </a:xfrm>
          <a:prstGeom prst="rect">
            <a:avLst/>
          </a:prstGeom>
          <a:solidFill>
            <a:srgbClr val="009999"/>
          </a:solidFill>
        </p:spPr>
        <p:txBody>
          <a:bodyPr wrap="square" lIns="0" tIns="0" rIns="0" bIns="0" rtlCol="0">
            <a:spAutoFit/>
          </a:bodyPr>
          <a:lstStyle/>
          <a:p>
            <a:pPr algn="ctr"/>
            <a:r>
              <a:rPr lang="en-US" dirty="0"/>
              <a:t>Both CPUs have a</a:t>
            </a:r>
            <a:br>
              <a:rPr lang="en-US" dirty="0"/>
            </a:br>
            <a:r>
              <a:rPr lang="en-US" dirty="0"/>
              <a:t>Connection (AR) to the </a:t>
            </a:r>
            <a:br>
              <a:rPr lang="en-US" dirty="0"/>
            </a:br>
            <a:r>
              <a:rPr lang="en-US" dirty="0"/>
              <a:t>S2-Device</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49692"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079808" y="4319045"/>
            <a:ext cx="350067" cy="556633"/>
          </a:xfrm>
          <a:prstGeom prst="up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1" name="Textfeld 50">
            <a:extLst>
              <a:ext uri="{FF2B5EF4-FFF2-40B4-BE49-F238E27FC236}">
                <a16:creationId xmlns:a16="http://schemas.microsoft.com/office/drawing/2014/main" id="{195B4878-925A-5719-E95D-5F1DD49B759F}"/>
              </a:ext>
            </a:extLst>
          </p:cNvPr>
          <p:cNvSpPr txBox="1"/>
          <p:nvPr/>
        </p:nvSpPr>
        <p:spPr>
          <a:xfrm>
            <a:off x="600925" y="4820151"/>
            <a:ext cx="3675965" cy="276999"/>
          </a:xfrm>
          <a:prstGeom prst="rect">
            <a:avLst/>
          </a:prstGeom>
          <a:solidFill>
            <a:srgbClr val="009999"/>
          </a:solidFill>
        </p:spPr>
        <p:txBody>
          <a:bodyPr wrap="square" lIns="0" tIns="0" rIns="0" bIns="0" rtlCol="0">
            <a:spAutoFit/>
          </a:bodyPr>
          <a:lstStyle/>
          <a:p>
            <a:pPr algn="ctr"/>
            <a:r>
              <a:rPr lang="en-US" dirty="0"/>
              <a:t>Process values are exchanged</a:t>
            </a:r>
          </a:p>
        </p:txBody>
      </p:sp>
      <p:sp>
        <p:nvSpPr>
          <p:cNvPr id="52" name="Rechteck 51">
            <a:extLst>
              <a:ext uri="{FF2B5EF4-FFF2-40B4-BE49-F238E27FC236}">
                <a16:creationId xmlns:a16="http://schemas.microsoft.com/office/drawing/2014/main" id="{2173E257-B8E9-7A45-E66E-464CB380F5E7}"/>
              </a:ext>
            </a:extLst>
          </p:cNvPr>
          <p:cNvSpPr/>
          <p:nvPr/>
        </p:nvSpPr>
        <p:spPr>
          <a:xfrm>
            <a:off x="10502635" y="602884"/>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S2</a:t>
            </a:r>
          </a:p>
        </p:txBody>
      </p:sp>
      <p:sp>
        <p:nvSpPr>
          <p:cNvPr id="55" name="Textfeld 54">
            <a:extLst>
              <a:ext uri="{FF2B5EF4-FFF2-40B4-BE49-F238E27FC236}">
                <a16:creationId xmlns:a16="http://schemas.microsoft.com/office/drawing/2014/main" id="{19028842-F7AA-E73B-6255-BE0392A84787}"/>
              </a:ext>
            </a:extLst>
          </p:cNvPr>
          <p:cNvSpPr txBox="1"/>
          <p:nvPr/>
        </p:nvSpPr>
        <p:spPr>
          <a:xfrm>
            <a:off x="5839316" y="359449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Tree>
    <p:extLst>
      <p:ext uri="{BB962C8B-B14F-4D97-AF65-F5344CB8AC3E}">
        <p14:creationId xmlns:p14="http://schemas.microsoft.com/office/powerpoint/2010/main" val="585790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64"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604086" y="2589291"/>
            <a:ext cx="3259248" cy="11827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RedundancyS2</a:t>
            </a:r>
            <a:br>
              <a:rPr lang="en-US" dirty="0"/>
            </a:br>
            <a:r>
              <a:rPr lang="en-US" b="0" dirty="0"/>
              <a:t>Scenario: A controller fails – switching process begins</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3" name="Grafik 12">
            <a:extLst>
              <a:ext uri="{FF2B5EF4-FFF2-40B4-BE49-F238E27FC236}">
                <a16:creationId xmlns:a16="http://schemas.microsoft.com/office/drawing/2014/main" id="{F74D7DBB-0465-D72D-A840-A995DDC907F5}"/>
              </a:ext>
            </a:extLst>
          </p:cNvPr>
          <p:cNvPicPr>
            <a:picLocks noChangeAspect="1"/>
          </p:cNvPicPr>
          <p:nvPr/>
        </p:nvPicPr>
        <p:blipFill>
          <a:blip r:embed="rId2"/>
          <a:stretch>
            <a:fillRect/>
          </a:stretch>
        </p:blipFill>
        <p:spPr>
          <a:xfrm>
            <a:off x="6107823" y="1599944"/>
            <a:ext cx="708518" cy="1248031"/>
          </a:xfrm>
          <a:prstGeom prst="rect">
            <a:avLst/>
          </a:prstGeom>
        </p:spPr>
      </p:pic>
      <p:pic>
        <p:nvPicPr>
          <p:cNvPr id="25" name="Grafik 24">
            <a:extLst>
              <a:ext uri="{FF2B5EF4-FFF2-40B4-BE49-F238E27FC236}">
                <a16:creationId xmlns:a16="http://schemas.microsoft.com/office/drawing/2014/main" id="{48C8702E-31F5-53EF-1CE2-485F005B874A}"/>
              </a:ext>
            </a:extLst>
          </p:cNvPr>
          <p:cNvPicPr>
            <a:picLocks noChangeAspect="1"/>
          </p:cNvPicPr>
          <p:nvPr/>
        </p:nvPicPr>
        <p:blipFill>
          <a:blip r:embed="rId3"/>
          <a:stretch>
            <a:fillRect/>
          </a:stretch>
        </p:blipFill>
        <p:spPr>
          <a:xfrm>
            <a:off x="6868992" y="3595627"/>
            <a:ext cx="729436" cy="729436"/>
          </a:xfrm>
          <a:prstGeom prst="rect">
            <a:avLst/>
          </a:prstGeom>
        </p:spPr>
      </p:pic>
      <p:pic>
        <p:nvPicPr>
          <p:cNvPr id="26" name="Grafik 25">
            <a:extLst>
              <a:ext uri="{FF2B5EF4-FFF2-40B4-BE49-F238E27FC236}">
                <a16:creationId xmlns:a16="http://schemas.microsoft.com/office/drawing/2014/main" id="{05D5673A-BA8D-E839-F9B7-AE9649AAB6B8}"/>
              </a:ext>
            </a:extLst>
          </p:cNvPr>
          <p:cNvPicPr>
            <a:picLocks noChangeAspect="1"/>
          </p:cNvPicPr>
          <p:nvPr/>
        </p:nvPicPr>
        <p:blipFill>
          <a:blip r:embed="rId2"/>
          <a:stretch>
            <a:fillRect/>
          </a:stretch>
        </p:blipFill>
        <p:spPr>
          <a:xfrm>
            <a:off x="7598428" y="1614259"/>
            <a:ext cx="708518" cy="1248031"/>
          </a:xfrm>
          <a:prstGeom prst="rect">
            <a:avLst/>
          </a:prstGeom>
        </p:spPr>
      </p:pic>
      <p:sp>
        <p:nvSpPr>
          <p:cNvPr id="29" name="Textfeld 28">
            <a:extLst>
              <a:ext uri="{FF2B5EF4-FFF2-40B4-BE49-F238E27FC236}">
                <a16:creationId xmlns:a16="http://schemas.microsoft.com/office/drawing/2014/main" id="{51509B96-7D24-4D66-D71B-117887B9B33E}"/>
              </a:ext>
            </a:extLst>
          </p:cNvPr>
          <p:cNvSpPr txBox="1"/>
          <p:nvPr/>
        </p:nvSpPr>
        <p:spPr>
          <a:xfrm>
            <a:off x="8394423" y="1891332"/>
            <a:ext cx="1061004" cy="553998"/>
          </a:xfrm>
          <a:prstGeom prst="rect">
            <a:avLst/>
          </a:prstGeom>
          <a:noFill/>
        </p:spPr>
        <p:txBody>
          <a:bodyPr wrap="square" lIns="0" tIns="0" rIns="0" bIns="0" rtlCol="0">
            <a:spAutoFit/>
          </a:bodyPr>
          <a:lstStyle/>
          <a:p>
            <a:pPr algn="l"/>
            <a:r>
              <a:rPr lang="en-US" dirty="0">
                <a:solidFill>
                  <a:schemeClr val="bg1"/>
                </a:solidFill>
              </a:rPr>
              <a:t>Primary</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788642" y="3886375"/>
            <a:ext cx="1061004" cy="276999"/>
          </a:xfrm>
          <a:prstGeom prst="rect">
            <a:avLst/>
          </a:prstGeom>
          <a:noFill/>
        </p:spPr>
        <p:txBody>
          <a:bodyPr wrap="square" lIns="0" tIns="0" rIns="0" bIns="0" rtlCol="0">
            <a:spAutoFit/>
          </a:bodyPr>
          <a:lstStyle/>
          <a:p>
            <a:pPr algn="ctr"/>
            <a:r>
              <a:rPr lang="en-US" dirty="0">
                <a:solidFill>
                  <a:schemeClr val="bg1"/>
                </a:solidFill>
              </a:rPr>
              <a:t>S2-Device</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731472" y="1855554"/>
            <a:ext cx="442429" cy="246221"/>
          </a:xfrm>
          <a:prstGeom prst="rect">
            <a:avLst/>
          </a:prstGeom>
          <a:noFill/>
        </p:spPr>
        <p:txBody>
          <a:bodyPr wrap="none" lIns="0" tIns="0" rIns="0" bIns="0" rtlCol="0">
            <a:spAutoFit/>
          </a:bodyPr>
          <a:lstStyle/>
          <a:p>
            <a:pPr algn="l"/>
            <a:r>
              <a:rPr lang="en-US" sz="1600" dirty="0"/>
              <a:t>RUN</a:t>
            </a:r>
          </a:p>
        </p:txBody>
      </p: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079801" y="2862290"/>
            <a:ext cx="901067" cy="729436"/>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4" name="Textfeld 43">
            <a:extLst>
              <a:ext uri="{FF2B5EF4-FFF2-40B4-BE49-F238E27FC236}">
                <a16:creationId xmlns:a16="http://schemas.microsoft.com/office/drawing/2014/main" id="{414CF385-136E-AD32-FE2A-7115E4D7CE4F}"/>
              </a:ext>
            </a:extLst>
          </p:cNvPr>
          <p:cNvSpPr txBox="1"/>
          <p:nvPr/>
        </p:nvSpPr>
        <p:spPr>
          <a:xfrm>
            <a:off x="600925" y="3013501"/>
            <a:ext cx="3675967" cy="830997"/>
          </a:xfrm>
          <a:prstGeom prst="rect">
            <a:avLst/>
          </a:prstGeom>
          <a:solidFill>
            <a:srgbClr val="009999"/>
          </a:solidFill>
        </p:spPr>
        <p:txBody>
          <a:bodyPr wrap="square" lIns="0" tIns="0" rIns="0" bIns="0" rtlCol="0">
            <a:spAutoFit/>
          </a:bodyPr>
          <a:lstStyle/>
          <a:p>
            <a:pPr algn="ctr"/>
            <a:r>
              <a:rPr lang="en-US" dirty="0"/>
              <a:t>Remaining controller takes over automatically.</a:t>
            </a:r>
          </a:p>
          <a:p>
            <a:pPr algn="ctr"/>
            <a:r>
              <a:rPr lang="en-US" dirty="0"/>
              <a:t>The existing connection is activated</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49685"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079801" y="4319045"/>
            <a:ext cx="350067" cy="556633"/>
          </a:xfrm>
          <a:prstGeom prst="upDownArrow">
            <a:avLst/>
          </a:prstGeom>
          <a:pattFill prst="smCheck">
            <a:fgClr>
              <a:srgbClr val="00B05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dirty="0"/>
          </a:p>
        </p:txBody>
      </p:sp>
      <p:sp>
        <p:nvSpPr>
          <p:cNvPr id="51" name="Textfeld 50">
            <a:extLst>
              <a:ext uri="{FF2B5EF4-FFF2-40B4-BE49-F238E27FC236}">
                <a16:creationId xmlns:a16="http://schemas.microsoft.com/office/drawing/2014/main" id="{195B4878-925A-5719-E95D-5F1DD49B759F}"/>
              </a:ext>
            </a:extLst>
          </p:cNvPr>
          <p:cNvSpPr txBox="1"/>
          <p:nvPr/>
        </p:nvSpPr>
        <p:spPr>
          <a:xfrm>
            <a:off x="600925" y="4820151"/>
            <a:ext cx="3675965" cy="830997"/>
          </a:xfrm>
          <a:prstGeom prst="rect">
            <a:avLst/>
          </a:prstGeom>
          <a:solidFill>
            <a:srgbClr val="009999"/>
          </a:solidFill>
        </p:spPr>
        <p:txBody>
          <a:bodyPr wrap="square" lIns="0" tIns="0" rIns="0" bIns="0" rtlCol="0">
            <a:spAutoFit/>
          </a:bodyPr>
          <a:lstStyle/>
          <a:p>
            <a:pPr algn="ctr"/>
            <a:r>
              <a:rPr lang="en-US" dirty="0"/>
              <a:t>Process values are used for a very short time</a:t>
            </a:r>
            <a:r>
              <a:rPr lang="en-US" baseline="30000" dirty="0"/>
              <a:t>1)</a:t>
            </a:r>
            <a:r>
              <a:rPr lang="en-US" dirty="0"/>
              <a:t> frozen:</a:t>
            </a:r>
          </a:p>
          <a:p>
            <a:pPr algn="ctr"/>
            <a:r>
              <a:rPr lang="en-US" dirty="0"/>
              <a:t>I/O values remain at the last value</a:t>
            </a:r>
          </a:p>
        </p:txBody>
      </p:sp>
      <p:sp>
        <p:nvSpPr>
          <p:cNvPr id="4" name="Rechteck 3">
            <a:extLst>
              <a:ext uri="{FF2B5EF4-FFF2-40B4-BE49-F238E27FC236}">
                <a16:creationId xmlns:a16="http://schemas.microsoft.com/office/drawing/2014/main" id="{567E4D9E-36B3-8DDC-6212-96886DE30AFF}"/>
              </a:ext>
            </a:extLst>
          </p:cNvPr>
          <p:cNvSpPr/>
          <p:nvPr/>
        </p:nvSpPr>
        <p:spPr>
          <a:xfrm>
            <a:off x="6210668" y="1692999"/>
            <a:ext cx="509281" cy="581095"/>
          </a:xfrm>
          <a:prstGeom prst="rect">
            <a:avLst/>
          </a:prstGeom>
          <a:solidFill>
            <a:srgbClr val="BECDD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Gewitterblitz 4">
            <a:extLst>
              <a:ext uri="{FF2B5EF4-FFF2-40B4-BE49-F238E27FC236}">
                <a16:creationId xmlns:a16="http://schemas.microsoft.com/office/drawing/2014/main" id="{F131BF3E-86C3-431B-3C90-23DD7C735CEA}"/>
              </a:ext>
            </a:extLst>
          </p:cNvPr>
          <p:cNvSpPr/>
          <p:nvPr/>
        </p:nvSpPr>
        <p:spPr bwMode="auto">
          <a:xfrm>
            <a:off x="6305683" y="1708774"/>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2A677C16-E4F9-DCAC-8218-037FA4A5897E}"/>
              </a:ext>
            </a:extLst>
          </p:cNvPr>
          <p:cNvSpPr txBox="1"/>
          <p:nvPr/>
        </p:nvSpPr>
        <p:spPr>
          <a:xfrm>
            <a:off x="7368621" y="4507204"/>
            <a:ext cx="729436" cy="184666"/>
          </a:xfrm>
          <a:prstGeom prst="rect">
            <a:avLst/>
          </a:prstGeom>
          <a:noFill/>
        </p:spPr>
        <p:txBody>
          <a:bodyPr wrap="square" lIns="0" tIns="0" rIns="0" bIns="0" rtlCol="0">
            <a:spAutoFit/>
          </a:bodyPr>
          <a:lstStyle/>
          <a:p>
            <a:pPr algn="l"/>
            <a:r>
              <a:rPr lang="en-US" sz="1200" dirty="0">
                <a:solidFill>
                  <a:schemeClr val="bg1"/>
                </a:solidFill>
              </a:rPr>
              <a:t>I/O Data</a:t>
            </a:r>
          </a:p>
        </p:txBody>
      </p:sp>
      <p:sp>
        <p:nvSpPr>
          <p:cNvPr id="7" name="Textfeld 6">
            <a:extLst>
              <a:ext uri="{FF2B5EF4-FFF2-40B4-BE49-F238E27FC236}">
                <a16:creationId xmlns:a16="http://schemas.microsoft.com/office/drawing/2014/main" id="{5E836B0C-300A-E5EB-681D-0A3CB0264F4A}"/>
              </a:ext>
            </a:extLst>
          </p:cNvPr>
          <p:cNvSpPr txBox="1"/>
          <p:nvPr/>
        </p:nvSpPr>
        <p:spPr>
          <a:xfrm>
            <a:off x="600925" y="5910233"/>
            <a:ext cx="3992578" cy="215444"/>
          </a:xfrm>
          <a:prstGeom prst="rect">
            <a:avLst/>
          </a:prstGeom>
          <a:noFill/>
        </p:spPr>
        <p:txBody>
          <a:bodyPr wrap="square" lIns="0" tIns="0" rIns="0" bIns="0" rtlCol="0">
            <a:spAutoFit/>
          </a:bodyPr>
          <a:lstStyle/>
          <a:p>
            <a:pPr algn="l"/>
            <a:r>
              <a:rPr lang="en-US" sz="1400" baseline="30000" dirty="0"/>
              <a:t>1) </a:t>
            </a:r>
            <a:r>
              <a:rPr lang="en-US" sz="1400" dirty="0"/>
              <a:t>S7-1500R 300ms / S7-1500H 50ms</a:t>
            </a:r>
          </a:p>
        </p:txBody>
      </p:sp>
      <p:sp>
        <p:nvSpPr>
          <p:cNvPr id="8" name="Rechteck 7">
            <a:extLst>
              <a:ext uri="{FF2B5EF4-FFF2-40B4-BE49-F238E27FC236}">
                <a16:creationId xmlns:a16="http://schemas.microsoft.com/office/drawing/2014/main" id="{E9721925-F06C-D5AA-D045-1F66C48B7E02}"/>
              </a:ext>
            </a:extLst>
          </p:cNvPr>
          <p:cNvSpPr/>
          <p:nvPr/>
        </p:nvSpPr>
        <p:spPr>
          <a:xfrm>
            <a:off x="10502635" y="602884"/>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S2</a:t>
            </a:r>
          </a:p>
        </p:txBody>
      </p:sp>
      <p:sp>
        <p:nvSpPr>
          <p:cNvPr id="11" name="Textfeld 10">
            <a:extLst>
              <a:ext uri="{FF2B5EF4-FFF2-40B4-BE49-F238E27FC236}">
                <a16:creationId xmlns:a16="http://schemas.microsoft.com/office/drawing/2014/main" id="{B541EAFF-0FA7-2174-E7F2-57EBE933F36C}"/>
              </a:ext>
            </a:extLst>
          </p:cNvPr>
          <p:cNvSpPr txBox="1"/>
          <p:nvPr/>
        </p:nvSpPr>
        <p:spPr>
          <a:xfrm>
            <a:off x="5839316" y="359449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Tree>
    <p:extLst>
      <p:ext uri="{BB962C8B-B14F-4D97-AF65-F5344CB8AC3E}">
        <p14:creationId xmlns:p14="http://schemas.microsoft.com/office/powerpoint/2010/main" val="194325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22891" y="1328595"/>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607113" y="2589292"/>
            <a:ext cx="3259248" cy="11827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RedundancyS2</a:t>
            </a:r>
            <a:br>
              <a:rPr lang="en-US" dirty="0"/>
            </a:br>
            <a:r>
              <a:rPr lang="en-US" b="0" dirty="0"/>
              <a:t>Scenario: One Controller Fails - Operation Complete</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3" name="Grafik 12">
            <a:extLst>
              <a:ext uri="{FF2B5EF4-FFF2-40B4-BE49-F238E27FC236}">
                <a16:creationId xmlns:a16="http://schemas.microsoft.com/office/drawing/2014/main" id="{F74D7DBB-0465-D72D-A840-A995DDC907F5}"/>
              </a:ext>
            </a:extLst>
          </p:cNvPr>
          <p:cNvPicPr>
            <a:picLocks noChangeAspect="1"/>
          </p:cNvPicPr>
          <p:nvPr/>
        </p:nvPicPr>
        <p:blipFill>
          <a:blip r:embed="rId2"/>
          <a:stretch>
            <a:fillRect/>
          </a:stretch>
        </p:blipFill>
        <p:spPr>
          <a:xfrm>
            <a:off x="6110850" y="1599945"/>
            <a:ext cx="708518" cy="1248031"/>
          </a:xfrm>
          <a:prstGeom prst="rect">
            <a:avLst/>
          </a:prstGeom>
        </p:spPr>
      </p:pic>
      <p:pic>
        <p:nvPicPr>
          <p:cNvPr id="25" name="Grafik 24">
            <a:extLst>
              <a:ext uri="{FF2B5EF4-FFF2-40B4-BE49-F238E27FC236}">
                <a16:creationId xmlns:a16="http://schemas.microsoft.com/office/drawing/2014/main" id="{48C8702E-31F5-53EF-1CE2-485F005B874A}"/>
              </a:ext>
            </a:extLst>
          </p:cNvPr>
          <p:cNvPicPr>
            <a:picLocks noChangeAspect="1"/>
          </p:cNvPicPr>
          <p:nvPr/>
        </p:nvPicPr>
        <p:blipFill>
          <a:blip r:embed="rId3"/>
          <a:stretch>
            <a:fillRect/>
          </a:stretch>
        </p:blipFill>
        <p:spPr>
          <a:xfrm>
            <a:off x="6872019" y="3595628"/>
            <a:ext cx="729436" cy="729436"/>
          </a:xfrm>
          <a:prstGeom prst="rect">
            <a:avLst/>
          </a:prstGeom>
        </p:spPr>
      </p:pic>
      <p:pic>
        <p:nvPicPr>
          <p:cNvPr id="26" name="Grafik 25">
            <a:extLst>
              <a:ext uri="{FF2B5EF4-FFF2-40B4-BE49-F238E27FC236}">
                <a16:creationId xmlns:a16="http://schemas.microsoft.com/office/drawing/2014/main" id="{05D5673A-BA8D-E839-F9B7-AE9649AAB6B8}"/>
              </a:ext>
            </a:extLst>
          </p:cNvPr>
          <p:cNvPicPr>
            <a:picLocks noChangeAspect="1"/>
          </p:cNvPicPr>
          <p:nvPr/>
        </p:nvPicPr>
        <p:blipFill>
          <a:blip r:embed="rId2"/>
          <a:stretch>
            <a:fillRect/>
          </a:stretch>
        </p:blipFill>
        <p:spPr>
          <a:xfrm>
            <a:off x="7601455" y="1614260"/>
            <a:ext cx="708518" cy="1248031"/>
          </a:xfrm>
          <a:prstGeom prst="rect">
            <a:avLst/>
          </a:prstGeom>
        </p:spPr>
      </p:pic>
      <p:sp>
        <p:nvSpPr>
          <p:cNvPr id="29" name="Textfeld 28">
            <a:extLst>
              <a:ext uri="{FF2B5EF4-FFF2-40B4-BE49-F238E27FC236}">
                <a16:creationId xmlns:a16="http://schemas.microsoft.com/office/drawing/2014/main" id="{51509B96-7D24-4D66-D71B-117887B9B33E}"/>
              </a:ext>
            </a:extLst>
          </p:cNvPr>
          <p:cNvSpPr txBox="1"/>
          <p:nvPr/>
        </p:nvSpPr>
        <p:spPr>
          <a:xfrm>
            <a:off x="8397450" y="1891333"/>
            <a:ext cx="1061004" cy="553998"/>
          </a:xfrm>
          <a:prstGeom prst="rect">
            <a:avLst/>
          </a:prstGeom>
          <a:noFill/>
        </p:spPr>
        <p:txBody>
          <a:bodyPr wrap="square" lIns="0" tIns="0" rIns="0" bIns="0" rtlCol="0">
            <a:spAutoFit/>
          </a:bodyPr>
          <a:lstStyle/>
          <a:p>
            <a:pPr algn="l"/>
            <a:r>
              <a:rPr lang="en-US" dirty="0">
                <a:solidFill>
                  <a:schemeClr val="bg1"/>
                </a:solidFill>
              </a:rPr>
              <a:t>Primary</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791669" y="3886376"/>
            <a:ext cx="1061004" cy="276999"/>
          </a:xfrm>
          <a:prstGeom prst="rect">
            <a:avLst/>
          </a:prstGeom>
          <a:noFill/>
        </p:spPr>
        <p:txBody>
          <a:bodyPr wrap="square" lIns="0" tIns="0" rIns="0" bIns="0" rtlCol="0">
            <a:spAutoFit/>
          </a:bodyPr>
          <a:lstStyle/>
          <a:p>
            <a:pPr algn="ctr"/>
            <a:r>
              <a:rPr lang="en-US" dirty="0">
                <a:solidFill>
                  <a:schemeClr val="bg1"/>
                </a:solidFill>
              </a:rPr>
              <a:t>S2-Device</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734499" y="1855555"/>
            <a:ext cx="442429" cy="246221"/>
          </a:xfrm>
          <a:prstGeom prst="rect">
            <a:avLst/>
          </a:prstGeom>
          <a:noFill/>
        </p:spPr>
        <p:txBody>
          <a:bodyPr wrap="none" lIns="0" tIns="0" rIns="0" bIns="0" rtlCol="0">
            <a:spAutoFit/>
          </a:bodyPr>
          <a:lstStyle/>
          <a:p>
            <a:pPr algn="l"/>
            <a:r>
              <a:rPr lang="en-US" sz="1600" dirty="0"/>
              <a:t>RUN</a:t>
            </a:r>
          </a:p>
        </p:txBody>
      </p: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082828" y="2862291"/>
            <a:ext cx="901067" cy="729436"/>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52712" y="4861105"/>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082828" y="4319046"/>
            <a:ext cx="350067" cy="556633"/>
          </a:xfrm>
          <a:prstGeom prst="up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4" name="Rechteck 3">
            <a:extLst>
              <a:ext uri="{FF2B5EF4-FFF2-40B4-BE49-F238E27FC236}">
                <a16:creationId xmlns:a16="http://schemas.microsoft.com/office/drawing/2014/main" id="{567E4D9E-36B3-8DDC-6212-96886DE30AFF}"/>
              </a:ext>
            </a:extLst>
          </p:cNvPr>
          <p:cNvSpPr/>
          <p:nvPr/>
        </p:nvSpPr>
        <p:spPr>
          <a:xfrm>
            <a:off x="6213695" y="1693000"/>
            <a:ext cx="509281" cy="581095"/>
          </a:xfrm>
          <a:prstGeom prst="rect">
            <a:avLst/>
          </a:prstGeom>
          <a:solidFill>
            <a:srgbClr val="BECDD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 name="Gewitterblitz 4">
            <a:extLst>
              <a:ext uri="{FF2B5EF4-FFF2-40B4-BE49-F238E27FC236}">
                <a16:creationId xmlns:a16="http://schemas.microsoft.com/office/drawing/2014/main" id="{F131BF3E-86C3-431B-3C90-23DD7C735CEA}"/>
              </a:ext>
            </a:extLst>
          </p:cNvPr>
          <p:cNvSpPr/>
          <p:nvPr/>
        </p:nvSpPr>
        <p:spPr bwMode="auto">
          <a:xfrm>
            <a:off x="6308710" y="1708775"/>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2A677C16-E4F9-DCAC-8218-037FA4A5897E}"/>
              </a:ext>
            </a:extLst>
          </p:cNvPr>
          <p:cNvSpPr txBox="1"/>
          <p:nvPr/>
        </p:nvSpPr>
        <p:spPr>
          <a:xfrm>
            <a:off x="7371648" y="4507205"/>
            <a:ext cx="729436" cy="184666"/>
          </a:xfrm>
          <a:prstGeom prst="rect">
            <a:avLst/>
          </a:prstGeom>
          <a:noFill/>
        </p:spPr>
        <p:txBody>
          <a:bodyPr wrap="square" lIns="0" tIns="0" rIns="0" bIns="0" rtlCol="0">
            <a:spAutoFit/>
          </a:bodyPr>
          <a:lstStyle/>
          <a:p>
            <a:pPr algn="l"/>
            <a:r>
              <a:rPr lang="en-US" sz="1200" dirty="0">
                <a:solidFill>
                  <a:schemeClr val="bg1"/>
                </a:solidFill>
              </a:rPr>
              <a:t>I/O Data</a:t>
            </a:r>
          </a:p>
        </p:txBody>
      </p:sp>
      <p:sp>
        <p:nvSpPr>
          <p:cNvPr id="7" name="Textfeld 6">
            <a:extLst>
              <a:ext uri="{FF2B5EF4-FFF2-40B4-BE49-F238E27FC236}">
                <a16:creationId xmlns:a16="http://schemas.microsoft.com/office/drawing/2014/main" id="{51B3E073-645A-B221-7081-DE206F08CC4E}"/>
              </a:ext>
            </a:extLst>
          </p:cNvPr>
          <p:cNvSpPr txBox="1"/>
          <p:nvPr/>
        </p:nvSpPr>
        <p:spPr>
          <a:xfrm>
            <a:off x="600925" y="3013501"/>
            <a:ext cx="3675969" cy="553998"/>
          </a:xfrm>
          <a:prstGeom prst="rect">
            <a:avLst/>
          </a:prstGeom>
          <a:solidFill>
            <a:srgbClr val="009999"/>
          </a:solidFill>
        </p:spPr>
        <p:txBody>
          <a:bodyPr wrap="square" lIns="0" tIns="0" rIns="0" bIns="0" rtlCol="0">
            <a:spAutoFit/>
          </a:bodyPr>
          <a:lstStyle/>
          <a:p>
            <a:pPr algn="ctr"/>
            <a:r>
              <a:rPr lang="en-US" dirty="0"/>
              <a:t>Remaining controller has a connection to the S2 device </a:t>
            </a:r>
          </a:p>
        </p:txBody>
      </p:sp>
      <p:sp>
        <p:nvSpPr>
          <p:cNvPr id="8" name="Textfeld 7">
            <a:extLst>
              <a:ext uri="{FF2B5EF4-FFF2-40B4-BE49-F238E27FC236}">
                <a16:creationId xmlns:a16="http://schemas.microsoft.com/office/drawing/2014/main" id="{2EF7EFC9-F60F-420A-7C91-1B826CDAE04D}"/>
              </a:ext>
            </a:extLst>
          </p:cNvPr>
          <p:cNvSpPr txBox="1"/>
          <p:nvPr/>
        </p:nvSpPr>
        <p:spPr>
          <a:xfrm>
            <a:off x="600925" y="4820151"/>
            <a:ext cx="3675965" cy="276999"/>
          </a:xfrm>
          <a:prstGeom prst="rect">
            <a:avLst/>
          </a:prstGeom>
          <a:solidFill>
            <a:srgbClr val="009999"/>
          </a:solidFill>
        </p:spPr>
        <p:txBody>
          <a:bodyPr wrap="square" lIns="0" tIns="0" rIns="0" bIns="0" rtlCol="0">
            <a:spAutoFit/>
          </a:bodyPr>
          <a:lstStyle/>
          <a:p>
            <a:pPr algn="ctr"/>
            <a:r>
              <a:rPr lang="en-US" dirty="0"/>
              <a:t>Process values are exchanged</a:t>
            </a:r>
          </a:p>
        </p:txBody>
      </p:sp>
      <p:sp>
        <p:nvSpPr>
          <p:cNvPr id="9" name="Rechteck 8">
            <a:extLst>
              <a:ext uri="{FF2B5EF4-FFF2-40B4-BE49-F238E27FC236}">
                <a16:creationId xmlns:a16="http://schemas.microsoft.com/office/drawing/2014/main" id="{01A6B011-3C7C-61A2-DDE9-1FE4F8677996}"/>
              </a:ext>
            </a:extLst>
          </p:cNvPr>
          <p:cNvSpPr/>
          <p:nvPr/>
        </p:nvSpPr>
        <p:spPr>
          <a:xfrm>
            <a:off x="10502635" y="602884"/>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S2</a:t>
            </a:r>
          </a:p>
        </p:txBody>
      </p:sp>
      <p:sp>
        <p:nvSpPr>
          <p:cNvPr id="14" name="Textfeld 13">
            <a:extLst>
              <a:ext uri="{FF2B5EF4-FFF2-40B4-BE49-F238E27FC236}">
                <a16:creationId xmlns:a16="http://schemas.microsoft.com/office/drawing/2014/main" id="{C4E08247-8438-5BB3-0BDF-96621CC11895}"/>
              </a:ext>
            </a:extLst>
          </p:cNvPr>
          <p:cNvSpPr txBox="1"/>
          <p:nvPr/>
        </p:nvSpPr>
        <p:spPr>
          <a:xfrm>
            <a:off x="5839316" y="359449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Tree>
    <p:extLst>
      <p:ext uri="{BB962C8B-B14F-4D97-AF65-F5344CB8AC3E}">
        <p14:creationId xmlns:p14="http://schemas.microsoft.com/office/powerpoint/2010/main" val="65318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Switching behavior with System Redundancy R1</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dirty="0"/>
              <a:t>Scenario: Controller failure</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1485339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71"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abgerundete Ecken 10">
            <a:extLst>
              <a:ext uri="{FF2B5EF4-FFF2-40B4-BE49-F238E27FC236}">
                <a16:creationId xmlns:a16="http://schemas.microsoft.com/office/drawing/2014/main" id="{F185988F-3A08-4997-5281-CE73F7A30F0F}"/>
              </a:ext>
            </a:extLst>
          </p:cNvPr>
          <p:cNvSpPr/>
          <p:nvPr/>
        </p:nvSpPr>
        <p:spPr>
          <a:xfrm>
            <a:off x="7352623" y="2640256"/>
            <a:ext cx="1510720" cy="1179614"/>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749729" y="2589291"/>
            <a:ext cx="1361949" cy="124209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RedundancyR1</a:t>
            </a:r>
            <a:br>
              <a:rPr lang="en-US" dirty="0"/>
            </a:br>
            <a:r>
              <a:rPr lang="en-US" b="0" dirty="0"/>
              <a:t>Initial Situation</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8" name="Textfeld 27">
            <a:extLst>
              <a:ext uri="{FF2B5EF4-FFF2-40B4-BE49-F238E27FC236}">
                <a16:creationId xmlns:a16="http://schemas.microsoft.com/office/drawing/2014/main" id="{63E53BDC-426A-55B2-05A6-5268A99C1043}"/>
              </a:ext>
            </a:extLst>
          </p:cNvPr>
          <p:cNvSpPr txBox="1"/>
          <p:nvPr/>
        </p:nvSpPr>
        <p:spPr>
          <a:xfrm>
            <a:off x="4777684" y="1872571"/>
            <a:ext cx="1009461" cy="553998"/>
          </a:xfrm>
          <a:prstGeom prst="rect">
            <a:avLst/>
          </a:prstGeom>
          <a:noFill/>
        </p:spPr>
        <p:txBody>
          <a:bodyPr wrap="square" lIns="0" tIns="0" rIns="0" bIns="0" rtlCol="0">
            <a:spAutoFit/>
          </a:bodyPr>
          <a:lstStyle/>
          <a:p>
            <a:pPr algn="r"/>
            <a:r>
              <a:rPr lang="en-US" dirty="0">
                <a:solidFill>
                  <a:schemeClr val="bg1"/>
                </a:solidFill>
              </a:rPr>
              <a:t>Primary</a:t>
            </a:r>
            <a:br>
              <a:rPr lang="en-US" dirty="0">
                <a:solidFill>
                  <a:schemeClr val="bg1"/>
                </a:solidFill>
              </a:rPr>
            </a:br>
            <a:r>
              <a:rPr lang="en-US" dirty="0">
                <a:solidFill>
                  <a:schemeClr val="bg1"/>
                </a:solidFill>
              </a:rPr>
              <a:t>Controller</a:t>
            </a:r>
          </a:p>
        </p:txBody>
      </p:sp>
      <p:sp>
        <p:nvSpPr>
          <p:cNvPr id="29" name="Textfeld 28">
            <a:extLst>
              <a:ext uri="{FF2B5EF4-FFF2-40B4-BE49-F238E27FC236}">
                <a16:creationId xmlns:a16="http://schemas.microsoft.com/office/drawing/2014/main" id="{51509B96-7D24-4D66-D71B-117887B9B33E}"/>
              </a:ext>
            </a:extLst>
          </p:cNvPr>
          <p:cNvSpPr txBox="1"/>
          <p:nvPr/>
        </p:nvSpPr>
        <p:spPr>
          <a:xfrm>
            <a:off x="8720427" y="1891561"/>
            <a:ext cx="1061004" cy="553998"/>
          </a:xfrm>
          <a:prstGeom prst="rect">
            <a:avLst/>
          </a:prstGeom>
          <a:noFill/>
        </p:spPr>
        <p:txBody>
          <a:bodyPr wrap="square" lIns="0" tIns="0" rIns="0" bIns="0" rtlCol="0">
            <a:spAutoFit/>
          </a:bodyPr>
          <a:lstStyle/>
          <a:p>
            <a:pPr algn="l"/>
            <a:r>
              <a:rPr lang="en-US" dirty="0">
                <a:solidFill>
                  <a:schemeClr val="bg1"/>
                </a:solidFill>
              </a:rPr>
              <a:t>Backup</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986931" y="3921096"/>
            <a:ext cx="1174282" cy="276999"/>
          </a:xfrm>
          <a:prstGeom prst="rect">
            <a:avLst/>
          </a:prstGeom>
          <a:noFill/>
        </p:spPr>
        <p:txBody>
          <a:bodyPr wrap="square" lIns="0" tIns="0" rIns="0" bIns="0" rtlCol="0">
            <a:spAutoFit/>
          </a:bodyPr>
          <a:lstStyle/>
          <a:p>
            <a:pPr algn="ctr"/>
            <a:r>
              <a:rPr lang="en-US" dirty="0">
                <a:solidFill>
                  <a:schemeClr val="bg1"/>
                </a:solidFill>
              </a:rPr>
              <a:t>R1-Device</a:t>
            </a:r>
          </a:p>
        </p:txBody>
      </p:sp>
      <p:cxnSp>
        <p:nvCxnSpPr>
          <p:cNvPr id="34" name="Gerade Verbindung mit Pfeil 33">
            <a:extLst>
              <a:ext uri="{FF2B5EF4-FFF2-40B4-BE49-F238E27FC236}">
                <a16:creationId xmlns:a16="http://schemas.microsoft.com/office/drawing/2014/main" id="{06F55EBF-CB79-0635-FD10-3E1CA13ED53E}"/>
              </a:ext>
            </a:extLst>
          </p:cNvPr>
          <p:cNvCxnSpPr>
            <a:cxnSpLocks/>
          </p:cNvCxnSpPr>
          <p:nvPr/>
        </p:nvCxnSpPr>
        <p:spPr>
          <a:xfrm>
            <a:off x="6452447" y="2774685"/>
            <a:ext cx="658937" cy="816068"/>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419654" y="2774401"/>
            <a:ext cx="621048" cy="816352"/>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4" name="Textfeld 43">
            <a:extLst>
              <a:ext uri="{FF2B5EF4-FFF2-40B4-BE49-F238E27FC236}">
                <a16:creationId xmlns:a16="http://schemas.microsoft.com/office/drawing/2014/main" id="{414CF385-136E-AD32-FE2A-7115E4D7CE4F}"/>
              </a:ext>
            </a:extLst>
          </p:cNvPr>
          <p:cNvSpPr txBox="1"/>
          <p:nvPr/>
        </p:nvSpPr>
        <p:spPr>
          <a:xfrm>
            <a:off x="600925" y="3013501"/>
            <a:ext cx="3675967" cy="1107996"/>
          </a:xfrm>
          <a:prstGeom prst="rect">
            <a:avLst/>
          </a:prstGeom>
          <a:solidFill>
            <a:srgbClr val="009999"/>
          </a:solidFill>
        </p:spPr>
        <p:txBody>
          <a:bodyPr wrap="square" lIns="0" tIns="0" rIns="0" bIns="0" rtlCol="0">
            <a:spAutoFit/>
          </a:bodyPr>
          <a:lstStyle/>
          <a:p>
            <a:pPr algn="ctr"/>
            <a:r>
              <a:rPr lang="en-US" dirty="0"/>
              <a:t>Primary Controller is connected to Interface Module 1 (IM1)</a:t>
            </a:r>
          </a:p>
          <a:p>
            <a:pPr algn="ctr"/>
            <a:r>
              <a:rPr lang="en-US" dirty="0"/>
              <a:t>Backup Controller is connected to Interface Module 2 (IM2)</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49692"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518000" y="4310304"/>
            <a:ext cx="350067" cy="556633"/>
          </a:xfrm>
          <a:prstGeom prst="up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1" name="Textfeld 50">
            <a:extLst>
              <a:ext uri="{FF2B5EF4-FFF2-40B4-BE49-F238E27FC236}">
                <a16:creationId xmlns:a16="http://schemas.microsoft.com/office/drawing/2014/main" id="{195B4878-925A-5719-E95D-5F1DD49B759F}"/>
              </a:ext>
            </a:extLst>
          </p:cNvPr>
          <p:cNvSpPr txBox="1"/>
          <p:nvPr/>
        </p:nvSpPr>
        <p:spPr>
          <a:xfrm>
            <a:off x="600925" y="4820151"/>
            <a:ext cx="3675965" cy="276999"/>
          </a:xfrm>
          <a:prstGeom prst="rect">
            <a:avLst/>
          </a:prstGeom>
          <a:solidFill>
            <a:srgbClr val="009999"/>
          </a:solidFill>
        </p:spPr>
        <p:txBody>
          <a:bodyPr wrap="square" lIns="0" tIns="0" rIns="0" bIns="0" rtlCol="0">
            <a:spAutoFit/>
          </a:bodyPr>
          <a:lstStyle/>
          <a:p>
            <a:pPr algn="ctr"/>
            <a:r>
              <a:rPr lang="en-US" dirty="0"/>
              <a:t>Process values are exchanged</a:t>
            </a:r>
          </a:p>
        </p:txBody>
      </p:sp>
      <p:sp>
        <p:nvSpPr>
          <p:cNvPr id="52" name="Rechteck 51">
            <a:extLst>
              <a:ext uri="{FF2B5EF4-FFF2-40B4-BE49-F238E27FC236}">
                <a16:creationId xmlns:a16="http://schemas.microsoft.com/office/drawing/2014/main" id="{2173E257-B8E9-7A45-E66E-464CB380F5E7}"/>
              </a:ext>
            </a:extLst>
          </p:cNvPr>
          <p:cNvSpPr/>
          <p:nvPr/>
        </p:nvSpPr>
        <p:spPr>
          <a:xfrm>
            <a:off x="10502635" y="602884"/>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R1</a:t>
            </a:r>
          </a:p>
        </p:txBody>
      </p:sp>
      <p:pic>
        <p:nvPicPr>
          <p:cNvPr id="4" name="Grafik 3">
            <a:extLst>
              <a:ext uri="{FF2B5EF4-FFF2-40B4-BE49-F238E27FC236}">
                <a16:creationId xmlns:a16="http://schemas.microsoft.com/office/drawing/2014/main" id="{8FD7D6F6-993A-083E-0207-E514657F1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1675" y="1506121"/>
            <a:ext cx="1242097" cy="1242097"/>
          </a:xfrm>
          <a:prstGeom prst="rect">
            <a:avLst/>
          </a:prstGeom>
          <a:solidFill>
            <a:schemeClr val="tx1"/>
          </a:solidFill>
        </p:spPr>
      </p:pic>
      <p:sp>
        <p:nvSpPr>
          <p:cNvPr id="5" name="Rechteck 4">
            <a:extLst>
              <a:ext uri="{FF2B5EF4-FFF2-40B4-BE49-F238E27FC236}">
                <a16:creationId xmlns:a16="http://schemas.microsoft.com/office/drawing/2014/main" id="{079C449F-B82C-B860-F9F1-5625B87C126C}"/>
              </a:ext>
            </a:extLst>
          </p:cNvPr>
          <p:cNvSpPr/>
          <p:nvPr/>
        </p:nvSpPr>
        <p:spPr>
          <a:xfrm>
            <a:off x="5930021" y="1601826"/>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6" name="Grafik 5">
            <a:extLst>
              <a:ext uri="{FF2B5EF4-FFF2-40B4-BE49-F238E27FC236}">
                <a16:creationId xmlns:a16="http://schemas.microsoft.com/office/drawing/2014/main" id="{38D58004-3F42-EEAC-10A3-C33D5CB1E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654" y="1505837"/>
            <a:ext cx="1242097" cy="1242097"/>
          </a:xfrm>
          <a:prstGeom prst="rect">
            <a:avLst/>
          </a:prstGeom>
          <a:solidFill>
            <a:schemeClr val="tx1"/>
          </a:solidFill>
        </p:spPr>
      </p:pic>
      <p:sp>
        <p:nvSpPr>
          <p:cNvPr id="7" name="Rechteck 6">
            <a:extLst>
              <a:ext uri="{FF2B5EF4-FFF2-40B4-BE49-F238E27FC236}">
                <a16:creationId xmlns:a16="http://schemas.microsoft.com/office/drawing/2014/main" id="{83284AA8-4959-7408-EA0D-D97C495757E0}"/>
              </a:ext>
            </a:extLst>
          </p:cNvPr>
          <p:cNvSpPr/>
          <p:nvPr/>
        </p:nvSpPr>
        <p:spPr>
          <a:xfrm>
            <a:off x="7518000" y="1601542"/>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0" name="Grafik 9">
            <a:extLst>
              <a:ext uri="{FF2B5EF4-FFF2-40B4-BE49-F238E27FC236}">
                <a16:creationId xmlns:a16="http://schemas.microsoft.com/office/drawing/2014/main" id="{BD01E16E-A0C7-71A8-8FC2-6F39FFE0FDF8}"/>
              </a:ext>
            </a:extLst>
          </p:cNvPr>
          <p:cNvPicPr>
            <a:picLocks noChangeAspect="1"/>
          </p:cNvPicPr>
          <p:nvPr/>
        </p:nvPicPr>
        <p:blipFill>
          <a:blip r:embed="rId3"/>
          <a:stretch>
            <a:fillRect/>
          </a:stretch>
        </p:blipFill>
        <p:spPr>
          <a:xfrm>
            <a:off x="6998585" y="3591037"/>
            <a:ext cx="980706" cy="728698"/>
          </a:xfrm>
          <a:prstGeom prst="rect">
            <a:avLst/>
          </a:prstGeom>
        </p:spPr>
      </p:pic>
      <p:sp>
        <p:nvSpPr>
          <p:cNvPr id="31" name="Textfeld 30">
            <a:extLst>
              <a:ext uri="{FF2B5EF4-FFF2-40B4-BE49-F238E27FC236}">
                <a16:creationId xmlns:a16="http://schemas.microsoft.com/office/drawing/2014/main" id="{C8B119BA-2149-DD72-3835-D216D0B35AA9}"/>
              </a:ext>
            </a:extLst>
          </p:cNvPr>
          <p:cNvSpPr txBox="1"/>
          <p:nvPr/>
        </p:nvSpPr>
        <p:spPr>
          <a:xfrm>
            <a:off x="5932719" y="1768450"/>
            <a:ext cx="442429" cy="246221"/>
          </a:xfrm>
          <a:prstGeom prst="rect">
            <a:avLst/>
          </a:prstGeom>
          <a:noFill/>
        </p:spPr>
        <p:txBody>
          <a:bodyPr wrap="none" lIns="0" tIns="0" rIns="0" bIns="0" rtlCol="0">
            <a:spAutoFit/>
          </a:bodyPr>
          <a:lstStyle/>
          <a:p>
            <a:pPr algn="l"/>
            <a:r>
              <a:rPr lang="en-US" sz="1600" dirty="0"/>
              <a:t>RUN</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527809" y="1768450"/>
            <a:ext cx="442429" cy="246221"/>
          </a:xfrm>
          <a:prstGeom prst="rect">
            <a:avLst/>
          </a:prstGeom>
          <a:noFill/>
        </p:spPr>
        <p:txBody>
          <a:bodyPr wrap="none" lIns="0" tIns="0" rIns="0" bIns="0" rtlCol="0">
            <a:spAutoFit/>
          </a:bodyPr>
          <a:lstStyle/>
          <a:p>
            <a:pPr algn="l"/>
            <a:r>
              <a:rPr lang="en-US" sz="1600" dirty="0"/>
              <a:t>RUN</a:t>
            </a:r>
          </a:p>
        </p:txBody>
      </p:sp>
      <p:sp>
        <p:nvSpPr>
          <p:cNvPr id="17" name="Textfeld 16">
            <a:extLst>
              <a:ext uri="{FF2B5EF4-FFF2-40B4-BE49-F238E27FC236}">
                <a16:creationId xmlns:a16="http://schemas.microsoft.com/office/drawing/2014/main" id="{B33FDAB9-DF67-BBCE-3040-B7C092299B9D}"/>
              </a:ext>
            </a:extLst>
          </p:cNvPr>
          <p:cNvSpPr txBox="1"/>
          <p:nvPr/>
        </p:nvSpPr>
        <p:spPr>
          <a:xfrm>
            <a:off x="5951503" y="3629575"/>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8" name="Textfeld 17">
            <a:extLst>
              <a:ext uri="{FF2B5EF4-FFF2-40B4-BE49-F238E27FC236}">
                <a16:creationId xmlns:a16="http://schemas.microsoft.com/office/drawing/2014/main" id="{72429D95-7352-6F39-3069-FF6730B7EE6F}"/>
              </a:ext>
            </a:extLst>
          </p:cNvPr>
          <p:cNvSpPr txBox="1"/>
          <p:nvPr/>
        </p:nvSpPr>
        <p:spPr>
          <a:xfrm>
            <a:off x="7955956" y="364701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9" name="Textfeld 18">
            <a:extLst>
              <a:ext uri="{FF2B5EF4-FFF2-40B4-BE49-F238E27FC236}">
                <a16:creationId xmlns:a16="http://schemas.microsoft.com/office/drawing/2014/main" id="{EB76E2D5-D5D5-94A9-E4DF-7FA0D6105805}"/>
              </a:ext>
            </a:extLst>
          </p:cNvPr>
          <p:cNvSpPr txBox="1"/>
          <p:nvPr/>
        </p:nvSpPr>
        <p:spPr>
          <a:xfrm>
            <a:off x="6812729" y="4362044"/>
            <a:ext cx="420987" cy="184666"/>
          </a:xfrm>
          <a:prstGeom prst="rect">
            <a:avLst/>
          </a:prstGeom>
          <a:noFill/>
        </p:spPr>
        <p:txBody>
          <a:bodyPr wrap="square" lIns="0" tIns="0" rIns="0" bIns="0" rtlCol="0">
            <a:spAutoFit/>
          </a:bodyPr>
          <a:lstStyle/>
          <a:p>
            <a:pPr algn="r"/>
            <a:r>
              <a:rPr lang="en-US" sz="1200" dirty="0">
                <a:solidFill>
                  <a:schemeClr val="bg1"/>
                </a:solidFill>
              </a:rPr>
              <a:t>IM1</a:t>
            </a:r>
          </a:p>
        </p:txBody>
      </p:sp>
      <p:sp>
        <p:nvSpPr>
          <p:cNvPr id="20" name="Textfeld 19">
            <a:extLst>
              <a:ext uri="{FF2B5EF4-FFF2-40B4-BE49-F238E27FC236}">
                <a16:creationId xmlns:a16="http://schemas.microsoft.com/office/drawing/2014/main" id="{A8BBCB2E-FB65-3B22-23AF-EEB5C7BE3775}"/>
              </a:ext>
            </a:extLst>
          </p:cNvPr>
          <p:cNvSpPr txBox="1"/>
          <p:nvPr/>
        </p:nvSpPr>
        <p:spPr>
          <a:xfrm>
            <a:off x="7096628" y="4361239"/>
            <a:ext cx="420987" cy="184666"/>
          </a:xfrm>
          <a:prstGeom prst="rect">
            <a:avLst/>
          </a:prstGeom>
          <a:noFill/>
        </p:spPr>
        <p:txBody>
          <a:bodyPr wrap="square" lIns="0" tIns="0" rIns="0" bIns="0" rtlCol="0">
            <a:spAutoFit/>
          </a:bodyPr>
          <a:lstStyle/>
          <a:p>
            <a:pPr algn="r"/>
            <a:r>
              <a:rPr lang="en-US" sz="1200" dirty="0">
                <a:solidFill>
                  <a:schemeClr val="bg1"/>
                </a:solidFill>
              </a:rPr>
              <a:t>IM2</a:t>
            </a:r>
          </a:p>
        </p:txBody>
      </p:sp>
      <p:cxnSp>
        <p:nvCxnSpPr>
          <p:cNvPr id="9" name="Gerader Verbinder 8">
            <a:extLst>
              <a:ext uri="{FF2B5EF4-FFF2-40B4-BE49-F238E27FC236}">
                <a16:creationId xmlns:a16="http://schemas.microsoft.com/office/drawing/2014/main" id="{A631B736-404A-DE2F-B186-13BA8EE1554D}"/>
              </a:ext>
            </a:extLst>
          </p:cNvPr>
          <p:cNvCxnSpPr/>
          <p:nvPr/>
        </p:nvCxnSpPr>
        <p:spPr>
          <a:xfrm>
            <a:off x="7073772" y="2426569"/>
            <a:ext cx="345882" cy="0"/>
          </a:xfrm>
          <a:prstGeom prst="line">
            <a:avLst/>
          </a:prstGeom>
          <a:ln w="7620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405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71"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abgerundete Ecken 10">
            <a:extLst>
              <a:ext uri="{FF2B5EF4-FFF2-40B4-BE49-F238E27FC236}">
                <a16:creationId xmlns:a16="http://schemas.microsoft.com/office/drawing/2014/main" id="{F185988F-3A08-4997-5281-CE73F7A30F0F}"/>
              </a:ext>
            </a:extLst>
          </p:cNvPr>
          <p:cNvSpPr/>
          <p:nvPr/>
        </p:nvSpPr>
        <p:spPr>
          <a:xfrm>
            <a:off x="7352623" y="2640256"/>
            <a:ext cx="1510720" cy="1179614"/>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749729" y="2589291"/>
            <a:ext cx="1361949" cy="124209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RedundancyR1</a:t>
            </a:r>
            <a:br>
              <a:rPr lang="en-US" dirty="0"/>
            </a:br>
            <a:r>
              <a:rPr lang="en-US" b="0" dirty="0"/>
              <a:t>Scenario: A controller fails – switching process begins</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9" name="Textfeld 28">
            <a:extLst>
              <a:ext uri="{FF2B5EF4-FFF2-40B4-BE49-F238E27FC236}">
                <a16:creationId xmlns:a16="http://schemas.microsoft.com/office/drawing/2014/main" id="{51509B96-7D24-4D66-D71B-117887B9B33E}"/>
              </a:ext>
            </a:extLst>
          </p:cNvPr>
          <p:cNvSpPr txBox="1"/>
          <p:nvPr/>
        </p:nvSpPr>
        <p:spPr>
          <a:xfrm>
            <a:off x="8720427" y="1891561"/>
            <a:ext cx="1061004" cy="553998"/>
          </a:xfrm>
          <a:prstGeom prst="rect">
            <a:avLst/>
          </a:prstGeom>
          <a:noFill/>
        </p:spPr>
        <p:txBody>
          <a:bodyPr wrap="square" lIns="0" tIns="0" rIns="0" bIns="0" rtlCol="0">
            <a:spAutoFit/>
          </a:bodyPr>
          <a:lstStyle/>
          <a:p>
            <a:pPr algn="l"/>
            <a:r>
              <a:rPr lang="en-US" dirty="0">
                <a:solidFill>
                  <a:schemeClr val="bg1"/>
                </a:solidFill>
              </a:rPr>
              <a:t>Primary</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986931" y="3921096"/>
            <a:ext cx="1174282" cy="276999"/>
          </a:xfrm>
          <a:prstGeom prst="rect">
            <a:avLst/>
          </a:prstGeom>
          <a:noFill/>
        </p:spPr>
        <p:txBody>
          <a:bodyPr wrap="square" lIns="0" tIns="0" rIns="0" bIns="0" rtlCol="0">
            <a:spAutoFit/>
          </a:bodyPr>
          <a:lstStyle/>
          <a:p>
            <a:pPr algn="ctr"/>
            <a:r>
              <a:rPr lang="en-US" dirty="0">
                <a:solidFill>
                  <a:schemeClr val="bg1"/>
                </a:solidFill>
              </a:rPr>
              <a:t>R1-Device</a:t>
            </a:r>
          </a:p>
        </p:txBody>
      </p: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419654" y="2774401"/>
            <a:ext cx="621048" cy="816352"/>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49692"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518000" y="4310304"/>
            <a:ext cx="350067" cy="556633"/>
          </a:xfrm>
          <a:prstGeom prst="upDownArrow">
            <a:avLst/>
          </a:prstGeom>
          <a:pattFill prst="smCheck">
            <a:fgClr>
              <a:srgbClr val="00B05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endParaRPr lang="en-US" dirty="0"/>
          </a:p>
        </p:txBody>
      </p:sp>
      <p:sp>
        <p:nvSpPr>
          <p:cNvPr id="52" name="Rechteck 51">
            <a:extLst>
              <a:ext uri="{FF2B5EF4-FFF2-40B4-BE49-F238E27FC236}">
                <a16:creationId xmlns:a16="http://schemas.microsoft.com/office/drawing/2014/main" id="{2173E257-B8E9-7A45-E66E-464CB380F5E7}"/>
              </a:ext>
            </a:extLst>
          </p:cNvPr>
          <p:cNvSpPr/>
          <p:nvPr/>
        </p:nvSpPr>
        <p:spPr>
          <a:xfrm>
            <a:off x="10502635" y="602884"/>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R1</a:t>
            </a:r>
          </a:p>
        </p:txBody>
      </p:sp>
      <p:pic>
        <p:nvPicPr>
          <p:cNvPr id="4" name="Grafik 3">
            <a:extLst>
              <a:ext uri="{FF2B5EF4-FFF2-40B4-BE49-F238E27FC236}">
                <a16:creationId xmlns:a16="http://schemas.microsoft.com/office/drawing/2014/main" id="{8FD7D6F6-993A-083E-0207-E514657F1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1675" y="1506121"/>
            <a:ext cx="1242097" cy="1242097"/>
          </a:xfrm>
          <a:prstGeom prst="rect">
            <a:avLst/>
          </a:prstGeom>
          <a:solidFill>
            <a:schemeClr val="tx1"/>
          </a:solidFill>
        </p:spPr>
      </p:pic>
      <p:pic>
        <p:nvPicPr>
          <p:cNvPr id="6" name="Grafik 5">
            <a:extLst>
              <a:ext uri="{FF2B5EF4-FFF2-40B4-BE49-F238E27FC236}">
                <a16:creationId xmlns:a16="http://schemas.microsoft.com/office/drawing/2014/main" id="{38D58004-3F42-EEAC-10A3-C33D5CB1E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654" y="1505837"/>
            <a:ext cx="1242097" cy="1242097"/>
          </a:xfrm>
          <a:prstGeom prst="rect">
            <a:avLst/>
          </a:prstGeom>
          <a:solidFill>
            <a:schemeClr val="tx1"/>
          </a:solidFill>
        </p:spPr>
      </p:pic>
      <p:sp>
        <p:nvSpPr>
          <p:cNvPr id="7" name="Rechteck 6">
            <a:extLst>
              <a:ext uri="{FF2B5EF4-FFF2-40B4-BE49-F238E27FC236}">
                <a16:creationId xmlns:a16="http://schemas.microsoft.com/office/drawing/2014/main" id="{83284AA8-4959-7408-EA0D-D97C495757E0}"/>
              </a:ext>
            </a:extLst>
          </p:cNvPr>
          <p:cNvSpPr/>
          <p:nvPr/>
        </p:nvSpPr>
        <p:spPr>
          <a:xfrm>
            <a:off x="7518000" y="1601542"/>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0" name="Grafik 9">
            <a:extLst>
              <a:ext uri="{FF2B5EF4-FFF2-40B4-BE49-F238E27FC236}">
                <a16:creationId xmlns:a16="http://schemas.microsoft.com/office/drawing/2014/main" id="{BD01E16E-A0C7-71A8-8FC2-6F39FFE0FDF8}"/>
              </a:ext>
            </a:extLst>
          </p:cNvPr>
          <p:cNvPicPr>
            <a:picLocks noChangeAspect="1"/>
          </p:cNvPicPr>
          <p:nvPr/>
        </p:nvPicPr>
        <p:blipFill>
          <a:blip r:embed="rId3"/>
          <a:stretch>
            <a:fillRect/>
          </a:stretch>
        </p:blipFill>
        <p:spPr>
          <a:xfrm>
            <a:off x="6998585" y="3591037"/>
            <a:ext cx="980706" cy="728698"/>
          </a:xfrm>
          <a:prstGeom prst="rect">
            <a:avLst/>
          </a:prstGeom>
        </p:spPr>
      </p:pic>
      <p:sp>
        <p:nvSpPr>
          <p:cNvPr id="32" name="Textfeld 31">
            <a:extLst>
              <a:ext uri="{FF2B5EF4-FFF2-40B4-BE49-F238E27FC236}">
                <a16:creationId xmlns:a16="http://schemas.microsoft.com/office/drawing/2014/main" id="{424BB2A0-1891-7FE7-2D9F-A1B9BB662D01}"/>
              </a:ext>
            </a:extLst>
          </p:cNvPr>
          <p:cNvSpPr txBox="1"/>
          <p:nvPr/>
        </p:nvSpPr>
        <p:spPr>
          <a:xfrm>
            <a:off x="7527809" y="1768450"/>
            <a:ext cx="442429" cy="246221"/>
          </a:xfrm>
          <a:prstGeom prst="rect">
            <a:avLst/>
          </a:prstGeom>
          <a:noFill/>
        </p:spPr>
        <p:txBody>
          <a:bodyPr wrap="none" lIns="0" tIns="0" rIns="0" bIns="0" rtlCol="0">
            <a:spAutoFit/>
          </a:bodyPr>
          <a:lstStyle/>
          <a:p>
            <a:pPr algn="l"/>
            <a:r>
              <a:rPr lang="en-US" sz="1600" dirty="0"/>
              <a:t>RUN</a:t>
            </a:r>
          </a:p>
        </p:txBody>
      </p:sp>
      <p:sp>
        <p:nvSpPr>
          <p:cNvPr id="17" name="Textfeld 16">
            <a:extLst>
              <a:ext uri="{FF2B5EF4-FFF2-40B4-BE49-F238E27FC236}">
                <a16:creationId xmlns:a16="http://schemas.microsoft.com/office/drawing/2014/main" id="{B33FDAB9-DF67-BBCE-3040-B7C092299B9D}"/>
              </a:ext>
            </a:extLst>
          </p:cNvPr>
          <p:cNvSpPr txBox="1"/>
          <p:nvPr/>
        </p:nvSpPr>
        <p:spPr>
          <a:xfrm>
            <a:off x="5951503" y="3629575"/>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8" name="Textfeld 17">
            <a:extLst>
              <a:ext uri="{FF2B5EF4-FFF2-40B4-BE49-F238E27FC236}">
                <a16:creationId xmlns:a16="http://schemas.microsoft.com/office/drawing/2014/main" id="{72429D95-7352-6F39-3069-FF6730B7EE6F}"/>
              </a:ext>
            </a:extLst>
          </p:cNvPr>
          <p:cNvSpPr txBox="1"/>
          <p:nvPr/>
        </p:nvSpPr>
        <p:spPr>
          <a:xfrm>
            <a:off x="7955956" y="364701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9" name="Textfeld 18">
            <a:extLst>
              <a:ext uri="{FF2B5EF4-FFF2-40B4-BE49-F238E27FC236}">
                <a16:creationId xmlns:a16="http://schemas.microsoft.com/office/drawing/2014/main" id="{EB76E2D5-D5D5-94A9-E4DF-7FA0D6105805}"/>
              </a:ext>
            </a:extLst>
          </p:cNvPr>
          <p:cNvSpPr txBox="1"/>
          <p:nvPr/>
        </p:nvSpPr>
        <p:spPr>
          <a:xfrm>
            <a:off x="6812729" y="4362044"/>
            <a:ext cx="420987" cy="184666"/>
          </a:xfrm>
          <a:prstGeom prst="rect">
            <a:avLst/>
          </a:prstGeom>
          <a:noFill/>
        </p:spPr>
        <p:txBody>
          <a:bodyPr wrap="square" lIns="0" tIns="0" rIns="0" bIns="0" rtlCol="0">
            <a:spAutoFit/>
          </a:bodyPr>
          <a:lstStyle/>
          <a:p>
            <a:pPr algn="r"/>
            <a:r>
              <a:rPr lang="en-US" sz="1200" dirty="0">
                <a:solidFill>
                  <a:schemeClr val="bg1"/>
                </a:solidFill>
              </a:rPr>
              <a:t>IM1</a:t>
            </a:r>
          </a:p>
        </p:txBody>
      </p:sp>
      <p:sp>
        <p:nvSpPr>
          <p:cNvPr id="20" name="Textfeld 19">
            <a:extLst>
              <a:ext uri="{FF2B5EF4-FFF2-40B4-BE49-F238E27FC236}">
                <a16:creationId xmlns:a16="http://schemas.microsoft.com/office/drawing/2014/main" id="{A8BBCB2E-FB65-3B22-23AF-EEB5C7BE3775}"/>
              </a:ext>
            </a:extLst>
          </p:cNvPr>
          <p:cNvSpPr txBox="1"/>
          <p:nvPr/>
        </p:nvSpPr>
        <p:spPr>
          <a:xfrm>
            <a:off x="7096628" y="4361239"/>
            <a:ext cx="420987" cy="184666"/>
          </a:xfrm>
          <a:prstGeom prst="rect">
            <a:avLst/>
          </a:prstGeom>
          <a:noFill/>
        </p:spPr>
        <p:txBody>
          <a:bodyPr wrap="square" lIns="0" tIns="0" rIns="0" bIns="0" rtlCol="0">
            <a:spAutoFit/>
          </a:bodyPr>
          <a:lstStyle/>
          <a:p>
            <a:pPr algn="r"/>
            <a:r>
              <a:rPr lang="en-US" sz="1200" dirty="0">
                <a:solidFill>
                  <a:schemeClr val="bg1"/>
                </a:solidFill>
              </a:rPr>
              <a:t>IM2</a:t>
            </a:r>
          </a:p>
        </p:txBody>
      </p:sp>
      <p:sp>
        <p:nvSpPr>
          <p:cNvPr id="22" name="Rechteck 21">
            <a:extLst>
              <a:ext uri="{FF2B5EF4-FFF2-40B4-BE49-F238E27FC236}">
                <a16:creationId xmlns:a16="http://schemas.microsoft.com/office/drawing/2014/main" id="{6CB83B30-64CE-1E2B-B128-471D5613B1DE}"/>
              </a:ext>
            </a:extLst>
          </p:cNvPr>
          <p:cNvSpPr/>
          <p:nvPr/>
        </p:nvSpPr>
        <p:spPr>
          <a:xfrm>
            <a:off x="5893805" y="1584361"/>
            <a:ext cx="509281" cy="581095"/>
          </a:xfrm>
          <a:prstGeom prst="rect">
            <a:avLst/>
          </a:prstGeom>
          <a:solidFill>
            <a:srgbClr val="BECDD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 name="Gewitterblitz 22">
            <a:extLst>
              <a:ext uri="{FF2B5EF4-FFF2-40B4-BE49-F238E27FC236}">
                <a16:creationId xmlns:a16="http://schemas.microsoft.com/office/drawing/2014/main" id="{0CE793DA-E889-9EC9-5327-D5CFA0EE8966}"/>
              </a:ext>
            </a:extLst>
          </p:cNvPr>
          <p:cNvSpPr/>
          <p:nvPr/>
        </p:nvSpPr>
        <p:spPr bwMode="auto">
          <a:xfrm>
            <a:off x="5988820" y="1600136"/>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24" name="Textfeld 23">
            <a:extLst>
              <a:ext uri="{FF2B5EF4-FFF2-40B4-BE49-F238E27FC236}">
                <a16:creationId xmlns:a16="http://schemas.microsoft.com/office/drawing/2014/main" id="{3812969E-8EC6-249C-3DC4-B90E1A3FC5B9}"/>
              </a:ext>
            </a:extLst>
          </p:cNvPr>
          <p:cNvSpPr txBox="1"/>
          <p:nvPr/>
        </p:nvSpPr>
        <p:spPr>
          <a:xfrm>
            <a:off x="600925" y="3013501"/>
            <a:ext cx="3675967" cy="830997"/>
          </a:xfrm>
          <a:prstGeom prst="rect">
            <a:avLst/>
          </a:prstGeom>
          <a:solidFill>
            <a:srgbClr val="009999"/>
          </a:solidFill>
        </p:spPr>
        <p:txBody>
          <a:bodyPr wrap="square" lIns="0" tIns="0" rIns="0" bIns="0" rtlCol="0">
            <a:spAutoFit/>
          </a:bodyPr>
          <a:lstStyle/>
          <a:p>
            <a:pPr algn="ctr"/>
            <a:r>
              <a:rPr lang="en-US" dirty="0"/>
              <a:t>Remaining controller takes over automatically.</a:t>
            </a:r>
          </a:p>
          <a:p>
            <a:pPr algn="ctr"/>
            <a:r>
              <a:rPr lang="en-US" dirty="0"/>
              <a:t>The existing connection is activated</a:t>
            </a:r>
          </a:p>
        </p:txBody>
      </p:sp>
      <p:sp>
        <p:nvSpPr>
          <p:cNvPr id="33" name="Textfeld 32">
            <a:extLst>
              <a:ext uri="{FF2B5EF4-FFF2-40B4-BE49-F238E27FC236}">
                <a16:creationId xmlns:a16="http://schemas.microsoft.com/office/drawing/2014/main" id="{50BB9513-5A00-0333-1699-D86AB5D812E1}"/>
              </a:ext>
            </a:extLst>
          </p:cNvPr>
          <p:cNvSpPr txBox="1"/>
          <p:nvPr/>
        </p:nvSpPr>
        <p:spPr>
          <a:xfrm>
            <a:off x="600925" y="4820151"/>
            <a:ext cx="3675965" cy="830997"/>
          </a:xfrm>
          <a:prstGeom prst="rect">
            <a:avLst/>
          </a:prstGeom>
          <a:solidFill>
            <a:srgbClr val="009999"/>
          </a:solidFill>
        </p:spPr>
        <p:txBody>
          <a:bodyPr wrap="square" lIns="0" tIns="0" rIns="0" bIns="0" rtlCol="0">
            <a:spAutoFit/>
          </a:bodyPr>
          <a:lstStyle/>
          <a:p>
            <a:pPr algn="ctr"/>
            <a:r>
              <a:rPr lang="en-US" dirty="0"/>
              <a:t>Process values are used for a very short time</a:t>
            </a:r>
            <a:r>
              <a:rPr lang="en-US" baseline="30000" dirty="0"/>
              <a:t>1)</a:t>
            </a:r>
            <a:r>
              <a:rPr lang="en-US" dirty="0"/>
              <a:t> frozen:</a:t>
            </a:r>
          </a:p>
          <a:p>
            <a:pPr algn="ctr"/>
            <a:r>
              <a:rPr lang="en-US" dirty="0"/>
              <a:t>I/O values remain at the last value</a:t>
            </a:r>
          </a:p>
        </p:txBody>
      </p:sp>
      <p:sp>
        <p:nvSpPr>
          <p:cNvPr id="36" name="Textfeld 35">
            <a:extLst>
              <a:ext uri="{FF2B5EF4-FFF2-40B4-BE49-F238E27FC236}">
                <a16:creationId xmlns:a16="http://schemas.microsoft.com/office/drawing/2014/main" id="{65DCF4B3-7867-851A-B3FB-46ECB0596392}"/>
              </a:ext>
            </a:extLst>
          </p:cNvPr>
          <p:cNvSpPr txBox="1"/>
          <p:nvPr/>
        </p:nvSpPr>
        <p:spPr>
          <a:xfrm>
            <a:off x="600925" y="5910233"/>
            <a:ext cx="3992578" cy="215444"/>
          </a:xfrm>
          <a:prstGeom prst="rect">
            <a:avLst/>
          </a:prstGeom>
          <a:noFill/>
        </p:spPr>
        <p:txBody>
          <a:bodyPr wrap="square" lIns="0" tIns="0" rIns="0" bIns="0" rtlCol="0">
            <a:spAutoFit/>
          </a:bodyPr>
          <a:lstStyle/>
          <a:p>
            <a:pPr algn="l"/>
            <a:r>
              <a:rPr lang="en-US" sz="1400" baseline="30000" dirty="0"/>
              <a:t>1) </a:t>
            </a:r>
            <a:r>
              <a:rPr lang="en-US" sz="1400" dirty="0"/>
              <a:t>Duration approx. 40ms</a:t>
            </a:r>
          </a:p>
        </p:txBody>
      </p:sp>
      <p:cxnSp>
        <p:nvCxnSpPr>
          <p:cNvPr id="37" name="Gerader Verbinder 36">
            <a:extLst>
              <a:ext uri="{FF2B5EF4-FFF2-40B4-BE49-F238E27FC236}">
                <a16:creationId xmlns:a16="http://schemas.microsoft.com/office/drawing/2014/main" id="{E0EB2AF8-94BE-C976-CB00-00BA2AE6CAB7}"/>
              </a:ext>
            </a:extLst>
          </p:cNvPr>
          <p:cNvCxnSpPr/>
          <p:nvPr/>
        </p:nvCxnSpPr>
        <p:spPr>
          <a:xfrm>
            <a:off x="7073772" y="2426569"/>
            <a:ext cx="345882" cy="0"/>
          </a:xfrm>
          <a:prstGeom prst="line">
            <a:avLst/>
          </a:prstGeom>
          <a:ln w="7620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837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71"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abgerundete Ecken 10">
            <a:extLst>
              <a:ext uri="{FF2B5EF4-FFF2-40B4-BE49-F238E27FC236}">
                <a16:creationId xmlns:a16="http://schemas.microsoft.com/office/drawing/2014/main" id="{F185988F-3A08-4997-5281-CE73F7A30F0F}"/>
              </a:ext>
            </a:extLst>
          </p:cNvPr>
          <p:cNvSpPr/>
          <p:nvPr/>
        </p:nvSpPr>
        <p:spPr>
          <a:xfrm>
            <a:off x="7352623" y="2640256"/>
            <a:ext cx="1510720" cy="1179614"/>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749729" y="2589291"/>
            <a:ext cx="1361949" cy="124209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RedundancyR1</a:t>
            </a:r>
            <a:br>
              <a:rPr lang="en-US" dirty="0"/>
            </a:br>
            <a:r>
              <a:rPr lang="en-US" b="0" dirty="0"/>
              <a:t>Scenario: One Controller Fails - Operation Complete</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9" name="Textfeld 28">
            <a:extLst>
              <a:ext uri="{FF2B5EF4-FFF2-40B4-BE49-F238E27FC236}">
                <a16:creationId xmlns:a16="http://schemas.microsoft.com/office/drawing/2014/main" id="{51509B96-7D24-4D66-D71B-117887B9B33E}"/>
              </a:ext>
            </a:extLst>
          </p:cNvPr>
          <p:cNvSpPr txBox="1"/>
          <p:nvPr/>
        </p:nvSpPr>
        <p:spPr>
          <a:xfrm>
            <a:off x="8720427" y="1891561"/>
            <a:ext cx="1061004" cy="553998"/>
          </a:xfrm>
          <a:prstGeom prst="rect">
            <a:avLst/>
          </a:prstGeom>
          <a:noFill/>
        </p:spPr>
        <p:txBody>
          <a:bodyPr wrap="square" lIns="0" tIns="0" rIns="0" bIns="0" rtlCol="0">
            <a:spAutoFit/>
          </a:bodyPr>
          <a:lstStyle/>
          <a:p>
            <a:pPr algn="l"/>
            <a:r>
              <a:rPr lang="en-US" dirty="0">
                <a:solidFill>
                  <a:schemeClr val="bg1"/>
                </a:solidFill>
              </a:rPr>
              <a:t>Primary</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986931" y="3921096"/>
            <a:ext cx="1174282" cy="276999"/>
          </a:xfrm>
          <a:prstGeom prst="rect">
            <a:avLst/>
          </a:prstGeom>
          <a:noFill/>
        </p:spPr>
        <p:txBody>
          <a:bodyPr wrap="square" lIns="0" tIns="0" rIns="0" bIns="0" rtlCol="0">
            <a:spAutoFit/>
          </a:bodyPr>
          <a:lstStyle/>
          <a:p>
            <a:pPr algn="ctr"/>
            <a:r>
              <a:rPr lang="en-US" dirty="0">
                <a:solidFill>
                  <a:schemeClr val="bg1"/>
                </a:solidFill>
              </a:rPr>
              <a:t>R1-Device</a:t>
            </a:r>
          </a:p>
        </p:txBody>
      </p: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419654" y="2774401"/>
            <a:ext cx="621048" cy="816352"/>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49692"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518000" y="4310304"/>
            <a:ext cx="350067" cy="556633"/>
          </a:xfrm>
          <a:prstGeom prst="up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2" name="Rechteck 51">
            <a:extLst>
              <a:ext uri="{FF2B5EF4-FFF2-40B4-BE49-F238E27FC236}">
                <a16:creationId xmlns:a16="http://schemas.microsoft.com/office/drawing/2014/main" id="{2173E257-B8E9-7A45-E66E-464CB380F5E7}"/>
              </a:ext>
            </a:extLst>
          </p:cNvPr>
          <p:cNvSpPr/>
          <p:nvPr/>
        </p:nvSpPr>
        <p:spPr>
          <a:xfrm>
            <a:off x="10502635" y="602884"/>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R1</a:t>
            </a:r>
          </a:p>
        </p:txBody>
      </p:sp>
      <p:pic>
        <p:nvPicPr>
          <p:cNvPr id="4" name="Grafik 3">
            <a:extLst>
              <a:ext uri="{FF2B5EF4-FFF2-40B4-BE49-F238E27FC236}">
                <a16:creationId xmlns:a16="http://schemas.microsoft.com/office/drawing/2014/main" id="{8FD7D6F6-993A-083E-0207-E514657F1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1675" y="1506121"/>
            <a:ext cx="1242097" cy="1242097"/>
          </a:xfrm>
          <a:prstGeom prst="rect">
            <a:avLst/>
          </a:prstGeom>
          <a:solidFill>
            <a:schemeClr val="tx1"/>
          </a:solidFill>
        </p:spPr>
      </p:pic>
      <p:pic>
        <p:nvPicPr>
          <p:cNvPr id="6" name="Grafik 5">
            <a:extLst>
              <a:ext uri="{FF2B5EF4-FFF2-40B4-BE49-F238E27FC236}">
                <a16:creationId xmlns:a16="http://schemas.microsoft.com/office/drawing/2014/main" id="{38D58004-3F42-EEAC-10A3-C33D5CB1E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654" y="1505837"/>
            <a:ext cx="1242097" cy="1242097"/>
          </a:xfrm>
          <a:prstGeom prst="rect">
            <a:avLst/>
          </a:prstGeom>
          <a:solidFill>
            <a:schemeClr val="tx1"/>
          </a:solidFill>
        </p:spPr>
      </p:pic>
      <p:sp>
        <p:nvSpPr>
          <p:cNvPr id="7" name="Rechteck 6">
            <a:extLst>
              <a:ext uri="{FF2B5EF4-FFF2-40B4-BE49-F238E27FC236}">
                <a16:creationId xmlns:a16="http://schemas.microsoft.com/office/drawing/2014/main" id="{83284AA8-4959-7408-EA0D-D97C495757E0}"/>
              </a:ext>
            </a:extLst>
          </p:cNvPr>
          <p:cNvSpPr/>
          <p:nvPr/>
        </p:nvSpPr>
        <p:spPr>
          <a:xfrm>
            <a:off x="7518000" y="1601542"/>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0" name="Grafik 9">
            <a:extLst>
              <a:ext uri="{FF2B5EF4-FFF2-40B4-BE49-F238E27FC236}">
                <a16:creationId xmlns:a16="http://schemas.microsoft.com/office/drawing/2014/main" id="{BD01E16E-A0C7-71A8-8FC2-6F39FFE0FDF8}"/>
              </a:ext>
            </a:extLst>
          </p:cNvPr>
          <p:cNvPicPr>
            <a:picLocks noChangeAspect="1"/>
          </p:cNvPicPr>
          <p:nvPr/>
        </p:nvPicPr>
        <p:blipFill>
          <a:blip r:embed="rId3"/>
          <a:stretch>
            <a:fillRect/>
          </a:stretch>
        </p:blipFill>
        <p:spPr>
          <a:xfrm>
            <a:off x="6998585" y="3591037"/>
            <a:ext cx="980706" cy="728698"/>
          </a:xfrm>
          <a:prstGeom prst="rect">
            <a:avLst/>
          </a:prstGeom>
        </p:spPr>
      </p:pic>
      <p:sp>
        <p:nvSpPr>
          <p:cNvPr id="32" name="Textfeld 31">
            <a:extLst>
              <a:ext uri="{FF2B5EF4-FFF2-40B4-BE49-F238E27FC236}">
                <a16:creationId xmlns:a16="http://schemas.microsoft.com/office/drawing/2014/main" id="{424BB2A0-1891-7FE7-2D9F-A1B9BB662D01}"/>
              </a:ext>
            </a:extLst>
          </p:cNvPr>
          <p:cNvSpPr txBox="1"/>
          <p:nvPr/>
        </p:nvSpPr>
        <p:spPr>
          <a:xfrm>
            <a:off x="7527809" y="1768450"/>
            <a:ext cx="442429" cy="246221"/>
          </a:xfrm>
          <a:prstGeom prst="rect">
            <a:avLst/>
          </a:prstGeom>
          <a:noFill/>
        </p:spPr>
        <p:txBody>
          <a:bodyPr wrap="none" lIns="0" tIns="0" rIns="0" bIns="0" rtlCol="0">
            <a:spAutoFit/>
          </a:bodyPr>
          <a:lstStyle/>
          <a:p>
            <a:pPr algn="l"/>
            <a:r>
              <a:rPr lang="en-US" sz="1600" dirty="0"/>
              <a:t>RUN</a:t>
            </a:r>
          </a:p>
        </p:txBody>
      </p:sp>
      <p:sp>
        <p:nvSpPr>
          <p:cNvPr id="17" name="Textfeld 16">
            <a:extLst>
              <a:ext uri="{FF2B5EF4-FFF2-40B4-BE49-F238E27FC236}">
                <a16:creationId xmlns:a16="http://schemas.microsoft.com/office/drawing/2014/main" id="{B33FDAB9-DF67-BBCE-3040-B7C092299B9D}"/>
              </a:ext>
            </a:extLst>
          </p:cNvPr>
          <p:cNvSpPr txBox="1"/>
          <p:nvPr/>
        </p:nvSpPr>
        <p:spPr>
          <a:xfrm>
            <a:off x="5951503" y="3629575"/>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8" name="Textfeld 17">
            <a:extLst>
              <a:ext uri="{FF2B5EF4-FFF2-40B4-BE49-F238E27FC236}">
                <a16:creationId xmlns:a16="http://schemas.microsoft.com/office/drawing/2014/main" id="{72429D95-7352-6F39-3069-FF6730B7EE6F}"/>
              </a:ext>
            </a:extLst>
          </p:cNvPr>
          <p:cNvSpPr txBox="1"/>
          <p:nvPr/>
        </p:nvSpPr>
        <p:spPr>
          <a:xfrm>
            <a:off x="7955956" y="364701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9" name="Textfeld 18">
            <a:extLst>
              <a:ext uri="{FF2B5EF4-FFF2-40B4-BE49-F238E27FC236}">
                <a16:creationId xmlns:a16="http://schemas.microsoft.com/office/drawing/2014/main" id="{EB76E2D5-D5D5-94A9-E4DF-7FA0D6105805}"/>
              </a:ext>
            </a:extLst>
          </p:cNvPr>
          <p:cNvSpPr txBox="1"/>
          <p:nvPr/>
        </p:nvSpPr>
        <p:spPr>
          <a:xfrm>
            <a:off x="6812729" y="4362044"/>
            <a:ext cx="420987" cy="184666"/>
          </a:xfrm>
          <a:prstGeom prst="rect">
            <a:avLst/>
          </a:prstGeom>
          <a:noFill/>
        </p:spPr>
        <p:txBody>
          <a:bodyPr wrap="square" lIns="0" tIns="0" rIns="0" bIns="0" rtlCol="0">
            <a:spAutoFit/>
          </a:bodyPr>
          <a:lstStyle/>
          <a:p>
            <a:pPr algn="r"/>
            <a:r>
              <a:rPr lang="en-US" sz="1200" dirty="0">
                <a:solidFill>
                  <a:schemeClr val="bg1"/>
                </a:solidFill>
              </a:rPr>
              <a:t>IM1</a:t>
            </a:r>
          </a:p>
        </p:txBody>
      </p:sp>
      <p:sp>
        <p:nvSpPr>
          <p:cNvPr id="20" name="Textfeld 19">
            <a:extLst>
              <a:ext uri="{FF2B5EF4-FFF2-40B4-BE49-F238E27FC236}">
                <a16:creationId xmlns:a16="http://schemas.microsoft.com/office/drawing/2014/main" id="{A8BBCB2E-FB65-3B22-23AF-EEB5C7BE3775}"/>
              </a:ext>
            </a:extLst>
          </p:cNvPr>
          <p:cNvSpPr txBox="1"/>
          <p:nvPr/>
        </p:nvSpPr>
        <p:spPr>
          <a:xfrm>
            <a:off x="7096628" y="4361239"/>
            <a:ext cx="420987" cy="184666"/>
          </a:xfrm>
          <a:prstGeom prst="rect">
            <a:avLst/>
          </a:prstGeom>
          <a:noFill/>
        </p:spPr>
        <p:txBody>
          <a:bodyPr wrap="square" lIns="0" tIns="0" rIns="0" bIns="0" rtlCol="0">
            <a:spAutoFit/>
          </a:bodyPr>
          <a:lstStyle/>
          <a:p>
            <a:pPr algn="r"/>
            <a:r>
              <a:rPr lang="en-US" sz="1200" dirty="0">
                <a:solidFill>
                  <a:schemeClr val="bg1"/>
                </a:solidFill>
              </a:rPr>
              <a:t>IM2</a:t>
            </a:r>
          </a:p>
        </p:txBody>
      </p:sp>
      <p:sp>
        <p:nvSpPr>
          <p:cNvPr id="22" name="Rechteck 21">
            <a:extLst>
              <a:ext uri="{FF2B5EF4-FFF2-40B4-BE49-F238E27FC236}">
                <a16:creationId xmlns:a16="http://schemas.microsoft.com/office/drawing/2014/main" id="{6CB83B30-64CE-1E2B-B128-471D5613B1DE}"/>
              </a:ext>
            </a:extLst>
          </p:cNvPr>
          <p:cNvSpPr/>
          <p:nvPr/>
        </p:nvSpPr>
        <p:spPr>
          <a:xfrm>
            <a:off x="5893805" y="1584361"/>
            <a:ext cx="509281" cy="581095"/>
          </a:xfrm>
          <a:prstGeom prst="rect">
            <a:avLst/>
          </a:prstGeom>
          <a:solidFill>
            <a:srgbClr val="BECDD7"/>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3" name="Gewitterblitz 22">
            <a:extLst>
              <a:ext uri="{FF2B5EF4-FFF2-40B4-BE49-F238E27FC236}">
                <a16:creationId xmlns:a16="http://schemas.microsoft.com/office/drawing/2014/main" id="{0CE793DA-E889-9EC9-5327-D5CFA0EE8966}"/>
              </a:ext>
            </a:extLst>
          </p:cNvPr>
          <p:cNvSpPr/>
          <p:nvPr/>
        </p:nvSpPr>
        <p:spPr bwMode="auto">
          <a:xfrm>
            <a:off x="5988820" y="1600136"/>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sp>
        <p:nvSpPr>
          <p:cNvPr id="5" name="Textfeld 4">
            <a:extLst>
              <a:ext uri="{FF2B5EF4-FFF2-40B4-BE49-F238E27FC236}">
                <a16:creationId xmlns:a16="http://schemas.microsoft.com/office/drawing/2014/main" id="{B00CB9F4-7EDF-D802-6E8F-C03F87D5120F}"/>
              </a:ext>
            </a:extLst>
          </p:cNvPr>
          <p:cNvSpPr txBox="1"/>
          <p:nvPr/>
        </p:nvSpPr>
        <p:spPr>
          <a:xfrm>
            <a:off x="600925" y="3013501"/>
            <a:ext cx="3675969" cy="553998"/>
          </a:xfrm>
          <a:prstGeom prst="rect">
            <a:avLst/>
          </a:prstGeom>
          <a:solidFill>
            <a:srgbClr val="009999"/>
          </a:solidFill>
        </p:spPr>
        <p:txBody>
          <a:bodyPr wrap="square" lIns="0" tIns="0" rIns="0" bIns="0" rtlCol="0">
            <a:spAutoFit/>
          </a:bodyPr>
          <a:lstStyle/>
          <a:p>
            <a:pPr algn="ctr"/>
            <a:r>
              <a:rPr lang="en-US" dirty="0"/>
              <a:t>Remaining controller has a connection to interface module 2 </a:t>
            </a:r>
          </a:p>
        </p:txBody>
      </p:sp>
      <p:sp>
        <p:nvSpPr>
          <p:cNvPr id="8" name="Textfeld 7">
            <a:extLst>
              <a:ext uri="{FF2B5EF4-FFF2-40B4-BE49-F238E27FC236}">
                <a16:creationId xmlns:a16="http://schemas.microsoft.com/office/drawing/2014/main" id="{805CEC28-5CD1-84A5-FACC-344A17D2F878}"/>
              </a:ext>
            </a:extLst>
          </p:cNvPr>
          <p:cNvSpPr txBox="1"/>
          <p:nvPr/>
        </p:nvSpPr>
        <p:spPr>
          <a:xfrm>
            <a:off x="600925" y="4820151"/>
            <a:ext cx="3675965" cy="276999"/>
          </a:xfrm>
          <a:prstGeom prst="rect">
            <a:avLst/>
          </a:prstGeom>
          <a:solidFill>
            <a:srgbClr val="009999"/>
          </a:solidFill>
        </p:spPr>
        <p:txBody>
          <a:bodyPr wrap="square" lIns="0" tIns="0" rIns="0" bIns="0" rtlCol="0">
            <a:spAutoFit/>
          </a:bodyPr>
          <a:lstStyle/>
          <a:p>
            <a:pPr algn="ctr"/>
            <a:r>
              <a:rPr lang="en-US" dirty="0"/>
              <a:t>Process values are exchanged</a:t>
            </a:r>
          </a:p>
        </p:txBody>
      </p:sp>
      <p:cxnSp>
        <p:nvCxnSpPr>
          <p:cNvPr id="9" name="Gerader Verbinder 8">
            <a:extLst>
              <a:ext uri="{FF2B5EF4-FFF2-40B4-BE49-F238E27FC236}">
                <a16:creationId xmlns:a16="http://schemas.microsoft.com/office/drawing/2014/main" id="{132752F8-7395-3E1F-9F66-3F30DCDC6223}"/>
              </a:ext>
            </a:extLst>
          </p:cNvPr>
          <p:cNvCxnSpPr/>
          <p:nvPr/>
        </p:nvCxnSpPr>
        <p:spPr>
          <a:xfrm>
            <a:off x="7073772" y="2426569"/>
            <a:ext cx="345882" cy="0"/>
          </a:xfrm>
          <a:prstGeom prst="line">
            <a:avLst/>
          </a:prstGeom>
          <a:ln w="7620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584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Switching behavior with System Redundancy R1</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dirty="0"/>
              <a:t>Scenario: Failure of a PROFINET interface module</a:t>
            </a:r>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825812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71"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abgerundete Ecken 10">
            <a:extLst>
              <a:ext uri="{FF2B5EF4-FFF2-40B4-BE49-F238E27FC236}">
                <a16:creationId xmlns:a16="http://schemas.microsoft.com/office/drawing/2014/main" id="{F185988F-3A08-4997-5281-CE73F7A30F0F}"/>
              </a:ext>
            </a:extLst>
          </p:cNvPr>
          <p:cNvSpPr/>
          <p:nvPr/>
        </p:nvSpPr>
        <p:spPr>
          <a:xfrm>
            <a:off x="7352623" y="2640256"/>
            <a:ext cx="1510720" cy="1179614"/>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749729" y="2589291"/>
            <a:ext cx="1361949" cy="124209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RedundancyR1</a:t>
            </a:r>
            <a:br>
              <a:rPr lang="en-US" dirty="0"/>
            </a:br>
            <a:r>
              <a:rPr lang="en-US" b="0" dirty="0"/>
              <a:t>Initial Situation</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8" name="Textfeld 27">
            <a:extLst>
              <a:ext uri="{FF2B5EF4-FFF2-40B4-BE49-F238E27FC236}">
                <a16:creationId xmlns:a16="http://schemas.microsoft.com/office/drawing/2014/main" id="{63E53BDC-426A-55B2-05A6-5268A99C1043}"/>
              </a:ext>
            </a:extLst>
          </p:cNvPr>
          <p:cNvSpPr txBox="1"/>
          <p:nvPr/>
        </p:nvSpPr>
        <p:spPr>
          <a:xfrm>
            <a:off x="4777684" y="1872571"/>
            <a:ext cx="1009461" cy="553998"/>
          </a:xfrm>
          <a:prstGeom prst="rect">
            <a:avLst/>
          </a:prstGeom>
          <a:noFill/>
        </p:spPr>
        <p:txBody>
          <a:bodyPr wrap="square" lIns="0" tIns="0" rIns="0" bIns="0" rtlCol="0">
            <a:spAutoFit/>
          </a:bodyPr>
          <a:lstStyle/>
          <a:p>
            <a:pPr algn="r"/>
            <a:r>
              <a:rPr lang="en-US" dirty="0">
                <a:solidFill>
                  <a:schemeClr val="bg1"/>
                </a:solidFill>
              </a:rPr>
              <a:t>Primary</a:t>
            </a:r>
            <a:br>
              <a:rPr lang="en-US" dirty="0">
                <a:solidFill>
                  <a:schemeClr val="bg1"/>
                </a:solidFill>
              </a:rPr>
            </a:br>
            <a:r>
              <a:rPr lang="en-US" dirty="0">
                <a:solidFill>
                  <a:schemeClr val="bg1"/>
                </a:solidFill>
              </a:rPr>
              <a:t>Controller</a:t>
            </a:r>
          </a:p>
        </p:txBody>
      </p:sp>
      <p:sp>
        <p:nvSpPr>
          <p:cNvPr id="29" name="Textfeld 28">
            <a:extLst>
              <a:ext uri="{FF2B5EF4-FFF2-40B4-BE49-F238E27FC236}">
                <a16:creationId xmlns:a16="http://schemas.microsoft.com/office/drawing/2014/main" id="{51509B96-7D24-4D66-D71B-117887B9B33E}"/>
              </a:ext>
            </a:extLst>
          </p:cNvPr>
          <p:cNvSpPr txBox="1"/>
          <p:nvPr/>
        </p:nvSpPr>
        <p:spPr>
          <a:xfrm>
            <a:off x="8720427" y="1891561"/>
            <a:ext cx="1061004" cy="553998"/>
          </a:xfrm>
          <a:prstGeom prst="rect">
            <a:avLst/>
          </a:prstGeom>
          <a:noFill/>
        </p:spPr>
        <p:txBody>
          <a:bodyPr wrap="square" lIns="0" tIns="0" rIns="0" bIns="0" rtlCol="0">
            <a:spAutoFit/>
          </a:bodyPr>
          <a:lstStyle/>
          <a:p>
            <a:pPr algn="l"/>
            <a:r>
              <a:rPr lang="en-US" dirty="0">
                <a:solidFill>
                  <a:schemeClr val="bg1"/>
                </a:solidFill>
              </a:rPr>
              <a:t>Backup</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986931" y="3921096"/>
            <a:ext cx="1174282" cy="276999"/>
          </a:xfrm>
          <a:prstGeom prst="rect">
            <a:avLst/>
          </a:prstGeom>
          <a:noFill/>
        </p:spPr>
        <p:txBody>
          <a:bodyPr wrap="square" lIns="0" tIns="0" rIns="0" bIns="0" rtlCol="0">
            <a:spAutoFit/>
          </a:bodyPr>
          <a:lstStyle/>
          <a:p>
            <a:pPr algn="ctr"/>
            <a:r>
              <a:rPr lang="en-US" dirty="0">
                <a:solidFill>
                  <a:schemeClr val="bg1"/>
                </a:solidFill>
              </a:rPr>
              <a:t>R1-Device</a:t>
            </a:r>
          </a:p>
        </p:txBody>
      </p:sp>
      <p:cxnSp>
        <p:nvCxnSpPr>
          <p:cNvPr id="34" name="Gerade Verbindung mit Pfeil 33">
            <a:extLst>
              <a:ext uri="{FF2B5EF4-FFF2-40B4-BE49-F238E27FC236}">
                <a16:creationId xmlns:a16="http://schemas.microsoft.com/office/drawing/2014/main" id="{06F55EBF-CB79-0635-FD10-3E1CA13ED53E}"/>
              </a:ext>
            </a:extLst>
          </p:cNvPr>
          <p:cNvCxnSpPr>
            <a:cxnSpLocks/>
          </p:cNvCxnSpPr>
          <p:nvPr/>
        </p:nvCxnSpPr>
        <p:spPr>
          <a:xfrm>
            <a:off x="6452447" y="2774685"/>
            <a:ext cx="658937" cy="816068"/>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419654" y="2774401"/>
            <a:ext cx="621048" cy="816352"/>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4" name="Textfeld 43">
            <a:extLst>
              <a:ext uri="{FF2B5EF4-FFF2-40B4-BE49-F238E27FC236}">
                <a16:creationId xmlns:a16="http://schemas.microsoft.com/office/drawing/2014/main" id="{414CF385-136E-AD32-FE2A-7115E4D7CE4F}"/>
              </a:ext>
            </a:extLst>
          </p:cNvPr>
          <p:cNvSpPr txBox="1"/>
          <p:nvPr/>
        </p:nvSpPr>
        <p:spPr>
          <a:xfrm>
            <a:off x="600925" y="3013501"/>
            <a:ext cx="3675967" cy="1107996"/>
          </a:xfrm>
          <a:prstGeom prst="rect">
            <a:avLst/>
          </a:prstGeom>
          <a:solidFill>
            <a:srgbClr val="009999"/>
          </a:solidFill>
        </p:spPr>
        <p:txBody>
          <a:bodyPr wrap="square" lIns="0" tIns="0" rIns="0" bIns="0" rtlCol="0">
            <a:spAutoFit/>
          </a:bodyPr>
          <a:lstStyle/>
          <a:p>
            <a:pPr algn="ctr"/>
            <a:r>
              <a:rPr lang="en-US" dirty="0"/>
              <a:t>Primary Controller is connected to Interface Module 1 (IM1)</a:t>
            </a:r>
          </a:p>
          <a:p>
            <a:pPr algn="ctr"/>
            <a:r>
              <a:rPr lang="en-US" dirty="0"/>
              <a:t>Backup Controller is connected to Interface Module 2 (IM2)</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49692"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518000" y="4310304"/>
            <a:ext cx="350067" cy="556633"/>
          </a:xfrm>
          <a:prstGeom prst="up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1" name="Textfeld 50">
            <a:extLst>
              <a:ext uri="{FF2B5EF4-FFF2-40B4-BE49-F238E27FC236}">
                <a16:creationId xmlns:a16="http://schemas.microsoft.com/office/drawing/2014/main" id="{195B4878-925A-5719-E95D-5F1DD49B759F}"/>
              </a:ext>
            </a:extLst>
          </p:cNvPr>
          <p:cNvSpPr txBox="1"/>
          <p:nvPr/>
        </p:nvSpPr>
        <p:spPr>
          <a:xfrm>
            <a:off x="600925" y="4820151"/>
            <a:ext cx="3675965" cy="276999"/>
          </a:xfrm>
          <a:prstGeom prst="rect">
            <a:avLst/>
          </a:prstGeom>
          <a:solidFill>
            <a:srgbClr val="009999"/>
          </a:solidFill>
        </p:spPr>
        <p:txBody>
          <a:bodyPr wrap="square" lIns="0" tIns="0" rIns="0" bIns="0" rtlCol="0">
            <a:spAutoFit/>
          </a:bodyPr>
          <a:lstStyle/>
          <a:p>
            <a:pPr algn="ctr"/>
            <a:r>
              <a:rPr lang="en-US" dirty="0"/>
              <a:t>Process values are exchanged</a:t>
            </a:r>
          </a:p>
        </p:txBody>
      </p:sp>
      <p:sp>
        <p:nvSpPr>
          <p:cNvPr id="52" name="Rechteck 51">
            <a:extLst>
              <a:ext uri="{FF2B5EF4-FFF2-40B4-BE49-F238E27FC236}">
                <a16:creationId xmlns:a16="http://schemas.microsoft.com/office/drawing/2014/main" id="{2173E257-B8E9-7A45-E66E-464CB380F5E7}"/>
              </a:ext>
            </a:extLst>
          </p:cNvPr>
          <p:cNvSpPr/>
          <p:nvPr/>
        </p:nvSpPr>
        <p:spPr>
          <a:xfrm>
            <a:off x="10502635" y="602884"/>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R1</a:t>
            </a:r>
          </a:p>
        </p:txBody>
      </p:sp>
      <p:pic>
        <p:nvPicPr>
          <p:cNvPr id="4" name="Grafik 3">
            <a:extLst>
              <a:ext uri="{FF2B5EF4-FFF2-40B4-BE49-F238E27FC236}">
                <a16:creationId xmlns:a16="http://schemas.microsoft.com/office/drawing/2014/main" id="{8FD7D6F6-993A-083E-0207-E514657F1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1675" y="1506121"/>
            <a:ext cx="1242097" cy="1242097"/>
          </a:xfrm>
          <a:prstGeom prst="rect">
            <a:avLst/>
          </a:prstGeom>
          <a:solidFill>
            <a:schemeClr val="tx1"/>
          </a:solidFill>
        </p:spPr>
      </p:pic>
      <p:sp>
        <p:nvSpPr>
          <p:cNvPr id="5" name="Rechteck 4">
            <a:extLst>
              <a:ext uri="{FF2B5EF4-FFF2-40B4-BE49-F238E27FC236}">
                <a16:creationId xmlns:a16="http://schemas.microsoft.com/office/drawing/2014/main" id="{079C449F-B82C-B860-F9F1-5625B87C126C}"/>
              </a:ext>
            </a:extLst>
          </p:cNvPr>
          <p:cNvSpPr/>
          <p:nvPr/>
        </p:nvSpPr>
        <p:spPr>
          <a:xfrm>
            <a:off x="5930021" y="1601826"/>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6" name="Grafik 5">
            <a:extLst>
              <a:ext uri="{FF2B5EF4-FFF2-40B4-BE49-F238E27FC236}">
                <a16:creationId xmlns:a16="http://schemas.microsoft.com/office/drawing/2014/main" id="{38D58004-3F42-EEAC-10A3-C33D5CB1E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654" y="1505837"/>
            <a:ext cx="1242097" cy="1242097"/>
          </a:xfrm>
          <a:prstGeom prst="rect">
            <a:avLst/>
          </a:prstGeom>
          <a:solidFill>
            <a:schemeClr val="tx1"/>
          </a:solidFill>
        </p:spPr>
      </p:pic>
      <p:sp>
        <p:nvSpPr>
          <p:cNvPr id="7" name="Rechteck 6">
            <a:extLst>
              <a:ext uri="{FF2B5EF4-FFF2-40B4-BE49-F238E27FC236}">
                <a16:creationId xmlns:a16="http://schemas.microsoft.com/office/drawing/2014/main" id="{83284AA8-4959-7408-EA0D-D97C495757E0}"/>
              </a:ext>
            </a:extLst>
          </p:cNvPr>
          <p:cNvSpPr/>
          <p:nvPr/>
        </p:nvSpPr>
        <p:spPr>
          <a:xfrm>
            <a:off x="7518000" y="1601542"/>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0" name="Grafik 9">
            <a:extLst>
              <a:ext uri="{FF2B5EF4-FFF2-40B4-BE49-F238E27FC236}">
                <a16:creationId xmlns:a16="http://schemas.microsoft.com/office/drawing/2014/main" id="{BD01E16E-A0C7-71A8-8FC2-6F39FFE0FDF8}"/>
              </a:ext>
            </a:extLst>
          </p:cNvPr>
          <p:cNvPicPr>
            <a:picLocks noChangeAspect="1"/>
          </p:cNvPicPr>
          <p:nvPr/>
        </p:nvPicPr>
        <p:blipFill>
          <a:blip r:embed="rId3"/>
          <a:stretch>
            <a:fillRect/>
          </a:stretch>
        </p:blipFill>
        <p:spPr>
          <a:xfrm>
            <a:off x="6998585" y="3591037"/>
            <a:ext cx="980706" cy="728698"/>
          </a:xfrm>
          <a:prstGeom prst="rect">
            <a:avLst/>
          </a:prstGeom>
        </p:spPr>
      </p:pic>
      <p:sp>
        <p:nvSpPr>
          <p:cNvPr id="31" name="Textfeld 30">
            <a:extLst>
              <a:ext uri="{FF2B5EF4-FFF2-40B4-BE49-F238E27FC236}">
                <a16:creationId xmlns:a16="http://schemas.microsoft.com/office/drawing/2014/main" id="{C8B119BA-2149-DD72-3835-D216D0B35AA9}"/>
              </a:ext>
            </a:extLst>
          </p:cNvPr>
          <p:cNvSpPr txBox="1"/>
          <p:nvPr/>
        </p:nvSpPr>
        <p:spPr>
          <a:xfrm>
            <a:off x="5932719" y="1768450"/>
            <a:ext cx="442429" cy="246221"/>
          </a:xfrm>
          <a:prstGeom prst="rect">
            <a:avLst/>
          </a:prstGeom>
          <a:noFill/>
        </p:spPr>
        <p:txBody>
          <a:bodyPr wrap="none" lIns="0" tIns="0" rIns="0" bIns="0" rtlCol="0">
            <a:spAutoFit/>
          </a:bodyPr>
          <a:lstStyle/>
          <a:p>
            <a:pPr algn="l"/>
            <a:r>
              <a:rPr lang="en-US" sz="1600" dirty="0"/>
              <a:t>RUN</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527809" y="1768450"/>
            <a:ext cx="442429" cy="246221"/>
          </a:xfrm>
          <a:prstGeom prst="rect">
            <a:avLst/>
          </a:prstGeom>
          <a:noFill/>
        </p:spPr>
        <p:txBody>
          <a:bodyPr wrap="none" lIns="0" tIns="0" rIns="0" bIns="0" rtlCol="0">
            <a:spAutoFit/>
          </a:bodyPr>
          <a:lstStyle/>
          <a:p>
            <a:pPr algn="l"/>
            <a:r>
              <a:rPr lang="en-US" sz="1600" dirty="0"/>
              <a:t>RUN</a:t>
            </a:r>
          </a:p>
        </p:txBody>
      </p:sp>
      <p:sp>
        <p:nvSpPr>
          <p:cNvPr id="17" name="Textfeld 16">
            <a:extLst>
              <a:ext uri="{FF2B5EF4-FFF2-40B4-BE49-F238E27FC236}">
                <a16:creationId xmlns:a16="http://schemas.microsoft.com/office/drawing/2014/main" id="{B33FDAB9-DF67-BBCE-3040-B7C092299B9D}"/>
              </a:ext>
            </a:extLst>
          </p:cNvPr>
          <p:cNvSpPr txBox="1"/>
          <p:nvPr/>
        </p:nvSpPr>
        <p:spPr>
          <a:xfrm>
            <a:off x="5951503" y="3629575"/>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8" name="Textfeld 17">
            <a:extLst>
              <a:ext uri="{FF2B5EF4-FFF2-40B4-BE49-F238E27FC236}">
                <a16:creationId xmlns:a16="http://schemas.microsoft.com/office/drawing/2014/main" id="{72429D95-7352-6F39-3069-FF6730B7EE6F}"/>
              </a:ext>
            </a:extLst>
          </p:cNvPr>
          <p:cNvSpPr txBox="1"/>
          <p:nvPr/>
        </p:nvSpPr>
        <p:spPr>
          <a:xfrm>
            <a:off x="7955956" y="364701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9" name="Textfeld 18">
            <a:extLst>
              <a:ext uri="{FF2B5EF4-FFF2-40B4-BE49-F238E27FC236}">
                <a16:creationId xmlns:a16="http://schemas.microsoft.com/office/drawing/2014/main" id="{EB76E2D5-D5D5-94A9-E4DF-7FA0D6105805}"/>
              </a:ext>
            </a:extLst>
          </p:cNvPr>
          <p:cNvSpPr txBox="1"/>
          <p:nvPr/>
        </p:nvSpPr>
        <p:spPr>
          <a:xfrm>
            <a:off x="6812729" y="4362044"/>
            <a:ext cx="420987" cy="184666"/>
          </a:xfrm>
          <a:prstGeom prst="rect">
            <a:avLst/>
          </a:prstGeom>
          <a:noFill/>
        </p:spPr>
        <p:txBody>
          <a:bodyPr wrap="square" lIns="0" tIns="0" rIns="0" bIns="0" rtlCol="0">
            <a:spAutoFit/>
          </a:bodyPr>
          <a:lstStyle/>
          <a:p>
            <a:pPr algn="r"/>
            <a:r>
              <a:rPr lang="en-US" sz="1200" dirty="0">
                <a:solidFill>
                  <a:schemeClr val="bg1"/>
                </a:solidFill>
              </a:rPr>
              <a:t>IM1</a:t>
            </a:r>
          </a:p>
        </p:txBody>
      </p:sp>
      <p:sp>
        <p:nvSpPr>
          <p:cNvPr id="20" name="Textfeld 19">
            <a:extLst>
              <a:ext uri="{FF2B5EF4-FFF2-40B4-BE49-F238E27FC236}">
                <a16:creationId xmlns:a16="http://schemas.microsoft.com/office/drawing/2014/main" id="{A8BBCB2E-FB65-3B22-23AF-EEB5C7BE3775}"/>
              </a:ext>
            </a:extLst>
          </p:cNvPr>
          <p:cNvSpPr txBox="1"/>
          <p:nvPr/>
        </p:nvSpPr>
        <p:spPr>
          <a:xfrm>
            <a:off x="7096628" y="4361239"/>
            <a:ext cx="420987" cy="184666"/>
          </a:xfrm>
          <a:prstGeom prst="rect">
            <a:avLst/>
          </a:prstGeom>
          <a:noFill/>
        </p:spPr>
        <p:txBody>
          <a:bodyPr wrap="square" lIns="0" tIns="0" rIns="0" bIns="0" rtlCol="0">
            <a:spAutoFit/>
          </a:bodyPr>
          <a:lstStyle/>
          <a:p>
            <a:pPr algn="r"/>
            <a:r>
              <a:rPr lang="en-US" sz="1200" dirty="0">
                <a:solidFill>
                  <a:schemeClr val="bg1"/>
                </a:solidFill>
              </a:rPr>
              <a:t>IM2</a:t>
            </a:r>
          </a:p>
        </p:txBody>
      </p:sp>
      <p:cxnSp>
        <p:nvCxnSpPr>
          <p:cNvPr id="8" name="Gerader Verbinder 7">
            <a:extLst>
              <a:ext uri="{FF2B5EF4-FFF2-40B4-BE49-F238E27FC236}">
                <a16:creationId xmlns:a16="http://schemas.microsoft.com/office/drawing/2014/main" id="{F119AEE8-E61E-F3AB-A8BC-B480B4897578}"/>
              </a:ext>
            </a:extLst>
          </p:cNvPr>
          <p:cNvCxnSpPr/>
          <p:nvPr/>
        </p:nvCxnSpPr>
        <p:spPr>
          <a:xfrm>
            <a:off x="7073772" y="2426569"/>
            <a:ext cx="345882" cy="0"/>
          </a:xfrm>
          <a:prstGeom prst="line">
            <a:avLst/>
          </a:prstGeom>
          <a:ln w="7620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2164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71"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abgerundete Ecken 10">
            <a:extLst>
              <a:ext uri="{FF2B5EF4-FFF2-40B4-BE49-F238E27FC236}">
                <a16:creationId xmlns:a16="http://schemas.microsoft.com/office/drawing/2014/main" id="{F185988F-3A08-4997-5281-CE73F7A30F0F}"/>
              </a:ext>
            </a:extLst>
          </p:cNvPr>
          <p:cNvSpPr/>
          <p:nvPr/>
        </p:nvSpPr>
        <p:spPr>
          <a:xfrm>
            <a:off x="7352623" y="2640256"/>
            <a:ext cx="1510720" cy="1179614"/>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749729" y="2589291"/>
            <a:ext cx="1361949" cy="124209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RedundancyR1</a:t>
            </a:r>
            <a:br>
              <a:rPr lang="en-US" dirty="0"/>
            </a:br>
            <a:r>
              <a:rPr lang="en-US" b="0" dirty="0"/>
              <a:t>Scenario: An interface module fails – switching process begins</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8" name="Textfeld 27">
            <a:extLst>
              <a:ext uri="{FF2B5EF4-FFF2-40B4-BE49-F238E27FC236}">
                <a16:creationId xmlns:a16="http://schemas.microsoft.com/office/drawing/2014/main" id="{63E53BDC-426A-55B2-05A6-5268A99C1043}"/>
              </a:ext>
            </a:extLst>
          </p:cNvPr>
          <p:cNvSpPr txBox="1"/>
          <p:nvPr/>
        </p:nvSpPr>
        <p:spPr>
          <a:xfrm>
            <a:off x="4777684" y="1872571"/>
            <a:ext cx="1009461" cy="553998"/>
          </a:xfrm>
          <a:prstGeom prst="rect">
            <a:avLst/>
          </a:prstGeom>
          <a:noFill/>
        </p:spPr>
        <p:txBody>
          <a:bodyPr wrap="square" lIns="0" tIns="0" rIns="0" bIns="0" rtlCol="0">
            <a:spAutoFit/>
          </a:bodyPr>
          <a:lstStyle/>
          <a:p>
            <a:pPr algn="r"/>
            <a:r>
              <a:rPr lang="en-US" dirty="0">
                <a:solidFill>
                  <a:schemeClr val="bg1"/>
                </a:solidFill>
              </a:rPr>
              <a:t>Primary</a:t>
            </a:r>
            <a:br>
              <a:rPr lang="en-US" dirty="0">
                <a:solidFill>
                  <a:schemeClr val="bg1"/>
                </a:solidFill>
              </a:rPr>
            </a:br>
            <a:r>
              <a:rPr lang="en-US" dirty="0">
                <a:solidFill>
                  <a:schemeClr val="bg1"/>
                </a:solidFill>
              </a:rPr>
              <a:t>Controller</a:t>
            </a:r>
          </a:p>
        </p:txBody>
      </p:sp>
      <p:sp>
        <p:nvSpPr>
          <p:cNvPr id="29" name="Textfeld 28">
            <a:extLst>
              <a:ext uri="{FF2B5EF4-FFF2-40B4-BE49-F238E27FC236}">
                <a16:creationId xmlns:a16="http://schemas.microsoft.com/office/drawing/2014/main" id="{51509B96-7D24-4D66-D71B-117887B9B33E}"/>
              </a:ext>
            </a:extLst>
          </p:cNvPr>
          <p:cNvSpPr txBox="1"/>
          <p:nvPr/>
        </p:nvSpPr>
        <p:spPr>
          <a:xfrm>
            <a:off x="8720427" y="1891561"/>
            <a:ext cx="1061004" cy="553998"/>
          </a:xfrm>
          <a:prstGeom prst="rect">
            <a:avLst/>
          </a:prstGeom>
          <a:noFill/>
        </p:spPr>
        <p:txBody>
          <a:bodyPr wrap="square" lIns="0" tIns="0" rIns="0" bIns="0" rtlCol="0">
            <a:spAutoFit/>
          </a:bodyPr>
          <a:lstStyle/>
          <a:p>
            <a:pPr algn="l"/>
            <a:r>
              <a:rPr lang="en-US" dirty="0">
                <a:solidFill>
                  <a:schemeClr val="bg1"/>
                </a:solidFill>
              </a:rPr>
              <a:t>Backup</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986931" y="3921096"/>
            <a:ext cx="1174282" cy="276999"/>
          </a:xfrm>
          <a:prstGeom prst="rect">
            <a:avLst/>
          </a:prstGeom>
          <a:noFill/>
        </p:spPr>
        <p:txBody>
          <a:bodyPr wrap="square" lIns="0" tIns="0" rIns="0" bIns="0" rtlCol="0">
            <a:spAutoFit/>
          </a:bodyPr>
          <a:lstStyle/>
          <a:p>
            <a:pPr algn="ctr"/>
            <a:r>
              <a:rPr lang="en-US" dirty="0">
                <a:solidFill>
                  <a:schemeClr val="bg1"/>
                </a:solidFill>
              </a:rPr>
              <a:t>R1-Device</a:t>
            </a:r>
          </a:p>
        </p:txBody>
      </p: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419654" y="2774401"/>
            <a:ext cx="621048" cy="816352"/>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4" name="Textfeld 43">
            <a:extLst>
              <a:ext uri="{FF2B5EF4-FFF2-40B4-BE49-F238E27FC236}">
                <a16:creationId xmlns:a16="http://schemas.microsoft.com/office/drawing/2014/main" id="{414CF385-136E-AD32-FE2A-7115E4D7CE4F}"/>
              </a:ext>
            </a:extLst>
          </p:cNvPr>
          <p:cNvSpPr txBox="1"/>
          <p:nvPr/>
        </p:nvSpPr>
        <p:spPr>
          <a:xfrm>
            <a:off x="600925" y="3013501"/>
            <a:ext cx="3675967" cy="830997"/>
          </a:xfrm>
          <a:prstGeom prst="rect">
            <a:avLst/>
          </a:prstGeom>
          <a:solidFill>
            <a:srgbClr val="009999"/>
          </a:solidFill>
        </p:spPr>
        <p:txBody>
          <a:bodyPr wrap="square" lIns="0" tIns="0" rIns="0" bIns="0" rtlCol="0">
            <a:spAutoFit/>
          </a:bodyPr>
          <a:lstStyle/>
          <a:p>
            <a:pPr algn="ctr"/>
            <a:r>
              <a:rPr lang="en-US" dirty="0"/>
              <a:t>Backup Controller enables connection to </a:t>
            </a:r>
            <a:br>
              <a:rPr lang="en-US" dirty="0"/>
            </a:br>
            <a:r>
              <a:rPr lang="en-US" dirty="0"/>
              <a:t>Interface-Module 2 (IM2)</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49692"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0" name="Pfeil: nach oben und unten 49">
            <a:extLst>
              <a:ext uri="{FF2B5EF4-FFF2-40B4-BE49-F238E27FC236}">
                <a16:creationId xmlns:a16="http://schemas.microsoft.com/office/drawing/2014/main" id="{36FD3C6B-C371-A331-2A6C-6E10D0091E53}"/>
              </a:ext>
            </a:extLst>
          </p:cNvPr>
          <p:cNvSpPr/>
          <p:nvPr/>
        </p:nvSpPr>
        <p:spPr>
          <a:xfrm>
            <a:off x="7518000" y="4310304"/>
            <a:ext cx="350067" cy="556633"/>
          </a:xfrm>
          <a:prstGeom prst="upDownArrow">
            <a:avLst/>
          </a:prstGeom>
          <a:pattFill prst="smCheck">
            <a:fgClr>
              <a:srgbClr val="00B05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52" name="Rechteck 51">
            <a:extLst>
              <a:ext uri="{FF2B5EF4-FFF2-40B4-BE49-F238E27FC236}">
                <a16:creationId xmlns:a16="http://schemas.microsoft.com/office/drawing/2014/main" id="{2173E257-B8E9-7A45-E66E-464CB380F5E7}"/>
              </a:ext>
            </a:extLst>
          </p:cNvPr>
          <p:cNvSpPr/>
          <p:nvPr/>
        </p:nvSpPr>
        <p:spPr>
          <a:xfrm>
            <a:off x="10502635" y="602884"/>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R1</a:t>
            </a:r>
          </a:p>
        </p:txBody>
      </p:sp>
      <p:pic>
        <p:nvPicPr>
          <p:cNvPr id="4" name="Grafik 3">
            <a:extLst>
              <a:ext uri="{FF2B5EF4-FFF2-40B4-BE49-F238E27FC236}">
                <a16:creationId xmlns:a16="http://schemas.microsoft.com/office/drawing/2014/main" id="{8FD7D6F6-993A-083E-0207-E514657F1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1675" y="1506121"/>
            <a:ext cx="1242097" cy="1242097"/>
          </a:xfrm>
          <a:prstGeom prst="rect">
            <a:avLst/>
          </a:prstGeom>
          <a:solidFill>
            <a:schemeClr val="tx1"/>
          </a:solidFill>
        </p:spPr>
      </p:pic>
      <p:sp>
        <p:nvSpPr>
          <p:cNvPr id="5" name="Rechteck 4">
            <a:extLst>
              <a:ext uri="{FF2B5EF4-FFF2-40B4-BE49-F238E27FC236}">
                <a16:creationId xmlns:a16="http://schemas.microsoft.com/office/drawing/2014/main" id="{079C449F-B82C-B860-F9F1-5625B87C126C}"/>
              </a:ext>
            </a:extLst>
          </p:cNvPr>
          <p:cNvSpPr/>
          <p:nvPr/>
        </p:nvSpPr>
        <p:spPr>
          <a:xfrm>
            <a:off x="5930021" y="1601826"/>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6" name="Grafik 5">
            <a:extLst>
              <a:ext uri="{FF2B5EF4-FFF2-40B4-BE49-F238E27FC236}">
                <a16:creationId xmlns:a16="http://schemas.microsoft.com/office/drawing/2014/main" id="{38D58004-3F42-EEAC-10A3-C33D5CB1E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654" y="1505837"/>
            <a:ext cx="1242097" cy="1242097"/>
          </a:xfrm>
          <a:prstGeom prst="rect">
            <a:avLst/>
          </a:prstGeom>
          <a:solidFill>
            <a:schemeClr val="tx1"/>
          </a:solidFill>
        </p:spPr>
      </p:pic>
      <p:sp>
        <p:nvSpPr>
          <p:cNvPr id="7" name="Rechteck 6">
            <a:extLst>
              <a:ext uri="{FF2B5EF4-FFF2-40B4-BE49-F238E27FC236}">
                <a16:creationId xmlns:a16="http://schemas.microsoft.com/office/drawing/2014/main" id="{83284AA8-4959-7408-EA0D-D97C495757E0}"/>
              </a:ext>
            </a:extLst>
          </p:cNvPr>
          <p:cNvSpPr/>
          <p:nvPr/>
        </p:nvSpPr>
        <p:spPr>
          <a:xfrm>
            <a:off x="7518000" y="1601542"/>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0" name="Grafik 9">
            <a:extLst>
              <a:ext uri="{FF2B5EF4-FFF2-40B4-BE49-F238E27FC236}">
                <a16:creationId xmlns:a16="http://schemas.microsoft.com/office/drawing/2014/main" id="{BD01E16E-A0C7-71A8-8FC2-6F39FFE0FDF8}"/>
              </a:ext>
            </a:extLst>
          </p:cNvPr>
          <p:cNvPicPr>
            <a:picLocks noChangeAspect="1"/>
          </p:cNvPicPr>
          <p:nvPr/>
        </p:nvPicPr>
        <p:blipFill>
          <a:blip r:embed="rId3"/>
          <a:stretch>
            <a:fillRect/>
          </a:stretch>
        </p:blipFill>
        <p:spPr>
          <a:xfrm>
            <a:off x="6998585" y="3591037"/>
            <a:ext cx="980706" cy="728698"/>
          </a:xfrm>
          <a:prstGeom prst="rect">
            <a:avLst/>
          </a:prstGeom>
        </p:spPr>
      </p:pic>
      <p:sp>
        <p:nvSpPr>
          <p:cNvPr id="31" name="Textfeld 30">
            <a:extLst>
              <a:ext uri="{FF2B5EF4-FFF2-40B4-BE49-F238E27FC236}">
                <a16:creationId xmlns:a16="http://schemas.microsoft.com/office/drawing/2014/main" id="{C8B119BA-2149-DD72-3835-D216D0B35AA9}"/>
              </a:ext>
            </a:extLst>
          </p:cNvPr>
          <p:cNvSpPr txBox="1"/>
          <p:nvPr/>
        </p:nvSpPr>
        <p:spPr>
          <a:xfrm>
            <a:off x="5932719" y="1768450"/>
            <a:ext cx="442429" cy="246221"/>
          </a:xfrm>
          <a:prstGeom prst="rect">
            <a:avLst/>
          </a:prstGeom>
          <a:noFill/>
        </p:spPr>
        <p:txBody>
          <a:bodyPr wrap="none" lIns="0" tIns="0" rIns="0" bIns="0" rtlCol="0">
            <a:spAutoFit/>
          </a:bodyPr>
          <a:lstStyle/>
          <a:p>
            <a:pPr algn="l"/>
            <a:r>
              <a:rPr lang="en-US" sz="1600" dirty="0"/>
              <a:t>RUN</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527809" y="1768450"/>
            <a:ext cx="442429" cy="246221"/>
          </a:xfrm>
          <a:prstGeom prst="rect">
            <a:avLst/>
          </a:prstGeom>
          <a:noFill/>
        </p:spPr>
        <p:txBody>
          <a:bodyPr wrap="none" lIns="0" tIns="0" rIns="0" bIns="0" rtlCol="0">
            <a:spAutoFit/>
          </a:bodyPr>
          <a:lstStyle/>
          <a:p>
            <a:pPr algn="l"/>
            <a:r>
              <a:rPr lang="en-US" sz="1600" dirty="0"/>
              <a:t>RUN</a:t>
            </a:r>
          </a:p>
        </p:txBody>
      </p:sp>
      <p:sp>
        <p:nvSpPr>
          <p:cNvPr id="17" name="Textfeld 16">
            <a:extLst>
              <a:ext uri="{FF2B5EF4-FFF2-40B4-BE49-F238E27FC236}">
                <a16:creationId xmlns:a16="http://schemas.microsoft.com/office/drawing/2014/main" id="{B33FDAB9-DF67-BBCE-3040-B7C092299B9D}"/>
              </a:ext>
            </a:extLst>
          </p:cNvPr>
          <p:cNvSpPr txBox="1"/>
          <p:nvPr/>
        </p:nvSpPr>
        <p:spPr>
          <a:xfrm>
            <a:off x="5951503" y="3629575"/>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8" name="Textfeld 17">
            <a:extLst>
              <a:ext uri="{FF2B5EF4-FFF2-40B4-BE49-F238E27FC236}">
                <a16:creationId xmlns:a16="http://schemas.microsoft.com/office/drawing/2014/main" id="{72429D95-7352-6F39-3069-FF6730B7EE6F}"/>
              </a:ext>
            </a:extLst>
          </p:cNvPr>
          <p:cNvSpPr txBox="1"/>
          <p:nvPr/>
        </p:nvSpPr>
        <p:spPr>
          <a:xfrm>
            <a:off x="7955956" y="364701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9" name="Textfeld 18">
            <a:extLst>
              <a:ext uri="{FF2B5EF4-FFF2-40B4-BE49-F238E27FC236}">
                <a16:creationId xmlns:a16="http://schemas.microsoft.com/office/drawing/2014/main" id="{EB76E2D5-D5D5-94A9-E4DF-7FA0D6105805}"/>
              </a:ext>
            </a:extLst>
          </p:cNvPr>
          <p:cNvSpPr txBox="1"/>
          <p:nvPr/>
        </p:nvSpPr>
        <p:spPr>
          <a:xfrm>
            <a:off x="6812729" y="4362044"/>
            <a:ext cx="420987" cy="184666"/>
          </a:xfrm>
          <a:prstGeom prst="rect">
            <a:avLst/>
          </a:prstGeom>
          <a:noFill/>
        </p:spPr>
        <p:txBody>
          <a:bodyPr wrap="square" lIns="0" tIns="0" rIns="0" bIns="0" rtlCol="0">
            <a:spAutoFit/>
          </a:bodyPr>
          <a:lstStyle/>
          <a:p>
            <a:pPr algn="r"/>
            <a:r>
              <a:rPr lang="en-US" sz="1200" dirty="0">
                <a:solidFill>
                  <a:schemeClr val="bg1"/>
                </a:solidFill>
              </a:rPr>
              <a:t>IM1</a:t>
            </a:r>
          </a:p>
        </p:txBody>
      </p:sp>
      <p:sp>
        <p:nvSpPr>
          <p:cNvPr id="20" name="Textfeld 19">
            <a:extLst>
              <a:ext uri="{FF2B5EF4-FFF2-40B4-BE49-F238E27FC236}">
                <a16:creationId xmlns:a16="http://schemas.microsoft.com/office/drawing/2014/main" id="{A8BBCB2E-FB65-3B22-23AF-EEB5C7BE3775}"/>
              </a:ext>
            </a:extLst>
          </p:cNvPr>
          <p:cNvSpPr txBox="1"/>
          <p:nvPr/>
        </p:nvSpPr>
        <p:spPr>
          <a:xfrm>
            <a:off x="7096628" y="4361239"/>
            <a:ext cx="420987" cy="184666"/>
          </a:xfrm>
          <a:prstGeom prst="rect">
            <a:avLst/>
          </a:prstGeom>
          <a:noFill/>
        </p:spPr>
        <p:txBody>
          <a:bodyPr wrap="square" lIns="0" tIns="0" rIns="0" bIns="0" rtlCol="0">
            <a:spAutoFit/>
          </a:bodyPr>
          <a:lstStyle/>
          <a:p>
            <a:pPr algn="r"/>
            <a:r>
              <a:rPr lang="en-US" sz="1200" dirty="0">
                <a:solidFill>
                  <a:schemeClr val="bg1"/>
                </a:solidFill>
              </a:rPr>
              <a:t>IM2</a:t>
            </a:r>
          </a:p>
        </p:txBody>
      </p:sp>
      <p:sp>
        <p:nvSpPr>
          <p:cNvPr id="8" name="Gewitterblitz 7">
            <a:extLst>
              <a:ext uri="{FF2B5EF4-FFF2-40B4-BE49-F238E27FC236}">
                <a16:creationId xmlns:a16="http://schemas.microsoft.com/office/drawing/2014/main" id="{B6E19440-EBA1-823A-72C3-1FD48E88B6B3}"/>
              </a:ext>
            </a:extLst>
          </p:cNvPr>
          <p:cNvSpPr/>
          <p:nvPr/>
        </p:nvSpPr>
        <p:spPr bwMode="auto">
          <a:xfrm>
            <a:off x="6931457" y="3623874"/>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cxnSp>
        <p:nvCxnSpPr>
          <p:cNvPr id="9" name="Gerader Verbinder 8">
            <a:extLst>
              <a:ext uri="{FF2B5EF4-FFF2-40B4-BE49-F238E27FC236}">
                <a16:creationId xmlns:a16="http://schemas.microsoft.com/office/drawing/2014/main" id="{2AD849E2-4EA5-BC43-C026-7FE7A061F193}"/>
              </a:ext>
            </a:extLst>
          </p:cNvPr>
          <p:cNvCxnSpPr/>
          <p:nvPr/>
        </p:nvCxnSpPr>
        <p:spPr>
          <a:xfrm>
            <a:off x="7073772" y="2426569"/>
            <a:ext cx="345882" cy="0"/>
          </a:xfrm>
          <a:prstGeom prst="line">
            <a:avLst/>
          </a:prstGeom>
          <a:ln w="7620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15" name="Textfeld 14">
            <a:extLst>
              <a:ext uri="{FF2B5EF4-FFF2-40B4-BE49-F238E27FC236}">
                <a16:creationId xmlns:a16="http://schemas.microsoft.com/office/drawing/2014/main" id="{2091C447-0C0A-0921-709F-F737876C5C68}"/>
              </a:ext>
            </a:extLst>
          </p:cNvPr>
          <p:cNvSpPr txBox="1"/>
          <p:nvPr/>
        </p:nvSpPr>
        <p:spPr>
          <a:xfrm>
            <a:off x="600925" y="4820151"/>
            <a:ext cx="3675965" cy="830997"/>
          </a:xfrm>
          <a:prstGeom prst="rect">
            <a:avLst/>
          </a:prstGeom>
          <a:solidFill>
            <a:srgbClr val="009999"/>
          </a:solidFill>
        </p:spPr>
        <p:txBody>
          <a:bodyPr wrap="square" lIns="0" tIns="0" rIns="0" bIns="0" rtlCol="0">
            <a:spAutoFit/>
          </a:bodyPr>
          <a:lstStyle/>
          <a:p>
            <a:pPr algn="ctr"/>
            <a:r>
              <a:rPr lang="en-US" dirty="0"/>
              <a:t>Process values are used for a very short time</a:t>
            </a:r>
            <a:r>
              <a:rPr lang="en-US" baseline="30000" dirty="0"/>
              <a:t>1)</a:t>
            </a:r>
            <a:r>
              <a:rPr lang="en-US" dirty="0"/>
              <a:t> frozen:</a:t>
            </a:r>
          </a:p>
          <a:p>
            <a:pPr algn="ctr"/>
            <a:r>
              <a:rPr lang="en-US" dirty="0"/>
              <a:t>I/O values remain at the last value</a:t>
            </a:r>
          </a:p>
        </p:txBody>
      </p:sp>
      <p:sp>
        <p:nvSpPr>
          <p:cNvPr id="22" name="Textfeld 21">
            <a:extLst>
              <a:ext uri="{FF2B5EF4-FFF2-40B4-BE49-F238E27FC236}">
                <a16:creationId xmlns:a16="http://schemas.microsoft.com/office/drawing/2014/main" id="{0790B0E4-DB75-9025-AF74-6D55817DBBE6}"/>
              </a:ext>
            </a:extLst>
          </p:cNvPr>
          <p:cNvSpPr txBox="1"/>
          <p:nvPr/>
        </p:nvSpPr>
        <p:spPr>
          <a:xfrm>
            <a:off x="600925" y="5910233"/>
            <a:ext cx="3992578" cy="215444"/>
          </a:xfrm>
          <a:prstGeom prst="rect">
            <a:avLst/>
          </a:prstGeom>
          <a:noFill/>
        </p:spPr>
        <p:txBody>
          <a:bodyPr wrap="square" lIns="0" tIns="0" rIns="0" bIns="0" rtlCol="0">
            <a:spAutoFit/>
          </a:bodyPr>
          <a:lstStyle/>
          <a:p>
            <a:pPr algn="l"/>
            <a:r>
              <a:rPr lang="en-US" sz="1400" baseline="30000" dirty="0"/>
              <a:t>1) </a:t>
            </a:r>
            <a:r>
              <a:rPr lang="en-US" sz="1400" dirty="0"/>
              <a:t>Duration approx. 40ms</a:t>
            </a:r>
          </a:p>
        </p:txBody>
      </p:sp>
    </p:spTree>
    <p:extLst>
      <p:ext uri="{BB962C8B-B14F-4D97-AF65-F5344CB8AC3E}">
        <p14:creationId xmlns:p14="http://schemas.microsoft.com/office/powerpoint/2010/main" val="3121956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71594A9E-D366-4E24-2A91-6E97770A23EF}"/>
              </a:ext>
            </a:extLst>
          </p:cNvPr>
          <p:cNvSpPr/>
          <p:nvPr/>
        </p:nvSpPr>
        <p:spPr>
          <a:xfrm>
            <a:off x="4719871" y="1328594"/>
            <a:ext cx="5027691" cy="420080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Rechteck: abgerundete Ecken 10">
            <a:extLst>
              <a:ext uri="{FF2B5EF4-FFF2-40B4-BE49-F238E27FC236}">
                <a16:creationId xmlns:a16="http://schemas.microsoft.com/office/drawing/2014/main" id="{F185988F-3A08-4997-5281-CE73F7A30F0F}"/>
              </a:ext>
            </a:extLst>
          </p:cNvPr>
          <p:cNvSpPr/>
          <p:nvPr/>
        </p:nvSpPr>
        <p:spPr>
          <a:xfrm>
            <a:off x="7352623" y="2640256"/>
            <a:ext cx="1510720" cy="1179614"/>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Rechteck: abgerundete Ecken 26">
            <a:extLst>
              <a:ext uri="{FF2B5EF4-FFF2-40B4-BE49-F238E27FC236}">
                <a16:creationId xmlns:a16="http://schemas.microsoft.com/office/drawing/2014/main" id="{4F0F7FAC-C60C-3D50-46F0-17A5E5E6EBB4}"/>
              </a:ext>
            </a:extLst>
          </p:cNvPr>
          <p:cNvSpPr/>
          <p:nvPr/>
        </p:nvSpPr>
        <p:spPr>
          <a:xfrm>
            <a:off x="5749729" y="2589291"/>
            <a:ext cx="1361949" cy="124209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el 1">
            <a:extLst>
              <a:ext uri="{FF2B5EF4-FFF2-40B4-BE49-F238E27FC236}">
                <a16:creationId xmlns:a16="http://schemas.microsoft.com/office/drawing/2014/main" id="{F8AC8FCA-0FD5-6A1E-5A8F-F5D915D9E609}"/>
              </a:ext>
            </a:extLst>
          </p:cNvPr>
          <p:cNvSpPr>
            <a:spLocks noGrp="1"/>
          </p:cNvSpPr>
          <p:nvPr>
            <p:ph type="title"/>
          </p:nvPr>
        </p:nvSpPr>
        <p:spPr/>
        <p:txBody>
          <a:bodyPr/>
          <a:lstStyle/>
          <a:p>
            <a:r>
              <a:rPr lang="en-US" dirty="0"/>
              <a:t>Switching behavior with PROFINET System RedundancyR1</a:t>
            </a:r>
            <a:br>
              <a:rPr lang="en-US" dirty="0"/>
            </a:br>
            <a:r>
              <a:rPr lang="en-US" b="0" dirty="0"/>
              <a:t>Scenario: An interface module fails - operation complete</a:t>
            </a:r>
            <a:endParaRPr lang="en-US" dirty="0"/>
          </a:p>
        </p:txBody>
      </p:sp>
      <p:sp>
        <p:nvSpPr>
          <p:cNvPr id="3" name="Fußzeilenplatzhalter 2">
            <a:extLst>
              <a:ext uri="{FF2B5EF4-FFF2-40B4-BE49-F238E27FC236}">
                <a16:creationId xmlns:a16="http://schemas.microsoft.com/office/drawing/2014/main" id="{464FF754-0FEE-3BDB-6F33-8A0964399AD5}"/>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28" name="Textfeld 27">
            <a:extLst>
              <a:ext uri="{FF2B5EF4-FFF2-40B4-BE49-F238E27FC236}">
                <a16:creationId xmlns:a16="http://schemas.microsoft.com/office/drawing/2014/main" id="{63E53BDC-426A-55B2-05A6-5268A99C1043}"/>
              </a:ext>
            </a:extLst>
          </p:cNvPr>
          <p:cNvSpPr txBox="1"/>
          <p:nvPr/>
        </p:nvSpPr>
        <p:spPr>
          <a:xfrm>
            <a:off x="4777684" y="1872571"/>
            <a:ext cx="1009461" cy="553998"/>
          </a:xfrm>
          <a:prstGeom prst="rect">
            <a:avLst/>
          </a:prstGeom>
          <a:noFill/>
        </p:spPr>
        <p:txBody>
          <a:bodyPr wrap="square" lIns="0" tIns="0" rIns="0" bIns="0" rtlCol="0">
            <a:spAutoFit/>
          </a:bodyPr>
          <a:lstStyle/>
          <a:p>
            <a:pPr algn="r"/>
            <a:r>
              <a:rPr lang="en-US" dirty="0">
                <a:solidFill>
                  <a:schemeClr val="bg1"/>
                </a:solidFill>
              </a:rPr>
              <a:t>Primary</a:t>
            </a:r>
            <a:br>
              <a:rPr lang="en-US" dirty="0">
                <a:solidFill>
                  <a:schemeClr val="bg1"/>
                </a:solidFill>
              </a:rPr>
            </a:br>
            <a:r>
              <a:rPr lang="en-US" dirty="0">
                <a:solidFill>
                  <a:schemeClr val="bg1"/>
                </a:solidFill>
              </a:rPr>
              <a:t>Controller</a:t>
            </a:r>
          </a:p>
        </p:txBody>
      </p:sp>
      <p:sp>
        <p:nvSpPr>
          <p:cNvPr id="29" name="Textfeld 28">
            <a:extLst>
              <a:ext uri="{FF2B5EF4-FFF2-40B4-BE49-F238E27FC236}">
                <a16:creationId xmlns:a16="http://schemas.microsoft.com/office/drawing/2014/main" id="{51509B96-7D24-4D66-D71B-117887B9B33E}"/>
              </a:ext>
            </a:extLst>
          </p:cNvPr>
          <p:cNvSpPr txBox="1"/>
          <p:nvPr/>
        </p:nvSpPr>
        <p:spPr>
          <a:xfrm>
            <a:off x="8720427" y="1891561"/>
            <a:ext cx="1061004" cy="553998"/>
          </a:xfrm>
          <a:prstGeom prst="rect">
            <a:avLst/>
          </a:prstGeom>
          <a:noFill/>
        </p:spPr>
        <p:txBody>
          <a:bodyPr wrap="square" lIns="0" tIns="0" rIns="0" bIns="0" rtlCol="0">
            <a:spAutoFit/>
          </a:bodyPr>
          <a:lstStyle/>
          <a:p>
            <a:pPr algn="l"/>
            <a:r>
              <a:rPr lang="en-US" dirty="0">
                <a:solidFill>
                  <a:schemeClr val="bg1"/>
                </a:solidFill>
              </a:rPr>
              <a:t>Backup</a:t>
            </a:r>
          </a:p>
          <a:p>
            <a:pPr algn="l"/>
            <a:r>
              <a:rPr lang="en-US" dirty="0">
                <a:solidFill>
                  <a:schemeClr val="bg1"/>
                </a:solidFill>
              </a:rPr>
              <a:t>Controller</a:t>
            </a:r>
          </a:p>
        </p:txBody>
      </p:sp>
      <p:sp>
        <p:nvSpPr>
          <p:cNvPr id="30" name="Textfeld 29">
            <a:extLst>
              <a:ext uri="{FF2B5EF4-FFF2-40B4-BE49-F238E27FC236}">
                <a16:creationId xmlns:a16="http://schemas.microsoft.com/office/drawing/2014/main" id="{6EE0C415-FA5D-CEA7-4B06-F94B7ABD87D5}"/>
              </a:ext>
            </a:extLst>
          </p:cNvPr>
          <p:cNvSpPr txBox="1"/>
          <p:nvPr/>
        </p:nvSpPr>
        <p:spPr>
          <a:xfrm>
            <a:off x="7986931" y="3921096"/>
            <a:ext cx="1174282" cy="276999"/>
          </a:xfrm>
          <a:prstGeom prst="rect">
            <a:avLst/>
          </a:prstGeom>
          <a:noFill/>
        </p:spPr>
        <p:txBody>
          <a:bodyPr wrap="square" lIns="0" tIns="0" rIns="0" bIns="0" rtlCol="0">
            <a:spAutoFit/>
          </a:bodyPr>
          <a:lstStyle/>
          <a:p>
            <a:pPr algn="ctr"/>
            <a:r>
              <a:rPr lang="en-US" dirty="0">
                <a:solidFill>
                  <a:schemeClr val="bg1"/>
                </a:solidFill>
              </a:rPr>
              <a:t>R1-Device</a:t>
            </a:r>
          </a:p>
        </p:txBody>
      </p:sp>
      <p:cxnSp>
        <p:nvCxnSpPr>
          <p:cNvPr id="35" name="Gerade Verbindung mit Pfeil 34">
            <a:extLst>
              <a:ext uri="{FF2B5EF4-FFF2-40B4-BE49-F238E27FC236}">
                <a16:creationId xmlns:a16="http://schemas.microsoft.com/office/drawing/2014/main" id="{1BA3971E-30E9-3629-45BC-AEA106624B5F}"/>
              </a:ext>
            </a:extLst>
          </p:cNvPr>
          <p:cNvCxnSpPr>
            <a:cxnSpLocks/>
          </p:cNvCxnSpPr>
          <p:nvPr/>
        </p:nvCxnSpPr>
        <p:spPr>
          <a:xfrm flipH="1">
            <a:off x="7419654" y="2774401"/>
            <a:ext cx="621048" cy="816352"/>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E37E2F24-2AB3-EB40-5F7D-EBD7608F1593}"/>
              </a:ext>
            </a:extLst>
          </p:cNvPr>
          <p:cNvCxnSpPr>
            <a:cxnSpLocks/>
          </p:cNvCxnSpPr>
          <p:nvPr/>
        </p:nvCxnSpPr>
        <p:spPr>
          <a:xfrm>
            <a:off x="10087758" y="5296812"/>
            <a:ext cx="1233177"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feld 39">
            <a:extLst>
              <a:ext uri="{FF2B5EF4-FFF2-40B4-BE49-F238E27FC236}">
                <a16:creationId xmlns:a16="http://schemas.microsoft.com/office/drawing/2014/main" id="{AB30348E-EF23-F974-089C-37F8D1D421C4}"/>
              </a:ext>
            </a:extLst>
          </p:cNvPr>
          <p:cNvSpPr txBox="1"/>
          <p:nvPr/>
        </p:nvSpPr>
        <p:spPr>
          <a:xfrm>
            <a:off x="10153884" y="4929756"/>
            <a:ext cx="1167051" cy="276999"/>
          </a:xfrm>
          <a:prstGeom prst="rect">
            <a:avLst/>
          </a:prstGeom>
          <a:noFill/>
        </p:spPr>
        <p:txBody>
          <a:bodyPr wrap="none" lIns="0" tIns="0" rIns="0" bIns="0" rtlCol="0">
            <a:spAutoFit/>
          </a:bodyPr>
          <a:lstStyle/>
          <a:p>
            <a:pPr algn="l"/>
            <a:r>
              <a:rPr lang="en-US" dirty="0"/>
              <a:t>Primary AR</a:t>
            </a:r>
          </a:p>
        </p:txBody>
      </p:sp>
      <p:cxnSp>
        <p:nvCxnSpPr>
          <p:cNvPr id="42" name="Gerade Verbindung mit Pfeil 41">
            <a:extLst>
              <a:ext uri="{FF2B5EF4-FFF2-40B4-BE49-F238E27FC236}">
                <a16:creationId xmlns:a16="http://schemas.microsoft.com/office/drawing/2014/main" id="{09431DCD-942F-61B7-92E6-6A5436C624F1}"/>
              </a:ext>
            </a:extLst>
          </p:cNvPr>
          <p:cNvCxnSpPr>
            <a:cxnSpLocks/>
          </p:cNvCxnSpPr>
          <p:nvPr/>
        </p:nvCxnSpPr>
        <p:spPr>
          <a:xfrm>
            <a:off x="10128236" y="5943992"/>
            <a:ext cx="1233177" cy="0"/>
          </a:xfrm>
          <a:prstGeom prst="straightConnector1">
            <a:avLst/>
          </a:prstGeom>
          <a:ln w="57150">
            <a:solidFill>
              <a:srgbClr val="9999A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17BA86CE-77B4-3286-250F-EE1FA0029378}"/>
              </a:ext>
            </a:extLst>
          </p:cNvPr>
          <p:cNvSpPr txBox="1"/>
          <p:nvPr/>
        </p:nvSpPr>
        <p:spPr>
          <a:xfrm>
            <a:off x="10220010" y="5576936"/>
            <a:ext cx="1141403" cy="276999"/>
          </a:xfrm>
          <a:prstGeom prst="rect">
            <a:avLst/>
          </a:prstGeom>
          <a:noFill/>
        </p:spPr>
        <p:txBody>
          <a:bodyPr wrap="none" lIns="0" tIns="0" rIns="0" bIns="0" rtlCol="0">
            <a:spAutoFit/>
          </a:bodyPr>
          <a:lstStyle/>
          <a:p>
            <a:pPr algn="l"/>
            <a:r>
              <a:rPr lang="en-US" dirty="0"/>
              <a:t>Backup AR</a:t>
            </a:r>
          </a:p>
        </p:txBody>
      </p:sp>
      <p:sp>
        <p:nvSpPr>
          <p:cNvPr id="44" name="Textfeld 43">
            <a:extLst>
              <a:ext uri="{FF2B5EF4-FFF2-40B4-BE49-F238E27FC236}">
                <a16:creationId xmlns:a16="http://schemas.microsoft.com/office/drawing/2014/main" id="{414CF385-136E-AD32-FE2A-7115E4D7CE4F}"/>
              </a:ext>
            </a:extLst>
          </p:cNvPr>
          <p:cNvSpPr txBox="1"/>
          <p:nvPr/>
        </p:nvSpPr>
        <p:spPr>
          <a:xfrm>
            <a:off x="600925" y="3013501"/>
            <a:ext cx="3675967" cy="1107996"/>
          </a:xfrm>
          <a:prstGeom prst="rect">
            <a:avLst/>
          </a:prstGeom>
          <a:solidFill>
            <a:srgbClr val="009999"/>
          </a:solidFill>
        </p:spPr>
        <p:txBody>
          <a:bodyPr wrap="square" lIns="0" tIns="0" rIns="0" bIns="0" rtlCol="0">
            <a:spAutoFit/>
          </a:bodyPr>
          <a:lstStyle/>
          <a:p>
            <a:pPr algn="ctr"/>
            <a:r>
              <a:rPr lang="en-US" dirty="0"/>
              <a:t>I/O data is transferred via sync line via the backup controller to the </a:t>
            </a:r>
            <a:br>
              <a:rPr lang="en-US" dirty="0"/>
            </a:br>
            <a:r>
              <a:rPr lang="en-US" dirty="0"/>
              <a:t>Primary controller.</a:t>
            </a:r>
          </a:p>
          <a:p>
            <a:pPr algn="ctr"/>
            <a:r>
              <a:rPr lang="en-US" dirty="0"/>
              <a:t>There is no controller switching.</a:t>
            </a:r>
          </a:p>
        </p:txBody>
      </p:sp>
      <p:sp>
        <p:nvSpPr>
          <p:cNvPr id="45" name="Rechteck: abgerundete Ecken 44">
            <a:extLst>
              <a:ext uri="{FF2B5EF4-FFF2-40B4-BE49-F238E27FC236}">
                <a16:creationId xmlns:a16="http://schemas.microsoft.com/office/drawing/2014/main" id="{CEE48F01-BB8A-96EE-5EB0-58AF8B36BDC5}"/>
              </a:ext>
            </a:extLst>
          </p:cNvPr>
          <p:cNvSpPr/>
          <p:nvPr/>
        </p:nvSpPr>
        <p:spPr>
          <a:xfrm>
            <a:off x="5049692" y="4861104"/>
            <a:ext cx="4547386" cy="493520"/>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lIns="108000" tIns="72000" rIns="108000" bIns="72000" rtlCol="0" anchor="t" anchorCtr="0"/>
          <a:lstStyle/>
          <a:p>
            <a:pPr algn="ctr"/>
            <a:r>
              <a:rPr lang="en-US" dirty="0"/>
              <a:t>Process Values</a:t>
            </a:r>
          </a:p>
        </p:txBody>
      </p:sp>
      <p:sp>
        <p:nvSpPr>
          <p:cNvPr id="52" name="Rechteck 51">
            <a:extLst>
              <a:ext uri="{FF2B5EF4-FFF2-40B4-BE49-F238E27FC236}">
                <a16:creationId xmlns:a16="http://schemas.microsoft.com/office/drawing/2014/main" id="{2173E257-B8E9-7A45-E66E-464CB380F5E7}"/>
              </a:ext>
            </a:extLst>
          </p:cNvPr>
          <p:cNvSpPr/>
          <p:nvPr/>
        </p:nvSpPr>
        <p:spPr>
          <a:xfrm>
            <a:off x="10502635" y="602884"/>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R1</a:t>
            </a:r>
          </a:p>
        </p:txBody>
      </p:sp>
      <p:pic>
        <p:nvPicPr>
          <p:cNvPr id="4" name="Grafik 3">
            <a:extLst>
              <a:ext uri="{FF2B5EF4-FFF2-40B4-BE49-F238E27FC236}">
                <a16:creationId xmlns:a16="http://schemas.microsoft.com/office/drawing/2014/main" id="{8FD7D6F6-993A-083E-0207-E514657F1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1675" y="1506121"/>
            <a:ext cx="1242097" cy="1242097"/>
          </a:xfrm>
          <a:prstGeom prst="rect">
            <a:avLst/>
          </a:prstGeom>
          <a:solidFill>
            <a:schemeClr val="tx1"/>
          </a:solidFill>
        </p:spPr>
      </p:pic>
      <p:sp>
        <p:nvSpPr>
          <p:cNvPr id="5" name="Rechteck 4">
            <a:extLst>
              <a:ext uri="{FF2B5EF4-FFF2-40B4-BE49-F238E27FC236}">
                <a16:creationId xmlns:a16="http://schemas.microsoft.com/office/drawing/2014/main" id="{079C449F-B82C-B860-F9F1-5625B87C126C}"/>
              </a:ext>
            </a:extLst>
          </p:cNvPr>
          <p:cNvSpPr/>
          <p:nvPr/>
        </p:nvSpPr>
        <p:spPr>
          <a:xfrm>
            <a:off x="5930021" y="1601826"/>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6" name="Grafik 5">
            <a:extLst>
              <a:ext uri="{FF2B5EF4-FFF2-40B4-BE49-F238E27FC236}">
                <a16:creationId xmlns:a16="http://schemas.microsoft.com/office/drawing/2014/main" id="{38D58004-3F42-EEAC-10A3-C33D5CB1E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654" y="1505837"/>
            <a:ext cx="1242097" cy="1242097"/>
          </a:xfrm>
          <a:prstGeom prst="rect">
            <a:avLst/>
          </a:prstGeom>
          <a:solidFill>
            <a:schemeClr val="tx1"/>
          </a:solidFill>
        </p:spPr>
      </p:pic>
      <p:sp>
        <p:nvSpPr>
          <p:cNvPr id="7" name="Rechteck 6">
            <a:extLst>
              <a:ext uri="{FF2B5EF4-FFF2-40B4-BE49-F238E27FC236}">
                <a16:creationId xmlns:a16="http://schemas.microsoft.com/office/drawing/2014/main" id="{83284AA8-4959-7408-EA0D-D97C495757E0}"/>
              </a:ext>
            </a:extLst>
          </p:cNvPr>
          <p:cNvSpPr/>
          <p:nvPr/>
        </p:nvSpPr>
        <p:spPr>
          <a:xfrm>
            <a:off x="7518000" y="1601542"/>
            <a:ext cx="445127" cy="542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pic>
        <p:nvPicPr>
          <p:cNvPr id="10" name="Grafik 9">
            <a:extLst>
              <a:ext uri="{FF2B5EF4-FFF2-40B4-BE49-F238E27FC236}">
                <a16:creationId xmlns:a16="http://schemas.microsoft.com/office/drawing/2014/main" id="{BD01E16E-A0C7-71A8-8FC2-6F39FFE0FDF8}"/>
              </a:ext>
            </a:extLst>
          </p:cNvPr>
          <p:cNvPicPr>
            <a:picLocks noChangeAspect="1"/>
          </p:cNvPicPr>
          <p:nvPr/>
        </p:nvPicPr>
        <p:blipFill>
          <a:blip r:embed="rId3"/>
          <a:stretch>
            <a:fillRect/>
          </a:stretch>
        </p:blipFill>
        <p:spPr>
          <a:xfrm>
            <a:off x="6998585" y="3591037"/>
            <a:ext cx="980706" cy="728698"/>
          </a:xfrm>
          <a:prstGeom prst="rect">
            <a:avLst/>
          </a:prstGeom>
        </p:spPr>
      </p:pic>
      <p:sp>
        <p:nvSpPr>
          <p:cNvPr id="31" name="Textfeld 30">
            <a:extLst>
              <a:ext uri="{FF2B5EF4-FFF2-40B4-BE49-F238E27FC236}">
                <a16:creationId xmlns:a16="http://schemas.microsoft.com/office/drawing/2014/main" id="{C8B119BA-2149-DD72-3835-D216D0B35AA9}"/>
              </a:ext>
            </a:extLst>
          </p:cNvPr>
          <p:cNvSpPr txBox="1"/>
          <p:nvPr/>
        </p:nvSpPr>
        <p:spPr>
          <a:xfrm>
            <a:off x="5932719" y="1768450"/>
            <a:ext cx="442429" cy="246221"/>
          </a:xfrm>
          <a:prstGeom prst="rect">
            <a:avLst/>
          </a:prstGeom>
          <a:noFill/>
        </p:spPr>
        <p:txBody>
          <a:bodyPr wrap="none" lIns="0" tIns="0" rIns="0" bIns="0" rtlCol="0">
            <a:spAutoFit/>
          </a:bodyPr>
          <a:lstStyle/>
          <a:p>
            <a:pPr algn="l"/>
            <a:r>
              <a:rPr lang="en-US" sz="1600" dirty="0"/>
              <a:t>RUN</a:t>
            </a:r>
          </a:p>
        </p:txBody>
      </p:sp>
      <p:sp>
        <p:nvSpPr>
          <p:cNvPr id="32" name="Textfeld 31">
            <a:extLst>
              <a:ext uri="{FF2B5EF4-FFF2-40B4-BE49-F238E27FC236}">
                <a16:creationId xmlns:a16="http://schemas.microsoft.com/office/drawing/2014/main" id="{424BB2A0-1891-7FE7-2D9F-A1B9BB662D01}"/>
              </a:ext>
            </a:extLst>
          </p:cNvPr>
          <p:cNvSpPr txBox="1"/>
          <p:nvPr/>
        </p:nvSpPr>
        <p:spPr>
          <a:xfrm>
            <a:off x="7527809" y="1768450"/>
            <a:ext cx="442429" cy="246221"/>
          </a:xfrm>
          <a:prstGeom prst="rect">
            <a:avLst/>
          </a:prstGeom>
          <a:noFill/>
        </p:spPr>
        <p:txBody>
          <a:bodyPr wrap="none" lIns="0" tIns="0" rIns="0" bIns="0" rtlCol="0">
            <a:spAutoFit/>
          </a:bodyPr>
          <a:lstStyle/>
          <a:p>
            <a:pPr algn="l"/>
            <a:r>
              <a:rPr lang="en-US" sz="1600" dirty="0"/>
              <a:t>RUN</a:t>
            </a:r>
          </a:p>
        </p:txBody>
      </p:sp>
      <p:sp>
        <p:nvSpPr>
          <p:cNvPr id="17" name="Textfeld 16">
            <a:extLst>
              <a:ext uri="{FF2B5EF4-FFF2-40B4-BE49-F238E27FC236}">
                <a16:creationId xmlns:a16="http://schemas.microsoft.com/office/drawing/2014/main" id="{B33FDAB9-DF67-BBCE-3040-B7C092299B9D}"/>
              </a:ext>
            </a:extLst>
          </p:cNvPr>
          <p:cNvSpPr txBox="1"/>
          <p:nvPr/>
        </p:nvSpPr>
        <p:spPr>
          <a:xfrm>
            <a:off x="5951503" y="3629575"/>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8" name="Textfeld 17">
            <a:extLst>
              <a:ext uri="{FF2B5EF4-FFF2-40B4-BE49-F238E27FC236}">
                <a16:creationId xmlns:a16="http://schemas.microsoft.com/office/drawing/2014/main" id="{72429D95-7352-6F39-3069-FF6730B7EE6F}"/>
              </a:ext>
            </a:extLst>
          </p:cNvPr>
          <p:cNvSpPr txBox="1"/>
          <p:nvPr/>
        </p:nvSpPr>
        <p:spPr>
          <a:xfrm>
            <a:off x="7955956" y="3647010"/>
            <a:ext cx="809155" cy="153888"/>
          </a:xfrm>
          <a:prstGeom prst="rect">
            <a:avLst/>
          </a:prstGeom>
          <a:noFill/>
        </p:spPr>
        <p:txBody>
          <a:bodyPr wrap="square" lIns="0" tIns="0" rIns="0" bIns="0" rtlCol="0">
            <a:spAutoFit/>
          </a:bodyPr>
          <a:lstStyle/>
          <a:p>
            <a:pPr algn="ctr"/>
            <a:r>
              <a:rPr lang="en-US" sz="1000" dirty="0">
                <a:solidFill>
                  <a:schemeClr val="bg1"/>
                </a:solidFill>
              </a:rPr>
              <a:t>PROFINET</a:t>
            </a:r>
          </a:p>
        </p:txBody>
      </p:sp>
      <p:sp>
        <p:nvSpPr>
          <p:cNvPr id="19" name="Textfeld 18">
            <a:extLst>
              <a:ext uri="{FF2B5EF4-FFF2-40B4-BE49-F238E27FC236}">
                <a16:creationId xmlns:a16="http://schemas.microsoft.com/office/drawing/2014/main" id="{EB76E2D5-D5D5-94A9-E4DF-7FA0D6105805}"/>
              </a:ext>
            </a:extLst>
          </p:cNvPr>
          <p:cNvSpPr txBox="1"/>
          <p:nvPr/>
        </p:nvSpPr>
        <p:spPr>
          <a:xfrm>
            <a:off x="6812729" y="4362044"/>
            <a:ext cx="420987" cy="184666"/>
          </a:xfrm>
          <a:prstGeom prst="rect">
            <a:avLst/>
          </a:prstGeom>
          <a:noFill/>
        </p:spPr>
        <p:txBody>
          <a:bodyPr wrap="square" lIns="0" tIns="0" rIns="0" bIns="0" rtlCol="0">
            <a:spAutoFit/>
          </a:bodyPr>
          <a:lstStyle/>
          <a:p>
            <a:pPr algn="r"/>
            <a:r>
              <a:rPr lang="en-US" sz="1200" dirty="0">
                <a:solidFill>
                  <a:schemeClr val="bg1"/>
                </a:solidFill>
              </a:rPr>
              <a:t>IM1</a:t>
            </a:r>
          </a:p>
        </p:txBody>
      </p:sp>
      <p:sp>
        <p:nvSpPr>
          <p:cNvPr id="20" name="Textfeld 19">
            <a:extLst>
              <a:ext uri="{FF2B5EF4-FFF2-40B4-BE49-F238E27FC236}">
                <a16:creationId xmlns:a16="http://schemas.microsoft.com/office/drawing/2014/main" id="{A8BBCB2E-FB65-3B22-23AF-EEB5C7BE3775}"/>
              </a:ext>
            </a:extLst>
          </p:cNvPr>
          <p:cNvSpPr txBox="1"/>
          <p:nvPr/>
        </p:nvSpPr>
        <p:spPr>
          <a:xfrm>
            <a:off x="7096628" y="4361239"/>
            <a:ext cx="420987" cy="184666"/>
          </a:xfrm>
          <a:prstGeom prst="rect">
            <a:avLst/>
          </a:prstGeom>
          <a:noFill/>
        </p:spPr>
        <p:txBody>
          <a:bodyPr wrap="square" lIns="0" tIns="0" rIns="0" bIns="0" rtlCol="0">
            <a:spAutoFit/>
          </a:bodyPr>
          <a:lstStyle/>
          <a:p>
            <a:pPr algn="r"/>
            <a:r>
              <a:rPr lang="en-US" sz="1200" dirty="0">
                <a:solidFill>
                  <a:schemeClr val="bg1"/>
                </a:solidFill>
              </a:rPr>
              <a:t>IM2</a:t>
            </a:r>
          </a:p>
        </p:txBody>
      </p:sp>
      <p:sp>
        <p:nvSpPr>
          <p:cNvPr id="8" name="Gewitterblitz 7">
            <a:extLst>
              <a:ext uri="{FF2B5EF4-FFF2-40B4-BE49-F238E27FC236}">
                <a16:creationId xmlns:a16="http://schemas.microsoft.com/office/drawing/2014/main" id="{B6E19440-EBA1-823A-72C3-1FD48E88B6B3}"/>
              </a:ext>
            </a:extLst>
          </p:cNvPr>
          <p:cNvSpPr/>
          <p:nvPr/>
        </p:nvSpPr>
        <p:spPr bwMode="auto">
          <a:xfrm>
            <a:off x="6931457" y="3623874"/>
            <a:ext cx="359853" cy="539779"/>
          </a:xfrm>
          <a:prstGeom prst="lightningBolt">
            <a:avLst/>
          </a:prstGeom>
          <a:solidFill>
            <a:srgbClr val="FF0000"/>
          </a:solidFill>
          <a:ln>
            <a:no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FF0000"/>
              </a:solidFill>
              <a:latin typeface="Arial"/>
              <a:ea typeface="Arial Unicode MS" panose="020B0604020202020204" pitchFamily="34" charset="-128"/>
              <a:cs typeface="Arial Unicode MS" panose="020B0604020202020204" pitchFamily="34" charset="-128"/>
            </a:endParaRPr>
          </a:p>
        </p:txBody>
      </p:sp>
      <p:cxnSp>
        <p:nvCxnSpPr>
          <p:cNvPr id="9" name="Gerader Verbinder 8">
            <a:extLst>
              <a:ext uri="{FF2B5EF4-FFF2-40B4-BE49-F238E27FC236}">
                <a16:creationId xmlns:a16="http://schemas.microsoft.com/office/drawing/2014/main" id="{2AD849E2-4EA5-BC43-C026-7FE7A061F193}"/>
              </a:ext>
            </a:extLst>
          </p:cNvPr>
          <p:cNvCxnSpPr/>
          <p:nvPr/>
        </p:nvCxnSpPr>
        <p:spPr>
          <a:xfrm>
            <a:off x="7073772" y="2426569"/>
            <a:ext cx="345882" cy="0"/>
          </a:xfrm>
          <a:prstGeom prst="line">
            <a:avLst/>
          </a:prstGeom>
          <a:ln w="76200" cmpd="dbl">
            <a:solidFill>
              <a:srgbClr val="FF9000"/>
            </a:solidFill>
            <a:headEnd w="lg" len="lg"/>
            <a:tailEnd type="none" w="lg" len="lg"/>
          </a:ln>
        </p:spPr>
        <p:style>
          <a:lnRef idx="1">
            <a:schemeClr val="accent1"/>
          </a:lnRef>
          <a:fillRef idx="0">
            <a:schemeClr val="accent1"/>
          </a:fillRef>
          <a:effectRef idx="0">
            <a:schemeClr val="accent1"/>
          </a:effectRef>
          <a:fontRef idx="minor">
            <a:schemeClr val="tx1"/>
          </a:fontRef>
        </p:style>
      </p:cxnSp>
      <p:cxnSp>
        <p:nvCxnSpPr>
          <p:cNvPr id="12" name="Gerade Verbindung mit Pfeil 11">
            <a:extLst>
              <a:ext uri="{FF2B5EF4-FFF2-40B4-BE49-F238E27FC236}">
                <a16:creationId xmlns:a16="http://schemas.microsoft.com/office/drawing/2014/main" id="{0AE5502F-3FBD-09D0-F302-4400981501C7}"/>
              </a:ext>
            </a:extLst>
          </p:cNvPr>
          <p:cNvCxnSpPr>
            <a:cxnSpLocks/>
          </p:cNvCxnSpPr>
          <p:nvPr/>
        </p:nvCxnSpPr>
        <p:spPr>
          <a:xfrm flipH="1">
            <a:off x="6760658" y="2287088"/>
            <a:ext cx="998162" cy="0"/>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Pfeil: nach oben und unten 12">
            <a:extLst>
              <a:ext uri="{FF2B5EF4-FFF2-40B4-BE49-F238E27FC236}">
                <a16:creationId xmlns:a16="http://schemas.microsoft.com/office/drawing/2014/main" id="{EBE216B9-7E23-7933-31E1-AAF5269A95AF}"/>
              </a:ext>
            </a:extLst>
          </p:cNvPr>
          <p:cNvSpPr/>
          <p:nvPr/>
        </p:nvSpPr>
        <p:spPr>
          <a:xfrm>
            <a:off x="7518000" y="4310304"/>
            <a:ext cx="350067" cy="556633"/>
          </a:xfrm>
          <a:prstGeom prst="up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4" name="Textfeld 13">
            <a:extLst>
              <a:ext uri="{FF2B5EF4-FFF2-40B4-BE49-F238E27FC236}">
                <a16:creationId xmlns:a16="http://schemas.microsoft.com/office/drawing/2014/main" id="{C7F35B8D-8F8E-CCB0-1190-7DCA80660BFC}"/>
              </a:ext>
            </a:extLst>
          </p:cNvPr>
          <p:cNvSpPr txBox="1"/>
          <p:nvPr/>
        </p:nvSpPr>
        <p:spPr>
          <a:xfrm>
            <a:off x="600925" y="4820151"/>
            <a:ext cx="3675965" cy="276999"/>
          </a:xfrm>
          <a:prstGeom prst="rect">
            <a:avLst/>
          </a:prstGeom>
          <a:solidFill>
            <a:srgbClr val="009999"/>
          </a:solidFill>
        </p:spPr>
        <p:txBody>
          <a:bodyPr wrap="square" lIns="0" tIns="0" rIns="0" bIns="0" rtlCol="0">
            <a:spAutoFit/>
          </a:bodyPr>
          <a:lstStyle/>
          <a:p>
            <a:pPr algn="ctr"/>
            <a:r>
              <a:rPr lang="en-US" dirty="0"/>
              <a:t>Process values are exchanged</a:t>
            </a:r>
          </a:p>
        </p:txBody>
      </p:sp>
    </p:spTree>
    <p:extLst>
      <p:ext uri="{BB962C8B-B14F-4D97-AF65-F5344CB8AC3E}">
        <p14:creationId xmlns:p14="http://schemas.microsoft.com/office/powerpoint/2010/main" val="2208780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Siemens products with System Redundancy function</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1694673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ECF9A0-538E-E13A-A605-D68CBAFC2841}"/>
              </a:ext>
            </a:extLst>
          </p:cNvPr>
          <p:cNvSpPr>
            <a:spLocks noGrp="1"/>
          </p:cNvSpPr>
          <p:nvPr>
            <p:ph type="title"/>
          </p:nvPr>
        </p:nvSpPr>
        <p:spPr/>
        <p:txBody>
          <a:bodyPr/>
          <a:lstStyle/>
          <a:p>
            <a:r>
              <a:rPr lang="en-US" dirty="0"/>
              <a:t>PROFINET System Redundancy</a:t>
            </a:r>
            <a:br>
              <a:rPr lang="en-US" dirty="0"/>
            </a:br>
            <a:r>
              <a:rPr lang="en-US" b="0" dirty="0"/>
              <a:t>Siemens I/O systems with PN S2 function (I) </a:t>
            </a:r>
            <a:endParaRPr lang="en-US" dirty="0"/>
          </a:p>
        </p:txBody>
      </p:sp>
      <p:sp>
        <p:nvSpPr>
          <p:cNvPr id="3" name="Fußzeilenplatzhalter 2">
            <a:extLst>
              <a:ext uri="{FF2B5EF4-FFF2-40B4-BE49-F238E27FC236}">
                <a16:creationId xmlns:a16="http://schemas.microsoft.com/office/drawing/2014/main" id="{4DC02295-A77B-8302-DF2B-31F7331EC4B0}"/>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4" name="Tabelle 4">
            <a:extLst>
              <a:ext uri="{FF2B5EF4-FFF2-40B4-BE49-F238E27FC236}">
                <a16:creationId xmlns:a16="http://schemas.microsoft.com/office/drawing/2014/main" id="{F170BBCA-C806-41C3-8B15-6EDFFB668C8F}"/>
              </a:ext>
            </a:extLst>
          </p:cNvPr>
          <p:cNvGraphicFramePr>
            <a:graphicFrameLocks noGrp="1"/>
          </p:cNvGraphicFramePr>
          <p:nvPr>
            <p:extLst>
              <p:ext uri="{D42A27DB-BD31-4B8C-83A1-F6EECF244321}">
                <p14:modId xmlns:p14="http://schemas.microsoft.com/office/powerpoint/2010/main" val="420164998"/>
              </p:ext>
            </p:extLst>
          </p:nvPr>
        </p:nvGraphicFramePr>
        <p:xfrm>
          <a:off x="709113" y="1436741"/>
          <a:ext cx="10773774" cy="3936492"/>
        </p:xfrm>
        <a:graphic>
          <a:graphicData uri="http://schemas.openxmlformats.org/drawingml/2006/table">
            <a:tbl>
              <a:tblPr firstRow="1" bandRow="1">
                <a:tableStyleId>{5C22544A-7EE6-4342-B048-85BDC9FD1C3A}</a:tableStyleId>
              </a:tblPr>
              <a:tblGrid>
                <a:gridCol w="3591258">
                  <a:extLst>
                    <a:ext uri="{9D8B030D-6E8A-4147-A177-3AD203B41FA5}">
                      <a16:colId xmlns:a16="http://schemas.microsoft.com/office/drawing/2014/main" val="1810221941"/>
                    </a:ext>
                  </a:extLst>
                </a:gridCol>
                <a:gridCol w="3005304">
                  <a:extLst>
                    <a:ext uri="{9D8B030D-6E8A-4147-A177-3AD203B41FA5}">
                      <a16:colId xmlns:a16="http://schemas.microsoft.com/office/drawing/2014/main" val="2125947682"/>
                    </a:ext>
                  </a:extLst>
                </a:gridCol>
                <a:gridCol w="4177212">
                  <a:extLst>
                    <a:ext uri="{9D8B030D-6E8A-4147-A177-3AD203B41FA5}">
                      <a16:colId xmlns:a16="http://schemas.microsoft.com/office/drawing/2014/main" val="3873824362"/>
                    </a:ext>
                  </a:extLst>
                </a:gridCol>
              </a:tblGrid>
              <a:tr h="370840">
                <a:tc>
                  <a:txBody>
                    <a:bodyPr/>
                    <a:lstStyle/>
                    <a:p>
                      <a:r>
                        <a:rPr lang="de-DE" sz="1400" dirty="0"/>
                        <a:t>Product</a:t>
                      </a:r>
                    </a:p>
                  </a:txBody>
                  <a:tcPr/>
                </a:tc>
                <a:tc>
                  <a:txBody>
                    <a:bodyPr/>
                    <a:lstStyle/>
                    <a:p>
                      <a:endParaRPr lang="de-DE" sz="1400" dirty="0"/>
                    </a:p>
                  </a:txBody>
                  <a:tcPr/>
                </a:tc>
                <a:tc>
                  <a:txBody>
                    <a:bodyPr/>
                    <a:lstStyle/>
                    <a:p>
                      <a:r>
                        <a:rPr lang="de-DE" sz="1400" dirty="0"/>
                        <a:t>Article</a:t>
                      </a:r>
                    </a:p>
                  </a:txBody>
                  <a:tcPr/>
                </a:tc>
                <a:extLst>
                  <a:ext uri="{0D108BD9-81ED-4DB2-BD59-A6C34878D82A}">
                    <a16:rowId xmlns:a16="http://schemas.microsoft.com/office/drawing/2014/main" val="3988263568"/>
                  </a:ext>
                </a:extLst>
              </a:tr>
              <a:tr h="370840">
                <a:tc>
                  <a:txBody>
                    <a:bodyPr/>
                    <a:lstStyle/>
                    <a:p>
                      <a:pPr algn="ctr">
                        <a:spcBef>
                          <a:spcPct val="0"/>
                        </a:spcBef>
                        <a:buClr>
                          <a:srgbClr val="949EAA"/>
                        </a:buClr>
                        <a:buFont typeface="Wingdings" pitchFamily="2" charset="2"/>
                        <a:buNone/>
                      </a:pPr>
                      <a:r>
                        <a:rPr lang="de-DE" sz="1800" b="1" dirty="0">
                          <a:solidFill>
                            <a:srgbClr val="00646E"/>
                          </a:solidFill>
                          <a:latin typeface="+mn-lt"/>
                          <a:cs typeface="Arial" charset="0"/>
                        </a:rPr>
                        <a:t>ET 200SP</a:t>
                      </a:r>
                    </a:p>
                    <a:p>
                      <a:pPr algn="ctr">
                        <a:spcBef>
                          <a:spcPct val="0"/>
                        </a:spcBef>
                        <a:buClr>
                          <a:srgbClr val="949EAA"/>
                        </a:buClr>
                        <a:buFont typeface="Wingdings" pitchFamily="2" charset="2"/>
                        <a:buNone/>
                      </a:pPr>
                      <a:r>
                        <a:rPr lang="de-DE" sz="1400" dirty="0">
                          <a:solidFill>
                            <a:schemeClr val="bg1"/>
                          </a:solidFill>
                          <a:latin typeface="+mn-lt"/>
                          <a:cs typeface="Arial" charset="0"/>
                        </a:rPr>
                        <a:t>IM155-6 PN HF (FW&gt;=4.2)</a:t>
                      </a:r>
                      <a:br>
                        <a:rPr lang="de-DE" sz="1400" dirty="0">
                          <a:solidFill>
                            <a:schemeClr val="bg1"/>
                          </a:solidFill>
                          <a:latin typeface="+mn-lt"/>
                          <a:cs typeface="Arial" charset="0"/>
                        </a:rPr>
                      </a:br>
                      <a:r>
                        <a:rPr lang="en-US" sz="1400" dirty="0">
                          <a:solidFill>
                            <a:schemeClr val="bg1"/>
                          </a:solidFill>
                          <a:latin typeface="+mn-lt"/>
                          <a:cs typeface="Arial" charset="0"/>
                        </a:rPr>
                        <a:t>IM 155-6MF (Multi Fieldbus)</a:t>
                      </a:r>
                      <a:endParaRPr lang="de-DE" sz="1400" dirty="0">
                        <a:solidFill>
                          <a:schemeClr val="bg1"/>
                        </a:solidFill>
                        <a:latin typeface="+mn-lt"/>
                        <a:cs typeface="Arial" charset="0"/>
                      </a:endParaRPr>
                    </a:p>
                  </a:txBody>
                  <a:tcPr/>
                </a:tc>
                <a:tc>
                  <a:txBody>
                    <a:bodyPr/>
                    <a:lstStyle/>
                    <a:p>
                      <a:endParaRPr lang="de-DE" sz="1400" dirty="0"/>
                    </a:p>
                  </a:txBody>
                  <a:tcPr/>
                </a:tc>
                <a:tc>
                  <a:txBody>
                    <a:bodyPr/>
                    <a:lstStyle/>
                    <a:p>
                      <a:pPr>
                        <a:spcBef>
                          <a:spcPct val="0"/>
                        </a:spcBef>
                        <a:buClr>
                          <a:srgbClr val="949EAA"/>
                        </a:buClr>
                        <a:buFont typeface="Wingdings" pitchFamily="2" charset="2"/>
                        <a:buNone/>
                      </a:pPr>
                      <a:r>
                        <a:rPr lang="de-DE" sz="1399" kern="1200" dirty="0">
                          <a:solidFill>
                            <a:srgbClr val="00646E"/>
                          </a:solidFill>
                          <a:latin typeface="+mn-lt"/>
                          <a:ea typeface="+mn-ea"/>
                          <a:cs typeface="Arial" charset="0"/>
                        </a:rPr>
                        <a:t>6ES7155-6AU01-0CN0</a:t>
                      </a:r>
                    </a:p>
                    <a:p>
                      <a:pPr>
                        <a:spcBef>
                          <a:spcPct val="0"/>
                        </a:spcBef>
                        <a:buClr>
                          <a:srgbClr val="949EAA"/>
                        </a:buClr>
                        <a:buFont typeface="Wingdings" pitchFamily="2" charset="2"/>
                        <a:buNone/>
                      </a:pPr>
                      <a:r>
                        <a:rPr lang="de-DE" sz="1399" kern="1200" dirty="0">
                          <a:solidFill>
                            <a:srgbClr val="00646E"/>
                          </a:solidFill>
                          <a:latin typeface="+mn-lt"/>
                          <a:ea typeface="+mn-ea"/>
                          <a:cs typeface="Arial" charset="0"/>
                        </a:rPr>
                        <a:t>6ES7155-6AU30-0CN0</a:t>
                      </a:r>
                      <a:br>
                        <a:rPr lang="de-DE" sz="1399" kern="1200" dirty="0">
                          <a:solidFill>
                            <a:srgbClr val="00646E"/>
                          </a:solidFill>
                          <a:latin typeface="+mn-lt"/>
                          <a:ea typeface="+mn-ea"/>
                          <a:cs typeface="Arial" charset="0"/>
                        </a:rPr>
                      </a:br>
                      <a:r>
                        <a:rPr lang="en-US" sz="1399" kern="1200" dirty="0">
                          <a:solidFill>
                            <a:srgbClr val="00646E"/>
                          </a:solidFill>
                          <a:latin typeface="+mn-lt"/>
                          <a:ea typeface="+mn-ea"/>
                          <a:cs typeface="Arial" charset="0"/>
                        </a:rPr>
                        <a:t>6ES7155-6MU00-0CN0</a:t>
                      </a:r>
                      <a:endParaRPr lang="de-DE" sz="1399" kern="1200" dirty="0">
                        <a:solidFill>
                          <a:srgbClr val="00646E"/>
                        </a:solidFill>
                        <a:latin typeface="+mn-lt"/>
                        <a:ea typeface="+mn-ea"/>
                        <a:cs typeface="Arial" charset="0"/>
                      </a:endParaRPr>
                    </a:p>
                  </a:txBody>
                  <a:tcPr/>
                </a:tc>
                <a:extLst>
                  <a:ext uri="{0D108BD9-81ED-4DB2-BD59-A6C34878D82A}">
                    <a16:rowId xmlns:a16="http://schemas.microsoft.com/office/drawing/2014/main" val="766858621"/>
                  </a:ext>
                </a:extLst>
              </a:tr>
              <a:tr h="171079">
                <a:tc>
                  <a:txBody>
                    <a:bodyPr/>
                    <a:lstStyle/>
                    <a:p>
                      <a:pPr algn="ctr">
                        <a:spcBef>
                          <a:spcPct val="0"/>
                        </a:spcBef>
                        <a:buClr>
                          <a:srgbClr val="949EAA"/>
                        </a:buClr>
                        <a:buFont typeface="Wingdings" pitchFamily="2" charset="2"/>
                        <a:buNone/>
                      </a:pPr>
                      <a:r>
                        <a:rPr lang="de-DE" sz="1800" b="1" dirty="0">
                          <a:solidFill>
                            <a:srgbClr val="00646E"/>
                          </a:solidFill>
                          <a:latin typeface="+mn-lt"/>
                          <a:cs typeface="Arial" charset="0"/>
                        </a:rPr>
                        <a:t>ET 200MP</a:t>
                      </a:r>
                    </a:p>
                    <a:p>
                      <a:pPr algn="ctr">
                        <a:spcBef>
                          <a:spcPct val="0"/>
                        </a:spcBef>
                        <a:buClr>
                          <a:srgbClr val="949EAA"/>
                        </a:buClr>
                        <a:buFont typeface="Wingdings" pitchFamily="2" charset="2"/>
                        <a:buNone/>
                      </a:pPr>
                      <a:r>
                        <a:rPr lang="de-DE" sz="1400" dirty="0">
                          <a:solidFill>
                            <a:schemeClr val="bg1"/>
                          </a:solidFill>
                          <a:latin typeface="+mn-lt"/>
                          <a:cs typeface="Arial" charset="0"/>
                        </a:rPr>
                        <a:t>IM155-5 PN HF (FW&gt;=4.2)</a:t>
                      </a:r>
                    </a:p>
                    <a:p>
                      <a:pPr algn="ctr">
                        <a:spcBef>
                          <a:spcPct val="0"/>
                        </a:spcBef>
                        <a:buClr>
                          <a:srgbClr val="949EAA"/>
                        </a:buClr>
                        <a:buFont typeface="Wingdings" pitchFamily="2" charset="2"/>
                        <a:buNone/>
                      </a:pPr>
                      <a:r>
                        <a:rPr lang="de-DE" sz="1400" dirty="0">
                          <a:solidFill>
                            <a:schemeClr val="bg1"/>
                          </a:solidFill>
                          <a:latin typeface="+mn-lt"/>
                          <a:cs typeface="Arial" charset="0"/>
                        </a:rPr>
                        <a:t>Also with active backplane bus for pulling/plugging in operation</a:t>
                      </a:r>
                      <a:r>
                        <a:rPr lang="de-DE" sz="1400" b="1" dirty="0">
                          <a:solidFill>
                            <a:schemeClr val="bg1"/>
                          </a:solidFill>
                          <a:latin typeface="+mn-lt"/>
                          <a:cs typeface="Arial" charset="0"/>
                        </a:rPr>
                        <a:t> </a:t>
                      </a:r>
                      <a:endParaRPr lang="de-DE" sz="1400" dirty="0"/>
                    </a:p>
                  </a:txBody>
                  <a:tcPr/>
                </a:tc>
                <a:tc>
                  <a:txBody>
                    <a:bodyPr/>
                    <a:lstStyle/>
                    <a:p>
                      <a:endParaRPr lang="de-DE" sz="1400" dirty="0"/>
                    </a:p>
                  </a:txBody>
                  <a:tcPr/>
                </a:tc>
                <a:tc>
                  <a:txBody>
                    <a:bodyPr/>
                    <a:lstStyle/>
                    <a:p>
                      <a:pPr>
                        <a:spcBef>
                          <a:spcPct val="0"/>
                        </a:spcBef>
                        <a:buClr>
                          <a:srgbClr val="949EAA"/>
                        </a:buClr>
                        <a:buFont typeface="Wingdings" pitchFamily="2" charset="2"/>
                        <a:buNone/>
                      </a:pPr>
                      <a:r>
                        <a:rPr lang="de-DE" sz="1399" kern="1200" dirty="0">
                          <a:solidFill>
                            <a:srgbClr val="00646E"/>
                          </a:solidFill>
                          <a:latin typeface="+mn-lt"/>
                          <a:ea typeface="+mn-ea"/>
                          <a:cs typeface="Arial" charset="0"/>
                        </a:rPr>
                        <a:t>6ES7155-5AA00-0AC0</a:t>
                      </a:r>
                    </a:p>
                    <a:p>
                      <a:pPr>
                        <a:spcBef>
                          <a:spcPct val="0"/>
                        </a:spcBef>
                        <a:buClr>
                          <a:srgbClr val="949EAA"/>
                        </a:buClr>
                        <a:buFont typeface="Wingdings" pitchFamily="2" charset="2"/>
                        <a:buNone/>
                      </a:pPr>
                      <a:r>
                        <a:rPr lang="en-us" sz="1399" kern="1200" dirty="0">
                          <a:solidFill>
                            <a:srgbClr val="00646E"/>
                          </a:solidFill>
                          <a:latin typeface="+mn-lt"/>
                          <a:ea typeface="+mn-ea"/>
                          <a:cs typeface="Arial" charset="0"/>
                        </a:rPr>
                        <a:t>6ES7590-0BL00-0AA0</a:t>
                      </a:r>
                      <a:endParaRPr lang="de-DE" sz="1399" kern="1200" dirty="0">
                        <a:solidFill>
                          <a:srgbClr val="00646E"/>
                        </a:solidFill>
                        <a:latin typeface="+mn-lt"/>
                        <a:ea typeface="+mn-ea"/>
                        <a:cs typeface="Arial" charset="0"/>
                      </a:endParaRPr>
                    </a:p>
                    <a:p>
                      <a:pPr>
                        <a:spcBef>
                          <a:spcPct val="0"/>
                        </a:spcBef>
                        <a:buClr>
                          <a:srgbClr val="949EAA"/>
                        </a:buClr>
                        <a:buFont typeface="Wingdings" pitchFamily="2" charset="2"/>
                        <a:buNone/>
                      </a:pPr>
                      <a:r>
                        <a:rPr lang="de-DE" sz="1100" dirty="0">
                          <a:latin typeface="+mn-lt"/>
                          <a:cs typeface="Arial" charset="0"/>
                        </a:rPr>
                        <a:t>The active backplane bus allows the pulling and plugging of </a:t>
                      </a:r>
                      <a:br>
                        <a:rPr lang="de-DE" sz="1100" dirty="0">
                          <a:latin typeface="+mn-lt"/>
                          <a:cs typeface="Arial" charset="0"/>
                        </a:rPr>
                      </a:br>
                      <a:r>
                        <a:rPr lang="de-DE" sz="1100" dirty="0">
                          <a:latin typeface="+mn-lt"/>
                          <a:cs typeface="Arial" charset="0"/>
                        </a:rPr>
                        <a:t>ET 200MP modules while the CPU is in operation</a:t>
                      </a:r>
                      <a:r>
                        <a:rPr lang="de-DE" sz="1400" dirty="0">
                          <a:latin typeface="+mn-lt"/>
                          <a:cs typeface="Arial" charset="0"/>
                        </a:rPr>
                        <a:t>.</a:t>
                      </a:r>
                      <a:endParaRPr lang="de-DE" sz="1400" dirty="0"/>
                    </a:p>
                  </a:txBody>
                  <a:tcPr/>
                </a:tc>
                <a:extLst>
                  <a:ext uri="{0D108BD9-81ED-4DB2-BD59-A6C34878D82A}">
                    <a16:rowId xmlns:a16="http://schemas.microsoft.com/office/drawing/2014/main" val="4173420839"/>
                  </a:ext>
                </a:extLst>
              </a:tr>
              <a:tr h="370840">
                <a:tc>
                  <a:txBody>
                    <a:bodyPr/>
                    <a:lstStyle/>
                    <a:p>
                      <a:pPr lvl="0" algn="ctr">
                        <a:spcBef>
                          <a:spcPct val="0"/>
                        </a:spcBef>
                        <a:buClr>
                          <a:srgbClr val="949EAA"/>
                        </a:buClr>
                        <a:defRPr/>
                      </a:pPr>
                      <a:r>
                        <a:rPr lang="de-DE" sz="1799" b="1" dirty="0">
                          <a:solidFill>
                            <a:srgbClr val="00646E"/>
                          </a:solidFill>
                          <a:latin typeface="+mn-lt"/>
                          <a:cs typeface="Arial" charset="0"/>
                        </a:rPr>
                        <a:t>ET 200eco PN M12-L</a:t>
                      </a:r>
                    </a:p>
                    <a:p>
                      <a:pPr lvl="0" algn="ctr">
                        <a:spcBef>
                          <a:spcPct val="0"/>
                        </a:spcBef>
                        <a:buClr>
                          <a:srgbClr val="949EAA"/>
                        </a:buClr>
                        <a:defRPr/>
                      </a:pPr>
                      <a:r>
                        <a:rPr lang="de-DE" sz="1399" dirty="0">
                          <a:solidFill>
                            <a:schemeClr val="bg1"/>
                          </a:solidFill>
                          <a:latin typeface="+mn-lt"/>
                          <a:cs typeface="Arial" charset="0"/>
                        </a:rPr>
                        <a:t>(from FW 1.1)</a:t>
                      </a:r>
                    </a:p>
                    <a:p>
                      <a:endParaRPr lang="de-DE" dirty="0"/>
                    </a:p>
                  </a:txBody>
                  <a:tcPr/>
                </a:tc>
                <a:tc>
                  <a:txBody>
                    <a:bodyPr/>
                    <a:lstStyle/>
                    <a:p>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399" kern="1200" dirty="0">
                          <a:solidFill>
                            <a:srgbClr val="00646E"/>
                          </a:solidFill>
                          <a:latin typeface="+mn-lt"/>
                          <a:ea typeface="+mn-ea"/>
                          <a:cs typeface="Arial" charset="0"/>
                        </a:rPr>
                        <a:t>6ES7 14*-6**00-0BB0</a:t>
                      </a:r>
                    </a:p>
                    <a:p>
                      <a:endParaRPr lang="de-DE" sz="1400" dirty="0"/>
                    </a:p>
                  </a:txBody>
                  <a:tcPr/>
                </a:tc>
                <a:extLst>
                  <a:ext uri="{0D108BD9-81ED-4DB2-BD59-A6C34878D82A}">
                    <a16:rowId xmlns:a16="http://schemas.microsoft.com/office/drawing/2014/main" val="227393115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1799" b="1" dirty="0">
                          <a:solidFill>
                            <a:srgbClr val="00646E"/>
                          </a:solidFill>
                          <a:latin typeface="+mn-lt"/>
                          <a:cs typeface="Arial" charset="0"/>
                        </a:rPr>
                        <a:t>PN/PN coupler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de-DE" sz="1799" b="1" dirty="0">
                        <a:solidFill>
                          <a:srgbClr val="00646E"/>
                        </a:solidFill>
                        <a:latin typeface="+mn-lt"/>
                        <a:cs typeface="Arial" charset="0"/>
                      </a:endParaRPr>
                    </a:p>
                    <a:p>
                      <a:endParaRPr lang="de-DE" dirty="0"/>
                    </a:p>
                  </a:txBody>
                  <a:tcPr/>
                </a:tc>
                <a:tc>
                  <a:txBody>
                    <a:bodyPr/>
                    <a:lstStyle/>
                    <a:p>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399" kern="1200" dirty="0">
                          <a:solidFill>
                            <a:srgbClr val="00646E"/>
                          </a:solidFill>
                          <a:latin typeface="+mn-lt"/>
                          <a:ea typeface="+mn-ea"/>
                          <a:cs typeface="Arial" charset="0"/>
                        </a:rPr>
                        <a:t>6ES7158-3AD10-0XA0</a:t>
                      </a:r>
                    </a:p>
                    <a:p>
                      <a:endParaRPr lang="de-DE" sz="1400" dirty="0"/>
                    </a:p>
                  </a:txBody>
                  <a:tcPr/>
                </a:tc>
                <a:extLst>
                  <a:ext uri="{0D108BD9-81ED-4DB2-BD59-A6C34878D82A}">
                    <a16:rowId xmlns:a16="http://schemas.microsoft.com/office/drawing/2014/main" val="1022692635"/>
                  </a:ext>
                </a:extLst>
              </a:tr>
            </a:tbl>
          </a:graphicData>
        </a:graphic>
      </p:graphicFrame>
      <p:pic>
        <p:nvPicPr>
          <p:cNvPr id="5" name="Picture 2">
            <a:extLst>
              <a:ext uri="{FF2B5EF4-FFF2-40B4-BE49-F238E27FC236}">
                <a16:creationId xmlns:a16="http://schemas.microsoft.com/office/drawing/2014/main" id="{F3391780-76A5-3ED8-2142-FD521A142DE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8953" b="9104"/>
          <a:stretch/>
        </p:blipFill>
        <p:spPr bwMode="auto">
          <a:xfrm>
            <a:off x="5475748" y="1865405"/>
            <a:ext cx="827051" cy="6776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Grafik 5">
            <a:extLst>
              <a:ext uri="{FF2B5EF4-FFF2-40B4-BE49-F238E27FC236}">
                <a16:creationId xmlns:a16="http://schemas.microsoft.com/office/drawing/2014/main" id="{CF5CB38B-01B0-B4EC-9A46-E87671AB75F2}"/>
              </a:ext>
            </a:extLst>
          </p:cNvPr>
          <p:cNvPicPr>
            <a:picLocks noChangeAspect="1"/>
          </p:cNvPicPr>
          <p:nvPr/>
        </p:nvPicPr>
        <p:blipFill>
          <a:blip r:embed="rId3"/>
          <a:stretch>
            <a:fillRect/>
          </a:stretch>
        </p:blipFill>
        <p:spPr>
          <a:xfrm>
            <a:off x="4834216" y="2759785"/>
            <a:ext cx="1872300" cy="736289"/>
          </a:xfrm>
          <a:prstGeom prst="rect">
            <a:avLst/>
          </a:prstGeom>
        </p:spPr>
      </p:pic>
      <p:pic>
        <p:nvPicPr>
          <p:cNvPr id="8" name="Grafik 7">
            <a:extLst>
              <a:ext uri="{FF2B5EF4-FFF2-40B4-BE49-F238E27FC236}">
                <a16:creationId xmlns:a16="http://schemas.microsoft.com/office/drawing/2014/main" id="{84A92ABB-8019-FB35-D2AE-96156C5A3904}"/>
              </a:ext>
            </a:extLst>
          </p:cNvPr>
          <p:cNvPicPr>
            <a:picLocks noChangeAspect="1"/>
          </p:cNvPicPr>
          <p:nvPr/>
        </p:nvPicPr>
        <p:blipFill>
          <a:blip r:embed="rId4"/>
          <a:stretch>
            <a:fillRect/>
          </a:stretch>
        </p:blipFill>
        <p:spPr>
          <a:xfrm>
            <a:off x="5489307" y="3712756"/>
            <a:ext cx="782166" cy="596629"/>
          </a:xfrm>
          <a:prstGeom prst="rect">
            <a:avLst/>
          </a:prstGeom>
        </p:spPr>
      </p:pic>
      <p:pic>
        <p:nvPicPr>
          <p:cNvPr id="9" name="Picture 2">
            <a:extLst>
              <a:ext uri="{FF2B5EF4-FFF2-40B4-BE49-F238E27FC236}">
                <a16:creationId xmlns:a16="http://schemas.microsoft.com/office/drawing/2014/main" id="{691BA7E1-065F-66BE-2ADD-B7D08F9385B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67160" y="4527981"/>
            <a:ext cx="475283" cy="5978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hteck 9">
            <a:extLst>
              <a:ext uri="{FF2B5EF4-FFF2-40B4-BE49-F238E27FC236}">
                <a16:creationId xmlns:a16="http://schemas.microsoft.com/office/drawing/2014/main" id="{C4EEDEBC-49BF-0713-7172-E032D436D118}"/>
              </a:ext>
            </a:extLst>
          </p:cNvPr>
          <p:cNvSpPr/>
          <p:nvPr/>
        </p:nvSpPr>
        <p:spPr>
          <a:xfrm>
            <a:off x="10502635" y="602884"/>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S2</a:t>
            </a:r>
          </a:p>
        </p:txBody>
      </p:sp>
      <p:sp>
        <p:nvSpPr>
          <p:cNvPr id="11" name="Textfeld 10">
            <a:extLst>
              <a:ext uri="{FF2B5EF4-FFF2-40B4-BE49-F238E27FC236}">
                <a16:creationId xmlns:a16="http://schemas.microsoft.com/office/drawing/2014/main" id="{E01D4B64-3B06-AAC8-83E2-72E450251F83}"/>
              </a:ext>
            </a:extLst>
          </p:cNvPr>
          <p:cNvSpPr txBox="1"/>
          <p:nvPr/>
        </p:nvSpPr>
        <p:spPr>
          <a:xfrm>
            <a:off x="742346" y="5662090"/>
            <a:ext cx="10707307" cy="276983"/>
          </a:xfrm>
          <a:prstGeom prst="rect">
            <a:avLst/>
          </a:prstGeom>
          <a:noFill/>
        </p:spPr>
        <p:txBody>
          <a:bodyPr vert="horz" wrap="square" lIns="0" tIns="0" rIns="0" bIns="0" rtlCol="0">
            <a:noAutofit/>
          </a:bodyPr>
          <a:lstStyle/>
          <a:p>
            <a:pPr fontAlgn="base">
              <a:lnSpc>
                <a:spcPct val="110000"/>
              </a:lnSpc>
              <a:spcAft>
                <a:spcPct val="0"/>
              </a:spcAft>
            </a:pPr>
            <a:r>
              <a:rPr lang="en-US" sz="1199" dirty="0">
                <a:latin typeface="Arial"/>
                <a:ea typeface="Arial Unicode MS" panose="020B0604020202020204" pitchFamily="34" charset="-128"/>
                <a:cs typeface="Arial Unicode MS" panose="020B0604020202020204" pitchFamily="34" charset="-128"/>
              </a:rPr>
              <a:t>Overview in detail: </a:t>
            </a:r>
            <a:r>
              <a:rPr lang="en-US" sz="1199" dirty="0">
                <a:solidFill>
                  <a:srgbClr val="000000"/>
                </a:solidFill>
                <a:latin typeface="Arial"/>
                <a:ea typeface="Arial Unicode MS" panose="020B0604020202020204" pitchFamily="34" charset="-128"/>
                <a:cs typeface="Arial Unicode MS" panose="020B0604020202020204" pitchFamily="34" charset="-128"/>
                <a:hlinkClick r:id="rId6"/>
              </a:rPr>
              <a:t>https://support.industry.siemens.com/cs/ww/en/view/102325771</a:t>
            </a:r>
            <a:endParaRPr lang="en-US" sz="11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en-US" sz="1199" dirty="0">
              <a:solidFill>
                <a:srgbClr val="000000"/>
              </a:solidFill>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079121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ECF9A0-538E-E13A-A605-D68CBAFC2841}"/>
              </a:ext>
            </a:extLst>
          </p:cNvPr>
          <p:cNvSpPr>
            <a:spLocks noGrp="1"/>
          </p:cNvSpPr>
          <p:nvPr>
            <p:ph type="title"/>
          </p:nvPr>
        </p:nvSpPr>
        <p:spPr/>
        <p:txBody>
          <a:bodyPr/>
          <a:lstStyle/>
          <a:p>
            <a:r>
              <a:rPr lang="en-US" dirty="0"/>
              <a:t>PROFINET System Redundancy</a:t>
            </a:r>
            <a:br>
              <a:rPr lang="en-US" dirty="0"/>
            </a:br>
            <a:r>
              <a:rPr lang="en-US" b="0" dirty="0"/>
              <a:t>Siemens I/O systems with PN S2 function (II) </a:t>
            </a:r>
            <a:endParaRPr lang="en-US" dirty="0"/>
          </a:p>
        </p:txBody>
      </p:sp>
      <p:sp>
        <p:nvSpPr>
          <p:cNvPr id="3" name="Fußzeilenplatzhalter 2">
            <a:extLst>
              <a:ext uri="{FF2B5EF4-FFF2-40B4-BE49-F238E27FC236}">
                <a16:creationId xmlns:a16="http://schemas.microsoft.com/office/drawing/2014/main" id="{4DC02295-A77B-8302-DF2B-31F7331EC4B0}"/>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4" name="Tabelle 4">
            <a:extLst>
              <a:ext uri="{FF2B5EF4-FFF2-40B4-BE49-F238E27FC236}">
                <a16:creationId xmlns:a16="http://schemas.microsoft.com/office/drawing/2014/main" id="{F170BBCA-C806-41C3-8B15-6EDFFB668C8F}"/>
              </a:ext>
            </a:extLst>
          </p:cNvPr>
          <p:cNvGraphicFramePr>
            <a:graphicFrameLocks noGrp="1"/>
          </p:cNvGraphicFramePr>
          <p:nvPr>
            <p:extLst>
              <p:ext uri="{D42A27DB-BD31-4B8C-83A1-F6EECF244321}">
                <p14:modId xmlns:p14="http://schemas.microsoft.com/office/powerpoint/2010/main" val="219932686"/>
              </p:ext>
            </p:extLst>
          </p:nvPr>
        </p:nvGraphicFramePr>
        <p:xfrm>
          <a:off x="709113" y="1436741"/>
          <a:ext cx="10773774" cy="3296285"/>
        </p:xfrm>
        <a:graphic>
          <a:graphicData uri="http://schemas.openxmlformats.org/drawingml/2006/table">
            <a:tbl>
              <a:tblPr firstRow="1" bandRow="1">
                <a:tableStyleId>{5C22544A-7EE6-4342-B048-85BDC9FD1C3A}</a:tableStyleId>
              </a:tblPr>
              <a:tblGrid>
                <a:gridCol w="3591258">
                  <a:extLst>
                    <a:ext uri="{9D8B030D-6E8A-4147-A177-3AD203B41FA5}">
                      <a16:colId xmlns:a16="http://schemas.microsoft.com/office/drawing/2014/main" val="1810221941"/>
                    </a:ext>
                  </a:extLst>
                </a:gridCol>
                <a:gridCol w="3005304">
                  <a:extLst>
                    <a:ext uri="{9D8B030D-6E8A-4147-A177-3AD203B41FA5}">
                      <a16:colId xmlns:a16="http://schemas.microsoft.com/office/drawing/2014/main" val="2125947682"/>
                    </a:ext>
                  </a:extLst>
                </a:gridCol>
                <a:gridCol w="4177212">
                  <a:extLst>
                    <a:ext uri="{9D8B030D-6E8A-4147-A177-3AD203B41FA5}">
                      <a16:colId xmlns:a16="http://schemas.microsoft.com/office/drawing/2014/main" val="3873824362"/>
                    </a:ext>
                  </a:extLst>
                </a:gridCol>
              </a:tblGrid>
              <a:tr h="370840">
                <a:tc>
                  <a:txBody>
                    <a:bodyPr/>
                    <a:lstStyle/>
                    <a:p>
                      <a:r>
                        <a:rPr lang="de-DE" sz="1400" dirty="0"/>
                        <a:t>Product</a:t>
                      </a:r>
                    </a:p>
                  </a:txBody>
                  <a:tcPr/>
                </a:tc>
                <a:tc>
                  <a:txBody>
                    <a:bodyPr/>
                    <a:lstStyle/>
                    <a:p>
                      <a:endParaRPr lang="de-DE" sz="1400" dirty="0"/>
                    </a:p>
                  </a:txBody>
                  <a:tcPr/>
                </a:tc>
                <a:tc>
                  <a:txBody>
                    <a:bodyPr/>
                    <a:lstStyle/>
                    <a:p>
                      <a:r>
                        <a:rPr lang="de-DE" sz="1400" dirty="0"/>
                        <a:t>Article</a:t>
                      </a:r>
                    </a:p>
                  </a:txBody>
                  <a:tcPr/>
                </a:tc>
                <a:extLst>
                  <a:ext uri="{0D108BD9-81ED-4DB2-BD59-A6C34878D82A}">
                    <a16:rowId xmlns:a16="http://schemas.microsoft.com/office/drawing/2014/main" val="3988263568"/>
                  </a:ext>
                </a:extLst>
              </a:tr>
              <a:tr h="370840">
                <a:tc>
                  <a:txBody>
                    <a:bodyPr/>
                    <a:lstStyle/>
                    <a:p>
                      <a:pPr algn="ctr">
                        <a:spcBef>
                          <a:spcPct val="0"/>
                        </a:spcBef>
                        <a:buClr>
                          <a:srgbClr val="949EAA"/>
                        </a:buClr>
                      </a:pPr>
                      <a:r>
                        <a:rPr lang="de-DE" sz="1800" b="1" dirty="0">
                          <a:solidFill>
                            <a:srgbClr val="00646E"/>
                          </a:solidFill>
                          <a:latin typeface="+mn-lt"/>
                          <a:cs typeface="Arial" charset="0"/>
                        </a:rPr>
                        <a:t>ET 200SP HA</a:t>
                      </a:r>
                    </a:p>
                    <a:p>
                      <a:pPr algn="ctr">
                        <a:spcBef>
                          <a:spcPct val="0"/>
                        </a:spcBef>
                        <a:buClr>
                          <a:srgbClr val="949EAA"/>
                        </a:buClr>
                        <a:buFont typeface="Wingdings" pitchFamily="2" charset="2"/>
                        <a:buNone/>
                      </a:pPr>
                      <a:r>
                        <a:rPr lang="de-DE" sz="1400" dirty="0">
                          <a:solidFill>
                            <a:schemeClr val="bg1"/>
                          </a:solidFill>
                          <a:latin typeface="+mn-lt"/>
                          <a:cs typeface="Arial" charset="0"/>
                        </a:rPr>
                        <a:t>IM155-6 PN HA (with Single IM)</a:t>
                      </a:r>
                      <a:br>
                        <a:rPr lang="de-DE" sz="1400" dirty="0">
                          <a:solidFill>
                            <a:schemeClr val="bg1"/>
                          </a:solidFill>
                          <a:latin typeface="+mn-lt"/>
                          <a:cs typeface="Arial" charset="0"/>
                        </a:rPr>
                      </a:br>
                      <a:r>
                        <a:rPr lang="en-US" sz="1399" kern="1200" noProof="0" dirty="0">
                          <a:solidFill>
                            <a:schemeClr val="bg1"/>
                          </a:solidFill>
                          <a:latin typeface="+mn-lt"/>
                          <a:ea typeface="+mn-ea"/>
                          <a:cs typeface="Arial" charset="0"/>
                        </a:rPr>
                        <a:t>(without F-Modules)</a:t>
                      </a:r>
                      <a:endParaRPr lang="de-DE" sz="1400" dirty="0">
                        <a:solidFill>
                          <a:schemeClr val="bg1"/>
                        </a:solidFill>
                        <a:latin typeface="+mn-lt"/>
                        <a:cs typeface="Arial" charset="0"/>
                      </a:endParaRPr>
                    </a:p>
                    <a:p>
                      <a:pPr algn="ctr">
                        <a:spcBef>
                          <a:spcPct val="0"/>
                        </a:spcBef>
                        <a:buClr>
                          <a:srgbClr val="949EAA"/>
                        </a:buClr>
                        <a:buFont typeface="Wingdings" pitchFamily="2" charset="2"/>
                        <a:buNone/>
                      </a:pPr>
                      <a:endParaRPr lang="de-DE" sz="1400" dirty="0">
                        <a:solidFill>
                          <a:schemeClr val="bg1"/>
                        </a:solidFill>
                        <a:latin typeface="+mn-lt"/>
                        <a:cs typeface="Arial" charset="0"/>
                      </a:endParaRPr>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sz="1399" kern="1200" dirty="0">
                          <a:solidFill>
                            <a:srgbClr val="00646E"/>
                          </a:solidFill>
                          <a:latin typeface="+mn-lt"/>
                          <a:ea typeface="+mn-ea"/>
                          <a:cs typeface="Arial" charset="0"/>
                        </a:rPr>
                        <a:t>6DL1155-6AU00-0PM0</a:t>
                      </a:r>
                    </a:p>
                    <a:p>
                      <a:pPr>
                        <a:spcBef>
                          <a:spcPct val="0"/>
                        </a:spcBef>
                        <a:buClr>
                          <a:srgbClr val="949EAA"/>
                        </a:buClr>
                        <a:buFont typeface="Wingdings" pitchFamily="2" charset="2"/>
                        <a:buNone/>
                      </a:pPr>
                      <a:endParaRPr lang="de-DE" sz="1399" kern="1200" dirty="0">
                        <a:solidFill>
                          <a:srgbClr val="00646E"/>
                        </a:solidFill>
                        <a:latin typeface="+mn-lt"/>
                        <a:ea typeface="+mn-ea"/>
                        <a:cs typeface="Arial" charset="0"/>
                      </a:endParaRPr>
                    </a:p>
                  </a:txBody>
                  <a:tcPr/>
                </a:tc>
                <a:extLst>
                  <a:ext uri="{0D108BD9-81ED-4DB2-BD59-A6C34878D82A}">
                    <a16:rowId xmlns:a16="http://schemas.microsoft.com/office/drawing/2014/main" val="766858621"/>
                  </a:ext>
                </a:extLst>
              </a:tr>
              <a:tr h="171079">
                <a:tc>
                  <a:txBody>
                    <a:bodyPr/>
                    <a:lstStyle/>
                    <a:p>
                      <a:pPr algn="ctr">
                        <a:spcBef>
                          <a:spcPct val="0"/>
                        </a:spcBef>
                        <a:buClr>
                          <a:srgbClr val="949EAA"/>
                        </a:buClr>
                      </a:pPr>
                      <a:r>
                        <a:rPr lang="de-DE" sz="1800" b="1" dirty="0">
                          <a:solidFill>
                            <a:srgbClr val="00646E"/>
                          </a:solidFill>
                          <a:latin typeface="+mn-lt"/>
                          <a:cs typeface="Arial" charset="0"/>
                        </a:rPr>
                        <a:t>ET 200iSP</a:t>
                      </a:r>
                    </a:p>
                    <a:p>
                      <a:pPr marL="0" algn="ctr" defTabSz="914400" rtl="0" eaLnBrk="1" latinLnBrk="0" hangingPunct="1">
                        <a:spcBef>
                          <a:spcPct val="0"/>
                        </a:spcBef>
                        <a:buClr>
                          <a:srgbClr val="949EAA"/>
                        </a:buClr>
                        <a:buFont typeface="Wingdings" pitchFamily="2" charset="2"/>
                        <a:buNone/>
                      </a:pPr>
                      <a:r>
                        <a:rPr lang="de-DE" sz="1399" kern="1200" dirty="0">
                          <a:solidFill>
                            <a:schemeClr val="bg1"/>
                          </a:solidFill>
                          <a:latin typeface="+mn-lt"/>
                          <a:ea typeface="+mn-ea"/>
                          <a:cs typeface="Arial" charset="0"/>
                        </a:rPr>
                        <a:t>IM 152-1PN (with Single IM)</a:t>
                      </a:r>
                    </a:p>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en-US" sz="1399" kern="1200" noProof="0" dirty="0">
                          <a:solidFill>
                            <a:schemeClr val="bg1"/>
                          </a:solidFill>
                          <a:latin typeface="+mn-lt"/>
                          <a:ea typeface="+mn-ea"/>
                          <a:cs typeface="Arial" charset="0"/>
                        </a:rPr>
                        <a:t>(without F-Modules)</a:t>
                      </a:r>
                      <a:endParaRPr lang="de-DE" sz="1400" dirty="0">
                        <a:solidFill>
                          <a:schemeClr val="bg1"/>
                        </a:solidFill>
                        <a:latin typeface="+mn-lt"/>
                        <a:cs typeface="Arial" charset="0"/>
                      </a:endParaRPr>
                    </a:p>
                    <a:p>
                      <a:pPr marL="0" algn="ctr" defTabSz="914400" rtl="0" eaLnBrk="1" latinLnBrk="0" hangingPunct="1">
                        <a:spcBef>
                          <a:spcPct val="0"/>
                        </a:spcBef>
                        <a:buClr>
                          <a:srgbClr val="949EAA"/>
                        </a:buClr>
                        <a:buFont typeface="Wingdings" pitchFamily="2" charset="2"/>
                        <a:buNone/>
                      </a:pPr>
                      <a:r>
                        <a:rPr lang="de-DE" sz="1100" kern="1200" dirty="0" err="1">
                          <a:solidFill>
                            <a:schemeClr val="bg1"/>
                          </a:solidFill>
                          <a:latin typeface="+mn-lt"/>
                          <a:ea typeface="+mn-ea"/>
                          <a:cs typeface="Arial" charset="0"/>
                        </a:rPr>
                        <a:t>For</a:t>
                      </a:r>
                      <a:r>
                        <a:rPr lang="de-DE" sz="1100" kern="1200" dirty="0">
                          <a:solidFill>
                            <a:schemeClr val="bg1"/>
                          </a:solidFill>
                          <a:latin typeface="+mn-lt"/>
                          <a:ea typeface="+mn-ea"/>
                          <a:cs typeface="Arial" charset="0"/>
                        </a:rPr>
                        <a:t> use in Ex zone 1</a:t>
                      </a:r>
                    </a:p>
                    <a:p>
                      <a:pPr marL="0" algn="ctr" defTabSz="914400" rtl="0" eaLnBrk="1" latinLnBrk="0" hangingPunct="1">
                        <a:spcBef>
                          <a:spcPct val="0"/>
                        </a:spcBef>
                        <a:buClr>
                          <a:srgbClr val="949EAA"/>
                        </a:buClr>
                        <a:buFont typeface="Wingdings" pitchFamily="2" charset="2"/>
                        <a:buNone/>
                      </a:pPr>
                      <a:endParaRPr lang="de-DE" sz="1399" kern="1200" dirty="0">
                        <a:solidFill>
                          <a:schemeClr val="bg1"/>
                        </a:solidFill>
                        <a:latin typeface="+mn-lt"/>
                        <a:ea typeface="+mn-ea"/>
                        <a:cs typeface="Arial" charset="0"/>
                      </a:endParaRPr>
                    </a:p>
                  </a:txBody>
                  <a:tcPr/>
                </a:tc>
                <a:tc>
                  <a:txBody>
                    <a:bodyPr/>
                    <a:lstStyle/>
                    <a:p>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399" dirty="0">
                          <a:solidFill>
                            <a:srgbClr val="00646E"/>
                          </a:solidFill>
                          <a:latin typeface="+mn-lt"/>
                          <a:cs typeface="Arial" charset="0"/>
                        </a:rPr>
                        <a:t>6ES7152-1BA00-0AB0</a:t>
                      </a:r>
                    </a:p>
                  </a:txBody>
                  <a:tcPr/>
                </a:tc>
                <a:extLst>
                  <a:ext uri="{0D108BD9-81ED-4DB2-BD59-A6C34878D82A}">
                    <a16:rowId xmlns:a16="http://schemas.microsoft.com/office/drawing/2014/main" val="4173420839"/>
                  </a:ext>
                </a:extLst>
              </a:tr>
              <a:tr h="370840">
                <a:tc>
                  <a:txBody>
                    <a:bodyPr/>
                    <a:lstStyle/>
                    <a:p>
                      <a:pPr marL="0" algn="ctr" defTabSz="914400" rtl="0" eaLnBrk="1" latinLnBrk="0" hangingPunct="1">
                        <a:spcBef>
                          <a:spcPct val="0"/>
                        </a:spcBef>
                        <a:buClr>
                          <a:srgbClr val="949EAA"/>
                        </a:buClr>
                      </a:pPr>
                      <a:r>
                        <a:rPr lang="de-DE" sz="1800" b="1" kern="1200" dirty="0">
                          <a:solidFill>
                            <a:srgbClr val="00646E"/>
                          </a:solidFill>
                          <a:latin typeface="+mn-lt"/>
                          <a:ea typeface="+mn-ea"/>
                          <a:cs typeface="Arial" charset="0"/>
                        </a:rPr>
                        <a:t>SIMATIC CFU</a:t>
                      </a:r>
                      <a:br>
                        <a:rPr lang="de-DE" sz="1800" b="1" kern="1200" dirty="0">
                          <a:solidFill>
                            <a:srgbClr val="00646E"/>
                          </a:solidFill>
                          <a:latin typeface="+mn-lt"/>
                          <a:ea typeface="+mn-ea"/>
                          <a:cs typeface="Arial" charset="0"/>
                        </a:rPr>
                      </a:br>
                      <a:r>
                        <a:rPr lang="de-DE" sz="1399" kern="1200" dirty="0">
                          <a:solidFill>
                            <a:schemeClr val="bg1"/>
                          </a:solidFill>
                          <a:latin typeface="+mn-lt"/>
                          <a:ea typeface="+mn-ea"/>
                          <a:cs typeface="Arial" charset="0"/>
                        </a:rPr>
                        <a:t>Compact Field Unit</a:t>
                      </a:r>
                    </a:p>
                    <a:p>
                      <a:pPr marL="0" algn="ctr" defTabSz="914400" rtl="0" eaLnBrk="1" latinLnBrk="0" hangingPunct="1">
                        <a:spcBef>
                          <a:spcPct val="0"/>
                        </a:spcBef>
                        <a:buClr>
                          <a:srgbClr val="949EAA"/>
                        </a:buClr>
                      </a:pPr>
                      <a:r>
                        <a:rPr lang="de-DE" sz="1100" kern="1200" dirty="0">
                          <a:solidFill>
                            <a:schemeClr val="bg1"/>
                          </a:solidFill>
                          <a:latin typeface="+mn-lt"/>
                          <a:ea typeface="+mn-ea"/>
                          <a:cs typeface="Arial" charset="0"/>
                        </a:rPr>
                        <a:t>Enables the connection of PROFIBUS PA field devices </a:t>
                      </a:r>
                    </a:p>
                  </a:txBody>
                  <a:tcPr/>
                </a:tc>
                <a:tc>
                  <a:txBody>
                    <a:bodyPr/>
                    <a:lstStyle/>
                    <a:p>
                      <a:endParaRPr lang="de-DE" dirty="0"/>
                    </a:p>
                  </a:txBody>
                  <a:tcPr/>
                </a:tc>
                <a:tc>
                  <a:txBody>
                    <a:bodyPr/>
                    <a:lstStyle/>
                    <a:p>
                      <a:r>
                        <a:rPr lang="de-DE" sz="1399" kern="1200" dirty="0">
                          <a:solidFill>
                            <a:srgbClr val="00646E"/>
                          </a:solidFill>
                          <a:latin typeface="+mn-lt"/>
                          <a:ea typeface="+mn-ea"/>
                          <a:cs typeface="Arial" charset="0"/>
                        </a:rPr>
                        <a:t>6ES7655-5PX11-1XX0</a:t>
                      </a:r>
                    </a:p>
                  </a:txBody>
                  <a:tcPr/>
                </a:tc>
                <a:extLst>
                  <a:ext uri="{0D108BD9-81ED-4DB2-BD59-A6C34878D82A}">
                    <a16:rowId xmlns:a16="http://schemas.microsoft.com/office/drawing/2014/main" val="2273931155"/>
                  </a:ext>
                </a:extLst>
              </a:tr>
            </a:tbl>
          </a:graphicData>
        </a:graphic>
      </p:graphicFrame>
      <p:pic>
        <p:nvPicPr>
          <p:cNvPr id="7" name="Grafik 6">
            <a:extLst>
              <a:ext uri="{FF2B5EF4-FFF2-40B4-BE49-F238E27FC236}">
                <a16:creationId xmlns:a16="http://schemas.microsoft.com/office/drawing/2014/main" id="{41E4AED9-0EB9-5C7D-759C-4CB41CFFA64F}"/>
              </a:ext>
            </a:extLst>
          </p:cNvPr>
          <p:cNvPicPr>
            <a:picLocks noChangeAspect="1"/>
          </p:cNvPicPr>
          <p:nvPr/>
        </p:nvPicPr>
        <p:blipFill>
          <a:blip r:embed="rId2"/>
          <a:stretch>
            <a:fillRect/>
          </a:stretch>
        </p:blipFill>
        <p:spPr>
          <a:xfrm>
            <a:off x="5206596" y="1911699"/>
            <a:ext cx="1240123" cy="747909"/>
          </a:xfrm>
          <a:prstGeom prst="rect">
            <a:avLst/>
          </a:prstGeom>
        </p:spPr>
      </p:pic>
      <p:sp>
        <p:nvSpPr>
          <p:cNvPr id="10" name="Rechteck 9">
            <a:extLst>
              <a:ext uri="{FF2B5EF4-FFF2-40B4-BE49-F238E27FC236}">
                <a16:creationId xmlns:a16="http://schemas.microsoft.com/office/drawing/2014/main" id="{C4EEDEBC-49BF-0713-7172-E032D436D118}"/>
              </a:ext>
            </a:extLst>
          </p:cNvPr>
          <p:cNvSpPr/>
          <p:nvPr/>
        </p:nvSpPr>
        <p:spPr>
          <a:xfrm>
            <a:off x="10502635" y="602884"/>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S2</a:t>
            </a:r>
          </a:p>
        </p:txBody>
      </p:sp>
      <p:pic>
        <p:nvPicPr>
          <p:cNvPr id="11" name="Grafik 10">
            <a:extLst>
              <a:ext uri="{FF2B5EF4-FFF2-40B4-BE49-F238E27FC236}">
                <a16:creationId xmlns:a16="http://schemas.microsoft.com/office/drawing/2014/main" id="{CC6C6E02-FB04-DFD2-2C42-232E7ADD231A}"/>
              </a:ext>
            </a:extLst>
          </p:cNvPr>
          <p:cNvPicPr>
            <a:picLocks noChangeAspect="1"/>
          </p:cNvPicPr>
          <p:nvPr/>
        </p:nvPicPr>
        <p:blipFill>
          <a:blip r:embed="rId3"/>
          <a:stretch>
            <a:fillRect/>
          </a:stretch>
        </p:blipFill>
        <p:spPr>
          <a:xfrm>
            <a:off x="5292395" y="2872864"/>
            <a:ext cx="1068523" cy="880463"/>
          </a:xfrm>
          <a:prstGeom prst="rect">
            <a:avLst/>
          </a:prstGeom>
        </p:spPr>
      </p:pic>
      <p:pic>
        <p:nvPicPr>
          <p:cNvPr id="13" name="Grafik 12">
            <a:extLst>
              <a:ext uri="{FF2B5EF4-FFF2-40B4-BE49-F238E27FC236}">
                <a16:creationId xmlns:a16="http://schemas.microsoft.com/office/drawing/2014/main" id="{0AFE79F0-0F35-2F14-B42C-F80A96DE03CF}"/>
              </a:ext>
            </a:extLst>
          </p:cNvPr>
          <p:cNvPicPr>
            <a:picLocks noChangeAspect="1"/>
          </p:cNvPicPr>
          <p:nvPr/>
        </p:nvPicPr>
        <p:blipFill>
          <a:blip r:embed="rId4"/>
          <a:stretch>
            <a:fillRect/>
          </a:stretch>
        </p:blipFill>
        <p:spPr>
          <a:xfrm>
            <a:off x="5206596" y="3867979"/>
            <a:ext cx="1240123" cy="660827"/>
          </a:xfrm>
          <a:prstGeom prst="rect">
            <a:avLst/>
          </a:prstGeom>
        </p:spPr>
      </p:pic>
    </p:spTree>
    <p:extLst>
      <p:ext uri="{BB962C8B-B14F-4D97-AF65-F5344CB8AC3E}">
        <p14:creationId xmlns:p14="http://schemas.microsoft.com/office/powerpoint/2010/main" val="3900263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ECF9A0-538E-E13A-A605-D68CBAFC2841}"/>
              </a:ext>
            </a:extLst>
          </p:cNvPr>
          <p:cNvSpPr>
            <a:spLocks noGrp="1"/>
          </p:cNvSpPr>
          <p:nvPr>
            <p:ph type="title"/>
          </p:nvPr>
        </p:nvSpPr>
        <p:spPr/>
        <p:txBody>
          <a:bodyPr/>
          <a:lstStyle/>
          <a:p>
            <a:r>
              <a:rPr lang="en-US" dirty="0"/>
              <a:t>PROFINET System Redundancy</a:t>
            </a:r>
            <a:br>
              <a:rPr lang="en-US" dirty="0"/>
            </a:br>
            <a:r>
              <a:rPr lang="en-US" b="0" dirty="0"/>
              <a:t>Siemens drives with PN S2 function </a:t>
            </a:r>
            <a:endParaRPr lang="en-US" dirty="0"/>
          </a:p>
        </p:txBody>
      </p:sp>
      <p:sp>
        <p:nvSpPr>
          <p:cNvPr id="3" name="Fußzeilenplatzhalter 2">
            <a:extLst>
              <a:ext uri="{FF2B5EF4-FFF2-40B4-BE49-F238E27FC236}">
                <a16:creationId xmlns:a16="http://schemas.microsoft.com/office/drawing/2014/main" id="{4DC02295-A77B-8302-DF2B-31F7331EC4B0}"/>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4" name="Tabelle 4">
            <a:extLst>
              <a:ext uri="{FF2B5EF4-FFF2-40B4-BE49-F238E27FC236}">
                <a16:creationId xmlns:a16="http://schemas.microsoft.com/office/drawing/2014/main" id="{F170BBCA-C806-41C3-8B15-6EDFFB668C8F}"/>
              </a:ext>
            </a:extLst>
          </p:cNvPr>
          <p:cNvGraphicFramePr>
            <a:graphicFrameLocks noGrp="1"/>
          </p:cNvGraphicFramePr>
          <p:nvPr>
            <p:extLst>
              <p:ext uri="{D42A27DB-BD31-4B8C-83A1-F6EECF244321}">
                <p14:modId xmlns:p14="http://schemas.microsoft.com/office/powerpoint/2010/main" val="1684258221"/>
              </p:ext>
            </p:extLst>
          </p:nvPr>
        </p:nvGraphicFramePr>
        <p:xfrm>
          <a:off x="709113" y="1436741"/>
          <a:ext cx="10773774" cy="2717800"/>
        </p:xfrm>
        <a:graphic>
          <a:graphicData uri="http://schemas.openxmlformats.org/drawingml/2006/table">
            <a:tbl>
              <a:tblPr firstRow="1" bandRow="1">
                <a:tableStyleId>{5C22544A-7EE6-4342-B048-85BDC9FD1C3A}</a:tableStyleId>
              </a:tblPr>
              <a:tblGrid>
                <a:gridCol w="3591258">
                  <a:extLst>
                    <a:ext uri="{9D8B030D-6E8A-4147-A177-3AD203B41FA5}">
                      <a16:colId xmlns:a16="http://schemas.microsoft.com/office/drawing/2014/main" val="1810221941"/>
                    </a:ext>
                  </a:extLst>
                </a:gridCol>
                <a:gridCol w="3005304">
                  <a:extLst>
                    <a:ext uri="{9D8B030D-6E8A-4147-A177-3AD203B41FA5}">
                      <a16:colId xmlns:a16="http://schemas.microsoft.com/office/drawing/2014/main" val="2125947682"/>
                    </a:ext>
                  </a:extLst>
                </a:gridCol>
                <a:gridCol w="4177212">
                  <a:extLst>
                    <a:ext uri="{9D8B030D-6E8A-4147-A177-3AD203B41FA5}">
                      <a16:colId xmlns:a16="http://schemas.microsoft.com/office/drawing/2014/main" val="3873824362"/>
                    </a:ext>
                  </a:extLst>
                </a:gridCol>
              </a:tblGrid>
              <a:tr h="370840">
                <a:tc>
                  <a:txBody>
                    <a:bodyPr/>
                    <a:lstStyle/>
                    <a:p>
                      <a:r>
                        <a:rPr lang="de-DE" sz="1400" dirty="0"/>
                        <a:t>Product</a:t>
                      </a:r>
                    </a:p>
                  </a:txBody>
                  <a:tcPr/>
                </a:tc>
                <a:tc>
                  <a:txBody>
                    <a:bodyPr/>
                    <a:lstStyle/>
                    <a:p>
                      <a:endParaRPr lang="de-DE" sz="1400" dirty="0"/>
                    </a:p>
                  </a:txBody>
                  <a:tcPr/>
                </a:tc>
                <a:tc>
                  <a:txBody>
                    <a:bodyPr/>
                    <a:lstStyle/>
                    <a:p>
                      <a:r>
                        <a:rPr lang="de-DE" sz="1400" dirty="0"/>
                        <a:t>Article</a:t>
                      </a:r>
                    </a:p>
                  </a:txBody>
                  <a:tcPr/>
                </a:tc>
                <a:extLst>
                  <a:ext uri="{0D108BD9-81ED-4DB2-BD59-A6C34878D82A}">
                    <a16:rowId xmlns:a16="http://schemas.microsoft.com/office/drawing/2014/main" val="3988263568"/>
                  </a:ext>
                </a:extLst>
              </a:tr>
              <a:tr h="370840">
                <a:tc>
                  <a:txBody>
                    <a:bodyPr/>
                    <a:lstStyle/>
                    <a:p>
                      <a:pPr algn="ctr">
                        <a:spcBef>
                          <a:spcPct val="0"/>
                        </a:spcBef>
                        <a:buClr>
                          <a:srgbClr val="949EAA"/>
                        </a:buClr>
                        <a:buFont typeface="Wingdings" pitchFamily="2" charset="2"/>
                        <a:buNone/>
                      </a:pPr>
                      <a:r>
                        <a:rPr lang="de-DE" sz="1800" b="1" dirty="0">
                          <a:solidFill>
                            <a:srgbClr val="00646E"/>
                          </a:solidFill>
                          <a:latin typeface="+mn-lt"/>
                          <a:cs typeface="Arial" charset="0"/>
                        </a:rPr>
                        <a:t>SINAMICS S120, S150, </a:t>
                      </a:r>
                      <a:br>
                        <a:rPr lang="de-DE" sz="1800" b="1" dirty="0">
                          <a:solidFill>
                            <a:srgbClr val="00646E"/>
                          </a:solidFill>
                          <a:latin typeface="+mn-lt"/>
                          <a:cs typeface="Arial" charset="0"/>
                        </a:rPr>
                      </a:br>
                      <a:r>
                        <a:rPr lang="de-DE" sz="1800" b="1" dirty="0">
                          <a:solidFill>
                            <a:srgbClr val="00646E"/>
                          </a:solidFill>
                          <a:latin typeface="+mn-lt"/>
                          <a:cs typeface="Arial" charset="0"/>
                        </a:rPr>
                        <a:t>G130, G150</a:t>
                      </a:r>
                    </a:p>
                    <a:p>
                      <a:pPr algn="ctr">
                        <a:spcBef>
                          <a:spcPct val="0"/>
                        </a:spcBef>
                        <a:buClr>
                          <a:srgbClr val="949EAA"/>
                        </a:buClr>
                        <a:buFont typeface="Wingdings" pitchFamily="2" charset="2"/>
                        <a:buNone/>
                      </a:pPr>
                      <a:r>
                        <a:rPr lang="de-DE" sz="1400" dirty="0">
                          <a:solidFill>
                            <a:schemeClr val="bg1"/>
                          </a:solidFill>
                          <a:latin typeface="+mn-lt"/>
                          <a:cs typeface="Arial" charset="0"/>
                        </a:rPr>
                        <a:t>with CU310-2PN (FW &gt;=5.1 HF1)</a:t>
                      </a:r>
                    </a:p>
                    <a:p>
                      <a:pPr algn="ctr">
                        <a:spcBef>
                          <a:spcPct val="0"/>
                        </a:spcBef>
                        <a:buClr>
                          <a:srgbClr val="949EAA"/>
                        </a:buClr>
                        <a:buFont typeface="Wingdings" pitchFamily="2" charset="2"/>
                        <a:buNone/>
                      </a:pPr>
                      <a:r>
                        <a:rPr lang="de-DE" sz="1400" dirty="0">
                          <a:solidFill>
                            <a:schemeClr val="bg1"/>
                          </a:solidFill>
                          <a:latin typeface="+mn-lt"/>
                          <a:cs typeface="Arial" charset="0"/>
                        </a:rPr>
                        <a:t>(as GSDML)</a:t>
                      </a:r>
                    </a:p>
                  </a:txBody>
                  <a:tcPr/>
                </a:tc>
                <a:tc>
                  <a:txBody>
                    <a:bodyPr/>
                    <a:lstStyle/>
                    <a:p>
                      <a:endParaRPr lang="de-DE" sz="1400" dirty="0"/>
                    </a:p>
                  </a:txBody>
                  <a:tcPr/>
                </a:tc>
                <a:tc>
                  <a:txBody>
                    <a:bodyPr/>
                    <a:lstStyle/>
                    <a:p>
                      <a:pPr>
                        <a:spcBef>
                          <a:spcPct val="0"/>
                        </a:spcBef>
                        <a:buClr>
                          <a:srgbClr val="949EAA"/>
                        </a:buClr>
                        <a:buFont typeface="Wingdings" pitchFamily="2" charset="2"/>
                        <a:buNone/>
                      </a:pPr>
                      <a:r>
                        <a:rPr lang="de-DE" sz="1399" kern="1200" dirty="0">
                          <a:solidFill>
                            <a:srgbClr val="00646E"/>
                          </a:solidFill>
                          <a:latin typeface="+mn-lt"/>
                          <a:ea typeface="+mn-ea"/>
                          <a:cs typeface="Arial" charset="0"/>
                        </a:rPr>
                        <a:t>6SL3040-1LA01-0AA0</a:t>
                      </a:r>
                    </a:p>
                  </a:txBody>
                  <a:tcPr/>
                </a:tc>
                <a:extLst>
                  <a:ext uri="{0D108BD9-81ED-4DB2-BD59-A6C34878D82A}">
                    <a16:rowId xmlns:a16="http://schemas.microsoft.com/office/drawing/2014/main" val="766858621"/>
                  </a:ext>
                </a:extLst>
              </a:tr>
              <a:tr h="171079">
                <a:tc>
                  <a:txBody>
                    <a:bodyPr/>
                    <a:lstStyle/>
                    <a:p>
                      <a:pPr algn="ctr">
                        <a:spcBef>
                          <a:spcPct val="0"/>
                        </a:spcBef>
                        <a:buClr>
                          <a:srgbClr val="949EAA"/>
                        </a:buClr>
                      </a:pPr>
                      <a:r>
                        <a:rPr lang="de-DE" sz="1800" b="1" dirty="0">
                          <a:solidFill>
                            <a:srgbClr val="00646E"/>
                          </a:solidFill>
                          <a:latin typeface="+mn-lt"/>
                          <a:cs typeface="Arial" charset="0"/>
                        </a:rPr>
                        <a:t>SINAMICS S120, S150, </a:t>
                      </a:r>
                      <a:br>
                        <a:rPr lang="de-DE" sz="1800" b="1" dirty="0">
                          <a:solidFill>
                            <a:srgbClr val="00646E"/>
                          </a:solidFill>
                          <a:latin typeface="+mn-lt"/>
                          <a:cs typeface="Arial" charset="0"/>
                        </a:rPr>
                      </a:br>
                      <a:r>
                        <a:rPr lang="de-DE" sz="1800" b="1" dirty="0">
                          <a:solidFill>
                            <a:srgbClr val="00646E"/>
                          </a:solidFill>
                          <a:latin typeface="+mn-lt"/>
                          <a:cs typeface="Arial" charset="0"/>
                        </a:rPr>
                        <a:t>G130, G150</a:t>
                      </a:r>
                    </a:p>
                    <a:p>
                      <a:pPr algn="ctr">
                        <a:spcBef>
                          <a:spcPct val="0"/>
                        </a:spcBef>
                        <a:buClr>
                          <a:srgbClr val="949EAA"/>
                        </a:buClr>
                        <a:buFont typeface="Wingdings" pitchFamily="2" charset="2"/>
                        <a:buNone/>
                      </a:pPr>
                      <a:r>
                        <a:rPr lang="de-DE" sz="1400" dirty="0">
                          <a:solidFill>
                            <a:schemeClr val="bg1"/>
                          </a:solidFill>
                          <a:latin typeface="+mn-lt"/>
                          <a:cs typeface="Arial" charset="0"/>
                        </a:rPr>
                        <a:t>with CU320-2PN (FW &gt;= 5.1 HF1)</a:t>
                      </a:r>
                    </a:p>
                    <a:p>
                      <a:pPr algn="ctr">
                        <a:spcBef>
                          <a:spcPct val="0"/>
                        </a:spcBef>
                        <a:buClr>
                          <a:srgbClr val="949EAA"/>
                        </a:buClr>
                      </a:pPr>
                      <a:r>
                        <a:rPr lang="de-DE" sz="1400" dirty="0">
                          <a:solidFill>
                            <a:schemeClr val="bg1"/>
                          </a:solidFill>
                          <a:latin typeface="+mn-lt"/>
                          <a:cs typeface="Arial" charset="0"/>
                        </a:rPr>
                        <a:t>(as GSDML)</a:t>
                      </a:r>
                    </a:p>
                    <a:p>
                      <a:pPr algn="ctr">
                        <a:spcBef>
                          <a:spcPct val="0"/>
                        </a:spcBef>
                        <a:buClr>
                          <a:srgbClr val="949EAA"/>
                        </a:buClr>
                        <a:buFont typeface="Wingdings" pitchFamily="2" charset="2"/>
                        <a:buNone/>
                      </a:pPr>
                      <a:endParaRPr lang="de-DE" sz="1400" dirty="0"/>
                    </a:p>
                  </a:txBody>
                  <a:tcPr/>
                </a:tc>
                <a:tc>
                  <a:txBody>
                    <a:bodyPr/>
                    <a:lstStyle/>
                    <a:p>
                      <a:endParaRPr lang="de-DE" sz="1400" dirty="0"/>
                    </a:p>
                  </a:txBody>
                  <a:tcPr/>
                </a:tc>
                <a:tc>
                  <a:txBody>
                    <a:bodyPr/>
                    <a:lstStyle/>
                    <a:p>
                      <a:pPr>
                        <a:spcBef>
                          <a:spcPct val="0"/>
                        </a:spcBef>
                        <a:buClr>
                          <a:srgbClr val="949EAA"/>
                        </a:buClr>
                        <a:buFont typeface="Wingdings" pitchFamily="2" charset="2"/>
                        <a:buNone/>
                      </a:pPr>
                      <a:r>
                        <a:rPr lang="de-DE" sz="1399" kern="1200" dirty="0">
                          <a:solidFill>
                            <a:srgbClr val="00646E"/>
                          </a:solidFill>
                          <a:latin typeface="+mn-lt"/>
                          <a:ea typeface="+mn-ea"/>
                          <a:cs typeface="Arial" charset="0"/>
                        </a:rPr>
                        <a:t>6SL3040-1MA01-0AA0</a:t>
                      </a:r>
                    </a:p>
                  </a:txBody>
                  <a:tcPr/>
                </a:tc>
                <a:extLst>
                  <a:ext uri="{0D108BD9-81ED-4DB2-BD59-A6C34878D82A}">
                    <a16:rowId xmlns:a16="http://schemas.microsoft.com/office/drawing/2014/main" val="4173420839"/>
                  </a:ext>
                </a:extLst>
              </a:tr>
            </a:tbl>
          </a:graphicData>
        </a:graphic>
      </p:graphicFrame>
      <p:pic>
        <p:nvPicPr>
          <p:cNvPr id="10" name="Picture 5" descr="Product">
            <a:extLst>
              <a:ext uri="{FF2B5EF4-FFF2-40B4-BE49-F238E27FC236}">
                <a16:creationId xmlns:a16="http://schemas.microsoft.com/office/drawing/2014/main" id="{F7BD8864-2A46-E9A2-EDDA-0DFE6FFC09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1805" y="2034521"/>
            <a:ext cx="656415" cy="65641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26BD0209-D103-A95D-E432-1DE0E884094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0877" y="3120151"/>
            <a:ext cx="616987" cy="6984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feld 11">
            <a:extLst>
              <a:ext uri="{FF2B5EF4-FFF2-40B4-BE49-F238E27FC236}">
                <a16:creationId xmlns:a16="http://schemas.microsoft.com/office/drawing/2014/main" id="{5F57E8F4-7598-0ADC-8F9E-E108A746DE15}"/>
              </a:ext>
            </a:extLst>
          </p:cNvPr>
          <p:cNvSpPr txBox="1"/>
          <p:nvPr/>
        </p:nvSpPr>
        <p:spPr>
          <a:xfrm>
            <a:off x="779046" y="4356556"/>
            <a:ext cx="11020536" cy="179926"/>
          </a:xfrm>
          <a:prstGeom prst="rect">
            <a:avLst/>
          </a:prstGeom>
          <a:noFill/>
        </p:spPr>
        <p:txBody>
          <a:bodyPr vert="horz" wrap="square" lIns="0" tIns="0" rIns="0" bIns="0" rtlCol="0">
            <a:noAutofit/>
          </a:bodyPr>
          <a:lstStyle/>
          <a:p>
            <a:pPr fontAlgn="base">
              <a:lnSpc>
                <a:spcPct val="110000"/>
              </a:lnSpc>
              <a:spcAft>
                <a:spcPct val="0"/>
              </a:spcAft>
            </a:pPr>
            <a:r>
              <a:rPr lang="de-DE" sz="1199" dirty="0">
                <a:latin typeface="Arial"/>
                <a:ea typeface="Arial Unicode MS" panose="020B0604020202020204" pitchFamily="34" charset="-128"/>
                <a:cs typeface="Arial Unicode MS" panose="020B0604020202020204" pitchFamily="34" charset="-128"/>
              </a:rPr>
              <a:t>An application example exists for configuring the SINAMICS drives on S7-1500R/H: </a:t>
            </a:r>
            <a:r>
              <a:rPr lang="de-DE" sz="1199" dirty="0">
                <a:solidFill>
                  <a:srgbClr val="000000"/>
                </a:solidFill>
                <a:latin typeface="Arial"/>
                <a:ea typeface="Arial Unicode MS" panose="020B0604020202020204" pitchFamily="34" charset="-128"/>
                <a:cs typeface="Arial Unicode MS" panose="020B0604020202020204" pitchFamily="34" charset="-128"/>
                <a:hlinkClick r:id="rId4"/>
              </a:rPr>
              <a:t>https://support.industry.siemens.com/cs/ch/en/view/109744811</a:t>
            </a:r>
            <a:endParaRPr lang="de-DE" sz="1199" dirty="0">
              <a:solidFill>
                <a:srgbClr val="000000"/>
              </a:solidFill>
              <a:latin typeface="Arial"/>
              <a:ea typeface="Arial Unicode MS" panose="020B0604020202020204" pitchFamily="34" charset="-128"/>
              <a:cs typeface="Arial Unicode MS" panose="020B0604020202020204" pitchFamily="34" charset="-128"/>
            </a:endParaRPr>
          </a:p>
          <a:p>
            <a:pPr fontAlgn="base">
              <a:lnSpc>
                <a:spcPct val="110000"/>
              </a:lnSpc>
              <a:spcAft>
                <a:spcPct val="0"/>
              </a:spcAft>
            </a:pPr>
            <a:endParaRPr lang="de-DE" sz="1199" dirty="0">
              <a:solidFill>
                <a:srgbClr val="000000"/>
              </a:solidFill>
              <a:latin typeface="Arial"/>
              <a:ea typeface="Arial Unicode MS" panose="020B0604020202020204" pitchFamily="34" charset="-128"/>
              <a:cs typeface="Arial Unicode MS" panose="020B0604020202020204" pitchFamily="34" charset="-128"/>
            </a:endParaRPr>
          </a:p>
        </p:txBody>
      </p:sp>
      <p:sp>
        <p:nvSpPr>
          <p:cNvPr id="13" name="Rechteck 12">
            <a:extLst>
              <a:ext uri="{FF2B5EF4-FFF2-40B4-BE49-F238E27FC236}">
                <a16:creationId xmlns:a16="http://schemas.microsoft.com/office/drawing/2014/main" id="{58D4CBEF-DE76-6AD5-AF91-0F13F7A6F57B}"/>
              </a:ext>
            </a:extLst>
          </p:cNvPr>
          <p:cNvSpPr/>
          <p:nvPr/>
        </p:nvSpPr>
        <p:spPr>
          <a:xfrm>
            <a:off x="10502635" y="602884"/>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de-DE" sz="2800" b="1" dirty="0"/>
              <a:t>S2</a:t>
            </a:r>
          </a:p>
        </p:txBody>
      </p:sp>
    </p:spTree>
    <p:extLst>
      <p:ext uri="{BB962C8B-B14F-4D97-AF65-F5344CB8AC3E}">
        <p14:creationId xmlns:p14="http://schemas.microsoft.com/office/powerpoint/2010/main" val="370056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ECF9A0-538E-E13A-A605-D68CBAFC2841}"/>
              </a:ext>
            </a:extLst>
          </p:cNvPr>
          <p:cNvSpPr>
            <a:spLocks noGrp="1"/>
          </p:cNvSpPr>
          <p:nvPr>
            <p:ph type="title"/>
          </p:nvPr>
        </p:nvSpPr>
        <p:spPr/>
        <p:txBody>
          <a:bodyPr/>
          <a:lstStyle/>
          <a:p>
            <a:r>
              <a:rPr lang="en-US" dirty="0"/>
              <a:t>PROFINET System Redundancy</a:t>
            </a:r>
            <a:br>
              <a:rPr lang="en-US" dirty="0"/>
            </a:br>
            <a:r>
              <a:rPr lang="en-US" b="0" dirty="0"/>
              <a:t>Switches with PN S2 function</a:t>
            </a:r>
            <a:endParaRPr lang="en-US" dirty="0"/>
          </a:p>
        </p:txBody>
      </p:sp>
      <p:sp>
        <p:nvSpPr>
          <p:cNvPr id="3" name="Fußzeilenplatzhalter 2">
            <a:extLst>
              <a:ext uri="{FF2B5EF4-FFF2-40B4-BE49-F238E27FC236}">
                <a16:creationId xmlns:a16="http://schemas.microsoft.com/office/drawing/2014/main" id="{4DC02295-A77B-8302-DF2B-31F7331EC4B0}"/>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4" name="Tabelle 4">
            <a:extLst>
              <a:ext uri="{FF2B5EF4-FFF2-40B4-BE49-F238E27FC236}">
                <a16:creationId xmlns:a16="http://schemas.microsoft.com/office/drawing/2014/main" id="{F170BBCA-C806-41C3-8B15-6EDFFB668C8F}"/>
              </a:ext>
            </a:extLst>
          </p:cNvPr>
          <p:cNvGraphicFramePr>
            <a:graphicFrameLocks noGrp="1"/>
          </p:cNvGraphicFramePr>
          <p:nvPr>
            <p:extLst>
              <p:ext uri="{D42A27DB-BD31-4B8C-83A1-F6EECF244321}">
                <p14:modId xmlns:p14="http://schemas.microsoft.com/office/powerpoint/2010/main" val="1454379116"/>
              </p:ext>
            </p:extLst>
          </p:nvPr>
        </p:nvGraphicFramePr>
        <p:xfrm>
          <a:off x="709113" y="1436741"/>
          <a:ext cx="10773774" cy="4699000"/>
        </p:xfrm>
        <a:graphic>
          <a:graphicData uri="http://schemas.openxmlformats.org/drawingml/2006/table">
            <a:tbl>
              <a:tblPr firstRow="1" bandRow="1">
                <a:tableStyleId>{5C22544A-7EE6-4342-B048-85BDC9FD1C3A}</a:tableStyleId>
              </a:tblPr>
              <a:tblGrid>
                <a:gridCol w="3591258">
                  <a:extLst>
                    <a:ext uri="{9D8B030D-6E8A-4147-A177-3AD203B41FA5}">
                      <a16:colId xmlns:a16="http://schemas.microsoft.com/office/drawing/2014/main" val="1810221941"/>
                    </a:ext>
                  </a:extLst>
                </a:gridCol>
                <a:gridCol w="3005304">
                  <a:extLst>
                    <a:ext uri="{9D8B030D-6E8A-4147-A177-3AD203B41FA5}">
                      <a16:colId xmlns:a16="http://schemas.microsoft.com/office/drawing/2014/main" val="2125947682"/>
                    </a:ext>
                  </a:extLst>
                </a:gridCol>
                <a:gridCol w="4177212">
                  <a:extLst>
                    <a:ext uri="{9D8B030D-6E8A-4147-A177-3AD203B41FA5}">
                      <a16:colId xmlns:a16="http://schemas.microsoft.com/office/drawing/2014/main" val="3873824362"/>
                    </a:ext>
                  </a:extLst>
                </a:gridCol>
              </a:tblGrid>
              <a:tr h="370840">
                <a:tc>
                  <a:txBody>
                    <a:bodyPr/>
                    <a:lstStyle/>
                    <a:p>
                      <a:r>
                        <a:rPr lang="de-DE" sz="1400" dirty="0"/>
                        <a:t>Product</a:t>
                      </a:r>
                    </a:p>
                  </a:txBody>
                  <a:tcPr/>
                </a:tc>
                <a:tc>
                  <a:txBody>
                    <a:bodyPr/>
                    <a:lstStyle/>
                    <a:p>
                      <a:endParaRPr lang="de-DE" sz="1400" dirty="0"/>
                    </a:p>
                  </a:txBody>
                  <a:tcPr/>
                </a:tc>
                <a:tc>
                  <a:txBody>
                    <a:bodyPr/>
                    <a:lstStyle/>
                    <a:p>
                      <a:r>
                        <a:rPr lang="de-DE" sz="1400" dirty="0"/>
                        <a:t>Article</a:t>
                      </a:r>
                    </a:p>
                  </a:txBody>
                  <a:tcPr/>
                </a:tc>
                <a:extLst>
                  <a:ext uri="{0D108BD9-81ED-4DB2-BD59-A6C34878D82A}">
                    <a16:rowId xmlns:a16="http://schemas.microsoft.com/office/drawing/2014/main" val="3988263568"/>
                  </a:ext>
                </a:extLst>
              </a:tr>
              <a:tr h="370840">
                <a:tc>
                  <a:txBody>
                    <a:bodyPr/>
                    <a:lstStyle/>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sz="1800" b="1" kern="1200" dirty="0">
                          <a:solidFill>
                            <a:srgbClr val="00646E"/>
                          </a:solidFill>
                          <a:latin typeface="+mn-lt"/>
                          <a:ea typeface="+mn-ea"/>
                          <a:cs typeface="Arial" charset="0"/>
                        </a:rPr>
                        <a:t>SCALANCE XC-200 series</a:t>
                      </a:r>
                    </a:p>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endParaRPr lang="de-DE" sz="1800" b="1" kern="1200" dirty="0">
                        <a:solidFill>
                          <a:srgbClr val="00646E"/>
                        </a:solidFill>
                        <a:latin typeface="+mn-lt"/>
                        <a:ea typeface="+mn-ea"/>
                        <a:cs typeface="Arial" charset="0"/>
                      </a:endParaRPr>
                    </a:p>
                    <a:p>
                      <a:pPr algn="ctr">
                        <a:spcBef>
                          <a:spcPct val="0"/>
                        </a:spcBef>
                        <a:buClr>
                          <a:srgbClr val="949EAA"/>
                        </a:buClr>
                        <a:buFont typeface="Wingdings" pitchFamily="2" charset="2"/>
                        <a:buNone/>
                      </a:pPr>
                      <a:endParaRPr lang="de-DE" sz="1400" dirty="0">
                        <a:solidFill>
                          <a:schemeClr val="bg1"/>
                        </a:solidFill>
                        <a:latin typeface="+mn-lt"/>
                        <a:cs typeface="Arial" charset="0"/>
                      </a:endParaRPr>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sz="1399" kern="1200" dirty="0">
                          <a:solidFill>
                            <a:srgbClr val="00646E"/>
                          </a:solidFill>
                          <a:latin typeface="+mn-lt"/>
                          <a:ea typeface="+mn-ea"/>
                          <a:cs typeface="Arial" charset="0"/>
                        </a:rPr>
                        <a:t>6GK5 2 . . - . . . 00 - 2 . C2</a:t>
                      </a:r>
                    </a:p>
                    <a:p>
                      <a:pPr>
                        <a:spcBef>
                          <a:spcPct val="0"/>
                        </a:spcBef>
                        <a:buClr>
                          <a:srgbClr val="949EAA"/>
                        </a:buClr>
                        <a:buFont typeface="Wingdings" pitchFamily="2" charset="2"/>
                        <a:buNone/>
                      </a:pPr>
                      <a:endParaRPr lang="de-DE" sz="1400" dirty="0">
                        <a:latin typeface="+mn-lt"/>
                        <a:cs typeface="Arial" charset="0"/>
                      </a:endParaRPr>
                    </a:p>
                  </a:txBody>
                  <a:tcPr/>
                </a:tc>
                <a:extLst>
                  <a:ext uri="{0D108BD9-81ED-4DB2-BD59-A6C34878D82A}">
                    <a16:rowId xmlns:a16="http://schemas.microsoft.com/office/drawing/2014/main" val="766858621"/>
                  </a:ext>
                </a:extLst>
              </a:tr>
              <a:tr h="171079">
                <a:tc>
                  <a:txBody>
                    <a:bodyPr/>
                    <a:lstStyle/>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altLang="en-US" sz="1800" b="1" kern="1200" dirty="0">
                          <a:solidFill>
                            <a:srgbClr val="00646E"/>
                          </a:solidFill>
                          <a:latin typeface="+mn-lt"/>
                          <a:ea typeface="+mn-ea"/>
                          <a:cs typeface="Arial" charset="0"/>
                          <a:sym typeface="Arial" charset="0"/>
                        </a:rPr>
                        <a:t>SCALANCE XP-200 Serie</a:t>
                      </a:r>
                    </a:p>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endParaRPr lang="de-DE" altLang="en-US" sz="1800" b="1" kern="1200" dirty="0">
                        <a:solidFill>
                          <a:srgbClr val="00646E"/>
                        </a:solidFill>
                        <a:latin typeface="+mn-lt"/>
                        <a:ea typeface="+mn-ea"/>
                        <a:cs typeface="Arial" charset="0"/>
                        <a:sym typeface="Arial" charset="0"/>
                      </a:endParaRPr>
                    </a:p>
                    <a:p>
                      <a:pPr algn="ctr">
                        <a:spcBef>
                          <a:spcPct val="0"/>
                        </a:spcBef>
                        <a:buClr>
                          <a:srgbClr val="949EAA"/>
                        </a:buClr>
                        <a:buFont typeface="Wingdings" pitchFamily="2" charset="2"/>
                        <a:buNone/>
                      </a:pPr>
                      <a:endParaRPr lang="de-DE" sz="1400" dirty="0"/>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sz="1399" kern="1200" dirty="0">
                          <a:solidFill>
                            <a:srgbClr val="00646E"/>
                          </a:solidFill>
                          <a:latin typeface="+mn-lt"/>
                          <a:ea typeface="+mn-ea"/>
                          <a:cs typeface="Arial" charset="0"/>
                        </a:rPr>
                        <a:t>6GK5 2 . . - 0 . A00 - . . S6</a:t>
                      </a:r>
                    </a:p>
                    <a:p>
                      <a:pPr>
                        <a:spcBef>
                          <a:spcPct val="0"/>
                        </a:spcBef>
                        <a:buClr>
                          <a:srgbClr val="949EAA"/>
                        </a:buClr>
                        <a:buFont typeface="Wingdings" pitchFamily="2" charset="2"/>
                        <a:buNone/>
                      </a:pPr>
                      <a:endParaRPr lang="de-DE" sz="1400" dirty="0"/>
                    </a:p>
                  </a:txBody>
                  <a:tcPr/>
                </a:tc>
                <a:extLst>
                  <a:ext uri="{0D108BD9-81ED-4DB2-BD59-A6C34878D82A}">
                    <a16:rowId xmlns:a16="http://schemas.microsoft.com/office/drawing/2014/main" val="4173420839"/>
                  </a:ext>
                </a:extLst>
              </a:tr>
              <a:tr h="370840">
                <a:tc>
                  <a:txBody>
                    <a:bodyPr/>
                    <a:lstStyle/>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altLang="en-US" sz="1800" b="1" kern="1200" dirty="0">
                          <a:solidFill>
                            <a:srgbClr val="00646E"/>
                          </a:solidFill>
                          <a:latin typeface="+mn-lt"/>
                          <a:ea typeface="+mn-ea"/>
                          <a:cs typeface="Arial" charset="0"/>
                          <a:sym typeface="Arial" charset="0"/>
                        </a:rPr>
                        <a:t>SCALANCE XF204-2BA </a:t>
                      </a:r>
                    </a:p>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endParaRPr lang="de-DE" altLang="en-US" sz="1800" b="1" kern="1200" dirty="0">
                        <a:solidFill>
                          <a:srgbClr val="00646E"/>
                        </a:solidFill>
                        <a:latin typeface="+mn-lt"/>
                        <a:ea typeface="+mn-ea"/>
                        <a:cs typeface="Arial" charset="0"/>
                        <a:sym typeface="Arial" charset="0"/>
                      </a:endParaRPr>
                    </a:p>
                    <a:p>
                      <a:endParaRPr lang="de-DE" dirty="0"/>
                    </a:p>
                  </a:txBody>
                  <a:tcPr/>
                </a:tc>
                <a:tc>
                  <a:txBody>
                    <a:bodyPr/>
                    <a:lstStyle/>
                    <a:p>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399" kern="1200" dirty="0">
                          <a:solidFill>
                            <a:srgbClr val="00646E"/>
                          </a:solidFill>
                          <a:latin typeface="+mn-lt"/>
                          <a:ea typeface="+mn-ea"/>
                          <a:cs typeface="Arial" charset="0"/>
                        </a:rPr>
                        <a:t>6GK5 204-2AA00-2GF2 </a:t>
                      </a:r>
                    </a:p>
                    <a:p>
                      <a:endParaRPr lang="de-DE" sz="1400" dirty="0"/>
                    </a:p>
                  </a:txBody>
                  <a:tcPr/>
                </a:tc>
                <a:extLst>
                  <a:ext uri="{0D108BD9-81ED-4DB2-BD59-A6C34878D82A}">
                    <a16:rowId xmlns:a16="http://schemas.microsoft.com/office/drawing/2014/main" val="2273931155"/>
                  </a:ext>
                </a:extLst>
              </a:tr>
              <a:tr h="370840">
                <a:tc>
                  <a:txBody>
                    <a:bodyPr/>
                    <a:lstStyle/>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altLang="en-US" sz="1800" b="1" kern="1200" dirty="0">
                          <a:solidFill>
                            <a:srgbClr val="00646E"/>
                          </a:solidFill>
                          <a:latin typeface="+mn-lt"/>
                          <a:ea typeface="+mn-ea"/>
                          <a:cs typeface="Arial" charset="0"/>
                          <a:sym typeface="Arial" charset="0"/>
                        </a:rPr>
                        <a:t>SCALANCE X400</a:t>
                      </a:r>
                      <a:br>
                        <a:rPr lang="de-DE" altLang="en-US" sz="1799" b="1" dirty="0">
                          <a:cs typeface="Arial" charset="0"/>
                          <a:sym typeface="Arial" charset="0"/>
                        </a:rPr>
                      </a:br>
                      <a:r>
                        <a:rPr lang="de-DE" altLang="en-US" sz="1400" b="0" kern="1200" dirty="0">
                          <a:solidFill>
                            <a:srgbClr val="00646E"/>
                          </a:solidFill>
                          <a:latin typeface="+mn-lt"/>
                          <a:ea typeface="+mn-ea"/>
                          <a:cs typeface="Arial" charset="0"/>
                          <a:sym typeface="Arial" charset="0"/>
                        </a:rPr>
                        <a:t>from FW 6.3</a:t>
                      </a:r>
                      <a:endParaRPr lang="de-DE" altLang="en-US" sz="1800" b="0" kern="1200" dirty="0">
                        <a:solidFill>
                          <a:srgbClr val="00646E"/>
                        </a:solidFill>
                        <a:latin typeface="+mn-lt"/>
                        <a:ea typeface="+mn-ea"/>
                        <a:cs typeface="Arial" charset="0"/>
                        <a:sym typeface="Arial" charset="0"/>
                      </a:endParaRPr>
                    </a:p>
                    <a:p>
                      <a:endParaRPr lang="de-DE" dirty="0"/>
                    </a:p>
                  </a:txBody>
                  <a:tcPr/>
                </a:tc>
                <a:tc>
                  <a:txBody>
                    <a:bodyPr/>
                    <a:lstStyle/>
                    <a:p>
                      <a:endParaRPr lang="de-DE" dirty="0"/>
                    </a:p>
                  </a:txBody>
                  <a:tcPr/>
                </a:tc>
                <a:tc>
                  <a:txBody>
                    <a:bodyPr/>
                    <a:lstStyle/>
                    <a:p>
                      <a:pPr lvl="0">
                        <a:spcBef>
                          <a:spcPct val="0"/>
                        </a:spcBef>
                        <a:buClr>
                          <a:srgbClr val="949EAA"/>
                        </a:buClr>
                        <a:defRPr/>
                      </a:pPr>
                      <a:r>
                        <a:rPr lang="de-DE" sz="1399" kern="1200" dirty="0">
                          <a:solidFill>
                            <a:srgbClr val="00646E"/>
                          </a:solidFill>
                          <a:latin typeface="+mn-lt"/>
                          <a:ea typeface="+mn-ea"/>
                          <a:cs typeface="Arial" charset="0"/>
                        </a:rPr>
                        <a:t>6GK5408-. G.00-2AM2</a:t>
                      </a:r>
                    </a:p>
                    <a:p>
                      <a:pPr>
                        <a:spcBef>
                          <a:spcPct val="0"/>
                        </a:spcBef>
                        <a:buClr>
                          <a:srgbClr val="949EAA"/>
                        </a:buClr>
                        <a:defRPr/>
                      </a:pPr>
                      <a:r>
                        <a:rPr lang="de-DE" sz="1399" kern="1200" dirty="0">
                          <a:solidFill>
                            <a:srgbClr val="00646E"/>
                          </a:solidFill>
                          <a:latin typeface="+mn-lt"/>
                          <a:ea typeface="+mn-ea"/>
                          <a:cs typeface="Arial" charset="0"/>
                        </a:rPr>
                        <a:t>6GK5416-. G.00-2AM2</a:t>
                      </a:r>
                    </a:p>
                    <a:p>
                      <a:endParaRPr lang="de-DE" sz="1400" dirty="0"/>
                    </a:p>
                  </a:txBody>
                  <a:tcPr/>
                </a:tc>
                <a:extLst>
                  <a:ext uri="{0D108BD9-81ED-4DB2-BD59-A6C34878D82A}">
                    <a16:rowId xmlns:a16="http://schemas.microsoft.com/office/drawing/2014/main" val="1022692635"/>
                  </a:ext>
                </a:extLst>
              </a:tr>
              <a:tr h="370840">
                <a:tc>
                  <a:txBody>
                    <a:bodyPr/>
                    <a:lstStyle/>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altLang="en-US" sz="1800" b="1" kern="1200" dirty="0">
                          <a:solidFill>
                            <a:srgbClr val="00646E"/>
                          </a:solidFill>
                          <a:latin typeface="+mn-lt"/>
                          <a:ea typeface="+mn-ea"/>
                          <a:cs typeface="Arial" charset="0"/>
                          <a:sym typeface="Arial" charset="0"/>
                        </a:rPr>
                        <a:t>SCALANCE X500</a:t>
                      </a:r>
                      <a:br>
                        <a:rPr lang="de-DE" altLang="en-US" sz="1800" b="1" kern="1200" dirty="0">
                          <a:solidFill>
                            <a:srgbClr val="00646E"/>
                          </a:solidFill>
                          <a:latin typeface="+mn-lt"/>
                          <a:ea typeface="+mn-ea"/>
                          <a:cs typeface="Arial" charset="0"/>
                          <a:sym typeface="Arial" charset="0"/>
                        </a:rPr>
                      </a:br>
                      <a:r>
                        <a:rPr lang="de-DE" altLang="en-US" sz="1400" b="0" kern="1200" dirty="0">
                          <a:solidFill>
                            <a:srgbClr val="00646E"/>
                          </a:solidFill>
                          <a:latin typeface="+mn-lt"/>
                          <a:ea typeface="+mn-ea"/>
                          <a:cs typeface="Arial" charset="0"/>
                          <a:sym typeface="Arial" charset="0"/>
                        </a:rPr>
                        <a:t>from FW 6.3 </a:t>
                      </a:r>
                    </a:p>
                    <a:p>
                      <a:endParaRPr lang="de-DE" dirty="0"/>
                    </a:p>
                  </a:txBody>
                  <a:tcPr/>
                </a:tc>
                <a:tc>
                  <a:txBody>
                    <a:bodyPr/>
                    <a:lstStyle/>
                    <a:p>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399" kern="1200" dirty="0">
                          <a:solidFill>
                            <a:srgbClr val="00646E"/>
                          </a:solidFill>
                          <a:latin typeface="+mn-lt"/>
                          <a:ea typeface="+mn-ea"/>
                          <a:cs typeface="Arial" charset="0"/>
                        </a:rPr>
                        <a:t>6GK552 . - . . . 00 - . AR2</a:t>
                      </a:r>
                    </a:p>
                    <a:p>
                      <a:endParaRPr lang="de-DE" sz="1400" dirty="0"/>
                    </a:p>
                  </a:txBody>
                  <a:tcPr/>
                </a:tc>
                <a:extLst>
                  <a:ext uri="{0D108BD9-81ED-4DB2-BD59-A6C34878D82A}">
                    <a16:rowId xmlns:a16="http://schemas.microsoft.com/office/drawing/2014/main" val="13813008"/>
                  </a:ext>
                </a:extLst>
              </a:tr>
            </a:tbl>
          </a:graphicData>
        </a:graphic>
      </p:graphicFrame>
      <p:pic>
        <p:nvPicPr>
          <p:cNvPr id="10" name="Picture 3">
            <a:extLst>
              <a:ext uri="{FF2B5EF4-FFF2-40B4-BE49-F238E27FC236}">
                <a16:creationId xmlns:a16="http://schemas.microsoft.com/office/drawing/2014/main" id="{845F3654-926B-2B8D-B934-BECD4945AFBA}"/>
              </a:ext>
            </a:extLst>
          </p:cNvPr>
          <p:cNvPicPr>
            <a:picLocks noChangeAspect="1" noChangeArrowheads="1"/>
          </p:cNvPicPr>
          <p:nvPr/>
        </p:nvPicPr>
        <p:blipFill>
          <a:blip r:embed="rId2"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5520934" y="3641765"/>
            <a:ext cx="575066" cy="704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Grafik 10">
            <a:extLst>
              <a:ext uri="{FF2B5EF4-FFF2-40B4-BE49-F238E27FC236}">
                <a16:creationId xmlns:a16="http://schemas.microsoft.com/office/drawing/2014/main" id="{52E7B856-1A2B-6F1A-2319-BECD5C862965}"/>
              </a:ext>
            </a:extLst>
          </p:cNvPr>
          <p:cNvPicPr>
            <a:picLocks noChangeAspect="1"/>
          </p:cNvPicPr>
          <p:nvPr/>
        </p:nvPicPr>
        <p:blipFill>
          <a:blip r:embed="rId3"/>
          <a:stretch>
            <a:fillRect/>
          </a:stretch>
        </p:blipFill>
        <p:spPr>
          <a:xfrm>
            <a:off x="5429229" y="4480170"/>
            <a:ext cx="763172" cy="763172"/>
          </a:xfrm>
          <a:prstGeom prst="rect">
            <a:avLst/>
          </a:prstGeom>
        </p:spPr>
      </p:pic>
      <p:pic>
        <p:nvPicPr>
          <p:cNvPr id="12" name="Grafik 11">
            <a:extLst>
              <a:ext uri="{FF2B5EF4-FFF2-40B4-BE49-F238E27FC236}">
                <a16:creationId xmlns:a16="http://schemas.microsoft.com/office/drawing/2014/main" id="{F091202E-6269-30B5-B2EE-1192D79F51E9}"/>
              </a:ext>
            </a:extLst>
          </p:cNvPr>
          <p:cNvPicPr>
            <a:picLocks noChangeAspect="1"/>
          </p:cNvPicPr>
          <p:nvPr/>
        </p:nvPicPr>
        <p:blipFill>
          <a:blip r:embed="rId4"/>
          <a:stretch>
            <a:fillRect/>
          </a:stretch>
        </p:blipFill>
        <p:spPr>
          <a:xfrm>
            <a:off x="5050985" y="5418401"/>
            <a:ext cx="1707765" cy="494663"/>
          </a:xfrm>
          <a:prstGeom prst="rect">
            <a:avLst/>
          </a:prstGeom>
        </p:spPr>
      </p:pic>
      <p:pic>
        <p:nvPicPr>
          <p:cNvPr id="13" name="Grafik 12">
            <a:extLst>
              <a:ext uri="{FF2B5EF4-FFF2-40B4-BE49-F238E27FC236}">
                <a16:creationId xmlns:a16="http://schemas.microsoft.com/office/drawing/2014/main" id="{BB5F766C-5FD3-F9F0-E100-1AEB9D5C6B28}"/>
              </a:ext>
            </a:extLst>
          </p:cNvPr>
          <p:cNvPicPr>
            <a:picLocks noChangeAspect="1"/>
          </p:cNvPicPr>
          <p:nvPr/>
        </p:nvPicPr>
        <p:blipFill>
          <a:blip r:embed="rId5"/>
          <a:stretch>
            <a:fillRect/>
          </a:stretch>
        </p:blipFill>
        <p:spPr>
          <a:xfrm>
            <a:off x="5594207" y="1793024"/>
            <a:ext cx="428519" cy="720448"/>
          </a:xfrm>
          <a:prstGeom prst="rect">
            <a:avLst/>
          </a:prstGeom>
        </p:spPr>
      </p:pic>
      <p:pic>
        <p:nvPicPr>
          <p:cNvPr id="14" name="Grafik 13">
            <a:extLst>
              <a:ext uri="{FF2B5EF4-FFF2-40B4-BE49-F238E27FC236}">
                <a16:creationId xmlns:a16="http://schemas.microsoft.com/office/drawing/2014/main" id="{570A3EFA-29EB-1ECC-9F50-DDAE64A62C8E}"/>
              </a:ext>
            </a:extLst>
          </p:cNvPr>
          <p:cNvPicPr>
            <a:picLocks noChangeAspect="1"/>
          </p:cNvPicPr>
          <p:nvPr/>
        </p:nvPicPr>
        <p:blipFill>
          <a:blip r:embed="rId6"/>
          <a:stretch>
            <a:fillRect/>
          </a:stretch>
        </p:blipFill>
        <p:spPr>
          <a:xfrm>
            <a:off x="5430309" y="2736149"/>
            <a:ext cx="675216" cy="714645"/>
          </a:xfrm>
          <a:prstGeom prst="rect">
            <a:avLst/>
          </a:prstGeom>
        </p:spPr>
      </p:pic>
      <p:sp>
        <p:nvSpPr>
          <p:cNvPr id="15" name="Rechteck 14">
            <a:extLst>
              <a:ext uri="{FF2B5EF4-FFF2-40B4-BE49-F238E27FC236}">
                <a16:creationId xmlns:a16="http://schemas.microsoft.com/office/drawing/2014/main" id="{C3C5EF53-7BA9-9477-FADD-9108670E95D2}"/>
              </a:ext>
            </a:extLst>
          </p:cNvPr>
          <p:cNvSpPr/>
          <p:nvPr/>
        </p:nvSpPr>
        <p:spPr>
          <a:xfrm>
            <a:off x="10502635" y="602884"/>
            <a:ext cx="733852" cy="576000"/>
          </a:xfrm>
          <a:prstGeom prst="rect">
            <a:avLst/>
          </a:prstGeom>
          <a:solidFill>
            <a:srgbClr val="0087BE"/>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S2</a:t>
            </a:r>
          </a:p>
        </p:txBody>
      </p:sp>
    </p:spTree>
    <p:extLst>
      <p:ext uri="{BB962C8B-B14F-4D97-AF65-F5344CB8AC3E}">
        <p14:creationId xmlns:p14="http://schemas.microsoft.com/office/powerpoint/2010/main" val="1967402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ECF9A0-538E-E13A-A605-D68CBAFC2841}"/>
              </a:ext>
            </a:extLst>
          </p:cNvPr>
          <p:cNvSpPr>
            <a:spLocks noGrp="1"/>
          </p:cNvSpPr>
          <p:nvPr>
            <p:ph type="title"/>
          </p:nvPr>
        </p:nvSpPr>
        <p:spPr/>
        <p:txBody>
          <a:bodyPr/>
          <a:lstStyle/>
          <a:p>
            <a:r>
              <a:rPr lang="en-US" dirty="0"/>
              <a:t>PROFINET System Redundancy</a:t>
            </a:r>
            <a:br>
              <a:rPr lang="en-US" dirty="0"/>
            </a:br>
            <a:r>
              <a:rPr lang="en-US" b="0" dirty="0"/>
              <a:t>Siemens I/O systems with PN R1 function </a:t>
            </a:r>
            <a:endParaRPr lang="en-US" dirty="0"/>
          </a:p>
        </p:txBody>
      </p:sp>
      <p:sp>
        <p:nvSpPr>
          <p:cNvPr id="3" name="Fußzeilenplatzhalter 2">
            <a:extLst>
              <a:ext uri="{FF2B5EF4-FFF2-40B4-BE49-F238E27FC236}">
                <a16:creationId xmlns:a16="http://schemas.microsoft.com/office/drawing/2014/main" id="{4DC02295-A77B-8302-DF2B-31F7331EC4B0}"/>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4" name="Tabelle 4">
            <a:extLst>
              <a:ext uri="{FF2B5EF4-FFF2-40B4-BE49-F238E27FC236}">
                <a16:creationId xmlns:a16="http://schemas.microsoft.com/office/drawing/2014/main" id="{F170BBCA-C806-41C3-8B15-6EDFFB668C8F}"/>
              </a:ext>
            </a:extLst>
          </p:cNvPr>
          <p:cNvGraphicFramePr>
            <a:graphicFrameLocks noGrp="1"/>
          </p:cNvGraphicFramePr>
          <p:nvPr>
            <p:extLst>
              <p:ext uri="{D42A27DB-BD31-4B8C-83A1-F6EECF244321}">
                <p14:modId xmlns:p14="http://schemas.microsoft.com/office/powerpoint/2010/main" val="2954426280"/>
              </p:ext>
            </p:extLst>
          </p:nvPr>
        </p:nvGraphicFramePr>
        <p:xfrm>
          <a:off x="709113" y="1436741"/>
          <a:ext cx="10773774" cy="4301617"/>
        </p:xfrm>
        <a:graphic>
          <a:graphicData uri="http://schemas.openxmlformats.org/drawingml/2006/table">
            <a:tbl>
              <a:tblPr firstRow="1" bandRow="1">
                <a:tableStyleId>{5C22544A-7EE6-4342-B048-85BDC9FD1C3A}</a:tableStyleId>
              </a:tblPr>
              <a:tblGrid>
                <a:gridCol w="3591258">
                  <a:extLst>
                    <a:ext uri="{9D8B030D-6E8A-4147-A177-3AD203B41FA5}">
                      <a16:colId xmlns:a16="http://schemas.microsoft.com/office/drawing/2014/main" val="1810221941"/>
                    </a:ext>
                  </a:extLst>
                </a:gridCol>
                <a:gridCol w="3005304">
                  <a:extLst>
                    <a:ext uri="{9D8B030D-6E8A-4147-A177-3AD203B41FA5}">
                      <a16:colId xmlns:a16="http://schemas.microsoft.com/office/drawing/2014/main" val="2125947682"/>
                    </a:ext>
                  </a:extLst>
                </a:gridCol>
                <a:gridCol w="4177212">
                  <a:extLst>
                    <a:ext uri="{9D8B030D-6E8A-4147-A177-3AD203B41FA5}">
                      <a16:colId xmlns:a16="http://schemas.microsoft.com/office/drawing/2014/main" val="3873824362"/>
                    </a:ext>
                  </a:extLst>
                </a:gridCol>
              </a:tblGrid>
              <a:tr h="370840">
                <a:tc>
                  <a:txBody>
                    <a:bodyPr/>
                    <a:lstStyle/>
                    <a:p>
                      <a:r>
                        <a:rPr lang="de-DE" sz="1400" dirty="0"/>
                        <a:t>Product</a:t>
                      </a:r>
                    </a:p>
                  </a:txBody>
                  <a:tcPr/>
                </a:tc>
                <a:tc>
                  <a:txBody>
                    <a:bodyPr/>
                    <a:lstStyle/>
                    <a:p>
                      <a:endParaRPr lang="de-DE" sz="1400" dirty="0"/>
                    </a:p>
                  </a:txBody>
                  <a:tcPr/>
                </a:tc>
                <a:tc>
                  <a:txBody>
                    <a:bodyPr/>
                    <a:lstStyle/>
                    <a:p>
                      <a:r>
                        <a:rPr lang="de-DE" sz="1400" dirty="0"/>
                        <a:t>Article</a:t>
                      </a:r>
                    </a:p>
                  </a:txBody>
                  <a:tcPr/>
                </a:tc>
                <a:extLst>
                  <a:ext uri="{0D108BD9-81ED-4DB2-BD59-A6C34878D82A}">
                    <a16:rowId xmlns:a16="http://schemas.microsoft.com/office/drawing/2014/main" val="3988263568"/>
                  </a:ext>
                </a:extLst>
              </a:tr>
              <a:tr h="370840">
                <a:tc>
                  <a:txBody>
                    <a:bodyPr/>
                    <a:lstStyle/>
                    <a:p>
                      <a:pPr marL="0" algn="ctr" defTabSz="914400" rtl="0" eaLnBrk="1" latinLnBrk="0" hangingPunct="1">
                        <a:spcBef>
                          <a:spcPct val="0"/>
                        </a:spcBef>
                        <a:buClr>
                          <a:srgbClr val="949EAA"/>
                        </a:buClr>
                        <a:buFont typeface="Wingdings" pitchFamily="2" charset="2"/>
                        <a:buNone/>
                      </a:pPr>
                      <a:r>
                        <a:rPr lang="de-DE" sz="1800" b="1" kern="1200" dirty="0">
                          <a:solidFill>
                            <a:srgbClr val="00646E"/>
                          </a:solidFill>
                          <a:latin typeface="+mn-lt"/>
                          <a:ea typeface="+mn-ea"/>
                          <a:cs typeface="Arial" charset="0"/>
                        </a:rPr>
                        <a:t>ET 200SP</a:t>
                      </a:r>
                    </a:p>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sz="1399" dirty="0">
                          <a:solidFill>
                            <a:schemeClr val="bg1"/>
                          </a:solidFill>
                          <a:latin typeface="+mn-lt"/>
                          <a:cs typeface="Arial" charset="0"/>
                        </a:rPr>
                        <a:t>IM155-6 PN R1</a:t>
                      </a:r>
                      <a:r>
                        <a:rPr lang="de-DE" sz="1399" kern="1200" dirty="0">
                          <a:solidFill>
                            <a:schemeClr val="bg1"/>
                          </a:solidFill>
                          <a:latin typeface="+mn-lt"/>
                          <a:ea typeface="+mn-ea"/>
                          <a:cs typeface="Arial" charset="0"/>
                        </a:rPr>
                        <a:t>(with redundant IM)</a:t>
                      </a:r>
                    </a:p>
                    <a:p>
                      <a:pPr algn="ctr">
                        <a:spcBef>
                          <a:spcPct val="0"/>
                        </a:spcBef>
                        <a:buClr>
                          <a:srgbClr val="949EAA"/>
                        </a:buClr>
                        <a:buFont typeface="Wingdings" pitchFamily="2" charset="2"/>
                        <a:buNone/>
                      </a:pPr>
                      <a:endParaRPr lang="de-DE" sz="1400" dirty="0">
                        <a:solidFill>
                          <a:schemeClr val="bg1"/>
                        </a:solidFill>
                        <a:latin typeface="+mn-lt"/>
                        <a:cs typeface="Arial" charset="0"/>
                      </a:endParaRPr>
                    </a:p>
                    <a:p>
                      <a:pPr algn="ctr">
                        <a:spcBef>
                          <a:spcPct val="0"/>
                        </a:spcBef>
                        <a:buClr>
                          <a:srgbClr val="949EAA"/>
                        </a:buClr>
                        <a:buFont typeface="Wingdings" pitchFamily="2" charset="2"/>
                        <a:buNone/>
                      </a:pPr>
                      <a:endParaRPr lang="de-DE" sz="1400" dirty="0">
                        <a:solidFill>
                          <a:schemeClr val="bg1"/>
                        </a:solidFill>
                        <a:latin typeface="+mn-lt"/>
                        <a:cs typeface="Arial" charset="0"/>
                      </a:endParaRPr>
                    </a:p>
                    <a:p>
                      <a:pPr algn="ctr">
                        <a:spcBef>
                          <a:spcPct val="0"/>
                        </a:spcBef>
                        <a:buClr>
                          <a:srgbClr val="949EAA"/>
                        </a:buClr>
                        <a:buFont typeface="Wingdings" pitchFamily="2" charset="2"/>
                        <a:buNone/>
                      </a:pPr>
                      <a:endParaRPr lang="de-DE" sz="1400" dirty="0">
                        <a:solidFill>
                          <a:schemeClr val="bg1"/>
                        </a:solidFill>
                        <a:latin typeface="+mn-lt"/>
                        <a:cs typeface="Arial" charset="0"/>
                      </a:endParaRPr>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sz="1399" dirty="0">
                          <a:solidFill>
                            <a:srgbClr val="00646E"/>
                          </a:solidFill>
                          <a:latin typeface="+mn-lt"/>
                          <a:cs typeface="Arial" charset="0"/>
                        </a:rPr>
                        <a:t>6ES7155-6AU00-0HM0</a:t>
                      </a:r>
                    </a:p>
                    <a:p>
                      <a:pPr>
                        <a:spcBef>
                          <a:spcPct val="0"/>
                        </a:spcBef>
                        <a:buClr>
                          <a:srgbClr val="949EAA"/>
                        </a:buClr>
                        <a:buFont typeface="Wingdings" pitchFamily="2" charset="2"/>
                        <a:buNone/>
                      </a:pPr>
                      <a:endParaRPr lang="de-DE" sz="1400" dirty="0">
                        <a:latin typeface="+mn-lt"/>
                        <a:cs typeface="Arial" charset="0"/>
                      </a:endParaRPr>
                    </a:p>
                  </a:txBody>
                  <a:tcPr/>
                </a:tc>
                <a:extLst>
                  <a:ext uri="{0D108BD9-81ED-4DB2-BD59-A6C34878D82A}">
                    <a16:rowId xmlns:a16="http://schemas.microsoft.com/office/drawing/2014/main" val="766858621"/>
                  </a:ext>
                </a:extLst>
              </a:tr>
              <a:tr h="171079">
                <a:tc>
                  <a:txBody>
                    <a:bodyPr/>
                    <a:lstStyle/>
                    <a:p>
                      <a:pPr algn="ctr">
                        <a:spcBef>
                          <a:spcPct val="0"/>
                        </a:spcBef>
                        <a:buClr>
                          <a:srgbClr val="949EAA"/>
                        </a:buClr>
                      </a:pPr>
                      <a:r>
                        <a:rPr lang="de-DE" sz="1799" b="1" dirty="0">
                          <a:solidFill>
                            <a:srgbClr val="00646E"/>
                          </a:solidFill>
                          <a:latin typeface="+mn-lt"/>
                          <a:cs typeface="Arial" charset="0"/>
                        </a:rPr>
                        <a:t>ET 200SP HA</a:t>
                      </a:r>
                    </a:p>
                    <a:p>
                      <a:pPr marL="0" algn="ctr" defTabSz="914400" rtl="0" eaLnBrk="1" latinLnBrk="0" hangingPunct="1">
                        <a:spcBef>
                          <a:spcPct val="0"/>
                        </a:spcBef>
                        <a:buClr>
                          <a:srgbClr val="949EAA"/>
                        </a:buClr>
                        <a:buFont typeface="Wingdings" pitchFamily="2" charset="2"/>
                        <a:buNone/>
                      </a:pPr>
                      <a:r>
                        <a:rPr lang="de-DE" sz="1399" kern="1200" dirty="0">
                          <a:solidFill>
                            <a:schemeClr val="bg1"/>
                          </a:solidFill>
                          <a:latin typeface="+mn-lt"/>
                          <a:ea typeface="+mn-ea"/>
                          <a:cs typeface="Arial" charset="0"/>
                        </a:rPr>
                        <a:t>IM155-6 PN HA (with redundant IM)</a:t>
                      </a:r>
                      <a:br>
                        <a:rPr lang="de-DE" sz="1399" kern="1200" dirty="0">
                          <a:solidFill>
                            <a:schemeClr val="bg1"/>
                          </a:solidFill>
                          <a:latin typeface="+mn-lt"/>
                          <a:ea typeface="+mn-ea"/>
                          <a:cs typeface="Arial" charset="0"/>
                        </a:rPr>
                      </a:br>
                      <a:r>
                        <a:rPr lang="en-US" sz="1399" kern="1200" noProof="0" dirty="0">
                          <a:solidFill>
                            <a:schemeClr val="bg1"/>
                          </a:solidFill>
                          <a:latin typeface="+mn-lt"/>
                          <a:ea typeface="+mn-ea"/>
                          <a:cs typeface="Arial" charset="0"/>
                        </a:rPr>
                        <a:t>(without F-Modules)</a:t>
                      </a:r>
                    </a:p>
                    <a:p>
                      <a:pPr marL="0" algn="ctr" defTabSz="914400" rtl="0" eaLnBrk="1" latinLnBrk="0" hangingPunct="1">
                        <a:spcBef>
                          <a:spcPct val="0"/>
                        </a:spcBef>
                        <a:buClr>
                          <a:srgbClr val="949EAA"/>
                        </a:buClr>
                        <a:buFont typeface="Wingdings" pitchFamily="2" charset="2"/>
                        <a:buNone/>
                      </a:pPr>
                      <a:endParaRPr lang="de-DE" sz="1399" kern="1200" dirty="0">
                        <a:solidFill>
                          <a:schemeClr val="bg1"/>
                        </a:solidFill>
                        <a:latin typeface="+mn-lt"/>
                        <a:ea typeface="+mn-ea"/>
                        <a:cs typeface="Arial" charset="0"/>
                      </a:endParaRPr>
                    </a:p>
                    <a:p>
                      <a:pPr marL="0" algn="ctr" defTabSz="914400" rtl="0" eaLnBrk="1" latinLnBrk="0" hangingPunct="1">
                        <a:spcBef>
                          <a:spcPct val="0"/>
                        </a:spcBef>
                        <a:buClr>
                          <a:srgbClr val="949EAA"/>
                        </a:buClr>
                        <a:buFont typeface="Wingdings" pitchFamily="2" charset="2"/>
                        <a:buNone/>
                      </a:pPr>
                      <a:endParaRPr lang="de-DE" sz="1399" kern="1200" dirty="0">
                        <a:solidFill>
                          <a:schemeClr val="bg1"/>
                        </a:solidFill>
                        <a:latin typeface="+mn-lt"/>
                        <a:ea typeface="+mn-ea"/>
                        <a:cs typeface="Arial" charset="0"/>
                      </a:endParaRPr>
                    </a:p>
                    <a:p>
                      <a:pPr algn="ctr">
                        <a:spcBef>
                          <a:spcPct val="0"/>
                        </a:spcBef>
                        <a:buClr>
                          <a:srgbClr val="949EAA"/>
                        </a:buClr>
                        <a:buFont typeface="Wingdings" pitchFamily="2" charset="2"/>
                        <a:buNone/>
                      </a:pPr>
                      <a:endParaRPr lang="de-DE" sz="1400" dirty="0"/>
                    </a:p>
                  </a:txBody>
                  <a:tcPr/>
                </a:tc>
                <a:tc>
                  <a:txBody>
                    <a:bodyPr/>
                    <a:lstStyle/>
                    <a:p>
                      <a:endParaRPr lang="de-DE" sz="1400" dirty="0"/>
                    </a:p>
                  </a:txBody>
                  <a:tcPr/>
                </a:tc>
                <a:tc>
                  <a:txBody>
                    <a:bodyPr/>
                    <a:lstStyle/>
                    <a:p>
                      <a:pPr marL="0" marR="0" lvl="0" indent="0" algn="l"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de-DE" sz="1399" dirty="0">
                          <a:solidFill>
                            <a:srgbClr val="00646E"/>
                          </a:solidFill>
                          <a:latin typeface="+mn-lt"/>
                          <a:cs typeface="Arial" charset="0"/>
                        </a:rPr>
                        <a:t>6DL1155-6AU00-0PM0</a:t>
                      </a:r>
                    </a:p>
                    <a:p>
                      <a:pPr>
                        <a:spcBef>
                          <a:spcPct val="0"/>
                        </a:spcBef>
                        <a:buClr>
                          <a:srgbClr val="949EAA"/>
                        </a:buClr>
                        <a:buFont typeface="Wingdings" pitchFamily="2" charset="2"/>
                        <a:buNone/>
                      </a:pPr>
                      <a:endParaRPr lang="de-DE" sz="1400" dirty="0"/>
                    </a:p>
                  </a:txBody>
                  <a:tcPr/>
                </a:tc>
                <a:extLst>
                  <a:ext uri="{0D108BD9-81ED-4DB2-BD59-A6C34878D82A}">
                    <a16:rowId xmlns:a16="http://schemas.microsoft.com/office/drawing/2014/main" val="4173420839"/>
                  </a:ext>
                </a:extLst>
              </a:tr>
              <a:tr h="370840">
                <a:tc>
                  <a:txBody>
                    <a:bodyPr/>
                    <a:lstStyle/>
                    <a:p>
                      <a:pPr algn="ctr">
                        <a:spcBef>
                          <a:spcPct val="0"/>
                        </a:spcBef>
                        <a:buClr>
                          <a:srgbClr val="949EAA"/>
                        </a:buClr>
                      </a:pPr>
                      <a:r>
                        <a:rPr lang="de-DE" sz="1800" b="1" dirty="0">
                          <a:solidFill>
                            <a:srgbClr val="00646E"/>
                          </a:solidFill>
                          <a:latin typeface="+mn-lt"/>
                          <a:cs typeface="Arial" charset="0"/>
                        </a:rPr>
                        <a:t>ET 200iSP</a:t>
                      </a:r>
                    </a:p>
                    <a:p>
                      <a:pPr marL="0" algn="ctr" defTabSz="914400" rtl="0" eaLnBrk="1" latinLnBrk="0" hangingPunct="1">
                        <a:spcBef>
                          <a:spcPct val="0"/>
                        </a:spcBef>
                        <a:buClr>
                          <a:srgbClr val="949EAA"/>
                        </a:buClr>
                        <a:buFont typeface="Wingdings" pitchFamily="2" charset="2"/>
                        <a:buNone/>
                      </a:pPr>
                      <a:r>
                        <a:rPr lang="de-DE" sz="1399" kern="1200" dirty="0">
                          <a:solidFill>
                            <a:schemeClr val="bg1"/>
                          </a:solidFill>
                          <a:latin typeface="+mn-lt"/>
                          <a:ea typeface="+mn-ea"/>
                          <a:cs typeface="Arial" charset="0"/>
                        </a:rPr>
                        <a:t>IM155-6 PN HA (with redundant IM)</a:t>
                      </a:r>
                    </a:p>
                    <a:p>
                      <a:pPr marL="0" marR="0" lvl="0" indent="0" algn="ctr" defTabSz="914400" rtl="0" eaLnBrk="1" fontAlgn="auto" latinLnBrk="0" hangingPunct="1">
                        <a:lnSpc>
                          <a:spcPct val="100000"/>
                        </a:lnSpc>
                        <a:spcBef>
                          <a:spcPct val="0"/>
                        </a:spcBef>
                        <a:spcAft>
                          <a:spcPts val="0"/>
                        </a:spcAft>
                        <a:buClr>
                          <a:srgbClr val="949EAA"/>
                        </a:buClr>
                        <a:buSzTx/>
                        <a:buFont typeface="Wingdings" pitchFamily="2" charset="2"/>
                        <a:buNone/>
                        <a:tabLst/>
                        <a:defRPr/>
                      </a:pPr>
                      <a:r>
                        <a:rPr lang="en-US" sz="1399" kern="1200" noProof="0" dirty="0">
                          <a:solidFill>
                            <a:schemeClr val="bg1"/>
                          </a:solidFill>
                          <a:latin typeface="+mn-lt"/>
                          <a:ea typeface="+mn-ea"/>
                          <a:cs typeface="Arial" charset="0"/>
                        </a:rPr>
                        <a:t>(without F-Modules)</a:t>
                      </a:r>
                      <a:endParaRPr lang="de-DE" sz="1400">
                        <a:solidFill>
                          <a:schemeClr val="bg1"/>
                        </a:solidFill>
                        <a:latin typeface="+mn-lt"/>
                        <a:cs typeface="Arial" charset="0"/>
                      </a:endParaRPr>
                    </a:p>
                    <a:p>
                      <a:pPr marL="0" algn="ctr" defTabSz="914400" rtl="0" eaLnBrk="1" latinLnBrk="0" hangingPunct="1">
                        <a:spcBef>
                          <a:spcPct val="0"/>
                        </a:spcBef>
                        <a:buClr>
                          <a:srgbClr val="949EAA"/>
                        </a:buClr>
                        <a:buFont typeface="Wingdings" pitchFamily="2" charset="2"/>
                        <a:buNone/>
                      </a:pPr>
                      <a:endParaRPr lang="de-DE" sz="1399" kern="1200" dirty="0">
                        <a:solidFill>
                          <a:schemeClr val="bg1"/>
                        </a:solidFill>
                        <a:latin typeface="+mn-lt"/>
                        <a:ea typeface="+mn-ea"/>
                        <a:cs typeface="Arial" charset="0"/>
                      </a:endParaRPr>
                    </a:p>
                    <a:p>
                      <a:endParaRPr lang="de-DE" dirty="0"/>
                    </a:p>
                  </a:txBody>
                  <a:tcPr/>
                </a:tc>
                <a:tc>
                  <a:txBody>
                    <a:bodyPr/>
                    <a:lstStyle/>
                    <a:p>
                      <a:endParaRPr lang="de-D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399" dirty="0">
                          <a:solidFill>
                            <a:srgbClr val="00646E"/>
                          </a:solidFill>
                          <a:latin typeface="+mn-lt"/>
                          <a:cs typeface="Arial" charset="0"/>
                        </a:rPr>
                        <a:t>6ES7152-1BA00-0AB0</a:t>
                      </a:r>
                    </a:p>
                    <a:p>
                      <a:endParaRPr lang="de-DE" sz="1400" dirty="0"/>
                    </a:p>
                  </a:txBody>
                  <a:tcPr/>
                </a:tc>
                <a:extLst>
                  <a:ext uri="{0D108BD9-81ED-4DB2-BD59-A6C34878D82A}">
                    <a16:rowId xmlns:a16="http://schemas.microsoft.com/office/drawing/2014/main" val="2273931155"/>
                  </a:ext>
                </a:extLst>
              </a:tr>
            </a:tbl>
          </a:graphicData>
        </a:graphic>
      </p:graphicFrame>
      <p:sp>
        <p:nvSpPr>
          <p:cNvPr id="5" name="Rechteck 4">
            <a:extLst>
              <a:ext uri="{FF2B5EF4-FFF2-40B4-BE49-F238E27FC236}">
                <a16:creationId xmlns:a16="http://schemas.microsoft.com/office/drawing/2014/main" id="{46804C3B-1995-E1EF-9E04-E417F56C0A01}"/>
              </a:ext>
            </a:extLst>
          </p:cNvPr>
          <p:cNvSpPr/>
          <p:nvPr/>
        </p:nvSpPr>
        <p:spPr>
          <a:xfrm>
            <a:off x="10505810" y="602884"/>
            <a:ext cx="733852" cy="576000"/>
          </a:xfrm>
          <a:prstGeom prst="rect">
            <a:avLst/>
          </a:prstGeom>
          <a:solidFill>
            <a:srgbClr val="00557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sz="2800" b="1" dirty="0"/>
              <a:t>R1</a:t>
            </a:r>
          </a:p>
        </p:txBody>
      </p:sp>
      <p:pic>
        <p:nvPicPr>
          <p:cNvPr id="6" name="Grafik 5">
            <a:extLst>
              <a:ext uri="{FF2B5EF4-FFF2-40B4-BE49-F238E27FC236}">
                <a16:creationId xmlns:a16="http://schemas.microsoft.com/office/drawing/2014/main" id="{8B325E5B-DB22-A169-C3B6-80277E6AEAE4}"/>
              </a:ext>
            </a:extLst>
          </p:cNvPr>
          <p:cNvPicPr>
            <a:picLocks noChangeAspect="1"/>
          </p:cNvPicPr>
          <p:nvPr/>
        </p:nvPicPr>
        <p:blipFill>
          <a:blip r:embed="rId2"/>
          <a:stretch>
            <a:fillRect/>
          </a:stretch>
        </p:blipFill>
        <p:spPr>
          <a:xfrm>
            <a:off x="4958456" y="3159832"/>
            <a:ext cx="1699628" cy="998834"/>
          </a:xfrm>
          <a:prstGeom prst="rect">
            <a:avLst/>
          </a:prstGeom>
        </p:spPr>
      </p:pic>
      <p:pic>
        <p:nvPicPr>
          <p:cNvPr id="9" name="Grafik 8">
            <a:extLst>
              <a:ext uri="{FF2B5EF4-FFF2-40B4-BE49-F238E27FC236}">
                <a16:creationId xmlns:a16="http://schemas.microsoft.com/office/drawing/2014/main" id="{4933F6D7-AD30-03F2-5F39-2A834CFB6761}"/>
              </a:ext>
            </a:extLst>
          </p:cNvPr>
          <p:cNvPicPr>
            <a:picLocks noChangeAspect="1"/>
          </p:cNvPicPr>
          <p:nvPr/>
        </p:nvPicPr>
        <p:blipFill>
          <a:blip r:embed="rId3"/>
          <a:stretch>
            <a:fillRect/>
          </a:stretch>
        </p:blipFill>
        <p:spPr>
          <a:xfrm>
            <a:off x="5284652" y="4312786"/>
            <a:ext cx="1068523" cy="880463"/>
          </a:xfrm>
          <a:prstGeom prst="rect">
            <a:avLst/>
          </a:prstGeom>
        </p:spPr>
      </p:pic>
      <p:pic>
        <p:nvPicPr>
          <p:cNvPr id="17" name="Grafik 16">
            <a:extLst>
              <a:ext uri="{FF2B5EF4-FFF2-40B4-BE49-F238E27FC236}">
                <a16:creationId xmlns:a16="http://schemas.microsoft.com/office/drawing/2014/main" id="{D682DDB1-E8D6-52FE-1377-C668160B7689}"/>
              </a:ext>
            </a:extLst>
          </p:cNvPr>
          <p:cNvPicPr>
            <a:picLocks noChangeAspect="1"/>
          </p:cNvPicPr>
          <p:nvPr/>
        </p:nvPicPr>
        <p:blipFill>
          <a:blip r:embed="rId4"/>
          <a:stretch>
            <a:fillRect/>
          </a:stretch>
        </p:blipFill>
        <p:spPr>
          <a:xfrm>
            <a:off x="5264471" y="2006606"/>
            <a:ext cx="1088704" cy="829055"/>
          </a:xfrm>
          <a:prstGeom prst="rect">
            <a:avLst/>
          </a:prstGeom>
        </p:spPr>
      </p:pic>
    </p:spTree>
    <p:extLst>
      <p:ext uri="{BB962C8B-B14F-4D97-AF65-F5344CB8AC3E}">
        <p14:creationId xmlns:p14="http://schemas.microsoft.com/office/powerpoint/2010/main" val="1516446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System Redundancy R1 </a:t>
            </a:r>
            <a:br>
              <a:rPr lang="en-US" dirty="0"/>
            </a:br>
            <a:r>
              <a:rPr lang="en-US" dirty="0"/>
              <a:t>with ET 200SP</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428808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 name="Objekt 64" hidden="1"/>
          <p:cNvGraphicFramePr>
            <a:graphicFrameLocks noChangeAspect="1"/>
          </p:cNvGraphicFramePr>
          <p:nvPr>
            <p:custDataLst>
              <p:tags r:id="rId1"/>
            </p:custDataLst>
            <p:extLst>
              <p:ext uri="{D42A27DB-BD31-4B8C-83A1-F6EECF244321}">
                <p14:modId xmlns:p14="http://schemas.microsoft.com/office/powerpoint/2010/main" val="1384330511"/>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Folie" r:id="rId5" imgW="270" imgH="270" progId="TCLayout.ActiveDocument.1">
                  <p:embed/>
                </p:oleObj>
              </mc:Choice>
              <mc:Fallback>
                <p:oleObj name="think-cell Folie" r:id="rId5" imgW="270" imgH="270" progId="TCLayout.ActiveDocument.1">
                  <p:embed/>
                  <p:pic>
                    <p:nvPicPr>
                      <p:cNvPr id="65" name="Objekt 64" hidden="1"/>
                      <p:cNvPicPr/>
                      <p:nvPr/>
                    </p:nvPicPr>
                    <p:blipFill>
                      <a:blip r:embed="rId6"/>
                      <a:stretch>
                        <a:fillRect/>
                      </a:stretch>
                    </p:blipFill>
                    <p:spPr>
                      <a:xfrm>
                        <a:off x="1587" y="3372"/>
                        <a:ext cx="1587" cy="1587"/>
                      </a:xfrm>
                      <a:prstGeom prst="rect">
                        <a:avLst/>
                      </a:prstGeom>
                    </p:spPr>
                  </p:pic>
                </p:oleObj>
              </mc:Fallback>
            </mc:AlternateContent>
          </a:graphicData>
        </a:graphic>
      </p:graphicFrame>
      <p:pic>
        <p:nvPicPr>
          <p:cNvPr id="5" name="Grafik 4">
            <a:extLst>
              <a:ext uri="{FF2B5EF4-FFF2-40B4-BE49-F238E27FC236}">
                <a16:creationId xmlns:a16="http://schemas.microsoft.com/office/drawing/2014/main" id="{E26DA85F-7F76-171B-7F51-6CBED0D840A9}"/>
              </a:ext>
            </a:extLst>
          </p:cNvPr>
          <p:cNvPicPr>
            <a:picLocks noChangeAspect="1"/>
          </p:cNvPicPr>
          <p:nvPr/>
        </p:nvPicPr>
        <p:blipFill rotWithShape="1">
          <a:blip r:embed="rId7"/>
          <a:srcRect l="20205" t="6982" r="20123" b="32111"/>
          <a:stretch/>
        </p:blipFill>
        <p:spPr>
          <a:xfrm>
            <a:off x="5667160" y="1855385"/>
            <a:ext cx="4820520" cy="3654830"/>
          </a:xfrm>
          <a:prstGeom prst="rect">
            <a:avLst/>
          </a:prstGeom>
        </p:spPr>
      </p:pic>
      <p:sp>
        <p:nvSpPr>
          <p:cNvPr id="64" name="Rechteck 63" hidden="1"/>
          <p:cNvSpPr/>
          <p:nvPr>
            <p:custDataLst>
              <p:tags r:id="rId2"/>
            </p:custDataLst>
          </p:nvPr>
        </p:nvSpPr>
        <p:spPr bwMode="auto">
          <a:xfrm>
            <a:off x="0" y="1785"/>
            <a:ext cx="158667" cy="15866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oAutofit/>
          </a:bodyPr>
          <a:lstStyle/>
          <a:p>
            <a:pPr algn="ctr" fontAlgn="base">
              <a:spcBef>
                <a:spcPct val="0"/>
              </a:spcBef>
              <a:spcAft>
                <a:spcPct val="0"/>
              </a:spcAft>
              <a:buFont typeface="Wingdings" charset="0"/>
              <a:buNone/>
            </a:pPr>
            <a:endParaRPr lang="de-DE" sz="1999" dirty="0">
              <a:solidFill>
                <a:srgbClr val="000000"/>
              </a:solidFill>
              <a:latin typeface="Arial"/>
              <a:ea typeface="+mj-ea"/>
              <a:cs typeface="Arial"/>
              <a:sym typeface="Arial"/>
            </a:endParaRPr>
          </a:p>
        </p:txBody>
      </p:sp>
      <p:sp>
        <p:nvSpPr>
          <p:cNvPr id="12" name="Titel 11">
            <a:extLst>
              <a:ext uri="{FF2B5EF4-FFF2-40B4-BE49-F238E27FC236}">
                <a16:creationId xmlns:a16="http://schemas.microsoft.com/office/drawing/2014/main" id="{AF564EC5-ED64-4093-9F3D-79901D7E9A45}"/>
              </a:ext>
            </a:extLst>
          </p:cNvPr>
          <p:cNvSpPr>
            <a:spLocks noGrp="1"/>
          </p:cNvSpPr>
          <p:nvPr>
            <p:ph type="title"/>
          </p:nvPr>
        </p:nvSpPr>
        <p:spPr/>
        <p:txBody>
          <a:bodyPr vert="horz"/>
          <a:lstStyle/>
          <a:p>
            <a:r>
              <a:rPr lang="en-US" dirty="0"/>
              <a:t>PROFINET System Redundancy</a:t>
            </a:r>
            <a:br>
              <a:rPr lang="en-US" dirty="0"/>
            </a:br>
            <a:r>
              <a:rPr lang="en-US" b="0" dirty="0"/>
              <a:t>ET 200SP with System Redundancy R1</a:t>
            </a:r>
          </a:p>
        </p:txBody>
      </p:sp>
      <p:sp>
        <p:nvSpPr>
          <p:cNvPr id="2" name="Fußzeilenplatzhalter 1">
            <a:extLst>
              <a:ext uri="{FF2B5EF4-FFF2-40B4-BE49-F238E27FC236}">
                <a16:creationId xmlns:a16="http://schemas.microsoft.com/office/drawing/2014/main" id="{FC3625B7-6E71-4862-8687-E4ED1A58BD31}"/>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4" name="Textfeld 3">
            <a:extLst>
              <a:ext uri="{FF2B5EF4-FFF2-40B4-BE49-F238E27FC236}">
                <a16:creationId xmlns:a16="http://schemas.microsoft.com/office/drawing/2014/main" id="{8AEC199F-A444-5EBB-49A1-49E05E1DAECE}"/>
              </a:ext>
            </a:extLst>
          </p:cNvPr>
          <p:cNvSpPr txBox="1"/>
          <p:nvPr/>
        </p:nvSpPr>
        <p:spPr>
          <a:xfrm>
            <a:off x="688762" y="2184954"/>
            <a:ext cx="4885878" cy="2995692"/>
          </a:xfrm>
          <a:prstGeom prst="rect">
            <a:avLst/>
          </a:prstGeom>
          <a:noFill/>
        </p:spPr>
        <p:txBody>
          <a:bodyPr wrap="square" lIns="0" tIns="0" rIns="0" bIns="0" rtlCol="0">
            <a:spAutoFit/>
          </a:bodyPr>
          <a:lstStyle/>
          <a:p>
            <a:pPr algn="l"/>
            <a:r>
              <a:rPr lang="en-US" b="1" dirty="0"/>
              <a:t>An ET 200SP R1 system consists of:</a:t>
            </a:r>
          </a:p>
          <a:p>
            <a:pPr algn="l"/>
            <a:endParaRPr lang="en-US" b="1" dirty="0"/>
          </a:p>
          <a:p>
            <a:pPr marL="285750" indent="-285750" algn="l">
              <a:lnSpc>
                <a:spcPct val="150000"/>
              </a:lnSpc>
              <a:buFont typeface="Arial" panose="020B0604020202020204" pitchFamily="34" charset="0"/>
              <a:buChar char="•"/>
            </a:pPr>
            <a:r>
              <a:rPr lang="en-US" dirty="0"/>
              <a:t>2x IM 155-6 PN R1</a:t>
            </a:r>
          </a:p>
          <a:p>
            <a:pPr marL="285750" indent="-285750" algn="l">
              <a:lnSpc>
                <a:spcPct val="150000"/>
              </a:lnSpc>
              <a:buFont typeface="Arial" panose="020B0604020202020204" pitchFamily="34" charset="0"/>
              <a:buChar char="•"/>
            </a:pPr>
            <a:r>
              <a:rPr lang="en-US" dirty="0"/>
              <a:t>1x BU-Type M0</a:t>
            </a:r>
          </a:p>
          <a:p>
            <a:pPr marL="285750" indent="-285750" algn="l">
              <a:lnSpc>
                <a:spcPct val="150000"/>
              </a:lnSpc>
              <a:buFont typeface="Arial" panose="020B0604020202020204" pitchFamily="34" charset="0"/>
              <a:buChar char="•"/>
            </a:pPr>
            <a:r>
              <a:rPr lang="en-US" dirty="0"/>
              <a:t>2x same bus adapters from the ET 200SP spectrum</a:t>
            </a:r>
          </a:p>
          <a:p>
            <a:pPr marL="285750" indent="-285750" algn="l">
              <a:lnSpc>
                <a:spcPct val="150000"/>
              </a:lnSpc>
              <a:buFont typeface="Arial" panose="020B0604020202020204" pitchFamily="34" charset="0"/>
              <a:buChar char="•"/>
            </a:pPr>
            <a:r>
              <a:rPr lang="en-US" dirty="0"/>
              <a:t>1x SIMATIC system rail</a:t>
            </a:r>
          </a:p>
          <a:p>
            <a:pPr marL="285750" indent="-285750" algn="l">
              <a:lnSpc>
                <a:spcPct val="150000"/>
              </a:lnSpc>
              <a:buFont typeface="Arial" panose="020B0604020202020204" pitchFamily="34" charset="0"/>
              <a:buChar char="•"/>
            </a:pPr>
            <a:r>
              <a:rPr lang="en-US" dirty="0"/>
              <a:t>Any IO modules</a:t>
            </a:r>
          </a:p>
        </p:txBody>
      </p:sp>
      <p:grpSp>
        <p:nvGrpSpPr>
          <p:cNvPr id="8" name="Gruppieren 7">
            <a:extLst>
              <a:ext uri="{FF2B5EF4-FFF2-40B4-BE49-F238E27FC236}">
                <a16:creationId xmlns:a16="http://schemas.microsoft.com/office/drawing/2014/main" id="{DDD7DE59-F5BC-DB41-7799-3051F415AF82}"/>
              </a:ext>
            </a:extLst>
          </p:cNvPr>
          <p:cNvGrpSpPr/>
          <p:nvPr/>
        </p:nvGrpSpPr>
        <p:grpSpPr>
          <a:xfrm>
            <a:off x="6465719" y="4036163"/>
            <a:ext cx="270000" cy="270000"/>
            <a:chOff x="6427960" y="3748134"/>
            <a:chExt cx="270000" cy="270000"/>
          </a:xfrm>
        </p:grpSpPr>
        <p:sp>
          <p:nvSpPr>
            <p:cNvPr id="6" name="Ellipse 5">
              <a:extLst>
                <a:ext uri="{FF2B5EF4-FFF2-40B4-BE49-F238E27FC236}">
                  <a16:creationId xmlns:a16="http://schemas.microsoft.com/office/drawing/2014/main" id="{687F0138-70E8-A320-DEB3-168B37576192}"/>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 name="Textfeld 6">
              <a:extLst>
                <a:ext uri="{FF2B5EF4-FFF2-40B4-BE49-F238E27FC236}">
                  <a16:creationId xmlns:a16="http://schemas.microsoft.com/office/drawing/2014/main" id="{C4F6EF2D-2CCC-B47B-4457-0CBFB8DA0C8E}"/>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1</a:t>
              </a:r>
            </a:p>
          </p:txBody>
        </p:sp>
      </p:grpSp>
      <p:grpSp>
        <p:nvGrpSpPr>
          <p:cNvPr id="9" name="Gruppieren 8">
            <a:extLst>
              <a:ext uri="{FF2B5EF4-FFF2-40B4-BE49-F238E27FC236}">
                <a16:creationId xmlns:a16="http://schemas.microsoft.com/office/drawing/2014/main" id="{B91281CE-C13E-7E87-9DE1-14C2B0BB5416}"/>
              </a:ext>
            </a:extLst>
          </p:cNvPr>
          <p:cNvGrpSpPr/>
          <p:nvPr/>
        </p:nvGrpSpPr>
        <p:grpSpPr>
          <a:xfrm>
            <a:off x="596242" y="2841279"/>
            <a:ext cx="270000" cy="270000"/>
            <a:chOff x="6427960" y="3748134"/>
            <a:chExt cx="270000" cy="270000"/>
          </a:xfrm>
        </p:grpSpPr>
        <p:sp>
          <p:nvSpPr>
            <p:cNvPr id="10" name="Ellipse 9">
              <a:extLst>
                <a:ext uri="{FF2B5EF4-FFF2-40B4-BE49-F238E27FC236}">
                  <a16:creationId xmlns:a16="http://schemas.microsoft.com/office/drawing/2014/main" id="{DC91F31B-D5AF-BB3E-4885-C60314C85AFC}"/>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1" name="Textfeld 10">
              <a:extLst>
                <a:ext uri="{FF2B5EF4-FFF2-40B4-BE49-F238E27FC236}">
                  <a16:creationId xmlns:a16="http://schemas.microsoft.com/office/drawing/2014/main" id="{005C3432-2B31-85B0-3848-DAC312455F0B}"/>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1</a:t>
              </a:r>
            </a:p>
          </p:txBody>
        </p:sp>
      </p:grpSp>
      <p:grpSp>
        <p:nvGrpSpPr>
          <p:cNvPr id="13" name="Gruppieren 12">
            <a:extLst>
              <a:ext uri="{FF2B5EF4-FFF2-40B4-BE49-F238E27FC236}">
                <a16:creationId xmlns:a16="http://schemas.microsoft.com/office/drawing/2014/main" id="{DE070728-236A-6B70-AC11-55701FDD16C4}"/>
              </a:ext>
            </a:extLst>
          </p:cNvPr>
          <p:cNvGrpSpPr/>
          <p:nvPr/>
        </p:nvGrpSpPr>
        <p:grpSpPr>
          <a:xfrm>
            <a:off x="7534278" y="4128496"/>
            <a:ext cx="270000" cy="270000"/>
            <a:chOff x="6427960" y="3748134"/>
            <a:chExt cx="270000" cy="270000"/>
          </a:xfrm>
        </p:grpSpPr>
        <p:sp>
          <p:nvSpPr>
            <p:cNvPr id="14" name="Ellipse 13">
              <a:extLst>
                <a:ext uri="{FF2B5EF4-FFF2-40B4-BE49-F238E27FC236}">
                  <a16:creationId xmlns:a16="http://schemas.microsoft.com/office/drawing/2014/main" id="{ABADDEC9-B05D-6710-CEC8-DF1B8BC37912}"/>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5" name="Textfeld 14">
              <a:extLst>
                <a:ext uri="{FF2B5EF4-FFF2-40B4-BE49-F238E27FC236}">
                  <a16:creationId xmlns:a16="http://schemas.microsoft.com/office/drawing/2014/main" id="{B3DAC6FA-250A-8075-31DE-ABD4A999AE1B}"/>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1</a:t>
              </a:r>
            </a:p>
          </p:txBody>
        </p:sp>
      </p:grpSp>
      <p:grpSp>
        <p:nvGrpSpPr>
          <p:cNvPr id="19" name="Gruppieren 18">
            <a:extLst>
              <a:ext uri="{FF2B5EF4-FFF2-40B4-BE49-F238E27FC236}">
                <a16:creationId xmlns:a16="http://schemas.microsoft.com/office/drawing/2014/main" id="{CF2B0B48-A270-3EED-4F5B-63C9DE66C994}"/>
              </a:ext>
            </a:extLst>
          </p:cNvPr>
          <p:cNvGrpSpPr/>
          <p:nvPr/>
        </p:nvGrpSpPr>
        <p:grpSpPr>
          <a:xfrm>
            <a:off x="596242" y="3248679"/>
            <a:ext cx="270000" cy="270000"/>
            <a:chOff x="6427960" y="3748134"/>
            <a:chExt cx="270000" cy="270000"/>
          </a:xfrm>
        </p:grpSpPr>
        <p:sp>
          <p:nvSpPr>
            <p:cNvPr id="20" name="Ellipse 19">
              <a:extLst>
                <a:ext uri="{FF2B5EF4-FFF2-40B4-BE49-F238E27FC236}">
                  <a16:creationId xmlns:a16="http://schemas.microsoft.com/office/drawing/2014/main" id="{98165509-7F53-CE71-667E-BECBD01BB624}"/>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1" name="Textfeld 20">
              <a:extLst>
                <a:ext uri="{FF2B5EF4-FFF2-40B4-BE49-F238E27FC236}">
                  <a16:creationId xmlns:a16="http://schemas.microsoft.com/office/drawing/2014/main" id="{A1DEBC22-27E7-C718-D03B-BA4EFACA7CF4}"/>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2</a:t>
              </a:r>
            </a:p>
          </p:txBody>
        </p:sp>
      </p:grpSp>
      <p:grpSp>
        <p:nvGrpSpPr>
          <p:cNvPr id="22" name="Gruppieren 21">
            <a:extLst>
              <a:ext uri="{FF2B5EF4-FFF2-40B4-BE49-F238E27FC236}">
                <a16:creationId xmlns:a16="http://schemas.microsoft.com/office/drawing/2014/main" id="{EACA9F0C-A856-ADA1-5336-65814D02164F}"/>
              </a:ext>
            </a:extLst>
          </p:cNvPr>
          <p:cNvGrpSpPr/>
          <p:nvPr/>
        </p:nvGrpSpPr>
        <p:grpSpPr>
          <a:xfrm>
            <a:off x="593351" y="3656079"/>
            <a:ext cx="270000" cy="270000"/>
            <a:chOff x="6427960" y="3748134"/>
            <a:chExt cx="270000" cy="270000"/>
          </a:xfrm>
        </p:grpSpPr>
        <p:sp>
          <p:nvSpPr>
            <p:cNvPr id="23" name="Ellipse 22">
              <a:extLst>
                <a:ext uri="{FF2B5EF4-FFF2-40B4-BE49-F238E27FC236}">
                  <a16:creationId xmlns:a16="http://schemas.microsoft.com/office/drawing/2014/main" id="{806C7FA0-A962-437E-11EB-6387123B40BA}"/>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4" name="Textfeld 23">
              <a:extLst>
                <a:ext uri="{FF2B5EF4-FFF2-40B4-BE49-F238E27FC236}">
                  <a16:creationId xmlns:a16="http://schemas.microsoft.com/office/drawing/2014/main" id="{28C64ED3-AD86-7F2E-13CA-530F80D3A8BB}"/>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3</a:t>
              </a:r>
            </a:p>
          </p:txBody>
        </p:sp>
      </p:grpSp>
      <p:grpSp>
        <p:nvGrpSpPr>
          <p:cNvPr id="25" name="Gruppieren 24">
            <a:extLst>
              <a:ext uri="{FF2B5EF4-FFF2-40B4-BE49-F238E27FC236}">
                <a16:creationId xmlns:a16="http://schemas.microsoft.com/office/drawing/2014/main" id="{A048130D-BEEC-5106-84BA-5DEBC1A0F968}"/>
              </a:ext>
            </a:extLst>
          </p:cNvPr>
          <p:cNvGrpSpPr/>
          <p:nvPr/>
        </p:nvGrpSpPr>
        <p:grpSpPr>
          <a:xfrm>
            <a:off x="5897173" y="3366000"/>
            <a:ext cx="270000" cy="270000"/>
            <a:chOff x="6427960" y="3748134"/>
            <a:chExt cx="270000" cy="270000"/>
          </a:xfrm>
        </p:grpSpPr>
        <p:sp>
          <p:nvSpPr>
            <p:cNvPr id="26" name="Ellipse 25">
              <a:extLst>
                <a:ext uri="{FF2B5EF4-FFF2-40B4-BE49-F238E27FC236}">
                  <a16:creationId xmlns:a16="http://schemas.microsoft.com/office/drawing/2014/main" id="{544C05EB-B45E-BE53-DF6B-B2A3365B140E}"/>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7" name="Textfeld 26">
              <a:extLst>
                <a:ext uri="{FF2B5EF4-FFF2-40B4-BE49-F238E27FC236}">
                  <a16:creationId xmlns:a16="http://schemas.microsoft.com/office/drawing/2014/main" id="{5D4C4FB0-7DEB-E6D3-E82D-BBAA9998B234}"/>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3</a:t>
              </a:r>
            </a:p>
          </p:txBody>
        </p:sp>
      </p:grpSp>
      <p:grpSp>
        <p:nvGrpSpPr>
          <p:cNvPr id="28" name="Gruppieren 27">
            <a:extLst>
              <a:ext uri="{FF2B5EF4-FFF2-40B4-BE49-F238E27FC236}">
                <a16:creationId xmlns:a16="http://schemas.microsoft.com/office/drawing/2014/main" id="{5E1B18CA-5CF5-F85C-8982-BCEC6ACE6FCB}"/>
              </a:ext>
            </a:extLst>
          </p:cNvPr>
          <p:cNvGrpSpPr/>
          <p:nvPr/>
        </p:nvGrpSpPr>
        <p:grpSpPr>
          <a:xfrm>
            <a:off x="6991133" y="3458333"/>
            <a:ext cx="270000" cy="270000"/>
            <a:chOff x="6427960" y="3748134"/>
            <a:chExt cx="270000" cy="270000"/>
          </a:xfrm>
        </p:grpSpPr>
        <p:sp>
          <p:nvSpPr>
            <p:cNvPr id="29" name="Ellipse 28">
              <a:extLst>
                <a:ext uri="{FF2B5EF4-FFF2-40B4-BE49-F238E27FC236}">
                  <a16:creationId xmlns:a16="http://schemas.microsoft.com/office/drawing/2014/main" id="{B947497F-1F32-0D37-8878-8748BC2F8F79}"/>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30" name="Textfeld 29">
              <a:extLst>
                <a:ext uri="{FF2B5EF4-FFF2-40B4-BE49-F238E27FC236}">
                  <a16:creationId xmlns:a16="http://schemas.microsoft.com/office/drawing/2014/main" id="{7923B63B-E708-EDD6-0841-BDC074C4F45B}"/>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3</a:t>
              </a:r>
            </a:p>
          </p:txBody>
        </p:sp>
      </p:grpSp>
      <p:grpSp>
        <p:nvGrpSpPr>
          <p:cNvPr id="31" name="Gruppieren 30">
            <a:extLst>
              <a:ext uri="{FF2B5EF4-FFF2-40B4-BE49-F238E27FC236}">
                <a16:creationId xmlns:a16="http://schemas.microsoft.com/office/drawing/2014/main" id="{454821F9-ED32-648A-270F-0A3396EF75DA}"/>
              </a:ext>
            </a:extLst>
          </p:cNvPr>
          <p:cNvGrpSpPr/>
          <p:nvPr/>
        </p:nvGrpSpPr>
        <p:grpSpPr>
          <a:xfrm>
            <a:off x="593351" y="4470879"/>
            <a:ext cx="270000" cy="270000"/>
            <a:chOff x="6427960" y="3748134"/>
            <a:chExt cx="270000" cy="270000"/>
          </a:xfrm>
        </p:grpSpPr>
        <p:sp>
          <p:nvSpPr>
            <p:cNvPr id="66" name="Ellipse 65">
              <a:extLst>
                <a:ext uri="{FF2B5EF4-FFF2-40B4-BE49-F238E27FC236}">
                  <a16:creationId xmlns:a16="http://schemas.microsoft.com/office/drawing/2014/main" id="{5373260B-1173-9DC0-6618-27FE800568BB}"/>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67" name="Textfeld 66">
              <a:extLst>
                <a:ext uri="{FF2B5EF4-FFF2-40B4-BE49-F238E27FC236}">
                  <a16:creationId xmlns:a16="http://schemas.microsoft.com/office/drawing/2014/main" id="{57004991-27E4-648B-66C7-75EAA6CC3DE2}"/>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4</a:t>
              </a:r>
            </a:p>
          </p:txBody>
        </p:sp>
      </p:grpSp>
      <p:grpSp>
        <p:nvGrpSpPr>
          <p:cNvPr id="68" name="Gruppieren 67">
            <a:extLst>
              <a:ext uri="{FF2B5EF4-FFF2-40B4-BE49-F238E27FC236}">
                <a16:creationId xmlns:a16="http://schemas.microsoft.com/office/drawing/2014/main" id="{B7CBCAA1-84A9-C66E-0B6F-91C70344D012}"/>
              </a:ext>
            </a:extLst>
          </p:cNvPr>
          <p:cNvGrpSpPr/>
          <p:nvPr/>
        </p:nvGrpSpPr>
        <p:grpSpPr>
          <a:xfrm>
            <a:off x="9826376" y="2538727"/>
            <a:ext cx="270000" cy="270000"/>
            <a:chOff x="6427960" y="3748134"/>
            <a:chExt cx="270000" cy="270000"/>
          </a:xfrm>
        </p:grpSpPr>
        <p:sp>
          <p:nvSpPr>
            <p:cNvPr id="69" name="Ellipse 68">
              <a:extLst>
                <a:ext uri="{FF2B5EF4-FFF2-40B4-BE49-F238E27FC236}">
                  <a16:creationId xmlns:a16="http://schemas.microsoft.com/office/drawing/2014/main" id="{736E97A3-EBA6-5294-CECB-51F994E43833}"/>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0" name="Textfeld 69">
              <a:extLst>
                <a:ext uri="{FF2B5EF4-FFF2-40B4-BE49-F238E27FC236}">
                  <a16:creationId xmlns:a16="http://schemas.microsoft.com/office/drawing/2014/main" id="{134AB808-B032-5A40-B525-01817E651495}"/>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4</a:t>
              </a:r>
            </a:p>
          </p:txBody>
        </p:sp>
      </p:grpSp>
      <p:grpSp>
        <p:nvGrpSpPr>
          <p:cNvPr id="71" name="Gruppieren 70">
            <a:extLst>
              <a:ext uri="{FF2B5EF4-FFF2-40B4-BE49-F238E27FC236}">
                <a16:creationId xmlns:a16="http://schemas.microsoft.com/office/drawing/2014/main" id="{C45F68E2-E806-0ECE-3880-34674EA7F9D2}"/>
              </a:ext>
            </a:extLst>
          </p:cNvPr>
          <p:cNvGrpSpPr/>
          <p:nvPr/>
        </p:nvGrpSpPr>
        <p:grpSpPr>
          <a:xfrm>
            <a:off x="593351" y="4897758"/>
            <a:ext cx="270000" cy="270000"/>
            <a:chOff x="6427960" y="3748134"/>
            <a:chExt cx="270000" cy="270000"/>
          </a:xfrm>
        </p:grpSpPr>
        <p:sp>
          <p:nvSpPr>
            <p:cNvPr id="72" name="Ellipse 71">
              <a:extLst>
                <a:ext uri="{FF2B5EF4-FFF2-40B4-BE49-F238E27FC236}">
                  <a16:creationId xmlns:a16="http://schemas.microsoft.com/office/drawing/2014/main" id="{E330B94D-BA70-6FA5-214B-B7A52353BB15}"/>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3" name="Textfeld 72">
              <a:extLst>
                <a:ext uri="{FF2B5EF4-FFF2-40B4-BE49-F238E27FC236}">
                  <a16:creationId xmlns:a16="http://schemas.microsoft.com/office/drawing/2014/main" id="{FB1D3680-BBFD-3596-6388-1624C92530A7}"/>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5</a:t>
              </a:r>
            </a:p>
          </p:txBody>
        </p:sp>
      </p:grpSp>
      <p:grpSp>
        <p:nvGrpSpPr>
          <p:cNvPr id="74" name="Gruppieren 73">
            <a:extLst>
              <a:ext uri="{FF2B5EF4-FFF2-40B4-BE49-F238E27FC236}">
                <a16:creationId xmlns:a16="http://schemas.microsoft.com/office/drawing/2014/main" id="{4A74C4BE-FBCA-D994-9166-144FC0B9F686}"/>
              </a:ext>
            </a:extLst>
          </p:cNvPr>
          <p:cNvGrpSpPr/>
          <p:nvPr/>
        </p:nvGrpSpPr>
        <p:grpSpPr>
          <a:xfrm>
            <a:off x="8640373" y="3113679"/>
            <a:ext cx="270000" cy="270000"/>
            <a:chOff x="6427960" y="3748134"/>
            <a:chExt cx="270000" cy="270000"/>
          </a:xfrm>
        </p:grpSpPr>
        <p:sp>
          <p:nvSpPr>
            <p:cNvPr id="75" name="Ellipse 74">
              <a:extLst>
                <a:ext uri="{FF2B5EF4-FFF2-40B4-BE49-F238E27FC236}">
                  <a16:creationId xmlns:a16="http://schemas.microsoft.com/office/drawing/2014/main" id="{BF4FE757-456E-12F4-8E15-F5D797AC2880}"/>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6" name="Textfeld 75">
              <a:extLst>
                <a:ext uri="{FF2B5EF4-FFF2-40B4-BE49-F238E27FC236}">
                  <a16:creationId xmlns:a16="http://schemas.microsoft.com/office/drawing/2014/main" id="{654F4A42-459C-AD86-AF42-71EF3B805D6B}"/>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5</a:t>
              </a:r>
            </a:p>
          </p:txBody>
        </p:sp>
      </p:grpSp>
      <p:grpSp>
        <p:nvGrpSpPr>
          <p:cNvPr id="77" name="Gruppieren 76">
            <a:extLst>
              <a:ext uri="{FF2B5EF4-FFF2-40B4-BE49-F238E27FC236}">
                <a16:creationId xmlns:a16="http://schemas.microsoft.com/office/drawing/2014/main" id="{72C0DC1C-1BCF-AC73-9E4B-EECF392870F0}"/>
              </a:ext>
            </a:extLst>
          </p:cNvPr>
          <p:cNvGrpSpPr/>
          <p:nvPr/>
        </p:nvGrpSpPr>
        <p:grpSpPr>
          <a:xfrm>
            <a:off x="7696923" y="2049954"/>
            <a:ext cx="270000" cy="270000"/>
            <a:chOff x="6427960" y="3748134"/>
            <a:chExt cx="270000" cy="270000"/>
          </a:xfrm>
        </p:grpSpPr>
        <p:sp>
          <p:nvSpPr>
            <p:cNvPr id="78" name="Ellipse 77">
              <a:extLst>
                <a:ext uri="{FF2B5EF4-FFF2-40B4-BE49-F238E27FC236}">
                  <a16:creationId xmlns:a16="http://schemas.microsoft.com/office/drawing/2014/main" id="{0EFEA951-0CA2-1DBD-FD3B-B3636124131B}"/>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79" name="Textfeld 78">
              <a:extLst>
                <a:ext uri="{FF2B5EF4-FFF2-40B4-BE49-F238E27FC236}">
                  <a16:creationId xmlns:a16="http://schemas.microsoft.com/office/drawing/2014/main" id="{B29FE29F-1752-5C3D-32D7-32DBE9D8B5D5}"/>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2</a:t>
              </a:r>
            </a:p>
          </p:txBody>
        </p:sp>
      </p:grpSp>
    </p:spTree>
    <p:extLst>
      <p:ext uri="{BB962C8B-B14F-4D97-AF65-F5344CB8AC3E}">
        <p14:creationId xmlns:p14="http://schemas.microsoft.com/office/powerpoint/2010/main" val="3758560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4E97F462-465D-91F5-8B76-24A8827EC9D6}"/>
              </a:ext>
            </a:extLst>
          </p:cNvPr>
          <p:cNvGraphicFramePr>
            <a:graphicFrameLocks noChangeAspect="1"/>
          </p:cNvGraphicFramePr>
          <p:nvPr>
            <p:custDataLst>
              <p:tags r:id="rId1"/>
            </p:custDataLst>
            <p:extLst>
              <p:ext uri="{D42A27DB-BD31-4B8C-83A1-F6EECF244321}">
                <p14:modId xmlns:p14="http://schemas.microsoft.com/office/powerpoint/2010/main" val="3155223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53" imgH="353" progId="TCLayout.ActiveDocument.1">
                  <p:embed/>
                </p:oleObj>
              </mc:Choice>
              <mc:Fallback>
                <p:oleObj name="think-cell Folie" r:id="rId3" imgW="353" imgH="353" progId="TCLayout.ActiveDocument.1">
                  <p:embed/>
                  <p:pic>
                    <p:nvPicPr>
                      <p:cNvPr id="4" name="Objekt 3" hidden="1">
                        <a:extLst>
                          <a:ext uri="{FF2B5EF4-FFF2-40B4-BE49-F238E27FC236}">
                            <a16:creationId xmlns:a16="http://schemas.microsoft.com/office/drawing/2014/main" id="{4E97F462-465D-91F5-8B76-24A8827EC9D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A8020DF4-44C3-C6A0-CC50-8FF18BD3C396}"/>
              </a:ext>
            </a:extLst>
          </p:cNvPr>
          <p:cNvSpPr>
            <a:spLocks noGrp="1"/>
          </p:cNvSpPr>
          <p:nvPr>
            <p:ph type="title"/>
          </p:nvPr>
        </p:nvSpPr>
        <p:spPr/>
        <p:txBody>
          <a:bodyPr vert="horz"/>
          <a:lstStyle/>
          <a:p>
            <a:r>
              <a:rPr lang="en-US" dirty="0"/>
              <a:t>ET 200SP with System Redundancy R1</a:t>
            </a:r>
            <a:r>
              <a:rPr lang="en-US" b="0" dirty="0"/>
              <a:t> </a:t>
            </a:r>
            <a:br>
              <a:rPr lang="en-US" b="0" dirty="0"/>
            </a:br>
            <a:r>
              <a:rPr lang="en-US" b="0" dirty="0"/>
              <a:t>Ordering data</a:t>
            </a:r>
          </a:p>
        </p:txBody>
      </p:sp>
      <p:sp>
        <p:nvSpPr>
          <p:cNvPr id="3" name="Fußzeilenplatzhalter 2">
            <a:extLst>
              <a:ext uri="{FF2B5EF4-FFF2-40B4-BE49-F238E27FC236}">
                <a16:creationId xmlns:a16="http://schemas.microsoft.com/office/drawing/2014/main" id="{EA35394F-BBF4-C3EC-2FDE-B524DBA81B6B}"/>
              </a:ext>
            </a:extLst>
          </p:cNvPr>
          <p:cNvSpPr>
            <a:spLocks noGrp="1"/>
          </p:cNvSpPr>
          <p:nvPr>
            <p:ph type="ftr" sz="quarter" idx="10"/>
          </p:nvPr>
        </p:nvSpPr>
        <p:spPr/>
        <p:txBody>
          <a:bodyPr/>
          <a:lstStyle/>
          <a:p>
            <a:pPr>
              <a:lnSpc>
                <a:spcPct val="100000"/>
              </a:lnSpc>
            </a:pPr>
            <a:r>
              <a:rPr lang="en-US" dirty="0"/>
              <a:t>Unrestricted | © Siemens 2022 | DI FA | 08.12.2022</a:t>
            </a:r>
          </a:p>
        </p:txBody>
      </p:sp>
      <p:graphicFrame>
        <p:nvGraphicFramePr>
          <p:cNvPr id="6" name="Tabelle 5">
            <a:extLst>
              <a:ext uri="{FF2B5EF4-FFF2-40B4-BE49-F238E27FC236}">
                <a16:creationId xmlns:a16="http://schemas.microsoft.com/office/drawing/2014/main" id="{1F15B0CB-7857-C0C6-44E8-EB638917087F}"/>
              </a:ext>
            </a:extLst>
          </p:cNvPr>
          <p:cNvGraphicFramePr>
            <a:graphicFrameLocks noGrp="1"/>
          </p:cNvGraphicFramePr>
          <p:nvPr>
            <p:extLst>
              <p:ext uri="{D42A27DB-BD31-4B8C-83A1-F6EECF244321}">
                <p14:modId xmlns:p14="http://schemas.microsoft.com/office/powerpoint/2010/main" val="2370315935"/>
              </p:ext>
            </p:extLst>
          </p:nvPr>
        </p:nvGraphicFramePr>
        <p:xfrm>
          <a:off x="3274480" y="2186435"/>
          <a:ext cx="4785360" cy="2194560"/>
        </p:xfrm>
        <a:graphic>
          <a:graphicData uri="http://schemas.openxmlformats.org/drawingml/2006/table">
            <a:tbl>
              <a:tblPr firstRow="1" firstCol="1" bandRow="1">
                <a:tableStyleId>{B301B821-A1FF-4177-AEE7-76D212191A09}</a:tableStyleId>
              </a:tblPr>
              <a:tblGrid>
                <a:gridCol w="2823770">
                  <a:extLst>
                    <a:ext uri="{9D8B030D-6E8A-4147-A177-3AD203B41FA5}">
                      <a16:colId xmlns:a16="http://schemas.microsoft.com/office/drawing/2014/main" val="3584938288"/>
                    </a:ext>
                  </a:extLst>
                </a:gridCol>
                <a:gridCol w="1961590">
                  <a:extLst>
                    <a:ext uri="{9D8B030D-6E8A-4147-A177-3AD203B41FA5}">
                      <a16:colId xmlns:a16="http://schemas.microsoft.com/office/drawing/2014/main" val="3847035855"/>
                    </a:ext>
                  </a:extLst>
                </a:gridCol>
              </a:tblGrid>
              <a:tr h="75121">
                <a:tc>
                  <a:txBody>
                    <a:bodyPr/>
                    <a:lstStyle/>
                    <a:p>
                      <a:pPr algn="l"/>
                      <a:r>
                        <a:rPr lang="de-DE" sz="1200" b="1" dirty="0">
                          <a:effectLst/>
                        </a:rPr>
                        <a:t>Designation</a:t>
                      </a:r>
                    </a:p>
                  </a:txBody>
                  <a:tcPr marL="68580" marR="68580" marT="0" marB="0"/>
                </a:tc>
                <a:tc>
                  <a:txBody>
                    <a:bodyPr/>
                    <a:lstStyle/>
                    <a:p>
                      <a:pPr algn="l"/>
                      <a:r>
                        <a:rPr lang="de-DE" sz="1200" b="1" dirty="0">
                          <a:effectLst/>
                          <a:latin typeface="Calibri" panose="020F0502020204030204" pitchFamily="34" charset="0"/>
                          <a:ea typeface="Times New Roman" panose="02020603050405020304" pitchFamily="18" charset="0"/>
                          <a:cs typeface="Times New Roman" panose="02020603050405020304" pitchFamily="18" charset="0"/>
                        </a:rPr>
                        <a:t>Article</a:t>
                      </a:r>
                    </a:p>
                  </a:txBody>
                  <a:tcPr marL="68580" marR="68580" marT="0" marB="0"/>
                </a:tc>
                <a:extLst>
                  <a:ext uri="{0D108BD9-81ED-4DB2-BD59-A6C34878D82A}">
                    <a16:rowId xmlns:a16="http://schemas.microsoft.com/office/drawing/2014/main" val="114887609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effectLst/>
                        </a:rPr>
                        <a:t>IM 155-6 PN R1</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0" dirty="0">
                          <a:effectLst/>
                        </a:rPr>
                        <a:t>6ES7155-6AU00-0HM0</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58612383"/>
                  </a:ext>
                </a:extLst>
              </a:tr>
              <a:tr h="0">
                <a:tc>
                  <a:txBody>
                    <a:bodyPr/>
                    <a:lstStyle/>
                    <a:p>
                      <a:pPr algn="l"/>
                      <a:r>
                        <a:rPr lang="de-DE" sz="1200" b="0" dirty="0">
                          <a:effectLst/>
                        </a:rPr>
                        <a:t>BU Type M0</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r>
                        <a:rPr lang="de-DE" sz="1200" b="0" dirty="0">
                          <a:effectLst/>
                        </a:rPr>
                        <a:t>6ES7193-6BR00-0HM0</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41744608"/>
                  </a:ext>
                </a:extLst>
              </a:tr>
              <a:tr h="0">
                <a:tc>
                  <a:txBody>
                    <a:bodyPr/>
                    <a:lstStyle/>
                    <a:p>
                      <a:pPr algn="l"/>
                      <a:r>
                        <a:rPr lang="de-DE" sz="1200" b="0" dirty="0">
                          <a:effectLst/>
                        </a:rPr>
                        <a:t> </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r>
                        <a:rPr lang="de-DE" sz="1200" b="0" dirty="0">
                          <a:effectLst/>
                        </a:rPr>
                        <a:t> </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31614065"/>
                  </a:ext>
                </a:extLst>
              </a:tr>
              <a:tr h="0">
                <a:tc>
                  <a:txBody>
                    <a:bodyPr/>
                    <a:lstStyle/>
                    <a:p>
                      <a:pPr algn="l"/>
                      <a:r>
                        <a:rPr lang="de-DE" sz="1200" b="0" dirty="0">
                          <a:effectLst/>
                        </a:rPr>
                        <a:t>SIMATIC system rail, </a:t>
                      </a:r>
                      <a:br>
                        <a:rPr lang="de-DE" sz="1200" b="0" dirty="0">
                          <a:effectLst/>
                        </a:rPr>
                      </a:br>
                      <a:r>
                        <a:rPr lang="de-DE" sz="1200" b="0" dirty="0">
                          <a:effectLst/>
                        </a:rPr>
                        <a:t>Length 482,6mm</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r>
                        <a:rPr lang="de-DE" sz="1200" b="0" dirty="0">
                          <a:effectLst/>
                        </a:rPr>
                        <a:t>6ES7193-6MR00-0AA0</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57024150"/>
                  </a:ext>
                </a:extLst>
              </a:tr>
              <a:tr h="0">
                <a:tc>
                  <a:txBody>
                    <a:bodyPr/>
                    <a:lstStyle/>
                    <a:p>
                      <a:pPr algn="l"/>
                      <a:r>
                        <a:rPr lang="de-DE" sz="1200" b="0" dirty="0">
                          <a:effectLst/>
                        </a:rPr>
                        <a:t>SIMATIC system rail, </a:t>
                      </a:r>
                      <a:br>
                        <a:rPr lang="de-DE" sz="1200" b="0" dirty="0">
                          <a:effectLst/>
                        </a:rPr>
                      </a:br>
                      <a:r>
                        <a:rPr lang="de-DE" sz="1200" b="0" dirty="0">
                          <a:effectLst/>
                        </a:rPr>
                        <a:t>Length 530mm</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r>
                        <a:rPr lang="de-DE" sz="1200" b="0" dirty="0">
                          <a:effectLst/>
                        </a:rPr>
                        <a:t>6ES7193-6MR00-0BA0</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90150510"/>
                  </a:ext>
                </a:extLst>
              </a:tr>
              <a:tr h="0">
                <a:tc>
                  <a:txBody>
                    <a:bodyPr/>
                    <a:lstStyle/>
                    <a:p>
                      <a:pPr algn="l"/>
                      <a:r>
                        <a:rPr lang="de-DE" sz="1200" b="0" dirty="0">
                          <a:effectLst/>
                        </a:rPr>
                        <a:t>SIMATIC system rail, </a:t>
                      </a:r>
                      <a:br>
                        <a:rPr lang="de-DE" sz="1200" b="0" dirty="0">
                          <a:effectLst/>
                        </a:rPr>
                      </a:br>
                      <a:r>
                        <a:rPr lang="de-DE" sz="1200" b="0" dirty="0">
                          <a:effectLst/>
                        </a:rPr>
                        <a:t>Length 830mm</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r>
                        <a:rPr lang="de-DE" sz="1200" b="0" dirty="0">
                          <a:effectLst/>
                        </a:rPr>
                        <a:t>6ES7193-6MR00-0CA0</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46680972"/>
                  </a:ext>
                </a:extLst>
              </a:tr>
              <a:tr h="0">
                <a:tc>
                  <a:txBody>
                    <a:bodyPr/>
                    <a:lstStyle/>
                    <a:p>
                      <a:pPr algn="l"/>
                      <a:r>
                        <a:rPr lang="de-DE" sz="1200" b="0" dirty="0">
                          <a:effectLst/>
                        </a:rPr>
                        <a:t>SIMATIC system rail, </a:t>
                      </a:r>
                      <a:br>
                        <a:rPr lang="de-DE" sz="1200" b="0" dirty="0">
                          <a:effectLst/>
                        </a:rPr>
                      </a:br>
                      <a:r>
                        <a:rPr lang="de-DE" sz="1200" b="0" dirty="0">
                          <a:effectLst/>
                        </a:rPr>
                        <a:t>Length 2000mm</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l"/>
                      <a:r>
                        <a:rPr lang="de-DE" sz="1200" b="0" dirty="0">
                          <a:effectLst/>
                        </a:rPr>
                        <a:t>6ES7193-6MR00-0DA0</a:t>
                      </a:r>
                      <a:endParaRPr lang="de-DE"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5582542"/>
                  </a:ext>
                </a:extLst>
              </a:tr>
            </a:tbl>
          </a:graphicData>
        </a:graphic>
      </p:graphicFrame>
      <p:pic>
        <p:nvPicPr>
          <p:cNvPr id="10" name="Grafik 9">
            <a:extLst>
              <a:ext uri="{FF2B5EF4-FFF2-40B4-BE49-F238E27FC236}">
                <a16:creationId xmlns:a16="http://schemas.microsoft.com/office/drawing/2014/main" id="{213F1C69-D54A-18C8-8BEE-F5DCA5DFAA4B}"/>
              </a:ext>
            </a:extLst>
          </p:cNvPr>
          <p:cNvPicPr>
            <a:picLocks noChangeAspect="1"/>
          </p:cNvPicPr>
          <p:nvPr/>
        </p:nvPicPr>
        <p:blipFill rotWithShape="1">
          <a:blip r:embed="rId5"/>
          <a:srcRect l="18091" t="9889" r="15785" b="14667"/>
          <a:stretch/>
        </p:blipFill>
        <p:spPr>
          <a:xfrm>
            <a:off x="8272208" y="4286157"/>
            <a:ext cx="2650982" cy="2093043"/>
          </a:xfrm>
          <a:prstGeom prst="rect">
            <a:avLst/>
          </a:prstGeom>
        </p:spPr>
      </p:pic>
      <p:pic>
        <p:nvPicPr>
          <p:cNvPr id="12" name="Grafik 11">
            <a:extLst>
              <a:ext uri="{FF2B5EF4-FFF2-40B4-BE49-F238E27FC236}">
                <a16:creationId xmlns:a16="http://schemas.microsoft.com/office/drawing/2014/main" id="{728086C1-367F-EADF-8849-4B0F22C7DC77}"/>
              </a:ext>
            </a:extLst>
          </p:cNvPr>
          <p:cNvPicPr>
            <a:picLocks noChangeAspect="1"/>
          </p:cNvPicPr>
          <p:nvPr/>
        </p:nvPicPr>
        <p:blipFill rotWithShape="1">
          <a:blip r:embed="rId6"/>
          <a:srcRect l="23667" t="11163" r="23032" b="16333"/>
          <a:stretch/>
        </p:blipFill>
        <p:spPr>
          <a:xfrm>
            <a:off x="8579964" y="732220"/>
            <a:ext cx="2351553" cy="3198762"/>
          </a:xfrm>
          <a:prstGeom prst="rect">
            <a:avLst/>
          </a:prstGeom>
        </p:spPr>
      </p:pic>
      <p:pic>
        <p:nvPicPr>
          <p:cNvPr id="14" name="Grafik 13">
            <a:extLst>
              <a:ext uri="{FF2B5EF4-FFF2-40B4-BE49-F238E27FC236}">
                <a16:creationId xmlns:a16="http://schemas.microsoft.com/office/drawing/2014/main" id="{B1785B5D-616B-B680-8F39-DCB6DA439257}"/>
              </a:ext>
            </a:extLst>
          </p:cNvPr>
          <p:cNvPicPr>
            <a:picLocks noChangeAspect="1"/>
          </p:cNvPicPr>
          <p:nvPr/>
        </p:nvPicPr>
        <p:blipFill rotWithShape="1">
          <a:blip r:embed="rId7"/>
          <a:srcRect l="33538" t="19562" r="33261" b="24110"/>
          <a:stretch/>
        </p:blipFill>
        <p:spPr>
          <a:xfrm>
            <a:off x="1059160" y="1334282"/>
            <a:ext cx="1514372" cy="3198763"/>
          </a:xfrm>
          <a:prstGeom prst="rect">
            <a:avLst/>
          </a:prstGeom>
        </p:spPr>
      </p:pic>
      <p:grpSp>
        <p:nvGrpSpPr>
          <p:cNvPr id="5" name="Gruppieren 4">
            <a:extLst>
              <a:ext uri="{FF2B5EF4-FFF2-40B4-BE49-F238E27FC236}">
                <a16:creationId xmlns:a16="http://schemas.microsoft.com/office/drawing/2014/main" id="{C1D3EAB6-E06F-9233-21CB-A42ABC6B518C}"/>
              </a:ext>
            </a:extLst>
          </p:cNvPr>
          <p:cNvGrpSpPr/>
          <p:nvPr/>
        </p:nvGrpSpPr>
        <p:grpSpPr>
          <a:xfrm>
            <a:off x="1546346" y="3283715"/>
            <a:ext cx="270000" cy="270000"/>
            <a:chOff x="6427960" y="3748134"/>
            <a:chExt cx="270000" cy="270000"/>
          </a:xfrm>
        </p:grpSpPr>
        <p:sp>
          <p:nvSpPr>
            <p:cNvPr id="7" name="Ellipse 6">
              <a:extLst>
                <a:ext uri="{FF2B5EF4-FFF2-40B4-BE49-F238E27FC236}">
                  <a16:creationId xmlns:a16="http://schemas.microsoft.com/office/drawing/2014/main" id="{216053FE-B00E-F6A8-0624-900CD6BBE262}"/>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9" name="Textfeld 8">
              <a:extLst>
                <a:ext uri="{FF2B5EF4-FFF2-40B4-BE49-F238E27FC236}">
                  <a16:creationId xmlns:a16="http://schemas.microsoft.com/office/drawing/2014/main" id="{C0ABDE72-366B-2BDF-3AFF-84F4D16EAF59}"/>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1</a:t>
              </a:r>
            </a:p>
          </p:txBody>
        </p:sp>
      </p:grpSp>
      <p:grpSp>
        <p:nvGrpSpPr>
          <p:cNvPr id="11" name="Gruppieren 10">
            <a:extLst>
              <a:ext uri="{FF2B5EF4-FFF2-40B4-BE49-F238E27FC236}">
                <a16:creationId xmlns:a16="http://schemas.microsoft.com/office/drawing/2014/main" id="{CC881835-4B34-0BC0-1FD8-222FF85EA2BD}"/>
              </a:ext>
            </a:extLst>
          </p:cNvPr>
          <p:cNvGrpSpPr/>
          <p:nvPr/>
        </p:nvGrpSpPr>
        <p:grpSpPr>
          <a:xfrm>
            <a:off x="9100261" y="2546651"/>
            <a:ext cx="270000" cy="270000"/>
            <a:chOff x="6427960" y="3748134"/>
            <a:chExt cx="270000" cy="270000"/>
          </a:xfrm>
        </p:grpSpPr>
        <p:sp>
          <p:nvSpPr>
            <p:cNvPr id="13" name="Ellipse 12">
              <a:extLst>
                <a:ext uri="{FF2B5EF4-FFF2-40B4-BE49-F238E27FC236}">
                  <a16:creationId xmlns:a16="http://schemas.microsoft.com/office/drawing/2014/main" id="{B843A931-A0F0-6422-003E-631AA52E6CF2}"/>
                </a:ext>
              </a:extLst>
            </p:cNvPr>
            <p:cNvSpPr/>
            <p:nvPr/>
          </p:nvSpPr>
          <p:spPr>
            <a:xfrm>
              <a:off x="6427960" y="3748134"/>
              <a:ext cx="270000" cy="270000"/>
            </a:xfrm>
            <a:prstGeom prst="ellipse">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16" name="Textfeld 15">
              <a:extLst>
                <a:ext uri="{FF2B5EF4-FFF2-40B4-BE49-F238E27FC236}">
                  <a16:creationId xmlns:a16="http://schemas.microsoft.com/office/drawing/2014/main" id="{33D64473-0C9F-0DC3-C5FD-AE2508245C29}"/>
                </a:ext>
              </a:extLst>
            </p:cNvPr>
            <p:cNvSpPr txBox="1"/>
            <p:nvPr/>
          </p:nvSpPr>
          <p:spPr>
            <a:xfrm>
              <a:off x="6520480" y="3790801"/>
              <a:ext cx="84960" cy="184666"/>
            </a:xfrm>
            <a:prstGeom prst="rect">
              <a:avLst/>
            </a:prstGeom>
            <a:noFill/>
          </p:spPr>
          <p:txBody>
            <a:bodyPr wrap="none" lIns="0" tIns="0" rIns="0" bIns="0" rtlCol="0">
              <a:spAutoFit/>
            </a:bodyPr>
            <a:lstStyle/>
            <a:p>
              <a:pPr algn="l"/>
              <a:r>
                <a:rPr lang="en-US" sz="1200" dirty="0"/>
                <a:t>2</a:t>
              </a:r>
            </a:p>
          </p:txBody>
        </p:sp>
      </p:grpSp>
      <p:cxnSp>
        <p:nvCxnSpPr>
          <p:cNvPr id="18" name="Gerade Verbindung mit Pfeil 17">
            <a:extLst>
              <a:ext uri="{FF2B5EF4-FFF2-40B4-BE49-F238E27FC236}">
                <a16:creationId xmlns:a16="http://schemas.microsoft.com/office/drawing/2014/main" id="{DDA4B59B-20B6-18D8-3620-3747CB3B5879}"/>
              </a:ext>
            </a:extLst>
          </p:cNvPr>
          <p:cNvCxnSpPr/>
          <p:nvPr/>
        </p:nvCxnSpPr>
        <p:spPr>
          <a:xfrm flipH="1">
            <a:off x="2573532" y="2453489"/>
            <a:ext cx="700948" cy="320495"/>
          </a:xfrm>
          <a:prstGeom prst="straightConnector1">
            <a:avLst/>
          </a:prstGeom>
          <a:ln w="31750">
            <a:solidFill>
              <a:schemeClr val="accent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a:extLst>
              <a:ext uri="{FF2B5EF4-FFF2-40B4-BE49-F238E27FC236}">
                <a16:creationId xmlns:a16="http://schemas.microsoft.com/office/drawing/2014/main" id="{34CDA6BE-F048-478C-03D2-70510E37153D}"/>
              </a:ext>
            </a:extLst>
          </p:cNvPr>
          <p:cNvCxnSpPr>
            <a:cxnSpLocks/>
          </p:cNvCxnSpPr>
          <p:nvPr/>
        </p:nvCxnSpPr>
        <p:spPr>
          <a:xfrm>
            <a:off x="8059840" y="2662960"/>
            <a:ext cx="520124" cy="321645"/>
          </a:xfrm>
          <a:prstGeom prst="straightConnector1">
            <a:avLst/>
          </a:prstGeom>
          <a:ln w="31750">
            <a:solidFill>
              <a:schemeClr val="accent1"/>
            </a:solidFill>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7D857040-812F-D17A-F48B-DC4256345828}"/>
              </a:ext>
            </a:extLst>
          </p:cNvPr>
          <p:cNvCxnSpPr>
            <a:cxnSpLocks/>
          </p:cNvCxnSpPr>
          <p:nvPr/>
        </p:nvCxnSpPr>
        <p:spPr>
          <a:xfrm>
            <a:off x="8059840" y="3553715"/>
            <a:ext cx="520124" cy="827280"/>
          </a:xfrm>
          <a:prstGeom prst="straightConnector1">
            <a:avLst/>
          </a:prstGeom>
          <a:ln w="31750">
            <a:solidFill>
              <a:schemeClr val="accent1"/>
            </a:solidFill>
            <a:headEnd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4514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9AA4A4D6-4E71-133C-ECA5-C6A72A51A8E0}"/>
              </a:ext>
            </a:extLst>
          </p:cNvPr>
          <p:cNvGraphicFramePr>
            <a:graphicFrameLocks noChangeAspect="1"/>
          </p:cNvGraphicFramePr>
          <p:nvPr>
            <p:custDataLst>
              <p:tags r:id="rId1"/>
            </p:custDataLst>
            <p:extLst>
              <p:ext uri="{D42A27DB-BD31-4B8C-83A1-F6EECF244321}">
                <p14:modId xmlns:p14="http://schemas.microsoft.com/office/powerpoint/2010/main" val="10323561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53" imgH="353" progId="TCLayout.ActiveDocument.1">
                  <p:embed/>
                </p:oleObj>
              </mc:Choice>
              <mc:Fallback>
                <p:oleObj name="think-cell Folie" r:id="rId3" imgW="353" imgH="353" progId="TCLayout.ActiveDocument.1">
                  <p:embed/>
                  <p:pic>
                    <p:nvPicPr>
                      <p:cNvPr id="4" name="Objekt 3" hidden="1">
                        <a:extLst>
                          <a:ext uri="{FF2B5EF4-FFF2-40B4-BE49-F238E27FC236}">
                            <a16:creationId xmlns:a16="http://schemas.microsoft.com/office/drawing/2014/main" id="{9AA4A4D6-4E71-133C-ECA5-C6A72A51A8E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7987EFCA-DAA4-BA74-2708-F825BEB56106}"/>
              </a:ext>
            </a:extLst>
          </p:cNvPr>
          <p:cNvSpPr>
            <a:spLocks noGrp="1"/>
          </p:cNvSpPr>
          <p:nvPr>
            <p:ph type="title"/>
          </p:nvPr>
        </p:nvSpPr>
        <p:spPr/>
        <p:txBody>
          <a:bodyPr vert="horz"/>
          <a:lstStyle/>
          <a:p>
            <a:r>
              <a:rPr lang="en-US" dirty="0"/>
              <a:t>ET 200SP with System Redundancy R1</a:t>
            </a:r>
            <a:r>
              <a:rPr lang="en-US" b="0" dirty="0"/>
              <a:t> </a:t>
            </a:r>
            <a:br>
              <a:rPr lang="en-US" b="0" dirty="0"/>
            </a:br>
            <a:r>
              <a:rPr lang="en-US" b="0" dirty="0"/>
              <a:t>System Rail</a:t>
            </a:r>
          </a:p>
        </p:txBody>
      </p:sp>
      <p:sp>
        <p:nvSpPr>
          <p:cNvPr id="3" name="Fußzeilenplatzhalter 2">
            <a:extLst>
              <a:ext uri="{FF2B5EF4-FFF2-40B4-BE49-F238E27FC236}">
                <a16:creationId xmlns:a16="http://schemas.microsoft.com/office/drawing/2014/main" id="{1A1BE250-4CF4-2372-178D-F0F54EED63E7}"/>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6" name="Textfeld 5">
            <a:extLst>
              <a:ext uri="{FF2B5EF4-FFF2-40B4-BE49-F238E27FC236}">
                <a16:creationId xmlns:a16="http://schemas.microsoft.com/office/drawing/2014/main" id="{462AD076-1955-5F70-DA87-81B269E9A690}"/>
              </a:ext>
            </a:extLst>
          </p:cNvPr>
          <p:cNvSpPr txBox="1"/>
          <p:nvPr/>
        </p:nvSpPr>
        <p:spPr>
          <a:xfrm>
            <a:off x="5603571" y="1520196"/>
            <a:ext cx="6094990" cy="2862322"/>
          </a:xfrm>
          <a:prstGeom prst="rect">
            <a:avLst/>
          </a:prstGeom>
          <a:noFill/>
        </p:spPr>
        <p:txBody>
          <a:bodyPr wrap="square">
            <a:spAutoFit/>
          </a:bodyPr>
          <a:lstStyle/>
          <a:p>
            <a:r>
              <a:rPr lang="en-US" dirty="0"/>
              <a:t>Required when using the </a:t>
            </a:r>
            <a:r>
              <a:rPr lang="en-US" sz="1800" b="0" dirty="0">
                <a:effectLst/>
              </a:rPr>
              <a:t>IM 155-6 PN R1</a:t>
            </a:r>
            <a:endParaRPr lang="en-US" sz="1800" b="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a:p>
            <a:pPr marL="285750" indent="-285750">
              <a:buFont typeface="Arial" panose="020B0604020202020204" pitchFamily="34" charset="0"/>
              <a:buChar char="•"/>
            </a:pPr>
            <a:r>
              <a:rPr lang="en-US" dirty="0"/>
              <a:t>Tight dimensional tolerances for operating conditions under high mechanical stress (significantly better than dimensional tolerance standard EN 60715)</a:t>
            </a:r>
          </a:p>
          <a:p>
            <a:pPr marL="285750" indent="-285750">
              <a:buFont typeface="Arial" panose="020B0604020202020204" pitchFamily="34" charset="0"/>
              <a:buChar char="•"/>
            </a:pPr>
            <a:r>
              <a:rPr lang="en-US" dirty="0"/>
              <a:t>long-term stable surface treatment for optimum interference dissipation</a:t>
            </a:r>
          </a:p>
          <a:p>
            <a:pPr marL="285750" indent="-285750">
              <a:buFont typeface="Arial" panose="020B0604020202020204" pitchFamily="34" charset="0"/>
              <a:buChar char="•"/>
            </a:pPr>
            <a:r>
              <a:rPr lang="en-US" dirty="0"/>
              <a:t>stable design for self-supporting construction</a:t>
            </a:r>
          </a:p>
          <a:p>
            <a:pPr marL="285750" indent="-285750">
              <a:buFont typeface="Arial" panose="020B0604020202020204" pitchFamily="34" charset="0"/>
              <a:buChar char="•"/>
            </a:pPr>
            <a:r>
              <a:rPr lang="en-US" dirty="0"/>
              <a:t>integrated Bosch profile grooves (</a:t>
            </a:r>
            <a:r>
              <a:rPr lang="en-US" b="0" i="0" dirty="0">
                <a:effectLst/>
                <a:latin typeface="arial" panose="020B0604020202020204" pitchFamily="34" charset="0"/>
              </a:rPr>
              <a:t>6mm profile grooves, B-type)</a:t>
            </a:r>
            <a:endParaRPr lang="en-US" dirty="0"/>
          </a:p>
        </p:txBody>
      </p:sp>
      <p:pic>
        <p:nvPicPr>
          <p:cNvPr id="7" name="Grafik 6">
            <a:extLst>
              <a:ext uri="{FF2B5EF4-FFF2-40B4-BE49-F238E27FC236}">
                <a16:creationId xmlns:a16="http://schemas.microsoft.com/office/drawing/2014/main" id="{1A1277B3-82CA-4F4F-F7FD-2785049DCCAB}"/>
              </a:ext>
            </a:extLst>
          </p:cNvPr>
          <p:cNvPicPr>
            <a:picLocks noChangeAspect="1"/>
          </p:cNvPicPr>
          <p:nvPr/>
        </p:nvPicPr>
        <p:blipFill rotWithShape="1">
          <a:blip r:embed="rId5"/>
          <a:srcRect l="18091" t="9889" r="15785" b="14667"/>
          <a:stretch/>
        </p:blipFill>
        <p:spPr>
          <a:xfrm>
            <a:off x="801257" y="1520196"/>
            <a:ext cx="4377325" cy="3456051"/>
          </a:xfrm>
          <a:prstGeom prst="rect">
            <a:avLst/>
          </a:prstGeom>
        </p:spPr>
      </p:pic>
    </p:spTree>
    <p:extLst>
      <p:ext uri="{BB962C8B-B14F-4D97-AF65-F5344CB8AC3E}">
        <p14:creationId xmlns:p14="http://schemas.microsoft.com/office/powerpoint/2010/main" val="1354691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21A2964-1099-4A7E-BC5D-9B8EED80E0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32" imgH="533" progId="TCLayout.ActiveDocument.1">
                  <p:embed/>
                </p:oleObj>
              </mc:Choice>
              <mc:Fallback>
                <p:oleObj name="think-cell Folie" r:id="rId3" imgW="532" imgH="533" progId="TCLayout.ActiveDocument.1">
                  <p:embed/>
                  <p:pic>
                    <p:nvPicPr>
                      <p:cNvPr id="6" name="Objekt 5" hidden="1">
                        <a:extLst>
                          <a:ext uri="{FF2B5EF4-FFF2-40B4-BE49-F238E27FC236}">
                            <a16:creationId xmlns:a16="http://schemas.microsoft.com/office/drawing/2014/main" id="{521A2964-1099-4A7E-BC5D-9B8EED80E0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A645F354-40D6-4D3D-BA93-7A74F09635B4}"/>
              </a:ext>
            </a:extLst>
          </p:cNvPr>
          <p:cNvSpPr>
            <a:spLocks noGrp="1"/>
          </p:cNvSpPr>
          <p:nvPr>
            <p:ph type="title"/>
          </p:nvPr>
        </p:nvSpPr>
        <p:spPr>
          <a:xfrm>
            <a:off x="410400" y="1414463"/>
            <a:ext cx="11376788" cy="1846659"/>
          </a:xfrm>
        </p:spPr>
        <p:txBody>
          <a:bodyPr vert="horz"/>
          <a:lstStyle/>
          <a:p>
            <a:r>
              <a:rPr lang="en-US" dirty="0"/>
              <a:t>Configuration System Redundancy R1</a:t>
            </a:r>
          </a:p>
        </p:txBody>
      </p:sp>
      <p:sp>
        <p:nvSpPr>
          <p:cNvPr id="5" name="Untertitel 4">
            <a:extLst>
              <a:ext uri="{FF2B5EF4-FFF2-40B4-BE49-F238E27FC236}">
                <a16:creationId xmlns:a16="http://schemas.microsoft.com/office/drawing/2014/main" id="{7D06A950-B2BF-4D5B-AC72-5B76B61FC3A8}"/>
              </a:ext>
            </a:extLst>
          </p:cNvPr>
          <p:cNvSpPr>
            <a:spLocks noGrp="1"/>
          </p:cNvSpPr>
          <p:nvPr>
            <p:ph type="subTitle" idx="1"/>
          </p:nvPr>
        </p:nvSpPr>
        <p:spPr/>
        <p:txBody>
          <a:bodyPr/>
          <a:lstStyle/>
          <a:p>
            <a:r>
              <a:rPr lang="en-US" dirty="0"/>
              <a:t>SIMATIC S7-1500 Redundant Systems</a:t>
            </a:r>
          </a:p>
          <a:p>
            <a:endParaRPr lang="en-US" dirty="0"/>
          </a:p>
        </p:txBody>
      </p:sp>
      <p:sp>
        <p:nvSpPr>
          <p:cNvPr id="2" name="Fußzeilenplatzhalter 1">
            <a:extLst>
              <a:ext uri="{FF2B5EF4-FFF2-40B4-BE49-F238E27FC236}">
                <a16:creationId xmlns:a16="http://schemas.microsoft.com/office/drawing/2014/main" id="{0342A3D6-98FE-48A7-AFE2-71450107450D}"/>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123025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0E9194E7-79BA-7D4B-A115-4164A3FEBC9D}"/>
              </a:ext>
            </a:extLst>
          </p:cNvPr>
          <p:cNvSpPr/>
          <p:nvPr/>
        </p:nvSpPr>
        <p:spPr>
          <a:xfrm>
            <a:off x="6618083" y="1837853"/>
            <a:ext cx="4273236" cy="3277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aphicFrame>
        <p:nvGraphicFramePr>
          <p:cNvPr id="4" name="Objekt 3" hidden="1">
            <a:extLst>
              <a:ext uri="{FF2B5EF4-FFF2-40B4-BE49-F238E27FC236}">
                <a16:creationId xmlns:a16="http://schemas.microsoft.com/office/drawing/2014/main" id="{AE1D3B3B-599D-D9BD-42A4-7C620CB2EBA6}"/>
              </a:ext>
            </a:extLst>
          </p:cNvPr>
          <p:cNvGraphicFramePr>
            <a:graphicFrameLocks noChangeAspect="1"/>
          </p:cNvGraphicFramePr>
          <p:nvPr>
            <p:custDataLst>
              <p:tags r:id="rId1"/>
            </p:custDataLst>
            <p:extLst>
              <p:ext uri="{D42A27DB-BD31-4B8C-83A1-F6EECF244321}">
                <p14:modId xmlns:p14="http://schemas.microsoft.com/office/powerpoint/2010/main" val="952804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53" imgH="353" progId="TCLayout.ActiveDocument.1">
                  <p:embed/>
                </p:oleObj>
              </mc:Choice>
              <mc:Fallback>
                <p:oleObj name="think-cell Folie" r:id="rId3" imgW="353" imgH="353" progId="TCLayout.ActiveDocument.1">
                  <p:embed/>
                  <p:pic>
                    <p:nvPicPr>
                      <p:cNvPr id="4" name="Objekt 3" hidden="1">
                        <a:extLst>
                          <a:ext uri="{FF2B5EF4-FFF2-40B4-BE49-F238E27FC236}">
                            <a16:creationId xmlns:a16="http://schemas.microsoft.com/office/drawing/2014/main" id="{AE1D3B3B-599D-D9BD-42A4-7C620CB2EB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9903938-0C73-D655-B5B2-D4DFB94656D3}"/>
              </a:ext>
            </a:extLst>
          </p:cNvPr>
          <p:cNvSpPr>
            <a:spLocks noGrp="1"/>
          </p:cNvSpPr>
          <p:nvPr>
            <p:ph type="title"/>
          </p:nvPr>
        </p:nvSpPr>
        <p:spPr/>
        <p:txBody>
          <a:bodyPr vert="horz"/>
          <a:lstStyle/>
          <a:p>
            <a:r>
              <a:rPr lang="en-US" dirty="0"/>
              <a:t>Configuration System Redundancy R1</a:t>
            </a:r>
            <a:br>
              <a:rPr lang="en-US" dirty="0"/>
            </a:br>
            <a:r>
              <a:rPr lang="en-US" b="0" dirty="0"/>
              <a:t>Option 1: Separate subnets</a:t>
            </a:r>
          </a:p>
        </p:txBody>
      </p:sp>
      <p:sp>
        <p:nvSpPr>
          <p:cNvPr id="3" name="Fußzeilenplatzhalter 2">
            <a:extLst>
              <a:ext uri="{FF2B5EF4-FFF2-40B4-BE49-F238E27FC236}">
                <a16:creationId xmlns:a16="http://schemas.microsoft.com/office/drawing/2014/main" id="{34330BFE-6BE6-2566-EFF7-B8EFCE525A6A}"/>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10" name="Grafik 9">
            <a:extLst>
              <a:ext uri="{FF2B5EF4-FFF2-40B4-BE49-F238E27FC236}">
                <a16:creationId xmlns:a16="http://schemas.microsoft.com/office/drawing/2014/main" id="{F558DB4D-8CF3-D6AF-BB28-8A690D506FB0}"/>
              </a:ext>
            </a:extLst>
          </p:cNvPr>
          <p:cNvPicPr>
            <a:picLocks noChangeAspect="1"/>
          </p:cNvPicPr>
          <p:nvPr/>
        </p:nvPicPr>
        <p:blipFill>
          <a:blip r:embed="rId5"/>
          <a:stretch>
            <a:fillRect/>
          </a:stretch>
        </p:blipFill>
        <p:spPr>
          <a:xfrm>
            <a:off x="6794784" y="1971471"/>
            <a:ext cx="3762900" cy="2915057"/>
          </a:xfrm>
          <a:prstGeom prst="rect">
            <a:avLst/>
          </a:prstGeom>
        </p:spPr>
      </p:pic>
      <p:sp>
        <p:nvSpPr>
          <p:cNvPr id="11" name="Textfeld 10">
            <a:extLst>
              <a:ext uri="{FF2B5EF4-FFF2-40B4-BE49-F238E27FC236}">
                <a16:creationId xmlns:a16="http://schemas.microsoft.com/office/drawing/2014/main" id="{0067F2F2-EC9B-EEB1-0EB7-6466BF759D5E}"/>
              </a:ext>
            </a:extLst>
          </p:cNvPr>
          <p:cNvSpPr txBox="1"/>
          <p:nvPr/>
        </p:nvSpPr>
        <p:spPr>
          <a:xfrm>
            <a:off x="851025" y="1905505"/>
            <a:ext cx="5024673" cy="3046988"/>
          </a:xfrm>
          <a:prstGeom prst="rect">
            <a:avLst/>
          </a:prstGeom>
          <a:noFill/>
        </p:spPr>
        <p:txBody>
          <a:bodyPr wrap="square" lIns="0" tIns="0" rIns="0" bIns="0" rtlCol="0">
            <a:spAutoFit/>
          </a:bodyPr>
          <a:lstStyle/>
          <a:p>
            <a:pPr algn="l"/>
            <a:r>
              <a:rPr lang="en-US" dirty="0"/>
              <a:t>1 subnet is used between controller and IO device.</a:t>
            </a:r>
          </a:p>
          <a:p>
            <a:pPr algn="l"/>
            <a:endParaRPr lang="en-US" dirty="0"/>
          </a:p>
          <a:p>
            <a:pPr algn="l"/>
            <a:r>
              <a:rPr lang="en-US" b="1" dirty="0"/>
              <a:t>Advantage:</a:t>
            </a:r>
          </a:p>
          <a:p>
            <a:pPr algn="l"/>
            <a:r>
              <a:rPr lang="en-US" dirty="0"/>
              <a:t>Same (symmetric) IP addresses in both networks can be used</a:t>
            </a:r>
          </a:p>
          <a:p>
            <a:pPr algn="l"/>
            <a:endParaRPr lang="en-US" dirty="0"/>
          </a:p>
          <a:p>
            <a:pPr algn="l"/>
            <a:r>
              <a:rPr lang="en-US" b="1" dirty="0"/>
              <a:t>Disadvantage:</a:t>
            </a:r>
          </a:p>
          <a:p>
            <a:pPr algn="l"/>
            <a:r>
              <a:rPr lang="en-US" dirty="0"/>
              <a:t>No double-sided connection of S1 or S2 devices possible (via Y-Switch)</a:t>
            </a:r>
          </a:p>
          <a:p>
            <a:pPr algn="l"/>
            <a:endParaRPr lang="en-US" dirty="0"/>
          </a:p>
        </p:txBody>
      </p:sp>
    </p:spTree>
    <p:extLst>
      <p:ext uri="{BB962C8B-B14F-4D97-AF65-F5344CB8AC3E}">
        <p14:creationId xmlns:p14="http://schemas.microsoft.com/office/powerpoint/2010/main" val="3305163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AA220500-828E-44FD-0469-986C62BAEB1D}"/>
              </a:ext>
            </a:extLst>
          </p:cNvPr>
          <p:cNvSpPr/>
          <p:nvPr/>
        </p:nvSpPr>
        <p:spPr>
          <a:xfrm>
            <a:off x="6618083" y="1837853"/>
            <a:ext cx="4273236" cy="32773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graphicFrame>
        <p:nvGraphicFramePr>
          <p:cNvPr id="4" name="Objekt 3" hidden="1">
            <a:extLst>
              <a:ext uri="{FF2B5EF4-FFF2-40B4-BE49-F238E27FC236}">
                <a16:creationId xmlns:a16="http://schemas.microsoft.com/office/drawing/2014/main" id="{AE1D3B3B-599D-D9BD-42A4-7C620CB2EBA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53" imgH="353" progId="TCLayout.ActiveDocument.1">
                  <p:embed/>
                </p:oleObj>
              </mc:Choice>
              <mc:Fallback>
                <p:oleObj name="think-cell Folie" r:id="rId3" imgW="353" imgH="353" progId="TCLayout.ActiveDocument.1">
                  <p:embed/>
                  <p:pic>
                    <p:nvPicPr>
                      <p:cNvPr id="4" name="Objekt 3" hidden="1">
                        <a:extLst>
                          <a:ext uri="{FF2B5EF4-FFF2-40B4-BE49-F238E27FC236}">
                            <a16:creationId xmlns:a16="http://schemas.microsoft.com/office/drawing/2014/main" id="{AE1D3B3B-599D-D9BD-42A4-7C620CB2EB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9903938-0C73-D655-B5B2-D4DFB94656D3}"/>
              </a:ext>
            </a:extLst>
          </p:cNvPr>
          <p:cNvSpPr>
            <a:spLocks noGrp="1"/>
          </p:cNvSpPr>
          <p:nvPr>
            <p:ph type="title"/>
          </p:nvPr>
        </p:nvSpPr>
        <p:spPr/>
        <p:txBody>
          <a:bodyPr vert="horz"/>
          <a:lstStyle/>
          <a:p>
            <a:r>
              <a:rPr lang="en-US" dirty="0"/>
              <a:t>Configuration System Redundancy R1</a:t>
            </a:r>
            <a:br>
              <a:rPr lang="en-US" dirty="0"/>
            </a:br>
            <a:r>
              <a:rPr lang="en-US" b="0" dirty="0"/>
              <a:t>Option 2: Shared subnet</a:t>
            </a:r>
          </a:p>
        </p:txBody>
      </p:sp>
      <p:sp>
        <p:nvSpPr>
          <p:cNvPr id="3" name="Fußzeilenplatzhalter 2">
            <a:extLst>
              <a:ext uri="{FF2B5EF4-FFF2-40B4-BE49-F238E27FC236}">
                <a16:creationId xmlns:a16="http://schemas.microsoft.com/office/drawing/2014/main" id="{34330BFE-6BE6-2566-EFF7-B8EFCE525A6A}"/>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8" name="Grafik 7">
            <a:extLst>
              <a:ext uri="{FF2B5EF4-FFF2-40B4-BE49-F238E27FC236}">
                <a16:creationId xmlns:a16="http://schemas.microsoft.com/office/drawing/2014/main" id="{5BF992AE-6C25-5B9D-F140-E645FF2E3DBA}"/>
              </a:ext>
            </a:extLst>
          </p:cNvPr>
          <p:cNvPicPr>
            <a:picLocks noChangeAspect="1"/>
          </p:cNvPicPr>
          <p:nvPr/>
        </p:nvPicPr>
        <p:blipFill>
          <a:blip r:embed="rId5"/>
          <a:stretch>
            <a:fillRect/>
          </a:stretch>
        </p:blipFill>
        <p:spPr>
          <a:xfrm>
            <a:off x="6823362" y="2038153"/>
            <a:ext cx="3715268" cy="2886478"/>
          </a:xfrm>
          <a:prstGeom prst="rect">
            <a:avLst/>
          </a:prstGeom>
        </p:spPr>
      </p:pic>
      <p:sp>
        <p:nvSpPr>
          <p:cNvPr id="5" name="Textfeld 4">
            <a:extLst>
              <a:ext uri="{FF2B5EF4-FFF2-40B4-BE49-F238E27FC236}">
                <a16:creationId xmlns:a16="http://schemas.microsoft.com/office/drawing/2014/main" id="{AEAE8A43-93A4-A5EE-EBCD-6864C0887966}"/>
              </a:ext>
            </a:extLst>
          </p:cNvPr>
          <p:cNvSpPr txBox="1"/>
          <p:nvPr/>
        </p:nvSpPr>
        <p:spPr>
          <a:xfrm>
            <a:off x="851025" y="1905505"/>
            <a:ext cx="5024673" cy="2769989"/>
          </a:xfrm>
          <a:prstGeom prst="rect">
            <a:avLst/>
          </a:prstGeom>
          <a:noFill/>
        </p:spPr>
        <p:txBody>
          <a:bodyPr wrap="square" lIns="0" tIns="0" rIns="0" bIns="0" rtlCol="0">
            <a:spAutoFit/>
          </a:bodyPr>
          <a:lstStyle/>
          <a:p>
            <a:pPr algn="l"/>
            <a:r>
              <a:rPr lang="en-US" dirty="0"/>
              <a:t>Controller and IO devices are connected to a common subnet</a:t>
            </a:r>
          </a:p>
          <a:p>
            <a:pPr algn="l"/>
            <a:endParaRPr lang="en-US" dirty="0"/>
          </a:p>
          <a:p>
            <a:pPr algn="l"/>
            <a:r>
              <a:rPr lang="en-US" b="1" dirty="0"/>
              <a:t>Advantage:</a:t>
            </a:r>
          </a:p>
          <a:p>
            <a:pPr algn="l"/>
            <a:r>
              <a:rPr lang="en-US" dirty="0"/>
              <a:t>Allows two-sided connection of S1 or S2 devices via Y-Switch</a:t>
            </a:r>
          </a:p>
          <a:p>
            <a:pPr algn="l"/>
            <a:endParaRPr lang="en-US" dirty="0"/>
          </a:p>
          <a:p>
            <a:pPr algn="l"/>
            <a:r>
              <a:rPr lang="en-US" b="1" dirty="0"/>
              <a:t>Disadvantage:</a:t>
            </a:r>
          </a:p>
          <a:p>
            <a:pPr algn="l"/>
            <a:r>
              <a:rPr lang="en-US" dirty="0"/>
              <a:t>No symmetric IP addresses possible</a:t>
            </a:r>
          </a:p>
          <a:p>
            <a:pPr algn="l"/>
            <a:endParaRPr lang="en-US" dirty="0"/>
          </a:p>
        </p:txBody>
      </p:sp>
    </p:spTree>
    <p:extLst>
      <p:ext uri="{BB962C8B-B14F-4D97-AF65-F5344CB8AC3E}">
        <p14:creationId xmlns:p14="http://schemas.microsoft.com/office/powerpoint/2010/main" val="2837041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AE1D3B3B-599D-D9BD-42A4-7C620CB2EBA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53" imgH="353" progId="TCLayout.ActiveDocument.1">
                  <p:embed/>
                </p:oleObj>
              </mc:Choice>
              <mc:Fallback>
                <p:oleObj name="think-cell Folie" r:id="rId3" imgW="353" imgH="353" progId="TCLayout.ActiveDocument.1">
                  <p:embed/>
                  <p:pic>
                    <p:nvPicPr>
                      <p:cNvPr id="4" name="Objekt 3" hidden="1">
                        <a:extLst>
                          <a:ext uri="{FF2B5EF4-FFF2-40B4-BE49-F238E27FC236}">
                            <a16:creationId xmlns:a16="http://schemas.microsoft.com/office/drawing/2014/main" id="{AE1D3B3B-599D-D9BD-42A4-7C620CB2EB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9903938-0C73-D655-B5B2-D4DFB94656D3}"/>
              </a:ext>
            </a:extLst>
          </p:cNvPr>
          <p:cNvSpPr>
            <a:spLocks noGrp="1"/>
          </p:cNvSpPr>
          <p:nvPr>
            <p:ph type="title"/>
          </p:nvPr>
        </p:nvSpPr>
        <p:spPr/>
        <p:txBody>
          <a:bodyPr vert="horz"/>
          <a:lstStyle/>
          <a:p>
            <a:r>
              <a:rPr lang="en-US" dirty="0"/>
              <a:t>Configuration System Redundancy R1</a:t>
            </a:r>
            <a:br>
              <a:rPr lang="en-US" dirty="0"/>
            </a:br>
            <a:r>
              <a:rPr lang="en-US" b="0" dirty="0"/>
              <a:t>Option 2: Shared subnet – configuration with S1 and S2 IO devices</a:t>
            </a:r>
          </a:p>
        </p:txBody>
      </p:sp>
      <p:sp>
        <p:nvSpPr>
          <p:cNvPr id="3" name="Fußzeilenplatzhalter 2">
            <a:extLst>
              <a:ext uri="{FF2B5EF4-FFF2-40B4-BE49-F238E27FC236}">
                <a16:creationId xmlns:a16="http://schemas.microsoft.com/office/drawing/2014/main" id="{34330BFE-6BE6-2566-EFF7-B8EFCE525A6A}"/>
              </a:ext>
            </a:extLst>
          </p:cNvPr>
          <p:cNvSpPr>
            <a:spLocks noGrp="1"/>
          </p:cNvSpPr>
          <p:nvPr>
            <p:ph type="ftr" sz="quarter" idx="10"/>
          </p:nvPr>
        </p:nvSpPr>
        <p:spPr/>
        <p:txBody>
          <a:bodyPr/>
          <a:lstStyle/>
          <a:p>
            <a:pPr>
              <a:lnSpc>
                <a:spcPct val="100000"/>
              </a:lnSpc>
            </a:pPr>
            <a:r>
              <a:rPr lang="en-US" dirty="0"/>
              <a:t>Unrestricted | © Siemens 2022 | DI FA | 08.12.2022</a:t>
            </a:r>
          </a:p>
        </p:txBody>
      </p:sp>
      <p:pic>
        <p:nvPicPr>
          <p:cNvPr id="7" name="Grafik 6">
            <a:extLst>
              <a:ext uri="{FF2B5EF4-FFF2-40B4-BE49-F238E27FC236}">
                <a16:creationId xmlns:a16="http://schemas.microsoft.com/office/drawing/2014/main" id="{0894A6F1-FC47-B8E5-44A2-BEBA4F9C721A}"/>
              </a:ext>
            </a:extLst>
          </p:cNvPr>
          <p:cNvPicPr>
            <a:picLocks noChangeAspect="1"/>
          </p:cNvPicPr>
          <p:nvPr/>
        </p:nvPicPr>
        <p:blipFill>
          <a:blip r:embed="rId5"/>
          <a:stretch>
            <a:fillRect/>
          </a:stretch>
        </p:blipFill>
        <p:spPr>
          <a:xfrm>
            <a:off x="2667398" y="1887398"/>
            <a:ext cx="6458851" cy="2943636"/>
          </a:xfrm>
          <a:prstGeom prst="rect">
            <a:avLst/>
          </a:prstGeom>
        </p:spPr>
      </p:pic>
      <p:sp>
        <p:nvSpPr>
          <p:cNvPr id="9" name="Legende: Linie 8">
            <a:extLst>
              <a:ext uri="{FF2B5EF4-FFF2-40B4-BE49-F238E27FC236}">
                <a16:creationId xmlns:a16="http://schemas.microsoft.com/office/drawing/2014/main" id="{B2E11C7F-878B-4A84-43DA-47A3003005C4}"/>
              </a:ext>
            </a:extLst>
          </p:cNvPr>
          <p:cNvSpPr/>
          <p:nvPr/>
        </p:nvSpPr>
        <p:spPr>
          <a:xfrm>
            <a:off x="8682273" y="5287224"/>
            <a:ext cx="1294646" cy="376407"/>
          </a:xfrm>
          <a:prstGeom prst="borderCallout1">
            <a:avLst>
              <a:gd name="adj1" fmla="val 18750"/>
              <a:gd name="adj2" fmla="val -8333"/>
              <a:gd name="adj3" fmla="val -232955"/>
              <a:gd name="adj4" fmla="val -39657"/>
            </a:avLst>
          </a:prstGeom>
          <a:solidFill>
            <a:schemeClr val="accent1"/>
          </a:solidFill>
          <a:ln>
            <a:solidFill>
              <a:srgbClr val="00A0B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r>
              <a:rPr lang="en-US" dirty="0"/>
              <a:t>S2-Device</a:t>
            </a:r>
          </a:p>
        </p:txBody>
      </p:sp>
      <p:sp>
        <p:nvSpPr>
          <p:cNvPr id="10" name="Legende: Linie 9">
            <a:extLst>
              <a:ext uri="{FF2B5EF4-FFF2-40B4-BE49-F238E27FC236}">
                <a16:creationId xmlns:a16="http://schemas.microsoft.com/office/drawing/2014/main" id="{2D8EF707-4C7E-9773-617E-707D7EBAA35A}"/>
              </a:ext>
            </a:extLst>
          </p:cNvPr>
          <p:cNvSpPr/>
          <p:nvPr/>
        </p:nvSpPr>
        <p:spPr>
          <a:xfrm>
            <a:off x="5593533" y="5287224"/>
            <a:ext cx="1294646" cy="376407"/>
          </a:xfrm>
          <a:prstGeom prst="borderCallout1">
            <a:avLst>
              <a:gd name="adj1" fmla="val -7708"/>
              <a:gd name="adj2" fmla="val 47611"/>
              <a:gd name="adj3" fmla="val -208903"/>
              <a:gd name="adj4" fmla="val 63839"/>
            </a:avLst>
          </a:prstGeom>
          <a:solidFill>
            <a:schemeClr val="accent1"/>
          </a:solidFill>
          <a:ln>
            <a:solidFill>
              <a:srgbClr val="00A0B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dirty="0"/>
              <a:t>Y-Switch</a:t>
            </a:r>
          </a:p>
        </p:txBody>
      </p:sp>
      <p:sp>
        <p:nvSpPr>
          <p:cNvPr id="11" name="Legende: Linie 10">
            <a:extLst>
              <a:ext uri="{FF2B5EF4-FFF2-40B4-BE49-F238E27FC236}">
                <a16:creationId xmlns:a16="http://schemas.microsoft.com/office/drawing/2014/main" id="{59901DAD-169E-D887-9E5A-5F33125D722B}"/>
              </a:ext>
            </a:extLst>
          </p:cNvPr>
          <p:cNvSpPr/>
          <p:nvPr/>
        </p:nvSpPr>
        <p:spPr>
          <a:xfrm>
            <a:off x="3152116" y="5292018"/>
            <a:ext cx="1294646" cy="376407"/>
          </a:xfrm>
          <a:prstGeom prst="borderCallout1">
            <a:avLst>
              <a:gd name="adj1" fmla="val -7708"/>
              <a:gd name="adj2" fmla="val 47611"/>
              <a:gd name="adj3" fmla="val -208903"/>
              <a:gd name="adj4" fmla="val 63839"/>
            </a:avLst>
          </a:prstGeom>
          <a:solidFill>
            <a:schemeClr val="accent1"/>
          </a:solidFill>
          <a:ln>
            <a:solidFill>
              <a:srgbClr val="00A0B9"/>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ctr"/>
            <a:r>
              <a:rPr lang="en-US" dirty="0"/>
              <a:t>R1-Device</a:t>
            </a:r>
          </a:p>
        </p:txBody>
      </p:sp>
      <p:sp>
        <p:nvSpPr>
          <p:cNvPr id="12" name="Textfeld 11">
            <a:extLst>
              <a:ext uri="{FF2B5EF4-FFF2-40B4-BE49-F238E27FC236}">
                <a16:creationId xmlns:a16="http://schemas.microsoft.com/office/drawing/2014/main" id="{6BB69809-4540-252B-FBEA-C1C62769ED1F}"/>
              </a:ext>
            </a:extLst>
          </p:cNvPr>
          <p:cNvSpPr txBox="1"/>
          <p:nvPr/>
        </p:nvSpPr>
        <p:spPr>
          <a:xfrm>
            <a:off x="2009869" y="5981321"/>
            <a:ext cx="9029324" cy="276999"/>
          </a:xfrm>
          <a:prstGeom prst="rect">
            <a:avLst/>
          </a:prstGeom>
          <a:noFill/>
        </p:spPr>
        <p:txBody>
          <a:bodyPr wrap="square" lIns="0" tIns="0" rIns="0" bIns="0" rtlCol="0">
            <a:spAutoFit/>
          </a:bodyPr>
          <a:lstStyle/>
          <a:p>
            <a:r>
              <a:rPr lang="en-US" dirty="0"/>
              <a:t>Y-Switch Details: See Slides Part 3 "</a:t>
            </a:r>
            <a:r>
              <a:rPr lang="en-US" sz="1800" dirty="0"/>
              <a:t>Network configuration with S7-1500 R/H</a:t>
            </a:r>
            <a:r>
              <a:rPr lang="en-US" dirty="0"/>
              <a:t>“</a:t>
            </a:r>
          </a:p>
        </p:txBody>
      </p:sp>
    </p:spTree>
    <p:extLst>
      <p:ext uri="{BB962C8B-B14F-4D97-AF65-F5344CB8AC3E}">
        <p14:creationId xmlns:p14="http://schemas.microsoft.com/office/powerpoint/2010/main" val="2900891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441E157-D2DD-877A-E392-53415F6E1215}"/>
              </a:ext>
            </a:extLst>
          </p:cNvPr>
          <p:cNvPicPr>
            <a:picLocks noChangeAspect="1"/>
          </p:cNvPicPr>
          <p:nvPr/>
        </p:nvPicPr>
        <p:blipFill>
          <a:blip r:embed="rId2"/>
          <a:stretch>
            <a:fillRect/>
          </a:stretch>
        </p:blipFill>
        <p:spPr>
          <a:xfrm>
            <a:off x="810135" y="1148285"/>
            <a:ext cx="9525452" cy="5069030"/>
          </a:xfrm>
          <a:prstGeom prst="rect">
            <a:avLst/>
          </a:prstGeom>
        </p:spPr>
      </p:pic>
      <p:sp>
        <p:nvSpPr>
          <p:cNvPr id="9" name="Titel 4">
            <a:extLst>
              <a:ext uri="{FF2B5EF4-FFF2-40B4-BE49-F238E27FC236}">
                <a16:creationId xmlns:a16="http://schemas.microsoft.com/office/drawing/2014/main" id="{0C28BC50-A39B-423E-A679-7FD09FA2A36C}"/>
              </a:ext>
            </a:extLst>
          </p:cNvPr>
          <p:cNvSpPr>
            <a:spLocks noGrp="1"/>
          </p:cNvSpPr>
          <p:nvPr>
            <p:ph type="title"/>
          </p:nvPr>
        </p:nvSpPr>
        <p:spPr/>
        <p:txBody>
          <a:bodyPr/>
          <a:lstStyle/>
          <a:p>
            <a:r>
              <a:rPr lang="en-US" dirty="0"/>
              <a:t>Configuration System Redundancy</a:t>
            </a:r>
            <a:br>
              <a:rPr lang="en-US" dirty="0"/>
            </a:br>
            <a:r>
              <a:rPr lang="en-US" sz="1999" b="0" dirty="0"/>
              <a:t>Display of the redundancy mode in the TIA Portal</a:t>
            </a:r>
            <a:endParaRPr lang="en-US" b="0" dirty="0"/>
          </a:p>
        </p:txBody>
      </p:sp>
      <p:sp>
        <p:nvSpPr>
          <p:cNvPr id="2" name="Fußzeilenplatzhalter 1">
            <a:extLst>
              <a:ext uri="{FF2B5EF4-FFF2-40B4-BE49-F238E27FC236}">
                <a16:creationId xmlns:a16="http://schemas.microsoft.com/office/drawing/2014/main" id="{C3A4766A-9655-44D2-BD3C-D826CF2D065F}"/>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10" name="Legende: Linie 9">
            <a:extLst>
              <a:ext uri="{FF2B5EF4-FFF2-40B4-BE49-F238E27FC236}">
                <a16:creationId xmlns:a16="http://schemas.microsoft.com/office/drawing/2014/main" id="{243DBCE7-2BF9-42B5-8EAE-01EC23168721}"/>
              </a:ext>
            </a:extLst>
          </p:cNvPr>
          <p:cNvSpPr/>
          <p:nvPr/>
        </p:nvSpPr>
        <p:spPr bwMode="auto">
          <a:xfrm>
            <a:off x="1687910" y="5660521"/>
            <a:ext cx="1917846" cy="521455"/>
          </a:xfrm>
          <a:prstGeom prst="borderCallout1">
            <a:avLst>
              <a:gd name="adj1" fmla="val -20386"/>
              <a:gd name="adj2" fmla="val 65213"/>
              <a:gd name="adj3" fmla="val -89572"/>
              <a:gd name="adj4" fmla="val 99499"/>
            </a:avLst>
          </a:prstGeom>
          <a:solidFill>
            <a:srgbClr val="4BB9B9"/>
          </a:solidFill>
          <a:ln>
            <a:solidFill>
              <a:schemeClr val="bg1"/>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In the network view, S1, S2 and R1 devices are displayed as "Multi-Assigned"</a:t>
            </a:r>
          </a:p>
        </p:txBody>
      </p:sp>
      <p:cxnSp>
        <p:nvCxnSpPr>
          <p:cNvPr id="12" name="Gerader Verbinder 11">
            <a:extLst>
              <a:ext uri="{FF2B5EF4-FFF2-40B4-BE49-F238E27FC236}">
                <a16:creationId xmlns:a16="http://schemas.microsoft.com/office/drawing/2014/main" id="{ACCBB32D-62C7-4A5F-B691-9C158111CD1F}"/>
              </a:ext>
            </a:extLst>
          </p:cNvPr>
          <p:cNvCxnSpPr/>
          <p:nvPr/>
        </p:nvCxnSpPr>
        <p:spPr bwMode="auto">
          <a:xfrm flipH="1" flipV="1">
            <a:off x="1543969" y="4866098"/>
            <a:ext cx="683720" cy="794423"/>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5" name="Legende: Linie 14">
            <a:extLst>
              <a:ext uri="{FF2B5EF4-FFF2-40B4-BE49-F238E27FC236}">
                <a16:creationId xmlns:a16="http://schemas.microsoft.com/office/drawing/2014/main" id="{5A8B794E-9750-40AF-B8D7-2E457F04B90F}"/>
              </a:ext>
            </a:extLst>
          </p:cNvPr>
          <p:cNvSpPr/>
          <p:nvPr/>
        </p:nvSpPr>
        <p:spPr bwMode="auto">
          <a:xfrm>
            <a:off x="8961270" y="1682367"/>
            <a:ext cx="2379350" cy="737819"/>
          </a:xfrm>
          <a:prstGeom prst="borderCallout1">
            <a:avLst>
              <a:gd name="adj1" fmla="val 50746"/>
              <a:gd name="adj2" fmla="val -2101"/>
              <a:gd name="adj3" fmla="val 130166"/>
              <a:gd name="adj4" fmla="val -17845"/>
            </a:avLst>
          </a:prstGeom>
          <a:solidFill>
            <a:srgbClr val="4BB9B9"/>
          </a:solidFill>
          <a:ln>
            <a:solidFill>
              <a:srgbClr val="00AF8E"/>
            </a:solidFill>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The distinction S1/S2/R1 is displayed in the "Mode" column in the "EA Communication" table.</a:t>
            </a:r>
          </a:p>
          <a:p>
            <a:pPr algn="ctr" rtl="0" eaLnBrk="1" fontAlgn="base" hangingPunct="1">
              <a:lnSpc>
                <a:spcPct val="110000"/>
              </a:lnSpc>
              <a:spcBef>
                <a:spcPct val="0"/>
              </a:spcBef>
              <a:spcAft>
                <a:spcPct val="0"/>
              </a:spcAft>
              <a:buFont typeface="Wingdings" charset="0"/>
              <a:buNone/>
            </a:pPr>
            <a:r>
              <a:rPr lang="en-US" sz="999" dirty="0">
                <a:solidFill>
                  <a:schemeClr val="bg1"/>
                </a:solidFill>
                <a:latin typeface="Arial"/>
                <a:ea typeface="Arial Unicode MS" panose="020B0604020202020204" pitchFamily="34" charset="-128"/>
                <a:cs typeface="Arial Unicode MS" panose="020B0604020202020204" pitchFamily="34" charset="-128"/>
              </a:rPr>
              <a:t>Here: ET 200MP: S2 Redundancy</a:t>
            </a:r>
          </a:p>
        </p:txBody>
      </p:sp>
      <p:sp>
        <p:nvSpPr>
          <p:cNvPr id="16" name="Rechteck 15">
            <a:extLst>
              <a:ext uri="{FF2B5EF4-FFF2-40B4-BE49-F238E27FC236}">
                <a16:creationId xmlns:a16="http://schemas.microsoft.com/office/drawing/2014/main" id="{6520823F-85F8-465D-A926-04723E498869}"/>
              </a:ext>
            </a:extLst>
          </p:cNvPr>
          <p:cNvSpPr/>
          <p:nvPr/>
        </p:nvSpPr>
        <p:spPr bwMode="auto">
          <a:xfrm>
            <a:off x="8417014" y="2729190"/>
            <a:ext cx="935215" cy="2136908"/>
          </a:xfrm>
          <a:prstGeom prst="rect">
            <a:avLst/>
          </a:prstGeom>
          <a:noFill/>
          <a:ln w="28575">
            <a:solidFill>
              <a:srgbClr val="41AAAA"/>
            </a:solidFill>
            <a:miter lim="800000"/>
            <a:headEnd/>
            <a:tailEnd/>
          </a:ln>
          <a:effectLst/>
        </p:spPr>
        <p:txBody>
          <a:bodyPr wrap="square" lIns="107944" tIns="53972" rIns="107944" bIns="53972" numCol="1" spcCol="72000" rtlCol="0" anchor="ctr">
            <a:noAutofit/>
          </a:bodyPr>
          <a:lstStyle/>
          <a:p>
            <a:pPr algn="ctr" rtl="0" eaLnBrk="1" fontAlgn="base" hangingPunct="1">
              <a:lnSpc>
                <a:spcPct val="110000"/>
              </a:lnSpc>
              <a:spcBef>
                <a:spcPct val="0"/>
              </a:spcBef>
              <a:spcAft>
                <a:spcPct val="0"/>
              </a:spcAft>
              <a:buFont typeface="Wingdings" charset="0"/>
              <a:buNone/>
            </a:pPr>
            <a:endParaRPr lang="en-US" sz="1799" dirty="0">
              <a:solidFill>
                <a:srgbClr val="000000"/>
              </a:solidFill>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5806322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D4F1BB0F-7015-47A8-B11D-F42FBD661E59}"/>
              </a:ext>
            </a:extLst>
          </p:cNvPr>
          <p:cNvSpPr>
            <a:spLocks noGrp="1"/>
          </p:cNvSpPr>
          <p:nvPr>
            <p:ph type="title"/>
          </p:nvPr>
        </p:nvSpPr>
        <p:spPr/>
        <p:txBody>
          <a:bodyPr/>
          <a:lstStyle/>
          <a:p>
            <a:r>
              <a:rPr lang="en-US" dirty="0">
                <a:solidFill>
                  <a:schemeClr val="accent1">
                    <a:lumMod val="75000"/>
                  </a:schemeClr>
                </a:solidFill>
              </a:rPr>
              <a:t>Disclaimer</a:t>
            </a:r>
          </a:p>
        </p:txBody>
      </p:sp>
      <p:sp>
        <p:nvSpPr>
          <p:cNvPr id="4" name="Footer Placeholder">
            <a:extLst>
              <a:ext uri="{FF2B5EF4-FFF2-40B4-BE49-F238E27FC236}">
                <a16:creationId xmlns:a16="http://schemas.microsoft.com/office/drawing/2014/main" id="{3DD2FE0F-26C9-44A2-8E72-736EE0DE558E}"/>
              </a:ext>
            </a:extLst>
          </p:cNvPr>
          <p:cNvSpPr>
            <a:spLocks noGrp="1"/>
          </p:cNvSpPr>
          <p:nvPr>
            <p:ph type="ftr" sz="quarter" idx="10"/>
          </p:nvPr>
        </p:nvSpPr>
        <p:spPr/>
        <p:txBody>
          <a:bodyPr/>
          <a:lstStyle/>
          <a:p>
            <a:pPr>
              <a:lnSpc>
                <a:spcPct val="100000"/>
              </a:lnSpc>
            </a:pPr>
            <a:r>
              <a:rPr lang="en-US" dirty="0"/>
              <a:t>Unrestricted | © Siemens 2022 | DI FA | 08.12.2022</a:t>
            </a:r>
          </a:p>
        </p:txBody>
      </p:sp>
      <p:sp>
        <p:nvSpPr>
          <p:cNvPr id="7" name="Copy">
            <a:extLst>
              <a:ext uri="{FF2B5EF4-FFF2-40B4-BE49-F238E27FC236}">
                <a16:creationId xmlns:a16="http://schemas.microsoft.com/office/drawing/2014/main" id="{B0F1AA84-8232-42E6-A097-B5D82BFE58C8}"/>
              </a:ext>
            </a:extLst>
          </p:cNvPr>
          <p:cNvSpPr>
            <a:spLocks noGrp="1"/>
          </p:cNvSpPr>
          <p:nvPr>
            <p:ph idx="4294967295"/>
          </p:nvPr>
        </p:nvSpPr>
        <p:spPr>
          <a:xfrm>
            <a:off x="781538" y="1445725"/>
            <a:ext cx="7199313" cy="4752975"/>
          </a:xfrm>
        </p:spPr>
        <p:txBody>
          <a:bodyPr/>
          <a:lstStyle/>
          <a:p>
            <a:r>
              <a:rPr lang="en-US" dirty="0"/>
              <a:t>© Siemens 2022</a:t>
            </a:r>
          </a:p>
          <a:p>
            <a:r>
              <a:rPr lang="en-US" dirty="0"/>
              <a:t> </a:t>
            </a:r>
          </a:p>
          <a:p>
            <a:r>
              <a:rPr lang="en-US" dirty="0"/>
              <a:t>Subject to changes and errors. The information given in this document only contains general descriptions and/or performance features which may not always specifically reflect those described, or which may undergo modification in the course of further development of the products. The requested performance features are binding only when they are expressly agreed upon in the concluded contract.</a:t>
            </a:r>
          </a:p>
          <a:p>
            <a:endParaRPr lang="en-US" dirty="0"/>
          </a:p>
          <a:p>
            <a:r>
              <a:rPr lang="en-US" dirty="0"/>
              <a:t>All product designations may be trademarks or other rights of </a:t>
            </a:r>
            <a:br>
              <a:rPr lang="en-US" dirty="0"/>
            </a:br>
            <a:r>
              <a:rPr lang="en-US" dirty="0"/>
              <a:t>Siemens AG, its affiliated companies or other companies whose use by third parties for their own purposes could violate the rights of the respective owner.</a:t>
            </a:r>
          </a:p>
        </p:txBody>
      </p:sp>
    </p:spTree>
    <p:extLst>
      <p:ext uri="{BB962C8B-B14F-4D97-AF65-F5344CB8AC3E}">
        <p14:creationId xmlns:p14="http://schemas.microsoft.com/office/powerpoint/2010/main" val="539676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F7BA6B8-2D49-49EE-AA38-401584ACB3E0}"/>
              </a:ext>
            </a:extLst>
          </p:cNvPr>
          <p:cNvSpPr>
            <a:spLocks noGrp="1"/>
          </p:cNvSpPr>
          <p:nvPr>
            <p:ph type="title"/>
          </p:nvPr>
        </p:nvSpPr>
        <p:spPr/>
        <p:txBody>
          <a:bodyPr/>
          <a:lstStyle/>
          <a:p>
            <a:r>
              <a:rPr lang="en-US" dirty="0"/>
              <a:t>Contact</a:t>
            </a:r>
          </a:p>
        </p:txBody>
      </p:sp>
      <p:sp>
        <p:nvSpPr>
          <p:cNvPr id="3" name="Subtitle">
            <a:extLst>
              <a:ext uri="{FF2B5EF4-FFF2-40B4-BE49-F238E27FC236}">
                <a16:creationId xmlns:a16="http://schemas.microsoft.com/office/drawing/2014/main" id="{A8C0B1B3-7902-4A0F-A274-1F5878B8197A}"/>
              </a:ext>
            </a:extLst>
          </p:cNvPr>
          <p:cNvSpPr>
            <a:spLocks noGrp="1"/>
          </p:cNvSpPr>
          <p:nvPr>
            <p:ph type="subTitle" idx="1"/>
          </p:nvPr>
        </p:nvSpPr>
        <p:spPr/>
        <p:txBody>
          <a:bodyPr/>
          <a:lstStyle/>
          <a:p>
            <a:r>
              <a:rPr lang="en-US" dirty="0"/>
              <a:t>Publisher: Siemens 2022</a:t>
            </a:r>
          </a:p>
        </p:txBody>
      </p:sp>
      <p:sp>
        <p:nvSpPr>
          <p:cNvPr id="2" name="Footer Placeholder">
            <a:extLst>
              <a:ext uri="{FF2B5EF4-FFF2-40B4-BE49-F238E27FC236}">
                <a16:creationId xmlns:a16="http://schemas.microsoft.com/office/drawing/2014/main" id="{7D86EBFB-CE6A-4758-896A-AAD8E1D08CC8}"/>
              </a:ext>
            </a:extLst>
          </p:cNvPr>
          <p:cNvSpPr>
            <a:spLocks noGrp="1"/>
          </p:cNvSpPr>
          <p:nvPr>
            <p:ph type="ftr" sz="quarter" idx="10"/>
          </p:nvPr>
        </p:nvSpPr>
        <p:spPr/>
        <p:txBody>
          <a:bodyPr/>
          <a:lstStyle/>
          <a:p>
            <a:pPr>
              <a:lnSpc>
                <a:spcPct val="100000"/>
              </a:lnSpc>
            </a:pPr>
            <a:r>
              <a:rPr lang="en-US" dirty="0"/>
              <a:t>Unrestricted | © Siemens 2022 | DI FA | 08.12.2022</a:t>
            </a:r>
          </a:p>
        </p:txBody>
      </p:sp>
    </p:spTree>
    <p:extLst>
      <p:ext uri="{BB962C8B-B14F-4D97-AF65-F5344CB8AC3E}">
        <p14:creationId xmlns:p14="http://schemas.microsoft.com/office/powerpoint/2010/main" val="3044083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MIO_GUID" val="99ca9d37-267a-4071-a9dc-ece8b74c5aff"/>
  <p:tag name="MIO_EKGUID" val="697e0316-10b6-4e7d-9d9a-a588bc902609"/>
  <p:tag name="MIO_UPDATE" val="True"/>
  <p:tag name="MIO_VERSION" val="02.11.2017 12:51:45"/>
  <p:tag name="MIO_DBID" val="598A5C07-C27D-430B-A8FC-FA667BE665A4"/>
  <p:tag name="MIO_LASTDOWNLOADED" val="02.11.2017 14:00:43"/>
  <p:tag name="MIO_OBJECTNAME" val="Kommunikation Y-Kommunikation – System IP"/>
  <p:tag name="MIO_LASTEDITORNAME" val="Andre Blochwitz"/>
  <p:tag name="MIO_STRING_IGNORE_CHECKSUM_FOR_NEXT_SAVE" val="False"/>
</p:tagLst>
</file>

<file path=ppt/tags/tag6.xml><?xml version="1.0" encoding="utf-8"?>
<p:tagLst xmlns:a="http://schemas.openxmlformats.org/drawingml/2006/main" xmlns:r="http://schemas.openxmlformats.org/officeDocument/2006/relationships" xmlns:p="http://schemas.openxmlformats.org/presentationml/2006/main">
  <p:tag name="CDT_TMP_FONTSIZE" val="10"/>
</p:tagLst>
</file>

<file path=ppt/tags/tag7.xml><?xml version="1.0" encoding="utf-8"?>
<p:tagLst xmlns:a="http://schemas.openxmlformats.org/drawingml/2006/main" xmlns:r="http://schemas.openxmlformats.org/officeDocument/2006/relationships" xmlns:p="http://schemas.openxmlformats.org/presentationml/2006/main">
  <p:tag name="MIO_EKGUID" val="082c67a4-5d93-48f5-aac3-3af232c64066"/>
  <p:tag name="MIO_GUID" val="cf3839d0-f812-492c-afdd-74aa11364a0a"/>
  <p:tag name="MIO_UPDATE" val="True"/>
  <p:tag name="MIO_VERSION" val="19.01.2017 07:09:42"/>
  <p:tag name="MIO_DBID" val="598A5C07-C27D-430B-A8FC-FA667BE665A4"/>
  <p:tag name="MIO_LASTDOWNLOADED" val="18.10.2017 15:28:29"/>
  <p:tag name="MIO_OBJECTNAME" val="product_distributed-io.png"/>
  <p:tag name="MIO_LASTEDITORNAME" val="Dietmar Kluge"/>
</p:tagLst>
</file>

<file path=ppt/tags/tag8.xml><?xml version="1.0" encoding="utf-8"?>
<p:tagLst xmlns:a="http://schemas.openxmlformats.org/drawingml/2006/main" xmlns:r="http://schemas.openxmlformats.org/officeDocument/2006/relationships" xmlns:p="http://schemas.openxmlformats.org/presentationml/2006/main">
  <p:tag name="CDT_TMP_FONTSIZE" val="10"/>
</p:tagLst>
</file>

<file path=ppt/tags/tag9.xml><?xml version="1.0" encoding="utf-8"?>
<p:tagLst xmlns:a="http://schemas.openxmlformats.org/drawingml/2006/main" xmlns:r="http://schemas.openxmlformats.org/officeDocument/2006/relationships" xmlns:p="http://schemas.openxmlformats.org/presentationml/2006/main">
  <p:tag name="CDT_TMP_FONTSIZE" val="10"/>
</p:tagLst>
</file>

<file path=ppt/tags/tag10.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1.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2.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3.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4.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5.xml><?xml version="1.0" encoding="utf-8"?>
<p:tagLst xmlns:a="http://schemas.openxmlformats.org/drawingml/2006/main" xmlns:r="http://schemas.openxmlformats.org/officeDocument/2006/relationships" xmlns:p="http://schemas.openxmlformats.org/presentationml/2006/main">
  <p:tag name="MIO_EKGUID" val="db599c94-2125-439b-b242-4e47e27aea02"/>
  <p:tag name="MIO_GUID" val="ec832c68-bfcb-4928-8443-24f23c296beb"/>
  <p:tag name="MIO_UPDATE" val="True"/>
  <p:tag name="MIO_VERSION" val="19.01.2017 07:10:19"/>
  <p:tag name="MIO_DBID" val="598A5C07-C27D-430B-A8FC-FA667BE665A4"/>
  <p:tag name="MIO_LASTDOWNLOADED" val="18.10.2017 15:39:18"/>
  <p:tag name="MIO_OBJECTNAME" val="product_simatic-s7-1500.png"/>
  <p:tag name="MIO_LASTEDITORNAME" val="Dietmar Kluge"/>
</p:tagLst>
</file>

<file path=ppt/tags/tag16.xml><?xml version="1.0" encoding="utf-8"?>
<p:tagLst xmlns:a="http://schemas.openxmlformats.org/drawingml/2006/main" xmlns:r="http://schemas.openxmlformats.org/officeDocument/2006/relationships" xmlns:p="http://schemas.openxmlformats.org/presentationml/2006/main">
  <p:tag name="MIO_GUID" val="27979c5c-b2b1-4f4c-ae76-0213b76ab942"/>
  <p:tag name="MIO_EKGUID" val="9fdcaf0f-ca63-4597-ac9b-ec68645b2024"/>
  <p:tag name="MIO_UPDATE" val="True"/>
  <p:tag name="MIO_VERSION" val="02.11.2017 14:54:28"/>
  <p:tag name="MIO_DBID" val="598A5C07-C27D-430B-A8FC-FA667BE665A4"/>
  <p:tag name="MIO_LASTDOWNLOADED" val="02.11.2017 14:54:28"/>
  <p:tag name="MIO_OBJECTNAME" val="PNO PROFINET Systemredundanz (2)"/>
  <p:tag name="MIO_LASTEDITORNAME" val="Andre Blochwitz"/>
  <p:tag name="MIO_STRING_IGNORE_CHECKSUM_FOR_NEXT_SAVE" val="False"/>
</p:tagLst>
</file>

<file path=ppt/tags/tag17.xml><?xml version="1.0" encoding="utf-8"?>
<p:tagLst xmlns:a="http://schemas.openxmlformats.org/drawingml/2006/main" xmlns:r="http://schemas.openxmlformats.org/officeDocument/2006/relationships" xmlns:p="http://schemas.openxmlformats.org/presentationml/2006/main">
  <p:tag name="MIO_GUID" val="27979c5c-b2b1-4f4c-ae76-0213b76ab942"/>
  <p:tag name="MIO_EKGUID" val="9fdcaf0f-ca63-4597-ac9b-ec68645b2024"/>
  <p:tag name="MIO_UPDATE" val="True"/>
  <p:tag name="MIO_VERSION" val="02.11.2017 14:54:28"/>
  <p:tag name="MIO_DBID" val="598A5C07-C27D-430B-A8FC-FA667BE665A4"/>
  <p:tag name="MIO_LASTDOWNLOADED" val="02.11.2017 14:54:28"/>
  <p:tag name="MIO_OBJECTNAME" val="PNO PROFINET Systemredundanz (2)"/>
  <p:tag name="MIO_LASTEDITORNAME" val="Andre Blochwitz"/>
  <p:tag name="MIO_STRING_IGNORE_CHECKSUM_FOR_NEXT_SAVE" val="Fals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iQVCi4U5R8ub._TtH9Oa.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iemens 2020">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ppt-O365-16x9-standard-deu-v3-1.pptx" id="{7613E8C5-E0C3-4489-AC89-E8089F6A812C}" vid="{320C5E40-1BFF-4793-9D50-87FFDBA9278E}"/>
    </a:ext>
  </a:extLst>
</a:theme>
</file>

<file path=ppt/theme/theme2.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nd highlight elements">
      <a:srgbClr val="00FFB9"/>
    </a:custClr>
    <a:custClr name="Bold Blue | For creation of the Focus Line and highlight elements">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06625C93B7C468983BF860202C81A" ma:contentTypeVersion="12" ma:contentTypeDescription="Create a new document." ma:contentTypeScope="" ma:versionID="cc53b566e74bb9a953a32a4d6eebe014">
  <xsd:schema xmlns:xsd="http://www.w3.org/2001/XMLSchema" xmlns:xs="http://www.w3.org/2001/XMLSchema" xmlns:p="http://schemas.microsoft.com/office/2006/metadata/properties" xmlns:ns2="13584626-45fe-4671-a2be-bf0fec5c40a6" xmlns:ns3="49b7adc6-cf1f-4538-a8af-d98466dc2cbe" targetNamespace="http://schemas.microsoft.com/office/2006/metadata/properties" ma:root="true" ma:fieldsID="aaaad87872fc2189de1713bec3ea3312" ns2:_="" ns3:_="">
    <xsd:import namespace="13584626-45fe-4671-a2be-bf0fec5c40a6"/>
    <xsd:import namespace="49b7adc6-cf1f-4538-a8af-d98466dc2cb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84626-45fe-4671-a2be-bf0fec5c40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b7adc6-cf1f-4538-a8af-d98466dc2cb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B9CFC0-CB61-48B2-8D1A-3168226CBA9B}"/>
</file>

<file path=customXml/itemProps2.xml><?xml version="1.0" encoding="utf-8"?>
<ds:datastoreItem xmlns:ds="http://schemas.openxmlformats.org/officeDocument/2006/customXml" ds:itemID="{EC39A7F7-E2EA-4CA8-A59F-53122CCC7C35}">
  <ds:schemaRefs>
    <ds:schemaRef ds:uri="http://schemas.microsoft.com/office/2006/metadata/properties"/>
    <ds:schemaRef ds:uri="http://purl.org/dc/terms/"/>
    <ds:schemaRef ds:uri="http://schemas.openxmlformats.org/package/2006/metadata/core-properties"/>
    <ds:schemaRef ds:uri="9875b122-1dae-4cb7-b212-0b77cf727ff6"/>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customXml/itemProps3.xml><?xml version="1.0" encoding="utf-8"?>
<ds:datastoreItem xmlns:ds="http://schemas.openxmlformats.org/officeDocument/2006/customXml" ds:itemID="{A234D321-763F-4E39-BA68-00E9F8F329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2595</Words>
  <Application>Microsoft Office PowerPoint</Application>
  <PresentationFormat>Breitbild</PresentationFormat>
  <Paragraphs>526</Paragraphs>
  <Slides>40</Slides>
  <Notes>4</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40</vt:i4>
      </vt:variant>
    </vt:vector>
  </HeadingPairs>
  <TitlesOfParts>
    <vt:vector size="46" baseType="lpstr">
      <vt:lpstr>Arial</vt:lpstr>
      <vt:lpstr>Arial</vt:lpstr>
      <vt:lpstr>Calibri</vt:lpstr>
      <vt:lpstr>Wingdings</vt:lpstr>
      <vt:lpstr>Siemens 2020</vt:lpstr>
      <vt:lpstr>think-cell Folie</vt:lpstr>
      <vt:lpstr>PN System Redundancy with S7-1500 R/H and ET 200</vt:lpstr>
      <vt:lpstr>SIMATIC S7-1500 Redundant Systems Further technical slide sets</vt:lpstr>
      <vt:lpstr>PROFINET System Redundancy Concept</vt:lpstr>
      <vt:lpstr>PROFINET System Redundancy Redundancy operating modes with PROFINET </vt:lpstr>
      <vt:lpstr>PROFINET System Redundancy Redundancy operating modes with PROFINET </vt:lpstr>
      <vt:lpstr>PROFINET System Redundancy Support of PN System Redundancy with SIMATIC S7-1500</vt:lpstr>
      <vt:lpstr>Switching behavior without System Redundancy</vt:lpstr>
      <vt:lpstr>Switching behavior without PROFINET System Redundancy Initial Situation</vt:lpstr>
      <vt:lpstr>Switching behavior without PROFINET System Redundancy Scenario: A controller fails – switching process begins</vt:lpstr>
      <vt:lpstr>Switching behavior without PROFINET System Redundancy Scenario: A controller fails - connection establishment</vt:lpstr>
      <vt:lpstr>Switching behavior without PROFINET System Redundancy Scenario: One Controller Fails - Operation Complete</vt:lpstr>
      <vt:lpstr>Switching behavior with System Redundancy S2</vt:lpstr>
      <vt:lpstr>Switching behavior with PROFINET System RedundancyS2 Initial Situation</vt:lpstr>
      <vt:lpstr>Switching behavior with PROFINET System RedundancyS2 Scenario: A controller fails – switching process begins</vt:lpstr>
      <vt:lpstr>Switching behavior with PROFINET System RedundancyS2 Scenario: One Controller Fails - Operation Complete</vt:lpstr>
      <vt:lpstr>Switching behavior with System Redundancy R1</vt:lpstr>
      <vt:lpstr>Switching behavior with PROFINET System RedundancyR1 Initial Situation</vt:lpstr>
      <vt:lpstr>Switching behavior with PROFINET System RedundancyR1 Scenario: A controller fails – switching process begins</vt:lpstr>
      <vt:lpstr>Switching behavior with PROFINET System RedundancyR1 Scenario: One Controller Fails - Operation Complete</vt:lpstr>
      <vt:lpstr>Switching behavior with System Redundancy R1</vt:lpstr>
      <vt:lpstr>Switching behavior with PROFINET System RedundancyR1 Initial Situation</vt:lpstr>
      <vt:lpstr>Switching behavior with PROFINET System RedundancyR1 Scenario: An interface module fails – switching process begins</vt:lpstr>
      <vt:lpstr>Switching behavior with PROFINET System RedundancyR1 Scenario: An interface module fails - operation complete</vt:lpstr>
      <vt:lpstr>Siemens products with System Redundancy function</vt:lpstr>
      <vt:lpstr>PROFINET System Redundancy Siemens I/O systems with PN S2 function (I) </vt:lpstr>
      <vt:lpstr>PROFINET System Redundancy Siemens I/O systems with PN S2 function (II) </vt:lpstr>
      <vt:lpstr>PROFINET System Redundancy Siemens drives with PN S2 function </vt:lpstr>
      <vt:lpstr>PROFINET System Redundancy Switches with PN S2 function</vt:lpstr>
      <vt:lpstr>PROFINET System Redundancy Siemens I/O systems with PN R1 function </vt:lpstr>
      <vt:lpstr>System Redundancy R1  with ET 200SP</vt:lpstr>
      <vt:lpstr>PROFINET System Redundancy ET 200SP with System Redundancy R1</vt:lpstr>
      <vt:lpstr>ET 200SP with System Redundancy R1  Ordering data</vt:lpstr>
      <vt:lpstr>ET 200SP with System Redundancy R1  System Rail</vt:lpstr>
      <vt:lpstr>Configuration System Redundancy R1</vt:lpstr>
      <vt:lpstr>Configuration System Redundancy R1 Option 1: Separate subnets</vt:lpstr>
      <vt:lpstr>Configuration System Redundancy R1 Option 2: Shared subnet</vt:lpstr>
      <vt:lpstr>Configuration System Redundancy R1 Option 2: Shared subnet – configuration with S1 and S2 IO devices</vt:lpstr>
      <vt:lpstr>Configuration System Redundancy Display of the redundancy mode in the TIA Portal</vt:lpstr>
      <vt:lpstr>Disclaimer</vt:lpstr>
      <vt:lpstr>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SIMATIC S7-1500 redundante Systeme, S7-1500 R/H</dc:title>
  <dc:creator>macher@siemens.com</dc:creator>
  <cp:keywords>Template</cp:keywords>
  <dc:description>Version 3.1.1
November 2020</dc:description>
  <cp:lastModifiedBy>Macher, Andreas (DI FA CTR PLC PPM)</cp:lastModifiedBy>
  <cp:revision>70</cp:revision>
  <dcterms:created xsi:type="dcterms:W3CDTF">2021-05-07T11:30:34Z</dcterms:created>
  <dcterms:modified xsi:type="dcterms:W3CDTF">2022-12-08T14:53:55Z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0x01010080A06625C93B7C468983BF860202C81A</vt:lpwstr>
  </property>
  <property fmtid="{D5CDD505-2E9C-101B-9397-08002B2CF9AE}" pid="3" name="MSIP_Label_6f75f480-7803-4ee9-bb54-84d0635fdbe7_Enabled">
    <vt:lpwstr>true</vt:lpwstr>
  </property>
  <property fmtid="{D5CDD505-2E9C-101B-9397-08002B2CF9AE}" pid="4" name="MSIP_Label_6f75f480-7803-4ee9-bb54-84d0635fdbe7_SetDate">
    <vt:lpwstr>2022-12-08T14:53:55Z</vt:lpwstr>
  </property>
  <property fmtid="{D5CDD505-2E9C-101B-9397-08002B2CF9AE}" pid="5" name="MSIP_Label_6f75f480-7803-4ee9-bb54-84d0635fdbe7_Method">
    <vt:lpwstr>Privileged</vt:lpwstr>
  </property>
  <property fmtid="{D5CDD505-2E9C-101B-9397-08002B2CF9AE}" pid="6" name="MSIP_Label_6f75f480-7803-4ee9-bb54-84d0635fdbe7_Name">
    <vt:lpwstr>unrestricted</vt:lpwstr>
  </property>
  <property fmtid="{D5CDD505-2E9C-101B-9397-08002B2CF9AE}" pid="7" name="MSIP_Label_6f75f480-7803-4ee9-bb54-84d0635fdbe7_SiteId">
    <vt:lpwstr>38ae3bcd-9579-4fd4-adda-b42e1495d55a</vt:lpwstr>
  </property>
  <property fmtid="{D5CDD505-2E9C-101B-9397-08002B2CF9AE}" pid="8" name="MSIP_Label_6f75f480-7803-4ee9-bb54-84d0635fdbe7_ActionId">
    <vt:lpwstr>49026424-9296-49ab-9bbd-81ce4c8a102b</vt:lpwstr>
  </property>
  <property fmtid="{D5CDD505-2E9C-101B-9397-08002B2CF9AE}" pid="9" name="MSIP_Label_6f75f480-7803-4ee9-bb54-84d0635fdbe7_ContentBits">
    <vt:lpwstr>0</vt:lpwstr>
  </property>
  <property fmtid="{D5CDD505-2E9C-101B-9397-08002B2CF9AE}" pid="10" name="Document_Confidentiality">
    <vt:lpwstr>Unrestricted</vt:lpwstr>
  </property>
</Properties>
</file>
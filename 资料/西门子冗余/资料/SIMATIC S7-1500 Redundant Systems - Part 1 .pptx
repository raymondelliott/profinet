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4.xml" ContentType="application/vnd.openxmlformats-officedocument.presentationml.notesSlide+xml"/>
  <Override PartName="/ppt/tags/tag62.xml" ContentType="application/vnd.openxmlformats-officedocument.presentationml.tags+xml"/>
  <Override PartName="/ppt/notesSlides/notesSlide5.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6.xml" ContentType="application/vnd.openxmlformats-officedocument.presentationml.notesSlide+xml"/>
  <Override PartName="/ppt/media/image33.bin" ContentType="image/png"/>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7.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8.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notesSlides/notesSlide9.xml" ContentType="application/vnd.openxmlformats-officedocument.presentationml.notesSlide+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10.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notesSlides/notesSlide11.xml" ContentType="application/vnd.openxmlformats-officedocument.presentationml.notesSlide+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notesSlides/notesSlide12.xml" ContentType="application/vnd.openxmlformats-officedocument.presentationml.notesSlide+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notesSlides/notesSlide13.xml" ContentType="application/vnd.openxmlformats-officedocument.presentationml.notesSlide+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notesSlides/notesSlide14.xml" ContentType="application/vnd.openxmlformats-officedocument.presentationml.notesSlide+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notesSlides/notesSlide15.xml" ContentType="application/vnd.openxmlformats-officedocument.presentationml.notesSlide+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notesSlides/notesSlide16.xml" ContentType="application/vnd.openxmlformats-officedocument.presentationml.notesSlide+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notesSlides/notesSlide17.xml" ContentType="application/vnd.openxmlformats-officedocument.presentationml.notesSlide+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notesSlides/notesSlide18.xml" ContentType="application/vnd.openxmlformats-officedocument.presentationml.notesSlide+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notesSlides/notesSlide19.xml" ContentType="application/vnd.openxmlformats-officedocument.presentationml.notesSlide+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notesSlides/notesSlide20.xml" ContentType="application/vnd.openxmlformats-officedocument.presentationml.notesSlide+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notesSlides/notesSlide21.xml" ContentType="application/vnd.openxmlformats-officedocument.presentationml.notesSlide+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notesSlides/notesSlide22.xml" ContentType="application/vnd.openxmlformats-officedocument.presentationml.notesSlide+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notesSlides/notesSlide23.xml" ContentType="application/vnd.openxmlformats-officedocument.presentationml.notesSlide+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notesSlides/notesSlide24.xml" ContentType="application/vnd.openxmlformats-officedocument.presentationml.notesSlide+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notesSlides/notesSlide25.xml" ContentType="application/vnd.openxmlformats-officedocument.presentationml.notesSlide+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media/image115.bin" ContentType="image/png"/>
  <Override PartName="/ppt/tags/tag698.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725.xml" ContentType="application/vnd.openxmlformats-officedocument.presentationml.tags+xml"/>
  <Override PartName="/ppt/tags/tag726.xml" ContentType="application/vnd.openxmlformats-officedocument.presentationml.tags+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88"/>
  </p:notesMasterIdLst>
  <p:handoutMasterIdLst>
    <p:handoutMasterId r:id="rId89"/>
  </p:handoutMasterIdLst>
  <p:sldIdLst>
    <p:sldId id="350" r:id="rId6"/>
    <p:sldId id="9781" r:id="rId7"/>
    <p:sldId id="9122" r:id="rId8"/>
    <p:sldId id="317" r:id="rId9"/>
    <p:sldId id="662" r:id="rId10"/>
    <p:sldId id="297" r:id="rId11"/>
    <p:sldId id="663" r:id="rId12"/>
    <p:sldId id="664" r:id="rId13"/>
    <p:sldId id="9795" r:id="rId14"/>
    <p:sldId id="9803" r:id="rId15"/>
    <p:sldId id="9072" r:id="rId16"/>
    <p:sldId id="9783" r:id="rId17"/>
    <p:sldId id="9784" r:id="rId18"/>
    <p:sldId id="9097" r:id="rId19"/>
    <p:sldId id="9785" r:id="rId20"/>
    <p:sldId id="9788" r:id="rId21"/>
    <p:sldId id="9789" r:id="rId22"/>
    <p:sldId id="9790" r:id="rId23"/>
    <p:sldId id="9782" r:id="rId24"/>
    <p:sldId id="9099" r:id="rId25"/>
    <p:sldId id="9087" r:id="rId26"/>
    <p:sldId id="9091" r:id="rId27"/>
    <p:sldId id="9092" r:id="rId28"/>
    <p:sldId id="9108" r:id="rId29"/>
    <p:sldId id="9109" r:id="rId30"/>
    <p:sldId id="2291" r:id="rId31"/>
    <p:sldId id="9797" r:id="rId32"/>
    <p:sldId id="2284" r:id="rId33"/>
    <p:sldId id="2052" r:id="rId34"/>
    <p:sldId id="318" r:id="rId35"/>
    <p:sldId id="9117" r:id="rId36"/>
    <p:sldId id="9124" r:id="rId37"/>
    <p:sldId id="9126" r:id="rId38"/>
    <p:sldId id="9120" r:id="rId39"/>
    <p:sldId id="9110" r:id="rId40"/>
    <p:sldId id="2290" r:id="rId41"/>
    <p:sldId id="2264" r:id="rId42"/>
    <p:sldId id="2268" r:id="rId43"/>
    <p:sldId id="2269" r:id="rId44"/>
    <p:sldId id="9073" r:id="rId45"/>
    <p:sldId id="684" r:id="rId46"/>
    <p:sldId id="9095" r:id="rId47"/>
    <p:sldId id="9093" r:id="rId48"/>
    <p:sldId id="9094" r:id="rId49"/>
    <p:sldId id="9075" r:id="rId50"/>
    <p:sldId id="9064" r:id="rId51"/>
    <p:sldId id="9086" r:id="rId52"/>
    <p:sldId id="9100" r:id="rId53"/>
    <p:sldId id="9779" r:id="rId54"/>
    <p:sldId id="9062" r:id="rId55"/>
    <p:sldId id="9111" r:id="rId56"/>
    <p:sldId id="9112" r:id="rId57"/>
    <p:sldId id="2297" r:id="rId58"/>
    <p:sldId id="9802" r:id="rId59"/>
    <p:sldId id="9780" r:id="rId60"/>
    <p:sldId id="9101" r:id="rId61"/>
    <p:sldId id="9104" r:id="rId62"/>
    <p:sldId id="9102" r:id="rId63"/>
    <p:sldId id="9103" r:id="rId64"/>
    <p:sldId id="9107" r:id="rId65"/>
    <p:sldId id="9076" r:id="rId66"/>
    <p:sldId id="9113" r:id="rId67"/>
    <p:sldId id="9799" r:id="rId68"/>
    <p:sldId id="9731" r:id="rId69"/>
    <p:sldId id="559" r:id="rId70"/>
    <p:sldId id="9796" r:id="rId71"/>
    <p:sldId id="9793" r:id="rId72"/>
    <p:sldId id="9077" r:id="rId73"/>
    <p:sldId id="9114" r:id="rId74"/>
    <p:sldId id="2263" r:id="rId75"/>
    <p:sldId id="9056" r:id="rId76"/>
    <p:sldId id="9084" r:id="rId77"/>
    <p:sldId id="9082" r:id="rId78"/>
    <p:sldId id="9083" r:id="rId79"/>
    <p:sldId id="9096" r:id="rId80"/>
    <p:sldId id="9078" r:id="rId81"/>
    <p:sldId id="9127" r:id="rId82"/>
    <p:sldId id="348" r:id="rId83"/>
    <p:sldId id="9079" r:id="rId84"/>
    <p:sldId id="661" r:id="rId85"/>
    <p:sldId id="358" r:id="rId86"/>
    <p:sldId id="268" r:id="rId87"/>
  </p:sldIdLst>
  <p:sldSz cx="12192000" cy="6858000"/>
  <p:notesSz cx="6858000" cy="9144000"/>
  <p:custDataLst>
    <p:tags r:id="rId9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elcharts" id="{DB952CA2-F37E-4B72-9E03-5C01D6602214}">
          <p14:sldIdLst>
            <p14:sldId id="350"/>
          </p14:sldIdLst>
        </p14:section>
        <p14:section name="Inhaltsverzeichnisse" id="{5B9143C2-DC2D-4997-8FBC-9296D9BEB76F}">
          <p14:sldIdLst>
            <p14:sldId id="9781"/>
            <p14:sldId id="9122"/>
          </p14:sldIdLst>
        </p14:section>
        <p14:section name="Inhaltsseiten" id="{C54510C2-4863-4A6A-825E-537E19B105CC}">
          <p14:sldIdLst>
            <p14:sldId id="317"/>
            <p14:sldId id="662"/>
            <p14:sldId id="297"/>
            <p14:sldId id="663"/>
            <p14:sldId id="664"/>
            <p14:sldId id="9795"/>
            <p14:sldId id="9803"/>
            <p14:sldId id="9072"/>
            <p14:sldId id="9783"/>
            <p14:sldId id="9784"/>
            <p14:sldId id="9097"/>
            <p14:sldId id="9785"/>
            <p14:sldId id="9788"/>
            <p14:sldId id="9789"/>
            <p14:sldId id="9790"/>
            <p14:sldId id="9782"/>
            <p14:sldId id="9099"/>
            <p14:sldId id="9087"/>
            <p14:sldId id="9091"/>
            <p14:sldId id="9092"/>
            <p14:sldId id="9108"/>
            <p14:sldId id="9109"/>
            <p14:sldId id="2291"/>
            <p14:sldId id="9797"/>
            <p14:sldId id="2284"/>
            <p14:sldId id="2052"/>
            <p14:sldId id="318"/>
            <p14:sldId id="9117"/>
            <p14:sldId id="9124"/>
            <p14:sldId id="9126"/>
            <p14:sldId id="9120"/>
            <p14:sldId id="9110"/>
            <p14:sldId id="2290"/>
            <p14:sldId id="2264"/>
            <p14:sldId id="2268"/>
            <p14:sldId id="2269"/>
            <p14:sldId id="9073"/>
            <p14:sldId id="684"/>
            <p14:sldId id="9095"/>
            <p14:sldId id="9093"/>
            <p14:sldId id="9094"/>
            <p14:sldId id="9075"/>
            <p14:sldId id="9064"/>
            <p14:sldId id="9086"/>
            <p14:sldId id="9100"/>
            <p14:sldId id="9779"/>
            <p14:sldId id="9062"/>
            <p14:sldId id="9111"/>
            <p14:sldId id="9112"/>
            <p14:sldId id="2297"/>
            <p14:sldId id="9802"/>
            <p14:sldId id="9780"/>
            <p14:sldId id="9101"/>
            <p14:sldId id="9104"/>
            <p14:sldId id="9102"/>
            <p14:sldId id="9103"/>
            <p14:sldId id="9107"/>
            <p14:sldId id="9076"/>
            <p14:sldId id="9113"/>
            <p14:sldId id="9799"/>
            <p14:sldId id="9731"/>
            <p14:sldId id="559"/>
            <p14:sldId id="9796"/>
            <p14:sldId id="9793"/>
            <p14:sldId id="9077"/>
            <p14:sldId id="9114"/>
            <p14:sldId id="2263"/>
            <p14:sldId id="9056"/>
            <p14:sldId id="9084"/>
            <p14:sldId id="9082"/>
            <p14:sldId id="9083"/>
            <p14:sldId id="9096"/>
            <p14:sldId id="9078"/>
            <p14:sldId id="9127"/>
            <p14:sldId id="348"/>
            <p14:sldId id="9079"/>
            <p14:sldId id="661"/>
          </p14:sldIdLst>
        </p14:section>
        <p14:section name="Disclaimer, Kontakt" id="{0D568892-780D-4C8E-9447-F21546C88527}">
          <p14:sldIdLst>
            <p14:sldId id="358"/>
            <p14:sldId id="268"/>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nny Welle" initials="DW" lastIdx="1" clrIdx="0">
    <p:extLst>
      <p:ext uri="{19B8F6BF-5375-455C-9EA6-DF929625EA0E}">
        <p15:presenceInfo xmlns:p15="http://schemas.microsoft.com/office/powerpoint/2012/main" userId="S::denwelle1@publicisgroupe.net::08b00602-60fa-48c3-96fb-06a947b67cd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E3FDE45-AF77-4B5C-9715-49D594BDF05E}" styleName="Light Style 1 - Accent 2">
    <a:wholeTbl>
      <a:tcTxStyle>
        <a:fontRef idx="minor">
          <a:scrgbClr r="0" g="0" b="0"/>
        </a:fontRef>
        <a:schemeClr val="tx1"/>
      </a:tcTxStyle>
      <a:tcStyle>
        <a:tcBdr>
          <a:left>
            <a:ln>
              <a:noFill/>
            </a:ln>
          </a:left>
          <a:right>
            <a:ln>
              <a:noFill/>
            </a:ln>
          </a:right>
          <a:top>
            <a:ln>
              <a:noFill/>
            </a:ln>
          </a:top>
          <a:bottom>
            <a:ln w="12700" cmpd="sng">
              <a:solidFill>
                <a:schemeClr val="accent6">
                  <a:alpha val="15000"/>
                </a:schemeClr>
              </a:solidFill>
            </a:ln>
          </a:bottom>
          <a:insideH>
            <a:ln w="12700" cmpd="sng">
              <a:solidFill>
                <a:schemeClr val="accent6">
                  <a:alpha val="15000"/>
                </a:schemeClr>
              </a:solidFill>
            </a:ln>
          </a:insideH>
          <a:insideV>
            <a:ln>
              <a:noFill/>
            </a:ln>
          </a:insideV>
        </a:tcBdr>
        <a:fill>
          <a:noFill/>
        </a:fill>
      </a:tcStyle>
    </a:wholeTbl>
    <a:band1H>
      <a:tcStyle>
        <a:tcBdr>
          <a:bottom>
            <a:ln w="12700" cmpd="sng">
              <a:solidFill>
                <a:schemeClr val="accent6">
                  <a:alpha val="15000"/>
                </a:schemeClr>
              </a:solidFill>
            </a:ln>
          </a:bottom>
        </a:tcBdr>
        <a:fill>
          <a:solidFill>
            <a:schemeClr val="accent6">
              <a:alpha val="5000"/>
            </a:schemeClr>
          </a:solidFill>
        </a:fill>
      </a:tcStyle>
    </a:band1H>
    <a:band2H>
      <a:tcStyle>
        <a:tcBdr>
          <a:bottom>
            <a:ln w="12700" cmpd="sng">
              <a:solidFill>
                <a:schemeClr val="accent6">
                  <a:alpha val="15000"/>
                </a:schemeClr>
              </a:solidFill>
            </a:ln>
          </a:bottom>
        </a:tcBdr>
      </a:tcStyle>
    </a:band2H>
    <a:band1V>
      <a:tcStyle>
        <a:tcBdr/>
        <a:fill>
          <a:solidFill>
            <a:schemeClr val="accent6">
              <a:alpha val="5000"/>
            </a:schemeClr>
          </a:solidFill>
        </a:fill>
      </a:tcStyle>
    </a:band1V>
    <a:lastCol>
      <a:tcTxStyle b="on"/>
      <a:tcStyle>
        <a:tcBdr/>
      </a:tcStyle>
    </a:lastCol>
    <a:firstCol>
      <a:tcTxStyle b="on"/>
      <a:tcStyle>
        <a:tcBdr/>
      </a:tcStyle>
    </a:firstCol>
    <a:lastRow>
      <a:tcTxStyle b="on"/>
      <a:tcStyle>
        <a:tcBdr>
          <a:bottom>
            <a:ln w="28575" cmpd="sng">
              <a:solidFill>
                <a:schemeClr val="dk1"/>
              </a:solidFill>
            </a:ln>
          </a:bottom>
        </a:tcBdr>
        <a:fill>
          <a:noFill/>
        </a:fill>
      </a:tcStyle>
    </a:lastRow>
    <a:firstRow>
      <a:tcTxStyle b="on"/>
      <a:tcStyle>
        <a:tcBdr>
          <a:bottom>
            <a:ln w="28575" cmpd="sng">
              <a:solidFill>
                <a:schemeClr val="dk1"/>
              </a:solidFill>
            </a:ln>
          </a:bottom>
        </a:tcBdr>
        <a:fill>
          <a:noFill/>
        </a:fill>
      </a:tcStyle>
    </a:firstRow>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7461" autoAdjust="0"/>
  </p:normalViewPr>
  <p:slideViewPr>
    <p:cSldViewPr snapToGrid="0" showGuides="1">
      <p:cViewPr varScale="1">
        <p:scale>
          <a:sx n="122" d="100"/>
          <a:sy n="122" d="100"/>
        </p:scale>
        <p:origin x="234" y="108"/>
      </p:cViewPr>
      <p:guideLst>
        <p:guide pos="3840"/>
        <p:guide orient="horz" pos="2160"/>
      </p:guideLst>
    </p:cSldViewPr>
  </p:slideViewPr>
  <p:outlineViewPr>
    <p:cViewPr>
      <p:scale>
        <a:sx n="33" d="100"/>
        <a:sy n="33" d="100"/>
      </p:scale>
      <p:origin x="0" y="-11802"/>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121" d="100"/>
          <a:sy n="121" d="100"/>
        </p:scale>
        <p:origin x="4188" y="12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slide" Target="slides/slide71.xml"/><Relationship Id="rId84" Type="http://schemas.openxmlformats.org/officeDocument/2006/relationships/slide" Target="slides/slide79.xml"/><Relationship Id="rId89" Type="http://schemas.openxmlformats.org/officeDocument/2006/relationships/handoutMaster" Target="handoutMasters/handoutMaster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slide" Target="slides/slide69.xml"/><Relationship Id="rId79" Type="http://schemas.openxmlformats.org/officeDocument/2006/relationships/slide" Target="slides/slide74.xml"/><Relationship Id="rId87" Type="http://schemas.openxmlformats.org/officeDocument/2006/relationships/slide" Target="slides/slide82.xml"/><Relationship Id="rId5" Type="http://schemas.openxmlformats.org/officeDocument/2006/relationships/slideMaster" Target="slideMasters/slideMaster1.xml"/><Relationship Id="rId61" Type="http://schemas.openxmlformats.org/officeDocument/2006/relationships/slide" Target="slides/slide56.xml"/><Relationship Id="rId82" Type="http://schemas.openxmlformats.org/officeDocument/2006/relationships/slide" Target="slides/slide77.xml"/><Relationship Id="rId90" Type="http://schemas.openxmlformats.org/officeDocument/2006/relationships/tags" Target="tags/tag1.xml"/><Relationship Id="rId95"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notesMaster" Target="notesMasters/notesMaster1.xml"/><Relationship Id="rId91" Type="http://schemas.openxmlformats.org/officeDocument/2006/relationships/commentAuthors" Target="commentAuthors.xml"/><Relationship Id="rId9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cher, Andreas (DI FA CTR PLC PPM)" userId="f1dcac62-7bef-43eb-91f0-927336a1714f" providerId="ADAL" clId="{1C5A6487-D517-4F0B-ABAB-3A48CB6B746A}"/>
    <pc:docChg chg="undo custSel addSld delSld modSld sldOrd modSection">
      <pc:chgData name="Macher, Andreas (DI FA CTR PLC PPM)" userId="f1dcac62-7bef-43eb-91f0-927336a1714f" providerId="ADAL" clId="{1C5A6487-D517-4F0B-ABAB-3A48CB6B746A}" dt="2022-10-31T16:15:21.121" v="3142" actId="313"/>
      <pc:docMkLst>
        <pc:docMk/>
      </pc:docMkLst>
      <pc:sldChg chg="addSp delSp modSp mod">
        <pc:chgData name="Macher, Andreas (DI FA CTR PLC PPM)" userId="f1dcac62-7bef-43eb-91f0-927336a1714f" providerId="ADAL" clId="{1C5A6487-D517-4F0B-ABAB-3A48CB6B746A}" dt="2022-10-31T12:04:55.592" v="502" actId="1076"/>
        <pc:sldMkLst>
          <pc:docMk/>
          <pc:sldMk cId="1410991824" sldId="664"/>
        </pc:sldMkLst>
        <pc:spChg chg="mod">
          <ac:chgData name="Macher, Andreas (DI FA CTR PLC PPM)" userId="f1dcac62-7bef-43eb-91f0-927336a1714f" providerId="ADAL" clId="{1C5A6487-D517-4F0B-ABAB-3A48CB6B746A}" dt="2022-10-31T12:04:55.592" v="502" actId="1076"/>
          <ac:spMkLst>
            <pc:docMk/>
            <pc:sldMk cId="1410991824" sldId="664"/>
            <ac:spMk id="4" creationId="{D446ABA3-F7D6-4401-9172-5F5C7E9D7F97}"/>
          </ac:spMkLst>
        </pc:spChg>
        <pc:spChg chg="add mod">
          <ac:chgData name="Macher, Andreas (DI FA CTR PLC PPM)" userId="f1dcac62-7bef-43eb-91f0-927336a1714f" providerId="ADAL" clId="{1C5A6487-D517-4F0B-ABAB-3A48CB6B746A}" dt="2022-10-31T12:03:39.344" v="487" actId="1035"/>
          <ac:spMkLst>
            <pc:docMk/>
            <pc:sldMk cId="1410991824" sldId="664"/>
            <ac:spMk id="8" creationId="{ABD24BB6-0BDC-184E-433A-C2EAD000FD60}"/>
          </ac:spMkLst>
        </pc:spChg>
        <pc:spChg chg="add mod">
          <ac:chgData name="Macher, Andreas (DI FA CTR PLC PPM)" userId="f1dcac62-7bef-43eb-91f0-927336a1714f" providerId="ADAL" clId="{1C5A6487-D517-4F0B-ABAB-3A48CB6B746A}" dt="2022-10-31T12:03:39.344" v="487" actId="1035"/>
          <ac:spMkLst>
            <pc:docMk/>
            <pc:sldMk cId="1410991824" sldId="664"/>
            <ac:spMk id="10" creationId="{F05AB073-18CA-4E15-9E2F-BD9450A6A511}"/>
          </ac:spMkLst>
        </pc:spChg>
        <pc:spChg chg="add mod">
          <ac:chgData name="Macher, Andreas (DI FA CTR PLC PPM)" userId="f1dcac62-7bef-43eb-91f0-927336a1714f" providerId="ADAL" clId="{1C5A6487-D517-4F0B-ABAB-3A48CB6B746A}" dt="2022-10-31T12:03:39.344" v="487" actId="1035"/>
          <ac:spMkLst>
            <pc:docMk/>
            <pc:sldMk cId="1410991824" sldId="664"/>
            <ac:spMk id="12" creationId="{7D5EACCB-CF69-861E-37D1-468437E56310}"/>
          </ac:spMkLst>
        </pc:spChg>
        <pc:spChg chg="add mod">
          <ac:chgData name="Macher, Andreas (DI FA CTR PLC PPM)" userId="f1dcac62-7bef-43eb-91f0-927336a1714f" providerId="ADAL" clId="{1C5A6487-D517-4F0B-ABAB-3A48CB6B746A}" dt="2022-10-31T12:03:39.344" v="487" actId="1035"/>
          <ac:spMkLst>
            <pc:docMk/>
            <pc:sldMk cId="1410991824" sldId="664"/>
            <ac:spMk id="13" creationId="{37BAD22E-5A3F-8B64-83D1-8A323686C96C}"/>
          </ac:spMkLst>
        </pc:spChg>
        <pc:spChg chg="add mod">
          <ac:chgData name="Macher, Andreas (DI FA CTR PLC PPM)" userId="f1dcac62-7bef-43eb-91f0-927336a1714f" providerId="ADAL" clId="{1C5A6487-D517-4F0B-ABAB-3A48CB6B746A}" dt="2022-10-31T12:03:39.344" v="487" actId="1035"/>
          <ac:spMkLst>
            <pc:docMk/>
            <pc:sldMk cId="1410991824" sldId="664"/>
            <ac:spMk id="15" creationId="{BCFAA7A6-2014-FB34-1AC5-5D57CA5C3C09}"/>
          </ac:spMkLst>
        </pc:spChg>
        <pc:spChg chg="add mod">
          <ac:chgData name="Macher, Andreas (DI FA CTR PLC PPM)" userId="f1dcac62-7bef-43eb-91f0-927336a1714f" providerId="ADAL" clId="{1C5A6487-D517-4F0B-ABAB-3A48CB6B746A}" dt="2022-10-31T12:03:39.344" v="487" actId="1035"/>
          <ac:spMkLst>
            <pc:docMk/>
            <pc:sldMk cId="1410991824" sldId="664"/>
            <ac:spMk id="16" creationId="{7C856B78-F653-A501-D4D9-AFBBA67AC1BB}"/>
          </ac:spMkLst>
        </pc:spChg>
        <pc:spChg chg="add mod">
          <ac:chgData name="Macher, Andreas (DI FA CTR PLC PPM)" userId="f1dcac62-7bef-43eb-91f0-927336a1714f" providerId="ADAL" clId="{1C5A6487-D517-4F0B-ABAB-3A48CB6B746A}" dt="2022-10-31T12:03:39.344" v="487" actId="1035"/>
          <ac:spMkLst>
            <pc:docMk/>
            <pc:sldMk cId="1410991824" sldId="664"/>
            <ac:spMk id="17" creationId="{A862B115-6B1F-8307-8F14-F8EEECE66715}"/>
          </ac:spMkLst>
        </pc:spChg>
        <pc:spChg chg="mod">
          <ac:chgData name="Macher, Andreas (DI FA CTR PLC PPM)" userId="f1dcac62-7bef-43eb-91f0-927336a1714f" providerId="ADAL" clId="{1C5A6487-D517-4F0B-ABAB-3A48CB6B746A}" dt="2022-10-31T12:03:39.344" v="487" actId="1035"/>
          <ac:spMkLst>
            <pc:docMk/>
            <pc:sldMk cId="1410991824" sldId="664"/>
            <ac:spMk id="19" creationId="{2937AD64-5A9C-4A1E-9DDE-0EC72F3F31A5}"/>
          </ac:spMkLst>
        </pc:spChg>
        <pc:spChg chg="mod">
          <ac:chgData name="Macher, Andreas (DI FA CTR PLC PPM)" userId="f1dcac62-7bef-43eb-91f0-927336a1714f" providerId="ADAL" clId="{1C5A6487-D517-4F0B-ABAB-3A48CB6B746A}" dt="2022-10-31T12:03:52.452" v="489" actId="113"/>
          <ac:spMkLst>
            <pc:docMk/>
            <pc:sldMk cId="1410991824" sldId="664"/>
            <ac:spMk id="20" creationId="{A133CDFF-98A4-495E-982F-13AAE4B2E238}"/>
          </ac:spMkLst>
        </pc:spChg>
        <pc:spChg chg="mod">
          <ac:chgData name="Macher, Andreas (DI FA CTR PLC PPM)" userId="f1dcac62-7bef-43eb-91f0-927336a1714f" providerId="ADAL" clId="{1C5A6487-D517-4F0B-ABAB-3A48CB6B746A}" dt="2022-10-31T12:04:06.644" v="491" actId="113"/>
          <ac:spMkLst>
            <pc:docMk/>
            <pc:sldMk cId="1410991824" sldId="664"/>
            <ac:spMk id="21" creationId="{3CEB087D-5FF7-44AE-8326-2F6BF8892697}"/>
          </ac:spMkLst>
        </pc:spChg>
        <pc:spChg chg="mod">
          <ac:chgData name="Macher, Andreas (DI FA CTR PLC PPM)" userId="f1dcac62-7bef-43eb-91f0-927336a1714f" providerId="ADAL" clId="{1C5A6487-D517-4F0B-ABAB-3A48CB6B746A}" dt="2022-10-31T12:04:35.630" v="500" actId="6549"/>
          <ac:spMkLst>
            <pc:docMk/>
            <pc:sldMk cId="1410991824" sldId="664"/>
            <ac:spMk id="113" creationId="{AC65D4B8-B8E2-4E03-BCFD-965AC16EB98E}"/>
          </ac:spMkLst>
        </pc:spChg>
        <pc:spChg chg="mod topLvl">
          <ac:chgData name="Macher, Andreas (DI FA CTR PLC PPM)" userId="f1dcac62-7bef-43eb-91f0-927336a1714f" providerId="ADAL" clId="{1C5A6487-D517-4F0B-ABAB-3A48CB6B746A}" dt="2022-10-31T12:03:39.344" v="487" actId="1035"/>
          <ac:spMkLst>
            <pc:docMk/>
            <pc:sldMk cId="1410991824" sldId="664"/>
            <ac:spMk id="115" creationId="{2EF3BE45-C85A-4A38-A912-7A162007F98A}"/>
          </ac:spMkLst>
        </pc:spChg>
        <pc:spChg chg="mod topLvl">
          <ac:chgData name="Macher, Andreas (DI FA CTR PLC PPM)" userId="f1dcac62-7bef-43eb-91f0-927336a1714f" providerId="ADAL" clId="{1C5A6487-D517-4F0B-ABAB-3A48CB6B746A}" dt="2022-10-31T12:03:39.344" v="487" actId="1035"/>
          <ac:spMkLst>
            <pc:docMk/>
            <pc:sldMk cId="1410991824" sldId="664"/>
            <ac:spMk id="116" creationId="{BB9E5F99-E0F0-4F00-9D40-D8373BA97F6F}"/>
          </ac:spMkLst>
        </pc:spChg>
        <pc:spChg chg="mod topLvl">
          <ac:chgData name="Macher, Andreas (DI FA CTR PLC PPM)" userId="f1dcac62-7bef-43eb-91f0-927336a1714f" providerId="ADAL" clId="{1C5A6487-D517-4F0B-ABAB-3A48CB6B746A}" dt="2022-10-31T12:03:39.344" v="487" actId="1035"/>
          <ac:spMkLst>
            <pc:docMk/>
            <pc:sldMk cId="1410991824" sldId="664"/>
            <ac:spMk id="117" creationId="{19028B91-C76A-4740-8CD2-A9777FCD0909}"/>
          </ac:spMkLst>
        </pc:spChg>
        <pc:spChg chg="mod topLvl">
          <ac:chgData name="Macher, Andreas (DI FA CTR PLC PPM)" userId="f1dcac62-7bef-43eb-91f0-927336a1714f" providerId="ADAL" clId="{1C5A6487-D517-4F0B-ABAB-3A48CB6B746A}" dt="2022-10-31T12:03:39.344" v="487" actId="1035"/>
          <ac:spMkLst>
            <pc:docMk/>
            <pc:sldMk cId="1410991824" sldId="664"/>
            <ac:spMk id="118" creationId="{44F877B8-08FB-4B5D-A6FB-C190C1DB7629}"/>
          </ac:spMkLst>
        </pc:spChg>
        <pc:spChg chg="mod topLvl">
          <ac:chgData name="Macher, Andreas (DI FA CTR PLC PPM)" userId="f1dcac62-7bef-43eb-91f0-927336a1714f" providerId="ADAL" clId="{1C5A6487-D517-4F0B-ABAB-3A48CB6B746A}" dt="2022-10-31T12:03:39.344" v="487" actId="1035"/>
          <ac:spMkLst>
            <pc:docMk/>
            <pc:sldMk cId="1410991824" sldId="664"/>
            <ac:spMk id="119" creationId="{E136CFBB-6C8E-4ADE-A2D3-F44599AC5973}"/>
          </ac:spMkLst>
        </pc:spChg>
        <pc:spChg chg="mod">
          <ac:chgData name="Macher, Andreas (DI FA CTR PLC PPM)" userId="f1dcac62-7bef-43eb-91f0-927336a1714f" providerId="ADAL" clId="{1C5A6487-D517-4F0B-ABAB-3A48CB6B746A}" dt="2022-10-31T12:03:39.344" v="487" actId="1035"/>
          <ac:spMkLst>
            <pc:docMk/>
            <pc:sldMk cId="1410991824" sldId="664"/>
            <ac:spMk id="160" creationId="{7E61CE12-15A7-40A0-9AEE-27367071DAC9}"/>
          </ac:spMkLst>
        </pc:spChg>
        <pc:spChg chg="mod">
          <ac:chgData name="Macher, Andreas (DI FA CTR PLC PPM)" userId="f1dcac62-7bef-43eb-91f0-927336a1714f" providerId="ADAL" clId="{1C5A6487-D517-4F0B-ABAB-3A48CB6B746A}" dt="2022-10-31T12:03:39.344" v="487" actId="1035"/>
          <ac:spMkLst>
            <pc:docMk/>
            <pc:sldMk cId="1410991824" sldId="664"/>
            <ac:spMk id="161" creationId="{9C313AC7-467E-4D14-B35E-11AE7697348C}"/>
          </ac:spMkLst>
        </pc:spChg>
        <pc:spChg chg="mod">
          <ac:chgData name="Macher, Andreas (DI FA CTR PLC PPM)" userId="f1dcac62-7bef-43eb-91f0-927336a1714f" providerId="ADAL" clId="{1C5A6487-D517-4F0B-ABAB-3A48CB6B746A}" dt="2022-10-31T12:04:02.576" v="490" actId="113"/>
          <ac:spMkLst>
            <pc:docMk/>
            <pc:sldMk cId="1410991824" sldId="664"/>
            <ac:spMk id="162" creationId="{34147FCE-28AF-4435-9F76-768A9BA99138}"/>
          </ac:spMkLst>
        </pc:spChg>
        <pc:spChg chg="del mod">
          <ac:chgData name="Macher, Andreas (DI FA CTR PLC PPM)" userId="f1dcac62-7bef-43eb-91f0-927336a1714f" providerId="ADAL" clId="{1C5A6487-D517-4F0B-ABAB-3A48CB6B746A}" dt="2022-10-31T11:52:55.951" v="148" actId="478"/>
          <ac:spMkLst>
            <pc:docMk/>
            <pc:sldMk cId="1410991824" sldId="664"/>
            <ac:spMk id="163" creationId="{CE1EBD9A-78BD-4389-BCDB-168567E5698E}"/>
          </ac:spMkLst>
        </pc:spChg>
        <pc:spChg chg="del mod">
          <ac:chgData name="Macher, Andreas (DI FA CTR PLC PPM)" userId="f1dcac62-7bef-43eb-91f0-927336a1714f" providerId="ADAL" clId="{1C5A6487-D517-4F0B-ABAB-3A48CB6B746A}" dt="2022-10-31T11:54:53.024" v="204" actId="478"/>
          <ac:spMkLst>
            <pc:docMk/>
            <pc:sldMk cId="1410991824" sldId="664"/>
            <ac:spMk id="164" creationId="{5DF67E07-A1E3-4CC9-9588-83B47997F2A8}"/>
          </ac:spMkLst>
        </pc:spChg>
        <pc:grpChg chg="del mod">
          <ac:chgData name="Macher, Andreas (DI FA CTR PLC PPM)" userId="f1dcac62-7bef-43eb-91f0-927336a1714f" providerId="ADAL" clId="{1C5A6487-D517-4F0B-ABAB-3A48CB6B746A}" dt="2022-10-31T11:57:25.014" v="259" actId="165"/>
          <ac:grpSpMkLst>
            <pc:docMk/>
            <pc:sldMk cId="1410991824" sldId="664"/>
            <ac:grpSpMk id="114" creationId="{C15D44A0-B265-470F-B90A-60CA54C24368}"/>
          </ac:grpSpMkLst>
        </pc:grpChg>
        <pc:picChg chg="mod">
          <ac:chgData name="Macher, Andreas (DI FA CTR PLC PPM)" userId="f1dcac62-7bef-43eb-91f0-927336a1714f" providerId="ADAL" clId="{1C5A6487-D517-4F0B-ABAB-3A48CB6B746A}" dt="2022-10-31T12:04:18.828" v="497" actId="1036"/>
          <ac:picMkLst>
            <pc:docMk/>
            <pc:sldMk cId="1410991824" sldId="664"/>
            <ac:picMk id="9" creationId="{BCC6DF57-9829-404A-9FCB-A88E738C26BB}"/>
          </ac:picMkLst>
        </pc:picChg>
        <pc:picChg chg="mod">
          <ac:chgData name="Macher, Andreas (DI FA CTR PLC PPM)" userId="f1dcac62-7bef-43eb-91f0-927336a1714f" providerId="ADAL" clId="{1C5A6487-D517-4F0B-ABAB-3A48CB6B746A}" dt="2022-10-31T12:04:18.828" v="497" actId="1036"/>
          <ac:picMkLst>
            <pc:docMk/>
            <pc:sldMk cId="1410991824" sldId="664"/>
            <ac:picMk id="11" creationId="{EF1ED417-CB92-407E-8E48-A578332BD712}"/>
          </ac:picMkLst>
        </pc:picChg>
        <pc:cxnChg chg="mod">
          <ac:chgData name="Macher, Andreas (DI FA CTR PLC PPM)" userId="f1dcac62-7bef-43eb-91f0-927336a1714f" providerId="ADAL" clId="{1C5A6487-D517-4F0B-ABAB-3A48CB6B746A}" dt="2022-10-31T12:02:42.665" v="434" actId="14100"/>
          <ac:cxnSpMkLst>
            <pc:docMk/>
            <pc:sldMk cId="1410991824" sldId="664"/>
            <ac:cxnSpMk id="6" creationId="{01332141-D8B7-4541-9113-87F60117E2DB}"/>
          </ac:cxnSpMkLst>
        </pc:cxnChg>
        <pc:cxnChg chg="add mod">
          <ac:chgData name="Macher, Andreas (DI FA CTR PLC PPM)" userId="f1dcac62-7bef-43eb-91f0-927336a1714f" providerId="ADAL" clId="{1C5A6487-D517-4F0B-ABAB-3A48CB6B746A}" dt="2022-10-31T12:03:39.344" v="487" actId="1035"/>
          <ac:cxnSpMkLst>
            <pc:docMk/>
            <pc:sldMk cId="1410991824" sldId="664"/>
            <ac:cxnSpMk id="14" creationId="{49D8EFBC-FF5E-3BAF-AE3E-F58A5261253D}"/>
          </ac:cxnSpMkLst>
        </pc:cxnChg>
        <pc:cxnChg chg="add mod">
          <ac:chgData name="Macher, Andreas (DI FA CTR PLC PPM)" userId="f1dcac62-7bef-43eb-91f0-927336a1714f" providerId="ADAL" clId="{1C5A6487-D517-4F0B-ABAB-3A48CB6B746A}" dt="2022-10-31T12:03:39.344" v="487" actId="1035"/>
          <ac:cxnSpMkLst>
            <pc:docMk/>
            <pc:sldMk cId="1410991824" sldId="664"/>
            <ac:cxnSpMk id="18" creationId="{5900FCDA-29FC-096F-57DE-2EC15320650E}"/>
          </ac:cxnSpMkLst>
        </pc:cxnChg>
        <pc:cxnChg chg="add mod">
          <ac:chgData name="Macher, Andreas (DI FA CTR PLC PPM)" userId="f1dcac62-7bef-43eb-91f0-927336a1714f" providerId="ADAL" clId="{1C5A6487-D517-4F0B-ABAB-3A48CB6B746A}" dt="2022-10-31T12:03:39.344" v="487" actId="1035"/>
          <ac:cxnSpMkLst>
            <pc:docMk/>
            <pc:sldMk cId="1410991824" sldId="664"/>
            <ac:cxnSpMk id="22" creationId="{16B4CCE8-1ABB-900A-EDFD-0422179AFAC0}"/>
          </ac:cxnSpMkLst>
        </pc:cxnChg>
        <pc:cxnChg chg="add mod">
          <ac:chgData name="Macher, Andreas (DI FA CTR PLC PPM)" userId="f1dcac62-7bef-43eb-91f0-927336a1714f" providerId="ADAL" clId="{1C5A6487-D517-4F0B-ABAB-3A48CB6B746A}" dt="2022-10-31T12:03:39.344" v="487" actId="1035"/>
          <ac:cxnSpMkLst>
            <pc:docMk/>
            <pc:sldMk cId="1410991824" sldId="664"/>
            <ac:cxnSpMk id="23" creationId="{0597597E-2AA6-02FE-958A-6673F09F881F}"/>
          </ac:cxnSpMkLst>
        </pc:cxnChg>
        <pc:cxnChg chg="del mod">
          <ac:chgData name="Macher, Andreas (DI FA CTR PLC PPM)" userId="f1dcac62-7bef-43eb-91f0-927336a1714f" providerId="ADAL" clId="{1C5A6487-D517-4F0B-ABAB-3A48CB6B746A}" dt="2022-10-31T12:01:22.577" v="407" actId="478"/>
          <ac:cxnSpMkLst>
            <pc:docMk/>
            <pc:sldMk cId="1410991824" sldId="664"/>
            <ac:cxnSpMk id="24" creationId="{5113D548-5A75-43A1-B1BD-4B0E35931F88}"/>
          </ac:cxnSpMkLst>
        </pc:cxnChg>
        <pc:cxnChg chg="del mod">
          <ac:chgData name="Macher, Andreas (DI FA CTR PLC PPM)" userId="f1dcac62-7bef-43eb-91f0-927336a1714f" providerId="ADAL" clId="{1C5A6487-D517-4F0B-ABAB-3A48CB6B746A}" dt="2022-10-31T12:01:22.577" v="407" actId="478"/>
          <ac:cxnSpMkLst>
            <pc:docMk/>
            <pc:sldMk cId="1410991824" sldId="664"/>
            <ac:cxnSpMk id="25" creationId="{3E46C607-3CC3-4B1D-8B4A-172A223C08A4}"/>
          </ac:cxnSpMkLst>
        </pc:cxnChg>
        <pc:cxnChg chg="add del mod">
          <ac:chgData name="Macher, Andreas (DI FA CTR PLC PPM)" userId="f1dcac62-7bef-43eb-91f0-927336a1714f" providerId="ADAL" clId="{1C5A6487-D517-4F0B-ABAB-3A48CB6B746A}" dt="2022-10-31T12:01:22.577" v="407" actId="478"/>
          <ac:cxnSpMkLst>
            <pc:docMk/>
            <pc:sldMk cId="1410991824" sldId="664"/>
            <ac:cxnSpMk id="26" creationId="{9316FF9E-CB71-A9CD-13C8-A3A1DCAC28F8}"/>
          </ac:cxnSpMkLst>
        </pc:cxnChg>
        <pc:cxnChg chg="add del mod">
          <ac:chgData name="Macher, Andreas (DI FA CTR PLC PPM)" userId="f1dcac62-7bef-43eb-91f0-927336a1714f" providerId="ADAL" clId="{1C5A6487-D517-4F0B-ABAB-3A48CB6B746A}" dt="2022-10-31T12:01:22.577" v="407" actId="478"/>
          <ac:cxnSpMkLst>
            <pc:docMk/>
            <pc:sldMk cId="1410991824" sldId="664"/>
            <ac:cxnSpMk id="27" creationId="{CE7A0AC2-674E-348C-FC95-8AFE19C9CEE8}"/>
          </ac:cxnSpMkLst>
        </pc:cxnChg>
        <pc:cxnChg chg="add del mod">
          <ac:chgData name="Macher, Andreas (DI FA CTR PLC PPM)" userId="f1dcac62-7bef-43eb-91f0-927336a1714f" providerId="ADAL" clId="{1C5A6487-D517-4F0B-ABAB-3A48CB6B746A}" dt="2022-10-31T12:01:22.577" v="407" actId="478"/>
          <ac:cxnSpMkLst>
            <pc:docMk/>
            <pc:sldMk cId="1410991824" sldId="664"/>
            <ac:cxnSpMk id="28" creationId="{B3D0092A-EC33-8397-CEA3-22D3D4C4123F}"/>
          </ac:cxnSpMkLst>
        </pc:cxnChg>
        <pc:cxnChg chg="add mod">
          <ac:chgData name="Macher, Andreas (DI FA CTR PLC PPM)" userId="f1dcac62-7bef-43eb-91f0-927336a1714f" providerId="ADAL" clId="{1C5A6487-D517-4F0B-ABAB-3A48CB6B746A}" dt="2022-10-31T12:03:39.344" v="487" actId="1035"/>
          <ac:cxnSpMkLst>
            <pc:docMk/>
            <pc:sldMk cId="1410991824" sldId="664"/>
            <ac:cxnSpMk id="29" creationId="{820EC475-3C30-2566-4709-F32FC21D17AF}"/>
          </ac:cxnSpMkLst>
        </pc:cxnChg>
        <pc:cxnChg chg="add mod">
          <ac:chgData name="Macher, Andreas (DI FA CTR PLC PPM)" userId="f1dcac62-7bef-43eb-91f0-927336a1714f" providerId="ADAL" clId="{1C5A6487-D517-4F0B-ABAB-3A48CB6B746A}" dt="2022-10-31T12:03:39.344" v="487" actId="1035"/>
          <ac:cxnSpMkLst>
            <pc:docMk/>
            <pc:sldMk cId="1410991824" sldId="664"/>
            <ac:cxnSpMk id="30" creationId="{46A1BD74-CC4E-1DC3-C516-0CBC3AA42276}"/>
          </ac:cxnSpMkLst>
        </pc:cxnChg>
        <pc:cxnChg chg="add mod">
          <ac:chgData name="Macher, Andreas (DI FA CTR PLC PPM)" userId="f1dcac62-7bef-43eb-91f0-927336a1714f" providerId="ADAL" clId="{1C5A6487-D517-4F0B-ABAB-3A48CB6B746A}" dt="2022-10-31T12:03:39.344" v="487" actId="1035"/>
          <ac:cxnSpMkLst>
            <pc:docMk/>
            <pc:sldMk cId="1410991824" sldId="664"/>
            <ac:cxnSpMk id="31" creationId="{C5C4506C-4788-53B3-49E8-58E18497C3BC}"/>
          </ac:cxnSpMkLst>
        </pc:cxnChg>
        <pc:cxnChg chg="add mod">
          <ac:chgData name="Macher, Andreas (DI FA CTR PLC PPM)" userId="f1dcac62-7bef-43eb-91f0-927336a1714f" providerId="ADAL" clId="{1C5A6487-D517-4F0B-ABAB-3A48CB6B746A}" dt="2022-10-31T12:03:39.344" v="487" actId="1035"/>
          <ac:cxnSpMkLst>
            <pc:docMk/>
            <pc:sldMk cId="1410991824" sldId="664"/>
            <ac:cxnSpMk id="64" creationId="{C3F4BC87-F879-54BF-C2A8-DF55A20DBC9C}"/>
          </ac:cxnSpMkLst>
        </pc:cxnChg>
        <pc:cxnChg chg="add mod">
          <ac:chgData name="Macher, Andreas (DI FA CTR PLC PPM)" userId="f1dcac62-7bef-43eb-91f0-927336a1714f" providerId="ADAL" clId="{1C5A6487-D517-4F0B-ABAB-3A48CB6B746A}" dt="2022-10-31T12:03:39.344" v="487" actId="1035"/>
          <ac:cxnSpMkLst>
            <pc:docMk/>
            <pc:sldMk cId="1410991824" sldId="664"/>
            <ac:cxnSpMk id="65" creationId="{8721E8DE-AC6B-992E-B5D8-4A900511808E}"/>
          </ac:cxnSpMkLst>
        </pc:cxnChg>
        <pc:cxnChg chg="del mod">
          <ac:chgData name="Macher, Andreas (DI FA CTR PLC PPM)" userId="f1dcac62-7bef-43eb-91f0-927336a1714f" providerId="ADAL" clId="{1C5A6487-D517-4F0B-ABAB-3A48CB6B746A}" dt="2022-10-31T12:00:33.123" v="397" actId="478"/>
          <ac:cxnSpMkLst>
            <pc:docMk/>
            <pc:sldMk cId="1410991824" sldId="664"/>
            <ac:cxnSpMk id="98" creationId="{A120B0F5-2B4D-478F-81D1-1D0B5ECA3A42}"/>
          </ac:cxnSpMkLst>
        </pc:cxnChg>
        <pc:cxnChg chg="mod topLvl">
          <ac:chgData name="Macher, Andreas (DI FA CTR PLC PPM)" userId="f1dcac62-7bef-43eb-91f0-927336a1714f" providerId="ADAL" clId="{1C5A6487-D517-4F0B-ABAB-3A48CB6B746A}" dt="2022-10-31T12:03:39.344" v="487" actId="1035"/>
          <ac:cxnSpMkLst>
            <pc:docMk/>
            <pc:sldMk cId="1410991824" sldId="664"/>
            <ac:cxnSpMk id="120" creationId="{3A3CB4B2-57B3-4B76-B65F-E19530D7D788}"/>
          </ac:cxnSpMkLst>
        </pc:cxnChg>
        <pc:cxnChg chg="mod topLvl">
          <ac:chgData name="Macher, Andreas (DI FA CTR PLC PPM)" userId="f1dcac62-7bef-43eb-91f0-927336a1714f" providerId="ADAL" clId="{1C5A6487-D517-4F0B-ABAB-3A48CB6B746A}" dt="2022-10-31T12:03:39.344" v="487" actId="1035"/>
          <ac:cxnSpMkLst>
            <pc:docMk/>
            <pc:sldMk cId="1410991824" sldId="664"/>
            <ac:cxnSpMk id="121" creationId="{1DCB343F-E01D-4A44-8A63-6A6377F4674D}"/>
          </ac:cxnSpMkLst>
        </pc:cxnChg>
        <pc:cxnChg chg="mod topLvl">
          <ac:chgData name="Macher, Andreas (DI FA CTR PLC PPM)" userId="f1dcac62-7bef-43eb-91f0-927336a1714f" providerId="ADAL" clId="{1C5A6487-D517-4F0B-ABAB-3A48CB6B746A}" dt="2022-10-31T12:03:39.344" v="487" actId="1035"/>
          <ac:cxnSpMkLst>
            <pc:docMk/>
            <pc:sldMk cId="1410991824" sldId="664"/>
            <ac:cxnSpMk id="122" creationId="{F497D3D4-5917-47E2-B9E9-5E62152C8837}"/>
          </ac:cxnSpMkLst>
        </pc:cxnChg>
        <pc:cxnChg chg="mod topLvl">
          <ac:chgData name="Macher, Andreas (DI FA CTR PLC PPM)" userId="f1dcac62-7bef-43eb-91f0-927336a1714f" providerId="ADAL" clId="{1C5A6487-D517-4F0B-ABAB-3A48CB6B746A}" dt="2022-10-31T12:03:39.344" v="487" actId="1035"/>
          <ac:cxnSpMkLst>
            <pc:docMk/>
            <pc:sldMk cId="1410991824" sldId="664"/>
            <ac:cxnSpMk id="123" creationId="{2F34B469-D1BA-44B8-9556-ABF1FDD33795}"/>
          </ac:cxnSpMkLst>
        </pc:cxnChg>
        <pc:cxnChg chg="mod">
          <ac:chgData name="Macher, Andreas (DI FA CTR PLC PPM)" userId="f1dcac62-7bef-43eb-91f0-927336a1714f" providerId="ADAL" clId="{1C5A6487-D517-4F0B-ABAB-3A48CB6B746A}" dt="2022-10-31T12:03:39.344" v="487" actId="1035"/>
          <ac:cxnSpMkLst>
            <pc:docMk/>
            <pc:sldMk cId="1410991824" sldId="664"/>
            <ac:cxnSpMk id="165" creationId="{E73C731C-A4F4-4A16-90DE-67C5B7BEAC70}"/>
          </ac:cxnSpMkLst>
        </pc:cxnChg>
        <pc:cxnChg chg="mod">
          <ac:chgData name="Macher, Andreas (DI FA CTR PLC PPM)" userId="f1dcac62-7bef-43eb-91f0-927336a1714f" providerId="ADAL" clId="{1C5A6487-D517-4F0B-ABAB-3A48CB6B746A}" dt="2022-10-31T12:03:39.344" v="487" actId="1035"/>
          <ac:cxnSpMkLst>
            <pc:docMk/>
            <pc:sldMk cId="1410991824" sldId="664"/>
            <ac:cxnSpMk id="166" creationId="{ACA4FFA4-F1ED-46C1-8D13-A3D93C77D028}"/>
          </ac:cxnSpMkLst>
        </pc:cxnChg>
        <pc:cxnChg chg="del mod">
          <ac:chgData name="Macher, Andreas (DI FA CTR PLC PPM)" userId="f1dcac62-7bef-43eb-91f0-927336a1714f" providerId="ADAL" clId="{1C5A6487-D517-4F0B-ABAB-3A48CB6B746A}" dt="2022-10-31T12:00:23.377" v="394" actId="478"/>
          <ac:cxnSpMkLst>
            <pc:docMk/>
            <pc:sldMk cId="1410991824" sldId="664"/>
            <ac:cxnSpMk id="167" creationId="{FBE89DD7-FCF6-43F9-89C0-A062EF70C018}"/>
          </ac:cxnSpMkLst>
        </pc:cxnChg>
      </pc:sldChg>
      <pc:sldChg chg="del">
        <pc:chgData name="Macher, Andreas (DI FA CTR PLC PPM)" userId="f1dcac62-7bef-43eb-91f0-927336a1714f" providerId="ADAL" clId="{1C5A6487-D517-4F0B-ABAB-3A48CB6B746A}" dt="2022-10-31T15:45:22.184" v="2337" actId="47"/>
        <pc:sldMkLst>
          <pc:docMk/>
          <pc:sldMk cId="2795113522" sldId="686"/>
        </pc:sldMkLst>
      </pc:sldChg>
      <pc:sldChg chg="del">
        <pc:chgData name="Macher, Andreas (DI FA CTR PLC PPM)" userId="f1dcac62-7bef-43eb-91f0-927336a1714f" providerId="ADAL" clId="{1C5A6487-D517-4F0B-ABAB-3A48CB6B746A}" dt="2022-10-31T15:45:22.816" v="2338" actId="47"/>
        <pc:sldMkLst>
          <pc:docMk/>
          <pc:sldMk cId="2344237619" sldId="687"/>
        </pc:sldMkLst>
      </pc:sldChg>
      <pc:sldChg chg="del">
        <pc:chgData name="Macher, Andreas (DI FA CTR PLC PPM)" userId="f1dcac62-7bef-43eb-91f0-927336a1714f" providerId="ADAL" clId="{1C5A6487-D517-4F0B-ABAB-3A48CB6B746A}" dt="2022-10-31T15:45:21.584" v="2336" actId="47"/>
        <pc:sldMkLst>
          <pc:docMk/>
          <pc:sldMk cId="2763038369" sldId="688"/>
        </pc:sldMkLst>
      </pc:sldChg>
      <pc:sldChg chg="addSp delSp modSp mod">
        <pc:chgData name="Macher, Andreas (DI FA CTR PLC PPM)" userId="f1dcac62-7bef-43eb-91f0-927336a1714f" providerId="ADAL" clId="{1C5A6487-D517-4F0B-ABAB-3A48CB6B746A}" dt="2022-10-31T15:28:56.683" v="2290" actId="1076"/>
        <pc:sldMkLst>
          <pc:docMk/>
          <pc:sldMk cId="1719323245" sldId="2264"/>
        </pc:sldMkLst>
        <pc:picChg chg="add mod">
          <ac:chgData name="Macher, Andreas (DI FA CTR PLC PPM)" userId="f1dcac62-7bef-43eb-91f0-927336a1714f" providerId="ADAL" clId="{1C5A6487-D517-4F0B-ABAB-3A48CB6B746A}" dt="2022-10-31T15:28:56.683" v="2290" actId="1076"/>
          <ac:picMkLst>
            <pc:docMk/>
            <pc:sldMk cId="1719323245" sldId="2264"/>
            <ac:picMk id="17" creationId="{4F6D8511-D3C2-8A4E-46F1-0EB8732A2B9B}"/>
          </ac:picMkLst>
        </pc:picChg>
        <pc:picChg chg="del">
          <ac:chgData name="Macher, Andreas (DI FA CTR PLC PPM)" userId="f1dcac62-7bef-43eb-91f0-927336a1714f" providerId="ADAL" clId="{1C5A6487-D517-4F0B-ABAB-3A48CB6B746A}" dt="2022-10-31T15:28:52.871" v="2289" actId="478"/>
          <ac:picMkLst>
            <pc:docMk/>
            <pc:sldMk cId="1719323245" sldId="2264"/>
            <ac:picMk id="40" creationId="{D43953D9-C57F-4D6F-B319-EAA55855C648}"/>
          </ac:picMkLst>
        </pc:picChg>
      </pc:sldChg>
      <pc:sldChg chg="delSp mod">
        <pc:chgData name="Macher, Andreas (DI FA CTR PLC PPM)" userId="f1dcac62-7bef-43eb-91f0-927336a1714f" providerId="ADAL" clId="{1C5A6487-D517-4F0B-ABAB-3A48CB6B746A}" dt="2022-10-31T15:16:43.396" v="2164" actId="478"/>
        <pc:sldMkLst>
          <pc:docMk/>
          <pc:sldMk cId="2344732622" sldId="2284"/>
        </pc:sldMkLst>
        <pc:spChg chg="del">
          <ac:chgData name="Macher, Andreas (DI FA CTR PLC PPM)" userId="f1dcac62-7bef-43eb-91f0-927336a1714f" providerId="ADAL" clId="{1C5A6487-D517-4F0B-ABAB-3A48CB6B746A}" dt="2022-10-31T15:16:43.396" v="2164" actId="478"/>
          <ac:spMkLst>
            <pc:docMk/>
            <pc:sldMk cId="2344732622" sldId="2284"/>
            <ac:spMk id="76" creationId="{F520FC14-E4FE-418C-9C19-C0AC86E8B93F}"/>
          </ac:spMkLst>
        </pc:spChg>
      </pc:sldChg>
      <pc:sldChg chg="delSp mod">
        <pc:chgData name="Macher, Andreas (DI FA CTR PLC PPM)" userId="f1dcac62-7bef-43eb-91f0-927336a1714f" providerId="ADAL" clId="{1C5A6487-D517-4F0B-ABAB-3A48CB6B746A}" dt="2022-10-31T15:16:29.191" v="2163" actId="478"/>
        <pc:sldMkLst>
          <pc:docMk/>
          <pc:sldMk cId="630145559" sldId="2291"/>
        </pc:sldMkLst>
        <pc:spChg chg="del">
          <ac:chgData name="Macher, Andreas (DI FA CTR PLC PPM)" userId="f1dcac62-7bef-43eb-91f0-927336a1714f" providerId="ADAL" clId="{1C5A6487-D517-4F0B-ABAB-3A48CB6B746A}" dt="2022-10-31T15:16:29.191" v="2163" actId="478"/>
          <ac:spMkLst>
            <pc:docMk/>
            <pc:sldMk cId="630145559" sldId="2291"/>
            <ac:spMk id="10" creationId="{F628EA78-DC4F-4904-A5E7-94BBD529DF53}"/>
          </ac:spMkLst>
        </pc:spChg>
      </pc:sldChg>
      <pc:sldChg chg="delSp mod">
        <pc:chgData name="Macher, Andreas (DI FA CTR PLC PPM)" userId="f1dcac62-7bef-43eb-91f0-927336a1714f" providerId="ADAL" clId="{1C5A6487-D517-4F0B-ABAB-3A48CB6B746A}" dt="2022-10-31T15:50:47.942" v="2394" actId="478"/>
        <pc:sldMkLst>
          <pc:docMk/>
          <pc:sldMk cId="4271667069" sldId="2297"/>
        </pc:sldMkLst>
        <pc:spChg chg="del">
          <ac:chgData name="Macher, Andreas (DI FA CTR PLC PPM)" userId="f1dcac62-7bef-43eb-91f0-927336a1714f" providerId="ADAL" clId="{1C5A6487-D517-4F0B-ABAB-3A48CB6B746A}" dt="2022-10-31T15:50:47.942" v="2394" actId="478"/>
          <ac:spMkLst>
            <pc:docMk/>
            <pc:sldMk cId="4271667069" sldId="2297"/>
            <ac:spMk id="51" creationId="{188B27EE-A622-A935-C55E-E06AD0112D8F}"/>
          </ac:spMkLst>
        </pc:spChg>
      </pc:sldChg>
      <pc:sldChg chg="del">
        <pc:chgData name="Macher, Andreas (DI FA CTR PLC PPM)" userId="f1dcac62-7bef-43eb-91f0-927336a1714f" providerId="ADAL" clId="{1C5A6487-D517-4F0B-ABAB-3A48CB6B746A}" dt="2022-10-31T15:45:24.919" v="2339" actId="47"/>
        <pc:sldMkLst>
          <pc:docMk/>
          <pc:sldMk cId="533990801" sldId="9058"/>
        </pc:sldMkLst>
      </pc:sldChg>
      <pc:sldChg chg="delSp modSp mod">
        <pc:chgData name="Macher, Andreas (DI FA CTR PLC PPM)" userId="f1dcac62-7bef-43eb-91f0-927336a1714f" providerId="ADAL" clId="{1C5A6487-D517-4F0B-ABAB-3A48CB6B746A}" dt="2022-10-31T15:50:27.345" v="2393" actId="1076"/>
        <pc:sldMkLst>
          <pc:docMk/>
          <pc:sldMk cId="1501404703" sldId="9062"/>
        </pc:sldMkLst>
        <pc:spChg chg="mod">
          <ac:chgData name="Macher, Andreas (DI FA CTR PLC PPM)" userId="f1dcac62-7bef-43eb-91f0-927336a1714f" providerId="ADAL" clId="{1C5A6487-D517-4F0B-ABAB-3A48CB6B746A}" dt="2022-10-31T15:50:09.139" v="2387" actId="1076"/>
          <ac:spMkLst>
            <pc:docMk/>
            <pc:sldMk cId="1501404703" sldId="9062"/>
            <ac:spMk id="11" creationId="{422F3569-10A9-4B0E-B5AE-276F3D31E5E3}"/>
          </ac:spMkLst>
        </pc:spChg>
        <pc:spChg chg="mod">
          <ac:chgData name="Macher, Andreas (DI FA CTR PLC PPM)" userId="f1dcac62-7bef-43eb-91f0-927336a1714f" providerId="ADAL" clId="{1C5A6487-D517-4F0B-ABAB-3A48CB6B746A}" dt="2022-10-31T15:50:22.529" v="2392" actId="20577"/>
          <ac:spMkLst>
            <pc:docMk/>
            <pc:sldMk cId="1501404703" sldId="9062"/>
            <ac:spMk id="17" creationId="{2A7984D7-1C5A-4430-B3FE-535590FFA3BC}"/>
          </ac:spMkLst>
        </pc:spChg>
        <pc:spChg chg="del">
          <ac:chgData name="Macher, Andreas (DI FA CTR PLC PPM)" userId="f1dcac62-7bef-43eb-91f0-927336a1714f" providerId="ADAL" clId="{1C5A6487-D517-4F0B-ABAB-3A48CB6B746A}" dt="2022-10-31T15:45:50.661" v="2342" actId="478"/>
          <ac:spMkLst>
            <pc:docMk/>
            <pc:sldMk cId="1501404703" sldId="9062"/>
            <ac:spMk id="60" creationId="{C3EFA2AC-D21A-E484-DB44-9EE1A2B76E59}"/>
          </ac:spMkLst>
        </pc:spChg>
        <pc:grpChg chg="mod">
          <ac:chgData name="Macher, Andreas (DI FA CTR PLC PPM)" userId="f1dcac62-7bef-43eb-91f0-927336a1714f" providerId="ADAL" clId="{1C5A6487-D517-4F0B-ABAB-3A48CB6B746A}" dt="2022-10-31T15:50:27.345" v="2393" actId="1076"/>
          <ac:grpSpMkLst>
            <pc:docMk/>
            <pc:sldMk cId="1501404703" sldId="9062"/>
            <ac:grpSpMk id="15" creationId="{86E1F3CB-8AE4-4EC2-BD4F-D16966E73897}"/>
          </ac:grpSpMkLst>
        </pc:grpChg>
        <pc:graphicFrameChg chg="modGraphic">
          <ac:chgData name="Macher, Andreas (DI FA CTR PLC PPM)" userId="f1dcac62-7bef-43eb-91f0-927336a1714f" providerId="ADAL" clId="{1C5A6487-D517-4F0B-ABAB-3A48CB6B746A}" dt="2022-10-31T15:50:02.558" v="2385" actId="20577"/>
          <ac:graphicFrameMkLst>
            <pc:docMk/>
            <pc:sldMk cId="1501404703" sldId="9062"/>
            <ac:graphicFrameMk id="3" creationId="{83276DA6-0006-416E-809E-193192D181EE}"/>
          </ac:graphicFrameMkLst>
        </pc:graphicFrameChg>
      </pc:sldChg>
      <pc:sldChg chg="del">
        <pc:chgData name="Macher, Andreas (DI FA CTR PLC PPM)" userId="f1dcac62-7bef-43eb-91f0-927336a1714f" providerId="ADAL" clId="{1C5A6487-D517-4F0B-ABAB-3A48CB6B746A}" dt="2022-10-31T15:45:20.782" v="2335" actId="47"/>
        <pc:sldMkLst>
          <pc:docMk/>
          <pc:sldMk cId="770987840" sldId="9074"/>
        </pc:sldMkLst>
      </pc:sldChg>
      <pc:sldChg chg="addSp delSp modSp mod">
        <pc:chgData name="Macher, Andreas (DI FA CTR PLC PPM)" userId="f1dcac62-7bef-43eb-91f0-927336a1714f" providerId="ADAL" clId="{1C5A6487-D517-4F0B-ABAB-3A48CB6B746A}" dt="2022-10-31T15:31:07.559" v="2329" actId="1076"/>
        <pc:sldMkLst>
          <pc:docMk/>
          <pc:sldMk cId="1689199822" sldId="9093"/>
        </pc:sldMkLst>
        <pc:spChg chg="add mod">
          <ac:chgData name="Macher, Andreas (DI FA CTR PLC PPM)" userId="f1dcac62-7bef-43eb-91f0-927336a1714f" providerId="ADAL" clId="{1C5A6487-D517-4F0B-ABAB-3A48CB6B746A}" dt="2022-10-31T15:31:07.559" v="2329" actId="1076"/>
          <ac:spMkLst>
            <pc:docMk/>
            <pc:sldMk cId="1689199822" sldId="9093"/>
            <ac:spMk id="3" creationId="{38F857CC-1923-C4FB-B71F-36BD4662A47F}"/>
          </ac:spMkLst>
        </pc:spChg>
        <pc:spChg chg="mod">
          <ac:chgData name="Macher, Andreas (DI FA CTR PLC PPM)" userId="f1dcac62-7bef-43eb-91f0-927336a1714f" providerId="ADAL" clId="{1C5A6487-D517-4F0B-ABAB-3A48CB6B746A}" dt="2022-10-31T15:30:21.611" v="2322" actId="6549"/>
          <ac:spMkLst>
            <pc:docMk/>
            <pc:sldMk cId="1689199822" sldId="9093"/>
            <ac:spMk id="52" creationId="{6E7C709C-077B-4D95-87E1-272F4846DB0E}"/>
          </ac:spMkLst>
        </pc:spChg>
        <pc:spChg chg="del">
          <ac:chgData name="Macher, Andreas (DI FA CTR PLC PPM)" userId="f1dcac62-7bef-43eb-91f0-927336a1714f" providerId="ADAL" clId="{1C5A6487-D517-4F0B-ABAB-3A48CB6B746A}" dt="2022-10-31T15:31:03.911" v="2327" actId="478"/>
          <ac:spMkLst>
            <pc:docMk/>
            <pc:sldMk cId="1689199822" sldId="9093"/>
            <ac:spMk id="115" creationId="{00000000-0000-0000-0000-000000000000}"/>
          </ac:spMkLst>
        </pc:spChg>
      </pc:sldChg>
      <pc:sldChg chg="addSp delSp modSp mod">
        <pc:chgData name="Macher, Andreas (DI FA CTR PLC PPM)" userId="f1dcac62-7bef-43eb-91f0-927336a1714f" providerId="ADAL" clId="{1C5A6487-D517-4F0B-ABAB-3A48CB6B746A}" dt="2022-10-31T15:31:42.584" v="2331"/>
        <pc:sldMkLst>
          <pc:docMk/>
          <pc:sldMk cId="561793657" sldId="9094"/>
        </pc:sldMkLst>
        <pc:spChg chg="add mod">
          <ac:chgData name="Macher, Andreas (DI FA CTR PLC PPM)" userId="f1dcac62-7bef-43eb-91f0-927336a1714f" providerId="ADAL" clId="{1C5A6487-D517-4F0B-ABAB-3A48CB6B746A}" dt="2022-10-31T15:31:42.584" v="2331"/>
          <ac:spMkLst>
            <pc:docMk/>
            <pc:sldMk cId="561793657" sldId="9094"/>
            <ac:spMk id="3" creationId="{AD9C517E-B42B-2998-1D42-0CB1E3F92C0D}"/>
          </ac:spMkLst>
        </pc:spChg>
        <pc:spChg chg="mod">
          <ac:chgData name="Macher, Andreas (DI FA CTR PLC PPM)" userId="f1dcac62-7bef-43eb-91f0-927336a1714f" providerId="ADAL" clId="{1C5A6487-D517-4F0B-ABAB-3A48CB6B746A}" dt="2022-10-31T15:30:14.308" v="2319" actId="20577"/>
          <ac:spMkLst>
            <pc:docMk/>
            <pc:sldMk cId="561793657" sldId="9094"/>
            <ac:spMk id="52" creationId="{6E7C709C-077B-4D95-87E1-272F4846DB0E}"/>
          </ac:spMkLst>
        </pc:spChg>
        <pc:spChg chg="del">
          <ac:chgData name="Macher, Andreas (DI FA CTR PLC PPM)" userId="f1dcac62-7bef-43eb-91f0-927336a1714f" providerId="ADAL" clId="{1C5A6487-D517-4F0B-ABAB-3A48CB6B746A}" dt="2022-10-31T15:31:42.336" v="2330" actId="478"/>
          <ac:spMkLst>
            <pc:docMk/>
            <pc:sldMk cId="561793657" sldId="9094"/>
            <ac:spMk id="115" creationId="{00000000-0000-0000-0000-000000000000}"/>
          </ac:spMkLst>
        </pc:spChg>
      </pc:sldChg>
      <pc:sldChg chg="addSp delSp modSp mod">
        <pc:chgData name="Macher, Andreas (DI FA CTR PLC PPM)" userId="f1dcac62-7bef-43eb-91f0-927336a1714f" providerId="ADAL" clId="{1C5A6487-D517-4F0B-ABAB-3A48CB6B746A}" dt="2022-10-31T15:32:07.205" v="2334" actId="6549"/>
        <pc:sldMkLst>
          <pc:docMk/>
          <pc:sldMk cId="2355069529" sldId="9095"/>
        </pc:sldMkLst>
        <pc:spChg chg="add mod">
          <ac:chgData name="Macher, Andreas (DI FA CTR PLC PPM)" userId="f1dcac62-7bef-43eb-91f0-927336a1714f" providerId="ADAL" clId="{1C5A6487-D517-4F0B-ABAB-3A48CB6B746A}" dt="2022-10-31T15:30:59.785" v="2326"/>
          <ac:spMkLst>
            <pc:docMk/>
            <pc:sldMk cId="2355069529" sldId="9095"/>
            <ac:spMk id="3" creationId="{5B325EF6-FD62-0E76-154C-E833DA151095}"/>
          </ac:spMkLst>
        </pc:spChg>
        <pc:spChg chg="mod">
          <ac:chgData name="Macher, Andreas (DI FA CTR PLC PPM)" userId="f1dcac62-7bef-43eb-91f0-927336a1714f" providerId="ADAL" clId="{1C5A6487-D517-4F0B-ABAB-3A48CB6B746A}" dt="2022-10-31T15:32:07.205" v="2334" actId="6549"/>
          <ac:spMkLst>
            <pc:docMk/>
            <pc:sldMk cId="2355069529" sldId="9095"/>
            <ac:spMk id="52" creationId="{6E7C709C-077B-4D95-87E1-272F4846DB0E}"/>
          </ac:spMkLst>
        </pc:spChg>
        <pc:spChg chg="del mod">
          <ac:chgData name="Macher, Andreas (DI FA CTR PLC PPM)" userId="f1dcac62-7bef-43eb-91f0-927336a1714f" providerId="ADAL" clId="{1C5A6487-D517-4F0B-ABAB-3A48CB6B746A}" dt="2022-10-31T15:30:54.513" v="2325" actId="478"/>
          <ac:spMkLst>
            <pc:docMk/>
            <pc:sldMk cId="2355069529" sldId="9095"/>
            <ac:spMk id="114" creationId="{E0DAE129-A516-46F2-B746-C05A9C2988BB}"/>
          </ac:spMkLst>
        </pc:spChg>
      </pc:sldChg>
      <pc:sldChg chg="addSp delSp modSp mod">
        <pc:chgData name="Macher, Andreas (DI FA CTR PLC PPM)" userId="f1dcac62-7bef-43eb-91f0-927336a1714f" providerId="ADAL" clId="{1C5A6487-D517-4F0B-ABAB-3A48CB6B746A}" dt="2022-10-31T16:06:09.018" v="2608" actId="1076"/>
        <pc:sldMkLst>
          <pc:docMk/>
          <pc:sldMk cId="2298461894" sldId="9097"/>
        </pc:sldMkLst>
        <pc:spChg chg="mod">
          <ac:chgData name="Macher, Andreas (DI FA CTR PLC PPM)" userId="f1dcac62-7bef-43eb-91f0-927336a1714f" providerId="ADAL" clId="{1C5A6487-D517-4F0B-ABAB-3A48CB6B746A}" dt="2022-10-31T15:57:30.405" v="2512"/>
          <ac:spMkLst>
            <pc:docMk/>
            <pc:sldMk cId="2298461894" sldId="9097"/>
            <ac:spMk id="23" creationId="{6F3DF4B6-5C63-3192-497E-D73096DA41A2}"/>
          </ac:spMkLst>
        </pc:spChg>
        <pc:spChg chg="mod">
          <ac:chgData name="Macher, Andreas (DI FA CTR PLC PPM)" userId="f1dcac62-7bef-43eb-91f0-927336a1714f" providerId="ADAL" clId="{1C5A6487-D517-4F0B-ABAB-3A48CB6B746A}" dt="2022-10-31T15:57:30.405" v="2512"/>
          <ac:spMkLst>
            <pc:docMk/>
            <pc:sldMk cId="2298461894" sldId="9097"/>
            <ac:spMk id="24" creationId="{A59A881B-4C82-7060-4F9F-9B1BD489295C}"/>
          </ac:spMkLst>
        </pc:spChg>
        <pc:spChg chg="mod">
          <ac:chgData name="Macher, Andreas (DI FA CTR PLC PPM)" userId="f1dcac62-7bef-43eb-91f0-927336a1714f" providerId="ADAL" clId="{1C5A6487-D517-4F0B-ABAB-3A48CB6B746A}" dt="2022-10-31T15:57:36.733" v="2514"/>
          <ac:spMkLst>
            <pc:docMk/>
            <pc:sldMk cId="2298461894" sldId="9097"/>
            <ac:spMk id="26" creationId="{41C2C0A4-BF90-73A8-0F09-69D9A0986341}"/>
          </ac:spMkLst>
        </pc:spChg>
        <pc:spChg chg="mod">
          <ac:chgData name="Macher, Andreas (DI FA CTR PLC PPM)" userId="f1dcac62-7bef-43eb-91f0-927336a1714f" providerId="ADAL" clId="{1C5A6487-D517-4F0B-ABAB-3A48CB6B746A}" dt="2022-10-31T15:57:36.733" v="2514"/>
          <ac:spMkLst>
            <pc:docMk/>
            <pc:sldMk cId="2298461894" sldId="9097"/>
            <ac:spMk id="29" creationId="{6F2803D0-A908-9BDC-CB95-A8887A98D52B}"/>
          </ac:spMkLst>
        </pc:spChg>
        <pc:spChg chg="mod">
          <ac:chgData name="Macher, Andreas (DI FA CTR PLC PPM)" userId="f1dcac62-7bef-43eb-91f0-927336a1714f" providerId="ADAL" clId="{1C5A6487-D517-4F0B-ABAB-3A48CB6B746A}" dt="2022-10-31T15:59:43.621" v="2535"/>
          <ac:spMkLst>
            <pc:docMk/>
            <pc:sldMk cId="2298461894" sldId="9097"/>
            <ac:spMk id="31" creationId="{A06B0756-AEDA-EAFE-824D-917D330C828C}"/>
          </ac:spMkLst>
        </pc:spChg>
        <pc:spChg chg="mod">
          <ac:chgData name="Macher, Andreas (DI FA CTR PLC PPM)" userId="f1dcac62-7bef-43eb-91f0-927336a1714f" providerId="ADAL" clId="{1C5A6487-D517-4F0B-ABAB-3A48CB6B746A}" dt="2022-10-31T16:00:00.919" v="2540" actId="1076"/>
          <ac:spMkLst>
            <pc:docMk/>
            <pc:sldMk cId="2298461894" sldId="9097"/>
            <ac:spMk id="256" creationId="{E3ED0059-7CFD-F540-63C5-2FBF5A2DBB74}"/>
          </ac:spMkLst>
        </pc:spChg>
        <pc:spChg chg="mod">
          <ac:chgData name="Macher, Andreas (DI FA CTR PLC PPM)" userId="f1dcac62-7bef-43eb-91f0-927336a1714f" providerId="ADAL" clId="{1C5A6487-D517-4F0B-ABAB-3A48CB6B746A}" dt="2022-10-31T15:59:43.621" v="2535"/>
          <ac:spMkLst>
            <pc:docMk/>
            <pc:sldMk cId="2298461894" sldId="9097"/>
            <ac:spMk id="260" creationId="{37366917-3054-836B-4444-BDD5B2F133E6}"/>
          </ac:spMkLst>
        </pc:spChg>
        <pc:spChg chg="mod">
          <ac:chgData name="Macher, Andreas (DI FA CTR PLC PPM)" userId="f1dcac62-7bef-43eb-91f0-927336a1714f" providerId="ADAL" clId="{1C5A6487-D517-4F0B-ABAB-3A48CB6B746A}" dt="2022-10-31T15:59:43.621" v="2535"/>
          <ac:spMkLst>
            <pc:docMk/>
            <pc:sldMk cId="2298461894" sldId="9097"/>
            <ac:spMk id="264" creationId="{309EB32B-3D43-80B8-49D9-B61D6223BE93}"/>
          </ac:spMkLst>
        </pc:spChg>
        <pc:spChg chg="mod">
          <ac:chgData name="Macher, Andreas (DI FA CTR PLC PPM)" userId="f1dcac62-7bef-43eb-91f0-927336a1714f" providerId="ADAL" clId="{1C5A6487-D517-4F0B-ABAB-3A48CB6B746A}" dt="2022-10-31T16:00:17.017" v="2543"/>
          <ac:spMkLst>
            <pc:docMk/>
            <pc:sldMk cId="2298461894" sldId="9097"/>
            <ac:spMk id="276" creationId="{2643D492-0FB7-C17C-6A75-21B5566A0B6B}"/>
          </ac:spMkLst>
        </pc:spChg>
        <pc:spChg chg="mod">
          <ac:chgData name="Macher, Andreas (DI FA CTR PLC PPM)" userId="f1dcac62-7bef-43eb-91f0-927336a1714f" providerId="ADAL" clId="{1C5A6487-D517-4F0B-ABAB-3A48CB6B746A}" dt="2022-10-31T16:00:17.017" v="2543"/>
          <ac:spMkLst>
            <pc:docMk/>
            <pc:sldMk cId="2298461894" sldId="9097"/>
            <ac:spMk id="287" creationId="{777E5052-944C-FFC5-EF4C-F08BBCB1351C}"/>
          </ac:spMkLst>
        </pc:spChg>
        <pc:spChg chg="mod">
          <ac:chgData name="Macher, Andreas (DI FA CTR PLC PPM)" userId="f1dcac62-7bef-43eb-91f0-927336a1714f" providerId="ADAL" clId="{1C5A6487-D517-4F0B-ABAB-3A48CB6B746A}" dt="2022-10-31T16:06:00.963" v="2607"/>
          <ac:spMkLst>
            <pc:docMk/>
            <pc:sldMk cId="2298461894" sldId="9097"/>
            <ac:spMk id="289" creationId="{EA11B208-F859-93E2-B7DF-D95053AB8F5E}"/>
          </ac:spMkLst>
        </pc:spChg>
        <pc:spChg chg="mod">
          <ac:chgData name="Macher, Andreas (DI FA CTR PLC PPM)" userId="f1dcac62-7bef-43eb-91f0-927336a1714f" providerId="ADAL" clId="{1C5A6487-D517-4F0B-ABAB-3A48CB6B746A}" dt="2022-10-31T16:06:00.963" v="2607"/>
          <ac:spMkLst>
            <pc:docMk/>
            <pc:sldMk cId="2298461894" sldId="9097"/>
            <ac:spMk id="290" creationId="{63A751A0-35A7-BD64-0E04-A2B14766CC9A}"/>
          </ac:spMkLst>
        </pc:spChg>
        <pc:spChg chg="mod">
          <ac:chgData name="Macher, Andreas (DI FA CTR PLC PPM)" userId="f1dcac62-7bef-43eb-91f0-927336a1714f" providerId="ADAL" clId="{1C5A6487-D517-4F0B-ABAB-3A48CB6B746A}" dt="2022-10-31T12:35:51.926" v="797" actId="108"/>
          <ac:spMkLst>
            <pc:docMk/>
            <pc:sldMk cId="2298461894" sldId="9097"/>
            <ac:spMk id="390" creationId="{D5A49815-7B4B-7D0A-59DE-CFA34A972FD2}"/>
          </ac:spMkLst>
        </pc:spChg>
        <pc:grpChg chg="add del mod">
          <ac:chgData name="Macher, Andreas (DI FA CTR PLC PPM)" userId="f1dcac62-7bef-43eb-91f0-927336a1714f" providerId="ADAL" clId="{1C5A6487-D517-4F0B-ABAB-3A48CB6B746A}" dt="2022-10-31T16:00:16.401" v="2542" actId="478"/>
          <ac:grpSpMkLst>
            <pc:docMk/>
            <pc:sldMk cId="2298461894" sldId="9097"/>
            <ac:grpSpMk id="22" creationId="{672E5BB7-1CC5-3648-6BE8-25019DE7ED91}"/>
          </ac:grpSpMkLst>
        </pc:grpChg>
        <pc:grpChg chg="add del mod">
          <ac:chgData name="Macher, Andreas (DI FA CTR PLC PPM)" userId="f1dcac62-7bef-43eb-91f0-927336a1714f" providerId="ADAL" clId="{1C5A6487-D517-4F0B-ABAB-3A48CB6B746A}" dt="2022-10-31T15:59:43.039" v="2534" actId="478"/>
          <ac:grpSpMkLst>
            <pc:docMk/>
            <pc:sldMk cId="2298461894" sldId="9097"/>
            <ac:grpSpMk id="25" creationId="{C93672EA-7C68-DD7E-67F4-77ABFC407719}"/>
          </ac:grpSpMkLst>
        </pc:grpChg>
        <pc:grpChg chg="add mod">
          <ac:chgData name="Macher, Andreas (DI FA CTR PLC PPM)" userId="f1dcac62-7bef-43eb-91f0-927336a1714f" providerId="ADAL" clId="{1C5A6487-D517-4F0B-ABAB-3A48CB6B746A}" dt="2022-10-31T16:00:12.492" v="2541" actId="1076"/>
          <ac:grpSpMkLst>
            <pc:docMk/>
            <pc:sldMk cId="2298461894" sldId="9097"/>
            <ac:grpSpMk id="30" creationId="{F12504E1-0286-6E10-C0E1-BCAC87BBBB45}"/>
          </ac:grpSpMkLst>
        </pc:grpChg>
        <pc:grpChg chg="add del mod">
          <ac:chgData name="Macher, Andreas (DI FA CTR PLC PPM)" userId="f1dcac62-7bef-43eb-91f0-927336a1714f" providerId="ADAL" clId="{1C5A6487-D517-4F0B-ABAB-3A48CB6B746A}" dt="2022-10-31T15:59:49.853" v="2536" actId="478"/>
          <ac:grpSpMkLst>
            <pc:docMk/>
            <pc:sldMk cId="2298461894" sldId="9097"/>
            <ac:grpSpMk id="257" creationId="{D4239F69-CD86-91D8-999C-A33710F8D6FE}"/>
          </ac:grpSpMkLst>
        </pc:grpChg>
        <pc:grpChg chg="add mod">
          <ac:chgData name="Macher, Andreas (DI FA CTR PLC PPM)" userId="f1dcac62-7bef-43eb-91f0-927336a1714f" providerId="ADAL" clId="{1C5A6487-D517-4F0B-ABAB-3A48CB6B746A}" dt="2022-10-31T16:00:20.349" v="2544" actId="1076"/>
          <ac:grpSpMkLst>
            <pc:docMk/>
            <pc:sldMk cId="2298461894" sldId="9097"/>
            <ac:grpSpMk id="269" creationId="{38ED6628-60F5-32F0-4D1B-A636B6B235A6}"/>
          </ac:grpSpMkLst>
        </pc:grpChg>
        <pc:grpChg chg="add mod">
          <ac:chgData name="Macher, Andreas (DI FA CTR PLC PPM)" userId="f1dcac62-7bef-43eb-91f0-927336a1714f" providerId="ADAL" clId="{1C5A6487-D517-4F0B-ABAB-3A48CB6B746A}" dt="2022-10-31T16:06:09.018" v="2608" actId="1076"/>
          <ac:grpSpMkLst>
            <pc:docMk/>
            <pc:sldMk cId="2298461894" sldId="9097"/>
            <ac:grpSpMk id="288" creationId="{E4318332-8030-DC06-0C6F-D9FD2D667141}"/>
          </ac:grpSpMkLst>
        </pc:grpChg>
      </pc:sldChg>
      <pc:sldChg chg="delSp mod">
        <pc:chgData name="Macher, Andreas (DI FA CTR PLC PPM)" userId="f1dcac62-7bef-43eb-91f0-927336a1714f" providerId="ADAL" clId="{1C5A6487-D517-4F0B-ABAB-3A48CB6B746A}" dt="2022-10-31T15:45:54.148" v="2343" actId="478"/>
        <pc:sldMkLst>
          <pc:docMk/>
          <pc:sldMk cId="237798392" sldId="9111"/>
        </pc:sldMkLst>
        <pc:spChg chg="del">
          <ac:chgData name="Macher, Andreas (DI FA CTR PLC PPM)" userId="f1dcac62-7bef-43eb-91f0-927336a1714f" providerId="ADAL" clId="{1C5A6487-D517-4F0B-ABAB-3A48CB6B746A}" dt="2022-10-31T15:45:54.148" v="2343" actId="478"/>
          <ac:spMkLst>
            <pc:docMk/>
            <pc:sldMk cId="237798392" sldId="9111"/>
            <ac:spMk id="96" creationId="{2FCBA094-6B87-5E94-6987-98F6642AAE42}"/>
          </ac:spMkLst>
        </pc:spChg>
      </pc:sldChg>
      <pc:sldChg chg="delSp mod">
        <pc:chgData name="Macher, Andreas (DI FA CTR PLC PPM)" userId="f1dcac62-7bef-43eb-91f0-927336a1714f" providerId="ADAL" clId="{1C5A6487-D517-4F0B-ABAB-3A48CB6B746A}" dt="2022-10-31T15:45:59.498" v="2344" actId="478"/>
        <pc:sldMkLst>
          <pc:docMk/>
          <pc:sldMk cId="1763449856" sldId="9112"/>
        </pc:sldMkLst>
        <pc:spChg chg="del">
          <ac:chgData name="Macher, Andreas (DI FA CTR PLC PPM)" userId="f1dcac62-7bef-43eb-91f0-927336a1714f" providerId="ADAL" clId="{1C5A6487-D517-4F0B-ABAB-3A48CB6B746A}" dt="2022-10-31T15:45:59.498" v="2344" actId="478"/>
          <ac:spMkLst>
            <pc:docMk/>
            <pc:sldMk cId="1763449856" sldId="9112"/>
            <ac:spMk id="21" creationId="{2F2724E4-A264-84AD-AD52-7BD1E9C4CE31}"/>
          </ac:spMkLst>
        </pc:spChg>
      </pc:sldChg>
      <pc:sldChg chg="modSp mod">
        <pc:chgData name="Macher, Andreas (DI FA CTR PLC PPM)" userId="f1dcac62-7bef-43eb-91f0-927336a1714f" providerId="ADAL" clId="{1C5A6487-D517-4F0B-ABAB-3A48CB6B746A}" dt="2022-10-31T16:15:21.121" v="3142" actId="313"/>
        <pc:sldMkLst>
          <pc:docMk/>
          <pc:sldMk cId="3876607279" sldId="9113"/>
        </pc:sldMkLst>
        <pc:graphicFrameChg chg="mod modGraphic">
          <ac:chgData name="Macher, Andreas (DI FA CTR PLC PPM)" userId="f1dcac62-7bef-43eb-91f0-927336a1714f" providerId="ADAL" clId="{1C5A6487-D517-4F0B-ABAB-3A48CB6B746A}" dt="2022-10-31T16:15:21.121" v="3142" actId="313"/>
          <ac:graphicFrameMkLst>
            <pc:docMk/>
            <pc:sldMk cId="3876607279" sldId="9113"/>
            <ac:graphicFrameMk id="5" creationId="{00000000-0000-0000-0000-000000000000}"/>
          </ac:graphicFrameMkLst>
        </pc:graphicFrameChg>
        <pc:graphicFrameChg chg="modGraphic">
          <ac:chgData name="Macher, Andreas (DI FA CTR PLC PPM)" userId="f1dcac62-7bef-43eb-91f0-927336a1714f" providerId="ADAL" clId="{1C5A6487-D517-4F0B-ABAB-3A48CB6B746A}" dt="2022-09-05T11:24:38.093" v="55" actId="20577"/>
          <ac:graphicFrameMkLst>
            <pc:docMk/>
            <pc:sldMk cId="3876607279" sldId="9113"/>
            <ac:graphicFrameMk id="9" creationId="{00000000-0000-0000-0000-000000000000}"/>
          </ac:graphicFrameMkLst>
        </pc:graphicFrameChg>
      </pc:sldChg>
      <pc:sldChg chg="delSp mod">
        <pc:chgData name="Macher, Andreas (DI FA CTR PLC PPM)" userId="f1dcac62-7bef-43eb-91f0-927336a1714f" providerId="ADAL" clId="{1C5A6487-D517-4F0B-ABAB-3A48CB6B746A}" dt="2022-10-31T15:22:24.214" v="2286" actId="478"/>
        <pc:sldMkLst>
          <pc:docMk/>
          <pc:sldMk cId="3438213007" sldId="9120"/>
        </pc:sldMkLst>
        <pc:picChg chg="del">
          <ac:chgData name="Macher, Andreas (DI FA CTR PLC PPM)" userId="f1dcac62-7bef-43eb-91f0-927336a1714f" providerId="ADAL" clId="{1C5A6487-D517-4F0B-ABAB-3A48CB6B746A}" dt="2022-10-31T15:22:24.214" v="2286" actId="478"/>
          <ac:picMkLst>
            <pc:docMk/>
            <pc:sldMk cId="3438213007" sldId="9120"/>
            <ac:picMk id="19" creationId="{ACAF956B-2F42-4657-8D5A-8CF3AB9BA88B}"/>
          </ac:picMkLst>
        </pc:picChg>
      </pc:sldChg>
      <pc:sldChg chg="modSp mod">
        <pc:chgData name="Macher, Andreas (DI FA CTR PLC PPM)" userId="f1dcac62-7bef-43eb-91f0-927336a1714f" providerId="ADAL" clId="{1C5A6487-D517-4F0B-ABAB-3A48CB6B746A}" dt="2022-10-31T15:45:34.582" v="2340" actId="6549"/>
        <pc:sldMkLst>
          <pc:docMk/>
          <pc:sldMk cId="1588417255" sldId="9122"/>
        </pc:sldMkLst>
        <pc:spChg chg="mod">
          <ac:chgData name="Macher, Andreas (DI FA CTR PLC PPM)" userId="f1dcac62-7bef-43eb-91f0-927336a1714f" providerId="ADAL" clId="{1C5A6487-D517-4F0B-ABAB-3A48CB6B746A}" dt="2022-10-31T15:45:34.582" v="2340" actId="6549"/>
          <ac:spMkLst>
            <pc:docMk/>
            <pc:sldMk cId="1588417255" sldId="9122"/>
            <ac:spMk id="6" creationId="{6A170028-9FA8-4B43-9B25-027AA705A688}"/>
          </ac:spMkLst>
        </pc:spChg>
      </pc:sldChg>
      <pc:sldChg chg="addSp delSp modSp mod">
        <pc:chgData name="Macher, Andreas (DI FA CTR PLC PPM)" userId="f1dcac62-7bef-43eb-91f0-927336a1714f" providerId="ADAL" clId="{1C5A6487-D517-4F0B-ABAB-3A48CB6B746A}" dt="2022-10-31T15:20:56.629" v="2284" actId="1076"/>
        <pc:sldMkLst>
          <pc:docMk/>
          <pc:sldMk cId="3634715590" sldId="9124"/>
        </pc:sldMkLst>
        <pc:spChg chg="add mod">
          <ac:chgData name="Macher, Andreas (DI FA CTR PLC PPM)" userId="f1dcac62-7bef-43eb-91f0-927336a1714f" providerId="ADAL" clId="{1C5A6487-D517-4F0B-ABAB-3A48CB6B746A}" dt="2022-10-31T15:20:56.629" v="2284" actId="1076"/>
          <ac:spMkLst>
            <pc:docMk/>
            <pc:sldMk cId="3634715590" sldId="9124"/>
            <ac:spMk id="6" creationId="{40EDC261-67CE-02B6-28D5-B0E8429993A1}"/>
          </ac:spMkLst>
        </pc:spChg>
        <pc:spChg chg="mod">
          <ac:chgData name="Macher, Andreas (DI FA CTR PLC PPM)" userId="f1dcac62-7bef-43eb-91f0-927336a1714f" providerId="ADAL" clId="{1C5A6487-D517-4F0B-ABAB-3A48CB6B746A}" dt="2022-10-31T15:18:07.325" v="2169" actId="947"/>
          <ac:spMkLst>
            <pc:docMk/>
            <pc:sldMk cId="3634715590" sldId="9124"/>
            <ac:spMk id="55" creationId="{E99A2151-C3ED-4216-84B9-7093216A3922}"/>
          </ac:spMkLst>
        </pc:spChg>
        <pc:picChg chg="del">
          <ac:chgData name="Macher, Andreas (DI FA CTR PLC PPM)" userId="f1dcac62-7bef-43eb-91f0-927336a1714f" providerId="ADAL" clId="{1C5A6487-D517-4F0B-ABAB-3A48CB6B746A}" dt="2022-10-31T15:17:35.936" v="2165" actId="478"/>
          <ac:picMkLst>
            <pc:docMk/>
            <pc:sldMk cId="3634715590" sldId="9124"/>
            <ac:picMk id="7" creationId="{9697ED0D-3DEC-49AA-B4E1-6175583EA7A5}"/>
          </ac:picMkLst>
        </pc:picChg>
      </pc:sldChg>
      <pc:sldChg chg="addSp delSp modSp mod">
        <pc:chgData name="Macher, Andreas (DI FA CTR PLC PPM)" userId="f1dcac62-7bef-43eb-91f0-927336a1714f" providerId="ADAL" clId="{1C5A6487-D517-4F0B-ABAB-3A48CB6B746A}" dt="2022-10-31T15:29:16.670" v="2293" actId="478"/>
        <pc:sldMkLst>
          <pc:docMk/>
          <pc:sldMk cId="3453994472" sldId="9126"/>
        </pc:sldMkLst>
        <pc:picChg chg="add del mod">
          <ac:chgData name="Macher, Andreas (DI FA CTR PLC PPM)" userId="f1dcac62-7bef-43eb-91f0-927336a1714f" providerId="ADAL" clId="{1C5A6487-D517-4F0B-ABAB-3A48CB6B746A}" dt="2022-10-31T15:29:16.670" v="2293" actId="478"/>
          <ac:picMkLst>
            <pc:docMk/>
            <pc:sldMk cId="3453994472" sldId="9126"/>
            <ac:picMk id="2" creationId="{C84CBCBB-A3C6-C4EB-BD06-477F096BA162}"/>
          </ac:picMkLst>
        </pc:picChg>
        <pc:picChg chg="del">
          <ac:chgData name="Macher, Andreas (DI FA CTR PLC PPM)" userId="f1dcac62-7bef-43eb-91f0-927336a1714f" providerId="ADAL" clId="{1C5A6487-D517-4F0B-ABAB-3A48CB6B746A}" dt="2022-10-31T15:21:04.144" v="2285" actId="478"/>
          <ac:picMkLst>
            <pc:docMk/>
            <pc:sldMk cId="3453994472" sldId="9126"/>
            <ac:picMk id="73" creationId="{38AE55E8-1F39-4456-9E8C-E5B5EC9498B1}"/>
          </ac:picMkLst>
        </pc:picChg>
      </pc:sldChg>
      <pc:sldChg chg="delSp mod">
        <pc:chgData name="Macher, Andreas (DI FA CTR PLC PPM)" userId="f1dcac62-7bef-43eb-91f0-927336a1714f" providerId="ADAL" clId="{1C5A6487-D517-4F0B-ABAB-3A48CB6B746A}" dt="2022-10-31T15:45:47.626" v="2341" actId="478"/>
        <pc:sldMkLst>
          <pc:docMk/>
          <pc:sldMk cId="296634150" sldId="9779"/>
        </pc:sldMkLst>
        <pc:spChg chg="del">
          <ac:chgData name="Macher, Andreas (DI FA CTR PLC PPM)" userId="f1dcac62-7bef-43eb-91f0-927336a1714f" providerId="ADAL" clId="{1C5A6487-D517-4F0B-ABAB-3A48CB6B746A}" dt="2022-10-31T15:45:47.626" v="2341" actId="478"/>
          <ac:spMkLst>
            <pc:docMk/>
            <pc:sldMk cId="296634150" sldId="9779"/>
            <ac:spMk id="3" creationId="{5A6A7D38-BD9F-4BD9-8773-31420C498619}"/>
          </ac:spMkLst>
        </pc:spChg>
      </pc:sldChg>
      <pc:sldChg chg="modSp mod ord">
        <pc:chgData name="Macher, Andreas (DI FA CTR PLC PPM)" userId="f1dcac62-7bef-43eb-91f0-927336a1714f" providerId="ADAL" clId="{1C5A6487-D517-4F0B-ABAB-3A48CB6B746A}" dt="2022-08-11T09:53:59.253" v="27"/>
        <pc:sldMkLst>
          <pc:docMk/>
          <pc:sldMk cId="3721668768" sldId="9781"/>
        </pc:sldMkLst>
        <pc:spChg chg="mod">
          <ac:chgData name="Macher, Andreas (DI FA CTR PLC PPM)" userId="f1dcac62-7bef-43eb-91f0-927336a1714f" providerId="ADAL" clId="{1C5A6487-D517-4F0B-ABAB-3A48CB6B746A}" dt="2022-08-11T09:53:52.526" v="25" actId="207"/>
          <ac:spMkLst>
            <pc:docMk/>
            <pc:sldMk cId="3721668768" sldId="9781"/>
            <ac:spMk id="4" creationId="{59CA34EA-4792-9B73-9FCB-6C0D4AE3F30D}"/>
          </ac:spMkLst>
        </pc:spChg>
        <pc:spChg chg="mod">
          <ac:chgData name="Macher, Andreas (DI FA CTR PLC PPM)" userId="f1dcac62-7bef-43eb-91f0-927336a1714f" providerId="ADAL" clId="{1C5A6487-D517-4F0B-ABAB-3A48CB6B746A}" dt="2022-08-11T09:53:36.397" v="24" actId="207"/>
          <ac:spMkLst>
            <pc:docMk/>
            <pc:sldMk cId="3721668768" sldId="9781"/>
            <ac:spMk id="5" creationId="{A38F6808-4085-423A-A99A-9DC01B1678CB}"/>
          </ac:spMkLst>
        </pc:spChg>
        <pc:spChg chg="mod">
          <ac:chgData name="Macher, Andreas (DI FA CTR PLC PPM)" userId="f1dcac62-7bef-43eb-91f0-927336a1714f" providerId="ADAL" clId="{1C5A6487-D517-4F0B-ABAB-3A48CB6B746A}" dt="2022-08-11T09:53:52.526" v="25" actId="207"/>
          <ac:spMkLst>
            <pc:docMk/>
            <pc:sldMk cId="3721668768" sldId="9781"/>
            <ac:spMk id="6" creationId="{3148748C-847D-C8C3-8852-8210D6336767}"/>
          </ac:spMkLst>
        </pc:spChg>
        <pc:grpChg chg="mod">
          <ac:chgData name="Macher, Andreas (DI FA CTR PLC PPM)" userId="f1dcac62-7bef-43eb-91f0-927336a1714f" providerId="ADAL" clId="{1C5A6487-D517-4F0B-ABAB-3A48CB6B746A}" dt="2022-08-11T09:53:52.526" v="25" actId="207"/>
          <ac:grpSpMkLst>
            <pc:docMk/>
            <pc:sldMk cId="3721668768" sldId="9781"/>
            <ac:grpSpMk id="9" creationId="{27A92C2F-D47D-57BB-8D48-72EC2F30F9AE}"/>
          </ac:grpSpMkLst>
        </pc:grpChg>
      </pc:sldChg>
      <pc:sldChg chg="addSp delSp modSp mod ord">
        <pc:chgData name="Macher, Andreas (DI FA CTR PLC PPM)" userId="f1dcac62-7bef-43eb-91f0-927336a1714f" providerId="ADAL" clId="{1C5A6487-D517-4F0B-ABAB-3A48CB6B746A}" dt="2022-10-31T13:24:19.337" v="1921" actId="20577"/>
        <pc:sldMkLst>
          <pc:docMk/>
          <pc:sldMk cId="2880670099" sldId="9782"/>
        </pc:sldMkLst>
        <pc:spChg chg="mod">
          <ac:chgData name="Macher, Andreas (DI FA CTR PLC PPM)" userId="f1dcac62-7bef-43eb-91f0-927336a1714f" providerId="ADAL" clId="{1C5A6487-D517-4F0B-ABAB-3A48CB6B746A}" dt="2022-10-31T13:23:16.921" v="1786" actId="115"/>
          <ac:spMkLst>
            <pc:docMk/>
            <pc:sldMk cId="2880670099" sldId="9782"/>
            <ac:spMk id="4" creationId="{00000000-0000-0000-0000-000000000000}"/>
          </ac:spMkLst>
        </pc:spChg>
        <pc:spChg chg="add mod">
          <ac:chgData name="Macher, Andreas (DI FA CTR PLC PPM)" userId="f1dcac62-7bef-43eb-91f0-927336a1714f" providerId="ADAL" clId="{1C5A6487-D517-4F0B-ABAB-3A48CB6B746A}" dt="2022-10-31T13:14:59.355" v="1538" actId="1036"/>
          <ac:spMkLst>
            <pc:docMk/>
            <pc:sldMk cId="2880670099" sldId="9782"/>
            <ac:spMk id="11" creationId="{C03503DE-E898-CF77-34C2-78A5D15F0F78}"/>
          </ac:spMkLst>
        </pc:spChg>
        <pc:spChg chg="del">
          <ac:chgData name="Macher, Andreas (DI FA CTR PLC PPM)" userId="f1dcac62-7bef-43eb-91f0-927336a1714f" providerId="ADAL" clId="{1C5A6487-D517-4F0B-ABAB-3A48CB6B746A}" dt="2022-10-31T13:03:09.698" v="1127" actId="478"/>
          <ac:spMkLst>
            <pc:docMk/>
            <pc:sldMk cId="2880670099" sldId="9782"/>
            <ac:spMk id="13" creationId="{A5E63939-D88C-8FB4-5791-B957C25D8275}"/>
          </ac:spMkLst>
        </pc:spChg>
        <pc:spChg chg="del">
          <ac:chgData name="Macher, Andreas (DI FA CTR PLC PPM)" userId="f1dcac62-7bef-43eb-91f0-927336a1714f" providerId="ADAL" clId="{1C5A6487-D517-4F0B-ABAB-3A48CB6B746A}" dt="2022-10-31T13:03:09.698" v="1127" actId="478"/>
          <ac:spMkLst>
            <pc:docMk/>
            <pc:sldMk cId="2880670099" sldId="9782"/>
            <ac:spMk id="14" creationId="{56561458-25C0-74F6-1FAB-4CABD8BC2538}"/>
          </ac:spMkLst>
        </pc:spChg>
        <pc:spChg chg="mod">
          <ac:chgData name="Macher, Andreas (DI FA CTR PLC PPM)" userId="f1dcac62-7bef-43eb-91f0-927336a1714f" providerId="ADAL" clId="{1C5A6487-D517-4F0B-ABAB-3A48CB6B746A}" dt="2022-10-31T13:14:59.355" v="1538" actId="1036"/>
          <ac:spMkLst>
            <pc:docMk/>
            <pc:sldMk cId="2880670099" sldId="9782"/>
            <ac:spMk id="15" creationId="{8358DB7B-E9FA-4DC1-0E2E-9DEFA4CE5299}"/>
          </ac:spMkLst>
        </pc:spChg>
        <pc:spChg chg="mod">
          <ac:chgData name="Macher, Andreas (DI FA CTR PLC PPM)" userId="f1dcac62-7bef-43eb-91f0-927336a1714f" providerId="ADAL" clId="{1C5A6487-D517-4F0B-ABAB-3A48CB6B746A}" dt="2022-10-31T13:14:59.355" v="1538" actId="1036"/>
          <ac:spMkLst>
            <pc:docMk/>
            <pc:sldMk cId="2880670099" sldId="9782"/>
            <ac:spMk id="16" creationId="{3CCCEB40-A9FA-7FBA-8586-C6825E72D178}"/>
          </ac:spMkLst>
        </pc:spChg>
        <pc:spChg chg="del">
          <ac:chgData name="Macher, Andreas (DI FA CTR PLC PPM)" userId="f1dcac62-7bef-43eb-91f0-927336a1714f" providerId="ADAL" clId="{1C5A6487-D517-4F0B-ABAB-3A48CB6B746A}" dt="2022-10-31T13:03:09.698" v="1127" actId="478"/>
          <ac:spMkLst>
            <pc:docMk/>
            <pc:sldMk cId="2880670099" sldId="9782"/>
            <ac:spMk id="19" creationId="{FB19AE76-92E5-037E-4A7A-96B185DCD1EB}"/>
          </ac:spMkLst>
        </pc:spChg>
        <pc:spChg chg="del">
          <ac:chgData name="Macher, Andreas (DI FA CTR PLC PPM)" userId="f1dcac62-7bef-43eb-91f0-927336a1714f" providerId="ADAL" clId="{1C5A6487-D517-4F0B-ABAB-3A48CB6B746A}" dt="2022-10-31T13:03:09.698" v="1127" actId="478"/>
          <ac:spMkLst>
            <pc:docMk/>
            <pc:sldMk cId="2880670099" sldId="9782"/>
            <ac:spMk id="20" creationId="{7EEE8092-54BB-4FEA-C821-BD6535B53993}"/>
          </ac:spMkLst>
        </pc:spChg>
        <pc:spChg chg="add mod">
          <ac:chgData name="Macher, Andreas (DI FA CTR PLC PPM)" userId="f1dcac62-7bef-43eb-91f0-927336a1714f" providerId="ADAL" clId="{1C5A6487-D517-4F0B-ABAB-3A48CB6B746A}" dt="2022-10-31T13:14:59.355" v="1538" actId="1036"/>
          <ac:spMkLst>
            <pc:docMk/>
            <pc:sldMk cId="2880670099" sldId="9782"/>
            <ac:spMk id="21" creationId="{68A332C4-55C1-7D4E-FE75-3223E7DC65FF}"/>
          </ac:spMkLst>
        </pc:spChg>
        <pc:spChg chg="mod">
          <ac:chgData name="Macher, Andreas (DI FA CTR PLC PPM)" userId="f1dcac62-7bef-43eb-91f0-927336a1714f" providerId="ADAL" clId="{1C5A6487-D517-4F0B-ABAB-3A48CB6B746A}" dt="2022-10-31T13:14:59.355" v="1538" actId="1036"/>
          <ac:spMkLst>
            <pc:docMk/>
            <pc:sldMk cId="2880670099" sldId="9782"/>
            <ac:spMk id="23" creationId="{9B807831-8525-43D5-3FEF-6A3A4E531655}"/>
          </ac:spMkLst>
        </pc:spChg>
        <pc:spChg chg="mod">
          <ac:chgData name="Macher, Andreas (DI FA CTR PLC PPM)" userId="f1dcac62-7bef-43eb-91f0-927336a1714f" providerId="ADAL" clId="{1C5A6487-D517-4F0B-ABAB-3A48CB6B746A}" dt="2022-10-31T13:14:59.355" v="1538" actId="1036"/>
          <ac:spMkLst>
            <pc:docMk/>
            <pc:sldMk cId="2880670099" sldId="9782"/>
            <ac:spMk id="24" creationId="{A1D57420-2139-131B-60F0-267BC56D834C}"/>
          </ac:spMkLst>
        </pc:spChg>
        <pc:spChg chg="mod">
          <ac:chgData name="Macher, Andreas (DI FA CTR PLC PPM)" userId="f1dcac62-7bef-43eb-91f0-927336a1714f" providerId="ADAL" clId="{1C5A6487-D517-4F0B-ABAB-3A48CB6B746A}" dt="2022-10-31T13:14:59.355" v="1538" actId="1036"/>
          <ac:spMkLst>
            <pc:docMk/>
            <pc:sldMk cId="2880670099" sldId="9782"/>
            <ac:spMk id="25" creationId="{1ACDBAC1-7378-6EA1-1D3C-03332AFCE75D}"/>
          </ac:spMkLst>
        </pc:spChg>
        <pc:spChg chg="add mod">
          <ac:chgData name="Macher, Andreas (DI FA CTR PLC PPM)" userId="f1dcac62-7bef-43eb-91f0-927336a1714f" providerId="ADAL" clId="{1C5A6487-D517-4F0B-ABAB-3A48CB6B746A}" dt="2022-10-31T13:14:59.355" v="1538" actId="1036"/>
          <ac:spMkLst>
            <pc:docMk/>
            <pc:sldMk cId="2880670099" sldId="9782"/>
            <ac:spMk id="29" creationId="{4516DDF1-AD79-CA05-EFFA-57B3D12148B8}"/>
          </ac:spMkLst>
        </pc:spChg>
        <pc:spChg chg="add mod">
          <ac:chgData name="Macher, Andreas (DI FA CTR PLC PPM)" userId="f1dcac62-7bef-43eb-91f0-927336a1714f" providerId="ADAL" clId="{1C5A6487-D517-4F0B-ABAB-3A48CB6B746A}" dt="2022-10-31T13:14:59.355" v="1538" actId="1036"/>
          <ac:spMkLst>
            <pc:docMk/>
            <pc:sldMk cId="2880670099" sldId="9782"/>
            <ac:spMk id="37" creationId="{3BC8AC42-8C58-53EF-D134-1B2F5840EAC4}"/>
          </ac:spMkLst>
        </pc:spChg>
        <pc:spChg chg="add mod">
          <ac:chgData name="Macher, Andreas (DI FA CTR PLC PPM)" userId="f1dcac62-7bef-43eb-91f0-927336a1714f" providerId="ADAL" clId="{1C5A6487-D517-4F0B-ABAB-3A48CB6B746A}" dt="2022-10-31T13:14:59.355" v="1538" actId="1036"/>
          <ac:spMkLst>
            <pc:docMk/>
            <pc:sldMk cId="2880670099" sldId="9782"/>
            <ac:spMk id="38" creationId="{03A7A069-329B-AA0E-A1FC-265FA06BBC0A}"/>
          </ac:spMkLst>
        </pc:spChg>
        <pc:spChg chg="add mod">
          <ac:chgData name="Macher, Andreas (DI FA CTR PLC PPM)" userId="f1dcac62-7bef-43eb-91f0-927336a1714f" providerId="ADAL" clId="{1C5A6487-D517-4F0B-ABAB-3A48CB6B746A}" dt="2022-10-31T13:14:59.355" v="1538" actId="1036"/>
          <ac:spMkLst>
            <pc:docMk/>
            <pc:sldMk cId="2880670099" sldId="9782"/>
            <ac:spMk id="39" creationId="{35F6ED7B-BE84-1A18-5349-BD58BA50106E}"/>
          </ac:spMkLst>
        </pc:spChg>
        <pc:spChg chg="del">
          <ac:chgData name="Macher, Andreas (DI FA CTR PLC PPM)" userId="f1dcac62-7bef-43eb-91f0-927336a1714f" providerId="ADAL" clId="{1C5A6487-D517-4F0B-ABAB-3A48CB6B746A}" dt="2022-10-31T13:03:09.698" v="1127" actId="478"/>
          <ac:spMkLst>
            <pc:docMk/>
            <pc:sldMk cId="2880670099" sldId="9782"/>
            <ac:spMk id="42" creationId="{00000000-0000-0000-0000-000000000000}"/>
          </ac:spMkLst>
        </pc:spChg>
        <pc:spChg chg="del">
          <ac:chgData name="Macher, Andreas (DI FA CTR PLC PPM)" userId="f1dcac62-7bef-43eb-91f0-927336a1714f" providerId="ADAL" clId="{1C5A6487-D517-4F0B-ABAB-3A48CB6B746A}" dt="2022-10-31T13:03:13.036" v="1128" actId="478"/>
          <ac:spMkLst>
            <pc:docMk/>
            <pc:sldMk cId="2880670099" sldId="9782"/>
            <ac:spMk id="43" creationId="{00000000-0000-0000-0000-000000000000}"/>
          </ac:spMkLst>
        </pc:spChg>
        <pc:spChg chg="add mod">
          <ac:chgData name="Macher, Andreas (DI FA CTR PLC PPM)" userId="f1dcac62-7bef-43eb-91f0-927336a1714f" providerId="ADAL" clId="{1C5A6487-D517-4F0B-ABAB-3A48CB6B746A}" dt="2022-10-31T13:14:59.355" v="1538" actId="1036"/>
          <ac:spMkLst>
            <pc:docMk/>
            <pc:sldMk cId="2880670099" sldId="9782"/>
            <ac:spMk id="45" creationId="{43382D88-0E6C-C35C-EE19-55EF31EC0271}"/>
          </ac:spMkLst>
        </pc:spChg>
        <pc:spChg chg="add del mod">
          <ac:chgData name="Macher, Andreas (DI FA CTR PLC PPM)" userId="f1dcac62-7bef-43eb-91f0-927336a1714f" providerId="ADAL" clId="{1C5A6487-D517-4F0B-ABAB-3A48CB6B746A}" dt="2022-10-31T13:09:16.118" v="1297" actId="478"/>
          <ac:spMkLst>
            <pc:docMk/>
            <pc:sldMk cId="2880670099" sldId="9782"/>
            <ac:spMk id="46" creationId="{E64F8E87-6985-4FBD-618C-9FF28B2DC0A1}"/>
          </ac:spMkLst>
        </pc:spChg>
        <pc:spChg chg="add mod">
          <ac:chgData name="Macher, Andreas (DI FA CTR PLC PPM)" userId="f1dcac62-7bef-43eb-91f0-927336a1714f" providerId="ADAL" clId="{1C5A6487-D517-4F0B-ABAB-3A48CB6B746A}" dt="2022-10-31T13:14:59.355" v="1538" actId="1036"/>
          <ac:spMkLst>
            <pc:docMk/>
            <pc:sldMk cId="2880670099" sldId="9782"/>
            <ac:spMk id="47" creationId="{6EF170DC-56C8-001B-BFD8-5F4AA843DECA}"/>
          </ac:spMkLst>
        </pc:spChg>
        <pc:spChg chg="add mod">
          <ac:chgData name="Macher, Andreas (DI FA CTR PLC PPM)" userId="f1dcac62-7bef-43eb-91f0-927336a1714f" providerId="ADAL" clId="{1C5A6487-D517-4F0B-ABAB-3A48CB6B746A}" dt="2022-10-31T13:14:59.355" v="1538" actId="1036"/>
          <ac:spMkLst>
            <pc:docMk/>
            <pc:sldMk cId="2880670099" sldId="9782"/>
            <ac:spMk id="48" creationId="{E8886699-B518-5CC4-CF54-2ADB43E14A80}"/>
          </ac:spMkLst>
        </pc:spChg>
        <pc:spChg chg="add mod">
          <ac:chgData name="Macher, Andreas (DI FA CTR PLC PPM)" userId="f1dcac62-7bef-43eb-91f0-927336a1714f" providerId="ADAL" clId="{1C5A6487-D517-4F0B-ABAB-3A48CB6B746A}" dt="2022-10-31T13:14:59.355" v="1538" actId="1036"/>
          <ac:spMkLst>
            <pc:docMk/>
            <pc:sldMk cId="2880670099" sldId="9782"/>
            <ac:spMk id="49" creationId="{F0B930A9-3AFA-C41C-1F98-0E0FC1C0DBBE}"/>
          </ac:spMkLst>
        </pc:spChg>
        <pc:spChg chg="add mod">
          <ac:chgData name="Macher, Andreas (DI FA CTR PLC PPM)" userId="f1dcac62-7bef-43eb-91f0-927336a1714f" providerId="ADAL" clId="{1C5A6487-D517-4F0B-ABAB-3A48CB6B746A}" dt="2022-10-31T13:21:58.019" v="1679" actId="20577"/>
          <ac:spMkLst>
            <pc:docMk/>
            <pc:sldMk cId="2880670099" sldId="9782"/>
            <ac:spMk id="50" creationId="{C7EA2A32-0107-8BD4-3ACD-61505547036D}"/>
          </ac:spMkLst>
        </pc:spChg>
        <pc:spChg chg="add mod">
          <ac:chgData name="Macher, Andreas (DI FA CTR PLC PPM)" userId="f1dcac62-7bef-43eb-91f0-927336a1714f" providerId="ADAL" clId="{1C5A6487-D517-4F0B-ABAB-3A48CB6B746A}" dt="2022-10-31T13:21:20.938" v="1665" actId="20577"/>
          <ac:spMkLst>
            <pc:docMk/>
            <pc:sldMk cId="2880670099" sldId="9782"/>
            <ac:spMk id="51" creationId="{079A96EE-465A-B019-1101-6E0B50B9C979}"/>
          </ac:spMkLst>
        </pc:spChg>
        <pc:spChg chg="add mod">
          <ac:chgData name="Macher, Andreas (DI FA CTR PLC PPM)" userId="f1dcac62-7bef-43eb-91f0-927336a1714f" providerId="ADAL" clId="{1C5A6487-D517-4F0B-ABAB-3A48CB6B746A}" dt="2022-10-31T13:14:59.355" v="1538" actId="1036"/>
          <ac:spMkLst>
            <pc:docMk/>
            <pc:sldMk cId="2880670099" sldId="9782"/>
            <ac:spMk id="230" creationId="{C7CF1961-56DC-2CD8-C855-901DD33C4433}"/>
          </ac:spMkLst>
        </pc:spChg>
        <pc:spChg chg="add mod">
          <ac:chgData name="Macher, Andreas (DI FA CTR PLC PPM)" userId="f1dcac62-7bef-43eb-91f0-927336a1714f" providerId="ADAL" clId="{1C5A6487-D517-4F0B-ABAB-3A48CB6B746A}" dt="2022-10-31T13:14:59.355" v="1538" actId="1036"/>
          <ac:spMkLst>
            <pc:docMk/>
            <pc:sldMk cId="2880670099" sldId="9782"/>
            <ac:spMk id="231" creationId="{094B96A9-AD4B-D12F-4954-2B7EE994F7A6}"/>
          </ac:spMkLst>
        </pc:spChg>
        <pc:spChg chg="add mod">
          <ac:chgData name="Macher, Andreas (DI FA CTR PLC PPM)" userId="f1dcac62-7bef-43eb-91f0-927336a1714f" providerId="ADAL" clId="{1C5A6487-D517-4F0B-ABAB-3A48CB6B746A}" dt="2022-10-31T13:14:59.355" v="1538" actId="1036"/>
          <ac:spMkLst>
            <pc:docMk/>
            <pc:sldMk cId="2880670099" sldId="9782"/>
            <ac:spMk id="232" creationId="{9F1D3D17-BEF3-93F8-6BD1-1A7115BDFFD4}"/>
          </ac:spMkLst>
        </pc:spChg>
        <pc:spChg chg="add del mod">
          <ac:chgData name="Macher, Andreas (DI FA CTR PLC PPM)" userId="f1dcac62-7bef-43eb-91f0-927336a1714f" providerId="ADAL" clId="{1C5A6487-D517-4F0B-ABAB-3A48CB6B746A}" dt="2022-10-31T13:08:18.570" v="1289" actId="478"/>
          <ac:spMkLst>
            <pc:docMk/>
            <pc:sldMk cId="2880670099" sldId="9782"/>
            <ac:spMk id="236" creationId="{B48DA8E3-3DE4-938F-8743-519F193F5556}"/>
          </ac:spMkLst>
        </pc:spChg>
        <pc:spChg chg="add mod">
          <ac:chgData name="Macher, Andreas (DI FA CTR PLC PPM)" userId="f1dcac62-7bef-43eb-91f0-927336a1714f" providerId="ADAL" clId="{1C5A6487-D517-4F0B-ABAB-3A48CB6B746A}" dt="2022-10-31T13:14:59.355" v="1538" actId="1036"/>
          <ac:spMkLst>
            <pc:docMk/>
            <pc:sldMk cId="2880670099" sldId="9782"/>
            <ac:spMk id="237" creationId="{EF2EA6AE-8D5A-7A33-8C58-C5C39B23E67D}"/>
          </ac:spMkLst>
        </pc:spChg>
        <pc:spChg chg="add mod">
          <ac:chgData name="Macher, Andreas (DI FA CTR PLC PPM)" userId="f1dcac62-7bef-43eb-91f0-927336a1714f" providerId="ADAL" clId="{1C5A6487-D517-4F0B-ABAB-3A48CB6B746A}" dt="2022-10-31T13:14:59.355" v="1538" actId="1036"/>
          <ac:spMkLst>
            <pc:docMk/>
            <pc:sldMk cId="2880670099" sldId="9782"/>
            <ac:spMk id="238" creationId="{9F865225-0DC7-D019-6654-9A1BDF6F7A52}"/>
          </ac:spMkLst>
        </pc:spChg>
        <pc:spChg chg="add mod">
          <ac:chgData name="Macher, Andreas (DI FA CTR PLC PPM)" userId="f1dcac62-7bef-43eb-91f0-927336a1714f" providerId="ADAL" clId="{1C5A6487-D517-4F0B-ABAB-3A48CB6B746A}" dt="2022-10-31T13:14:59.355" v="1538" actId="1036"/>
          <ac:spMkLst>
            <pc:docMk/>
            <pc:sldMk cId="2880670099" sldId="9782"/>
            <ac:spMk id="239" creationId="{D8299584-D70B-3DAE-6A6E-285E26651431}"/>
          </ac:spMkLst>
        </pc:spChg>
        <pc:spChg chg="add mod">
          <ac:chgData name="Macher, Andreas (DI FA CTR PLC PPM)" userId="f1dcac62-7bef-43eb-91f0-927336a1714f" providerId="ADAL" clId="{1C5A6487-D517-4F0B-ABAB-3A48CB6B746A}" dt="2022-10-31T13:14:59.355" v="1538" actId="1036"/>
          <ac:spMkLst>
            <pc:docMk/>
            <pc:sldMk cId="2880670099" sldId="9782"/>
            <ac:spMk id="243" creationId="{1B0D2F7A-6700-75D0-DEB7-7B771FF0B4FE}"/>
          </ac:spMkLst>
        </pc:spChg>
        <pc:spChg chg="add mod">
          <ac:chgData name="Macher, Andreas (DI FA CTR PLC PPM)" userId="f1dcac62-7bef-43eb-91f0-927336a1714f" providerId="ADAL" clId="{1C5A6487-D517-4F0B-ABAB-3A48CB6B746A}" dt="2022-10-31T13:14:59.355" v="1538" actId="1036"/>
          <ac:spMkLst>
            <pc:docMk/>
            <pc:sldMk cId="2880670099" sldId="9782"/>
            <ac:spMk id="244" creationId="{82913F82-9EFD-4936-664B-1ACF927CC138}"/>
          </ac:spMkLst>
        </pc:spChg>
        <pc:spChg chg="add mod">
          <ac:chgData name="Macher, Andreas (DI FA CTR PLC PPM)" userId="f1dcac62-7bef-43eb-91f0-927336a1714f" providerId="ADAL" clId="{1C5A6487-D517-4F0B-ABAB-3A48CB6B746A}" dt="2022-10-31T13:14:59.355" v="1538" actId="1036"/>
          <ac:spMkLst>
            <pc:docMk/>
            <pc:sldMk cId="2880670099" sldId="9782"/>
            <ac:spMk id="245" creationId="{84211233-0FEE-4A5B-D64F-5D21AEBD961A}"/>
          </ac:spMkLst>
        </pc:spChg>
        <pc:spChg chg="del">
          <ac:chgData name="Macher, Andreas (DI FA CTR PLC PPM)" userId="f1dcac62-7bef-43eb-91f0-927336a1714f" providerId="ADAL" clId="{1C5A6487-D517-4F0B-ABAB-3A48CB6B746A}" dt="2022-10-31T13:03:14.893" v="1129" actId="478"/>
          <ac:spMkLst>
            <pc:docMk/>
            <pc:sldMk cId="2880670099" sldId="9782"/>
            <ac:spMk id="253" creationId="{766A56F3-316B-5028-A53A-FCD07DA180F7}"/>
          </ac:spMkLst>
        </pc:spChg>
        <pc:spChg chg="del">
          <ac:chgData name="Macher, Andreas (DI FA CTR PLC PPM)" userId="f1dcac62-7bef-43eb-91f0-927336a1714f" providerId="ADAL" clId="{1C5A6487-D517-4F0B-ABAB-3A48CB6B746A}" dt="2022-10-31T13:03:16.411" v="1130" actId="478"/>
          <ac:spMkLst>
            <pc:docMk/>
            <pc:sldMk cId="2880670099" sldId="9782"/>
            <ac:spMk id="254" creationId="{35CFD52E-4752-4799-B26E-D4E95442C994}"/>
          </ac:spMkLst>
        </pc:spChg>
        <pc:spChg chg="del mod">
          <ac:chgData name="Macher, Andreas (DI FA CTR PLC PPM)" userId="f1dcac62-7bef-43eb-91f0-927336a1714f" providerId="ADAL" clId="{1C5A6487-D517-4F0B-ABAB-3A48CB6B746A}" dt="2022-10-31T13:03:35.079" v="1136" actId="478"/>
          <ac:spMkLst>
            <pc:docMk/>
            <pc:sldMk cId="2880670099" sldId="9782"/>
            <ac:spMk id="255" creationId="{A276E23A-3C84-F8D6-AD23-A7AF68BE671A}"/>
          </ac:spMkLst>
        </pc:spChg>
        <pc:spChg chg="add mod">
          <ac:chgData name="Macher, Andreas (DI FA CTR PLC PPM)" userId="f1dcac62-7bef-43eb-91f0-927336a1714f" providerId="ADAL" clId="{1C5A6487-D517-4F0B-ABAB-3A48CB6B746A}" dt="2022-10-31T13:16:20.756" v="1554" actId="14100"/>
          <ac:spMkLst>
            <pc:docMk/>
            <pc:sldMk cId="2880670099" sldId="9782"/>
            <ac:spMk id="291" creationId="{AFC303E9-2BF2-BF13-8FBB-5AF6C1BCEBF7}"/>
          </ac:spMkLst>
        </pc:spChg>
        <pc:spChg chg="add mod">
          <ac:chgData name="Macher, Andreas (DI FA CTR PLC PPM)" userId="f1dcac62-7bef-43eb-91f0-927336a1714f" providerId="ADAL" clId="{1C5A6487-D517-4F0B-ABAB-3A48CB6B746A}" dt="2022-10-31T13:16:30.364" v="1557" actId="1076"/>
          <ac:spMkLst>
            <pc:docMk/>
            <pc:sldMk cId="2880670099" sldId="9782"/>
            <ac:spMk id="295" creationId="{B377C412-8F08-BAC4-514E-39453379703C}"/>
          </ac:spMkLst>
        </pc:spChg>
        <pc:spChg chg="add mod">
          <ac:chgData name="Macher, Andreas (DI FA CTR PLC PPM)" userId="f1dcac62-7bef-43eb-91f0-927336a1714f" providerId="ADAL" clId="{1C5A6487-D517-4F0B-ABAB-3A48CB6B746A}" dt="2022-10-31T13:17:30.920" v="1573" actId="14100"/>
          <ac:spMkLst>
            <pc:docMk/>
            <pc:sldMk cId="2880670099" sldId="9782"/>
            <ac:spMk id="298" creationId="{1A18A17D-4EC2-A35C-33E3-337A72C50C1A}"/>
          </ac:spMkLst>
        </pc:spChg>
        <pc:spChg chg="add mod">
          <ac:chgData name="Macher, Andreas (DI FA CTR PLC PPM)" userId="f1dcac62-7bef-43eb-91f0-927336a1714f" providerId="ADAL" clId="{1C5A6487-D517-4F0B-ABAB-3A48CB6B746A}" dt="2022-10-31T13:18:07.604" v="1575" actId="1076"/>
          <ac:spMkLst>
            <pc:docMk/>
            <pc:sldMk cId="2880670099" sldId="9782"/>
            <ac:spMk id="302" creationId="{4A5FA7ED-3FAF-8B1C-7F5E-49A318787420}"/>
          </ac:spMkLst>
        </pc:spChg>
        <pc:spChg chg="add del mod">
          <ac:chgData name="Macher, Andreas (DI FA CTR PLC PPM)" userId="f1dcac62-7bef-43eb-91f0-927336a1714f" providerId="ADAL" clId="{1C5A6487-D517-4F0B-ABAB-3A48CB6B746A}" dt="2022-10-31T13:18:23.631" v="1577"/>
          <ac:spMkLst>
            <pc:docMk/>
            <pc:sldMk cId="2880670099" sldId="9782"/>
            <ac:spMk id="304" creationId="{19F1B75F-5DE1-874A-9360-BC8813C888CD}"/>
          </ac:spMkLst>
        </pc:spChg>
        <pc:spChg chg="add mod">
          <ac:chgData name="Macher, Andreas (DI FA CTR PLC PPM)" userId="f1dcac62-7bef-43eb-91f0-927336a1714f" providerId="ADAL" clId="{1C5A6487-D517-4F0B-ABAB-3A48CB6B746A}" dt="2022-10-31T13:18:33.176" v="1579" actId="1076"/>
          <ac:spMkLst>
            <pc:docMk/>
            <pc:sldMk cId="2880670099" sldId="9782"/>
            <ac:spMk id="306" creationId="{41FCAB32-B74A-F941-6368-817BC585EB62}"/>
          </ac:spMkLst>
        </pc:spChg>
        <pc:spChg chg="add mod">
          <ac:chgData name="Macher, Andreas (DI FA CTR PLC PPM)" userId="f1dcac62-7bef-43eb-91f0-927336a1714f" providerId="ADAL" clId="{1C5A6487-D517-4F0B-ABAB-3A48CB6B746A}" dt="2022-10-31T13:19:27.262" v="1590" actId="1076"/>
          <ac:spMkLst>
            <pc:docMk/>
            <pc:sldMk cId="2880670099" sldId="9782"/>
            <ac:spMk id="311" creationId="{6DAB44D3-E275-AB3B-9549-A2EF21C7B328}"/>
          </ac:spMkLst>
        </pc:spChg>
        <pc:spChg chg="add mod">
          <ac:chgData name="Macher, Andreas (DI FA CTR PLC PPM)" userId="f1dcac62-7bef-43eb-91f0-927336a1714f" providerId="ADAL" clId="{1C5A6487-D517-4F0B-ABAB-3A48CB6B746A}" dt="2022-10-31T13:20:06.771" v="1629" actId="1036"/>
          <ac:spMkLst>
            <pc:docMk/>
            <pc:sldMk cId="2880670099" sldId="9782"/>
            <ac:spMk id="313" creationId="{7A117A19-9EE7-1399-2319-3A64D4F79801}"/>
          </ac:spMkLst>
        </pc:spChg>
        <pc:spChg chg="add mod">
          <ac:chgData name="Macher, Andreas (DI FA CTR PLC PPM)" userId="f1dcac62-7bef-43eb-91f0-927336a1714f" providerId="ADAL" clId="{1C5A6487-D517-4F0B-ABAB-3A48CB6B746A}" dt="2022-10-31T13:23:07.423" v="1785" actId="14100"/>
          <ac:spMkLst>
            <pc:docMk/>
            <pc:sldMk cId="2880670099" sldId="9782"/>
            <ac:spMk id="314" creationId="{DC2E4C49-8F28-5D93-E582-FC5D1B80F925}"/>
          </ac:spMkLst>
        </pc:spChg>
        <pc:spChg chg="add mod">
          <ac:chgData name="Macher, Andreas (DI FA CTR PLC PPM)" userId="f1dcac62-7bef-43eb-91f0-927336a1714f" providerId="ADAL" clId="{1C5A6487-D517-4F0B-ABAB-3A48CB6B746A}" dt="2022-10-31T13:23:46.943" v="1834" actId="20577"/>
          <ac:spMkLst>
            <pc:docMk/>
            <pc:sldMk cId="2880670099" sldId="9782"/>
            <ac:spMk id="323" creationId="{DA3D4FCA-3E59-C122-DA95-D473C5AF245D}"/>
          </ac:spMkLst>
        </pc:spChg>
        <pc:spChg chg="add mod">
          <ac:chgData name="Macher, Andreas (DI FA CTR PLC PPM)" userId="f1dcac62-7bef-43eb-91f0-927336a1714f" providerId="ADAL" clId="{1C5A6487-D517-4F0B-ABAB-3A48CB6B746A}" dt="2022-10-31T13:24:19.337" v="1921" actId="20577"/>
          <ac:spMkLst>
            <pc:docMk/>
            <pc:sldMk cId="2880670099" sldId="9782"/>
            <ac:spMk id="324" creationId="{068038BE-D46A-C0C3-225E-01184651C2CD}"/>
          </ac:spMkLst>
        </pc:spChg>
        <pc:spChg chg="del">
          <ac:chgData name="Macher, Andreas (DI FA CTR PLC PPM)" userId="f1dcac62-7bef-43eb-91f0-927336a1714f" providerId="ADAL" clId="{1C5A6487-D517-4F0B-ABAB-3A48CB6B746A}" dt="2022-10-31T13:03:09.698" v="1127" actId="478"/>
          <ac:spMkLst>
            <pc:docMk/>
            <pc:sldMk cId="2880670099" sldId="9782"/>
            <ac:spMk id="387" creationId="{00000000-0000-0000-0000-000000000000}"/>
          </ac:spMkLst>
        </pc:spChg>
        <pc:spChg chg="mod">
          <ac:chgData name="Macher, Andreas (DI FA CTR PLC PPM)" userId="f1dcac62-7bef-43eb-91f0-927336a1714f" providerId="ADAL" clId="{1C5A6487-D517-4F0B-ABAB-3A48CB6B746A}" dt="2022-10-31T13:14:59.355" v="1538" actId="1036"/>
          <ac:spMkLst>
            <pc:docMk/>
            <pc:sldMk cId="2880670099" sldId="9782"/>
            <ac:spMk id="388" creationId="{00000000-0000-0000-0000-000000000000}"/>
          </ac:spMkLst>
        </pc:spChg>
        <pc:grpChg chg="add mod">
          <ac:chgData name="Macher, Andreas (DI FA CTR PLC PPM)" userId="f1dcac62-7bef-43eb-91f0-927336a1714f" providerId="ADAL" clId="{1C5A6487-D517-4F0B-ABAB-3A48CB6B746A}" dt="2022-10-31T13:14:59.355" v="1538" actId="1036"/>
          <ac:grpSpMkLst>
            <pc:docMk/>
            <pc:sldMk cId="2880670099" sldId="9782"/>
            <ac:grpSpMk id="8" creationId="{AF03EC1B-0635-9F61-7CE9-518DD7E48F27}"/>
          </ac:grpSpMkLst>
        </pc:grpChg>
        <pc:grpChg chg="add mod">
          <ac:chgData name="Macher, Andreas (DI FA CTR PLC PPM)" userId="f1dcac62-7bef-43eb-91f0-927336a1714f" providerId="ADAL" clId="{1C5A6487-D517-4F0B-ABAB-3A48CB6B746A}" dt="2022-10-31T13:14:59.355" v="1538" actId="1036"/>
          <ac:grpSpMkLst>
            <pc:docMk/>
            <pc:sldMk cId="2880670099" sldId="9782"/>
            <ac:grpSpMk id="30" creationId="{69C4A89B-5DEA-35CC-BE6A-423A1CC84A0D}"/>
          </ac:grpSpMkLst>
        </pc:grpChg>
        <pc:grpChg chg="add mod">
          <ac:chgData name="Macher, Andreas (DI FA CTR PLC PPM)" userId="f1dcac62-7bef-43eb-91f0-927336a1714f" providerId="ADAL" clId="{1C5A6487-D517-4F0B-ABAB-3A48CB6B746A}" dt="2022-10-31T13:14:59.355" v="1538" actId="1036"/>
          <ac:grpSpMkLst>
            <pc:docMk/>
            <pc:sldMk cId="2880670099" sldId="9782"/>
            <ac:grpSpMk id="33" creationId="{6C0F3DDA-9027-936A-1240-1FBE220483CA}"/>
          </ac:grpSpMkLst>
        </pc:grpChg>
        <pc:grpChg chg="add mod">
          <ac:chgData name="Macher, Andreas (DI FA CTR PLC PPM)" userId="f1dcac62-7bef-43eb-91f0-927336a1714f" providerId="ADAL" clId="{1C5A6487-D517-4F0B-ABAB-3A48CB6B746A}" dt="2022-10-31T13:14:59.355" v="1538" actId="1036"/>
          <ac:grpSpMkLst>
            <pc:docMk/>
            <pc:sldMk cId="2880670099" sldId="9782"/>
            <ac:grpSpMk id="226" creationId="{7F42A954-51E5-84CD-DFB9-301FB3620187}"/>
          </ac:grpSpMkLst>
        </pc:grpChg>
        <pc:grpChg chg="add mod">
          <ac:chgData name="Macher, Andreas (DI FA CTR PLC PPM)" userId="f1dcac62-7bef-43eb-91f0-927336a1714f" providerId="ADAL" clId="{1C5A6487-D517-4F0B-ABAB-3A48CB6B746A}" dt="2022-10-31T13:14:59.355" v="1538" actId="1036"/>
          <ac:grpSpMkLst>
            <pc:docMk/>
            <pc:sldMk cId="2880670099" sldId="9782"/>
            <ac:grpSpMk id="240" creationId="{3E438C6B-9FA3-3AB4-88D1-A89AC7D0BD3F}"/>
          </ac:grpSpMkLst>
        </pc:grpChg>
        <pc:grpChg chg="add mod">
          <ac:chgData name="Macher, Andreas (DI FA CTR PLC PPM)" userId="f1dcac62-7bef-43eb-91f0-927336a1714f" providerId="ADAL" clId="{1C5A6487-D517-4F0B-ABAB-3A48CB6B746A}" dt="2022-10-31T13:14:59.355" v="1538" actId="1036"/>
          <ac:grpSpMkLst>
            <pc:docMk/>
            <pc:sldMk cId="2880670099" sldId="9782"/>
            <ac:grpSpMk id="246" creationId="{F2E664FE-B2B4-07BC-BD6B-1BD70DA72AB2}"/>
          </ac:grpSpMkLst>
        </pc:grpChg>
        <pc:grpChg chg="del">
          <ac:chgData name="Macher, Andreas (DI FA CTR PLC PPM)" userId="f1dcac62-7bef-43eb-91f0-927336a1714f" providerId="ADAL" clId="{1C5A6487-D517-4F0B-ABAB-3A48CB6B746A}" dt="2022-10-31T13:03:09.698" v="1127" actId="478"/>
          <ac:grpSpMkLst>
            <pc:docMk/>
            <pc:sldMk cId="2880670099" sldId="9782"/>
            <ac:grpSpMk id="249" creationId="{29D79AFB-5AD1-E11D-F9C7-A692FC7145D3}"/>
          </ac:grpSpMkLst>
        </pc:grpChg>
        <pc:grpChg chg="mod">
          <ac:chgData name="Macher, Andreas (DI FA CTR PLC PPM)" userId="f1dcac62-7bef-43eb-91f0-927336a1714f" providerId="ADAL" clId="{1C5A6487-D517-4F0B-ABAB-3A48CB6B746A}" dt="2022-10-31T13:14:59.355" v="1538" actId="1036"/>
          <ac:grpSpMkLst>
            <pc:docMk/>
            <pc:sldMk cId="2880670099" sldId="9782"/>
            <ac:grpSpMk id="250" creationId="{1C474ED1-56C4-4AB4-9E26-AB9EDBBEDDC5}"/>
          </ac:grpSpMkLst>
        </pc:grpChg>
        <pc:grpChg chg="del">
          <ac:chgData name="Macher, Andreas (DI FA CTR PLC PPM)" userId="f1dcac62-7bef-43eb-91f0-927336a1714f" providerId="ADAL" clId="{1C5A6487-D517-4F0B-ABAB-3A48CB6B746A}" dt="2022-10-31T13:03:09.698" v="1127" actId="478"/>
          <ac:grpSpMkLst>
            <pc:docMk/>
            <pc:sldMk cId="2880670099" sldId="9782"/>
            <ac:grpSpMk id="315" creationId="{00000000-0000-0000-0000-000000000000}"/>
          </ac:grpSpMkLst>
        </pc:grpChg>
        <pc:grpChg chg="del">
          <ac:chgData name="Macher, Andreas (DI FA CTR PLC PPM)" userId="f1dcac62-7bef-43eb-91f0-927336a1714f" providerId="ADAL" clId="{1C5A6487-D517-4F0B-ABAB-3A48CB6B746A}" dt="2022-10-31T13:03:09.698" v="1127" actId="478"/>
          <ac:grpSpMkLst>
            <pc:docMk/>
            <pc:sldMk cId="2880670099" sldId="9782"/>
            <ac:grpSpMk id="319" creationId="{00000000-0000-0000-0000-000000000000}"/>
          </ac:grpSpMkLst>
        </pc:grpChg>
        <pc:grpChg chg="mod">
          <ac:chgData name="Macher, Andreas (DI FA CTR PLC PPM)" userId="f1dcac62-7bef-43eb-91f0-927336a1714f" providerId="ADAL" clId="{1C5A6487-D517-4F0B-ABAB-3A48CB6B746A}" dt="2022-10-31T13:14:59.355" v="1538" actId="1036"/>
          <ac:grpSpMkLst>
            <pc:docMk/>
            <pc:sldMk cId="2880670099" sldId="9782"/>
            <ac:grpSpMk id="371" creationId="{00000000-0000-0000-0000-000000000000}"/>
          </ac:grpSpMkLst>
        </pc:grpChg>
        <pc:grpChg chg="mod">
          <ac:chgData name="Macher, Andreas (DI FA CTR PLC PPM)" userId="f1dcac62-7bef-43eb-91f0-927336a1714f" providerId="ADAL" clId="{1C5A6487-D517-4F0B-ABAB-3A48CB6B746A}" dt="2022-10-31T13:14:59.355" v="1538" actId="1036"/>
          <ac:grpSpMkLst>
            <pc:docMk/>
            <pc:sldMk cId="2880670099" sldId="9782"/>
            <ac:grpSpMk id="375" creationId="{00000000-0000-0000-0000-000000000000}"/>
          </ac:grpSpMkLst>
        </pc:grpChg>
        <pc:picChg chg="add mod">
          <ac:chgData name="Macher, Andreas (DI FA CTR PLC PPM)" userId="f1dcac62-7bef-43eb-91f0-927336a1714f" providerId="ADAL" clId="{1C5A6487-D517-4F0B-ABAB-3A48CB6B746A}" dt="2022-10-31T13:14:59.355" v="1538" actId="1036"/>
          <ac:picMkLst>
            <pc:docMk/>
            <pc:sldMk cId="2880670099" sldId="9782"/>
            <ac:picMk id="3" creationId="{8F5D27FF-D41A-7670-4283-0A5D9E1701CE}"/>
          </ac:picMkLst>
        </pc:picChg>
        <pc:picChg chg="add mod">
          <ac:chgData name="Macher, Andreas (DI FA CTR PLC PPM)" userId="f1dcac62-7bef-43eb-91f0-927336a1714f" providerId="ADAL" clId="{1C5A6487-D517-4F0B-ABAB-3A48CB6B746A}" dt="2022-10-31T13:14:59.355" v="1538" actId="1036"/>
          <ac:picMkLst>
            <pc:docMk/>
            <pc:sldMk cId="2880670099" sldId="9782"/>
            <ac:picMk id="6" creationId="{A52AD4A0-CE93-5E97-5BC3-50430A4F6CEA}"/>
          </ac:picMkLst>
        </pc:picChg>
        <pc:picChg chg="add mod">
          <ac:chgData name="Macher, Andreas (DI FA CTR PLC PPM)" userId="f1dcac62-7bef-43eb-91f0-927336a1714f" providerId="ADAL" clId="{1C5A6487-D517-4F0B-ABAB-3A48CB6B746A}" dt="2022-10-31T13:14:59.355" v="1538" actId="1036"/>
          <ac:picMkLst>
            <pc:docMk/>
            <pc:sldMk cId="2880670099" sldId="9782"/>
            <ac:picMk id="7" creationId="{BFF252FB-9453-ECBC-279D-04CC4C8D810E}"/>
          </ac:picMkLst>
        </pc:picChg>
        <pc:picChg chg="del">
          <ac:chgData name="Macher, Andreas (DI FA CTR PLC PPM)" userId="f1dcac62-7bef-43eb-91f0-927336a1714f" providerId="ADAL" clId="{1C5A6487-D517-4F0B-ABAB-3A48CB6B746A}" dt="2022-10-31T13:03:09.698" v="1127" actId="478"/>
          <ac:picMkLst>
            <pc:docMk/>
            <pc:sldMk cId="2880670099" sldId="9782"/>
            <ac:picMk id="12" creationId="{63392CB3-2CA0-0736-2910-551F02064BAB}"/>
          </ac:picMkLst>
        </pc:picChg>
        <pc:picChg chg="del mod">
          <ac:chgData name="Macher, Andreas (DI FA CTR PLC PPM)" userId="f1dcac62-7bef-43eb-91f0-927336a1714f" providerId="ADAL" clId="{1C5A6487-D517-4F0B-ABAB-3A48CB6B746A}" dt="2022-10-31T13:03:24.326" v="1133" actId="478"/>
          <ac:picMkLst>
            <pc:docMk/>
            <pc:sldMk cId="2880670099" sldId="9782"/>
            <ac:picMk id="17" creationId="{F011046A-04A4-E9B7-9134-8985AE6ED213}"/>
          </ac:picMkLst>
        </pc:picChg>
        <pc:picChg chg="del">
          <ac:chgData name="Macher, Andreas (DI FA CTR PLC PPM)" userId="f1dcac62-7bef-43eb-91f0-927336a1714f" providerId="ADAL" clId="{1C5A6487-D517-4F0B-ABAB-3A48CB6B746A}" dt="2022-10-31T13:03:09.698" v="1127" actId="478"/>
          <ac:picMkLst>
            <pc:docMk/>
            <pc:sldMk cId="2880670099" sldId="9782"/>
            <ac:picMk id="18" creationId="{F4FC185C-414E-DA26-5C59-A69C28E167A4}"/>
          </ac:picMkLst>
        </pc:picChg>
        <pc:picChg chg="del mod">
          <ac:chgData name="Macher, Andreas (DI FA CTR PLC PPM)" userId="f1dcac62-7bef-43eb-91f0-927336a1714f" providerId="ADAL" clId="{1C5A6487-D517-4F0B-ABAB-3A48CB6B746A}" dt="2022-10-31T13:05:35.710" v="1191" actId="478"/>
          <ac:picMkLst>
            <pc:docMk/>
            <pc:sldMk cId="2880670099" sldId="9782"/>
            <ac:picMk id="26" creationId="{11DA137B-FD2C-2D06-0188-F8E29594591B}"/>
          </ac:picMkLst>
        </pc:picChg>
        <pc:picChg chg="mod">
          <ac:chgData name="Macher, Andreas (DI FA CTR PLC PPM)" userId="f1dcac62-7bef-43eb-91f0-927336a1714f" providerId="ADAL" clId="{1C5A6487-D517-4F0B-ABAB-3A48CB6B746A}" dt="2022-10-31T13:14:59.355" v="1538" actId="1036"/>
          <ac:picMkLst>
            <pc:docMk/>
            <pc:sldMk cId="2880670099" sldId="9782"/>
            <ac:picMk id="31" creationId="{B78F1BFB-1595-FADD-FF3F-F1D84C4921D9}"/>
          </ac:picMkLst>
        </pc:picChg>
        <pc:picChg chg="mod">
          <ac:chgData name="Macher, Andreas (DI FA CTR PLC PPM)" userId="f1dcac62-7bef-43eb-91f0-927336a1714f" providerId="ADAL" clId="{1C5A6487-D517-4F0B-ABAB-3A48CB6B746A}" dt="2022-10-31T13:14:59.355" v="1538" actId="1036"/>
          <ac:picMkLst>
            <pc:docMk/>
            <pc:sldMk cId="2880670099" sldId="9782"/>
            <ac:picMk id="32" creationId="{3A360938-7AA0-DF99-3506-8D6EF8158FCE}"/>
          </ac:picMkLst>
        </pc:picChg>
        <pc:picChg chg="mod">
          <ac:chgData name="Macher, Andreas (DI FA CTR PLC PPM)" userId="f1dcac62-7bef-43eb-91f0-927336a1714f" providerId="ADAL" clId="{1C5A6487-D517-4F0B-ABAB-3A48CB6B746A}" dt="2022-10-31T13:14:59.355" v="1538" actId="1036"/>
          <ac:picMkLst>
            <pc:docMk/>
            <pc:sldMk cId="2880670099" sldId="9782"/>
            <ac:picMk id="34" creationId="{D0E69AF6-174A-B8D1-2DF3-449D268ED5B6}"/>
          </ac:picMkLst>
        </pc:picChg>
        <pc:picChg chg="mod">
          <ac:chgData name="Macher, Andreas (DI FA CTR PLC PPM)" userId="f1dcac62-7bef-43eb-91f0-927336a1714f" providerId="ADAL" clId="{1C5A6487-D517-4F0B-ABAB-3A48CB6B746A}" dt="2022-10-31T13:14:59.355" v="1538" actId="1036"/>
          <ac:picMkLst>
            <pc:docMk/>
            <pc:sldMk cId="2880670099" sldId="9782"/>
            <ac:picMk id="35" creationId="{0AB31B71-7585-F649-7AF5-2A12943E26BB}"/>
          </ac:picMkLst>
        </pc:picChg>
        <pc:picChg chg="mod">
          <ac:chgData name="Macher, Andreas (DI FA CTR PLC PPM)" userId="f1dcac62-7bef-43eb-91f0-927336a1714f" providerId="ADAL" clId="{1C5A6487-D517-4F0B-ABAB-3A48CB6B746A}" dt="2022-10-31T13:14:59.355" v="1538" actId="1036"/>
          <ac:picMkLst>
            <pc:docMk/>
            <pc:sldMk cId="2880670099" sldId="9782"/>
            <ac:picMk id="36" creationId="{64875FA7-7B3E-3D6A-F14D-C8E9C598A816}"/>
          </ac:picMkLst>
        </pc:picChg>
        <pc:picChg chg="add mod">
          <ac:chgData name="Macher, Andreas (DI FA CTR PLC PPM)" userId="f1dcac62-7bef-43eb-91f0-927336a1714f" providerId="ADAL" clId="{1C5A6487-D517-4F0B-ABAB-3A48CB6B746A}" dt="2022-10-31T13:14:59.355" v="1538" actId="1036"/>
          <ac:picMkLst>
            <pc:docMk/>
            <pc:sldMk cId="2880670099" sldId="9782"/>
            <ac:picMk id="40" creationId="{4D6AA3E2-8DDA-F1D8-E37C-098BFFCF52AB}"/>
          </ac:picMkLst>
        </pc:picChg>
        <pc:picChg chg="add mod">
          <ac:chgData name="Macher, Andreas (DI FA CTR PLC PPM)" userId="f1dcac62-7bef-43eb-91f0-927336a1714f" providerId="ADAL" clId="{1C5A6487-D517-4F0B-ABAB-3A48CB6B746A}" dt="2022-10-31T13:14:59.355" v="1538" actId="1036"/>
          <ac:picMkLst>
            <pc:docMk/>
            <pc:sldMk cId="2880670099" sldId="9782"/>
            <ac:picMk id="41" creationId="{8C58C11D-B518-ED09-972E-0B2FF093C215}"/>
          </ac:picMkLst>
        </pc:picChg>
        <pc:picChg chg="add mod">
          <ac:chgData name="Macher, Andreas (DI FA CTR PLC PPM)" userId="f1dcac62-7bef-43eb-91f0-927336a1714f" providerId="ADAL" clId="{1C5A6487-D517-4F0B-ABAB-3A48CB6B746A}" dt="2022-10-31T13:14:59.355" v="1538" actId="1036"/>
          <ac:picMkLst>
            <pc:docMk/>
            <pc:sldMk cId="2880670099" sldId="9782"/>
            <ac:picMk id="44" creationId="{FDBDB556-40BB-3CE3-3883-E79455FE260D}"/>
          </ac:picMkLst>
        </pc:picChg>
        <pc:picChg chg="add mod">
          <ac:chgData name="Macher, Andreas (DI FA CTR PLC PPM)" userId="f1dcac62-7bef-43eb-91f0-927336a1714f" providerId="ADAL" clId="{1C5A6487-D517-4F0B-ABAB-3A48CB6B746A}" dt="2022-10-31T13:14:59.355" v="1538" actId="1036"/>
          <ac:picMkLst>
            <pc:docMk/>
            <pc:sldMk cId="2880670099" sldId="9782"/>
            <ac:picMk id="52" creationId="{8C000FAC-9E9F-BD3E-5D3D-5ED282504A1E}"/>
          </ac:picMkLst>
        </pc:picChg>
        <pc:picChg chg="add mod">
          <ac:chgData name="Macher, Andreas (DI FA CTR PLC PPM)" userId="f1dcac62-7bef-43eb-91f0-927336a1714f" providerId="ADAL" clId="{1C5A6487-D517-4F0B-ABAB-3A48CB6B746A}" dt="2022-10-31T13:14:59.355" v="1538" actId="1036"/>
          <ac:picMkLst>
            <pc:docMk/>
            <pc:sldMk cId="2880670099" sldId="9782"/>
            <ac:picMk id="53" creationId="{6595B605-EBE5-66FE-A0B1-AAA8B95B4290}"/>
          </ac:picMkLst>
        </pc:picChg>
        <pc:picChg chg="add mod">
          <ac:chgData name="Macher, Andreas (DI FA CTR PLC PPM)" userId="f1dcac62-7bef-43eb-91f0-927336a1714f" providerId="ADAL" clId="{1C5A6487-D517-4F0B-ABAB-3A48CB6B746A}" dt="2022-10-31T13:14:59.355" v="1538" actId="1036"/>
          <ac:picMkLst>
            <pc:docMk/>
            <pc:sldMk cId="2880670099" sldId="9782"/>
            <ac:picMk id="54" creationId="{259C2C92-8FA5-070D-DBEF-B548AED82742}"/>
          </ac:picMkLst>
        </pc:picChg>
        <pc:picChg chg="add mod">
          <ac:chgData name="Macher, Andreas (DI FA CTR PLC PPM)" userId="f1dcac62-7bef-43eb-91f0-927336a1714f" providerId="ADAL" clId="{1C5A6487-D517-4F0B-ABAB-3A48CB6B746A}" dt="2022-10-31T13:14:59.355" v="1538" actId="1036"/>
          <ac:picMkLst>
            <pc:docMk/>
            <pc:sldMk cId="2880670099" sldId="9782"/>
            <ac:picMk id="55" creationId="{831DC5C0-1B95-2B2B-817A-9E794EB330A8}"/>
          </ac:picMkLst>
        </pc:picChg>
        <pc:picChg chg="add mod">
          <ac:chgData name="Macher, Andreas (DI FA CTR PLC PPM)" userId="f1dcac62-7bef-43eb-91f0-927336a1714f" providerId="ADAL" clId="{1C5A6487-D517-4F0B-ABAB-3A48CB6B746A}" dt="2022-10-31T13:14:59.355" v="1538" actId="1036"/>
          <ac:picMkLst>
            <pc:docMk/>
            <pc:sldMk cId="2880670099" sldId="9782"/>
            <ac:picMk id="56" creationId="{9D3B0D30-1FD9-CD83-D5B9-E402A5A202F7}"/>
          </ac:picMkLst>
        </pc:picChg>
        <pc:picChg chg="add mod">
          <ac:chgData name="Macher, Andreas (DI FA CTR PLC PPM)" userId="f1dcac62-7bef-43eb-91f0-927336a1714f" providerId="ADAL" clId="{1C5A6487-D517-4F0B-ABAB-3A48CB6B746A}" dt="2022-10-31T13:14:59.355" v="1538" actId="1036"/>
          <ac:picMkLst>
            <pc:docMk/>
            <pc:sldMk cId="2880670099" sldId="9782"/>
            <ac:picMk id="57" creationId="{0B2C4884-FED0-E2E2-C77B-A01CC2D37B93}"/>
          </ac:picMkLst>
        </pc:picChg>
        <pc:picChg chg="add mod">
          <ac:chgData name="Macher, Andreas (DI FA CTR PLC PPM)" userId="f1dcac62-7bef-43eb-91f0-927336a1714f" providerId="ADAL" clId="{1C5A6487-D517-4F0B-ABAB-3A48CB6B746A}" dt="2022-10-31T13:14:59.355" v="1538" actId="1036"/>
          <ac:picMkLst>
            <pc:docMk/>
            <pc:sldMk cId="2880670099" sldId="9782"/>
            <ac:picMk id="58" creationId="{40C24F29-118F-0B56-6026-319D9FE8C1EF}"/>
          </ac:picMkLst>
        </pc:picChg>
        <pc:picChg chg="add mod">
          <ac:chgData name="Macher, Andreas (DI FA CTR PLC PPM)" userId="f1dcac62-7bef-43eb-91f0-927336a1714f" providerId="ADAL" clId="{1C5A6487-D517-4F0B-ABAB-3A48CB6B746A}" dt="2022-10-31T13:14:59.355" v="1538" actId="1036"/>
          <ac:picMkLst>
            <pc:docMk/>
            <pc:sldMk cId="2880670099" sldId="9782"/>
            <ac:picMk id="59" creationId="{12013D3F-BC50-4632-6166-C122DC0CCE65}"/>
          </ac:picMkLst>
        </pc:picChg>
        <pc:picChg chg="add mod">
          <ac:chgData name="Macher, Andreas (DI FA CTR PLC PPM)" userId="f1dcac62-7bef-43eb-91f0-927336a1714f" providerId="ADAL" clId="{1C5A6487-D517-4F0B-ABAB-3A48CB6B746A}" dt="2022-10-31T13:14:59.355" v="1538" actId="1036"/>
          <ac:picMkLst>
            <pc:docMk/>
            <pc:sldMk cId="2880670099" sldId="9782"/>
            <ac:picMk id="60" creationId="{54AA1C8F-97E1-4E25-E5CE-1F8D62FE195B}"/>
          </ac:picMkLst>
        </pc:picChg>
        <pc:picChg chg="add mod">
          <ac:chgData name="Macher, Andreas (DI FA CTR PLC PPM)" userId="f1dcac62-7bef-43eb-91f0-927336a1714f" providerId="ADAL" clId="{1C5A6487-D517-4F0B-ABAB-3A48CB6B746A}" dt="2022-10-31T13:14:59.355" v="1538" actId="1036"/>
          <ac:picMkLst>
            <pc:docMk/>
            <pc:sldMk cId="2880670099" sldId="9782"/>
            <ac:picMk id="61" creationId="{F8A67563-0B61-5F17-CCF5-DFDC85BA28C5}"/>
          </ac:picMkLst>
        </pc:picChg>
        <pc:picChg chg="add mod">
          <ac:chgData name="Macher, Andreas (DI FA CTR PLC PPM)" userId="f1dcac62-7bef-43eb-91f0-927336a1714f" providerId="ADAL" clId="{1C5A6487-D517-4F0B-ABAB-3A48CB6B746A}" dt="2022-10-31T13:14:59.355" v="1538" actId="1036"/>
          <ac:picMkLst>
            <pc:docMk/>
            <pc:sldMk cId="2880670099" sldId="9782"/>
            <ac:picMk id="62" creationId="{902950DA-23C5-91F9-7D2F-3800AAD11DDA}"/>
          </ac:picMkLst>
        </pc:picChg>
        <pc:picChg chg="add mod">
          <ac:chgData name="Macher, Andreas (DI FA CTR PLC PPM)" userId="f1dcac62-7bef-43eb-91f0-927336a1714f" providerId="ADAL" clId="{1C5A6487-D517-4F0B-ABAB-3A48CB6B746A}" dt="2022-10-31T13:14:59.355" v="1538" actId="1036"/>
          <ac:picMkLst>
            <pc:docMk/>
            <pc:sldMk cId="2880670099" sldId="9782"/>
            <ac:picMk id="63" creationId="{CDEC4268-F0B4-FB86-2AE9-E42E2CFF9069}"/>
          </ac:picMkLst>
        </pc:picChg>
        <pc:picChg chg="mod">
          <ac:chgData name="Macher, Andreas (DI FA CTR PLC PPM)" userId="f1dcac62-7bef-43eb-91f0-927336a1714f" providerId="ADAL" clId="{1C5A6487-D517-4F0B-ABAB-3A48CB6B746A}" dt="2022-10-31T13:14:59.355" v="1538" actId="1036"/>
          <ac:picMkLst>
            <pc:docMk/>
            <pc:sldMk cId="2880670099" sldId="9782"/>
            <ac:picMk id="224" creationId="{33F33E57-0EE4-A892-597D-B3D6F11E8480}"/>
          </ac:picMkLst>
        </pc:picChg>
        <pc:picChg chg="mod">
          <ac:chgData name="Macher, Andreas (DI FA CTR PLC PPM)" userId="f1dcac62-7bef-43eb-91f0-927336a1714f" providerId="ADAL" clId="{1C5A6487-D517-4F0B-ABAB-3A48CB6B746A}" dt="2022-10-31T13:14:59.355" v="1538" actId="1036"/>
          <ac:picMkLst>
            <pc:docMk/>
            <pc:sldMk cId="2880670099" sldId="9782"/>
            <ac:picMk id="225" creationId="{444B6EC9-8774-394C-FB7B-B6320A728EB7}"/>
          </ac:picMkLst>
        </pc:picChg>
        <pc:picChg chg="mod">
          <ac:chgData name="Macher, Andreas (DI FA CTR PLC PPM)" userId="f1dcac62-7bef-43eb-91f0-927336a1714f" providerId="ADAL" clId="{1C5A6487-D517-4F0B-ABAB-3A48CB6B746A}" dt="2022-10-31T13:14:59.355" v="1538" actId="1036"/>
          <ac:picMkLst>
            <pc:docMk/>
            <pc:sldMk cId="2880670099" sldId="9782"/>
            <ac:picMk id="227" creationId="{62C37C11-CD23-BA40-492D-FADDD20DE8B5}"/>
          </ac:picMkLst>
        </pc:picChg>
        <pc:picChg chg="mod">
          <ac:chgData name="Macher, Andreas (DI FA CTR PLC PPM)" userId="f1dcac62-7bef-43eb-91f0-927336a1714f" providerId="ADAL" clId="{1C5A6487-D517-4F0B-ABAB-3A48CB6B746A}" dt="2022-10-31T13:14:59.355" v="1538" actId="1036"/>
          <ac:picMkLst>
            <pc:docMk/>
            <pc:sldMk cId="2880670099" sldId="9782"/>
            <ac:picMk id="228" creationId="{A630C207-CACD-5840-EE18-C2D05FF92487}"/>
          </ac:picMkLst>
        </pc:picChg>
        <pc:picChg chg="mod">
          <ac:chgData name="Macher, Andreas (DI FA CTR PLC PPM)" userId="f1dcac62-7bef-43eb-91f0-927336a1714f" providerId="ADAL" clId="{1C5A6487-D517-4F0B-ABAB-3A48CB6B746A}" dt="2022-10-31T13:14:59.355" v="1538" actId="1036"/>
          <ac:picMkLst>
            <pc:docMk/>
            <pc:sldMk cId="2880670099" sldId="9782"/>
            <ac:picMk id="229" creationId="{4586A4F1-96D4-6107-3E8F-17ECBEC90469}"/>
          </ac:picMkLst>
        </pc:picChg>
        <pc:picChg chg="add mod">
          <ac:chgData name="Macher, Andreas (DI FA CTR PLC PPM)" userId="f1dcac62-7bef-43eb-91f0-927336a1714f" providerId="ADAL" clId="{1C5A6487-D517-4F0B-ABAB-3A48CB6B746A}" dt="2022-10-31T13:14:59.355" v="1538" actId="1036"/>
          <ac:picMkLst>
            <pc:docMk/>
            <pc:sldMk cId="2880670099" sldId="9782"/>
            <ac:picMk id="233" creationId="{F7399B81-4BF0-B249-5E9B-B14A9C611BF2}"/>
          </ac:picMkLst>
        </pc:picChg>
        <pc:picChg chg="add mod">
          <ac:chgData name="Macher, Andreas (DI FA CTR PLC PPM)" userId="f1dcac62-7bef-43eb-91f0-927336a1714f" providerId="ADAL" clId="{1C5A6487-D517-4F0B-ABAB-3A48CB6B746A}" dt="2022-10-31T13:14:59.355" v="1538" actId="1036"/>
          <ac:picMkLst>
            <pc:docMk/>
            <pc:sldMk cId="2880670099" sldId="9782"/>
            <ac:picMk id="234" creationId="{CC7B1794-2E7D-70AA-90CA-F682EE7D21C9}"/>
          </ac:picMkLst>
        </pc:picChg>
        <pc:picChg chg="add mod">
          <ac:chgData name="Macher, Andreas (DI FA CTR PLC PPM)" userId="f1dcac62-7bef-43eb-91f0-927336a1714f" providerId="ADAL" clId="{1C5A6487-D517-4F0B-ABAB-3A48CB6B746A}" dt="2022-10-31T13:14:59.355" v="1538" actId="1036"/>
          <ac:picMkLst>
            <pc:docMk/>
            <pc:sldMk cId="2880670099" sldId="9782"/>
            <ac:picMk id="235" creationId="{0735E1AB-482F-9B17-9FC0-6E498417730C}"/>
          </ac:picMkLst>
        </pc:picChg>
        <pc:picChg chg="mod">
          <ac:chgData name="Macher, Andreas (DI FA CTR PLC PPM)" userId="f1dcac62-7bef-43eb-91f0-927336a1714f" providerId="ADAL" clId="{1C5A6487-D517-4F0B-ABAB-3A48CB6B746A}" dt="2022-10-31T13:14:59.355" v="1538" actId="1036"/>
          <ac:picMkLst>
            <pc:docMk/>
            <pc:sldMk cId="2880670099" sldId="9782"/>
            <ac:picMk id="247" creationId="{029892A3-7D95-D0E7-BBDE-7FE46FC99EA4}"/>
          </ac:picMkLst>
        </pc:picChg>
        <pc:picChg chg="mod">
          <ac:chgData name="Macher, Andreas (DI FA CTR PLC PPM)" userId="f1dcac62-7bef-43eb-91f0-927336a1714f" providerId="ADAL" clId="{1C5A6487-D517-4F0B-ABAB-3A48CB6B746A}" dt="2022-10-31T13:14:59.355" v="1538" actId="1036"/>
          <ac:picMkLst>
            <pc:docMk/>
            <pc:sldMk cId="2880670099" sldId="9782"/>
            <ac:picMk id="248" creationId="{99756A68-B43D-104C-F846-B3B6B4A84289}"/>
          </ac:picMkLst>
        </pc:picChg>
        <pc:picChg chg="add mod">
          <ac:chgData name="Macher, Andreas (DI FA CTR PLC PPM)" userId="f1dcac62-7bef-43eb-91f0-927336a1714f" providerId="ADAL" clId="{1C5A6487-D517-4F0B-ABAB-3A48CB6B746A}" dt="2022-10-31T13:14:59.355" v="1538" actId="1036"/>
          <ac:picMkLst>
            <pc:docMk/>
            <pc:sldMk cId="2880670099" sldId="9782"/>
            <ac:picMk id="288" creationId="{914EFE44-9C62-761D-F1F8-3C5199D4C8EF}"/>
          </ac:picMkLst>
        </pc:picChg>
        <pc:picChg chg="add mod">
          <ac:chgData name="Macher, Andreas (DI FA CTR PLC PPM)" userId="f1dcac62-7bef-43eb-91f0-927336a1714f" providerId="ADAL" clId="{1C5A6487-D517-4F0B-ABAB-3A48CB6B746A}" dt="2022-10-31T13:14:59.355" v="1538" actId="1036"/>
          <ac:picMkLst>
            <pc:docMk/>
            <pc:sldMk cId="2880670099" sldId="9782"/>
            <ac:picMk id="289" creationId="{5AEA1C73-7ECB-DEBC-874D-BB6CF9BCBE03}"/>
          </ac:picMkLst>
        </pc:picChg>
        <pc:picChg chg="add mod">
          <ac:chgData name="Macher, Andreas (DI FA CTR PLC PPM)" userId="f1dcac62-7bef-43eb-91f0-927336a1714f" providerId="ADAL" clId="{1C5A6487-D517-4F0B-ABAB-3A48CB6B746A}" dt="2022-10-31T13:14:59.355" v="1538" actId="1036"/>
          <ac:picMkLst>
            <pc:docMk/>
            <pc:sldMk cId="2880670099" sldId="9782"/>
            <ac:picMk id="290" creationId="{34C8C04A-A2E4-8446-E296-AA25505D3B62}"/>
          </ac:picMkLst>
        </pc:picChg>
        <pc:picChg chg="mod">
          <ac:chgData name="Macher, Andreas (DI FA CTR PLC PPM)" userId="f1dcac62-7bef-43eb-91f0-927336a1714f" providerId="ADAL" clId="{1C5A6487-D517-4F0B-ABAB-3A48CB6B746A}" dt="2022-10-31T13:14:59.355" v="1538" actId="1036"/>
          <ac:picMkLst>
            <pc:docMk/>
            <pc:sldMk cId="2880670099" sldId="9782"/>
            <ac:picMk id="372" creationId="{00000000-0000-0000-0000-000000000000}"/>
          </ac:picMkLst>
        </pc:picChg>
        <pc:picChg chg="mod">
          <ac:chgData name="Macher, Andreas (DI FA CTR PLC PPM)" userId="f1dcac62-7bef-43eb-91f0-927336a1714f" providerId="ADAL" clId="{1C5A6487-D517-4F0B-ABAB-3A48CB6B746A}" dt="2022-10-31T13:14:59.355" v="1538" actId="1036"/>
          <ac:picMkLst>
            <pc:docMk/>
            <pc:sldMk cId="2880670099" sldId="9782"/>
            <ac:picMk id="373" creationId="{00000000-0000-0000-0000-000000000000}"/>
          </ac:picMkLst>
        </pc:picChg>
        <pc:picChg chg="mod">
          <ac:chgData name="Macher, Andreas (DI FA CTR PLC PPM)" userId="f1dcac62-7bef-43eb-91f0-927336a1714f" providerId="ADAL" clId="{1C5A6487-D517-4F0B-ABAB-3A48CB6B746A}" dt="2022-10-31T13:14:59.355" v="1538" actId="1036"/>
          <ac:picMkLst>
            <pc:docMk/>
            <pc:sldMk cId="2880670099" sldId="9782"/>
            <ac:picMk id="374" creationId="{00000000-0000-0000-0000-000000000000}"/>
          </ac:picMkLst>
        </pc:picChg>
        <pc:picChg chg="mod">
          <ac:chgData name="Macher, Andreas (DI FA CTR PLC PPM)" userId="f1dcac62-7bef-43eb-91f0-927336a1714f" providerId="ADAL" clId="{1C5A6487-D517-4F0B-ABAB-3A48CB6B746A}" dt="2022-10-31T13:14:59.355" v="1538" actId="1036"/>
          <ac:picMkLst>
            <pc:docMk/>
            <pc:sldMk cId="2880670099" sldId="9782"/>
            <ac:picMk id="376" creationId="{00000000-0000-0000-0000-000000000000}"/>
          </ac:picMkLst>
        </pc:picChg>
        <pc:picChg chg="mod">
          <ac:chgData name="Macher, Andreas (DI FA CTR PLC PPM)" userId="f1dcac62-7bef-43eb-91f0-927336a1714f" providerId="ADAL" clId="{1C5A6487-D517-4F0B-ABAB-3A48CB6B746A}" dt="2022-10-31T13:14:59.355" v="1538" actId="1036"/>
          <ac:picMkLst>
            <pc:docMk/>
            <pc:sldMk cId="2880670099" sldId="9782"/>
            <ac:picMk id="377" creationId="{00000000-0000-0000-0000-000000000000}"/>
          </ac:picMkLst>
        </pc:picChg>
        <pc:picChg chg="mod">
          <ac:chgData name="Macher, Andreas (DI FA CTR PLC PPM)" userId="f1dcac62-7bef-43eb-91f0-927336a1714f" providerId="ADAL" clId="{1C5A6487-D517-4F0B-ABAB-3A48CB6B746A}" dt="2022-10-31T13:14:59.355" v="1538" actId="1036"/>
          <ac:picMkLst>
            <pc:docMk/>
            <pc:sldMk cId="2880670099" sldId="9782"/>
            <ac:picMk id="378" creationId="{00000000-0000-0000-0000-000000000000}"/>
          </ac:picMkLst>
        </pc:picChg>
        <pc:cxnChg chg="mod">
          <ac:chgData name="Macher, Andreas (DI FA CTR PLC PPM)" userId="f1dcac62-7bef-43eb-91f0-927336a1714f" providerId="ADAL" clId="{1C5A6487-D517-4F0B-ABAB-3A48CB6B746A}" dt="2022-10-31T13:14:59.355" v="1538" actId="1036"/>
          <ac:cxnSpMkLst>
            <pc:docMk/>
            <pc:sldMk cId="2880670099" sldId="9782"/>
            <ac:cxnSpMk id="9" creationId="{092BC0C3-59A7-8972-33F2-6E46D931FA39}"/>
          </ac:cxnSpMkLst>
        </pc:cxnChg>
        <pc:cxnChg chg="mod">
          <ac:chgData name="Macher, Andreas (DI FA CTR PLC PPM)" userId="f1dcac62-7bef-43eb-91f0-927336a1714f" providerId="ADAL" clId="{1C5A6487-D517-4F0B-ABAB-3A48CB6B746A}" dt="2022-10-31T13:14:59.355" v="1538" actId="1036"/>
          <ac:cxnSpMkLst>
            <pc:docMk/>
            <pc:sldMk cId="2880670099" sldId="9782"/>
            <ac:cxnSpMk id="10" creationId="{9510330D-8CF2-E9D5-4CF7-7910EA7B803C}"/>
          </ac:cxnSpMkLst>
        </pc:cxnChg>
        <pc:cxnChg chg="del">
          <ac:chgData name="Macher, Andreas (DI FA CTR PLC PPM)" userId="f1dcac62-7bef-43eb-91f0-927336a1714f" providerId="ADAL" clId="{1C5A6487-D517-4F0B-ABAB-3A48CB6B746A}" dt="2022-10-31T13:03:09.698" v="1127" actId="478"/>
          <ac:cxnSpMkLst>
            <pc:docMk/>
            <pc:sldMk cId="2880670099" sldId="9782"/>
            <ac:cxnSpMk id="22" creationId="{888C2A2B-F818-FD70-2E29-A481A114D7B3}"/>
          </ac:cxnSpMkLst>
        </pc:cxnChg>
        <pc:cxnChg chg="mod">
          <ac:chgData name="Macher, Andreas (DI FA CTR PLC PPM)" userId="f1dcac62-7bef-43eb-91f0-927336a1714f" providerId="ADAL" clId="{1C5A6487-D517-4F0B-ABAB-3A48CB6B746A}" dt="2022-10-31T13:14:59.355" v="1538" actId="1036"/>
          <ac:cxnSpMkLst>
            <pc:docMk/>
            <pc:sldMk cId="2880670099" sldId="9782"/>
            <ac:cxnSpMk id="241" creationId="{BDEF4178-FF09-75E1-B43A-6CCEE6E82C5E}"/>
          </ac:cxnSpMkLst>
        </pc:cxnChg>
        <pc:cxnChg chg="mod">
          <ac:chgData name="Macher, Andreas (DI FA CTR PLC PPM)" userId="f1dcac62-7bef-43eb-91f0-927336a1714f" providerId="ADAL" clId="{1C5A6487-D517-4F0B-ABAB-3A48CB6B746A}" dt="2022-10-31T13:14:59.355" v="1538" actId="1036"/>
          <ac:cxnSpMkLst>
            <pc:docMk/>
            <pc:sldMk cId="2880670099" sldId="9782"/>
            <ac:cxnSpMk id="242" creationId="{A6E06DEC-FA3C-E245-EB0E-E37EF8A286B9}"/>
          </ac:cxnSpMkLst>
        </pc:cxnChg>
        <pc:cxnChg chg="mod">
          <ac:chgData name="Macher, Andreas (DI FA CTR PLC PPM)" userId="f1dcac62-7bef-43eb-91f0-927336a1714f" providerId="ADAL" clId="{1C5A6487-D517-4F0B-ABAB-3A48CB6B746A}" dt="2022-10-31T13:14:59.355" v="1538" actId="1036"/>
          <ac:cxnSpMkLst>
            <pc:docMk/>
            <pc:sldMk cId="2880670099" sldId="9782"/>
            <ac:cxnSpMk id="251" creationId="{6671AE69-DAA2-A7D8-5944-1AB217F03C38}"/>
          </ac:cxnSpMkLst>
        </pc:cxnChg>
        <pc:cxnChg chg="mod">
          <ac:chgData name="Macher, Andreas (DI FA CTR PLC PPM)" userId="f1dcac62-7bef-43eb-91f0-927336a1714f" providerId="ADAL" clId="{1C5A6487-D517-4F0B-ABAB-3A48CB6B746A}" dt="2022-10-31T13:14:59.355" v="1538" actId="1036"/>
          <ac:cxnSpMkLst>
            <pc:docMk/>
            <pc:sldMk cId="2880670099" sldId="9782"/>
            <ac:cxnSpMk id="252" creationId="{2D4689BA-7286-B128-15EA-D52AE1F0129D}"/>
          </ac:cxnSpMkLst>
        </pc:cxnChg>
        <pc:cxnChg chg="add mod">
          <ac:chgData name="Macher, Andreas (DI FA CTR PLC PPM)" userId="f1dcac62-7bef-43eb-91f0-927336a1714f" providerId="ADAL" clId="{1C5A6487-D517-4F0B-ABAB-3A48CB6B746A}" dt="2022-10-31T13:16:07.111" v="1553" actId="1076"/>
          <ac:cxnSpMkLst>
            <pc:docMk/>
            <pc:sldMk cId="2880670099" sldId="9782"/>
            <ac:cxnSpMk id="292" creationId="{DEC4EE6F-AFDD-40B3-DBD6-4399CC48F6CA}"/>
          </ac:cxnSpMkLst>
        </pc:cxnChg>
        <pc:cxnChg chg="add mod">
          <ac:chgData name="Macher, Andreas (DI FA CTR PLC PPM)" userId="f1dcac62-7bef-43eb-91f0-927336a1714f" providerId="ADAL" clId="{1C5A6487-D517-4F0B-ABAB-3A48CB6B746A}" dt="2022-10-31T13:17:24.270" v="1572" actId="14100"/>
          <ac:cxnSpMkLst>
            <pc:docMk/>
            <pc:sldMk cId="2880670099" sldId="9782"/>
            <ac:cxnSpMk id="296" creationId="{275CF65D-BF05-62B8-5A5E-626921221A56}"/>
          </ac:cxnSpMkLst>
        </pc:cxnChg>
        <pc:cxnChg chg="add mod">
          <ac:chgData name="Macher, Andreas (DI FA CTR PLC PPM)" userId="f1dcac62-7bef-43eb-91f0-927336a1714f" providerId="ADAL" clId="{1C5A6487-D517-4F0B-ABAB-3A48CB6B746A}" dt="2022-10-31T13:18:07.604" v="1575" actId="1076"/>
          <ac:cxnSpMkLst>
            <pc:docMk/>
            <pc:sldMk cId="2880670099" sldId="9782"/>
            <ac:cxnSpMk id="303" creationId="{4EAC7FC3-CD49-AD51-6129-C4E6C542534A}"/>
          </ac:cxnSpMkLst>
        </pc:cxnChg>
        <pc:cxnChg chg="add del mod">
          <ac:chgData name="Macher, Andreas (DI FA CTR PLC PPM)" userId="f1dcac62-7bef-43eb-91f0-927336a1714f" providerId="ADAL" clId="{1C5A6487-D517-4F0B-ABAB-3A48CB6B746A}" dt="2022-10-31T13:18:23.631" v="1577"/>
          <ac:cxnSpMkLst>
            <pc:docMk/>
            <pc:sldMk cId="2880670099" sldId="9782"/>
            <ac:cxnSpMk id="305" creationId="{B6190AED-D828-ECE6-C592-396C401C2D13}"/>
          </ac:cxnSpMkLst>
        </pc:cxnChg>
        <pc:cxnChg chg="add mod">
          <ac:chgData name="Macher, Andreas (DI FA CTR PLC PPM)" userId="f1dcac62-7bef-43eb-91f0-927336a1714f" providerId="ADAL" clId="{1C5A6487-D517-4F0B-ABAB-3A48CB6B746A}" dt="2022-10-31T13:18:33.176" v="1579" actId="1076"/>
          <ac:cxnSpMkLst>
            <pc:docMk/>
            <pc:sldMk cId="2880670099" sldId="9782"/>
            <ac:cxnSpMk id="307" creationId="{2BFDF836-A489-1E87-29A5-000C9632FCE7}"/>
          </ac:cxnSpMkLst>
        </pc:cxnChg>
        <pc:cxnChg chg="add mod">
          <ac:chgData name="Macher, Andreas (DI FA CTR PLC PPM)" userId="f1dcac62-7bef-43eb-91f0-927336a1714f" providerId="ADAL" clId="{1C5A6487-D517-4F0B-ABAB-3A48CB6B746A}" dt="2022-10-31T13:19:06.767" v="1585" actId="1076"/>
          <ac:cxnSpMkLst>
            <pc:docMk/>
            <pc:sldMk cId="2880670099" sldId="9782"/>
            <ac:cxnSpMk id="308" creationId="{B8A257DC-781B-A37D-AD0E-E4E9DD161649}"/>
          </ac:cxnSpMkLst>
        </pc:cxnChg>
        <pc:cxnChg chg="add mod">
          <ac:chgData name="Macher, Andreas (DI FA CTR PLC PPM)" userId="f1dcac62-7bef-43eb-91f0-927336a1714f" providerId="ADAL" clId="{1C5A6487-D517-4F0B-ABAB-3A48CB6B746A}" dt="2022-10-31T13:19:34.971" v="1592" actId="1076"/>
          <ac:cxnSpMkLst>
            <pc:docMk/>
            <pc:sldMk cId="2880670099" sldId="9782"/>
            <ac:cxnSpMk id="312" creationId="{53B686A1-164B-05CE-4D2C-E3A6442641F1}"/>
          </ac:cxnSpMkLst>
        </pc:cxnChg>
      </pc:sldChg>
      <pc:sldChg chg="addSp delSp modSp mod">
        <pc:chgData name="Macher, Andreas (DI FA CTR PLC PPM)" userId="f1dcac62-7bef-43eb-91f0-927336a1714f" providerId="ADAL" clId="{1C5A6487-D517-4F0B-ABAB-3A48CB6B746A}" dt="2022-10-31T16:04:55.119" v="2605" actId="20577"/>
        <pc:sldMkLst>
          <pc:docMk/>
          <pc:sldMk cId="1679484577" sldId="9783"/>
        </pc:sldMkLst>
        <pc:spChg chg="mod topLvl">
          <ac:chgData name="Macher, Andreas (DI FA CTR PLC PPM)" userId="f1dcac62-7bef-43eb-91f0-927336a1714f" providerId="ADAL" clId="{1C5A6487-D517-4F0B-ABAB-3A48CB6B746A}" dt="2022-10-31T12:24:15.300" v="704" actId="338"/>
          <ac:spMkLst>
            <pc:docMk/>
            <pc:sldMk cId="1679484577" sldId="9783"/>
            <ac:spMk id="3" creationId="{3776DFFA-3C47-2BD1-27ED-6541EC2A2E53}"/>
          </ac:spMkLst>
        </pc:spChg>
        <pc:spChg chg="mod">
          <ac:chgData name="Macher, Andreas (DI FA CTR PLC PPM)" userId="f1dcac62-7bef-43eb-91f0-927336a1714f" providerId="ADAL" clId="{1C5A6487-D517-4F0B-ABAB-3A48CB6B746A}" dt="2022-10-31T12:09:59.709" v="590" actId="115"/>
          <ac:spMkLst>
            <pc:docMk/>
            <pc:sldMk cId="1679484577" sldId="9783"/>
            <ac:spMk id="4" creationId="{00000000-0000-0000-0000-000000000000}"/>
          </ac:spMkLst>
        </pc:spChg>
        <pc:spChg chg="mod topLvl">
          <ac:chgData name="Macher, Andreas (DI FA CTR PLC PPM)" userId="f1dcac62-7bef-43eb-91f0-927336a1714f" providerId="ADAL" clId="{1C5A6487-D517-4F0B-ABAB-3A48CB6B746A}" dt="2022-10-31T12:24:15.300" v="704" actId="338"/>
          <ac:spMkLst>
            <pc:docMk/>
            <pc:sldMk cId="1679484577" sldId="9783"/>
            <ac:spMk id="6" creationId="{20F17C3B-44B6-F9E6-143B-EAFA33251FD6}"/>
          </ac:spMkLst>
        </pc:spChg>
        <pc:spChg chg="add mod">
          <ac:chgData name="Macher, Andreas (DI FA CTR PLC PPM)" userId="f1dcac62-7bef-43eb-91f0-927336a1714f" providerId="ADAL" clId="{1C5A6487-D517-4F0B-ABAB-3A48CB6B746A}" dt="2022-10-31T12:09:18.990" v="587" actId="404"/>
          <ac:spMkLst>
            <pc:docMk/>
            <pc:sldMk cId="1679484577" sldId="9783"/>
            <ac:spMk id="7" creationId="{A903405D-F4CB-9DB1-3A94-A012935D75A7}"/>
          </ac:spMkLst>
        </pc:spChg>
        <pc:spChg chg="mod topLvl">
          <ac:chgData name="Macher, Andreas (DI FA CTR PLC PPM)" userId="f1dcac62-7bef-43eb-91f0-927336a1714f" providerId="ADAL" clId="{1C5A6487-D517-4F0B-ABAB-3A48CB6B746A}" dt="2022-10-31T12:24:15.300" v="704" actId="338"/>
          <ac:spMkLst>
            <pc:docMk/>
            <pc:sldMk cId="1679484577" sldId="9783"/>
            <ac:spMk id="15" creationId="{023F9E43-4B78-74FB-BA97-FF070B027BC1}"/>
          </ac:spMkLst>
        </pc:spChg>
        <pc:spChg chg="mod topLvl">
          <ac:chgData name="Macher, Andreas (DI FA CTR PLC PPM)" userId="f1dcac62-7bef-43eb-91f0-927336a1714f" providerId="ADAL" clId="{1C5A6487-D517-4F0B-ABAB-3A48CB6B746A}" dt="2022-10-31T12:24:15.300" v="704" actId="338"/>
          <ac:spMkLst>
            <pc:docMk/>
            <pc:sldMk cId="1679484577" sldId="9783"/>
            <ac:spMk id="16" creationId="{399F7D5F-222C-8CF0-06A2-EAE9828A2E9B}"/>
          </ac:spMkLst>
        </pc:spChg>
        <pc:spChg chg="mod topLvl">
          <ac:chgData name="Macher, Andreas (DI FA CTR PLC PPM)" userId="f1dcac62-7bef-43eb-91f0-927336a1714f" providerId="ADAL" clId="{1C5A6487-D517-4F0B-ABAB-3A48CB6B746A}" dt="2022-10-31T12:24:15.300" v="704" actId="338"/>
          <ac:spMkLst>
            <pc:docMk/>
            <pc:sldMk cId="1679484577" sldId="9783"/>
            <ac:spMk id="17" creationId="{8C196339-B5A9-75A5-F189-3D54650B77F0}"/>
          </ac:spMkLst>
        </pc:spChg>
        <pc:spChg chg="add del mod">
          <ac:chgData name="Macher, Andreas (DI FA CTR PLC PPM)" userId="f1dcac62-7bef-43eb-91f0-927336a1714f" providerId="ADAL" clId="{1C5A6487-D517-4F0B-ABAB-3A48CB6B746A}" dt="2022-10-31T12:17:05.178" v="628" actId="478"/>
          <ac:spMkLst>
            <pc:docMk/>
            <pc:sldMk cId="1679484577" sldId="9783"/>
            <ac:spMk id="23" creationId="{2B8E2FB3-C6A8-858F-D4C2-6F8C83DE5F46}"/>
          </ac:spMkLst>
        </pc:spChg>
        <pc:spChg chg="add del mod">
          <ac:chgData name="Macher, Andreas (DI FA CTR PLC PPM)" userId="f1dcac62-7bef-43eb-91f0-927336a1714f" providerId="ADAL" clId="{1C5A6487-D517-4F0B-ABAB-3A48CB6B746A}" dt="2022-10-31T12:17:41.889" v="634" actId="478"/>
          <ac:spMkLst>
            <pc:docMk/>
            <pc:sldMk cId="1679484577" sldId="9783"/>
            <ac:spMk id="24" creationId="{1ABF1904-E1CF-3A29-265E-893CADF2B5E2}"/>
          </ac:spMkLst>
        </pc:spChg>
        <pc:spChg chg="add del mod">
          <ac:chgData name="Macher, Andreas (DI FA CTR PLC PPM)" userId="f1dcac62-7bef-43eb-91f0-927336a1714f" providerId="ADAL" clId="{1C5A6487-D517-4F0B-ABAB-3A48CB6B746A}" dt="2022-10-31T12:14:26.288" v="621" actId="478"/>
          <ac:spMkLst>
            <pc:docMk/>
            <pc:sldMk cId="1679484577" sldId="9783"/>
            <ac:spMk id="27" creationId="{13029CF0-6EA1-B45A-6CB2-5C5644B8D252}"/>
          </ac:spMkLst>
        </pc:spChg>
        <pc:spChg chg="add mod">
          <ac:chgData name="Macher, Andreas (DI FA CTR PLC PPM)" userId="f1dcac62-7bef-43eb-91f0-927336a1714f" providerId="ADAL" clId="{1C5A6487-D517-4F0B-ABAB-3A48CB6B746A}" dt="2022-10-31T12:21:17.844" v="670"/>
          <ac:spMkLst>
            <pc:docMk/>
            <pc:sldMk cId="1679484577" sldId="9783"/>
            <ac:spMk id="28" creationId="{2B1C4046-3282-0456-0B7C-E7B921ABC696}"/>
          </ac:spMkLst>
        </pc:spChg>
        <pc:spChg chg="add del mod">
          <ac:chgData name="Macher, Andreas (DI FA CTR PLC PPM)" userId="f1dcac62-7bef-43eb-91f0-927336a1714f" providerId="ADAL" clId="{1C5A6487-D517-4F0B-ABAB-3A48CB6B746A}" dt="2022-10-31T12:20:00.481" v="665" actId="478"/>
          <ac:spMkLst>
            <pc:docMk/>
            <pc:sldMk cId="1679484577" sldId="9783"/>
            <ac:spMk id="29" creationId="{270240D6-099E-4928-7286-1BA3F17F2AB2}"/>
          </ac:spMkLst>
        </pc:spChg>
        <pc:spChg chg="add mod">
          <ac:chgData name="Macher, Andreas (DI FA CTR PLC PPM)" userId="f1dcac62-7bef-43eb-91f0-927336a1714f" providerId="ADAL" clId="{1C5A6487-D517-4F0B-ABAB-3A48CB6B746A}" dt="2022-10-31T12:22:55.428" v="682" actId="14100"/>
          <ac:spMkLst>
            <pc:docMk/>
            <pc:sldMk cId="1679484577" sldId="9783"/>
            <ac:spMk id="30" creationId="{EEC1D2DF-6354-8567-9772-299EB5E0CDBE}"/>
          </ac:spMkLst>
        </pc:spChg>
        <pc:spChg chg="add mod">
          <ac:chgData name="Macher, Andreas (DI FA CTR PLC PPM)" userId="f1dcac62-7bef-43eb-91f0-927336a1714f" providerId="ADAL" clId="{1C5A6487-D517-4F0B-ABAB-3A48CB6B746A}" dt="2022-10-31T16:03:54.146" v="2600" actId="14100"/>
          <ac:spMkLst>
            <pc:docMk/>
            <pc:sldMk cId="1679484577" sldId="9783"/>
            <ac:spMk id="32" creationId="{FCF43DDF-1FF8-97FF-E33E-32D704882F99}"/>
          </ac:spMkLst>
        </pc:spChg>
        <pc:spChg chg="mod">
          <ac:chgData name="Macher, Andreas (DI FA CTR PLC PPM)" userId="f1dcac62-7bef-43eb-91f0-927336a1714f" providerId="ADAL" clId="{1C5A6487-D517-4F0B-ABAB-3A48CB6B746A}" dt="2022-10-31T15:56:14.318" v="2505"/>
          <ac:spMkLst>
            <pc:docMk/>
            <pc:sldMk cId="1679484577" sldId="9783"/>
            <ac:spMk id="34" creationId="{ED7B580F-1938-34D0-90C9-92B3ACC8F1FE}"/>
          </ac:spMkLst>
        </pc:spChg>
        <pc:spChg chg="mod">
          <ac:chgData name="Macher, Andreas (DI FA CTR PLC PPM)" userId="f1dcac62-7bef-43eb-91f0-927336a1714f" providerId="ADAL" clId="{1C5A6487-D517-4F0B-ABAB-3A48CB6B746A}" dt="2022-10-31T15:56:14.318" v="2505"/>
          <ac:spMkLst>
            <pc:docMk/>
            <pc:sldMk cId="1679484577" sldId="9783"/>
            <ac:spMk id="35" creationId="{08DAF1DB-DF29-AD5A-04BD-8192CAC3CC20}"/>
          </ac:spMkLst>
        </pc:spChg>
        <pc:spChg chg="mod">
          <ac:chgData name="Macher, Andreas (DI FA CTR PLC PPM)" userId="f1dcac62-7bef-43eb-91f0-927336a1714f" providerId="ADAL" clId="{1C5A6487-D517-4F0B-ABAB-3A48CB6B746A}" dt="2022-10-31T16:01:04.030" v="2557"/>
          <ac:spMkLst>
            <pc:docMk/>
            <pc:sldMk cId="1679484577" sldId="9783"/>
            <ac:spMk id="37" creationId="{F4DCDFD3-0FBF-65D0-F376-5AE88BE4D6B0}"/>
          </ac:spMkLst>
        </pc:spChg>
        <pc:spChg chg="mod">
          <ac:chgData name="Macher, Andreas (DI FA CTR PLC PPM)" userId="f1dcac62-7bef-43eb-91f0-927336a1714f" providerId="ADAL" clId="{1C5A6487-D517-4F0B-ABAB-3A48CB6B746A}" dt="2022-10-31T16:01:04.030" v="2557"/>
          <ac:spMkLst>
            <pc:docMk/>
            <pc:sldMk cId="1679484577" sldId="9783"/>
            <ac:spMk id="38" creationId="{CB7423E5-9DC0-2777-3BB7-DA1747E76835}"/>
          </ac:spMkLst>
        </pc:spChg>
        <pc:spChg chg="mod">
          <ac:chgData name="Macher, Andreas (DI FA CTR PLC PPM)" userId="f1dcac62-7bef-43eb-91f0-927336a1714f" providerId="ADAL" clId="{1C5A6487-D517-4F0B-ABAB-3A48CB6B746A}" dt="2022-10-31T16:01:10.097" v="2559"/>
          <ac:spMkLst>
            <pc:docMk/>
            <pc:sldMk cId="1679484577" sldId="9783"/>
            <ac:spMk id="40" creationId="{B7FD679E-5EC3-B282-AE73-D9ADCA202E59}"/>
          </ac:spMkLst>
        </pc:spChg>
        <pc:spChg chg="mod">
          <ac:chgData name="Macher, Andreas (DI FA CTR PLC PPM)" userId="f1dcac62-7bef-43eb-91f0-927336a1714f" providerId="ADAL" clId="{1C5A6487-D517-4F0B-ABAB-3A48CB6B746A}" dt="2022-10-31T16:01:10.097" v="2559"/>
          <ac:spMkLst>
            <pc:docMk/>
            <pc:sldMk cId="1679484577" sldId="9783"/>
            <ac:spMk id="41" creationId="{4DF9450C-9320-CEA7-EB66-1C18DE81B20E}"/>
          </ac:spMkLst>
        </pc:spChg>
        <pc:spChg chg="mod">
          <ac:chgData name="Macher, Andreas (DI FA CTR PLC PPM)" userId="f1dcac62-7bef-43eb-91f0-927336a1714f" providerId="ADAL" clId="{1C5A6487-D517-4F0B-ABAB-3A48CB6B746A}" dt="2022-10-31T16:01:14.371" v="2561"/>
          <ac:spMkLst>
            <pc:docMk/>
            <pc:sldMk cId="1679484577" sldId="9783"/>
            <ac:spMk id="43" creationId="{C6ADDAD1-CBBA-CD5F-5049-E57D3787B4B1}"/>
          </ac:spMkLst>
        </pc:spChg>
        <pc:spChg chg="mod">
          <ac:chgData name="Macher, Andreas (DI FA CTR PLC PPM)" userId="f1dcac62-7bef-43eb-91f0-927336a1714f" providerId="ADAL" clId="{1C5A6487-D517-4F0B-ABAB-3A48CB6B746A}" dt="2022-10-31T16:01:24.441" v="2564" actId="1076"/>
          <ac:spMkLst>
            <pc:docMk/>
            <pc:sldMk cId="1679484577" sldId="9783"/>
            <ac:spMk id="44" creationId="{98471329-C794-6DA2-8577-29BD601B1066}"/>
          </ac:spMkLst>
        </pc:spChg>
        <pc:spChg chg="mod">
          <ac:chgData name="Macher, Andreas (DI FA CTR PLC PPM)" userId="f1dcac62-7bef-43eb-91f0-927336a1714f" providerId="ADAL" clId="{1C5A6487-D517-4F0B-ABAB-3A48CB6B746A}" dt="2022-10-31T16:04:45.487" v="2603"/>
          <ac:spMkLst>
            <pc:docMk/>
            <pc:sldMk cId="1679484577" sldId="9783"/>
            <ac:spMk id="46" creationId="{1BBDC42E-2CCD-5A15-914E-FE69EC73A49A}"/>
          </ac:spMkLst>
        </pc:spChg>
        <pc:spChg chg="mod">
          <ac:chgData name="Macher, Andreas (DI FA CTR PLC PPM)" userId="f1dcac62-7bef-43eb-91f0-927336a1714f" providerId="ADAL" clId="{1C5A6487-D517-4F0B-ABAB-3A48CB6B746A}" dt="2022-10-31T16:04:55.119" v="2605" actId="20577"/>
          <ac:spMkLst>
            <pc:docMk/>
            <pc:sldMk cId="1679484577" sldId="9783"/>
            <ac:spMk id="47" creationId="{A89B1634-DE60-C809-0F58-3D301D0E7369}"/>
          </ac:spMkLst>
        </pc:spChg>
        <pc:spChg chg="mod">
          <ac:chgData name="Macher, Andreas (DI FA CTR PLC PPM)" userId="f1dcac62-7bef-43eb-91f0-927336a1714f" providerId="ADAL" clId="{1C5A6487-D517-4F0B-ABAB-3A48CB6B746A}" dt="2022-10-31T12:09:18.990" v="587" actId="404"/>
          <ac:spMkLst>
            <pc:docMk/>
            <pc:sldMk cId="1679484577" sldId="9783"/>
            <ac:spMk id="102" creationId="{871CACC2-24F2-C228-36D2-D1869A6F9236}"/>
          </ac:spMkLst>
        </pc:spChg>
        <pc:spChg chg="add mod">
          <ac:chgData name="Macher, Andreas (DI FA CTR PLC PPM)" userId="f1dcac62-7bef-43eb-91f0-927336a1714f" providerId="ADAL" clId="{1C5A6487-D517-4F0B-ABAB-3A48CB6B746A}" dt="2022-10-31T12:23:26.958" v="700" actId="1076"/>
          <ac:spMkLst>
            <pc:docMk/>
            <pc:sldMk cId="1679484577" sldId="9783"/>
            <ac:spMk id="230" creationId="{7854F3E2-3FD2-0037-9ADA-563EE9DF3B8B}"/>
          </ac:spMkLst>
        </pc:spChg>
        <pc:spChg chg="add mod">
          <ac:chgData name="Macher, Andreas (DI FA CTR PLC PPM)" userId="f1dcac62-7bef-43eb-91f0-927336a1714f" providerId="ADAL" clId="{1C5A6487-D517-4F0B-ABAB-3A48CB6B746A}" dt="2022-10-31T12:25:20.781" v="714" actId="1076"/>
          <ac:spMkLst>
            <pc:docMk/>
            <pc:sldMk cId="1679484577" sldId="9783"/>
            <ac:spMk id="233" creationId="{201E7554-62E3-BEA4-18D6-AFC5B0CE8AB2}"/>
          </ac:spMkLst>
        </pc:spChg>
        <pc:spChg chg="add mod">
          <ac:chgData name="Macher, Andreas (DI FA CTR PLC PPM)" userId="f1dcac62-7bef-43eb-91f0-927336a1714f" providerId="ADAL" clId="{1C5A6487-D517-4F0B-ABAB-3A48CB6B746A}" dt="2022-10-31T12:26:09.745" v="720" actId="1076"/>
          <ac:spMkLst>
            <pc:docMk/>
            <pc:sldMk cId="1679484577" sldId="9783"/>
            <ac:spMk id="236" creationId="{2735F217-421F-1B74-1029-8E0B038B9C9E}"/>
          </ac:spMkLst>
        </pc:spChg>
        <pc:spChg chg="add mod">
          <ac:chgData name="Macher, Andreas (DI FA CTR PLC PPM)" userId="f1dcac62-7bef-43eb-91f0-927336a1714f" providerId="ADAL" clId="{1C5A6487-D517-4F0B-ABAB-3A48CB6B746A}" dt="2022-10-31T12:27:31.816" v="728" actId="1076"/>
          <ac:spMkLst>
            <pc:docMk/>
            <pc:sldMk cId="1679484577" sldId="9783"/>
            <ac:spMk id="239" creationId="{9B964B12-70DC-5AA7-8E4E-503A4E3AC21B}"/>
          </ac:spMkLst>
        </pc:spChg>
        <pc:spChg chg="add mod">
          <ac:chgData name="Macher, Andreas (DI FA CTR PLC PPM)" userId="f1dcac62-7bef-43eb-91f0-927336a1714f" providerId="ADAL" clId="{1C5A6487-D517-4F0B-ABAB-3A48CB6B746A}" dt="2022-10-31T12:27:38.292" v="730" actId="1076"/>
          <ac:spMkLst>
            <pc:docMk/>
            <pc:sldMk cId="1679484577" sldId="9783"/>
            <ac:spMk id="240" creationId="{4339E65A-66B0-D23A-B485-ACB47CAE88F3}"/>
          </ac:spMkLst>
        </pc:spChg>
        <pc:spChg chg="add mod">
          <ac:chgData name="Macher, Andreas (DI FA CTR PLC PPM)" userId="f1dcac62-7bef-43eb-91f0-927336a1714f" providerId="ADAL" clId="{1C5A6487-D517-4F0B-ABAB-3A48CB6B746A}" dt="2022-10-31T15:54:45.614" v="2426" actId="164"/>
          <ac:spMkLst>
            <pc:docMk/>
            <pc:sldMk cId="1679484577" sldId="9783"/>
            <ac:spMk id="242" creationId="{6CB425E1-ED10-E01B-259F-43485BF6B1D1}"/>
          </ac:spMkLst>
        </pc:spChg>
        <pc:spChg chg="add mod">
          <ac:chgData name="Macher, Andreas (DI FA CTR PLC PPM)" userId="f1dcac62-7bef-43eb-91f0-927336a1714f" providerId="ADAL" clId="{1C5A6487-D517-4F0B-ABAB-3A48CB6B746A}" dt="2022-10-31T15:54:45.614" v="2426" actId="164"/>
          <ac:spMkLst>
            <pc:docMk/>
            <pc:sldMk cId="1679484577" sldId="9783"/>
            <ac:spMk id="243" creationId="{D548CB86-82B6-5B3B-4AC8-541AB5E28DD5}"/>
          </ac:spMkLst>
        </pc:spChg>
        <pc:spChg chg="mod">
          <ac:chgData name="Macher, Andreas (DI FA CTR PLC PPM)" userId="f1dcac62-7bef-43eb-91f0-927336a1714f" providerId="ADAL" clId="{1C5A6487-D517-4F0B-ABAB-3A48CB6B746A}" dt="2022-10-31T15:54:51.240" v="2428"/>
          <ac:spMkLst>
            <pc:docMk/>
            <pc:sldMk cId="1679484577" sldId="9783"/>
            <ac:spMk id="246" creationId="{7848B012-567D-30D3-96DD-EE062561ECB3}"/>
          </ac:spMkLst>
        </pc:spChg>
        <pc:spChg chg="mod">
          <ac:chgData name="Macher, Andreas (DI FA CTR PLC PPM)" userId="f1dcac62-7bef-43eb-91f0-927336a1714f" providerId="ADAL" clId="{1C5A6487-D517-4F0B-ABAB-3A48CB6B746A}" dt="2022-10-31T15:54:51.240" v="2428"/>
          <ac:spMkLst>
            <pc:docMk/>
            <pc:sldMk cId="1679484577" sldId="9783"/>
            <ac:spMk id="247" creationId="{5B851980-62C7-C945-8C2A-A4932C12B135}"/>
          </ac:spMkLst>
        </pc:spChg>
        <pc:spChg chg="mod">
          <ac:chgData name="Macher, Andreas (DI FA CTR PLC PPM)" userId="f1dcac62-7bef-43eb-91f0-927336a1714f" providerId="ADAL" clId="{1C5A6487-D517-4F0B-ABAB-3A48CB6B746A}" dt="2022-10-31T15:55:08.785" v="2430"/>
          <ac:spMkLst>
            <pc:docMk/>
            <pc:sldMk cId="1679484577" sldId="9783"/>
            <ac:spMk id="249" creationId="{681A9D01-FD93-57EE-94A8-4A882F834E46}"/>
          </ac:spMkLst>
        </pc:spChg>
        <pc:spChg chg="mod">
          <ac:chgData name="Macher, Andreas (DI FA CTR PLC PPM)" userId="f1dcac62-7bef-43eb-91f0-927336a1714f" providerId="ADAL" clId="{1C5A6487-D517-4F0B-ABAB-3A48CB6B746A}" dt="2022-10-31T15:55:08.785" v="2430"/>
          <ac:spMkLst>
            <pc:docMk/>
            <pc:sldMk cId="1679484577" sldId="9783"/>
            <ac:spMk id="250" creationId="{E996C989-08EC-A37B-8051-608056B61CC8}"/>
          </ac:spMkLst>
        </pc:spChg>
        <pc:spChg chg="mod">
          <ac:chgData name="Macher, Andreas (DI FA CTR PLC PPM)" userId="f1dcac62-7bef-43eb-91f0-927336a1714f" providerId="ADAL" clId="{1C5A6487-D517-4F0B-ABAB-3A48CB6B746A}" dt="2022-10-31T12:09:18.990" v="587" actId="404"/>
          <ac:spMkLst>
            <pc:docMk/>
            <pc:sldMk cId="1679484577" sldId="9783"/>
            <ac:spMk id="255" creationId="{86F93644-051A-48CF-F970-6877415A1BE0}"/>
          </ac:spMkLst>
        </pc:spChg>
        <pc:spChg chg="mod">
          <ac:chgData name="Macher, Andreas (DI FA CTR PLC PPM)" userId="f1dcac62-7bef-43eb-91f0-927336a1714f" providerId="ADAL" clId="{1C5A6487-D517-4F0B-ABAB-3A48CB6B746A}" dt="2022-10-31T12:09:18.990" v="587" actId="404"/>
          <ac:spMkLst>
            <pc:docMk/>
            <pc:sldMk cId="1679484577" sldId="9783"/>
            <ac:spMk id="257" creationId="{E90A220F-DB8C-8FF6-C3C1-DF46AD503F6F}"/>
          </ac:spMkLst>
        </pc:spChg>
        <pc:grpChg chg="mod topLvl">
          <ac:chgData name="Macher, Andreas (DI FA CTR PLC PPM)" userId="f1dcac62-7bef-43eb-91f0-927336a1714f" providerId="ADAL" clId="{1C5A6487-D517-4F0B-ABAB-3A48CB6B746A}" dt="2022-10-31T12:24:15.300" v="704" actId="338"/>
          <ac:grpSpMkLst>
            <pc:docMk/>
            <pc:sldMk cId="1679484577" sldId="9783"/>
            <ac:grpSpMk id="10" creationId="{EC0584FF-4053-D66F-05B8-82BBCE7F8A38}"/>
          </ac:grpSpMkLst>
        </pc:grpChg>
        <pc:grpChg chg="add del mod">
          <ac:chgData name="Macher, Andreas (DI FA CTR PLC PPM)" userId="f1dcac62-7bef-43eb-91f0-927336a1714f" providerId="ADAL" clId="{1C5A6487-D517-4F0B-ABAB-3A48CB6B746A}" dt="2022-10-31T16:01:03.746" v="2556" actId="478"/>
          <ac:grpSpMkLst>
            <pc:docMk/>
            <pc:sldMk cId="1679484577" sldId="9783"/>
            <ac:grpSpMk id="33" creationId="{2A4BDC1B-D5CE-1C62-2EB1-51C5E25DEBCB}"/>
          </ac:grpSpMkLst>
        </pc:grpChg>
        <pc:grpChg chg="add mod">
          <ac:chgData name="Macher, Andreas (DI FA CTR PLC PPM)" userId="f1dcac62-7bef-43eb-91f0-927336a1714f" providerId="ADAL" clId="{1C5A6487-D517-4F0B-ABAB-3A48CB6B746A}" dt="2022-10-31T16:01:04.030" v="2557"/>
          <ac:grpSpMkLst>
            <pc:docMk/>
            <pc:sldMk cId="1679484577" sldId="9783"/>
            <ac:grpSpMk id="36" creationId="{1F710CF3-7B0C-D617-F355-A3B3071C9542}"/>
          </ac:grpSpMkLst>
        </pc:grpChg>
        <pc:grpChg chg="add mod">
          <ac:chgData name="Macher, Andreas (DI FA CTR PLC PPM)" userId="f1dcac62-7bef-43eb-91f0-927336a1714f" providerId="ADAL" clId="{1C5A6487-D517-4F0B-ABAB-3A48CB6B746A}" dt="2022-10-31T16:01:20.337" v="2562" actId="1076"/>
          <ac:grpSpMkLst>
            <pc:docMk/>
            <pc:sldMk cId="1679484577" sldId="9783"/>
            <ac:grpSpMk id="39" creationId="{6DCCFD66-AF82-3A0D-FF58-12A26FF59B47}"/>
          </ac:grpSpMkLst>
        </pc:grpChg>
        <pc:grpChg chg="add mod">
          <ac:chgData name="Macher, Andreas (DI FA CTR PLC PPM)" userId="f1dcac62-7bef-43eb-91f0-927336a1714f" providerId="ADAL" clId="{1C5A6487-D517-4F0B-ABAB-3A48CB6B746A}" dt="2022-10-31T16:01:29.862" v="2565" actId="1076"/>
          <ac:grpSpMkLst>
            <pc:docMk/>
            <pc:sldMk cId="1679484577" sldId="9783"/>
            <ac:grpSpMk id="42" creationId="{C70904D5-3F65-46DE-FB7C-54D0DD8701EF}"/>
          </ac:grpSpMkLst>
        </pc:grpChg>
        <pc:grpChg chg="add mod">
          <ac:chgData name="Macher, Andreas (DI FA CTR PLC PPM)" userId="f1dcac62-7bef-43eb-91f0-927336a1714f" providerId="ADAL" clId="{1C5A6487-D517-4F0B-ABAB-3A48CB6B746A}" dt="2022-10-31T16:04:50.255" v="2604" actId="1076"/>
          <ac:grpSpMkLst>
            <pc:docMk/>
            <pc:sldMk cId="1679484577" sldId="9783"/>
            <ac:grpSpMk id="45" creationId="{556AF6A7-46EE-BFD4-F1F8-72E9B35F20B9}"/>
          </ac:grpSpMkLst>
        </pc:grpChg>
        <pc:grpChg chg="add mod">
          <ac:chgData name="Macher, Andreas (DI FA CTR PLC PPM)" userId="f1dcac62-7bef-43eb-91f0-927336a1714f" providerId="ADAL" clId="{1C5A6487-D517-4F0B-ABAB-3A48CB6B746A}" dt="2022-10-31T12:24:15.300" v="704" actId="338"/>
          <ac:grpSpMkLst>
            <pc:docMk/>
            <pc:sldMk cId="1679484577" sldId="9783"/>
            <ac:grpSpMk id="232" creationId="{13D09854-F4C6-8B03-E968-B45615E21951}"/>
          </ac:grpSpMkLst>
        </pc:grpChg>
        <pc:grpChg chg="add del mod">
          <ac:chgData name="Macher, Andreas (DI FA CTR PLC PPM)" userId="f1dcac62-7bef-43eb-91f0-927336a1714f" providerId="ADAL" clId="{1C5A6487-D517-4F0B-ABAB-3A48CB6B746A}" dt="2022-10-31T15:54:49.419" v="2427" actId="21"/>
          <ac:grpSpMkLst>
            <pc:docMk/>
            <pc:sldMk cId="1679484577" sldId="9783"/>
            <ac:grpSpMk id="244" creationId="{D781BDBC-9791-F2C4-B03B-C95C1235E663}"/>
          </ac:grpSpMkLst>
        </pc:grpChg>
        <pc:grpChg chg="add del mod">
          <ac:chgData name="Macher, Andreas (DI FA CTR PLC PPM)" userId="f1dcac62-7bef-43eb-91f0-927336a1714f" providerId="ADAL" clId="{1C5A6487-D517-4F0B-ABAB-3A48CB6B746A}" dt="2022-10-31T16:01:08.071" v="2558" actId="478"/>
          <ac:grpSpMkLst>
            <pc:docMk/>
            <pc:sldMk cId="1679484577" sldId="9783"/>
            <ac:grpSpMk id="245" creationId="{1CA3E88A-510B-D96A-51F4-2597398349F1}"/>
          </ac:grpSpMkLst>
        </pc:grpChg>
        <pc:grpChg chg="add del mod">
          <ac:chgData name="Macher, Andreas (DI FA CTR PLC PPM)" userId="f1dcac62-7bef-43eb-91f0-927336a1714f" providerId="ADAL" clId="{1C5A6487-D517-4F0B-ABAB-3A48CB6B746A}" dt="2022-10-31T16:01:08.071" v="2558" actId="478"/>
          <ac:grpSpMkLst>
            <pc:docMk/>
            <pc:sldMk cId="1679484577" sldId="9783"/>
            <ac:grpSpMk id="248" creationId="{D8D62CC3-5DC6-81C3-3F8E-BBAB4FC92FA0}"/>
          </ac:grpSpMkLst>
        </pc:grpChg>
        <pc:grpChg chg="del mod">
          <ac:chgData name="Macher, Andreas (DI FA CTR PLC PPM)" userId="f1dcac62-7bef-43eb-91f0-927336a1714f" providerId="ADAL" clId="{1C5A6487-D517-4F0B-ABAB-3A48CB6B746A}" dt="2022-10-31T12:20:37.900" v="669" actId="165"/>
          <ac:grpSpMkLst>
            <pc:docMk/>
            <pc:sldMk cId="1679484577" sldId="9783"/>
            <ac:grpSpMk id="254" creationId="{323CFA39-A227-F265-D1BE-006BCB438654}"/>
          </ac:grpSpMkLst>
        </pc:grpChg>
        <pc:picChg chg="add mod">
          <ac:chgData name="Macher, Andreas (DI FA CTR PLC PPM)" userId="f1dcac62-7bef-43eb-91f0-927336a1714f" providerId="ADAL" clId="{1C5A6487-D517-4F0B-ABAB-3A48CB6B746A}" dt="2022-10-31T12:07:25.999" v="546" actId="1076"/>
          <ac:picMkLst>
            <pc:docMk/>
            <pc:sldMk cId="1679484577" sldId="9783"/>
            <ac:picMk id="8" creationId="{6D71566F-8722-9118-7399-34442F0ED3A0}"/>
          </ac:picMkLst>
        </pc:picChg>
        <pc:picChg chg="mod topLvl">
          <ac:chgData name="Macher, Andreas (DI FA CTR PLC PPM)" userId="f1dcac62-7bef-43eb-91f0-927336a1714f" providerId="ADAL" clId="{1C5A6487-D517-4F0B-ABAB-3A48CB6B746A}" dt="2022-10-31T12:24:15.300" v="704" actId="338"/>
          <ac:picMkLst>
            <pc:docMk/>
            <pc:sldMk cId="1679484577" sldId="9783"/>
            <ac:picMk id="9" creationId="{5D525A03-98D3-EDC2-B6C0-FAE136B8D24C}"/>
          </ac:picMkLst>
        </pc:picChg>
        <pc:picChg chg="mod">
          <ac:chgData name="Macher, Andreas (DI FA CTR PLC PPM)" userId="f1dcac62-7bef-43eb-91f0-927336a1714f" providerId="ADAL" clId="{1C5A6487-D517-4F0B-ABAB-3A48CB6B746A}" dt="2022-10-31T12:20:37.900" v="669" actId="165"/>
          <ac:picMkLst>
            <pc:docMk/>
            <pc:sldMk cId="1679484577" sldId="9783"/>
            <ac:picMk id="11" creationId="{011EC217-51FD-B3CB-DDF6-AC87E51E0EA5}"/>
          </ac:picMkLst>
        </pc:picChg>
        <pc:picChg chg="mod">
          <ac:chgData name="Macher, Andreas (DI FA CTR PLC PPM)" userId="f1dcac62-7bef-43eb-91f0-927336a1714f" providerId="ADAL" clId="{1C5A6487-D517-4F0B-ABAB-3A48CB6B746A}" dt="2022-10-31T12:20:37.900" v="669" actId="165"/>
          <ac:picMkLst>
            <pc:docMk/>
            <pc:sldMk cId="1679484577" sldId="9783"/>
            <ac:picMk id="12" creationId="{DC183FEA-7DDB-8A90-70BB-2B3AB6DB9255}"/>
          </ac:picMkLst>
        </pc:picChg>
        <pc:picChg chg="mod">
          <ac:chgData name="Macher, Andreas (DI FA CTR PLC PPM)" userId="f1dcac62-7bef-43eb-91f0-927336a1714f" providerId="ADAL" clId="{1C5A6487-D517-4F0B-ABAB-3A48CB6B746A}" dt="2022-10-31T12:20:37.900" v="669" actId="165"/>
          <ac:picMkLst>
            <pc:docMk/>
            <pc:sldMk cId="1679484577" sldId="9783"/>
            <ac:picMk id="13" creationId="{016A1C56-7223-DE5F-5CD9-C528EEF89EDA}"/>
          </ac:picMkLst>
        </pc:picChg>
        <pc:picChg chg="mod">
          <ac:chgData name="Macher, Andreas (DI FA CTR PLC PPM)" userId="f1dcac62-7bef-43eb-91f0-927336a1714f" providerId="ADAL" clId="{1C5A6487-D517-4F0B-ABAB-3A48CB6B746A}" dt="2022-10-31T12:20:37.900" v="669" actId="165"/>
          <ac:picMkLst>
            <pc:docMk/>
            <pc:sldMk cId="1679484577" sldId="9783"/>
            <ac:picMk id="14" creationId="{4B48CA0B-E5FE-4B75-1E83-CE5CF583A10D}"/>
          </ac:picMkLst>
        </pc:picChg>
        <pc:picChg chg="add mod">
          <ac:chgData name="Macher, Andreas (DI FA CTR PLC PPM)" userId="f1dcac62-7bef-43eb-91f0-927336a1714f" providerId="ADAL" clId="{1C5A6487-D517-4F0B-ABAB-3A48CB6B746A}" dt="2022-10-31T12:07:29.930" v="548" actId="1076"/>
          <ac:picMkLst>
            <pc:docMk/>
            <pc:sldMk cId="1679484577" sldId="9783"/>
            <ac:picMk id="18" creationId="{28DBD407-8DD4-D89F-6FFC-31BCDD274655}"/>
          </ac:picMkLst>
        </pc:picChg>
        <pc:picChg chg="mod topLvl">
          <ac:chgData name="Macher, Andreas (DI FA CTR PLC PPM)" userId="f1dcac62-7bef-43eb-91f0-927336a1714f" providerId="ADAL" clId="{1C5A6487-D517-4F0B-ABAB-3A48CB6B746A}" dt="2022-10-31T12:24:15.300" v="704" actId="338"/>
          <ac:picMkLst>
            <pc:docMk/>
            <pc:sldMk cId="1679484577" sldId="9783"/>
            <ac:picMk id="19" creationId="{C0CF652F-9E2A-A2D4-CAA6-E2C91FB87449}"/>
          </ac:picMkLst>
        </pc:picChg>
        <pc:picChg chg="mod topLvl">
          <ac:chgData name="Macher, Andreas (DI FA CTR PLC PPM)" userId="f1dcac62-7bef-43eb-91f0-927336a1714f" providerId="ADAL" clId="{1C5A6487-D517-4F0B-ABAB-3A48CB6B746A}" dt="2022-10-31T12:24:15.300" v="704" actId="338"/>
          <ac:picMkLst>
            <pc:docMk/>
            <pc:sldMk cId="1679484577" sldId="9783"/>
            <ac:picMk id="20" creationId="{C1CCA8B0-7F7F-8BF9-FC64-B54946605724}"/>
          </ac:picMkLst>
        </pc:picChg>
        <pc:picChg chg="add del mod">
          <ac:chgData name="Macher, Andreas (DI FA CTR PLC PPM)" userId="f1dcac62-7bef-43eb-91f0-927336a1714f" providerId="ADAL" clId="{1C5A6487-D517-4F0B-ABAB-3A48CB6B746A}" dt="2022-10-31T12:14:14.071" v="617" actId="478"/>
          <ac:picMkLst>
            <pc:docMk/>
            <pc:sldMk cId="1679484577" sldId="9783"/>
            <ac:picMk id="25" creationId="{46289358-CB93-4239-3C6A-DC2840DDD54B}"/>
          </ac:picMkLst>
        </pc:picChg>
        <pc:picChg chg="add del mod">
          <ac:chgData name="Macher, Andreas (DI FA CTR PLC PPM)" userId="f1dcac62-7bef-43eb-91f0-927336a1714f" providerId="ADAL" clId="{1C5A6487-D517-4F0B-ABAB-3A48CB6B746A}" dt="2022-10-31T12:14:14.071" v="617" actId="478"/>
          <ac:picMkLst>
            <pc:docMk/>
            <pc:sldMk cId="1679484577" sldId="9783"/>
            <ac:picMk id="26" creationId="{9814A70B-A349-8B1A-1D7E-5CAB3328FFC5}"/>
          </ac:picMkLst>
        </pc:picChg>
        <pc:picChg chg="mod">
          <ac:chgData name="Macher, Andreas (DI FA CTR PLC PPM)" userId="f1dcac62-7bef-43eb-91f0-927336a1714f" providerId="ADAL" clId="{1C5A6487-D517-4F0B-ABAB-3A48CB6B746A}" dt="2022-10-31T12:24:31.074" v="706" actId="14100"/>
          <ac:picMkLst>
            <pc:docMk/>
            <pc:sldMk cId="1679484577" sldId="9783"/>
            <ac:picMk id="306" creationId="{539E478D-2F5E-7991-BE17-652776EEBD43}"/>
          </ac:picMkLst>
        </pc:picChg>
        <pc:cxnChg chg="add del mod">
          <ac:chgData name="Macher, Andreas (DI FA CTR PLC PPM)" userId="f1dcac62-7bef-43eb-91f0-927336a1714f" providerId="ADAL" clId="{1C5A6487-D517-4F0B-ABAB-3A48CB6B746A}" dt="2022-10-31T12:08:00.396" v="558" actId="21"/>
          <ac:cxnSpMkLst>
            <pc:docMk/>
            <pc:sldMk cId="1679484577" sldId="9783"/>
            <ac:cxnSpMk id="22" creationId="{4A871662-AC39-EF44-989B-6EF36E0F0231}"/>
          </ac:cxnSpMkLst>
        </pc:cxnChg>
        <pc:cxnChg chg="del mod">
          <ac:chgData name="Macher, Andreas (DI FA CTR PLC PPM)" userId="f1dcac62-7bef-43eb-91f0-927336a1714f" providerId="ADAL" clId="{1C5A6487-D517-4F0B-ABAB-3A48CB6B746A}" dt="2022-10-31T12:19:20.513" v="662" actId="478"/>
          <ac:cxnSpMkLst>
            <pc:docMk/>
            <pc:sldMk cId="1679484577" sldId="9783"/>
            <ac:cxnSpMk id="87" creationId="{CD879679-808A-18BF-E86E-FFB547E8D60A}"/>
          </ac:cxnSpMkLst>
        </pc:cxnChg>
        <pc:cxnChg chg="del mod">
          <ac:chgData name="Macher, Andreas (DI FA CTR PLC PPM)" userId="f1dcac62-7bef-43eb-91f0-927336a1714f" providerId="ADAL" clId="{1C5A6487-D517-4F0B-ABAB-3A48CB6B746A}" dt="2022-10-31T12:19:18.409" v="661" actId="478"/>
          <ac:cxnSpMkLst>
            <pc:docMk/>
            <pc:sldMk cId="1679484577" sldId="9783"/>
            <ac:cxnSpMk id="89" creationId="{F433E82E-6987-289F-59B6-28A0CC18AE1F}"/>
          </ac:cxnSpMkLst>
        </pc:cxnChg>
        <pc:cxnChg chg="del">
          <ac:chgData name="Macher, Andreas (DI FA CTR PLC PPM)" userId="f1dcac62-7bef-43eb-91f0-927336a1714f" providerId="ADAL" clId="{1C5A6487-D517-4F0B-ABAB-3A48CB6B746A}" dt="2022-10-31T12:23:56.293" v="703" actId="478"/>
          <ac:cxnSpMkLst>
            <pc:docMk/>
            <pc:sldMk cId="1679484577" sldId="9783"/>
            <ac:cxnSpMk id="97" creationId="{3B15D758-CD32-3EB2-3199-5B8A9746BBC1}"/>
          </ac:cxnSpMkLst>
        </pc:cxnChg>
        <pc:cxnChg chg="del">
          <ac:chgData name="Macher, Andreas (DI FA CTR PLC PPM)" userId="f1dcac62-7bef-43eb-91f0-927336a1714f" providerId="ADAL" clId="{1C5A6487-D517-4F0B-ABAB-3A48CB6B746A}" dt="2022-10-31T12:23:54.959" v="702" actId="478"/>
          <ac:cxnSpMkLst>
            <pc:docMk/>
            <pc:sldMk cId="1679484577" sldId="9783"/>
            <ac:cxnSpMk id="98" creationId="{ED5155BB-40D6-F5BD-1B46-30092FA56647}"/>
          </ac:cxnSpMkLst>
        </pc:cxnChg>
        <pc:cxnChg chg="add mod">
          <ac:chgData name="Macher, Andreas (DI FA CTR PLC PPM)" userId="f1dcac62-7bef-43eb-91f0-927336a1714f" providerId="ADAL" clId="{1C5A6487-D517-4F0B-ABAB-3A48CB6B746A}" dt="2022-10-31T12:22:05.007" v="674" actId="14100"/>
          <ac:cxnSpMkLst>
            <pc:docMk/>
            <pc:sldMk cId="1679484577" sldId="9783"/>
            <ac:cxnSpMk id="224" creationId="{6DC14800-09A0-8CF4-5128-1287B3400878}"/>
          </ac:cxnSpMkLst>
        </pc:cxnChg>
        <pc:cxnChg chg="add mod">
          <ac:chgData name="Macher, Andreas (DI FA CTR PLC PPM)" userId="f1dcac62-7bef-43eb-91f0-927336a1714f" providerId="ADAL" clId="{1C5A6487-D517-4F0B-ABAB-3A48CB6B746A}" dt="2022-10-31T12:22:15.930" v="678" actId="14100"/>
          <ac:cxnSpMkLst>
            <pc:docMk/>
            <pc:sldMk cId="1679484577" sldId="9783"/>
            <ac:cxnSpMk id="226" creationId="{F555CD85-2B9A-34FF-BD5E-C07AAD23FD25}"/>
          </ac:cxnSpMkLst>
        </pc:cxnChg>
        <pc:cxnChg chg="add mod">
          <ac:chgData name="Macher, Andreas (DI FA CTR PLC PPM)" userId="f1dcac62-7bef-43eb-91f0-927336a1714f" providerId="ADAL" clId="{1C5A6487-D517-4F0B-ABAB-3A48CB6B746A}" dt="2022-10-31T12:23:29.532" v="701" actId="14100"/>
          <ac:cxnSpMkLst>
            <pc:docMk/>
            <pc:sldMk cId="1679484577" sldId="9783"/>
            <ac:cxnSpMk id="229" creationId="{5627DFDC-F95F-9DF6-CE25-FEC8A2FC3662}"/>
          </ac:cxnSpMkLst>
        </pc:cxnChg>
        <pc:cxnChg chg="add mod">
          <ac:chgData name="Macher, Andreas (DI FA CTR PLC PPM)" userId="f1dcac62-7bef-43eb-91f0-927336a1714f" providerId="ADAL" clId="{1C5A6487-D517-4F0B-ABAB-3A48CB6B746A}" dt="2022-10-31T12:25:35.018" v="717" actId="14100"/>
          <ac:cxnSpMkLst>
            <pc:docMk/>
            <pc:sldMk cId="1679484577" sldId="9783"/>
            <ac:cxnSpMk id="234" creationId="{D90D24EF-3BFB-1A1D-4D6A-3421EA90556C}"/>
          </ac:cxnSpMkLst>
        </pc:cxnChg>
        <pc:cxnChg chg="add del mod">
          <ac:chgData name="Macher, Andreas (DI FA CTR PLC PPM)" userId="f1dcac62-7bef-43eb-91f0-927336a1714f" providerId="ADAL" clId="{1C5A6487-D517-4F0B-ABAB-3A48CB6B746A}" dt="2022-10-31T12:27:01.126" v="726" actId="478"/>
          <ac:cxnSpMkLst>
            <pc:docMk/>
            <pc:sldMk cId="1679484577" sldId="9783"/>
            <ac:cxnSpMk id="237" creationId="{207DA534-A1E5-AB46-30BA-A5B9B27ABAF2}"/>
          </ac:cxnSpMkLst>
        </pc:cxnChg>
        <pc:cxnChg chg="add mod">
          <ac:chgData name="Macher, Andreas (DI FA CTR PLC PPM)" userId="f1dcac62-7bef-43eb-91f0-927336a1714f" providerId="ADAL" clId="{1C5A6487-D517-4F0B-ABAB-3A48CB6B746A}" dt="2022-10-31T12:26:48.892" v="725"/>
          <ac:cxnSpMkLst>
            <pc:docMk/>
            <pc:sldMk cId="1679484577" sldId="9783"/>
            <ac:cxnSpMk id="238" creationId="{0B9E452E-7435-2DED-4CE9-C44B2FDEEA43}"/>
          </ac:cxnSpMkLst>
        </pc:cxnChg>
        <pc:cxnChg chg="add mod">
          <ac:chgData name="Macher, Andreas (DI FA CTR PLC PPM)" userId="f1dcac62-7bef-43eb-91f0-927336a1714f" providerId="ADAL" clId="{1C5A6487-D517-4F0B-ABAB-3A48CB6B746A}" dt="2022-10-31T12:27:55.464" v="732" actId="1076"/>
          <ac:cxnSpMkLst>
            <pc:docMk/>
            <pc:sldMk cId="1679484577" sldId="9783"/>
            <ac:cxnSpMk id="241" creationId="{66299535-DFF4-DBEE-6CF8-71C0AE70A8CA}"/>
          </ac:cxnSpMkLst>
        </pc:cxnChg>
        <pc:cxnChg chg="del">
          <ac:chgData name="Macher, Andreas (DI FA CTR PLC PPM)" userId="f1dcac62-7bef-43eb-91f0-927336a1714f" providerId="ADAL" clId="{1C5A6487-D517-4F0B-ABAB-3A48CB6B746A}" dt="2022-10-31T12:25:52.693" v="718" actId="478"/>
          <ac:cxnSpMkLst>
            <pc:docMk/>
            <pc:sldMk cId="1679484577" sldId="9783"/>
            <ac:cxnSpMk id="251" creationId="{76B22BB3-9EB8-CA0D-DBF3-8478C3C2D1BB}"/>
          </ac:cxnSpMkLst>
        </pc:cxnChg>
        <pc:cxnChg chg="del">
          <ac:chgData name="Macher, Andreas (DI FA CTR PLC PPM)" userId="f1dcac62-7bef-43eb-91f0-927336a1714f" providerId="ADAL" clId="{1C5A6487-D517-4F0B-ABAB-3A48CB6B746A}" dt="2022-10-31T12:26:22.983" v="721" actId="478"/>
          <ac:cxnSpMkLst>
            <pc:docMk/>
            <pc:sldMk cId="1679484577" sldId="9783"/>
            <ac:cxnSpMk id="294" creationId="{6FCA8A58-B180-E91F-CEAA-B76794C0EF6A}"/>
          </ac:cxnSpMkLst>
        </pc:cxnChg>
        <pc:cxnChg chg="del">
          <ac:chgData name="Macher, Andreas (DI FA CTR PLC PPM)" userId="f1dcac62-7bef-43eb-91f0-927336a1714f" providerId="ADAL" clId="{1C5A6487-D517-4F0B-ABAB-3A48CB6B746A}" dt="2022-10-31T12:26:24.923" v="722" actId="478"/>
          <ac:cxnSpMkLst>
            <pc:docMk/>
            <pc:sldMk cId="1679484577" sldId="9783"/>
            <ac:cxnSpMk id="295" creationId="{A0A2C992-196C-921A-A720-8B7E493824BE}"/>
          </ac:cxnSpMkLst>
        </pc:cxnChg>
      </pc:sldChg>
      <pc:sldChg chg="addSp delSp modSp mod">
        <pc:chgData name="Macher, Andreas (DI FA CTR PLC PPM)" userId="f1dcac62-7bef-43eb-91f0-927336a1714f" providerId="ADAL" clId="{1C5A6487-D517-4F0B-ABAB-3A48CB6B746A}" dt="2022-10-31T16:05:52.199" v="2606"/>
        <pc:sldMkLst>
          <pc:docMk/>
          <pc:sldMk cId="1233436529" sldId="9784"/>
        </pc:sldMkLst>
        <pc:spChg chg="mod topLvl">
          <ac:chgData name="Macher, Andreas (DI FA CTR PLC PPM)" userId="f1dcac62-7bef-43eb-91f0-927336a1714f" providerId="ADAL" clId="{1C5A6487-D517-4F0B-ABAB-3A48CB6B746A}" dt="2022-10-31T12:29:04.326" v="736" actId="165"/>
          <ac:spMkLst>
            <pc:docMk/>
            <pc:sldMk cId="1233436529" sldId="9784"/>
            <ac:spMk id="3" creationId="{3776DFFA-3C47-2BD1-27ED-6541EC2A2E53}"/>
          </ac:spMkLst>
        </pc:spChg>
        <pc:spChg chg="mod">
          <ac:chgData name="Macher, Andreas (DI FA CTR PLC PPM)" userId="f1dcac62-7bef-43eb-91f0-927336a1714f" providerId="ADAL" clId="{1C5A6487-D517-4F0B-ABAB-3A48CB6B746A}" dt="2022-10-31T12:34:54.874" v="796" actId="113"/>
          <ac:spMkLst>
            <pc:docMk/>
            <pc:sldMk cId="1233436529" sldId="9784"/>
            <ac:spMk id="4" creationId="{00000000-0000-0000-0000-000000000000}"/>
          </ac:spMkLst>
        </pc:spChg>
        <pc:spChg chg="mod topLvl">
          <ac:chgData name="Macher, Andreas (DI FA CTR PLC PPM)" userId="f1dcac62-7bef-43eb-91f0-927336a1714f" providerId="ADAL" clId="{1C5A6487-D517-4F0B-ABAB-3A48CB6B746A}" dt="2022-10-31T12:29:04.326" v="736" actId="165"/>
          <ac:spMkLst>
            <pc:docMk/>
            <pc:sldMk cId="1233436529" sldId="9784"/>
            <ac:spMk id="6" creationId="{20F17C3B-44B6-F9E6-143B-EAFA33251FD6}"/>
          </ac:spMkLst>
        </pc:spChg>
        <pc:spChg chg="mod topLvl">
          <ac:chgData name="Macher, Andreas (DI FA CTR PLC PPM)" userId="f1dcac62-7bef-43eb-91f0-927336a1714f" providerId="ADAL" clId="{1C5A6487-D517-4F0B-ABAB-3A48CB6B746A}" dt="2022-10-31T12:29:04.326" v="736" actId="165"/>
          <ac:spMkLst>
            <pc:docMk/>
            <pc:sldMk cId="1233436529" sldId="9784"/>
            <ac:spMk id="15" creationId="{023F9E43-4B78-74FB-BA97-FF070B027BC1}"/>
          </ac:spMkLst>
        </pc:spChg>
        <pc:spChg chg="mod topLvl">
          <ac:chgData name="Macher, Andreas (DI FA CTR PLC PPM)" userId="f1dcac62-7bef-43eb-91f0-927336a1714f" providerId="ADAL" clId="{1C5A6487-D517-4F0B-ABAB-3A48CB6B746A}" dt="2022-10-31T12:29:04.326" v="736" actId="165"/>
          <ac:spMkLst>
            <pc:docMk/>
            <pc:sldMk cId="1233436529" sldId="9784"/>
            <ac:spMk id="16" creationId="{399F7D5F-222C-8CF0-06A2-EAE9828A2E9B}"/>
          </ac:spMkLst>
        </pc:spChg>
        <pc:spChg chg="mod ord topLvl">
          <ac:chgData name="Macher, Andreas (DI FA CTR PLC PPM)" userId="f1dcac62-7bef-43eb-91f0-927336a1714f" providerId="ADAL" clId="{1C5A6487-D517-4F0B-ABAB-3A48CB6B746A}" dt="2022-10-31T12:30:10.072" v="767" actId="167"/>
          <ac:spMkLst>
            <pc:docMk/>
            <pc:sldMk cId="1233436529" sldId="9784"/>
            <ac:spMk id="17" creationId="{8C196339-B5A9-75A5-F189-3D54650B77F0}"/>
          </ac:spMkLst>
        </pc:spChg>
        <pc:spChg chg="add mod">
          <ac:chgData name="Macher, Andreas (DI FA CTR PLC PPM)" userId="f1dcac62-7bef-43eb-91f0-927336a1714f" providerId="ADAL" clId="{1C5A6487-D517-4F0B-ABAB-3A48CB6B746A}" dt="2022-10-31T12:09:27.683" v="588" actId="404"/>
          <ac:spMkLst>
            <pc:docMk/>
            <pc:sldMk cId="1233436529" sldId="9784"/>
            <ac:spMk id="20" creationId="{5D1AE9B5-6A9F-8290-D9AC-D574A8EC8CFA}"/>
          </ac:spMkLst>
        </pc:spChg>
        <pc:spChg chg="mod">
          <ac:chgData name="Macher, Andreas (DI FA CTR PLC PPM)" userId="f1dcac62-7bef-43eb-91f0-927336a1714f" providerId="ADAL" clId="{1C5A6487-D517-4F0B-ABAB-3A48CB6B746A}" dt="2022-10-31T16:00:38.284" v="2549"/>
          <ac:spMkLst>
            <pc:docMk/>
            <pc:sldMk cId="1233436529" sldId="9784"/>
            <ac:spMk id="33" creationId="{FF178D79-76DB-52A8-C554-D6F43C89057F}"/>
          </ac:spMkLst>
        </pc:spChg>
        <pc:spChg chg="mod">
          <ac:chgData name="Macher, Andreas (DI FA CTR PLC PPM)" userId="f1dcac62-7bef-43eb-91f0-927336a1714f" providerId="ADAL" clId="{1C5A6487-D517-4F0B-ABAB-3A48CB6B746A}" dt="2022-10-31T16:00:38.284" v="2549"/>
          <ac:spMkLst>
            <pc:docMk/>
            <pc:sldMk cId="1233436529" sldId="9784"/>
            <ac:spMk id="34" creationId="{EB3B408D-62CE-DF2B-D093-CC3BB19BBDF7}"/>
          </ac:spMkLst>
        </pc:spChg>
        <pc:spChg chg="mod">
          <ac:chgData name="Macher, Andreas (DI FA CTR PLC PPM)" userId="f1dcac62-7bef-43eb-91f0-927336a1714f" providerId="ADAL" clId="{1C5A6487-D517-4F0B-ABAB-3A48CB6B746A}" dt="2022-10-31T16:00:47.315" v="2552"/>
          <ac:spMkLst>
            <pc:docMk/>
            <pc:sldMk cId="1233436529" sldId="9784"/>
            <ac:spMk id="36" creationId="{256C0831-B5DF-F38F-9220-70DF480FB19A}"/>
          </ac:spMkLst>
        </pc:spChg>
        <pc:spChg chg="mod">
          <ac:chgData name="Macher, Andreas (DI FA CTR PLC PPM)" userId="f1dcac62-7bef-43eb-91f0-927336a1714f" providerId="ADAL" clId="{1C5A6487-D517-4F0B-ABAB-3A48CB6B746A}" dt="2022-10-31T16:00:47.315" v="2552"/>
          <ac:spMkLst>
            <pc:docMk/>
            <pc:sldMk cId="1233436529" sldId="9784"/>
            <ac:spMk id="37" creationId="{ED73710E-82B5-A076-C9A0-B4D1D924CF72}"/>
          </ac:spMkLst>
        </pc:spChg>
        <pc:spChg chg="add mod">
          <ac:chgData name="Macher, Andreas (DI FA CTR PLC PPM)" userId="f1dcac62-7bef-43eb-91f0-927336a1714f" providerId="ADAL" clId="{1C5A6487-D517-4F0B-ABAB-3A48CB6B746A}" dt="2022-10-31T16:04:02.665" v="2602"/>
          <ac:spMkLst>
            <pc:docMk/>
            <pc:sldMk cId="1233436529" sldId="9784"/>
            <ac:spMk id="38" creationId="{219A94DE-6691-2F23-8C74-12E509E1751A}"/>
          </ac:spMkLst>
        </pc:spChg>
        <pc:spChg chg="mod">
          <ac:chgData name="Macher, Andreas (DI FA CTR PLC PPM)" userId="f1dcac62-7bef-43eb-91f0-927336a1714f" providerId="ADAL" clId="{1C5A6487-D517-4F0B-ABAB-3A48CB6B746A}" dt="2022-10-31T16:05:52.199" v="2606"/>
          <ac:spMkLst>
            <pc:docMk/>
            <pc:sldMk cId="1233436529" sldId="9784"/>
            <ac:spMk id="40" creationId="{9761E85D-7A28-F26B-D249-6AE6C5FB128F}"/>
          </ac:spMkLst>
        </pc:spChg>
        <pc:spChg chg="mod">
          <ac:chgData name="Macher, Andreas (DI FA CTR PLC PPM)" userId="f1dcac62-7bef-43eb-91f0-927336a1714f" providerId="ADAL" clId="{1C5A6487-D517-4F0B-ABAB-3A48CB6B746A}" dt="2022-10-31T16:05:52.199" v="2606"/>
          <ac:spMkLst>
            <pc:docMk/>
            <pc:sldMk cId="1233436529" sldId="9784"/>
            <ac:spMk id="41" creationId="{2A96A1C4-E198-8229-14E0-0EB7A8B519C0}"/>
          </ac:spMkLst>
        </pc:spChg>
        <pc:spChg chg="mod">
          <ac:chgData name="Macher, Andreas (DI FA CTR PLC PPM)" userId="f1dcac62-7bef-43eb-91f0-927336a1714f" providerId="ADAL" clId="{1C5A6487-D517-4F0B-ABAB-3A48CB6B746A}" dt="2022-10-31T12:09:27.683" v="588" actId="404"/>
          <ac:spMkLst>
            <pc:docMk/>
            <pc:sldMk cId="1233436529" sldId="9784"/>
            <ac:spMk id="102" creationId="{871CACC2-24F2-C228-36D2-D1869A6F9236}"/>
          </ac:spMkLst>
        </pc:spChg>
        <pc:spChg chg="add mod">
          <ac:chgData name="Macher, Andreas (DI FA CTR PLC PPM)" userId="f1dcac62-7bef-43eb-91f0-927336a1714f" providerId="ADAL" clId="{1C5A6487-D517-4F0B-ABAB-3A48CB6B746A}" dt="2022-10-31T12:28:12.655" v="733"/>
          <ac:spMkLst>
            <pc:docMk/>
            <pc:sldMk cId="1233436529" sldId="9784"/>
            <ac:spMk id="224" creationId="{AC0ADD0F-FCC4-C690-B720-500AFE475123}"/>
          </ac:spMkLst>
        </pc:spChg>
        <pc:spChg chg="add mod">
          <ac:chgData name="Macher, Andreas (DI FA CTR PLC PPM)" userId="f1dcac62-7bef-43eb-91f0-927336a1714f" providerId="ADAL" clId="{1C5A6487-D517-4F0B-ABAB-3A48CB6B746A}" dt="2022-10-31T12:29:17.074" v="738"/>
          <ac:spMkLst>
            <pc:docMk/>
            <pc:sldMk cId="1233436529" sldId="9784"/>
            <ac:spMk id="226" creationId="{80439E56-793D-AE9C-6062-622C4B7F8A32}"/>
          </ac:spMkLst>
        </pc:spChg>
        <pc:spChg chg="add mod">
          <ac:chgData name="Macher, Andreas (DI FA CTR PLC PPM)" userId="f1dcac62-7bef-43eb-91f0-927336a1714f" providerId="ADAL" clId="{1C5A6487-D517-4F0B-ABAB-3A48CB6B746A}" dt="2022-10-31T12:29:17.074" v="738"/>
          <ac:spMkLst>
            <pc:docMk/>
            <pc:sldMk cId="1233436529" sldId="9784"/>
            <ac:spMk id="228" creationId="{17510321-8D96-9557-6FB5-53E9873A7699}"/>
          </ac:spMkLst>
        </pc:spChg>
        <pc:spChg chg="add mod ord">
          <ac:chgData name="Macher, Andreas (DI FA CTR PLC PPM)" userId="f1dcac62-7bef-43eb-91f0-927336a1714f" providerId="ADAL" clId="{1C5A6487-D517-4F0B-ABAB-3A48CB6B746A}" dt="2022-10-31T12:30:05.893" v="766" actId="167"/>
          <ac:spMkLst>
            <pc:docMk/>
            <pc:sldMk cId="1233436529" sldId="9784"/>
            <ac:spMk id="232" creationId="{60E11C54-F8F3-1C42-FACC-4E45C9BE7955}"/>
          </ac:spMkLst>
        </pc:spChg>
        <pc:spChg chg="add mod">
          <ac:chgData name="Macher, Andreas (DI FA CTR PLC PPM)" userId="f1dcac62-7bef-43eb-91f0-927336a1714f" providerId="ADAL" clId="{1C5A6487-D517-4F0B-ABAB-3A48CB6B746A}" dt="2022-10-31T12:31:09.271" v="771"/>
          <ac:spMkLst>
            <pc:docMk/>
            <pc:sldMk cId="1233436529" sldId="9784"/>
            <ac:spMk id="233" creationId="{D1EBF6CB-0203-6D76-CBBE-AD0221E0B62F}"/>
          </ac:spMkLst>
        </pc:spChg>
        <pc:spChg chg="add mod">
          <ac:chgData name="Macher, Andreas (DI FA CTR PLC PPM)" userId="f1dcac62-7bef-43eb-91f0-927336a1714f" providerId="ADAL" clId="{1C5A6487-D517-4F0B-ABAB-3A48CB6B746A}" dt="2022-10-31T12:31:28.759" v="773"/>
          <ac:spMkLst>
            <pc:docMk/>
            <pc:sldMk cId="1233436529" sldId="9784"/>
            <ac:spMk id="235" creationId="{52787239-2B2E-A2D4-214A-9EFADAC39ADF}"/>
          </ac:spMkLst>
        </pc:spChg>
        <pc:spChg chg="add mod">
          <ac:chgData name="Macher, Andreas (DI FA CTR PLC PPM)" userId="f1dcac62-7bef-43eb-91f0-927336a1714f" providerId="ADAL" clId="{1C5A6487-D517-4F0B-ABAB-3A48CB6B746A}" dt="2022-10-31T12:32:07.075" v="793"/>
          <ac:spMkLst>
            <pc:docMk/>
            <pc:sldMk cId="1233436529" sldId="9784"/>
            <ac:spMk id="237" creationId="{C77A08FF-6725-60B6-A7D5-E0CF7E6E1F53}"/>
          </ac:spMkLst>
        </pc:spChg>
        <pc:spChg chg="add mod">
          <ac:chgData name="Macher, Andreas (DI FA CTR PLC PPM)" userId="f1dcac62-7bef-43eb-91f0-927336a1714f" providerId="ADAL" clId="{1C5A6487-D517-4F0B-ABAB-3A48CB6B746A}" dt="2022-10-31T12:32:07.075" v="793"/>
          <ac:spMkLst>
            <pc:docMk/>
            <pc:sldMk cId="1233436529" sldId="9784"/>
            <ac:spMk id="238" creationId="{5C0BC08D-AD90-71DE-E752-39BD104B883F}"/>
          </ac:spMkLst>
        </pc:spChg>
        <pc:spChg chg="mod">
          <ac:chgData name="Macher, Andreas (DI FA CTR PLC PPM)" userId="f1dcac62-7bef-43eb-91f0-927336a1714f" providerId="ADAL" clId="{1C5A6487-D517-4F0B-ABAB-3A48CB6B746A}" dt="2022-10-31T15:57:05.007" v="2508"/>
          <ac:spMkLst>
            <pc:docMk/>
            <pc:sldMk cId="1233436529" sldId="9784"/>
            <ac:spMk id="241" creationId="{3561D5A3-513B-28FB-BA0D-ED3777967965}"/>
          </ac:spMkLst>
        </pc:spChg>
        <pc:spChg chg="mod">
          <ac:chgData name="Macher, Andreas (DI FA CTR PLC PPM)" userId="f1dcac62-7bef-43eb-91f0-927336a1714f" providerId="ADAL" clId="{1C5A6487-D517-4F0B-ABAB-3A48CB6B746A}" dt="2022-10-31T15:57:05.007" v="2508"/>
          <ac:spMkLst>
            <pc:docMk/>
            <pc:sldMk cId="1233436529" sldId="9784"/>
            <ac:spMk id="242" creationId="{3A2C2B36-AE15-2C3B-CE37-0C33977F2073}"/>
          </ac:spMkLst>
        </pc:spChg>
        <pc:spChg chg="add del mod">
          <ac:chgData name="Macher, Andreas (DI FA CTR PLC PPM)" userId="f1dcac62-7bef-43eb-91f0-927336a1714f" providerId="ADAL" clId="{1C5A6487-D517-4F0B-ABAB-3A48CB6B746A}" dt="2022-10-31T16:04:02.347" v="2601" actId="478"/>
          <ac:spMkLst>
            <pc:docMk/>
            <pc:sldMk cId="1233436529" sldId="9784"/>
            <ac:spMk id="243" creationId="{5015FB63-0958-65A6-1FCC-7E0683B4C6DE}"/>
          </ac:spMkLst>
        </pc:spChg>
        <pc:spChg chg="mod">
          <ac:chgData name="Macher, Andreas (DI FA CTR PLC PPM)" userId="f1dcac62-7bef-43eb-91f0-927336a1714f" providerId="ADAL" clId="{1C5A6487-D517-4F0B-ABAB-3A48CB6B746A}" dt="2022-10-31T15:57:05.007" v="2508"/>
          <ac:spMkLst>
            <pc:docMk/>
            <pc:sldMk cId="1233436529" sldId="9784"/>
            <ac:spMk id="245" creationId="{FF4DCA02-71C0-2992-BBEE-0B6417247BAD}"/>
          </ac:spMkLst>
        </pc:spChg>
        <pc:spChg chg="mod">
          <ac:chgData name="Macher, Andreas (DI FA CTR PLC PPM)" userId="f1dcac62-7bef-43eb-91f0-927336a1714f" providerId="ADAL" clId="{1C5A6487-D517-4F0B-ABAB-3A48CB6B746A}" dt="2022-10-31T15:57:05.007" v="2508"/>
          <ac:spMkLst>
            <pc:docMk/>
            <pc:sldMk cId="1233436529" sldId="9784"/>
            <ac:spMk id="246" creationId="{5097F9E0-D15C-DE28-CA8D-85D4F9B36EDA}"/>
          </ac:spMkLst>
        </pc:spChg>
        <pc:spChg chg="mod">
          <ac:chgData name="Macher, Andreas (DI FA CTR PLC PPM)" userId="f1dcac62-7bef-43eb-91f0-927336a1714f" providerId="ADAL" clId="{1C5A6487-D517-4F0B-ABAB-3A48CB6B746A}" dt="2022-10-31T15:57:17.620" v="2510"/>
          <ac:spMkLst>
            <pc:docMk/>
            <pc:sldMk cId="1233436529" sldId="9784"/>
            <ac:spMk id="248" creationId="{3D60ABD5-BEFD-5C9C-0681-8DA9E6891CCE}"/>
          </ac:spMkLst>
        </pc:spChg>
        <pc:spChg chg="mod">
          <ac:chgData name="Macher, Andreas (DI FA CTR PLC PPM)" userId="f1dcac62-7bef-43eb-91f0-927336a1714f" providerId="ADAL" clId="{1C5A6487-D517-4F0B-ABAB-3A48CB6B746A}" dt="2022-10-31T15:57:17.620" v="2510"/>
          <ac:spMkLst>
            <pc:docMk/>
            <pc:sldMk cId="1233436529" sldId="9784"/>
            <ac:spMk id="249" creationId="{8C6C6C6B-8F8B-A611-6A31-44C1A8C225BC}"/>
          </ac:spMkLst>
        </pc:spChg>
        <pc:spChg chg="mod">
          <ac:chgData name="Macher, Andreas (DI FA CTR PLC PPM)" userId="f1dcac62-7bef-43eb-91f0-927336a1714f" providerId="ADAL" clId="{1C5A6487-D517-4F0B-ABAB-3A48CB6B746A}" dt="2022-10-31T16:00:27.897" v="2546"/>
          <ac:spMkLst>
            <pc:docMk/>
            <pc:sldMk cId="1233436529" sldId="9784"/>
            <ac:spMk id="251" creationId="{B4C07745-F719-2A7D-BFCB-0398C032A2FD}"/>
          </ac:spMkLst>
        </pc:spChg>
        <pc:spChg chg="mod">
          <ac:chgData name="Macher, Andreas (DI FA CTR PLC PPM)" userId="f1dcac62-7bef-43eb-91f0-927336a1714f" providerId="ADAL" clId="{1C5A6487-D517-4F0B-ABAB-3A48CB6B746A}" dt="2022-10-31T16:00:27.897" v="2546"/>
          <ac:spMkLst>
            <pc:docMk/>
            <pc:sldMk cId="1233436529" sldId="9784"/>
            <ac:spMk id="254" creationId="{460AFC8A-4282-2C0E-CF22-A9D583B8A0C2}"/>
          </ac:spMkLst>
        </pc:spChg>
        <pc:spChg chg="mod">
          <ac:chgData name="Macher, Andreas (DI FA CTR PLC PPM)" userId="f1dcac62-7bef-43eb-91f0-927336a1714f" providerId="ADAL" clId="{1C5A6487-D517-4F0B-ABAB-3A48CB6B746A}" dt="2022-10-31T12:09:27.683" v="588" actId="404"/>
          <ac:spMkLst>
            <pc:docMk/>
            <pc:sldMk cId="1233436529" sldId="9784"/>
            <ac:spMk id="255" creationId="{86F93644-051A-48CF-F970-6877415A1BE0}"/>
          </ac:spMkLst>
        </pc:spChg>
        <pc:spChg chg="mod">
          <ac:chgData name="Macher, Andreas (DI FA CTR PLC PPM)" userId="f1dcac62-7bef-43eb-91f0-927336a1714f" providerId="ADAL" clId="{1C5A6487-D517-4F0B-ABAB-3A48CB6B746A}" dt="2022-10-31T12:09:27.683" v="588" actId="404"/>
          <ac:spMkLst>
            <pc:docMk/>
            <pc:sldMk cId="1233436529" sldId="9784"/>
            <ac:spMk id="257" creationId="{E90A220F-DB8C-8FF6-C3C1-DF46AD503F6F}"/>
          </ac:spMkLst>
        </pc:spChg>
        <pc:grpChg chg="mod topLvl">
          <ac:chgData name="Macher, Andreas (DI FA CTR PLC PPM)" userId="f1dcac62-7bef-43eb-91f0-927336a1714f" providerId="ADAL" clId="{1C5A6487-D517-4F0B-ABAB-3A48CB6B746A}" dt="2022-10-31T16:00:51.038" v="2554" actId="1076"/>
          <ac:grpSpMkLst>
            <pc:docMk/>
            <pc:sldMk cId="1233436529" sldId="9784"/>
            <ac:grpSpMk id="7" creationId="{E88A79D4-3217-BB24-1334-85379FCE5CD6}"/>
          </ac:grpSpMkLst>
        </pc:grpChg>
        <pc:grpChg chg="mod topLvl">
          <ac:chgData name="Macher, Andreas (DI FA CTR PLC PPM)" userId="f1dcac62-7bef-43eb-91f0-927336a1714f" providerId="ADAL" clId="{1C5A6487-D517-4F0B-ABAB-3A48CB6B746A}" dt="2022-10-31T12:29:04.326" v="736" actId="165"/>
          <ac:grpSpMkLst>
            <pc:docMk/>
            <pc:sldMk cId="1233436529" sldId="9784"/>
            <ac:grpSpMk id="10" creationId="{EC0584FF-4053-D66F-05B8-82BBCE7F8A38}"/>
          </ac:grpSpMkLst>
        </pc:grpChg>
        <pc:grpChg chg="mod topLvl">
          <ac:chgData name="Macher, Andreas (DI FA CTR PLC PPM)" userId="f1dcac62-7bef-43eb-91f0-927336a1714f" providerId="ADAL" clId="{1C5A6487-D517-4F0B-ABAB-3A48CB6B746A}" dt="2022-10-31T12:29:04.326" v="736" actId="165"/>
          <ac:grpSpMkLst>
            <pc:docMk/>
            <pc:sldMk cId="1233436529" sldId="9784"/>
            <ac:grpSpMk id="24" creationId="{BF5C6CD2-6496-9843-18F8-EF341DF242CC}"/>
          </ac:grpSpMkLst>
        </pc:grpChg>
        <pc:grpChg chg="add del mod">
          <ac:chgData name="Macher, Andreas (DI FA CTR PLC PPM)" userId="f1dcac62-7bef-43eb-91f0-927336a1714f" providerId="ADAL" clId="{1C5A6487-D517-4F0B-ABAB-3A48CB6B746A}" dt="2022-10-31T12:29:04.326" v="736" actId="165"/>
          <ac:grpSpMkLst>
            <pc:docMk/>
            <pc:sldMk cId="1233436529" sldId="9784"/>
            <ac:grpSpMk id="28" creationId="{95CA5233-A6B6-9877-5DBC-973046B5A2EC}"/>
          </ac:grpSpMkLst>
        </pc:grpChg>
        <pc:grpChg chg="add mod">
          <ac:chgData name="Macher, Andreas (DI FA CTR PLC PPM)" userId="f1dcac62-7bef-43eb-91f0-927336a1714f" providerId="ADAL" clId="{1C5A6487-D517-4F0B-ABAB-3A48CB6B746A}" dt="2022-10-31T16:00:42.885" v="2550" actId="1076"/>
          <ac:grpSpMkLst>
            <pc:docMk/>
            <pc:sldMk cId="1233436529" sldId="9784"/>
            <ac:grpSpMk id="32" creationId="{764A4AE1-53AD-8931-44F2-7E9FA4B8035C}"/>
          </ac:grpSpMkLst>
        </pc:grpChg>
        <pc:grpChg chg="add mod">
          <ac:chgData name="Macher, Andreas (DI FA CTR PLC PPM)" userId="f1dcac62-7bef-43eb-91f0-927336a1714f" providerId="ADAL" clId="{1C5A6487-D517-4F0B-ABAB-3A48CB6B746A}" dt="2022-10-31T16:00:57.524" v="2555" actId="1076"/>
          <ac:grpSpMkLst>
            <pc:docMk/>
            <pc:sldMk cId="1233436529" sldId="9784"/>
            <ac:grpSpMk id="35" creationId="{65C89292-5BB6-B3DC-DAA3-AAFD1CDE012A}"/>
          </ac:grpSpMkLst>
        </pc:grpChg>
        <pc:grpChg chg="add mod">
          <ac:chgData name="Macher, Andreas (DI FA CTR PLC PPM)" userId="f1dcac62-7bef-43eb-91f0-927336a1714f" providerId="ADAL" clId="{1C5A6487-D517-4F0B-ABAB-3A48CB6B746A}" dt="2022-10-31T16:05:52.199" v="2606"/>
          <ac:grpSpMkLst>
            <pc:docMk/>
            <pc:sldMk cId="1233436529" sldId="9784"/>
            <ac:grpSpMk id="39" creationId="{A601A706-6067-7383-2737-FB8F41E58DD7}"/>
          </ac:grpSpMkLst>
        </pc:grpChg>
        <pc:grpChg chg="mod topLvl">
          <ac:chgData name="Macher, Andreas (DI FA CTR PLC PPM)" userId="f1dcac62-7bef-43eb-91f0-927336a1714f" providerId="ADAL" clId="{1C5A6487-D517-4F0B-ABAB-3A48CB6B746A}" dt="2022-10-31T12:29:04.326" v="736" actId="165"/>
          <ac:grpSpMkLst>
            <pc:docMk/>
            <pc:sldMk cId="1233436529" sldId="9784"/>
            <ac:grpSpMk id="225" creationId="{044B6BB7-6609-382F-C149-1C92A24F97A7}"/>
          </ac:grpSpMkLst>
        </pc:grpChg>
        <pc:grpChg chg="del mod">
          <ac:chgData name="Macher, Andreas (DI FA CTR PLC PPM)" userId="f1dcac62-7bef-43eb-91f0-927336a1714f" providerId="ADAL" clId="{1C5A6487-D517-4F0B-ABAB-3A48CB6B746A}" dt="2022-10-31T12:08:39.884" v="575" actId="165"/>
          <ac:grpSpMkLst>
            <pc:docMk/>
            <pc:sldMk cId="1233436529" sldId="9784"/>
            <ac:grpSpMk id="230" creationId="{C53DE424-6D52-511B-B960-450B88F3BB53}"/>
          </ac:grpSpMkLst>
        </pc:grpChg>
        <pc:grpChg chg="add del mod">
          <ac:chgData name="Macher, Andreas (DI FA CTR PLC PPM)" userId="f1dcac62-7bef-43eb-91f0-927336a1714f" providerId="ADAL" clId="{1C5A6487-D517-4F0B-ABAB-3A48CB6B746A}" dt="2022-10-31T16:00:27.434" v="2545" actId="478"/>
          <ac:grpSpMkLst>
            <pc:docMk/>
            <pc:sldMk cId="1233436529" sldId="9784"/>
            <ac:grpSpMk id="240" creationId="{D62249DA-03A5-8F21-2CBF-01917258B3C3}"/>
          </ac:grpSpMkLst>
        </pc:grpChg>
        <pc:grpChg chg="add del mod">
          <ac:chgData name="Macher, Andreas (DI FA CTR PLC PPM)" userId="f1dcac62-7bef-43eb-91f0-927336a1714f" providerId="ADAL" clId="{1C5A6487-D517-4F0B-ABAB-3A48CB6B746A}" dt="2022-10-31T16:00:46.984" v="2551" actId="478"/>
          <ac:grpSpMkLst>
            <pc:docMk/>
            <pc:sldMk cId="1233436529" sldId="9784"/>
            <ac:grpSpMk id="244" creationId="{CDD7B074-EDC2-24F2-00F1-C95D24395F30}"/>
          </ac:grpSpMkLst>
        </pc:grpChg>
        <pc:grpChg chg="add del mod">
          <ac:chgData name="Macher, Andreas (DI FA CTR PLC PPM)" userId="f1dcac62-7bef-43eb-91f0-927336a1714f" providerId="ADAL" clId="{1C5A6487-D517-4F0B-ABAB-3A48CB6B746A}" dt="2022-10-31T16:00:37.683" v="2548" actId="478"/>
          <ac:grpSpMkLst>
            <pc:docMk/>
            <pc:sldMk cId="1233436529" sldId="9784"/>
            <ac:grpSpMk id="247" creationId="{65459D67-DE33-3447-F2EF-64B4ECF6E929}"/>
          </ac:grpSpMkLst>
        </pc:grpChg>
        <pc:grpChg chg="add mod">
          <ac:chgData name="Macher, Andreas (DI FA CTR PLC PPM)" userId="f1dcac62-7bef-43eb-91f0-927336a1714f" providerId="ADAL" clId="{1C5A6487-D517-4F0B-ABAB-3A48CB6B746A}" dt="2022-10-31T16:00:33.625" v="2547" actId="1076"/>
          <ac:grpSpMkLst>
            <pc:docMk/>
            <pc:sldMk cId="1233436529" sldId="9784"/>
            <ac:grpSpMk id="250" creationId="{BD472EEF-119E-5FF0-63D0-7C86CB374558}"/>
          </ac:grpSpMkLst>
        </pc:grpChg>
        <pc:picChg chg="mod">
          <ac:chgData name="Macher, Andreas (DI FA CTR PLC PPM)" userId="f1dcac62-7bef-43eb-91f0-927336a1714f" providerId="ADAL" clId="{1C5A6487-D517-4F0B-ABAB-3A48CB6B746A}" dt="2022-10-31T12:29:04.326" v="736" actId="165"/>
          <ac:picMkLst>
            <pc:docMk/>
            <pc:sldMk cId="1233436529" sldId="9784"/>
            <ac:picMk id="8" creationId="{A31F1468-DE80-DE7B-6E20-FB16DF4B3728}"/>
          </ac:picMkLst>
        </pc:picChg>
        <pc:picChg chg="mod topLvl">
          <ac:chgData name="Macher, Andreas (DI FA CTR PLC PPM)" userId="f1dcac62-7bef-43eb-91f0-927336a1714f" providerId="ADAL" clId="{1C5A6487-D517-4F0B-ABAB-3A48CB6B746A}" dt="2022-10-31T12:29:04.326" v="736" actId="165"/>
          <ac:picMkLst>
            <pc:docMk/>
            <pc:sldMk cId="1233436529" sldId="9784"/>
            <ac:picMk id="9" creationId="{5D525A03-98D3-EDC2-B6C0-FAE136B8D24C}"/>
          </ac:picMkLst>
        </pc:picChg>
        <pc:picChg chg="mod">
          <ac:chgData name="Macher, Andreas (DI FA CTR PLC PPM)" userId="f1dcac62-7bef-43eb-91f0-927336a1714f" providerId="ADAL" clId="{1C5A6487-D517-4F0B-ABAB-3A48CB6B746A}" dt="2022-10-31T12:29:04.326" v="736" actId="165"/>
          <ac:picMkLst>
            <pc:docMk/>
            <pc:sldMk cId="1233436529" sldId="9784"/>
            <ac:picMk id="11" creationId="{011EC217-51FD-B3CB-DDF6-AC87E51E0EA5}"/>
          </ac:picMkLst>
        </pc:picChg>
        <pc:picChg chg="mod">
          <ac:chgData name="Macher, Andreas (DI FA CTR PLC PPM)" userId="f1dcac62-7bef-43eb-91f0-927336a1714f" providerId="ADAL" clId="{1C5A6487-D517-4F0B-ABAB-3A48CB6B746A}" dt="2022-10-31T12:29:04.326" v="736" actId="165"/>
          <ac:picMkLst>
            <pc:docMk/>
            <pc:sldMk cId="1233436529" sldId="9784"/>
            <ac:picMk id="12" creationId="{DC183FEA-7DDB-8A90-70BB-2B3AB6DB9255}"/>
          </ac:picMkLst>
        </pc:picChg>
        <pc:picChg chg="mod">
          <ac:chgData name="Macher, Andreas (DI FA CTR PLC PPM)" userId="f1dcac62-7bef-43eb-91f0-927336a1714f" providerId="ADAL" clId="{1C5A6487-D517-4F0B-ABAB-3A48CB6B746A}" dt="2022-10-31T12:29:04.326" v="736" actId="165"/>
          <ac:picMkLst>
            <pc:docMk/>
            <pc:sldMk cId="1233436529" sldId="9784"/>
            <ac:picMk id="13" creationId="{016A1C56-7223-DE5F-5CD9-C528EEF89EDA}"/>
          </ac:picMkLst>
        </pc:picChg>
        <pc:picChg chg="mod">
          <ac:chgData name="Macher, Andreas (DI FA CTR PLC PPM)" userId="f1dcac62-7bef-43eb-91f0-927336a1714f" providerId="ADAL" clId="{1C5A6487-D517-4F0B-ABAB-3A48CB6B746A}" dt="2022-10-31T12:29:04.326" v="736" actId="165"/>
          <ac:picMkLst>
            <pc:docMk/>
            <pc:sldMk cId="1233436529" sldId="9784"/>
            <ac:picMk id="14" creationId="{4B48CA0B-E5FE-4B75-1E83-CE5CF583A10D}"/>
          </ac:picMkLst>
        </pc:picChg>
        <pc:picChg chg="mod">
          <ac:chgData name="Macher, Andreas (DI FA CTR PLC PPM)" userId="f1dcac62-7bef-43eb-91f0-927336a1714f" providerId="ADAL" clId="{1C5A6487-D517-4F0B-ABAB-3A48CB6B746A}" dt="2022-10-31T12:29:04.326" v="736" actId="165"/>
          <ac:picMkLst>
            <pc:docMk/>
            <pc:sldMk cId="1233436529" sldId="9784"/>
            <ac:picMk id="18" creationId="{537B4D94-0961-AC46-2563-BE4EF05A1682}"/>
          </ac:picMkLst>
        </pc:picChg>
        <pc:picChg chg="mod">
          <ac:chgData name="Macher, Andreas (DI FA CTR PLC PPM)" userId="f1dcac62-7bef-43eb-91f0-927336a1714f" providerId="ADAL" clId="{1C5A6487-D517-4F0B-ABAB-3A48CB6B746A}" dt="2022-10-31T12:29:04.326" v="736" actId="165"/>
          <ac:picMkLst>
            <pc:docMk/>
            <pc:sldMk cId="1233436529" sldId="9784"/>
            <ac:picMk id="21" creationId="{E48F350E-82AF-D345-0A14-4FDB07E24191}"/>
          </ac:picMkLst>
        </pc:picChg>
        <pc:picChg chg="mod">
          <ac:chgData name="Macher, Andreas (DI FA CTR PLC PPM)" userId="f1dcac62-7bef-43eb-91f0-927336a1714f" providerId="ADAL" clId="{1C5A6487-D517-4F0B-ABAB-3A48CB6B746A}" dt="2022-10-31T12:29:04.326" v="736" actId="165"/>
          <ac:picMkLst>
            <pc:docMk/>
            <pc:sldMk cId="1233436529" sldId="9784"/>
            <ac:picMk id="25" creationId="{80AB9BEE-69EF-AB46-EB40-446F049CDB6E}"/>
          </ac:picMkLst>
        </pc:picChg>
        <pc:picChg chg="mod">
          <ac:chgData name="Macher, Andreas (DI FA CTR PLC PPM)" userId="f1dcac62-7bef-43eb-91f0-927336a1714f" providerId="ADAL" clId="{1C5A6487-D517-4F0B-ABAB-3A48CB6B746A}" dt="2022-10-31T12:29:04.326" v="736" actId="165"/>
          <ac:picMkLst>
            <pc:docMk/>
            <pc:sldMk cId="1233436529" sldId="9784"/>
            <ac:picMk id="26" creationId="{C30EA030-12D8-6DC0-66B6-29BE275FF96B}"/>
          </ac:picMkLst>
        </pc:picChg>
        <pc:picChg chg="mod">
          <ac:chgData name="Macher, Andreas (DI FA CTR PLC PPM)" userId="f1dcac62-7bef-43eb-91f0-927336a1714f" providerId="ADAL" clId="{1C5A6487-D517-4F0B-ABAB-3A48CB6B746A}" dt="2022-10-31T12:29:04.326" v="736" actId="165"/>
          <ac:picMkLst>
            <pc:docMk/>
            <pc:sldMk cId="1233436529" sldId="9784"/>
            <ac:picMk id="27" creationId="{CAF68A8A-0C40-F930-A13C-E66BF86C0A9B}"/>
          </ac:picMkLst>
        </pc:picChg>
        <pc:picChg chg="add mod">
          <ac:chgData name="Macher, Andreas (DI FA CTR PLC PPM)" userId="f1dcac62-7bef-43eb-91f0-927336a1714f" providerId="ADAL" clId="{1C5A6487-D517-4F0B-ABAB-3A48CB6B746A}" dt="2022-10-31T12:09:46.885" v="589"/>
          <ac:picMkLst>
            <pc:docMk/>
            <pc:sldMk cId="1233436529" sldId="9784"/>
            <ac:picMk id="29" creationId="{15C35B6B-05C3-C107-3B53-F0F8F6C85568}"/>
          </ac:picMkLst>
        </pc:picChg>
        <pc:picChg chg="add mod">
          <ac:chgData name="Macher, Andreas (DI FA CTR PLC PPM)" userId="f1dcac62-7bef-43eb-91f0-927336a1714f" providerId="ADAL" clId="{1C5A6487-D517-4F0B-ABAB-3A48CB6B746A}" dt="2022-10-31T12:09:46.885" v="589"/>
          <ac:picMkLst>
            <pc:docMk/>
            <pc:sldMk cId="1233436529" sldId="9784"/>
            <ac:picMk id="30" creationId="{BC99C18A-8607-C796-B15A-5832DDBB457F}"/>
          </ac:picMkLst>
        </pc:picChg>
        <pc:cxnChg chg="add del mod">
          <ac:chgData name="Macher, Andreas (DI FA CTR PLC PPM)" userId="f1dcac62-7bef-43eb-91f0-927336a1714f" providerId="ADAL" clId="{1C5A6487-D517-4F0B-ABAB-3A48CB6B746A}" dt="2022-10-31T12:08:13.954" v="573" actId="21"/>
          <ac:cxnSpMkLst>
            <pc:docMk/>
            <pc:sldMk cId="1233436529" sldId="9784"/>
            <ac:cxnSpMk id="19" creationId="{A2A85600-FD59-94B7-6154-3670D25D4CFF}"/>
          </ac:cxnSpMkLst>
        </pc:cxnChg>
        <pc:cxnChg chg="mod">
          <ac:chgData name="Macher, Andreas (DI FA CTR PLC PPM)" userId="f1dcac62-7bef-43eb-91f0-927336a1714f" providerId="ADAL" clId="{1C5A6487-D517-4F0B-ABAB-3A48CB6B746A}" dt="2022-10-31T12:29:04.326" v="736" actId="165"/>
          <ac:cxnSpMkLst>
            <pc:docMk/>
            <pc:sldMk cId="1233436529" sldId="9784"/>
            <ac:cxnSpMk id="22" creationId="{8DB9E71B-2F9E-5A15-9524-74497838EA4D}"/>
          </ac:cxnSpMkLst>
        </pc:cxnChg>
        <pc:cxnChg chg="mod">
          <ac:chgData name="Macher, Andreas (DI FA CTR PLC PPM)" userId="f1dcac62-7bef-43eb-91f0-927336a1714f" providerId="ADAL" clId="{1C5A6487-D517-4F0B-ABAB-3A48CB6B746A}" dt="2022-10-31T12:29:04.326" v="736" actId="165"/>
          <ac:cxnSpMkLst>
            <pc:docMk/>
            <pc:sldMk cId="1233436529" sldId="9784"/>
            <ac:cxnSpMk id="23" creationId="{9539BC27-B49F-E95D-6275-624937172E73}"/>
          </ac:cxnSpMkLst>
        </pc:cxnChg>
        <pc:cxnChg chg="add mod">
          <ac:chgData name="Macher, Andreas (DI FA CTR PLC PPM)" userId="f1dcac62-7bef-43eb-91f0-927336a1714f" providerId="ADAL" clId="{1C5A6487-D517-4F0B-ABAB-3A48CB6B746A}" dt="2022-10-31T12:28:12.655" v="733"/>
          <ac:cxnSpMkLst>
            <pc:docMk/>
            <pc:sldMk cId="1233436529" sldId="9784"/>
            <ac:cxnSpMk id="31" creationId="{AA9161FA-BF4C-6FEA-3B90-9BE9547251BA}"/>
          </ac:cxnSpMkLst>
        </pc:cxnChg>
        <pc:cxnChg chg="del">
          <ac:chgData name="Macher, Andreas (DI FA CTR PLC PPM)" userId="f1dcac62-7bef-43eb-91f0-927336a1714f" providerId="ADAL" clId="{1C5A6487-D517-4F0B-ABAB-3A48CB6B746A}" dt="2022-10-31T12:32:04.392" v="792" actId="478"/>
          <ac:cxnSpMkLst>
            <pc:docMk/>
            <pc:sldMk cId="1233436529" sldId="9784"/>
            <ac:cxnSpMk id="70" creationId="{07803500-B2CA-4B83-B65B-44F3FC7C368D}"/>
          </ac:cxnSpMkLst>
        </pc:cxnChg>
        <pc:cxnChg chg="del">
          <ac:chgData name="Macher, Andreas (DI FA CTR PLC PPM)" userId="f1dcac62-7bef-43eb-91f0-927336a1714f" providerId="ADAL" clId="{1C5A6487-D517-4F0B-ABAB-3A48CB6B746A}" dt="2022-10-31T12:32:03.558" v="791" actId="478"/>
          <ac:cxnSpMkLst>
            <pc:docMk/>
            <pc:sldMk cId="1233436529" sldId="9784"/>
            <ac:cxnSpMk id="71" creationId="{E53117BF-98E5-561C-E0E8-FCCB16D9FD0C}"/>
          </ac:cxnSpMkLst>
        </pc:cxnChg>
        <pc:cxnChg chg="del">
          <ac:chgData name="Macher, Andreas (DI FA CTR PLC PPM)" userId="f1dcac62-7bef-43eb-91f0-927336a1714f" providerId="ADAL" clId="{1C5A6487-D517-4F0B-ABAB-3A48CB6B746A}" dt="2022-10-31T12:31:28.374" v="772" actId="478"/>
          <ac:cxnSpMkLst>
            <pc:docMk/>
            <pc:sldMk cId="1233436529" sldId="9784"/>
            <ac:cxnSpMk id="73" creationId="{71FBF41F-5770-6025-0F97-F8408AF7C148}"/>
          </ac:cxnSpMkLst>
        </pc:cxnChg>
        <pc:cxnChg chg="del">
          <ac:chgData name="Macher, Andreas (DI FA CTR PLC PPM)" userId="f1dcac62-7bef-43eb-91f0-927336a1714f" providerId="ADAL" clId="{1C5A6487-D517-4F0B-ABAB-3A48CB6B746A}" dt="2022-10-31T12:31:28.374" v="772" actId="478"/>
          <ac:cxnSpMkLst>
            <pc:docMk/>
            <pc:sldMk cId="1233436529" sldId="9784"/>
            <ac:cxnSpMk id="74" creationId="{3C3932E2-DC53-AFDD-7FD7-E1549ECCFD0B}"/>
          </ac:cxnSpMkLst>
        </pc:cxnChg>
        <pc:cxnChg chg="del mod topLvl">
          <ac:chgData name="Macher, Andreas (DI FA CTR PLC PPM)" userId="f1dcac62-7bef-43eb-91f0-927336a1714f" providerId="ADAL" clId="{1C5A6487-D517-4F0B-ABAB-3A48CB6B746A}" dt="2022-10-31T12:28:54.719" v="735" actId="478"/>
          <ac:cxnSpMkLst>
            <pc:docMk/>
            <pc:sldMk cId="1233436529" sldId="9784"/>
            <ac:cxnSpMk id="87" creationId="{CD879679-808A-18BF-E86E-FFB547E8D60A}"/>
          </ac:cxnSpMkLst>
        </pc:cxnChg>
        <pc:cxnChg chg="del mod topLvl">
          <ac:chgData name="Macher, Andreas (DI FA CTR PLC PPM)" userId="f1dcac62-7bef-43eb-91f0-927336a1714f" providerId="ADAL" clId="{1C5A6487-D517-4F0B-ABAB-3A48CB6B746A}" dt="2022-10-31T12:28:52.060" v="734" actId="478"/>
          <ac:cxnSpMkLst>
            <pc:docMk/>
            <pc:sldMk cId="1233436529" sldId="9784"/>
            <ac:cxnSpMk id="89" creationId="{F433E82E-6987-289F-59B6-28A0CC18AE1F}"/>
          </ac:cxnSpMkLst>
        </pc:cxnChg>
        <pc:cxnChg chg="del">
          <ac:chgData name="Macher, Andreas (DI FA CTR PLC PPM)" userId="f1dcac62-7bef-43eb-91f0-927336a1714f" providerId="ADAL" clId="{1C5A6487-D517-4F0B-ABAB-3A48CB6B746A}" dt="2022-10-31T12:30:58.049" v="770" actId="478"/>
          <ac:cxnSpMkLst>
            <pc:docMk/>
            <pc:sldMk cId="1233436529" sldId="9784"/>
            <ac:cxnSpMk id="97" creationId="{3B15D758-CD32-3EB2-3199-5B8A9746BBC1}"/>
          </ac:cxnSpMkLst>
        </pc:cxnChg>
        <pc:cxnChg chg="del">
          <ac:chgData name="Macher, Andreas (DI FA CTR PLC PPM)" userId="f1dcac62-7bef-43eb-91f0-927336a1714f" providerId="ADAL" clId="{1C5A6487-D517-4F0B-ABAB-3A48CB6B746A}" dt="2022-10-31T12:30:55.358" v="769" actId="478"/>
          <ac:cxnSpMkLst>
            <pc:docMk/>
            <pc:sldMk cId="1233436529" sldId="9784"/>
            <ac:cxnSpMk id="98" creationId="{ED5155BB-40D6-F5BD-1B46-30092FA56647}"/>
          </ac:cxnSpMkLst>
        </pc:cxnChg>
        <pc:cxnChg chg="del mod topLvl">
          <ac:chgData name="Macher, Andreas (DI FA CTR PLC PPM)" userId="f1dcac62-7bef-43eb-91f0-927336a1714f" providerId="ADAL" clId="{1C5A6487-D517-4F0B-ABAB-3A48CB6B746A}" dt="2022-10-31T12:29:36.895" v="762" actId="478"/>
          <ac:cxnSpMkLst>
            <pc:docMk/>
            <pc:sldMk cId="1233436529" sldId="9784"/>
            <ac:cxnSpMk id="227" creationId="{1879E3A7-BB22-EEBC-2990-878F31630581}"/>
          </ac:cxnSpMkLst>
        </pc:cxnChg>
        <pc:cxnChg chg="add mod">
          <ac:chgData name="Macher, Andreas (DI FA CTR PLC PPM)" userId="f1dcac62-7bef-43eb-91f0-927336a1714f" providerId="ADAL" clId="{1C5A6487-D517-4F0B-ABAB-3A48CB6B746A}" dt="2022-10-31T12:29:17.074" v="738"/>
          <ac:cxnSpMkLst>
            <pc:docMk/>
            <pc:sldMk cId="1233436529" sldId="9784"/>
            <ac:cxnSpMk id="229" creationId="{B69D056B-C21C-299E-491F-6CE005CE6D79}"/>
          </ac:cxnSpMkLst>
        </pc:cxnChg>
        <pc:cxnChg chg="add mod">
          <ac:chgData name="Macher, Andreas (DI FA CTR PLC PPM)" userId="f1dcac62-7bef-43eb-91f0-927336a1714f" providerId="ADAL" clId="{1C5A6487-D517-4F0B-ABAB-3A48CB6B746A}" dt="2022-10-31T12:30:14.946" v="768" actId="1076"/>
          <ac:cxnSpMkLst>
            <pc:docMk/>
            <pc:sldMk cId="1233436529" sldId="9784"/>
            <ac:cxnSpMk id="231" creationId="{9F542C39-149B-F120-8D3B-BDAA02A47EA4}"/>
          </ac:cxnSpMkLst>
        </pc:cxnChg>
        <pc:cxnChg chg="add mod">
          <ac:chgData name="Macher, Andreas (DI FA CTR PLC PPM)" userId="f1dcac62-7bef-43eb-91f0-927336a1714f" providerId="ADAL" clId="{1C5A6487-D517-4F0B-ABAB-3A48CB6B746A}" dt="2022-10-31T12:31:09.271" v="771"/>
          <ac:cxnSpMkLst>
            <pc:docMk/>
            <pc:sldMk cId="1233436529" sldId="9784"/>
            <ac:cxnSpMk id="234" creationId="{084F6785-8C96-FED8-A43E-E236F7D17291}"/>
          </ac:cxnSpMkLst>
        </pc:cxnChg>
        <pc:cxnChg chg="add mod">
          <ac:chgData name="Macher, Andreas (DI FA CTR PLC PPM)" userId="f1dcac62-7bef-43eb-91f0-927336a1714f" providerId="ADAL" clId="{1C5A6487-D517-4F0B-ABAB-3A48CB6B746A}" dt="2022-10-31T12:31:40.413" v="789" actId="1036"/>
          <ac:cxnSpMkLst>
            <pc:docMk/>
            <pc:sldMk cId="1233436529" sldId="9784"/>
            <ac:cxnSpMk id="236" creationId="{D78EEBC0-057A-0D3E-E729-DFCA1EB9B7A6}"/>
          </ac:cxnSpMkLst>
        </pc:cxnChg>
        <pc:cxnChg chg="add mod">
          <ac:chgData name="Macher, Andreas (DI FA CTR PLC PPM)" userId="f1dcac62-7bef-43eb-91f0-927336a1714f" providerId="ADAL" clId="{1C5A6487-D517-4F0B-ABAB-3A48CB6B746A}" dt="2022-10-31T12:32:23.292" v="794" actId="1076"/>
          <ac:cxnSpMkLst>
            <pc:docMk/>
            <pc:sldMk cId="1233436529" sldId="9784"/>
            <ac:cxnSpMk id="239" creationId="{4714E330-DCBE-775B-0D87-F8D7AF682CA1}"/>
          </ac:cxnSpMkLst>
        </pc:cxnChg>
        <pc:cxnChg chg="del">
          <ac:chgData name="Macher, Andreas (DI FA CTR PLC PPM)" userId="f1dcac62-7bef-43eb-91f0-927336a1714f" providerId="ADAL" clId="{1C5A6487-D517-4F0B-ABAB-3A48CB6B746A}" dt="2022-10-31T12:32:02.535" v="790" actId="478"/>
          <ac:cxnSpMkLst>
            <pc:docMk/>
            <pc:sldMk cId="1233436529" sldId="9784"/>
            <ac:cxnSpMk id="295" creationId="{A0A2C992-196C-921A-A720-8B7E493824BE}"/>
          </ac:cxnSpMkLst>
        </pc:cxnChg>
      </pc:sldChg>
      <pc:sldChg chg="addSp delSp modSp mod">
        <pc:chgData name="Macher, Andreas (DI FA CTR PLC PPM)" userId="f1dcac62-7bef-43eb-91f0-927336a1714f" providerId="ADAL" clId="{1C5A6487-D517-4F0B-ABAB-3A48CB6B746A}" dt="2022-10-31T16:06:51.501" v="2613" actId="1076"/>
        <pc:sldMkLst>
          <pc:docMk/>
          <pc:sldMk cId="2745305467" sldId="9785"/>
        </pc:sldMkLst>
        <pc:spChg chg="mod">
          <ac:chgData name="Macher, Andreas (DI FA CTR PLC PPM)" userId="f1dcac62-7bef-43eb-91f0-927336a1714f" providerId="ADAL" clId="{1C5A6487-D517-4F0B-ABAB-3A48CB6B746A}" dt="2022-10-31T16:06:21.252" v="2609"/>
          <ac:spMkLst>
            <pc:docMk/>
            <pc:sldMk cId="2745305467" sldId="9785"/>
            <ac:spMk id="25" creationId="{41124DDB-A463-A0AF-44E9-3FEAEF74610B}"/>
          </ac:spMkLst>
        </pc:spChg>
        <pc:spChg chg="mod">
          <ac:chgData name="Macher, Andreas (DI FA CTR PLC PPM)" userId="f1dcac62-7bef-43eb-91f0-927336a1714f" providerId="ADAL" clId="{1C5A6487-D517-4F0B-ABAB-3A48CB6B746A}" dt="2022-10-31T16:06:21.252" v="2609"/>
          <ac:spMkLst>
            <pc:docMk/>
            <pc:sldMk cId="2745305467" sldId="9785"/>
            <ac:spMk id="26" creationId="{74D08FFA-19A0-DF55-8A1B-08487D41597C}"/>
          </ac:spMkLst>
        </pc:spChg>
        <pc:spChg chg="mod">
          <ac:chgData name="Macher, Andreas (DI FA CTR PLC PPM)" userId="f1dcac62-7bef-43eb-91f0-927336a1714f" providerId="ADAL" clId="{1C5A6487-D517-4F0B-ABAB-3A48CB6B746A}" dt="2022-10-31T16:06:35.991" v="2611"/>
          <ac:spMkLst>
            <pc:docMk/>
            <pc:sldMk cId="2745305467" sldId="9785"/>
            <ac:spMk id="30" creationId="{5852EAAB-E206-F3A3-AB33-C0094F5697D4}"/>
          </ac:spMkLst>
        </pc:spChg>
        <pc:spChg chg="mod">
          <ac:chgData name="Macher, Andreas (DI FA CTR PLC PPM)" userId="f1dcac62-7bef-43eb-91f0-927336a1714f" providerId="ADAL" clId="{1C5A6487-D517-4F0B-ABAB-3A48CB6B746A}" dt="2022-10-31T16:06:35.991" v="2611"/>
          <ac:spMkLst>
            <pc:docMk/>
            <pc:sldMk cId="2745305467" sldId="9785"/>
            <ac:spMk id="31" creationId="{9BBEA6A0-0A86-1111-6C45-D962BDE99935}"/>
          </ac:spMkLst>
        </pc:spChg>
        <pc:spChg chg="mod">
          <ac:chgData name="Macher, Andreas (DI FA CTR PLC PPM)" userId="f1dcac62-7bef-43eb-91f0-927336a1714f" providerId="ADAL" clId="{1C5A6487-D517-4F0B-ABAB-3A48CB6B746A}" dt="2022-10-31T12:39:43.165" v="914" actId="108"/>
          <ac:spMkLst>
            <pc:docMk/>
            <pc:sldMk cId="2745305467" sldId="9785"/>
            <ac:spMk id="390" creationId="{D5A49815-7B4B-7D0A-59DE-CFA34A972FD2}"/>
          </ac:spMkLst>
        </pc:spChg>
        <pc:spChg chg="mod">
          <ac:chgData name="Macher, Andreas (DI FA CTR PLC PPM)" userId="f1dcac62-7bef-43eb-91f0-927336a1714f" providerId="ADAL" clId="{1C5A6487-D517-4F0B-ABAB-3A48CB6B746A}" dt="2022-10-31T12:39:43.532" v="915" actId="108"/>
          <ac:spMkLst>
            <pc:docMk/>
            <pc:sldMk cId="2745305467" sldId="9785"/>
            <ac:spMk id="406" creationId="{788E3DB7-5754-F939-9505-C3EDDBC9BDF8}"/>
          </ac:spMkLst>
        </pc:spChg>
        <pc:spChg chg="mod">
          <ac:chgData name="Macher, Andreas (DI FA CTR PLC PPM)" userId="f1dcac62-7bef-43eb-91f0-927336a1714f" providerId="ADAL" clId="{1C5A6487-D517-4F0B-ABAB-3A48CB6B746A}" dt="2022-10-31T12:41:41.273" v="925" actId="113"/>
          <ac:spMkLst>
            <pc:docMk/>
            <pc:sldMk cId="2745305467" sldId="9785"/>
            <ac:spMk id="409" creationId="{84624466-2BFD-0F2F-16F1-A303935E55C7}"/>
          </ac:spMkLst>
        </pc:spChg>
        <pc:grpChg chg="add mod">
          <ac:chgData name="Macher, Andreas (DI FA CTR PLC PPM)" userId="f1dcac62-7bef-43eb-91f0-927336a1714f" providerId="ADAL" clId="{1C5A6487-D517-4F0B-ABAB-3A48CB6B746A}" dt="2022-10-31T16:06:26.001" v="2610" actId="1076"/>
          <ac:grpSpMkLst>
            <pc:docMk/>
            <pc:sldMk cId="2745305467" sldId="9785"/>
            <ac:grpSpMk id="24" creationId="{82CCCAFE-1F0E-38C6-DCAA-5D24437BE1DB}"/>
          </ac:grpSpMkLst>
        </pc:grpChg>
        <pc:grpChg chg="add mod">
          <ac:chgData name="Macher, Andreas (DI FA CTR PLC PPM)" userId="f1dcac62-7bef-43eb-91f0-927336a1714f" providerId="ADAL" clId="{1C5A6487-D517-4F0B-ABAB-3A48CB6B746A}" dt="2022-10-31T16:06:51.501" v="2613" actId="1076"/>
          <ac:grpSpMkLst>
            <pc:docMk/>
            <pc:sldMk cId="2745305467" sldId="9785"/>
            <ac:grpSpMk id="29" creationId="{0CFFF078-088D-6A07-C51A-2AF6A2692A8C}"/>
          </ac:grpSpMkLst>
        </pc:grpChg>
        <pc:picChg chg="add mod">
          <ac:chgData name="Macher, Andreas (DI FA CTR PLC PPM)" userId="f1dcac62-7bef-43eb-91f0-927336a1714f" providerId="ADAL" clId="{1C5A6487-D517-4F0B-ABAB-3A48CB6B746A}" dt="2022-10-31T12:40:43.959" v="922" actId="554"/>
          <ac:picMkLst>
            <pc:docMk/>
            <pc:sldMk cId="2745305467" sldId="9785"/>
            <ac:picMk id="22" creationId="{BE55BCD2-F67A-17B8-D1FF-0539CC89D7BD}"/>
          </ac:picMkLst>
        </pc:picChg>
        <pc:picChg chg="add mod">
          <ac:chgData name="Macher, Andreas (DI FA CTR PLC PPM)" userId="f1dcac62-7bef-43eb-91f0-927336a1714f" providerId="ADAL" clId="{1C5A6487-D517-4F0B-ABAB-3A48CB6B746A}" dt="2022-10-31T12:40:54.772" v="924" actId="1076"/>
          <ac:picMkLst>
            <pc:docMk/>
            <pc:sldMk cId="2745305467" sldId="9785"/>
            <ac:picMk id="23" creationId="{FEA19B1C-30A0-7ED8-F81B-2AF9F8FA3EDD}"/>
          </ac:picMkLst>
        </pc:picChg>
        <pc:picChg chg="mod">
          <ac:chgData name="Macher, Andreas (DI FA CTR PLC PPM)" userId="f1dcac62-7bef-43eb-91f0-927336a1714f" providerId="ADAL" clId="{1C5A6487-D517-4F0B-ABAB-3A48CB6B746A}" dt="2022-10-31T12:40:43.959" v="922" actId="554"/>
          <ac:picMkLst>
            <pc:docMk/>
            <pc:sldMk cId="2745305467" sldId="9785"/>
            <ac:picMk id="259" creationId="{F64E7214-A500-CB89-4587-6243EC5C6DB2}"/>
          </ac:picMkLst>
        </pc:picChg>
        <pc:cxnChg chg="del">
          <ac:chgData name="Macher, Andreas (DI FA CTR PLC PPM)" userId="f1dcac62-7bef-43eb-91f0-927336a1714f" providerId="ADAL" clId="{1C5A6487-D517-4F0B-ABAB-3A48CB6B746A}" dt="2022-10-31T12:40:13.736" v="917" actId="478"/>
          <ac:cxnSpMkLst>
            <pc:docMk/>
            <pc:sldMk cId="2745305467" sldId="9785"/>
            <ac:cxnSpMk id="15" creationId="{18D90C14-B352-7AE6-5093-5785BB2429BE}"/>
          </ac:cxnSpMkLst>
        </pc:cxnChg>
        <pc:cxnChg chg="del mod">
          <ac:chgData name="Macher, Andreas (DI FA CTR PLC PPM)" userId="f1dcac62-7bef-43eb-91f0-927336a1714f" providerId="ADAL" clId="{1C5A6487-D517-4F0B-ABAB-3A48CB6B746A}" dt="2022-10-31T12:40:11.217" v="916" actId="478"/>
          <ac:cxnSpMkLst>
            <pc:docMk/>
            <pc:sldMk cId="2745305467" sldId="9785"/>
            <ac:cxnSpMk id="16" creationId="{96AB8B3A-E3FB-61AE-0DCE-DBFC717D9D35}"/>
          </ac:cxnSpMkLst>
        </pc:cxnChg>
        <pc:cxnChg chg="del">
          <ac:chgData name="Macher, Andreas (DI FA CTR PLC PPM)" userId="f1dcac62-7bef-43eb-91f0-927336a1714f" providerId="ADAL" clId="{1C5A6487-D517-4F0B-ABAB-3A48CB6B746A}" dt="2022-10-31T12:40:26.643" v="919" actId="478"/>
          <ac:cxnSpMkLst>
            <pc:docMk/>
            <pc:sldMk cId="2745305467" sldId="9785"/>
            <ac:cxnSpMk id="258" creationId="{3647AEED-5AEC-7AFB-ED33-94DC8A131FA6}"/>
          </ac:cxnSpMkLst>
        </pc:cxnChg>
        <pc:cxnChg chg="del">
          <ac:chgData name="Macher, Andreas (DI FA CTR PLC PPM)" userId="f1dcac62-7bef-43eb-91f0-927336a1714f" providerId="ADAL" clId="{1C5A6487-D517-4F0B-ABAB-3A48CB6B746A}" dt="2022-10-31T12:40:25.788" v="918" actId="478"/>
          <ac:cxnSpMkLst>
            <pc:docMk/>
            <pc:sldMk cId="2745305467" sldId="9785"/>
            <ac:cxnSpMk id="289" creationId="{7A83525F-05E6-1DD2-4F3C-C2241868561F}"/>
          </ac:cxnSpMkLst>
        </pc:cxnChg>
      </pc:sldChg>
      <pc:sldChg chg="delSp del mod">
        <pc:chgData name="Macher, Andreas (DI FA CTR PLC PPM)" userId="f1dcac62-7bef-43eb-91f0-927336a1714f" providerId="ADAL" clId="{1C5A6487-D517-4F0B-ABAB-3A48CB6B746A}" dt="2022-10-31T15:53:30.833" v="2397" actId="47"/>
        <pc:sldMkLst>
          <pc:docMk/>
          <pc:sldMk cId="1546610047" sldId="9786"/>
        </pc:sldMkLst>
        <pc:spChg chg="del">
          <ac:chgData name="Macher, Andreas (DI FA CTR PLC PPM)" userId="f1dcac62-7bef-43eb-91f0-927336a1714f" providerId="ADAL" clId="{1C5A6487-D517-4F0B-ABAB-3A48CB6B746A}" dt="2022-10-31T15:52:33.663" v="2395" actId="21"/>
          <ac:spMkLst>
            <pc:docMk/>
            <pc:sldMk cId="1546610047" sldId="9786"/>
            <ac:spMk id="6" creationId="{75BAC803-D2D9-8493-2528-80E1771DCA03}"/>
          </ac:spMkLst>
        </pc:spChg>
        <pc:grpChg chg="del">
          <ac:chgData name="Macher, Andreas (DI FA CTR PLC PPM)" userId="f1dcac62-7bef-43eb-91f0-927336a1714f" providerId="ADAL" clId="{1C5A6487-D517-4F0B-ABAB-3A48CB6B746A}" dt="2022-10-31T15:52:33.663" v="2395" actId="21"/>
          <ac:grpSpMkLst>
            <pc:docMk/>
            <pc:sldMk cId="1546610047" sldId="9786"/>
            <ac:grpSpMk id="13" creationId="{5D15A353-BF06-598C-7F9A-CE4E03D36CA2}"/>
          </ac:grpSpMkLst>
        </pc:grpChg>
        <pc:picChg chg="del">
          <ac:chgData name="Macher, Andreas (DI FA CTR PLC PPM)" userId="f1dcac62-7bef-43eb-91f0-927336a1714f" providerId="ADAL" clId="{1C5A6487-D517-4F0B-ABAB-3A48CB6B746A}" dt="2022-10-31T15:52:33.663" v="2395" actId="21"/>
          <ac:picMkLst>
            <pc:docMk/>
            <pc:sldMk cId="1546610047" sldId="9786"/>
            <ac:picMk id="12" creationId="{BCBFC1C5-3CB9-DDEE-3925-07E04B332AF3}"/>
          </ac:picMkLst>
        </pc:picChg>
        <pc:picChg chg="del">
          <ac:chgData name="Macher, Andreas (DI FA CTR PLC PPM)" userId="f1dcac62-7bef-43eb-91f0-927336a1714f" providerId="ADAL" clId="{1C5A6487-D517-4F0B-ABAB-3A48CB6B746A}" dt="2022-10-31T15:52:33.663" v="2395" actId="21"/>
          <ac:picMkLst>
            <pc:docMk/>
            <pc:sldMk cId="1546610047" sldId="9786"/>
            <ac:picMk id="19" creationId="{C4B11319-92C2-B175-862F-2E26E7CB7EF5}"/>
          </ac:picMkLst>
        </pc:picChg>
        <pc:picChg chg="del">
          <ac:chgData name="Macher, Andreas (DI FA CTR PLC PPM)" userId="f1dcac62-7bef-43eb-91f0-927336a1714f" providerId="ADAL" clId="{1C5A6487-D517-4F0B-ABAB-3A48CB6B746A}" dt="2022-10-31T15:52:33.663" v="2395" actId="21"/>
          <ac:picMkLst>
            <pc:docMk/>
            <pc:sldMk cId="1546610047" sldId="9786"/>
            <ac:picMk id="20" creationId="{A10D0475-F4CC-F360-647D-39B1CD24D840}"/>
          </ac:picMkLst>
        </pc:picChg>
        <pc:picChg chg="del">
          <ac:chgData name="Macher, Andreas (DI FA CTR PLC PPM)" userId="f1dcac62-7bef-43eb-91f0-927336a1714f" providerId="ADAL" clId="{1C5A6487-D517-4F0B-ABAB-3A48CB6B746A}" dt="2022-10-31T15:52:33.663" v="2395" actId="21"/>
          <ac:picMkLst>
            <pc:docMk/>
            <pc:sldMk cId="1546610047" sldId="9786"/>
            <ac:picMk id="37" creationId="{5FF2E091-CD7A-64B4-8529-CEB4D76BE5BE}"/>
          </ac:picMkLst>
        </pc:picChg>
        <pc:picChg chg="del">
          <ac:chgData name="Macher, Andreas (DI FA CTR PLC PPM)" userId="f1dcac62-7bef-43eb-91f0-927336a1714f" providerId="ADAL" clId="{1C5A6487-D517-4F0B-ABAB-3A48CB6B746A}" dt="2022-10-31T15:52:33.663" v="2395" actId="21"/>
          <ac:picMkLst>
            <pc:docMk/>
            <pc:sldMk cId="1546610047" sldId="9786"/>
            <ac:picMk id="39" creationId="{80D0E5C1-8DA8-7E26-ABF4-1B2C001AF4B5}"/>
          </ac:picMkLst>
        </pc:picChg>
        <pc:picChg chg="del">
          <ac:chgData name="Macher, Andreas (DI FA CTR PLC PPM)" userId="f1dcac62-7bef-43eb-91f0-927336a1714f" providerId="ADAL" clId="{1C5A6487-D517-4F0B-ABAB-3A48CB6B746A}" dt="2022-10-31T15:52:33.663" v="2395" actId="21"/>
          <ac:picMkLst>
            <pc:docMk/>
            <pc:sldMk cId="1546610047" sldId="9786"/>
            <ac:picMk id="41" creationId="{D5791192-D32F-6001-7987-D33E3DA5C61D}"/>
          </ac:picMkLst>
        </pc:picChg>
        <pc:picChg chg="del">
          <ac:chgData name="Macher, Andreas (DI FA CTR PLC PPM)" userId="f1dcac62-7bef-43eb-91f0-927336a1714f" providerId="ADAL" clId="{1C5A6487-D517-4F0B-ABAB-3A48CB6B746A}" dt="2022-10-31T15:52:33.663" v="2395" actId="21"/>
          <ac:picMkLst>
            <pc:docMk/>
            <pc:sldMk cId="1546610047" sldId="9786"/>
            <ac:picMk id="43" creationId="{57D089AF-4D3A-846F-B96C-A1E8ACADF52D}"/>
          </ac:picMkLst>
        </pc:picChg>
        <pc:picChg chg="del">
          <ac:chgData name="Macher, Andreas (DI FA CTR PLC PPM)" userId="f1dcac62-7bef-43eb-91f0-927336a1714f" providerId="ADAL" clId="{1C5A6487-D517-4F0B-ABAB-3A48CB6B746A}" dt="2022-10-31T15:52:33.663" v="2395" actId="21"/>
          <ac:picMkLst>
            <pc:docMk/>
            <pc:sldMk cId="1546610047" sldId="9786"/>
            <ac:picMk id="45" creationId="{36364E34-FED0-B03C-F2BC-50C4C25DB4FC}"/>
          </ac:picMkLst>
        </pc:picChg>
        <pc:cxnChg chg="del">
          <ac:chgData name="Macher, Andreas (DI FA CTR PLC PPM)" userId="f1dcac62-7bef-43eb-91f0-927336a1714f" providerId="ADAL" clId="{1C5A6487-D517-4F0B-ABAB-3A48CB6B746A}" dt="2022-10-31T15:52:33.663" v="2395" actId="21"/>
          <ac:cxnSpMkLst>
            <pc:docMk/>
            <pc:sldMk cId="1546610047" sldId="9786"/>
            <ac:cxnSpMk id="24" creationId="{D088C237-3439-2D44-5572-B2C56156686C}"/>
          </ac:cxnSpMkLst>
        </pc:cxnChg>
        <pc:cxnChg chg="del">
          <ac:chgData name="Macher, Andreas (DI FA CTR PLC PPM)" userId="f1dcac62-7bef-43eb-91f0-927336a1714f" providerId="ADAL" clId="{1C5A6487-D517-4F0B-ABAB-3A48CB6B746A}" dt="2022-10-31T15:52:33.663" v="2395" actId="21"/>
          <ac:cxnSpMkLst>
            <pc:docMk/>
            <pc:sldMk cId="1546610047" sldId="9786"/>
            <ac:cxnSpMk id="25" creationId="{E44346D2-F40D-68FB-BC70-B410FA085EAD}"/>
          </ac:cxnSpMkLst>
        </pc:cxnChg>
      </pc:sldChg>
      <pc:sldChg chg="delSp del mod">
        <pc:chgData name="Macher, Andreas (DI FA CTR PLC PPM)" userId="f1dcac62-7bef-43eb-91f0-927336a1714f" providerId="ADAL" clId="{1C5A6487-D517-4F0B-ABAB-3A48CB6B746A}" dt="2022-10-31T15:53:31.450" v="2398" actId="47"/>
        <pc:sldMkLst>
          <pc:docMk/>
          <pc:sldMk cId="2690949945" sldId="9787"/>
        </pc:sldMkLst>
        <pc:picChg chg="del">
          <ac:chgData name="Macher, Andreas (DI FA CTR PLC PPM)" userId="f1dcac62-7bef-43eb-91f0-927336a1714f" providerId="ADAL" clId="{1C5A6487-D517-4F0B-ABAB-3A48CB6B746A}" dt="2022-10-31T15:52:45.909" v="2396" actId="21"/>
          <ac:picMkLst>
            <pc:docMk/>
            <pc:sldMk cId="2690949945" sldId="9787"/>
            <ac:picMk id="5" creationId="{24971588-C42D-9919-BB32-ABDDE52E2E86}"/>
          </ac:picMkLst>
        </pc:picChg>
        <pc:picChg chg="del">
          <ac:chgData name="Macher, Andreas (DI FA CTR PLC PPM)" userId="f1dcac62-7bef-43eb-91f0-927336a1714f" providerId="ADAL" clId="{1C5A6487-D517-4F0B-ABAB-3A48CB6B746A}" dt="2022-10-31T15:52:45.909" v="2396" actId="21"/>
          <ac:picMkLst>
            <pc:docMk/>
            <pc:sldMk cId="2690949945" sldId="9787"/>
            <ac:picMk id="25" creationId="{C56ECA36-9D03-DAA5-C940-6F4F8D543C89}"/>
          </ac:picMkLst>
        </pc:picChg>
        <pc:picChg chg="del">
          <ac:chgData name="Macher, Andreas (DI FA CTR PLC PPM)" userId="f1dcac62-7bef-43eb-91f0-927336a1714f" providerId="ADAL" clId="{1C5A6487-D517-4F0B-ABAB-3A48CB6B746A}" dt="2022-10-31T15:52:45.909" v="2396" actId="21"/>
          <ac:picMkLst>
            <pc:docMk/>
            <pc:sldMk cId="2690949945" sldId="9787"/>
            <ac:picMk id="27" creationId="{17049A20-BA6F-2953-4A57-B9E7DAEE9D0A}"/>
          </ac:picMkLst>
        </pc:picChg>
        <pc:picChg chg="del">
          <ac:chgData name="Macher, Andreas (DI FA CTR PLC PPM)" userId="f1dcac62-7bef-43eb-91f0-927336a1714f" providerId="ADAL" clId="{1C5A6487-D517-4F0B-ABAB-3A48CB6B746A}" dt="2022-10-31T15:52:45.909" v="2396" actId="21"/>
          <ac:picMkLst>
            <pc:docMk/>
            <pc:sldMk cId="2690949945" sldId="9787"/>
            <ac:picMk id="29" creationId="{68599B56-AEFC-0C0D-028A-AC2BA860A7D5}"/>
          </ac:picMkLst>
        </pc:picChg>
        <pc:picChg chg="del">
          <ac:chgData name="Macher, Andreas (DI FA CTR PLC PPM)" userId="f1dcac62-7bef-43eb-91f0-927336a1714f" providerId="ADAL" clId="{1C5A6487-D517-4F0B-ABAB-3A48CB6B746A}" dt="2022-10-31T15:52:45.909" v="2396" actId="21"/>
          <ac:picMkLst>
            <pc:docMk/>
            <pc:sldMk cId="2690949945" sldId="9787"/>
            <ac:picMk id="31" creationId="{D4F1505F-DE4A-E47A-4D88-43356814B7D0}"/>
          </ac:picMkLst>
        </pc:picChg>
        <pc:picChg chg="del">
          <ac:chgData name="Macher, Andreas (DI FA CTR PLC PPM)" userId="f1dcac62-7bef-43eb-91f0-927336a1714f" providerId="ADAL" clId="{1C5A6487-D517-4F0B-ABAB-3A48CB6B746A}" dt="2022-10-31T15:52:45.909" v="2396" actId="21"/>
          <ac:picMkLst>
            <pc:docMk/>
            <pc:sldMk cId="2690949945" sldId="9787"/>
            <ac:picMk id="33" creationId="{92595FD1-D9A2-6B24-FE81-60438CBE880E}"/>
          </ac:picMkLst>
        </pc:picChg>
        <pc:picChg chg="del">
          <ac:chgData name="Macher, Andreas (DI FA CTR PLC PPM)" userId="f1dcac62-7bef-43eb-91f0-927336a1714f" providerId="ADAL" clId="{1C5A6487-D517-4F0B-ABAB-3A48CB6B746A}" dt="2022-10-31T15:52:45.909" v="2396" actId="21"/>
          <ac:picMkLst>
            <pc:docMk/>
            <pc:sldMk cId="2690949945" sldId="9787"/>
            <ac:picMk id="37" creationId="{5FB275A0-7FDA-B9FC-F234-30E66E6B0313}"/>
          </ac:picMkLst>
        </pc:picChg>
      </pc:sldChg>
      <pc:sldChg chg="addSp delSp modSp mod">
        <pc:chgData name="Macher, Andreas (DI FA CTR PLC PPM)" userId="f1dcac62-7bef-43eb-91f0-927336a1714f" providerId="ADAL" clId="{1C5A6487-D517-4F0B-ABAB-3A48CB6B746A}" dt="2022-10-31T16:07:06.699" v="2616" actId="1076"/>
        <pc:sldMkLst>
          <pc:docMk/>
          <pc:sldMk cId="1050852855" sldId="9788"/>
        </pc:sldMkLst>
        <pc:spChg chg="add del mod">
          <ac:chgData name="Macher, Andreas (DI FA CTR PLC PPM)" userId="f1dcac62-7bef-43eb-91f0-927336a1714f" providerId="ADAL" clId="{1C5A6487-D517-4F0B-ABAB-3A48CB6B746A}" dt="2022-10-31T12:37:53.854" v="820" actId="478"/>
          <ac:spMkLst>
            <pc:docMk/>
            <pc:sldMk cId="1050852855" sldId="9788"/>
            <ac:spMk id="3" creationId="{AB9980CC-D363-0E12-5636-C883964ACF06}"/>
          </ac:spMkLst>
        </pc:spChg>
        <pc:spChg chg="add mod">
          <ac:chgData name="Macher, Andreas (DI FA CTR PLC PPM)" userId="f1dcac62-7bef-43eb-91f0-927336a1714f" providerId="ADAL" clId="{1C5A6487-D517-4F0B-ABAB-3A48CB6B746A}" dt="2022-10-31T12:39:27.538" v="913" actId="1076"/>
          <ac:spMkLst>
            <pc:docMk/>
            <pc:sldMk cId="1050852855" sldId="9788"/>
            <ac:spMk id="6" creationId="{6E996197-3A0D-E5F5-111D-DA75C8F665C9}"/>
          </ac:spMkLst>
        </pc:spChg>
        <pc:spChg chg="add mod">
          <ac:chgData name="Macher, Andreas (DI FA CTR PLC PPM)" userId="f1dcac62-7bef-43eb-91f0-927336a1714f" providerId="ADAL" clId="{1C5A6487-D517-4F0B-ABAB-3A48CB6B746A}" dt="2022-10-31T12:38:55.823" v="908" actId="1076"/>
          <ac:spMkLst>
            <pc:docMk/>
            <pc:sldMk cId="1050852855" sldId="9788"/>
            <ac:spMk id="7" creationId="{872E10D6-3F2A-5769-DE63-CE3AA9351A55}"/>
          </ac:spMkLst>
        </pc:spChg>
        <pc:spChg chg="mod">
          <ac:chgData name="Macher, Andreas (DI FA CTR PLC PPM)" userId="f1dcac62-7bef-43eb-91f0-927336a1714f" providerId="ADAL" clId="{1C5A6487-D517-4F0B-ABAB-3A48CB6B746A}" dt="2022-10-31T16:06:57.291" v="2614"/>
          <ac:spMkLst>
            <pc:docMk/>
            <pc:sldMk cId="1050852855" sldId="9788"/>
            <ac:spMk id="9" creationId="{539FA1C7-789B-A28E-ADF5-1271333AFDAE}"/>
          </ac:spMkLst>
        </pc:spChg>
        <pc:spChg chg="mod">
          <ac:chgData name="Macher, Andreas (DI FA CTR PLC PPM)" userId="f1dcac62-7bef-43eb-91f0-927336a1714f" providerId="ADAL" clId="{1C5A6487-D517-4F0B-ABAB-3A48CB6B746A}" dt="2022-10-31T16:06:57.291" v="2614"/>
          <ac:spMkLst>
            <pc:docMk/>
            <pc:sldMk cId="1050852855" sldId="9788"/>
            <ac:spMk id="10" creationId="{A28FDAFE-45D2-379E-0AFB-0C7605225F9C}"/>
          </ac:spMkLst>
        </pc:spChg>
        <pc:spChg chg="mod">
          <ac:chgData name="Macher, Andreas (DI FA CTR PLC PPM)" userId="f1dcac62-7bef-43eb-91f0-927336a1714f" providerId="ADAL" clId="{1C5A6487-D517-4F0B-ABAB-3A48CB6B746A}" dt="2022-10-31T16:06:59.550" v="2615"/>
          <ac:spMkLst>
            <pc:docMk/>
            <pc:sldMk cId="1050852855" sldId="9788"/>
            <ac:spMk id="12" creationId="{97D2AB7F-CCD8-F01D-656E-72EC6F7FE05B}"/>
          </ac:spMkLst>
        </pc:spChg>
        <pc:spChg chg="mod">
          <ac:chgData name="Macher, Andreas (DI FA CTR PLC PPM)" userId="f1dcac62-7bef-43eb-91f0-927336a1714f" providerId="ADAL" clId="{1C5A6487-D517-4F0B-ABAB-3A48CB6B746A}" dt="2022-10-31T16:06:59.550" v="2615"/>
          <ac:spMkLst>
            <pc:docMk/>
            <pc:sldMk cId="1050852855" sldId="9788"/>
            <ac:spMk id="13" creationId="{3A3B1137-CE3A-9154-FBBE-CEA6C646BF11}"/>
          </ac:spMkLst>
        </pc:spChg>
        <pc:spChg chg="mod">
          <ac:chgData name="Macher, Andreas (DI FA CTR PLC PPM)" userId="f1dcac62-7bef-43eb-91f0-927336a1714f" providerId="ADAL" clId="{1C5A6487-D517-4F0B-ABAB-3A48CB6B746A}" dt="2022-10-31T12:37:09.669" v="801" actId="108"/>
          <ac:spMkLst>
            <pc:docMk/>
            <pc:sldMk cId="1050852855" sldId="9788"/>
            <ac:spMk id="26" creationId="{75627A6B-8C43-B0EE-BA70-427465844F88}"/>
          </ac:spMkLst>
        </pc:spChg>
        <pc:spChg chg="mod">
          <ac:chgData name="Macher, Andreas (DI FA CTR PLC PPM)" userId="f1dcac62-7bef-43eb-91f0-927336a1714f" providerId="ADAL" clId="{1C5A6487-D517-4F0B-ABAB-3A48CB6B746A}" dt="2022-10-31T12:37:12.665" v="802" actId="108"/>
          <ac:spMkLst>
            <pc:docMk/>
            <pc:sldMk cId="1050852855" sldId="9788"/>
            <ac:spMk id="29" creationId="{847E183C-7966-EBC7-3162-71E1D339C6E7}"/>
          </ac:spMkLst>
        </pc:spChg>
        <pc:spChg chg="mod">
          <ac:chgData name="Macher, Andreas (DI FA CTR PLC PPM)" userId="f1dcac62-7bef-43eb-91f0-927336a1714f" providerId="ADAL" clId="{1C5A6487-D517-4F0B-ABAB-3A48CB6B746A}" dt="2022-10-31T12:41:46.136" v="926" actId="113"/>
          <ac:spMkLst>
            <pc:docMk/>
            <pc:sldMk cId="1050852855" sldId="9788"/>
            <ac:spMk id="30" creationId="{CFEF0230-B64A-FD10-A5B3-E0DCB1B14664}"/>
          </ac:spMkLst>
        </pc:spChg>
        <pc:grpChg chg="add mod">
          <ac:chgData name="Macher, Andreas (DI FA CTR PLC PPM)" userId="f1dcac62-7bef-43eb-91f0-927336a1714f" providerId="ADAL" clId="{1C5A6487-D517-4F0B-ABAB-3A48CB6B746A}" dt="2022-10-31T16:06:57.291" v="2614"/>
          <ac:grpSpMkLst>
            <pc:docMk/>
            <pc:sldMk cId="1050852855" sldId="9788"/>
            <ac:grpSpMk id="8" creationId="{384FD434-CD2E-43F5-B04E-C2EC398A98E4}"/>
          </ac:grpSpMkLst>
        </pc:grpChg>
        <pc:grpChg chg="add mod">
          <ac:chgData name="Macher, Andreas (DI FA CTR PLC PPM)" userId="f1dcac62-7bef-43eb-91f0-927336a1714f" providerId="ADAL" clId="{1C5A6487-D517-4F0B-ABAB-3A48CB6B746A}" dt="2022-10-31T16:07:06.699" v="2616" actId="1076"/>
          <ac:grpSpMkLst>
            <pc:docMk/>
            <pc:sldMk cId="1050852855" sldId="9788"/>
            <ac:grpSpMk id="11" creationId="{6D9E6F10-3613-867B-ABA2-9FDA4E1F3C68}"/>
          </ac:grpSpMkLst>
        </pc:grpChg>
        <pc:picChg chg="add mod">
          <ac:chgData name="Macher, Andreas (DI FA CTR PLC PPM)" userId="f1dcac62-7bef-43eb-91f0-927336a1714f" providerId="ADAL" clId="{1C5A6487-D517-4F0B-ABAB-3A48CB6B746A}" dt="2022-10-31T12:36:50.472" v="800" actId="1076"/>
          <ac:picMkLst>
            <pc:docMk/>
            <pc:sldMk cId="1050852855" sldId="9788"/>
            <ac:picMk id="2" creationId="{0F3E56D3-46A2-BA66-9B7F-048FDA2DFEA4}"/>
          </ac:picMkLst>
        </pc:picChg>
        <pc:picChg chg="mod">
          <ac:chgData name="Macher, Andreas (DI FA CTR PLC PPM)" userId="f1dcac62-7bef-43eb-91f0-927336a1714f" providerId="ADAL" clId="{1C5A6487-D517-4F0B-ABAB-3A48CB6B746A}" dt="2022-10-31T12:36:46.168" v="798" actId="1076"/>
          <ac:picMkLst>
            <pc:docMk/>
            <pc:sldMk cId="1050852855" sldId="9788"/>
            <ac:picMk id="385" creationId="{2C7A7BEB-4F49-BCD1-67B6-B28BE01FB830}"/>
          </ac:picMkLst>
        </pc:picChg>
        <pc:cxnChg chg="del">
          <ac:chgData name="Macher, Andreas (DI FA CTR PLC PPM)" userId="f1dcac62-7bef-43eb-91f0-927336a1714f" providerId="ADAL" clId="{1C5A6487-D517-4F0B-ABAB-3A48CB6B746A}" dt="2022-10-31T12:42:25.010" v="929" actId="478"/>
          <ac:cxnSpMkLst>
            <pc:docMk/>
            <pc:sldMk cId="1050852855" sldId="9788"/>
            <ac:cxnSpMk id="297" creationId="{FA98E88A-BAA4-7348-99AD-4B6E78DD6A84}"/>
          </ac:cxnSpMkLst>
        </pc:cxnChg>
        <pc:cxnChg chg="del">
          <ac:chgData name="Macher, Andreas (DI FA CTR PLC PPM)" userId="f1dcac62-7bef-43eb-91f0-927336a1714f" providerId="ADAL" clId="{1C5A6487-D517-4F0B-ABAB-3A48CB6B746A}" dt="2022-10-31T12:42:23.608" v="928" actId="478"/>
          <ac:cxnSpMkLst>
            <pc:docMk/>
            <pc:sldMk cId="1050852855" sldId="9788"/>
            <ac:cxnSpMk id="298" creationId="{15B1CEE6-8B32-93FF-C5C3-D42FE8F3525A}"/>
          </ac:cxnSpMkLst>
        </pc:cxnChg>
      </pc:sldChg>
      <pc:sldChg chg="addSp delSp modSp add mod">
        <pc:chgData name="Macher, Andreas (DI FA CTR PLC PPM)" userId="f1dcac62-7bef-43eb-91f0-927336a1714f" providerId="ADAL" clId="{1C5A6487-D517-4F0B-ABAB-3A48CB6B746A}" dt="2022-10-31T16:07:27.445" v="2618" actId="1076"/>
        <pc:sldMkLst>
          <pc:docMk/>
          <pc:sldMk cId="173002088" sldId="9789"/>
        </pc:sldMkLst>
        <pc:spChg chg="mod">
          <ac:chgData name="Macher, Andreas (DI FA CTR PLC PPM)" userId="f1dcac62-7bef-43eb-91f0-927336a1714f" providerId="ADAL" clId="{1C5A6487-D517-4F0B-ABAB-3A48CB6B746A}" dt="2022-10-31T12:51:22.414" v="1000" actId="164"/>
          <ac:spMkLst>
            <pc:docMk/>
            <pc:sldMk cId="173002088" sldId="9789"/>
            <ac:spMk id="3" creationId="{3776DFFA-3C47-2BD1-27ED-6541EC2A2E53}"/>
          </ac:spMkLst>
        </pc:spChg>
        <pc:spChg chg="mod">
          <ac:chgData name="Macher, Andreas (DI FA CTR PLC PPM)" userId="f1dcac62-7bef-43eb-91f0-927336a1714f" providerId="ADAL" clId="{1C5A6487-D517-4F0B-ABAB-3A48CB6B746A}" dt="2022-10-31T13:04:41.624" v="1187" actId="20577"/>
          <ac:spMkLst>
            <pc:docMk/>
            <pc:sldMk cId="173002088" sldId="9789"/>
            <ac:spMk id="4" creationId="{00000000-0000-0000-0000-000000000000}"/>
          </ac:spMkLst>
        </pc:spChg>
        <pc:spChg chg="mod">
          <ac:chgData name="Macher, Andreas (DI FA CTR PLC PPM)" userId="f1dcac62-7bef-43eb-91f0-927336a1714f" providerId="ADAL" clId="{1C5A6487-D517-4F0B-ABAB-3A48CB6B746A}" dt="2022-10-31T12:51:22.414" v="1000" actId="164"/>
          <ac:spMkLst>
            <pc:docMk/>
            <pc:sldMk cId="173002088" sldId="9789"/>
            <ac:spMk id="6" creationId="{20F17C3B-44B6-F9E6-143B-EAFA33251FD6}"/>
          </ac:spMkLst>
        </pc:spChg>
        <pc:spChg chg="mod">
          <ac:chgData name="Macher, Andreas (DI FA CTR PLC PPM)" userId="f1dcac62-7bef-43eb-91f0-927336a1714f" providerId="ADAL" clId="{1C5A6487-D517-4F0B-ABAB-3A48CB6B746A}" dt="2022-10-31T12:51:22.414" v="1000" actId="164"/>
          <ac:spMkLst>
            <pc:docMk/>
            <pc:sldMk cId="173002088" sldId="9789"/>
            <ac:spMk id="15" creationId="{023F9E43-4B78-74FB-BA97-FF070B027BC1}"/>
          </ac:spMkLst>
        </pc:spChg>
        <pc:spChg chg="mod">
          <ac:chgData name="Macher, Andreas (DI FA CTR PLC PPM)" userId="f1dcac62-7bef-43eb-91f0-927336a1714f" providerId="ADAL" clId="{1C5A6487-D517-4F0B-ABAB-3A48CB6B746A}" dt="2022-10-31T12:51:22.414" v="1000" actId="164"/>
          <ac:spMkLst>
            <pc:docMk/>
            <pc:sldMk cId="173002088" sldId="9789"/>
            <ac:spMk id="16" creationId="{399F7D5F-222C-8CF0-06A2-EAE9828A2E9B}"/>
          </ac:spMkLst>
        </pc:spChg>
        <pc:spChg chg="del">
          <ac:chgData name="Macher, Andreas (DI FA CTR PLC PPM)" userId="f1dcac62-7bef-43eb-91f0-927336a1714f" providerId="ADAL" clId="{1C5A6487-D517-4F0B-ABAB-3A48CB6B746A}" dt="2022-10-31T12:44:04.646" v="935" actId="478"/>
          <ac:spMkLst>
            <pc:docMk/>
            <pc:sldMk cId="173002088" sldId="9789"/>
            <ac:spMk id="17" creationId="{8C196339-B5A9-75A5-F189-3D54650B77F0}"/>
          </ac:spMkLst>
        </pc:spChg>
        <pc:spChg chg="add mod ord">
          <ac:chgData name="Macher, Andreas (DI FA CTR PLC PPM)" userId="f1dcac62-7bef-43eb-91f0-927336a1714f" providerId="ADAL" clId="{1C5A6487-D517-4F0B-ABAB-3A48CB6B746A}" dt="2022-10-31T12:51:22.414" v="1000" actId="164"/>
          <ac:spMkLst>
            <pc:docMk/>
            <pc:sldMk cId="173002088" sldId="9789"/>
            <ac:spMk id="28" creationId="{E19363AE-82B0-C229-93FD-08A2465F7AB0}"/>
          </ac:spMkLst>
        </pc:spChg>
        <pc:spChg chg="mod">
          <ac:chgData name="Macher, Andreas (DI FA CTR PLC PPM)" userId="f1dcac62-7bef-43eb-91f0-927336a1714f" providerId="ADAL" clId="{1C5A6487-D517-4F0B-ABAB-3A48CB6B746A}" dt="2022-10-31T12:51:59.781" v="1021" actId="478"/>
          <ac:spMkLst>
            <pc:docMk/>
            <pc:sldMk cId="173002088" sldId="9789"/>
            <ac:spMk id="34" creationId="{C58FD1F7-F9A7-1465-67F6-298851D6997B}"/>
          </ac:spMkLst>
        </pc:spChg>
        <pc:spChg chg="mod">
          <ac:chgData name="Macher, Andreas (DI FA CTR PLC PPM)" userId="f1dcac62-7bef-43eb-91f0-927336a1714f" providerId="ADAL" clId="{1C5A6487-D517-4F0B-ABAB-3A48CB6B746A}" dt="2022-10-31T12:51:59.781" v="1021" actId="478"/>
          <ac:spMkLst>
            <pc:docMk/>
            <pc:sldMk cId="173002088" sldId="9789"/>
            <ac:spMk id="35" creationId="{547ACD40-2EBF-680F-1212-C35B4109764F}"/>
          </ac:spMkLst>
        </pc:spChg>
        <pc:spChg chg="add mod">
          <ac:chgData name="Macher, Andreas (DI FA CTR PLC PPM)" userId="f1dcac62-7bef-43eb-91f0-927336a1714f" providerId="ADAL" clId="{1C5A6487-D517-4F0B-ABAB-3A48CB6B746A}" dt="2022-10-31T12:52:26.515" v="1023" actId="1076"/>
          <ac:spMkLst>
            <pc:docMk/>
            <pc:sldMk cId="173002088" sldId="9789"/>
            <ac:spMk id="45" creationId="{7B14DFA7-AE0E-7777-954D-E2DD26E3881E}"/>
          </ac:spMkLst>
        </pc:spChg>
        <pc:spChg chg="mod">
          <ac:chgData name="Macher, Andreas (DI FA CTR PLC PPM)" userId="f1dcac62-7bef-43eb-91f0-927336a1714f" providerId="ADAL" clId="{1C5A6487-D517-4F0B-ABAB-3A48CB6B746A}" dt="2022-10-31T12:55:18.936" v="1067" actId="478"/>
          <ac:spMkLst>
            <pc:docMk/>
            <pc:sldMk cId="173002088" sldId="9789"/>
            <ac:spMk id="48" creationId="{6F5B7E33-BC85-2403-04AD-1E9EF0E0A48A}"/>
          </ac:spMkLst>
        </pc:spChg>
        <pc:spChg chg="mod">
          <ac:chgData name="Macher, Andreas (DI FA CTR PLC PPM)" userId="f1dcac62-7bef-43eb-91f0-927336a1714f" providerId="ADAL" clId="{1C5A6487-D517-4F0B-ABAB-3A48CB6B746A}" dt="2022-10-31T12:55:18.936" v="1067" actId="478"/>
          <ac:spMkLst>
            <pc:docMk/>
            <pc:sldMk cId="173002088" sldId="9789"/>
            <ac:spMk id="49" creationId="{B8A50B39-40AD-900C-E53D-0F61F43EEC56}"/>
          </ac:spMkLst>
        </pc:spChg>
        <pc:spChg chg="del mod">
          <ac:chgData name="Macher, Andreas (DI FA CTR PLC PPM)" userId="f1dcac62-7bef-43eb-91f0-927336a1714f" providerId="ADAL" clId="{1C5A6487-D517-4F0B-ABAB-3A48CB6B746A}" dt="2022-10-31T12:55:18.936" v="1067" actId="478"/>
          <ac:spMkLst>
            <pc:docMk/>
            <pc:sldMk cId="173002088" sldId="9789"/>
            <ac:spMk id="51" creationId="{0A9B58BB-E16C-A2CE-0CF0-5BBADF611F2D}"/>
          </ac:spMkLst>
        </pc:spChg>
        <pc:spChg chg="del mod">
          <ac:chgData name="Macher, Andreas (DI FA CTR PLC PPM)" userId="f1dcac62-7bef-43eb-91f0-927336a1714f" providerId="ADAL" clId="{1C5A6487-D517-4F0B-ABAB-3A48CB6B746A}" dt="2022-10-31T12:55:20.469" v="1068" actId="478"/>
          <ac:spMkLst>
            <pc:docMk/>
            <pc:sldMk cId="173002088" sldId="9789"/>
            <ac:spMk id="52" creationId="{C02CC445-3B68-777E-C35E-D79799ED2EAD}"/>
          </ac:spMkLst>
        </pc:spChg>
        <pc:spChg chg="mod">
          <ac:chgData name="Macher, Andreas (DI FA CTR PLC PPM)" userId="f1dcac62-7bef-43eb-91f0-927336a1714f" providerId="ADAL" clId="{1C5A6487-D517-4F0B-ABAB-3A48CB6B746A}" dt="2022-10-31T12:55:18.936" v="1067" actId="478"/>
          <ac:spMkLst>
            <pc:docMk/>
            <pc:sldMk cId="173002088" sldId="9789"/>
            <ac:spMk id="57" creationId="{DC5FE599-43B9-B5FD-38F3-CB528AFEDAE1}"/>
          </ac:spMkLst>
        </pc:spChg>
        <pc:spChg chg="mod">
          <ac:chgData name="Macher, Andreas (DI FA CTR PLC PPM)" userId="f1dcac62-7bef-43eb-91f0-927336a1714f" providerId="ADAL" clId="{1C5A6487-D517-4F0B-ABAB-3A48CB6B746A}" dt="2022-10-31T12:55:18.936" v="1067" actId="478"/>
          <ac:spMkLst>
            <pc:docMk/>
            <pc:sldMk cId="173002088" sldId="9789"/>
            <ac:spMk id="58" creationId="{1EEF31F7-CF36-901C-CA27-84C7704F30DC}"/>
          </ac:spMkLst>
        </pc:spChg>
        <pc:spChg chg="del">
          <ac:chgData name="Macher, Andreas (DI FA CTR PLC PPM)" userId="f1dcac62-7bef-43eb-91f0-927336a1714f" providerId="ADAL" clId="{1C5A6487-D517-4F0B-ABAB-3A48CB6B746A}" dt="2022-10-31T12:51:07.139" v="998" actId="478"/>
          <ac:spMkLst>
            <pc:docMk/>
            <pc:sldMk cId="173002088" sldId="9789"/>
            <ac:spMk id="62" creationId="{CF5D02A2-24A4-73FA-EA98-C3A555B48F33}"/>
          </ac:spMkLst>
        </pc:spChg>
        <pc:spChg chg="add mod">
          <ac:chgData name="Macher, Andreas (DI FA CTR PLC PPM)" userId="f1dcac62-7bef-43eb-91f0-927336a1714f" providerId="ADAL" clId="{1C5A6487-D517-4F0B-ABAB-3A48CB6B746A}" dt="2022-10-31T12:59:52.244" v="1123" actId="1076"/>
          <ac:spMkLst>
            <pc:docMk/>
            <pc:sldMk cId="173002088" sldId="9789"/>
            <ac:spMk id="67" creationId="{D28C2E06-B321-C6E2-9B9F-8BE22E3648F1}"/>
          </ac:spMkLst>
        </pc:spChg>
        <pc:spChg chg="mod topLvl">
          <ac:chgData name="Macher, Andreas (DI FA CTR PLC PPM)" userId="f1dcac62-7bef-43eb-91f0-927336a1714f" providerId="ADAL" clId="{1C5A6487-D517-4F0B-ABAB-3A48CB6B746A}" dt="2022-10-31T15:59:09.175" v="2528" actId="164"/>
          <ac:spMkLst>
            <pc:docMk/>
            <pc:sldMk cId="173002088" sldId="9789"/>
            <ac:spMk id="71" creationId="{64D4707F-749F-162A-1EE8-B942A6CE49DF}"/>
          </ac:spMkLst>
        </pc:spChg>
        <pc:spChg chg="mod topLvl">
          <ac:chgData name="Macher, Andreas (DI FA CTR PLC PPM)" userId="f1dcac62-7bef-43eb-91f0-927336a1714f" providerId="ADAL" clId="{1C5A6487-D517-4F0B-ABAB-3A48CB6B746A}" dt="2022-10-31T15:59:09.175" v="2528" actId="164"/>
          <ac:spMkLst>
            <pc:docMk/>
            <pc:sldMk cId="173002088" sldId="9789"/>
            <ac:spMk id="72" creationId="{3B98336B-98A1-8D53-520A-09C808C04225}"/>
          </ac:spMkLst>
        </pc:spChg>
        <pc:spChg chg="mod">
          <ac:chgData name="Macher, Andreas (DI FA CTR PLC PPM)" userId="f1dcac62-7bef-43eb-91f0-927336a1714f" providerId="ADAL" clId="{1C5A6487-D517-4F0B-ABAB-3A48CB6B746A}" dt="2022-10-31T15:59:16.409" v="2530"/>
          <ac:spMkLst>
            <pc:docMk/>
            <pc:sldMk cId="173002088" sldId="9789"/>
            <ac:spMk id="75" creationId="{28AE1248-62C4-4E8F-E6D6-5C904641245F}"/>
          </ac:spMkLst>
        </pc:spChg>
        <pc:spChg chg="mod">
          <ac:chgData name="Macher, Andreas (DI FA CTR PLC PPM)" userId="f1dcac62-7bef-43eb-91f0-927336a1714f" providerId="ADAL" clId="{1C5A6487-D517-4F0B-ABAB-3A48CB6B746A}" dt="2022-10-31T15:59:16.409" v="2530"/>
          <ac:spMkLst>
            <pc:docMk/>
            <pc:sldMk cId="173002088" sldId="9789"/>
            <ac:spMk id="76" creationId="{53834D79-8C70-ACD2-547F-A8C94FA83812}"/>
          </ac:spMkLst>
        </pc:spChg>
        <pc:spChg chg="mod">
          <ac:chgData name="Macher, Andreas (DI FA CTR PLC PPM)" userId="f1dcac62-7bef-43eb-91f0-927336a1714f" providerId="ADAL" clId="{1C5A6487-D517-4F0B-ABAB-3A48CB6B746A}" dt="2022-10-31T15:59:26.073" v="2533"/>
          <ac:spMkLst>
            <pc:docMk/>
            <pc:sldMk cId="173002088" sldId="9789"/>
            <ac:spMk id="78" creationId="{8690D3CC-BEA9-CE35-9410-D9AFB6236019}"/>
          </ac:spMkLst>
        </pc:spChg>
        <pc:spChg chg="mod">
          <ac:chgData name="Macher, Andreas (DI FA CTR PLC PPM)" userId="f1dcac62-7bef-43eb-91f0-927336a1714f" providerId="ADAL" clId="{1C5A6487-D517-4F0B-ABAB-3A48CB6B746A}" dt="2022-10-31T15:59:26.073" v="2533"/>
          <ac:spMkLst>
            <pc:docMk/>
            <pc:sldMk cId="173002088" sldId="9789"/>
            <ac:spMk id="79" creationId="{E0497CB7-4A7F-BC27-EFDB-8C6C54D62CD6}"/>
          </ac:spMkLst>
        </pc:spChg>
        <pc:spChg chg="mod">
          <ac:chgData name="Macher, Andreas (DI FA CTR PLC PPM)" userId="f1dcac62-7bef-43eb-91f0-927336a1714f" providerId="ADAL" clId="{1C5A6487-D517-4F0B-ABAB-3A48CB6B746A}" dt="2022-10-31T15:59:26.073" v="2533"/>
          <ac:spMkLst>
            <pc:docMk/>
            <pc:sldMk cId="173002088" sldId="9789"/>
            <ac:spMk id="81" creationId="{619BB53E-1FDD-3924-62E8-8039047A2FCD}"/>
          </ac:spMkLst>
        </pc:spChg>
        <pc:spChg chg="del">
          <ac:chgData name="Macher, Andreas (DI FA CTR PLC PPM)" userId="f1dcac62-7bef-43eb-91f0-927336a1714f" providerId="ADAL" clId="{1C5A6487-D517-4F0B-ABAB-3A48CB6B746A}" dt="2022-10-31T12:51:07.139" v="998" actId="478"/>
          <ac:spMkLst>
            <pc:docMk/>
            <pc:sldMk cId="173002088" sldId="9789"/>
            <ac:spMk id="82" creationId="{D35619D2-D54C-DADD-4567-E3DD0436C273}"/>
          </ac:spMkLst>
        </pc:spChg>
        <pc:spChg chg="mod">
          <ac:chgData name="Macher, Andreas (DI FA CTR PLC PPM)" userId="f1dcac62-7bef-43eb-91f0-927336a1714f" providerId="ADAL" clId="{1C5A6487-D517-4F0B-ABAB-3A48CB6B746A}" dt="2022-10-31T15:59:26.073" v="2533"/>
          <ac:spMkLst>
            <pc:docMk/>
            <pc:sldMk cId="173002088" sldId="9789"/>
            <ac:spMk id="83" creationId="{51D48E19-6D51-F1CB-F792-228F18AE4C0C}"/>
          </ac:spMkLst>
        </pc:spChg>
        <pc:spChg chg="mod">
          <ac:chgData name="Macher, Andreas (DI FA CTR PLC PPM)" userId="f1dcac62-7bef-43eb-91f0-927336a1714f" providerId="ADAL" clId="{1C5A6487-D517-4F0B-ABAB-3A48CB6B746A}" dt="2022-10-31T16:01:49.486" v="2566"/>
          <ac:spMkLst>
            <pc:docMk/>
            <pc:sldMk cId="173002088" sldId="9789"/>
            <ac:spMk id="85" creationId="{AED1FCDE-1527-F653-3045-9488BA812DA2}"/>
          </ac:spMkLst>
        </pc:spChg>
        <pc:spChg chg="mod">
          <ac:chgData name="Macher, Andreas (DI FA CTR PLC PPM)" userId="f1dcac62-7bef-43eb-91f0-927336a1714f" providerId="ADAL" clId="{1C5A6487-D517-4F0B-ABAB-3A48CB6B746A}" dt="2022-10-31T16:01:49.486" v="2566"/>
          <ac:spMkLst>
            <pc:docMk/>
            <pc:sldMk cId="173002088" sldId="9789"/>
            <ac:spMk id="86" creationId="{3D2C1DFC-26DE-014A-C6C8-247D3554423E}"/>
          </ac:spMkLst>
        </pc:spChg>
        <pc:spChg chg="mod">
          <ac:chgData name="Macher, Andreas (DI FA CTR PLC PPM)" userId="f1dcac62-7bef-43eb-91f0-927336a1714f" providerId="ADAL" clId="{1C5A6487-D517-4F0B-ABAB-3A48CB6B746A}" dt="2022-10-31T16:02:02.035" v="2569"/>
          <ac:spMkLst>
            <pc:docMk/>
            <pc:sldMk cId="173002088" sldId="9789"/>
            <ac:spMk id="88" creationId="{F839D70B-AFAB-88ED-26C8-5D858184D048}"/>
          </ac:spMkLst>
        </pc:spChg>
        <pc:spChg chg="mod">
          <ac:chgData name="Macher, Andreas (DI FA CTR PLC PPM)" userId="f1dcac62-7bef-43eb-91f0-927336a1714f" providerId="ADAL" clId="{1C5A6487-D517-4F0B-ABAB-3A48CB6B746A}" dt="2022-10-31T16:02:02.035" v="2569"/>
          <ac:spMkLst>
            <pc:docMk/>
            <pc:sldMk cId="173002088" sldId="9789"/>
            <ac:spMk id="89" creationId="{9DD59081-3631-F19F-774E-795C75025202}"/>
          </ac:spMkLst>
        </pc:spChg>
        <pc:spChg chg="mod">
          <ac:chgData name="Macher, Andreas (DI FA CTR PLC PPM)" userId="f1dcac62-7bef-43eb-91f0-927336a1714f" providerId="ADAL" clId="{1C5A6487-D517-4F0B-ABAB-3A48CB6B746A}" dt="2022-10-31T16:07:22.655" v="2617"/>
          <ac:spMkLst>
            <pc:docMk/>
            <pc:sldMk cId="173002088" sldId="9789"/>
            <ac:spMk id="91" creationId="{D08058B8-8155-A657-E927-BAB00C4967F7}"/>
          </ac:spMkLst>
        </pc:spChg>
        <pc:spChg chg="mod">
          <ac:chgData name="Macher, Andreas (DI FA CTR PLC PPM)" userId="f1dcac62-7bef-43eb-91f0-927336a1714f" providerId="ADAL" clId="{1C5A6487-D517-4F0B-ABAB-3A48CB6B746A}" dt="2022-10-31T16:07:22.655" v="2617"/>
          <ac:spMkLst>
            <pc:docMk/>
            <pc:sldMk cId="173002088" sldId="9789"/>
            <ac:spMk id="92" creationId="{8028C400-B3AE-A8EB-276A-EFAF0C0A722F}"/>
          </ac:spMkLst>
        </pc:spChg>
        <pc:spChg chg="mod">
          <ac:chgData name="Macher, Andreas (DI FA CTR PLC PPM)" userId="f1dcac62-7bef-43eb-91f0-927336a1714f" providerId="ADAL" clId="{1C5A6487-D517-4F0B-ABAB-3A48CB6B746A}" dt="2022-10-31T12:53:11.586" v="1060" actId="20577"/>
          <ac:spMkLst>
            <pc:docMk/>
            <pc:sldMk cId="173002088" sldId="9789"/>
            <ac:spMk id="101" creationId="{7B6822CE-A32D-F527-2EF3-D44D8AC816AF}"/>
          </ac:spMkLst>
        </pc:spChg>
        <pc:spChg chg="del">
          <ac:chgData name="Macher, Andreas (DI FA CTR PLC PPM)" userId="f1dcac62-7bef-43eb-91f0-927336a1714f" providerId="ADAL" clId="{1C5A6487-D517-4F0B-ABAB-3A48CB6B746A}" dt="2022-10-31T12:44:09.186" v="936" actId="478"/>
          <ac:spMkLst>
            <pc:docMk/>
            <pc:sldMk cId="173002088" sldId="9789"/>
            <ac:spMk id="226" creationId="{80439E56-793D-AE9C-6062-622C4B7F8A32}"/>
          </ac:spMkLst>
        </pc:spChg>
        <pc:spChg chg="add mod ord">
          <ac:chgData name="Macher, Andreas (DI FA CTR PLC PPM)" userId="f1dcac62-7bef-43eb-91f0-927336a1714f" providerId="ADAL" clId="{1C5A6487-D517-4F0B-ABAB-3A48CB6B746A}" dt="2022-10-31T12:51:22.414" v="1000" actId="164"/>
          <ac:spMkLst>
            <pc:docMk/>
            <pc:sldMk cId="173002088" sldId="9789"/>
            <ac:spMk id="227" creationId="{4C58988E-C524-2ED5-E404-AF3E6378ABAD}"/>
          </ac:spMkLst>
        </pc:spChg>
        <pc:spChg chg="del">
          <ac:chgData name="Macher, Andreas (DI FA CTR PLC PPM)" userId="f1dcac62-7bef-43eb-91f0-927336a1714f" providerId="ADAL" clId="{1C5A6487-D517-4F0B-ABAB-3A48CB6B746A}" dt="2022-10-31T12:44:12.810" v="939" actId="478"/>
          <ac:spMkLst>
            <pc:docMk/>
            <pc:sldMk cId="173002088" sldId="9789"/>
            <ac:spMk id="228" creationId="{17510321-8D96-9557-6FB5-53E9873A7699}"/>
          </ac:spMkLst>
        </pc:spChg>
        <pc:spChg chg="add mod">
          <ac:chgData name="Macher, Andreas (DI FA CTR PLC PPM)" userId="f1dcac62-7bef-43eb-91f0-927336a1714f" providerId="ADAL" clId="{1C5A6487-D517-4F0B-ABAB-3A48CB6B746A}" dt="2022-10-31T12:51:22.414" v="1000" actId="164"/>
          <ac:spMkLst>
            <pc:docMk/>
            <pc:sldMk cId="173002088" sldId="9789"/>
            <ac:spMk id="230" creationId="{4AA57F38-A7B8-9125-7CD3-66C2F4608871}"/>
          </ac:spMkLst>
        </pc:spChg>
        <pc:spChg chg="del ord">
          <ac:chgData name="Macher, Andreas (DI FA CTR PLC PPM)" userId="f1dcac62-7bef-43eb-91f0-927336a1714f" providerId="ADAL" clId="{1C5A6487-D517-4F0B-ABAB-3A48CB6B746A}" dt="2022-10-31T12:48:21.918" v="962" actId="478"/>
          <ac:spMkLst>
            <pc:docMk/>
            <pc:sldMk cId="173002088" sldId="9789"/>
            <ac:spMk id="232" creationId="{60E11C54-F8F3-1C42-FACC-4E45C9BE7955}"/>
          </ac:spMkLst>
        </pc:spChg>
        <pc:spChg chg="del">
          <ac:chgData name="Macher, Andreas (DI FA CTR PLC PPM)" userId="f1dcac62-7bef-43eb-91f0-927336a1714f" providerId="ADAL" clId="{1C5A6487-D517-4F0B-ABAB-3A48CB6B746A}" dt="2022-10-31T12:51:07.139" v="998" actId="478"/>
          <ac:spMkLst>
            <pc:docMk/>
            <pc:sldMk cId="173002088" sldId="9789"/>
            <ac:spMk id="233" creationId="{D1EBF6CB-0203-6D76-CBBE-AD0221E0B62F}"/>
          </ac:spMkLst>
        </pc:spChg>
        <pc:spChg chg="del mod">
          <ac:chgData name="Macher, Andreas (DI FA CTR PLC PPM)" userId="f1dcac62-7bef-43eb-91f0-927336a1714f" providerId="ADAL" clId="{1C5A6487-D517-4F0B-ABAB-3A48CB6B746A}" dt="2022-10-31T12:58:28.360" v="1109" actId="478"/>
          <ac:spMkLst>
            <pc:docMk/>
            <pc:sldMk cId="173002088" sldId="9789"/>
            <ac:spMk id="235" creationId="{52787239-2B2E-A2D4-214A-9EFADAC39ADF}"/>
          </ac:spMkLst>
        </pc:spChg>
        <pc:spChg chg="del">
          <ac:chgData name="Macher, Andreas (DI FA CTR PLC PPM)" userId="f1dcac62-7bef-43eb-91f0-927336a1714f" providerId="ADAL" clId="{1C5A6487-D517-4F0B-ABAB-3A48CB6B746A}" dt="2022-10-31T12:58:54.452" v="1114" actId="478"/>
          <ac:spMkLst>
            <pc:docMk/>
            <pc:sldMk cId="173002088" sldId="9789"/>
            <ac:spMk id="237" creationId="{C77A08FF-6725-60B6-A7D5-E0CF7E6E1F53}"/>
          </ac:spMkLst>
        </pc:spChg>
        <pc:spChg chg="del">
          <ac:chgData name="Macher, Andreas (DI FA CTR PLC PPM)" userId="f1dcac62-7bef-43eb-91f0-927336a1714f" providerId="ADAL" clId="{1C5A6487-D517-4F0B-ABAB-3A48CB6B746A}" dt="2022-10-31T12:58:52.904" v="1112" actId="478"/>
          <ac:spMkLst>
            <pc:docMk/>
            <pc:sldMk cId="173002088" sldId="9789"/>
            <ac:spMk id="238" creationId="{5C0BC08D-AD90-71DE-E752-39BD104B883F}"/>
          </ac:spMkLst>
        </pc:spChg>
        <pc:spChg chg="add mod">
          <ac:chgData name="Macher, Andreas (DI FA CTR PLC PPM)" userId="f1dcac62-7bef-43eb-91f0-927336a1714f" providerId="ADAL" clId="{1C5A6487-D517-4F0B-ABAB-3A48CB6B746A}" dt="2022-10-31T12:51:22.414" v="1000" actId="164"/>
          <ac:spMkLst>
            <pc:docMk/>
            <pc:sldMk cId="173002088" sldId="9789"/>
            <ac:spMk id="240" creationId="{2D03A49B-B1DF-C0BD-C4F9-C4FADC4D3B6A}"/>
          </ac:spMkLst>
        </pc:spChg>
        <pc:spChg chg="add mod">
          <ac:chgData name="Macher, Andreas (DI FA CTR PLC PPM)" userId="f1dcac62-7bef-43eb-91f0-927336a1714f" providerId="ADAL" clId="{1C5A6487-D517-4F0B-ABAB-3A48CB6B746A}" dt="2022-10-31T12:50:35.579" v="997" actId="1076"/>
          <ac:spMkLst>
            <pc:docMk/>
            <pc:sldMk cId="173002088" sldId="9789"/>
            <ac:spMk id="241" creationId="{5DD03922-AB41-1B9C-F31F-CC7BCA4802A8}"/>
          </ac:spMkLst>
        </pc:spChg>
        <pc:spChg chg="add mod">
          <ac:chgData name="Macher, Andreas (DI FA CTR PLC PPM)" userId="f1dcac62-7bef-43eb-91f0-927336a1714f" providerId="ADAL" clId="{1C5A6487-D517-4F0B-ABAB-3A48CB6B746A}" dt="2022-10-31T12:54:00.964" v="1061" actId="693"/>
          <ac:spMkLst>
            <pc:docMk/>
            <pc:sldMk cId="173002088" sldId="9789"/>
            <ac:spMk id="242" creationId="{51CE05B1-51E7-CE86-D2B4-C84A3042E39E}"/>
          </ac:spMkLst>
        </pc:spChg>
        <pc:spChg chg="mod">
          <ac:chgData name="Macher, Andreas (DI FA CTR PLC PPM)" userId="f1dcac62-7bef-43eb-91f0-927336a1714f" providerId="ADAL" clId="{1C5A6487-D517-4F0B-ABAB-3A48CB6B746A}" dt="2022-10-31T12:51:59.781" v="1021" actId="478"/>
          <ac:spMkLst>
            <pc:docMk/>
            <pc:sldMk cId="173002088" sldId="9789"/>
            <ac:spMk id="245" creationId="{21AC843B-431A-4642-30A9-D2001334C0F6}"/>
          </ac:spMkLst>
        </pc:spChg>
        <pc:spChg chg="mod">
          <ac:chgData name="Macher, Andreas (DI FA CTR PLC PPM)" userId="f1dcac62-7bef-43eb-91f0-927336a1714f" providerId="ADAL" clId="{1C5A6487-D517-4F0B-ABAB-3A48CB6B746A}" dt="2022-10-31T12:51:59.781" v="1021" actId="478"/>
          <ac:spMkLst>
            <pc:docMk/>
            <pc:sldMk cId="173002088" sldId="9789"/>
            <ac:spMk id="246" creationId="{23C891C6-5344-1140-53B7-63DD3A71E752}"/>
          </ac:spMkLst>
        </pc:spChg>
        <pc:spChg chg="del mod">
          <ac:chgData name="Macher, Andreas (DI FA CTR PLC PPM)" userId="f1dcac62-7bef-43eb-91f0-927336a1714f" providerId="ADAL" clId="{1C5A6487-D517-4F0B-ABAB-3A48CB6B746A}" dt="2022-10-31T12:51:59.781" v="1021" actId="478"/>
          <ac:spMkLst>
            <pc:docMk/>
            <pc:sldMk cId="173002088" sldId="9789"/>
            <ac:spMk id="248" creationId="{E93CA547-252F-8359-5A6E-D889543BE9EF}"/>
          </ac:spMkLst>
        </pc:spChg>
        <pc:spChg chg="mod">
          <ac:chgData name="Macher, Andreas (DI FA CTR PLC PPM)" userId="f1dcac62-7bef-43eb-91f0-927336a1714f" providerId="ADAL" clId="{1C5A6487-D517-4F0B-ABAB-3A48CB6B746A}" dt="2022-10-31T12:51:59.781" v="1021" actId="478"/>
          <ac:spMkLst>
            <pc:docMk/>
            <pc:sldMk cId="173002088" sldId="9789"/>
            <ac:spMk id="249" creationId="{871C914A-1124-0DBA-19F8-0CCDB14612AA}"/>
          </ac:spMkLst>
        </pc:spChg>
        <pc:spChg chg="mod">
          <ac:chgData name="Macher, Andreas (DI FA CTR PLC PPM)" userId="f1dcac62-7bef-43eb-91f0-927336a1714f" providerId="ADAL" clId="{1C5A6487-D517-4F0B-ABAB-3A48CB6B746A}" dt="2022-10-31T12:51:59.781" v="1021" actId="478"/>
          <ac:spMkLst>
            <pc:docMk/>
            <pc:sldMk cId="173002088" sldId="9789"/>
            <ac:spMk id="250" creationId="{0148229D-4D69-19C1-6555-0ED6495D3EB2}"/>
          </ac:spMkLst>
        </pc:spChg>
        <pc:spChg chg="del mod">
          <ac:chgData name="Macher, Andreas (DI FA CTR PLC PPM)" userId="f1dcac62-7bef-43eb-91f0-927336a1714f" providerId="ADAL" clId="{1C5A6487-D517-4F0B-ABAB-3A48CB6B746A}" dt="2022-10-31T12:51:52.336" v="1013" actId="478"/>
          <ac:spMkLst>
            <pc:docMk/>
            <pc:sldMk cId="173002088" sldId="9789"/>
            <ac:spMk id="251" creationId="{D42D91FA-1C59-C8B6-4153-90B250FD7CB2}"/>
          </ac:spMkLst>
        </pc:spChg>
        <pc:spChg chg="mod">
          <ac:chgData name="Macher, Andreas (DI FA CTR PLC PPM)" userId="f1dcac62-7bef-43eb-91f0-927336a1714f" providerId="ADAL" clId="{1C5A6487-D517-4F0B-ABAB-3A48CB6B746A}" dt="2022-10-31T12:55:55.491" v="1087" actId="20577"/>
          <ac:spMkLst>
            <pc:docMk/>
            <pc:sldMk cId="173002088" sldId="9789"/>
            <ac:spMk id="255" creationId="{86F93644-051A-48CF-F970-6877415A1BE0}"/>
          </ac:spMkLst>
        </pc:spChg>
        <pc:spChg chg="mod">
          <ac:chgData name="Macher, Andreas (DI FA CTR PLC PPM)" userId="f1dcac62-7bef-43eb-91f0-927336a1714f" providerId="ADAL" clId="{1C5A6487-D517-4F0B-ABAB-3A48CB6B746A}" dt="2022-10-31T12:58:21.918" v="1106" actId="20577"/>
          <ac:spMkLst>
            <pc:docMk/>
            <pc:sldMk cId="173002088" sldId="9789"/>
            <ac:spMk id="257" creationId="{E90A220F-DB8C-8FF6-C3C1-DF46AD503F6F}"/>
          </ac:spMkLst>
        </pc:spChg>
        <pc:spChg chg="add mod">
          <ac:chgData name="Macher, Andreas (DI FA CTR PLC PPM)" userId="f1dcac62-7bef-43eb-91f0-927336a1714f" providerId="ADAL" clId="{1C5A6487-D517-4F0B-ABAB-3A48CB6B746A}" dt="2022-10-31T12:56:34.518" v="1092" actId="1076"/>
          <ac:spMkLst>
            <pc:docMk/>
            <pc:sldMk cId="173002088" sldId="9789"/>
            <ac:spMk id="270" creationId="{60FDDF9C-094C-543A-19E2-DCF38E89972D}"/>
          </ac:spMkLst>
        </pc:spChg>
        <pc:spChg chg="mod">
          <ac:chgData name="Macher, Andreas (DI FA CTR PLC PPM)" userId="f1dcac62-7bef-43eb-91f0-927336a1714f" providerId="ADAL" clId="{1C5A6487-D517-4F0B-ABAB-3A48CB6B746A}" dt="2022-10-31T12:59:00.315" v="1117"/>
          <ac:spMkLst>
            <pc:docMk/>
            <pc:sldMk cId="173002088" sldId="9789"/>
            <ac:spMk id="273" creationId="{A5BC9115-913F-987A-B852-1B32071A726F}"/>
          </ac:spMkLst>
        </pc:spChg>
        <pc:spChg chg="mod">
          <ac:chgData name="Macher, Andreas (DI FA CTR PLC PPM)" userId="f1dcac62-7bef-43eb-91f0-927336a1714f" providerId="ADAL" clId="{1C5A6487-D517-4F0B-ABAB-3A48CB6B746A}" dt="2022-10-31T12:59:28.507" v="1119" actId="208"/>
          <ac:spMkLst>
            <pc:docMk/>
            <pc:sldMk cId="173002088" sldId="9789"/>
            <ac:spMk id="274" creationId="{7A9BA691-0A20-9D2E-9A70-2DF2893D9044}"/>
          </ac:spMkLst>
        </pc:spChg>
        <pc:spChg chg="mod">
          <ac:chgData name="Macher, Andreas (DI FA CTR PLC PPM)" userId="f1dcac62-7bef-43eb-91f0-927336a1714f" providerId="ADAL" clId="{1C5A6487-D517-4F0B-ABAB-3A48CB6B746A}" dt="2022-10-31T12:59:00.315" v="1117"/>
          <ac:spMkLst>
            <pc:docMk/>
            <pc:sldMk cId="173002088" sldId="9789"/>
            <ac:spMk id="279" creationId="{0CF18318-9E2D-137B-F943-9C10C457AD6C}"/>
          </ac:spMkLst>
        </pc:spChg>
        <pc:spChg chg="mod">
          <ac:chgData name="Macher, Andreas (DI FA CTR PLC PPM)" userId="f1dcac62-7bef-43eb-91f0-927336a1714f" providerId="ADAL" clId="{1C5A6487-D517-4F0B-ABAB-3A48CB6B746A}" dt="2022-10-31T12:59:00.315" v="1117"/>
          <ac:spMkLst>
            <pc:docMk/>
            <pc:sldMk cId="173002088" sldId="9789"/>
            <ac:spMk id="280" creationId="{663AF40D-22A3-D07F-14C5-A640C4A79C7E}"/>
          </ac:spMkLst>
        </pc:spChg>
        <pc:grpChg chg="mod">
          <ac:chgData name="Macher, Andreas (DI FA CTR PLC PPM)" userId="f1dcac62-7bef-43eb-91f0-927336a1714f" providerId="ADAL" clId="{1C5A6487-D517-4F0B-ABAB-3A48CB6B746A}" dt="2022-10-31T12:51:22.414" v="1000" actId="164"/>
          <ac:grpSpMkLst>
            <pc:docMk/>
            <pc:sldMk cId="173002088" sldId="9789"/>
            <ac:grpSpMk id="7" creationId="{E88A79D4-3217-BB24-1334-85379FCE5CD6}"/>
          </ac:grpSpMkLst>
        </pc:grpChg>
        <pc:grpChg chg="del">
          <ac:chgData name="Macher, Andreas (DI FA CTR PLC PPM)" userId="f1dcac62-7bef-43eb-91f0-927336a1714f" providerId="ADAL" clId="{1C5A6487-D517-4F0B-ABAB-3A48CB6B746A}" dt="2022-10-31T12:44:33.433" v="941" actId="478"/>
          <ac:grpSpMkLst>
            <pc:docMk/>
            <pc:sldMk cId="173002088" sldId="9789"/>
            <ac:grpSpMk id="10" creationId="{EC0584FF-4053-D66F-05B8-82BBCE7F8A38}"/>
          </ac:grpSpMkLst>
        </pc:grpChg>
        <pc:grpChg chg="mod">
          <ac:chgData name="Macher, Andreas (DI FA CTR PLC PPM)" userId="f1dcac62-7bef-43eb-91f0-927336a1714f" providerId="ADAL" clId="{1C5A6487-D517-4F0B-ABAB-3A48CB6B746A}" dt="2022-10-31T12:51:22.414" v="1000" actId="164"/>
          <ac:grpSpMkLst>
            <pc:docMk/>
            <pc:sldMk cId="173002088" sldId="9789"/>
            <ac:grpSpMk id="24" creationId="{BF5C6CD2-6496-9843-18F8-EF341DF242CC}"/>
          </ac:grpSpMkLst>
        </pc:grpChg>
        <pc:grpChg chg="mod">
          <ac:chgData name="Macher, Andreas (DI FA CTR PLC PPM)" userId="f1dcac62-7bef-43eb-91f0-927336a1714f" providerId="ADAL" clId="{1C5A6487-D517-4F0B-ABAB-3A48CB6B746A}" dt="2022-10-31T12:51:59.781" v="1021" actId="478"/>
          <ac:grpSpMkLst>
            <pc:docMk/>
            <pc:sldMk cId="173002088" sldId="9789"/>
            <ac:grpSpMk id="32" creationId="{ACCB6896-BC38-D991-FEBE-997BCCEDA5B1}"/>
          </ac:grpSpMkLst>
        </pc:grpChg>
        <pc:grpChg chg="add mod">
          <ac:chgData name="Macher, Andreas (DI FA CTR PLC PPM)" userId="f1dcac62-7bef-43eb-91f0-927336a1714f" providerId="ADAL" clId="{1C5A6487-D517-4F0B-ABAB-3A48CB6B746A}" dt="2022-10-31T12:55:33.391" v="1069" actId="1076"/>
          <ac:grpSpMkLst>
            <pc:docMk/>
            <pc:sldMk cId="173002088" sldId="9789"/>
            <ac:grpSpMk id="47" creationId="{CD878134-59AA-8E9F-2A06-E10879D2D24F}"/>
          </ac:grpSpMkLst>
        </pc:grpChg>
        <pc:grpChg chg="mod">
          <ac:chgData name="Macher, Andreas (DI FA CTR PLC PPM)" userId="f1dcac62-7bef-43eb-91f0-927336a1714f" providerId="ADAL" clId="{1C5A6487-D517-4F0B-ABAB-3A48CB6B746A}" dt="2022-10-31T12:55:18.936" v="1067" actId="478"/>
          <ac:grpSpMkLst>
            <pc:docMk/>
            <pc:sldMk cId="173002088" sldId="9789"/>
            <ac:grpSpMk id="50" creationId="{C3621AE0-B1C6-603E-7D4A-65418F8E9452}"/>
          </ac:grpSpMkLst>
        </pc:grpChg>
        <pc:grpChg chg="mod">
          <ac:chgData name="Macher, Andreas (DI FA CTR PLC PPM)" userId="f1dcac62-7bef-43eb-91f0-927336a1714f" providerId="ADAL" clId="{1C5A6487-D517-4F0B-ABAB-3A48CB6B746A}" dt="2022-10-31T12:55:18.936" v="1067" actId="478"/>
          <ac:grpSpMkLst>
            <pc:docMk/>
            <pc:sldMk cId="173002088" sldId="9789"/>
            <ac:grpSpMk id="53" creationId="{028D55B7-3DA5-231E-F958-63865859C508}"/>
          </ac:grpSpMkLst>
        </pc:grpChg>
        <pc:grpChg chg="mod">
          <ac:chgData name="Macher, Andreas (DI FA CTR PLC PPM)" userId="f1dcac62-7bef-43eb-91f0-927336a1714f" providerId="ADAL" clId="{1C5A6487-D517-4F0B-ABAB-3A48CB6B746A}" dt="2022-10-31T12:55:18.936" v="1067" actId="478"/>
          <ac:grpSpMkLst>
            <pc:docMk/>
            <pc:sldMk cId="173002088" sldId="9789"/>
            <ac:grpSpMk id="54" creationId="{74FB08B2-EB0E-41CB-3733-7C6D36533092}"/>
          </ac:grpSpMkLst>
        </pc:grpChg>
        <pc:grpChg chg="add del mod">
          <ac:chgData name="Macher, Andreas (DI FA CTR PLC PPM)" userId="f1dcac62-7bef-43eb-91f0-927336a1714f" providerId="ADAL" clId="{1C5A6487-D517-4F0B-ABAB-3A48CB6B746A}" dt="2022-10-31T15:58:50.511" v="2524" actId="165"/>
          <ac:grpSpMkLst>
            <pc:docMk/>
            <pc:sldMk cId="173002088" sldId="9789"/>
            <ac:grpSpMk id="70" creationId="{A40B9531-F426-AC15-C4D6-971E174F48BA}"/>
          </ac:grpSpMkLst>
        </pc:grpChg>
        <pc:grpChg chg="add del mod">
          <ac:chgData name="Macher, Andreas (DI FA CTR PLC PPM)" userId="f1dcac62-7bef-43eb-91f0-927336a1714f" providerId="ADAL" clId="{1C5A6487-D517-4F0B-ABAB-3A48CB6B746A}" dt="2022-10-31T15:59:23.823" v="2532" actId="21"/>
          <ac:grpSpMkLst>
            <pc:docMk/>
            <pc:sldMk cId="173002088" sldId="9789"/>
            <ac:grpSpMk id="73" creationId="{7983FF12-1085-F63A-E7FF-80493BE6072C}"/>
          </ac:grpSpMkLst>
        </pc:grpChg>
        <pc:grpChg chg="add del mod">
          <ac:chgData name="Macher, Andreas (DI FA CTR PLC PPM)" userId="f1dcac62-7bef-43eb-91f0-927336a1714f" providerId="ADAL" clId="{1C5A6487-D517-4F0B-ABAB-3A48CB6B746A}" dt="2022-10-31T15:59:23.823" v="2532" actId="21"/>
          <ac:grpSpMkLst>
            <pc:docMk/>
            <pc:sldMk cId="173002088" sldId="9789"/>
            <ac:grpSpMk id="74" creationId="{CD29DD7F-0EA3-1F3A-C7CE-2FCE0D6F8520}"/>
          </ac:grpSpMkLst>
        </pc:grpChg>
        <pc:grpChg chg="add del mod">
          <ac:chgData name="Macher, Andreas (DI FA CTR PLC PPM)" userId="f1dcac62-7bef-43eb-91f0-927336a1714f" providerId="ADAL" clId="{1C5A6487-D517-4F0B-ABAB-3A48CB6B746A}" dt="2022-10-31T16:01:52.748" v="2567" actId="478"/>
          <ac:grpSpMkLst>
            <pc:docMk/>
            <pc:sldMk cId="173002088" sldId="9789"/>
            <ac:grpSpMk id="77" creationId="{B3C28408-DE83-F269-8B16-B09983A11888}"/>
          </ac:grpSpMkLst>
        </pc:grpChg>
        <pc:grpChg chg="add del mod">
          <ac:chgData name="Macher, Andreas (DI FA CTR PLC PPM)" userId="f1dcac62-7bef-43eb-91f0-927336a1714f" providerId="ADAL" clId="{1C5A6487-D517-4F0B-ABAB-3A48CB6B746A}" dt="2022-10-31T16:01:59.714" v="2568" actId="478"/>
          <ac:grpSpMkLst>
            <pc:docMk/>
            <pc:sldMk cId="173002088" sldId="9789"/>
            <ac:grpSpMk id="80" creationId="{B0D390D9-30A9-01DC-A40A-82CA410D5CC6}"/>
          </ac:grpSpMkLst>
        </pc:grpChg>
        <pc:grpChg chg="add mod">
          <ac:chgData name="Macher, Andreas (DI FA CTR PLC PPM)" userId="f1dcac62-7bef-43eb-91f0-927336a1714f" providerId="ADAL" clId="{1C5A6487-D517-4F0B-ABAB-3A48CB6B746A}" dt="2022-10-31T16:01:49.486" v="2566"/>
          <ac:grpSpMkLst>
            <pc:docMk/>
            <pc:sldMk cId="173002088" sldId="9789"/>
            <ac:grpSpMk id="84" creationId="{B59ABAC9-E9C8-8597-D1BF-DC5B5717786C}"/>
          </ac:grpSpMkLst>
        </pc:grpChg>
        <pc:grpChg chg="add mod">
          <ac:chgData name="Macher, Andreas (DI FA CTR PLC PPM)" userId="f1dcac62-7bef-43eb-91f0-927336a1714f" providerId="ADAL" clId="{1C5A6487-D517-4F0B-ABAB-3A48CB6B746A}" dt="2022-10-31T16:02:07.279" v="2570" actId="1076"/>
          <ac:grpSpMkLst>
            <pc:docMk/>
            <pc:sldMk cId="173002088" sldId="9789"/>
            <ac:grpSpMk id="87" creationId="{ACE47E96-E298-FC1F-41E7-1F1417DF56C8}"/>
          </ac:grpSpMkLst>
        </pc:grpChg>
        <pc:grpChg chg="add mod">
          <ac:chgData name="Macher, Andreas (DI FA CTR PLC PPM)" userId="f1dcac62-7bef-43eb-91f0-927336a1714f" providerId="ADAL" clId="{1C5A6487-D517-4F0B-ABAB-3A48CB6B746A}" dt="2022-10-31T16:07:27.445" v="2618" actId="1076"/>
          <ac:grpSpMkLst>
            <pc:docMk/>
            <pc:sldMk cId="173002088" sldId="9789"/>
            <ac:grpSpMk id="90" creationId="{2CCC13CD-E7CE-C547-E29C-53C144AB7CEF}"/>
          </ac:grpSpMkLst>
        </pc:grpChg>
        <pc:grpChg chg="mod">
          <ac:chgData name="Macher, Andreas (DI FA CTR PLC PPM)" userId="f1dcac62-7bef-43eb-91f0-927336a1714f" providerId="ADAL" clId="{1C5A6487-D517-4F0B-ABAB-3A48CB6B746A}" dt="2022-10-31T12:51:22.414" v="1000" actId="164"/>
          <ac:grpSpMkLst>
            <pc:docMk/>
            <pc:sldMk cId="173002088" sldId="9789"/>
            <ac:grpSpMk id="225" creationId="{044B6BB7-6609-382F-C149-1C92A24F97A7}"/>
          </ac:grpSpMkLst>
        </pc:grpChg>
        <pc:grpChg chg="add mod">
          <ac:chgData name="Macher, Andreas (DI FA CTR PLC PPM)" userId="f1dcac62-7bef-43eb-91f0-927336a1714f" providerId="ADAL" clId="{1C5A6487-D517-4F0B-ABAB-3A48CB6B746A}" dt="2022-10-31T12:51:22.414" v="1000" actId="164"/>
          <ac:grpSpMkLst>
            <pc:docMk/>
            <pc:sldMk cId="173002088" sldId="9789"/>
            <ac:grpSpMk id="243" creationId="{0D2849BB-C929-4E1A-A4E6-A5544FE22A0E}"/>
          </ac:grpSpMkLst>
        </pc:grpChg>
        <pc:grpChg chg="add mod">
          <ac:chgData name="Macher, Andreas (DI FA CTR PLC PPM)" userId="f1dcac62-7bef-43eb-91f0-927336a1714f" providerId="ADAL" clId="{1C5A6487-D517-4F0B-ABAB-3A48CB6B746A}" dt="2022-10-31T12:51:59.781" v="1021" actId="478"/>
          <ac:grpSpMkLst>
            <pc:docMk/>
            <pc:sldMk cId="173002088" sldId="9789"/>
            <ac:grpSpMk id="244" creationId="{92E22CD8-14DC-F74B-6981-9ADF0FCC5915}"/>
          </ac:grpSpMkLst>
        </pc:grpChg>
        <pc:grpChg chg="mod">
          <ac:chgData name="Macher, Andreas (DI FA CTR PLC PPM)" userId="f1dcac62-7bef-43eb-91f0-927336a1714f" providerId="ADAL" clId="{1C5A6487-D517-4F0B-ABAB-3A48CB6B746A}" dt="2022-10-31T12:51:59.781" v="1021" actId="478"/>
          <ac:grpSpMkLst>
            <pc:docMk/>
            <pc:sldMk cId="173002088" sldId="9789"/>
            <ac:grpSpMk id="247" creationId="{DE3A87CF-7446-C7D5-EED1-DA5765259070}"/>
          </ac:grpSpMkLst>
        </pc:grpChg>
        <pc:grpChg chg="mod">
          <ac:chgData name="Macher, Andreas (DI FA CTR PLC PPM)" userId="f1dcac62-7bef-43eb-91f0-927336a1714f" providerId="ADAL" clId="{1C5A6487-D517-4F0B-ABAB-3A48CB6B746A}" dt="2022-10-31T12:51:59.781" v="1021" actId="478"/>
          <ac:grpSpMkLst>
            <pc:docMk/>
            <pc:sldMk cId="173002088" sldId="9789"/>
            <ac:grpSpMk id="254" creationId="{7E2390DE-D56E-2DC3-2A15-39D9EF0463BA}"/>
          </ac:grpSpMkLst>
        </pc:grpChg>
        <pc:grpChg chg="add mod">
          <ac:chgData name="Macher, Andreas (DI FA CTR PLC PPM)" userId="f1dcac62-7bef-43eb-91f0-927336a1714f" providerId="ADAL" clId="{1C5A6487-D517-4F0B-ABAB-3A48CB6B746A}" dt="2022-10-31T12:59:10.686" v="1118" actId="1076"/>
          <ac:grpSpMkLst>
            <pc:docMk/>
            <pc:sldMk cId="173002088" sldId="9789"/>
            <ac:grpSpMk id="272" creationId="{CA13B1BC-F9CC-9B7F-CCEA-F648C7409DE5}"/>
          </ac:grpSpMkLst>
        </pc:grpChg>
        <pc:grpChg chg="mod">
          <ac:chgData name="Macher, Andreas (DI FA CTR PLC PPM)" userId="f1dcac62-7bef-43eb-91f0-927336a1714f" providerId="ADAL" clId="{1C5A6487-D517-4F0B-ABAB-3A48CB6B746A}" dt="2022-10-31T12:59:00.315" v="1117"/>
          <ac:grpSpMkLst>
            <pc:docMk/>
            <pc:sldMk cId="173002088" sldId="9789"/>
            <ac:grpSpMk id="275" creationId="{B5822D71-426C-51E1-60ED-59AB223AA546}"/>
          </ac:grpSpMkLst>
        </pc:grpChg>
        <pc:grpChg chg="mod">
          <ac:chgData name="Macher, Andreas (DI FA CTR PLC PPM)" userId="f1dcac62-7bef-43eb-91f0-927336a1714f" providerId="ADAL" clId="{1C5A6487-D517-4F0B-ABAB-3A48CB6B746A}" dt="2022-10-31T12:59:00.315" v="1117"/>
          <ac:grpSpMkLst>
            <pc:docMk/>
            <pc:sldMk cId="173002088" sldId="9789"/>
            <ac:grpSpMk id="276" creationId="{6D108D7D-709B-78BC-AEC9-FCA9F422C9AE}"/>
          </ac:grpSpMkLst>
        </pc:grpChg>
        <pc:grpChg chg="mod">
          <ac:chgData name="Macher, Andreas (DI FA CTR PLC PPM)" userId="f1dcac62-7bef-43eb-91f0-927336a1714f" providerId="ADAL" clId="{1C5A6487-D517-4F0B-ABAB-3A48CB6B746A}" dt="2022-10-31T12:59:00.315" v="1117"/>
          <ac:grpSpMkLst>
            <pc:docMk/>
            <pc:sldMk cId="173002088" sldId="9789"/>
            <ac:grpSpMk id="277" creationId="{24087EB1-AB79-CA83-6AE0-D15B5063E9A6}"/>
          </ac:grpSpMkLst>
        </pc:grpChg>
        <pc:picChg chg="del">
          <ac:chgData name="Macher, Andreas (DI FA CTR PLC PPM)" userId="f1dcac62-7bef-43eb-91f0-927336a1714f" providerId="ADAL" clId="{1C5A6487-D517-4F0B-ABAB-3A48CB6B746A}" dt="2022-10-31T12:44:33.433" v="941" actId="478"/>
          <ac:picMkLst>
            <pc:docMk/>
            <pc:sldMk cId="173002088" sldId="9789"/>
            <ac:picMk id="9" creationId="{5D525A03-98D3-EDC2-B6C0-FAE136B8D24C}"/>
          </ac:picMkLst>
        </pc:picChg>
        <pc:picChg chg="add mod">
          <ac:chgData name="Macher, Andreas (DI FA CTR PLC PPM)" userId="f1dcac62-7bef-43eb-91f0-927336a1714f" providerId="ADAL" clId="{1C5A6487-D517-4F0B-ABAB-3A48CB6B746A}" dt="2022-10-31T12:51:22.414" v="1000" actId="164"/>
          <ac:picMkLst>
            <pc:docMk/>
            <pc:sldMk cId="173002088" sldId="9789"/>
            <ac:picMk id="19" creationId="{4D20B270-5FBE-9058-76C4-9EB4BCF85F59}"/>
          </ac:picMkLst>
        </pc:picChg>
        <pc:picChg chg="del mod">
          <ac:chgData name="Macher, Andreas (DI FA CTR PLC PPM)" userId="f1dcac62-7bef-43eb-91f0-927336a1714f" providerId="ADAL" clId="{1C5A6487-D517-4F0B-ABAB-3A48CB6B746A}" dt="2022-10-31T12:58:26.572" v="1107" actId="478"/>
          <ac:picMkLst>
            <pc:docMk/>
            <pc:sldMk cId="173002088" sldId="9789"/>
            <ac:picMk id="29" creationId="{15C35B6B-05C3-C107-3B53-F0F8F6C85568}"/>
          </ac:picMkLst>
        </pc:picChg>
        <pc:picChg chg="del">
          <ac:chgData name="Macher, Andreas (DI FA CTR PLC PPM)" userId="f1dcac62-7bef-43eb-91f0-927336a1714f" providerId="ADAL" clId="{1C5A6487-D517-4F0B-ABAB-3A48CB6B746A}" dt="2022-10-31T12:58:53.735" v="1113" actId="478"/>
          <ac:picMkLst>
            <pc:docMk/>
            <pc:sldMk cId="173002088" sldId="9789"/>
            <ac:picMk id="30" creationId="{BC99C18A-8607-C796-B15A-5832DDBB457F}"/>
          </ac:picMkLst>
        </pc:picChg>
        <pc:picChg chg="mod">
          <ac:chgData name="Macher, Andreas (DI FA CTR PLC PPM)" userId="f1dcac62-7bef-43eb-91f0-927336a1714f" providerId="ADAL" clId="{1C5A6487-D517-4F0B-ABAB-3A48CB6B746A}" dt="2022-10-31T12:51:59.781" v="1021" actId="478"/>
          <ac:picMkLst>
            <pc:docMk/>
            <pc:sldMk cId="173002088" sldId="9789"/>
            <ac:picMk id="33" creationId="{C274B104-B0E7-D909-3A65-325F1DA1344F}"/>
          </ac:picMkLst>
        </pc:picChg>
        <pc:picChg chg="mod">
          <ac:chgData name="Macher, Andreas (DI FA CTR PLC PPM)" userId="f1dcac62-7bef-43eb-91f0-927336a1714f" providerId="ADAL" clId="{1C5A6487-D517-4F0B-ABAB-3A48CB6B746A}" dt="2022-10-31T12:51:59.781" v="1021" actId="478"/>
          <ac:picMkLst>
            <pc:docMk/>
            <pc:sldMk cId="173002088" sldId="9789"/>
            <ac:picMk id="36" creationId="{61CB89EE-ED95-D571-B602-C6D21C090413}"/>
          </ac:picMkLst>
        </pc:picChg>
        <pc:picChg chg="mod">
          <ac:chgData name="Macher, Andreas (DI FA CTR PLC PPM)" userId="f1dcac62-7bef-43eb-91f0-927336a1714f" providerId="ADAL" clId="{1C5A6487-D517-4F0B-ABAB-3A48CB6B746A}" dt="2022-10-31T12:51:59.781" v="1021" actId="478"/>
          <ac:picMkLst>
            <pc:docMk/>
            <pc:sldMk cId="173002088" sldId="9789"/>
            <ac:picMk id="37" creationId="{1328B11D-B1BE-1FD0-336A-52AB88D7E380}"/>
          </ac:picMkLst>
        </pc:picChg>
        <pc:picChg chg="mod">
          <ac:chgData name="Macher, Andreas (DI FA CTR PLC PPM)" userId="f1dcac62-7bef-43eb-91f0-927336a1714f" providerId="ADAL" clId="{1C5A6487-D517-4F0B-ABAB-3A48CB6B746A}" dt="2022-10-31T12:51:59.781" v="1021" actId="478"/>
          <ac:picMkLst>
            <pc:docMk/>
            <pc:sldMk cId="173002088" sldId="9789"/>
            <ac:picMk id="38" creationId="{7EF0470A-9D46-8EB2-9488-EE27F167CF01}"/>
          </ac:picMkLst>
        </pc:picChg>
        <pc:picChg chg="mod">
          <ac:chgData name="Macher, Andreas (DI FA CTR PLC PPM)" userId="f1dcac62-7bef-43eb-91f0-927336a1714f" providerId="ADAL" clId="{1C5A6487-D517-4F0B-ABAB-3A48CB6B746A}" dt="2022-10-31T12:51:59.781" v="1021" actId="478"/>
          <ac:picMkLst>
            <pc:docMk/>
            <pc:sldMk cId="173002088" sldId="9789"/>
            <ac:picMk id="39" creationId="{2E1FC169-90DB-1EAF-3D7B-AF4FF0FA5032}"/>
          </ac:picMkLst>
        </pc:picChg>
        <pc:picChg chg="mod">
          <ac:chgData name="Macher, Andreas (DI FA CTR PLC PPM)" userId="f1dcac62-7bef-43eb-91f0-927336a1714f" providerId="ADAL" clId="{1C5A6487-D517-4F0B-ABAB-3A48CB6B746A}" dt="2022-10-31T12:51:59.781" v="1021" actId="478"/>
          <ac:picMkLst>
            <pc:docMk/>
            <pc:sldMk cId="173002088" sldId="9789"/>
            <ac:picMk id="40" creationId="{4BE753C4-3320-8560-FB91-417705863C27}"/>
          </ac:picMkLst>
        </pc:picChg>
        <pc:picChg chg="mod">
          <ac:chgData name="Macher, Andreas (DI FA CTR PLC PPM)" userId="f1dcac62-7bef-43eb-91f0-927336a1714f" providerId="ADAL" clId="{1C5A6487-D517-4F0B-ABAB-3A48CB6B746A}" dt="2022-10-31T12:51:59.781" v="1021" actId="478"/>
          <ac:picMkLst>
            <pc:docMk/>
            <pc:sldMk cId="173002088" sldId="9789"/>
            <ac:picMk id="41" creationId="{DE2AE5F1-4CCE-607C-B99F-6DF796475D14}"/>
          </ac:picMkLst>
        </pc:picChg>
        <pc:picChg chg="add mod">
          <ac:chgData name="Macher, Andreas (DI FA CTR PLC PPM)" userId="f1dcac62-7bef-43eb-91f0-927336a1714f" providerId="ADAL" clId="{1C5A6487-D517-4F0B-ABAB-3A48CB6B746A}" dt="2022-10-31T12:51:49.559" v="1012" actId="1076"/>
          <ac:picMkLst>
            <pc:docMk/>
            <pc:sldMk cId="173002088" sldId="9789"/>
            <ac:picMk id="44" creationId="{6AB4490B-45FD-1B26-D04B-E5B78F99613F}"/>
          </ac:picMkLst>
        </pc:picChg>
        <pc:picChg chg="del">
          <ac:chgData name="Macher, Andreas (DI FA CTR PLC PPM)" userId="f1dcac62-7bef-43eb-91f0-927336a1714f" providerId="ADAL" clId="{1C5A6487-D517-4F0B-ABAB-3A48CB6B746A}" dt="2022-10-31T12:51:07.139" v="998" actId="478"/>
          <ac:picMkLst>
            <pc:docMk/>
            <pc:sldMk cId="173002088" sldId="9789"/>
            <ac:picMk id="46" creationId="{3B61DF7A-64FA-061C-9E5D-E62EEB4087BB}"/>
          </ac:picMkLst>
        </pc:picChg>
        <pc:picChg chg="mod">
          <ac:chgData name="Macher, Andreas (DI FA CTR PLC PPM)" userId="f1dcac62-7bef-43eb-91f0-927336a1714f" providerId="ADAL" clId="{1C5A6487-D517-4F0B-ABAB-3A48CB6B746A}" dt="2022-10-31T12:55:18.936" v="1067" actId="478"/>
          <ac:picMkLst>
            <pc:docMk/>
            <pc:sldMk cId="173002088" sldId="9789"/>
            <ac:picMk id="56" creationId="{A72F3FB5-DEC4-9E07-0EF5-5314645174D7}"/>
          </ac:picMkLst>
        </pc:picChg>
        <pc:picChg chg="mod">
          <ac:chgData name="Macher, Andreas (DI FA CTR PLC PPM)" userId="f1dcac62-7bef-43eb-91f0-927336a1714f" providerId="ADAL" clId="{1C5A6487-D517-4F0B-ABAB-3A48CB6B746A}" dt="2022-10-31T12:55:18.936" v="1067" actId="478"/>
          <ac:picMkLst>
            <pc:docMk/>
            <pc:sldMk cId="173002088" sldId="9789"/>
            <ac:picMk id="59" creationId="{D64405D1-9874-E8AB-8AEC-8E6B9BA54C75}"/>
          </ac:picMkLst>
        </pc:picChg>
        <pc:picChg chg="mod">
          <ac:chgData name="Macher, Andreas (DI FA CTR PLC PPM)" userId="f1dcac62-7bef-43eb-91f0-927336a1714f" providerId="ADAL" clId="{1C5A6487-D517-4F0B-ABAB-3A48CB6B746A}" dt="2022-10-31T12:55:18.936" v="1067" actId="478"/>
          <ac:picMkLst>
            <pc:docMk/>
            <pc:sldMk cId="173002088" sldId="9789"/>
            <ac:picMk id="60" creationId="{AAD62557-B375-0702-DF6B-78099790958A}"/>
          </ac:picMkLst>
        </pc:picChg>
        <pc:picChg chg="mod">
          <ac:chgData name="Macher, Andreas (DI FA CTR PLC PPM)" userId="f1dcac62-7bef-43eb-91f0-927336a1714f" providerId="ADAL" clId="{1C5A6487-D517-4F0B-ABAB-3A48CB6B746A}" dt="2022-10-31T12:55:18.936" v="1067" actId="478"/>
          <ac:picMkLst>
            <pc:docMk/>
            <pc:sldMk cId="173002088" sldId="9789"/>
            <ac:picMk id="61" creationId="{4E56F5C7-74A1-DC6D-0CF8-375EF087FE92}"/>
          </ac:picMkLst>
        </pc:picChg>
        <pc:picChg chg="mod">
          <ac:chgData name="Macher, Andreas (DI FA CTR PLC PPM)" userId="f1dcac62-7bef-43eb-91f0-927336a1714f" providerId="ADAL" clId="{1C5A6487-D517-4F0B-ABAB-3A48CB6B746A}" dt="2022-10-31T12:55:18.936" v="1067" actId="478"/>
          <ac:picMkLst>
            <pc:docMk/>
            <pc:sldMk cId="173002088" sldId="9789"/>
            <ac:picMk id="63" creationId="{B836BE8F-3C68-960F-D100-CB17E1067885}"/>
          </ac:picMkLst>
        </pc:picChg>
        <pc:picChg chg="add mod">
          <ac:chgData name="Macher, Andreas (DI FA CTR PLC PPM)" userId="f1dcac62-7bef-43eb-91f0-927336a1714f" providerId="ADAL" clId="{1C5A6487-D517-4F0B-ABAB-3A48CB6B746A}" dt="2022-10-31T12:59:34.775" v="1121" actId="1076"/>
          <ac:picMkLst>
            <pc:docMk/>
            <pc:sldMk cId="173002088" sldId="9789"/>
            <ac:picMk id="65" creationId="{991E2C0A-AA19-88F9-FFDB-79BD7D6EC255}"/>
          </ac:picMkLst>
        </pc:picChg>
        <pc:picChg chg="add mod">
          <ac:chgData name="Macher, Andreas (DI FA CTR PLC PPM)" userId="f1dcac62-7bef-43eb-91f0-927336a1714f" providerId="ADAL" clId="{1C5A6487-D517-4F0B-ABAB-3A48CB6B746A}" dt="2022-10-31T12:59:52.244" v="1123" actId="1076"/>
          <ac:picMkLst>
            <pc:docMk/>
            <pc:sldMk cId="173002088" sldId="9789"/>
            <ac:picMk id="68" creationId="{2E5DF015-7763-0A6F-BAF7-475CAD75184E}"/>
          </ac:picMkLst>
        </pc:picChg>
        <pc:picChg chg="del">
          <ac:chgData name="Macher, Andreas (DI FA CTR PLC PPM)" userId="f1dcac62-7bef-43eb-91f0-927336a1714f" providerId="ADAL" clId="{1C5A6487-D517-4F0B-ABAB-3A48CB6B746A}" dt="2022-10-31T12:51:09.865" v="999" actId="478"/>
          <ac:picMkLst>
            <pc:docMk/>
            <pc:sldMk cId="173002088" sldId="9789"/>
            <ac:picMk id="96" creationId="{A94C5487-2020-2EAD-199C-3DE95CA28D54}"/>
          </ac:picMkLst>
        </pc:picChg>
        <pc:picChg chg="del">
          <ac:chgData name="Macher, Andreas (DI FA CTR PLC PPM)" userId="f1dcac62-7bef-43eb-91f0-927336a1714f" providerId="ADAL" clId="{1C5A6487-D517-4F0B-ABAB-3A48CB6B746A}" dt="2022-10-31T12:54:54.020" v="1063" actId="478"/>
          <ac:picMkLst>
            <pc:docMk/>
            <pc:sldMk cId="173002088" sldId="9789"/>
            <ac:picMk id="99" creationId="{56D34187-46A3-2854-7EDC-A959C401FA67}"/>
          </ac:picMkLst>
        </pc:picChg>
        <pc:picChg chg="del">
          <ac:chgData name="Macher, Andreas (DI FA CTR PLC PPM)" userId="f1dcac62-7bef-43eb-91f0-927336a1714f" providerId="ADAL" clId="{1C5A6487-D517-4F0B-ABAB-3A48CB6B746A}" dt="2022-10-31T12:58:50.574" v="1110" actId="478"/>
          <ac:picMkLst>
            <pc:docMk/>
            <pc:sldMk cId="173002088" sldId="9789"/>
            <ac:picMk id="103" creationId="{868436AA-C5BC-FD23-13DE-35369009FA3E}"/>
          </ac:picMkLst>
        </pc:picChg>
        <pc:picChg chg="mod">
          <ac:chgData name="Macher, Andreas (DI FA CTR PLC PPM)" userId="f1dcac62-7bef-43eb-91f0-927336a1714f" providerId="ADAL" clId="{1C5A6487-D517-4F0B-ABAB-3A48CB6B746A}" dt="2022-10-31T12:55:18.936" v="1067" actId="478"/>
          <ac:picMkLst>
            <pc:docMk/>
            <pc:sldMk cId="173002088" sldId="9789"/>
            <ac:picMk id="258" creationId="{5337169F-C1EC-1A18-08FE-AECE6ED452B6}"/>
          </ac:picMkLst>
        </pc:picChg>
        <pc:picChg chg="mod">
          <ac:chgData name="Macher, Andreas (DI FA CTR PLC PPM)" userId="f1dcac62-7bef-43eb-91f0-927336a1714f" providerId="ADAL" clId="{1C5A6487-D517-4F0B-ABAB-3A48CB6B746A}" dt="2022-10-31T12:55:18.936" v="1067" actId="478"/>
          <ac:picMkLst>
            <pc:docMk/>
            <pc:sldMk cId="173002088" sldId="9789"/>
            <ac:picMk id="259" creationId="{59DE88D1-38F2-3B8B-3761-FB3816764C67}"/>
          </ac:picMkLst>
        </pc:picChg>
        <pc:picChg chg="add mod">
          <ac:chgData name="Macher, Andreas (DI FA CTR PLC PPM)" userId="f1dcac62-7bef-43eb-91f0-927336a1714f" providerId="ADAL" clId="{1C5A6487-D517-4F0B-ABAB-3A48CB6B746A}" dt="2022-10-31T12:55:49.128" v="1071" actId="1076"/>
          <ac:picMkLst>
            <pc:docMk/>
            <pc:sldMk cId="173002088" sldId="9789"/>
            <ac:picMk id="262" creationId="{16FBA2A0-A68E-F8FF-55B4-D16548528885}"/>
          </ac:picMkLst>
        </pc:picChg>
        <pc:picChg chg="add mod">
          <ac:chgData name="Macher, Andreas (DI FA CTR PLC PPM)" userId="f1dcac62-7bef-43eb-91f0-927336a1714f" providerId="ADAL" clId="{1C5A6487-D517-4F0B-ABAB-3A48CB6B746A}" dt="2022-10-31T12:58:01.070" v="1098" actId="1076"/>
          <ac:picMkLst>
            <pc:docMk/>
            <pc:sldMk cId="173002088" sldId="9789"/>
            <ac:picMk id="271" creationId="{557031A8-8E01-E611-DF0F-10C3B63F27F5}"/>
          </ac:picMkLst>
        </pc:picChg>
        <pc:picChg chg="mod">
          <ac:chgData name="Macher, Andreas (DI FA CTR PLC PPM)" userId="f1dcac62-7bef-43eb-91f0-927336a1714f" providerId="ADAL" clId="{1C5A6487-D517-4F0B-ABAB-3A48CB6B746A}" dt="2022-10-31T12:59:00.315" v="1117"/>
          <ac:picMkLst>
            <pc:docMk/>
            <pc:sldMk cId="173002088" sldId="9789"/>
            <ac:picMk id="278" creationId="{A4678B95-03CA-BB74-AB08-375C55CCDEFC}"/>
          </ac:picMkLst>
        </pc:picChg>
        <pc:picChg chg="mod">
          <ac:chgData name="Macher, Andreas (DI FA CTR PLC PPM)" userId="f1dcac62-7bef-43eb-91f0-927336a1714f" providerId="ADAL" clId="{1C5A6487-D517-4F0B-ABAB-3A48CB6B746A}" dt="2022-10-31T12:59:00.315" v="1117"/>
          <ac:picMkLst>
            <pc:docMk/>
            <pc:sldMk cId="173002088" sldId="9789"/>
            <ac:picMk id="281" creationId="{76D5F2BA-72E2-1CE5-284F-5EC2FF075148}"/>
          </ac:picMkLst>
        </pc:picChg>
        <pc:picChg chg="mod">
          <ac:chgData name="Macher, Andreas (DI FA CTR PLC PPM)" userId="f1dcac62-7bef-43eb-91f0-927336a1714f" providerId="ADAL" clId="{1C5A6487-D517-4F0B-ABAB-3A48CB6B746A}" dt="2022-10-31T12:59:00.315" v="1117"/>
          <ac:picMkLst>
            <pc:docMk/>
            <pc:sldMk cId="173002088" sldId="9789"/>
            <ac:picMk id="282" creationId="{D1CC6823-578A-23E1-2FB6-696405CC0D26}"/>
          </ac:picMkLst>
        </pc:picChg>
        <pc:picChg chg="mod">
          <ac:chgData name="Macher, Andreas (DI FA CTR PLC PPM)" userId="f1dcac62-7bef-43eb-91f0-927336a1714f" providerId="ADAL" clId="{1C5A6487-D517-4F0B-ABAB-3A48CB6B746A}" dt="2022-10-31T12:59:00.315" v="1117"/>
          <ac:picMkLst>
            <pc:docMk/>
            <pc:sldMk cId="173002088" sldId="9789"/>
            <ac:picMk id="283" creationId="{4522F660-040F-E00D-7469-87777FD8FB15}"/>
          </ac:picMkLst>
        </pc:picChg>
        <pc:picChg chg="mod">
          <ac:chgData name="Macher, Andreas (DI FA CTR PLC PPM)" userId="f1dcac62-7bef-43eb-91f0-927336a1714f" providerId="ADAL" clId="{1C5A6487-D517-4F0B-ABAB-3A48CB6B746A}" dt="2022-10-31T12:59:00.315" v="1117"/>
          <ac:picMkLst>
            <pc:docMk/>
            <pc:sldMk cId="173002088" sldId="9789"/>
            <ac:picMk id="284" creationId="{1701A298-9C41-7118-722F-9CAE925C75F8}"/>
          </ac:picMkLst>
        </pc:picChg>
        <pc:picChg chg="mod">
          <ac:chgData name="Macher, Andreas (DI FA CTR PLC PPM)" userId="f1dcac62-7bef-43eb-91f0-927336a1714f" providerId="ADAL" clId="{1C5A6487-D517-4F0B-ABAB-3A48CB6B746A}" dt="2022-10-31T12:59:00.315" v="1117"/>
          <ac:picMkLst>
            <pc:docMk/>
            <pc:sldMk cId="173002088" sldId="9789"/>
            <ac:picMk id="285" creationId="{29FBA170-1F87-0A7F-8D4F-04F770E214D5}"/>
          </ac:picMkLst>
        </pc:picChg>
        <pc:picChg chg="mod">
          <ac:chgData name="Macher, Andreas (DI FA CTR PLC PPM)" userId="f1dcac62-7bef-43eb-91f0-927336a1714f" providerId="ADAL" clId="{1C5A6487-D517-4F0B-ABAB-3A48CB6B746A}" dt="2022-10-31T12:59:00.315" v="1117"/>
          <ac:picMkLst>
            <pc:docMk/>
            <pc:sldMk cId="173002088" sldId="9789"/>
            <ac:picMk id="286" creationId="{9EC539C0-61CA-7656-CF11-347330ACF620}"/>
          </ac:picMkLst>
        </pc:picChg>
        <pc:picChg chg="del">
          <ac:chgData name="Macher, Andreas (DI FA CTR PLC PPM)" userId="f1dcac62-7bef-43eb-91f0-927336a1714f" providerId="ADAL" clId="{1C5A6487-D517-4F0B-ABAB-3A48CB6B746A}" dt="2022-10-31T12:57:36.946" v="1093" actId="478"/>
          <ac:picMkLst>
            <pc:docMk/>
            <pc:sldMk cId="173002088" sldId="9789"/>
            <ac:picMk id="300" creationId="{98CF14E4-9C92-067E-A8C6-B5FF715C8729}"/>
          </ac:picMkLst>
        </pc:picChg>
        <pc:picChg chg="mod ord">
          <ac:chgData name="Macher, Andreas (DI FA CTR PLC PPM)" userId="f1dcac62-7bef-43eb-91f0-927336a1714f" providerId="ADAL" clId="{1C5A6487-D517-4F0B-ABAB-3A48CB6B746A}" dt="2022-10-31T12:57:54.080" v="1096" actId="1076"/>
          <ac:picMkLst>
            <pc:docMk/>
            <pc:sldMk cId="173002088" sldId="9789"/>
            <ac:picMk id="301" creationId="{7948DFA6-F49D-27E4-CBD7-AAF55A778F75}"/>
          </ac:picMkLst>
        </pc:picChg>
        <pc:picChg chg="del mod">
          <ac:chgData name="Macher, Andreas (DI FA CTR PLC PPM)" userId="f1dcac62-7bef-43eb-91f0-927336a1714f" providerId="ADAL" clId="{1C5A6487-D517-4F0B-ABAB-3A48CB6B746A}" dt="2022-10-31T12:58:27.597" v="1108" actId="478"/>
          <ac:picMkLst>
            <pc:docMk/>
            <pc:sldMk cId="173002088" sldId="9789"/>
            <ac:picMk id="303" creationId="{742BDB2A-5950-61E3-D450-B420DA179F24}"/>
          </ac:picMkLst>
        </pc:picChg>
        <pc:picChg chg="del mod">
          <ac:chgData name="Macher, Andreas (DI FA CTR PLC PPM)" userId="f1dcac62-7bef-43eb-91f0-927336a1714f" providerId="ADAL" clId="{1C5A6487-D517-4F0B-ABAB-3A48CB6B746A}" dt="2022-10-31T12:59:59.273" v="1124" actId="478"/>
          <ac:picMkLst>
            <pc:docMk/>
            <pc:sldMk cId="173002088" sldId="9789"/>
            <ac:picMk id="304" creationId="{EEFCD0CE-02C3-27CC-8345-E7646F3D9FA2}"/>
          </ac:picMkLst>
        </pc:picChg>
        <pc:picChg chg="del">
          <ac:chgData name="Macher, Andreas (DI FA CTR PLC PPM)" userId="f1dcac62-7bef-43eb-91f0-927336a1714f" providerId="ADAL" clId="{1C5A6487-D517-4F0B-ABAB-3A48CB6B746A}" dt="2022-10-31T12:58:55.392" v="1115" actId="478"/>
          <ac:picMkLst>
            <pc:docMk/>
            <pc:sldMk cId="173002088" sldId="9789"/>
            <ac:picMk id="305" creationId="{89A2EED7-BF33-8CBD-8ADF-B6DE61358401}"/>
          </ac:picMkLst>
        </pc:picChg>
        <pc:cxnChg chg="mod">
          <ac:chgData name="Macher, Andreas (DI FA CTR PLC PPM)" userId="f1dcac62-7bef-43eb-91f0-927336a1714f" providerId="ADAL" clId="{1C5A6487-D517-4F0B-ABAB-3A48CB6B746A}" dt="2022-10-31T12:51:59.781" v="1021" actId="478"/>
          <ac:cxnSpMkLst>
            <pc:docMk/>
            <pc:sldMk cId="173002088" sldId="9789"/>
            <ac:cxnSpMk id="42" creationId="{E9E10093-F082-0A4E-940A-3068E30189D1}"/>
          </ac:cxnSpMkLst>
        </pc:cxnChg>
        <pc:cxnChg chg="mod">
          <ac:chgData name="Macher, Andreas (DI FA CTR PLC PPM)" userId="f1dcac62-7bef-43eb-91f0-927336a1714f" providerId="ADAL" clId="{1C5A6487-D517-4F0B-ABAB-3A48CB6B746A}" dt="2022-10-31T12:51:59.781" v="1021" actId="478"/>
          <ac:cxnSpMkLst>
            <pc:docMk/>
            <pc:sldMk cId="173002088" sldId="9789"/>
            <ac:cxnSpMk id="43" creationId="{10EF09BA-99B0-CAF1-9156-34BCCD60AC62}"/>
          </ac:cxnSpMkLst>
        </pc:cxnChg>
        <pc:cxnChg chg="mod">
          <ac:chgData name="Macher, Andreas (DI FA CTR PLC PPM)" userId="f1dcac62-7bef-43eb-91f0-927336a1714f" providerId="ADAL" clId="{1C5A6487-D517-4F0B-ABAB-3A48CB6B746A}" dt="2022-10-31T12:59:00.315" v="1117"/>
          <ac:cxnSpMkLst>
            <pc:docMk/>
            <pc:sldMk cId="173002088" sldId="9789"/>
            <ac:cxnSpMk id="64" creationId="{EDC560C6-A0EA-1D3D-6252-D6EC0750D455}"/>
          </ac:cxnSpMkLst>
        </pc:cxnChg>
        <pc:cxnChg chg="add mod">
          <ac:chgData name="Macher, Andreas (DI FA CTR PLC PPM)" userId="f1dcac62-7bef-43eb-91f0-927336a1714f" providerId="ADAL" clId="{1C5A6487-D517-4F0B-ABAB-3A48CB6B746A}" dt="2022-10-31T12:59:52.244" v="1123" actId="1076"/>
          <ac:cxnSpMkLst>
            <pc:docMk/>
            <pc:sldMk cId="173002088" sldId="9789"/>
            <ac:cxnSpMk id="66" creationId="{3E2BBBDA-6A5C-73B1-EF7A-0D58BE1E569A}"/>
          </ac:cxnSpMkLst>
        </pc:cxnChg>
        <pc:cxnChg chg="del">
          <ac:chgData name="Macher, Andreas (DI FA CTR PLC PPM)" userId="f1dcac62-7bef-43eb-91f0-927336a1714f" providerId="ADAL" clId="{1C5A6487-D517-4F0B-ABAB-3A48CB6B746A}" dt="2022-10-31T12:44:10.474" v="937" actId="478"/>
          <ac:cxnSpMkLst>
            <pc:docMk/>
            <pc:sldMk cId="173002088" sldId="9789"/>
            <ac:cxnSpMk id="229" creationId="{B69D056B-C21C-299E-491F-6CE005CE6D79}"/>
          </ac:cxnSpMkLst>
        </pc:cxnChg>
        <pc:cxnChg chg="del">
          <ac:chgData name="Macher, Andreas (DI FA CTR PLC PPM)" userId="f1dcac62-7bef-43eb-91f0-927336a1714f" providerId="ADAL" clId="{1C5A6487-D517-4F0B-ABAB-3A48CB6B746A}" dt="2022-10-31T12:44:11.238" v="938" actId="478"/>
          <ac:cxnSpMkLst>
            <pc:docMk/>
            <pc:sldMk cId="173002088" sldId="9789"/>
            <ac:cxnSpMk id="231" creationId="{9F542C39-149B-F120-8D3B-BDAA02A47EA4}"/>
          </ac:cxnSpMkLst>
        </pc:cxnChg>
        <pc:cxnChg chg="del">
          <ac:chgData name="Macher, Andreas (DI FA CTR PLC PPM)" userId="f1dcac62-7bef-43eb-91f0-927336a1714f" providerId="ADAL" clId="{1C5A6487-D517-4F0B-ABAB-3A48CB6B746A}" dt="2022-10-31T12:51:07.139" v="998" actId="478"/>
          <ac:cxnSpMkLst>
            <pc:docMk/>
            <pc:sldMk cId="173002088" sldId="9789"/>
            <ac:cxnSpMk id="234" creationId="{084F6785-8C96-FED8-A43E-E236F7D17291}"/>
          </ac:cxnSpMkLst>
        </pc:cxnChg>
        <pc:cxnChg chg="del">
          <ac:chgData name="Macher, Andreas (DI FA CTR PLC PPM)" userId="f1dcac62-7bef-43eb-91f0-927336a1714f" providerId="ADAL" clId="{1C5A6487-D517-4F0B-ABAB-3A48CB6B746A}" dt="2022-10-31T12:54:51.518" v="1062" actId="478"/>
          <ac:cxnSpMkLst>
            <pc:docMk/>
            <pc:sldMk cId="173002088" sldId="9789"/>
            <ac:cxnSpMk id="236" creationId="{D78EEBC0-057A-0D3E-E729-DFCA1EB9B7A6}"/>
          </ac:cxnSpMkLst>
        </pc:cxnChg>
        <pc:cxnChg chg="del">
          <ac:chgData name="Macher, Andreas (DI FA CTR PLC PPM)" userId="f1dcac62-7bef-43eb-91f0-927336a1714f" providerId="ADAL" clId="{1C5A6487-D517-4F0B-ABAB-3A48CB6B746A}" dt="2022-10-31T12:58:52.002" v="1111" actId="478"/>
          <ac:cxnSpMkLst>
            <pc:docMk/>
            <pc:sldMk cId="173002088" sldId="9789"/>
            <ac:cxnSpMk id="239" creationId="{4714E330-DCBE-775B-0D87-F8D7AF682CA1}"/>
          </ac:cxnSpMkLst>
        </pc:cxnChg>
        <pc:cxnChg chg="mod">
          <ac:chgData name="Macher, Andreas (DI FA CTR PLC PPM)" userId="f1dcac62-7bef-43eb-91f0-927336a1714f" providerId="ADAL" clId="{1C5A6487-D517-4F0B-ABAB-3A48CB6B746A}" dt="2022-10-31T12:55:18.936" v="1067" actId="478"/>
          <ac:cxnSpMkLst>
            <pc:docMk/>
            <pc:sldMk cId="173002088" sldId="9789"/>
            <ac:cxnSpMk id="260" creationId="{092BD390-1F0F-7020-8939-764D62D3F412}"/>
          </ac:cxnSpMkLst>
        </pc:cxnChg>
        <pc:cxnChg chg="mod">
          <ac:chgData name="Macher, Andreas (DI FA CTR PLC PPM)" userId="f1dcac62-7bef-43eb-91f0-927336a1714f" providerId="ADAL" clId="{1C5A6487-D517-4F0B-ABAB-3A48CB6B746A}" dt="2022-10-31T12:55:18.936" v="1067" actId="478"/>
          <ac:cxnSpMkLst>
            <pc:docMk/>
            <pc:sldMk cId="173002088" sldId="9789"/>
            <ac:cxnSpMk id="261" creationId="{DCA39A2D-6E7C-ED9F-39AB-CD57E89EC1C3}"/>
          </ac:cxnSpMkLst>
        </pc:cxnChg>
        <pc:cxnChg chg="add mod">
          <ac:chgData name="Macher, Andreas (DI FA CTR PLC PPM)" userId="f1dcac62-7bef-43eb-91f0-927336a1714f" providerId="ADAL" clId="{1C5A6487-D517-4F0B-ABAB-3A48CB6B746A}" dt="2022-10-31T12:56:11.413" v="1090" actId="14100"/>
          <ac:cxnSpMkLst>
            <pc:docMk/>
            <pc:sldMk cId="173002088" sldId="9789"/>
            <ac:cxnSpMk id="263" creationId="{5B7AC8C6-FD6F-C91C-E3F2-352AB3D6AD45}"/>
          </ac:cxnSpMkLst>
        </pc:cxnChg>
        <pc:cxnChg chg="mod">
          <ac:chgData name="Macher, Andreas (DI FA CTR PLC PPM)" userId="f1dcac62-7bef-43eb-91f0-927336a1714f" providerId="ADAL" clId="{1C5A6487-D517-4F0B-ABAB-3A48CB6B746A}" dt="2022-10-31T12:59:00.315" v="1117"/>
          <ac:cxnSpMkLst>
            <pc:docMk/>
            <pc:sldMk cId="173002088" sldId="9789"/>
            <ac:cxnSpMk id="287" creationId="{358A6D34-905A-F413-C98D-F33B062044C4}"/>
          </ac:cxnSpMkLst>
        </pc:cxnChg>
      </pc:sldChg>
      <pc:sldChg chg="modSp add del mod">
        <pc:chgData name="Macher, Andreas (DI FA CTR PLC PPM)" userId="f1dcac62-7bef-43eb-91f0-927336a1714f" providerId="ADAL" clId="{1C5A6487-D517-4F0B-ABAB-3A48CB6B746A}" dt="2022-10-31T12:43:47.195" v="933" actId="47"/>
        <pc:sldMkLst>
          <pc:docMk/>
          <pc:sldMk cId="2010258203" sldId="9789"/>
        </pc:sldMkLst>
        <pc:spChg chg="mod">
          <ac:chgData name="Macher, Andreas (DI FA CTR PLC PPM)" userId="f1dcac62-7bef-43eb-91f0-927336a1714f" providerId="ADAL" clId="{1C5A6487-D517-4F0B-ABAB-3A48CB6B746A}" dt="2022-10-31T12:43:21.375" v="932" actId="6549"/>
          <ac:spMkLst>
            <pc:docMk/>
            <pc:sldMk cId="2010258203" sldId="9789"/>
            <ac:spMk id="4" creationId="{00000000-0000-0000-0000-000000000000}"/>
          </ac:spMkLst>
        </pc:spChg>
      </pc:sldChg>
      <pc:sldChg chg="addSp delSp modSp add mod">
        <pc:chgData name="Macher, Andreas (DI FA CTR PLC PPM)" userId="f1dcac62-7bef-43eb-91f0-927336a1714f" providerId="ADAL" clId="{1C5A6487-D517-4F0B-ABAB-3A48CB6B746A}" dt="2022-10-31T16:02:36.373" v="2573" actId="478"/>
        <pc:sldMkLst>
          <pc:docMk/>
          <pc:sldMk cId="1519133652" sldId="9790"/>
        </pc:sldMkLst>
        <pc:spChg chg="mod">
          <ac:chgData name="Macher, Andreas (DI FA CTR PLC PPM)" userId="f1dcac62-7bef-43eb-91f0-927336a1714f" providerId="ADAL" clId="{1C5A6487-D517-4F0B-ABAB-3A48CB6B746A}" dt="2022-10-31T13:24:44.948" v="1927" actId="20577"/>
          <ac:spMkLst>
            <pc:docMk/>
            <pc:sldMk cId="1519133652" sldId="9790"/>
            <ac:spMk id="4" creationId="{00000000-0000-0000-0000-000000000000}"/>
          </ac:spMkLst>
        </pc:spChg>
        <pc:spChg chg="add mod">
          <ac:chgData name="Macher, Andreas (DI FA CTR PLC PPM)" userId="f1dcac62-7bef-43eb-91f0-927336a1714f" providerId="ADAL" clId="{1C5A6487-D517-4F0B-ABAB-3A48CB6B746A}" dt="2022-10-31T13:26:38.258" v="1940"/>
          <ac:spMkLst>
            <pc:docMk/>
            <pc:sldMk cId="1519133652" sldId="9790"/>
            <ac:spMk id="14" creationId="{06E5DAB6-A8D0-8064-3543-183D6202B73B}"/>
          </ac:spMkLst>
        </pc:spChg>
        <pc:spChg chg="mod">
          <ac:chgData name="Macher, Andreas (DI FA CTR PLC PPM)" userId="f1dcac62-7bef-43eb-91f0-927336a1714f" providerId="ADAL" clId="{1C5A6487-D517-4F0B-ABAB-3A48CB6B746A}" dt="2022-10-31T16:02:21.413" v="2571"/>
          <ac:spMkLst>
            <pc:docMk/>
            <pc:sldMk cId="1519133652" sldId="9790"/>
            <ac:spMk id="27" creationId="{13F44917-4246-C85F-C822-5747416CB695}"/>
          </ac:spMkLst>
        </pc:spChg>
        <pc:spChg chg="mod">
          <ac:chgData name="Macher, Andreas (DI FA CTR PLC PPM)" userId="f1dcac62-7bef-43eb-91f0-927336a1714f" providerId="ADAL" clId="{1C5A6487-D517-4F0B-ABAB-3A48CB6B746A}" dt="2022-10-31T16:02:21.413" v="2571"/>
          <ac:spMkLst>
            <pc:docMk/>
            <pc:sldMk cId="1519133652" sldId="9790"/>
            <ac:spMk id="28" creationId="{5C7272B4-F500-CF00-E1EE-0DBFE8E6DDC0}"/>
          </ac:spMkLst>
        </pc:spChg>
        <pc:spChg chg="mod">
          <ac:chgData name="Macher, Andreas (DI FA CTR PLC PPM)" userId="f1dcac62-7bef-43eb-91f0-927336a1714f" providerId="ADAL" clId="{1C5A6487-D517-4F0B-ABAB-3A48CB6B746A}" dt="2022-10-31T13:30:55.006" v="2162" actId="313"/>
          <ac:spMkLst>
            <pc:docMk/>
            <pc:sldMk cId="1519133652" sldId="9790"/>
            <ac:spMk id="323" creationId="{DA3D4FCA-3E59-C122-DA95-D473C5AF245D}"/>
          </ac:spMkLst>
        </pc:spChg>
        <pc:grpChg chg="add del mod">
          <ac:chgData name="Macher, Andreas (DI FA CTR PLC PPM)" userId="f1dcac62-7bef-43eb-91f0-927336a1714f" providerId="ADAL" clId="{1C5A6487-D517-4F0B-ABAB-3A48CB6B746A}" dt="2022-10-31T16:02:36.373" v="2573" actId="478"/>
          <ac:grpSpMkLst>
            <pc:docMk/>
            <pc:sldMk cId="1519133652" sldId="9790"/>
            <ac:grpSpMk id="26" creationId="{72385FD8-2A6C-4FE1-343F-44E42AC867D4}"/>
          </ac:grpSpMkLst>
        </pc:grpChg>
        <pc:picChg chg="add mod">
          <ac:chgData name="Macher, Andreas (DI FA CTR PLC PPM)" userId="f1dcac62-7bef-43eb-91f0-927336a1714f" providerId="ADAL" clId="{1C5A6487-D517-4F0B-ABAB-3A48CB6B746A}" dt="2022-10-31T13:25:49.501" v="1932" actId="1076"/>
          <ac:picMkLst>
            <pc:docMk/>
            <pc:sldMk cId="1519133652" sldId="9790"/>
            <ac:picMk id="12" creationId="{AE68ABA7-3D59-FE01-69B0-85A4C08A2230}"/>
          </ac:picMkLst>
        </pc:picChg>
        <pc:picChg chg="del">
          <ac:chgData name="Macher, Andreas (DI FA CTR PLC PPM)" userId="f1dcac62-7bef-43eb-91f0-927336a1714f" providerId="ADAL" clId="{1C5A6487-D517-4F0B-ABAB-3A48CB6B746A}" dt="2022-10-31T13:24:56.615" v="1928" actId="478"/>
          <ac:picMkLst>
            <pc:docMk/>
            <pc:sldMk cId="1519133652" sldId="9790"/>
            <ac:picMk id="53" creationId="{6595B605-EBE5-66FE-A0B1-AAA8B95B4290}"/>
          </ac:picMkLst>
        </pc:picChg>
        <pc:picChg chg="del">
          <ac:chgData name="Macher, Andreas (DI FA CTR PLC PPM)" userId="f1dcac62-7bef-43eb-91f0-927336a1714f" providerId="ADAL" clId="{1C5A6487-D517-4F0B-ABAB-3A48CB6B746A}" dt="2022-10-31T13:25:38.013" v="1929" actId="478"/>
          <ac:picMkLst>
            <pc:docMk/>
            <pc:sldMk cId="1519133652" sldId="9790"/>
            <ac:picMk id="55" creationId="{831DC5C0-1B95-2B2B-817A-9E794EB330A8}"/>
          </ac:picMkLst>
        </pc:picChg>
        <pc:picChg chg="del">
          <ac:chgData name="Macher, Andreas (DI FA CTR PLC PPM)" userId="f1dcac62-7bef-43eb-91f0-927336a1714f" providerId="ADAL" clId="{1C5A6487-D517-4F0B-ABAB-3A48CB6B746A}" dt="2022-10-31T13:29:14.119" v="2155" actId="478"/>
          <ac:picMkLst>
            <pc:docMk/>
            <pc:sldMk cId="1519133652" sldId="9790"/>
            <ac:picMk id="57" creationId="{0B2C4884-FED0-E2E2-C77B-A01CC2D37B93}"/>
          </ac:picMkLst>
        </pc:picChg>
        <pc:picChg chg="del">
          <ac:chgData name="Macher, Andreas (DI FA CTR PLC PPM)" userId="f1dcac62-7bef-43eb-91f0-927336a1714f" providerId="ADAL" clId="{1C5A6487-D517-4F0B-ABAB-3A48CB6B746A}" dt="2022-10-31T13:25:41.270" v="1930" actId="478"/>
          <ac:picMkLst>
            <pc:docMk/>
            <pc:sldMk cId="1519133652" sldId="9790"/>
            <ac:picMk id="58" creationId="{40C24F29-118F-0B56-6026-319D9FE8C1EF}"/>
          </ac:picMkLst>
        </pc:picChg>
        <pc:cxnChg chg="add mod">
          <ac:chgData name="Macher, Andreas (DI FA CTR PLC PPM)" userId="f1dcac62-7bef-43eb-91f0-927336a1714f" providerId="ADAL" clId="{1C5A6487-D517-4F0B-ABAB-3A48CB6B746A}" dt="2022-10-31T13:26:01.277" v="1934" actId="1076"/>
          <ac:cxnSpMkLst>
            <pc:docMk/>
            <pc:sldMk cId="1519133652" sldId="9790"/>
            <ac:cxnSpMk id="13" creationId="{81AD76CA-1BFC-3C41-DB20-A13C69BE3EA1}"/>
          </ac:cxnSpMkLst>
        </pc:cxnChg>
        <pc:cxnChg chg="add mod">
          <ac:chgData name="Macher, Andreas (DI FA CTR PLC PPM)" userId="f1dcac62-7bef-43eb-91f0-927336a1714f" providerId="ADAL" clId="{1C5A6487-D517-4F0B-ABAB-3A48CB6B746A}" dt="2022-10-31T13:30:14.932" v="2161" actId="1076"/>
          <ac:cxnSpMkLst>
            <pc:docMk/>
            <pc:sldMk cId="1519133652" sldId="9790"/>
            <ac:cxnSpMk id="17" creationId="{9BEC6829-016D-B59A-190D-6E259404F883}"/>
          </ac:cxnSpMkLst>
        </pc:cxnChg>
      </pc:sldChg>
      <pc:sldChg chg="addSp delSp modSp add mod">
        <pc:chgData name="Macher, Andreas (DI FA CTR PLC PPM)" userId="f1dcac62-7bef-43eb-91f0-927336a1714f" providerId="ADAL" clId="{1C5A6487-D517-4F0B-ABAB-3A48CB6B746A}" dt="2022-10-31T16:14:39.058" v="3088" actId="1076"/>
        <pc:sldMkLst>
          <pc:docMk/>
          <pc:sldMk cId="681887152" sldId="9791"/>
        </pc:sldMkLst>
        <pc:spChg chg="add del mod ord">
          <ac:chgData name="Macher, Andreas (DI FA CTR PLC PPM)" userId="f1dcac62-7bef-43eb-91f0-927336a1714f" providerId="ADAL" clId="{1C5A6487-D517-4F0B-ABAB-3A48CB6B746A}" dt="2022-10-31T16:13:19.356" v="2936" actId="478"/>
          <ac:spMkLst>
            <pc:docMk/>
            <pc:sldMk cId="681887152" sldId="9791"/>
            <ac:spMk id="3" creationId="{FF61D701-B363-A7DA-55E0-3A9F150E9EA6}"/>
          </ac:spMkLst>
        </pc:spChg>
        <pc:spChg chg="add mod">
          <ac:chgData name="Macher, Andreas (DI FA CTR PLC PPM)" userId="f1dcac62-7bef-43eb-91f0-927336a1714f" providerId="ADAL" clId="{1C5A6487-D517-4F0B-ABAB-3A48CB6B746A}" dt="2022-10-31T16:14:39.058" v="3088" actId="1076"/>
          <ac:spMkLst>
            <pc:docMk/>
            <pc:sldMk cId="681887152" sldId="9791"/>
            <ac:spMk id="4" creationId="{F5688ACB-185D-13F9-7BD6-734208E43599}"/>
          </ac:spMkLst>
        </pc:spChg>
        <pc:spChg chg="mod">
          <ac:chgData name="Macher, Andreas (DI FA CTR PLC PPM)" userId="f1dcac62-7bef-43eb-91f0-927336a1714f" providerId="ADAL" clId="{1C5A6487-D517-4F0B-ABAB-3A48CB6B746A}" dt="2022-10-31T16:09:08.064" v="2677" actId="20577"/>
          <ac:spMkLst>
            <pc:docMk/>
            <pc:sldMk cId="681887152" sldId="9791"/>
            <ac:spMk id="5" creationId="{00000000-0000-0000-0000-000000000000}"/>
          </ac:spMkLst>
        </pc:spChg>
        <pc:spChg chg="mod">
          <ac:chgData name="Macher, Andreas (DI FA CTR PLC PPM)" userId="f1dcac62-7bef-43eb-91f0-927336a1714f" providerId="ADAL" clId="{1C5A6487-D517-4F0B-ABAB-3A48CB6B746A}" dt="2022-10-31T16:14:25.935" v="3071" actId="20577"/>
          <ac:spMkLst>
            <pc:docMk/>
            <pc:sldMk cId="681887152" sldId="9791"/>
            <ac:spMk id="22" creationId="{6C67A62B-CF95-4DD2-A8EC-8B8C88EF4BC0}"/>
          </ac:spMkLst>
        </pc:spChg>
        <pc:spChg chg="mod">
          <ac:chgData name="Macher, Andreas (DI FA CTR PLC PPM)" userId="f1dcac62-7bef-43eb-91f0-927336a1714f" providerId="ADAL" clId="{1C5A6487-D517-4F0B-ABAB-3A48CB6B746A}" dt="2022-10-31T16:10:04.879" v="2714" actId="108"/>
          <ac:spMkLst>
            <pc:docMk/>
            <pc:sldMk cId="681887152" sldId="9791"/>
            <ac:spMk id="30" creationId="{28AA1B97-7995-4815-80DC-5B2B856D06A4}"/>
          </ac:spMkLst>
        </pc:spChg>
        <pc:spChg chg="del">
          <ac:chgData name="Macher, Andreas (DI FA CTR PLC PPM)" userId="f1dcac62-7bef-43eb-91f0-927336a1714f" providerId="ADAL" clId="{1C5A6487-D517-4F0B-ABAB-3A48CB6B746A}" dt="2022-10-31T16:10:09.922" v="2716" actId="478"/>
          <ac:spMkLst>
            <pc:docMk/>
            <pc:sldMk cId="681887152" sldId="9791"/>
            <ac:spMk id="31" creationId="{E72F8F84-F5BC-4498-B58C-3ACF3CAF64B0}"/>
          </ac:spMkLst>
        </pc:spChg>
        <pc:spChg chg="del mod">
          <ac:chgData name="Macher, Andreas (DI FA CTR PLC PPM)" userId="f1dcac62-7bef-43eb-91f0-927336a1714f" providerId="ADAL" clId="{1C5A6487-D517-4F0B-ABAB-3A48CB6B746A}" dt="2022-10-31T16:13:19.356" v="2936" actId="478"/>
          <ac:spMkLst>
            <pc:docMk/>
            <pc:sldMk cId="681887152" sldId="9791"/>
            <ac:spMk id="38" creationId="{4843512F-3DE0-45D8-A2F2-A53FFDBE4DF2}"/>
          </ac:spMkLst>
        </pc:spChg>
        <pc:spChg chg="del mod">
          <ac:chgData name="Macher, Andreas (DI FA CTR PLC PPM)" userId="f1dcac62-7bef-43eb-91f0-927336a1714f" providerId="ADAL" clId="{1C5A6487-D517-4F0B-ABAB-3A48CB6B746A}" dt="2022-10-31T16:13:19.356" v="2936" actId="478"/>
          <ac:spMkLst>
            <pc:docMk/>
            <pc:sldMk cId="681887152" sldId="9791"/>
            <ac:spMk id="39" creationId="{FC8C5C96-CDAD-4328-9B0E-E9F543B38C21}"/>
          </ac:spMkLst>
        </pc:spChg>
        <pc:spChg chg="del mod">
          <ac:chgData name="Macher, Andreas (DI FA CTR PLC PPM)" userId="f1dcac62-7bef-43eb-91f0-927336a1714f" providerId="ADAL" clId="{1C5A6487-D517-4F0B-ABAB-3A48CB6B746A}" dt="2022-10-31T16:13:19.356" v="2936" actId="478"/>
          <ac:spMkLst>
            <pc:docMk/>
            <pc:sldMk cId="681887152" sldId="9791"/>
            <ac:spMk id="40" creationId="{53C78D0A-504A-4817-9DBE-BE601308731B}"/>
          </ac:spMkLst>
        </pc:spChg>
        <pc:spChg chg="del">
          <ac:chgData name="Macher, Andreas (DI FA CTR PLC PPM)" userId="f1dcac62-7bef-43eb-91f0-927336a1714f" providerId="ADAL" clId="{1C5A6487-D517-4F0B-ABAB-3A48CB6B746A}" dt="2022-10-31T16:10:08.055" v="2715" actId="478"/>
          <ac:spMkLst>
            <pc:docMk/>
            <pc:sldMk cId="681887152" sldId="9791"/>
            <ac:spMk id="41" creationId="{E9F58810-12D7-4359-B709-DD55B893F8A6}"/>
          </ac:spMkLst>
        </pc:spChg>
        <pc:spChg chg="del mod">
          <ac:chgData name="Macher, Andreas (DI FA CTR PLC PPM)" userId="f1dcac62-7bef-43eb-91f0-927336a1714f" providerId="ADAL" clId="{1C5A6487-D517-4F0B-ABAB-3A48CB6B746A}" dt="2022-10-31T16:09:55.698" v="2713" actId="478"/>
          <ac:spMkLst>
            <pc:docMk/>
            <pc:sldMk cId="681887152" sldId="9791"/>
            <ac:spMk id="47" creationId="{4EBC119D-7BA4-4FEE-8845-083D7C6FA9F9}"/>
          </ac:spMkLst>
        </pc:spChg>
        <pc:spChg chg="del">
          <ac:chgData name="Macher, Andreas (DI FA CTR PLC PPM)" userId="f1dcac62-7bef-43eb-91f0-927336a1714f" providerId="ADAL" clId="{1C5A6487-D517-4F0B-ABAB-3A48CB6B746A}" dt="2022-10-31T16:13:19.356" v="2936" actId="478"/>
          <ac:spMkLst>
            <pc:docMk/>
            <pc:sldMk cId="681887152" sldId="9791"/>
            <ac:spMk id="48" creationId="{D7C94A52-47F8-4470-84D7-9AEA4792F5D5}"/>
          </ac:spMkLst>
        </pc:spChg>
        <pc:spChg chg="del">
          <ac:chgData name="Macher, Andreas (DI FA CTR PLC PPM)" userId="f1dcac62-7bef-43eb-91f0-927336a1714f" providerId="ADAL" clId="{1C5A6487-D517-4F0B-ABAB-3A48CB6B746A}" dt="2022-10-31T16:13:19.356" v="2936" actId="478"/>
          <ac:spMkLst>
            <pc:docMk/>
            <pc:sldMk cId="681887152" sldId="9791"/>
            <ac:spMk id="49" creationId="{49322C83-17FE-437B-B643-C355D8F1D749}"/>
          </ac:spMkLst>
        </pc:spChg>
        <pc:spChg chg="del">
          <ac:chgData name="Macher, Andreas (DI FA CTR PLC PPM)" userId="f1dcac62-7bef-43eb-91f0-927336a1714f" providerId="ADAL" clId="{1C5A6487-D517-4F0B-ABAB-3A48CB6B746A}" dt="2022-10-31T16:13:19.356" v="2936" actId="478"/>
          <ac:spMkLst>
            <pc:docMk/>
            <pc:sldMk cId="681887152" sldId="9791"/>
            <ac:spMk id="50" creationId="{2EFDD0C1-A663-4BFF-8BE4-861FE780D52E}"/>
          </ac:spMkLst>
        </pc:spChg>
        <pc:grpChg chg="del">
          <ac:chgData name="Macher, Andreas (DI FA CTR PLC PPM)" userId="f1dcac62-7bef-43eb-91f0-927336a1714f" providerId="ADAL" clId="{1C5A6487-D517-4F0B-ABAB-3A48CB6B746A}" dt="2022-10-31T16:13:19.356" v="2936" actId="478"/>
          <ac:grpSpMkLst>
            <pc:docMk/>
            <pc:sldMk cId="681887152" sldId="9791"/>
            <ac:grpSpMk id="24" creationId="{22808D66-B8F2-4EE1-9A6C-E94742A2AAF3}"/>
          </ac:grpSpMkLst>
        </pc:grpChg>
        <pc:grpChg chg="del">
          <ac:chgData name="Macher, Andreas (DI FA CTR PLC PPM)" userId="f1dcac62-7bef-43eb-91f0-927336a1714f" providerId="ADAL" clId="{1C5A6487-D517-4F0B-ABAB-3A48CB6B746A}" dt="2022-10-31T16:13:19.356" v="2936" actId="478"/>
          <ac:grpSpMkLst>
            <pc:docMk/>
            <pc:sldMk cId="681887152" sldId="9791"/>
            <ac:grpSpMk id="42" creationId="{61E78D71-1600-4F63-A7C1-9DF8A6B7C82B}"/>
          </ac:grpSpMkLst>
        </pc:grpChg>
        <pc:cxnChg chg="del">
          <ac:chgData name="Macher, Andreas (DI FA CTR PLC PPM)" userId="f1dcac62-7bef-43eb-91f0-927336a1714f" providerId="ADAL" clId="{1C5A6487-D517-4F0B-ABAB-3A48CB6B746A}" dt="2022-10-31T16:13:19.356" v="2936" actId="478"/>
          <ac:cxnSpMkLst>
            <pc:docMk/>
            <pc:sldMk cId="681887152" sldId="9791"/>
            <ac:cxnSpMk id="45" creationId="{780DF7CD-81AC-4880-A06E-59242F715F87}"/>
          </ac:cxnSpMkLst>
        </pc:cxnChg>
        <pc:cxnChg chg="del">
          <ac:chgData name="Macher, Andreas (DI FA CTR PLC PPM)" userId="f1dcac62-7bef-43eb-91f0-927336a1714f" providerId="ADAL" clId="{1C5A6487-D517-4F0B-ABAB-3A48CB6B746A}" dt="2022-10-31T16:13:19.356" v="2936" actId="478"/>
          <ac:cxnSpMkLst>
            <pc:docMk/>
            <pc:sldMk cId="681887152" sldId="9791"/>
            <ac:cxnSpMk id="46" creationId="{C0798C0F-00D5-477B-B8DF-51FC30F14506}"/>
          </ac:cxnSpMkLst>
        </pc:cxnChg>
      </pc:sldChg>
    </pc:docChg>
  </pc:docChgLst>
  <pc:docChgLst>
    <pc:chgData name="Macher, Andreas (DI FA CTR PLC PPM)" userId="f1dcac62-7bef-43eb-91f0-927336a1714f" providerId="ADAL" clId="{9AF384AA-8007-4761-BF7B-E98ABE2F239A}"/>
    <pc:docChg chg="modSld">
      <pc:chgData name="Macher, Andreas (DI FA CTR PLC PPM)" userId="f1dcac62-7bef-43eb-91f0-927336a1714f" providerId="ADAL" clId="{9AF384AA-8007-4761-BF7B-E98ABE2F239A}" dt="2022-04-11T12:18:47.804" v="7" actId="1076"/>
      <pc:docMkLst>
        <pc:docMk/>
      </pc:docMkLst>
      <pc:sldChg chg="addSp modSp mod">
        <pc:chgData name="Macher, Andreas (DI FA CTR PLC PPM)" userId="f1dcac62-7bef-43eb-91f0-927336a1714f" providerId="ADAL" clId="{9AF384AA-8007-4761-BF7B-E98ABE2F239A}" dt="2022-04-11T12:18:47.804" v="7" actId="1076"/>
        <pc:sldMkLst>
          <pc:docMk/>
          <pc:sldMk cId="3438213007" sldId="9120"/>
        </pc:sldMkLst>
        <pc:picChg chg="add mod">
          <ac:chgData name="Macher, Andreas (DI FA CTR PLC PPM)" userId="f1dcac62-7bef-43eb-91f0-927336a1714f" providerId="ADAL" clId="{9AF384AA-8007-4761-BF7B-E98ABE2F239A}" dt="2022-04-11T12:18:47.804" v="7" actId="1076"/>
          <ac:picMkLst>
            <pc:docMk/>
            <pc:sldMk cId="3438213007" sldId="9120"/>
            <ac:picMk id="19" creationId="{ACAF956B-2F42-4657-8D5A-8CF3AB9BA88B}"/>
          </ac:picMkLst>
        </pc:picChg>
      </pc:sldChg>
      <pc:sldChg chg="modSp mod">
        <pc:chgData name="Macher, Andreas (DI FA CTR PLC PPM)" userId="f1dcac62-7bef-43eb-91f0-927336a1714f" providerId="ADAL" clId="{9AF384AA-8007-4761-BF7B-E98ABE2F239A}" dt="2022-04-11T12:17:55.582" v="4" actId="207"/>
        <pc:sldMkLst>
          <pc:docMk/>
          <pc:sldMk cId="3634715590" sldId="9124"/>
        </pc:sldMkLst>
        <pc:spChg chg="mod">
          <ac:chgData name="Macher, Andreas (DI FA CTR PLC PPM)" userId="f1dcac62-7bef-43eb-91f0-927336a1714f" providerId="ADAL" clId="{9AF384AA-8007-4761-BF7B-E98ABE2F239A}" dt="2022-04-11T12:17:24.313" v="2" actId="207"/>
          <ac:spMkLst>
            <pc:docMk/>
            <pc:sldMk cId="3634715590" sldId="9124"/>
            <ac:spMk id="3" creationId="{F3747195-329E-4766-8327-86A86661611E}"/>
          </ac:spMkLst>
        </pc:spChg>
        <pc:spChg chg="mod">
          <ac:chgData name="Macher, Andreas (DI FA CTR PLC PPM)" userId="f1dcac62-7bef-43eb-91f0-927336a1714f" providerId="ADAL" clId="{9AF384AA-8007-4761-BF7B-E98ABE2F239A}" dt="2022-04-11T12:17:55.582" v="4" actId="207"/>
          <ac:spMkLst>
            <pc:docMk/>
            <pc:sldMk cId="3634715590" sldId="9124"/>
            <ac:spMk id="25" creationId="{78FEFE82-367B-4560-B8BF-A78AAFC05775}"/>
          </ac:spMkLst>
        </pc:spChg>
        <pc:spChg chg="mod">
          <ac:chgData name="Macher, Andreas (DI FA CTR PLC PPM)" userId="f1dcac62-7bef-43eb-91f0-927336a1714f" providerId="ADAL" clId="{9AF384AA-8007-4761-BF7B-E98ABE2F239A}" dt="2022-04-11T12:17:55.582" v="4" actId="207"/>
          <ac:spMkLst>
            <pc:docMk/>
            <pc:sldMk cId="3634715590" sldId="9124"/>
            <ac:spMk id="28" creationId="{0B1DFB12-E7BD-4097-A265-54C26178A822}"/>
          </ac:spMkLst>
        </pc:spChg>
        <pc:spChg chg="mod">
          <ac:chgData name="Macher, Andreas (DI FA CTR PLC PPM)" userId="f1dcac62-7bef-43eb-91f0-927336a1714f" providerId="ADAL" clId="{9AF384AA-8007-4761-BF7B-E98ABE2F239A}" dt="2022-04-11T12:17:55.582" v="4" actId="207"/>
          <ac:spMkLst>
            <pc:docMk/>
            <pc:sldMk cId="3634715590" sldId="9124"/>
            <ac:spMk id="29" creationId="{8C778B68-10ED-4AFD-A9F8-F66F4D041813}"/>
          </ac:spMkLst>
        </pc:spChg>
        <pc:spChg chg="mod">
          <ac:chgData name="Macher, Andreas (DI FA CTR PLC PPM)" userId="f1dcac62-7bef-43eb-91f0-927336a1714f" providerId="ADAL" clId="{9AF384AA-8007-4761-BF7B-E98ABE2F239A}" dt="2022-04-11T12:17:41.971" v="3" actId="207"/>
          <ac:spMkLst>
            <pc:docMk/>
            <pc:sldMk cId="3634715590" sldId="9124"/>
            <ac:spMk id="36" creationId="{7A19D7DF-68AB-4371-84A0-4852D5A8C127}"/>
          </ac:spMkLst>
        </pc:spChg>
        <pc:spChg chg="mod">
          <ac:chgData name="Macher, Andreas (DI FA CTR PLC PPM)" userId="f1dcac62-7bef-43eb-91f0-927336a1714f" providerId="ADAL" clId="{9AF384AA-8007-4761-BF7B-E98ABE2F239A}" dt="2022-04-11T12:17:55.582" v="4" actId="207"/>
          <ac:spMkLst>
            <pc:docMk/>
            <pc:sldMk cId="3634715590" sldId="9124"/>
            <ac:spMk id="66" creationId="{81A91DA1-3BD8-4C55-8CD6-918EF71E5176}"/>
          </ac:spMkLst>
        </pc:spChg>
        <pc:spChg chg="mod">
          <ac:chgData name="Macher, Andreas (DI FA CTR PLC PPM)" userId="f1dcac62-7bef-43eb-91f0-927336a1714f" providerId="ADAL" clId="{9AF384AA-8007-4761-BF7B-E98ABE2F239A}" dt="2022-04-11T12:17:55.582" v="4" actId="207"/>
          <ac:spMkLst>
            <pc:docMk/>
            <pc:sldMk cId="3634715590" sldId="9124"/>
            <ac:spMk id="67" creationId="{42024AE8-0DBC-4CDB-BB87-61EDDC50FF6F}"/>
          </ac:spMkLst>
        </pc:spChg>
      </pc:sldChg>
      <pc:sldChg chg="modSp mod">
        <pc:chgData name="Macher, Andreas (DI FA CTR PLC PPM)" userId="f1dcac62-7bef-43eb-91f0-927336a1714f" providerId="ADAL" clId="{9AF384AA-8007-4761-BF7B-E98ABE2F239A}" dt="2022-04-11T12:18:20.878" v="5" actId="207"/>
        <pc:sldMkLst>
          <pc:docMk/>
          <pc:sldMk cId="3453994472" sldId="9126"/>
        </pc:sldMkLst>
        <pc:spChg chg="mod">
          <ac:chgData name="Macher, Andreas (DI FA CTR PLC PPM)" userId="f1dcac62-7bef-43eb-91f0-927336a1714f" providerId="ADAL" clId="{9AF384AA-8007-4761-BF7B-E98ABE2F239A}" dt="2022-04-11T12:18:20.878" v="5" actId="207"/>
          <ac:spMkLst>
            <pc:docMk/>
            <pc:sldMk cId="3453994472" sldId="9126"/>
            <ac:spMk id="36" creationId="{7A19D7DF-68AB-4371-84A0-4852D5A8C127}"/>
          </ac:spMkLst>
        </pc:spChg>
        <pc:spChg chg="mod">
          <ac:chgData name="Macher, Andreas (DI FA CTR PLC PPM)" userId="f1dcac62-7bef-43eb-91f0-927336a1714f" providerId="ADAL" clId="{9AF384AA-8007-4761-BF7B-E98ABE2F239A}" dt="2022-04-11T12:18:20.878" v="5" actId="207"/>
          <ac:spMkLst>
            <pc:docMk/>
            <pc:sldMk cId="3453994472" sldId="9126"/>
            <ac:spMk id="43" creationId="{432F7FDD-3A9F-4230-8426-C0AF5E1F67F3}"/>
          </ac:spMkLst>
        </pc:spChg>
        <pc:spChg chg="mod">
          <ac:chgData name="Macher, Andreas (DI FA CTR PLC PPM)" userId="f1dcac62-7bef-43eb-91f0-927336a1714f" providerId="ADAL" clId="{9AF384AA-8007-4761-BF7B-E98ABE2F239A}" dt="2022-04-11T12:18:20.878" v="5" actId="207"/>
          <ac:spMkLst>
            <pc:docMk/>
            <pc:sldMk cId="3453994472" sldId="9126"/>
            <ac:spMk id="85" creationId="{D6FF047E-A4EF-48B1-B0EE-3C7F10A7BB07}"/>
          </ac:spMkLst>
        </pc:spChg>
        <pc:spChg chg="mod">
          <ac:chgData name="Macher, Andreas (DI FA CTR PLC PPM)" userId="f1dcac62-7bef-43eb-91f0-927336a1714f" providerId="ADAL" clId="{9AF384AA-8007-4761-BF7B-E98ABE2F239A}" dt="2022-04-11T12:18:20.878" v="5" actId="207"/>
          <ac:spMkLst>
            <pc:docMk/>
            <pc:sldMk cId="3453994472" sldId="9126"/>
            <ac:spMk id="87" creationId="{B5A9F57A-DFEF-413E-B168-86DDEB6F055D}"/>
          </ac:spMkLst>
        </pc:spChg>
      </pc:sldChg>
    </pc:docChg>
  </pc:docChgLst>
  <pc:docChgLst>
    <pc:chgData name="Macher, Andreas (DI FA CTR PLC PPM)" userId="f1dcac62-7bef-43eb-91f0-927336a1714f" providerId="ADAL" clId="{6462D998-D804-4DBF-BCB7-78D168429F69}"/>
    <pc:docChg chg="undo custSel addSld modSld">
      <pc:chgData name="Macher, Andreas (DI FA CTR PLC PPM)" userId="f1dcac62-7bef-43eb-91f0-927336a1714f" providerId="ADAL" clId="{6462D998-D804-4DBF-BCB7-78D168429F69}" dt="2022-07-07T11:31:40.705" v="1049"/>
      <pc:docMkLst>
        <pc:docMk/>
      </pc:docMkLst>
      <pc:sldChg chg="modSp mod">
        <pc:chgData name="Macher, Andreas (DI FA CTR PLC PPM)" userId="f1dcac62-7bef-43eb-91f0-927336a1714f" providerId="ADAL" clId="{6462D998-D804-4DBF-BCB7-78D168429F69}" dt="2022-07-07T11:04:32.801" v="3" actId="20577"/>
        <pc:sldMkLst>
          <pc:docMk/>
          <pc:sldMk cId="3826715043" sldId="350"/>
        </pc:sldMkLst>
        <pc:spChg chg="mod">
          <ac:chgData name="Macher, Andreas (DI FA CTR PLC PPM)" userId="f1dcac62-7bef-43eb-91f0-927336a1714f" providerId="ADAL" clId="{6462D998-D804-4DBF-BCB7-78D168429F69}" dt="2022-07-07T11:04:32.801" v="3" actId="20577"/>
          <ac:spMkLst>
            <pc:docMk/>
            <pc:sldMk cId="3826715043" sldId="350"/>
            <ac:spMk id="3" creationId="{38D101C9-5442-4E35-9BFD-3591529F0F77}"/>
          </ac:spMkLst>
        </pc:spChg>
      </pc:sldChg>
      <pc:sldChg chg="delSp modSp mod">
        <pc:chgData name="Macher, Andreas (DI FA CTR PLC PPM)" userId="f1dcac62-7bef-43eb-91f0-927336a1714f" providerId="ADAL" clId="{6462D998-D804-4DBF-BCB7-78D168429F69}" dt="2022-07-07T11:11:06.999" v="27" actId="14100"/>
        <pc:sldMkLst>
          <pc:docMk/>
          <pc:sldMk cId="801858518" sldId="9069"/>
        </pc:sldMkLst>
        <pc:spChg chg="mod">
          <ac:chgData name="Macher, Andreas (DI FA CTR PLC PPM)" userId="f1dcac62-7bef-43eb-91f0-927336a1714f" providerId="ADAL" clId="{6462D998-D804-4DBF-BCB7-78D168429F69}" dt="2022-07-07T11:09:23.010" v="6" actId="6549"/>
          <ac:spMkLst>
            <pc:docMk/>
            <pc:sldMk cId="801858518" sldId="9069"/>
            <ac:spMk id="2" creationId="{00000000-0000-0000-0000-000000000000}"/>
          </ac:spMkLst>
        </pc:spChg>
        <pc:spChg chg="mod">
          <ac:chgData name="Macher, Andreas (DI FA CTR PLC PPM)" userId="f1dcac62-7bef-43eb-91f0-927336a1714f" providerId="ADAL" clId="{6462D998-D804-4DBF-BCB7-78D168429F69}" dt="2022-07-07T11:11:06.999" v="27" actId="14100"/>
          <ac:spMkLst>
            <pc:docMk/>
            <pc:sldMk cId="801858518" sldId="9069"/>
            <ac:spMk id="12" creationId="{DF377D44-11A2-4450-AD43-AB842C67C392}"/>
          </ac:spMkLst>
        </pc:spChg>
        <pc:spChg chg="mod">
          <ac:chgData name="Macher, Andreas (DI FA CTR PLC PPM)" userId="f1dcac62-7bef-43eb-91f0-927336a1714f" providerId="ADAL" clId="{6462D998-D804-4DBF-BCB7-78D168429F69}" dt="2022-07-07T11:10:46.674" v="24" actId="403"/>
          <ac:spMkLst>
            <pc:docMk/>
            <pc:sldMk cId="801858518" sldId="9069"/>
            <ac:spMk id="23" creationId="{AC65D4B8-B8E2-4E03-BCFD-965AC16EB98E}"/>
          </ac:spMkLst>
        </pc:spChg>
        <pc:spChg chg="del">
          <ac:chgData name="Macher, Andreas (DI FA CTR PLC PPM)" userId="f1dcac62-7bef-43eb-91f0-927336a1714f" providerId="ADAL" clId="{6462D998-D804-4DBF-BCB7-78D168429F69}" dt="2022-07-07T11:09:51.035" v="8" actId="478"/>
          <ac:spMkLst>
            <pc:docMk/>
            <pc:sldMk cId="801858518" sldId="9069"/>
            <ac:spMk id="24" creationId="{4391C8F4-4C69-4AA8-8607-DC4045211468}"/>
          </ac:spMkLst>
        </pc:spChg>
        <pc:spChg chg="del">
          <ac:chgData name="Macher, Andreas (DI FA CTR PLC PPM)" userId="f1dcac62-7bef-43eb-91f0-927336a1714f" providerId="ADAL" clId="{6462D998-D804-4DBF-BCB7-78D168429F69}" dt="2022-07-07T11:10:53.169" v="25" actId="478"/>
          <ac:spMkLst>
            <pc:docMk/>
            <pc:sldMk cId="801858518" sldId="9069"/>
            <ac:spMk id="33" creationId="{50255018-8CB7-4824-BA4D-FEFB0A6AFB66}"/>
          </ac:spMkLst>
        </pc:spChg>
        <pc:spChg chg="del">
          <ac:chgData name="Macher, Andreas (DI FA CTR PLC PPM)" userId="f1dcac62-7bef-43eb-91f0-927336a1714f" providerId="ADAL" clId="{6462D998-D804-4DBF-BCB7-78D168429F69}" dt="2022-07-07T11:09:44.342" v="7" actId="478"/>
          <ac:spMkLst>
            <pc:docMk/>
            <pc:sldMk cId="801858518" sldId="9069"/>
            <ac:spMk id="54" creationId="{00000000-0000-0000-0000-000000000000}"/>
          </ac:spMkLst>
        </pc:spChg>
        <pc:spChg chg="del">
          <ac:chgData name="Macher, Andreas (DI FA CTR PLC PPM)" userId="f1dcac62-7bef-43eb-91f0-927336a1714f" providerId="ADAL" clId="{6462D998-D804-4DBF-BCB7-78D168429F69}" dt="2022-07-07T11:09:44.342" v="7" actId="478"/>
          <ac:spMkLst>
            <pc:docMk/>
            <pc:sldMk cId="801858518" sldId="9069"/>
            <ac:spMk id="55" creationId="{00000000-0000-0000-0000-000000000000}"/>
          </ac:spMkLst>
        </pc:spChg>
        <pc:spChg chg="del">
          <ac:chgData name="Macher, Andreas (DI FA CTR PLC PPM)" userId="f1dcac62-7bef-43eb-91f0-927336a1714f" providerId="ADAL" clId="{6462D998-D804-4DBF-BCB7-78D168429F69}" dt="2022-07-07T11:09:44.342" v="7" actId="478"/>
          <ac:spMkLst>
            <pc:docMk/>
            <pc:sldMk cId="801858518" sldId="9069"/>
            <ac:spMk id="56" creationId="{00000000-0000-0000-0000-000000000000}"/>
          </ac:spMkLst>
        </pc:spChg>
        <pc:spChg chg="del">
          <ac:chgData name="Macher, Andreas (DI FA CTR PLC PPM)" userId="f1dcac62-7bef-43eb-91f0-927336a1714f" providerId="ADAL" clId="{6462D998-D804-4DBF-BCB7-78D168429F69}" dt="2022-07-07T11:09:44.342" v="7" actId="478"/>
          <ac:spMkLst>
            <pc:docMk/>
            <pc:sldMk cId="801858518" sldId="9069"/>
            <ac:spMk id="62" creationId="{00000000-0000-0000-0000-000000000000}"/>
          </ac:spMkLst>
        </pc:spChg>
        <pc:spChg chg="del">
          <ac:chgData name="Macher, Andreas (DI FA CTR PLC PPM)" userId="f1dcac62-7bef-43eb-91f0-927336a1714f" providerId="ADAL" clId="{6462D998-D804-4DBF-BCB7-78D168429F69}" dt="2022-07-07T11:09:44.342" v="7" actId="478"/>
          <ac:spMkLst>
            <pc:docMk/>
            <pc:sldMk cId="801858518" sldId="9069"/>
            <ac:spMk id="63" creationId="{00000000-0000-0000-0000-000000000000}"/>
          </ac:spMkLst>
        </pc:spChg>
        <pc:spChg chg="del">
          <ac:chgData name="Macher, Andreas (DI FA CTR PLC PPM)" userId="f1dcac62-7bef-43eb-91f0-927336a1714f" providerId="ADAL" clId="{6462D998-D804-4DBF-BCB7-78D168429F69}" dt="2022-07-07T11:09:44.342" v="7" actId="478"/>
          <ac:spMkLst>
            <pc:docMk/>
            <pc:sldMk cId="801858518" sldId="9069"/>
            <ac:spMk id="66" creationId="{00000000-0000-0000-0000-000000000000}"/>
          </ac:spMkLst>
        </pc:spChg>
        <pc:spChg chg="del">
          <ac:chgData name="Macher, Andreas (DI FA CTR PLC PPM)" userId="f1dcac62-7bef-43eb-91f0-927336a1714f" providerId="ADAL" clId="{6462D998-D804-4DBF-BCB7-78D168429F69}" dt="2022-07-07T11:09:44.342" v="7" actId="478"/>
          <ac:spMkLst>
            <pc:docMk/>
            <pc:sldMk cId="801858518" sldId="9069"/>
            <ac:spMk id="79" creationId="{874A421D-E9B8-4F72-AB3A-71FEB4702665}"/>
          </ac:spMkLst>
        </pc:spChg>
        <pc:spChg chg="del">
          <ac:chgData name="Macher, Andreas (DI FA CTR PLC PPM)" userId="f1dcac62-7bef-43eb-91f0-927336a1714f" providerId="ADAL" clId="{6462D998-D804-4DBF-BCB7-78D168429F69}" dt="2022-07-07T11:09:44.342" v="7" actId="478"/>
          <ac:spMkLst>
            <pc:docMk/>
            <pc:sldMk cId="801858518" sldId="9069"/>
            <ac:spMk id="80" creationId="{9768DBB1-827C-49EB-808D-C4455E1A34B5}"/>
          </ac:spMkLst>
        </pc:spChg>
        <pc:spChg chg="del">
          <ac:chgData name="Macher, Andreas (DI FA CTR PLC PPM)" userId="f1dcac62-7bef-43eb-91f0-927336a1714f" providerId="ADAL" clId="{6462D998-D804-4DBF-BCB7-78D168429F69}" dt="2022-07-07T11:09:44.342" v="7" actId="478"/>
          <ac:spMkLst>
            <pc:docMk/>
            <pc:sldMk cId="801858518" sldId="9069"/>
            <ac:spMk id="92" creationId="{2541A486-7956-4ED9-91E8-B081AA95F159}"/>
          </ac:spMkLst>
        </pc:spChg>
        <pc:spChg chg="del">
          <ac:chgData name="Macher, Andreas (DI FA CTR PLC PPM)" userId="f1dcac62-7bef-43eb-91f0-927336a1714f" providerId="ADAL" clId="{6462D998-D804-4DBF-BCB7-78D168429F69}" dt="2022-07-07T11:09:44.342" v="7" actId="478"/>
          <ac:spMkLst>
            <pc:docMk/>
            <pc:sldMk cId="801858518" sldId="9069"/>
            <ac:spMk id="99" creationId="{68B8CD0C-E6D4-424F-9EB0-28C84B433E1E}"/>
          </ac:spMkLst>
        </pc:spChg>
        <pc:spChg chg="del">
          <ac:chgData name="Macher, Andreas (DI FA CTR PLC PPM)" userId="f1dcac62-7bef-43eb-91f0-927336a1714f" providerId="ADAL" clId="{6462D998-D804-4DBF-BCB7-78D168429F69}" dt="2022-07-07T11:09:44.342" v="7" actId="478"/>
          <ac:spMkLst>
            <pc:docMk/>
            <pc:sldMk cId="801858518" sldId="9069"/>
            <ac:spMk id="100" creationId="{D362E664-A09D-4C33-A4CB-CD79BBCD5769}"/>
          </ac:spMkLst>
        </pc:spChg>
        <pc:spChg chg="del">
          <ac:chgData name="Macher, Andreas (DI FA CTR PLC PPM)" userId="f1dcac62-7bef-43eb-91f0-927336a1714f" providerId="ADAL" clId="{6462D998-D804-4DBF-BCB7-78D168429F69}" dt="2022-07-07T11:09:44.342" v="7" actId="478"/>
          <ac:spMkLst>
            <pc:docMk/>
            <pc:sldMk cId="801858518" sldId="9069"/>
            <ac:spMk id="101" creationId="{00000000-0000-0000-0000-000000000000}"/>
          </ac:spMkLst>
        </pc:spChg>
        <pc:spChg chg="del">
          <ac:chgData name="Macher, Andreas (DI FA CTR PLC PPM)" userId="f1dcac62-7bef-43eb-91f0-927336a1714f" providerId="ADAL" clId="{6462D998-D804-4DBF-BCB7-78D168429F69}" dt="2022-07-07T11:09:44.342" v="7" actId="478"/>
          <ac:spMkLst>
            <pc:docMk/>
            <pc:sldMk cId="801858518" sldId="9069"/>
            <ac:spMk id="102" creationId="{00000000-0000-0000-0000-000000000000}"/>
          </ac:spMkLst>
        </pc:spChg>
        <pc:spChg chg="del">
          <ac:chgData name="Macher, Andreas (DI FA CTR PLC PPM)" userId="f1dcac62-7bef-43eb-91f0-927336a1714f" providerId="ADAL" clId="{6462D998-D804-4DBF-BCB7-78D168429F69}" dt="2022-07-07T11:09:44.342" v="7" actId="478"/>
          <ac:spMkLst>
            <pc:docMk/>
            <pc:sldMk cId="801858518" sldId="9069"/>
            <ac:spMk id="107" creationId="{27E3D2CA-59A3-4678-93D8-EAF0EEE54A7B}"/>
          </ac:spMkLst>
        </pc:spChg>
        <pc:grpChg chg="del">
          <ac:chgData name="Macher, Andreas (DI FA CTR PLC PPM)" userId="f1dcac62-7bef-43eb-91f0-927336a1714f" providerId="ADAL" clId="{6462D998-D804-4DBF-BCB7-78D168429F69}" dt="2022-07-07T11:09:44.342" v="7" actId="478"/>
          <ac:grpSpMkLst>
            <pc:docMk/>
            <pc:sldMk cId="801858518" sldId="9069"/>
            <ac:grpSpMk id="7" creationId="{89926E2A-F5A5-4264-9024-0F9FB3B950C0}"/>
          </ac:grpSpMkLst>
        </pc:grpChg>
        <pc:grpChg chg="del">
          <ac:chgData name="Macher, Andreas (DI FA CTR PLC PPM)" userId="f1dcac62-7bef-43eb-91f0-927336a1714f" providerId="ADAL" clId="{6462D998-D804-4DBF-BCB7-78D168429F69}" dt="2022-07-07T11:09:44.342" v="7" actId="478"/>
          <ac:grpSpMkLst>
            <pc:docMk/>
            <pc:sldMk cId="801858518" sldId="9069"/>
            <ac:grpSpMk id="114" creationId="{16A5A8A4-A184-4137-8D75-BD1C59616E65}"/>
          </ac:grpSpMkLst>
        </pc:grpChg>
        <pc:picChg chg="del">
          <ac:chgData name="Macher, Andreas (DI FA CTR PLC PPM)" userId="f1dcac62-7bef-43eb-91f0-927336a1714f" providerId="ADAL" clId="{6462D998-D804-4DBF-BCB7-78D168429F69}" dt="2022-07-07T11:09:44.342" v="7" actId="478"/>
          <ac:picMkLst>
            <pc:docMk/>
            <pc:sldMk cId="801858518" sldId="9069"/>
            <ac:picMk id="76" creationId="{25C49F5D-CEC3-4A09-8C59-A26E7C986EA1}"/>
          </ac:picMkLst>
        </pc:picChg>
        <pc:picChg chg="del">
          <ac:chgData name="Macher, Andreas (DI FA CTR PLC PPM)" userId="f1dcac62-7bef-43eb-91f0-927336a1714f" providerId="ADAL" clId="{6462D998-D804-4DBF-BCB7-78D168429F69}" dt="2022-07-07T11:09:44.342" v="7" actId="478"/>
          <ac:picMkLst>
            <pc:docMk/>
            <pc:sldMk cId="801858518" sldId="9069"/>
            <ac:picMk id="120" creationId="{6BB968FB-F383-4B7A-97DC-0CB70CD4044E}"/>
          </ac:picMkLst>
        </pc:picChg>
        <pc:cxnChg chg="del">
          <ac:chgData name="Macher, Andreas (DI FA CTR PLC PPM)" userId="f1dcac62-7bef-43eb-91f0-927336a1714f" providerId="ADAL" clId="{6462D998-D804-4DBF-BCB7-78D168429F69}" dt="2022-07-07T11:09:52.472" v="9" actId="478"/>
          <ac:cxnSpMkLst>
            <pc:docMk/>
            <pc:sldMk cId="801858518" sldId="9069"/>
            <ac:cxnSpMk id="25" creationId="{01332141-D8B7-4541-9113-87F60117E2DB}"/>
          </ac:cxnSpMkLst>
        </pc:cxnChg>
        <pc:cxnChg chg="del">
          <ac:chgData name="Macher, Andreas (DI FA CTR PLC PPM)" userId="f1dcac62-7bef-43eb-91f0-927336a1714f" providerId="ADAL" clId="{6462D998-D804-4DBF-BCB7-78D168429F69}" dt="2022-07-07T11:09:44.342" v="7" actId="478"/>
          <ac:cxnSpMkLst>
            <pc:docMk/>
            <pc:sldMk cId="801858518" sldId="9069"/>
            <ac:cxnSpMk id="52" creationId="{00000000-0000-0000-0000-000000000000}"/>
          </ac:cxnSpMkLst>
        </pc:cxnChg>
        <pc:cxnChg chg="del">
          <ac:chgData name="Macher, Andreas (DI FA CTR PLC PPM)" userId="f1dcac62-7bef-43eb-91f0-927336a1714f" providerId="ADAL" clId="{6462D998-D804-4DBF-BCB7-78D168429F69}" dt="2022-07-07T11:09:44.342" v="7" actId="478"/>
          <ac:cxnSpMkLst>
            <pc:docMk/>
            <pc:sldMk cId="801858518" sldId="9069"/>
            <ac:cxnSpMk id="53" creationId="{00000000-0000-0000-0000-000000000000}"/>
          </ac:cxnSpMkLst>
        </pc:cxnChg>
        <pc:cxnChg chg="del">
          <ac:chgData name="Macher, Andreas (DI FA CTR PLC PPM)" userId="f1dcac62-7bef-43eb-91f0-927336a1714f" providerId="ADAL" clId="{6462D998-D804-4DBF-BCB7-78D168429F69}" dt="2022-07-07T11:09:44.342" v="7" actId="478"/>
          <ac:cxnSpMkLst>
            <pc:docMk/>
            <pc:sldMk cId="801858518" sldId="9069"/>
            <ac:cxnSpMk id="64" creationId="{00000000-0000-0000-0000-000000000000}"/>
          </ac:cxnSpMkLst>
        </pc:cxnChg>
        <pc:cxnChg chg="del">
          <ac:chgData name="Macher, Andreas (DI FA CTR PLC PPM)" userId="f1dcac62-7bef-43eb-91f0-927336a1714f" providerId="ADAL" clId="{6462D998-D804-4DBF-BCB7-78D168429F69}" dt="2022-07-07T11:09:44.342" v="7" actId="478"/>
          <ac:cxnSpMkLst>
            <pc:docMk/>
            <pc:sldMk cId="801858518" sldId="9069"/>
            <ac:cxnSpMk id="65" creationId="{00000000-0000-0000-0000-000000000000}"/>
          </ac:cxnSpMkLst>
        </pc:cxnChg>
        <pc:cxnChg chg="del">
          <ac:chgData name="Macher, Andreas (DI FA CTR PLC PPM)" userId="f1dcac62-7bef-43eb-91f0-927336a1714f" providerId="ADAL" clId="{6462D998-D804-4DBF-BCB7-78D168429F69}" dt="2022-07-07T11:09:44.342" v="7" actId="478"/>
          <ac:cxnSpMkLst>
            <pc:docMk/>
            <pc:sldMk cId="801858518" sldId="9069"/>
            <ac:cxnSpMk id="67" creationId="{00000000-0000-0000-0000-000000000000}"/>
          </ac:cxnSpMkLst>
        </pc:cxnChg>
        <pc:cxnChg chg="del">
          <ac:chgData name="Macher, Andreas (DI FA CTR PLC PPM)" userId="f1dcac62-7bef-43eb-91f0-927336a1714f" providerId="ADAL" clId="{6462D998-D804-4DBF-BCB7-78D168429F69}" dt="2022-07-07T11:09:44.342" v="7" actId="478"/>
          <ac:cxnSpMkLst>
            <pc:docMk/>
            <pc:sldMk cId="801858518" sldId="9069"/>
            <ac:cxnSpMk id="78" creationId="{4797C9BE-0046-456B-A91B-EEA7B6DABEDA}"/>
          </ac:cxnSpMkLst>
        </pc:cxnChg>
        <pc:cxnChg chg="del">
          <ac:chgData name="Macher, Andreas (DI FA CTR PLC PPM)" userId="f1dcac62-7bef-43eb-91f0-927336a1714f" providerId="ADAL" clId="{6462D998-D804-4DBF-BCB7-78D168429F69}" dt="2022-07-07T11:09:44.342" v="7" actId="478"/>
          <ac:cxnSpMkLst>
            <pc:docMk/>
            <pc:sldMk cId="801858518" sldId="9069"/>
            <ac:cxnSpMk id="88" creationId="{00000000-0000-0000-0000-000000000000}"/>
          </ac:cxnSpMkLst>
        </pc:cxnChg>
      </pc:sldChg>
      <pc:sldChg chg="addSp delSp modSp add mod">
        <pc:chgData name="Macher, Andreas (DI FA CTR PLC PPM)" userId="f1dcac62-7bef-43eb-91f0-927336a1714f" providerId="ADAL" clId="{6462D998-D804-4DBF-BCB7-78D168429F69}" dt="2022-07-07T11:31:40.705" v="1049"/>
        <pc:sldMkLst>
          <pc:docMk/>
          <pc:sldMk cId="269201748" sldId="9734"/>
        </pc:sldMkLst>
        <pc:spChg chg="mod">
          <ac:chgData name="Macher, Andreas (DI FA CTR PLC PPM)" userId="f1dcac62-7bef-43eb-91f0-927336a1714f" providerId="ADAL" clId="{6462D998-D804-4DBF-BCB7-78D168429F69}" dt="2022-07-07T11:11:57.898" v="29" actId="6549"/>
          <ac:spMkLst>
            <pc:docMk/>
            <pc:sldMk cId="269201748" sldId="9734"/>
            <ac:spMk id="2" creationId="{00000000-0000-0000-0000-000000000000}"/>
          </ac:spMkLst>
        </pc:spChg>
        <pc:spChg chg="del">
          <ac:chgData name="Macher, Andreas (DI FA CTR PLC PPM)" userId="f1dcac62-7bef-43eb-91f0-927336a1714f" providerId="ADAL" clId="{6462D998-D804-4DBF-BCB7-78D168429F69}" dt="2022-07-07T11:17:34.036" v="576" actId="478"/>
          <ac:spMkLst>
            <pc:docMk/>
            <pc:sldMk cId="269201748" sldId="9734"/>
            <ac:spMk id="3" creationId="{65B13E39-D00C-4ADA-BA46-9CB2E3D98288}"/>
          </ac:spMkLst>
        </pc:spChg>
        <pc:spChg chg="mod">
          <ac:chgData name="Macher, Andreas (DI FA CTR PLC PPM)" userId="f1dcac62-7bef-43eb-91f0-927336a1714f" providerId="ADAL" clId="{6462D998-D804-4DBF-BCB7-78D168429F69}" dt="2022-07-07T11:17:20.402" v="575" actId="1076"/>
          <ac:spMkLst>
            <pc:docMk/>
            <pc:sldMk cId="269201748" sldId="9734"/>
            <ac:spMk id="6" creationId="{52486D80-3DF7-470D-823E-765DCE86C853}"/>
          </ac:spMkLst>
        </pc:spChg>
        <pc:spChg chg="add del mod">
          <ac:chgData name="Macher, Andreas (DI FA CTR PLC PPM)" userId="f1dcac62-7bef-43eb-91f0-927336a1714f" providerId="ADAL" clId="{6462D998-D804-4DBF-BCB7-78D168429F69}" dt="2022-07-07T11:25:58.154" v="846" actId="478"/>
          <ac:spMkLst>
            <pc:docMk/>
            <pc:sldMk cId="269201748" sldId="9734"/>
            <ac:spMk id="8" creationId="{6F4E7D88-60D1-0FBB-010F-82788787427B}"/>
          </ac:spMkLst>
        </pc:spChg>
        <pc:spChg chg="add del mod">
          <ac:chgData name="Macher, Andreas (DI FA CTR PLC PPM)" userId="f1dcac62-7bef-43eb-91f0-927336a1714f" providerId="ADAL" clId="{6462D998-D804-4DBF-BCB7-78D168429F69}" dt="2022-07-07T11:27:28.834" v="877" actId="478"/>
          <ac:spMkLst>
            <pc:docMk/>
            <pc:sldMk cId="269201748" sldId="9734"/>
            <ac:spMk id="11" creationId="{AE3FF643-C6BD-E9BE-6CD4-5378AF6CF90F}"/>
          </ac:spMkLst>
        </pc:spChg>
        <pc:spChg chg="del">
          <ac:chgData name="Macher, Andreas (DI FA CTR PLC PPM)" userId="f1dcac62-7bef-43eb-91f0-927336a1714f" providerId="ADAL" clId="{6462D998-D804-4DBF-BCB7-78D168429F69}" dt="2022-07-07T11:31:34.594" v="1048" actId="478"/>
          <ac:spMkLst>
            <pc:docMk/>
            <pc:sldMk cId="269201748" sldId="9734"/>
            <ac:spMk id="12" creationId="{DF377D44-11A2-4450-AD43-AB842C67C392}"/>
          </ac:spMkLst>
        </pc:spChg>
        <pc:spChg chg="add mod">
          <ac:chgData name="Macher, Andreas (DI FA CTR PLC PPM)" userId="f1dcac62-7bef-43eb-91f0-927336a1714f" providerId="ADAL" clId="{6462D998-D804-4DBF-BCB7-78D168429F69}" dt="2022-07-07T11:30:34.449" v="1035" actId="20577"/>
          <ac:spMkLst>
            <pc:docMk/>
            <pc:sldMk cId="269201748" sldId="9734"/>
            <ac:spMk id="13" creationId="{1B045889-8054-D743-CEF7-227859B875E2}"/>
          </ac:spMkLst>
        </pc:spChg>
        <pc:spChg chg="mod">
          <ac:chgData name="Macher, Andreas (DI FA CTR PLC PPM)" userId="f1dcac62-7bef-43eb-91f0-927336a1714f" providerId="ADAL" clId="{6462D998-D804-4DBF-BCB7-78D168429F69}" dt="2022-07-07T11:17:08.102" v="573" actId="108"/>
          <ac:spMkLst>
            <pc:docMk/>
            <pc:sldMk cId="269201748" sldId="9734"/>
            <ac:spMk id="23" creationId="{AC65D4B8-B8E2-4E03-BCFD-965AC16EB98E}"/>
          </ac:spMkLst>
        </pc:spChg>
        <pc:spChg chg="mod">
          <ac:chgData name="Macher, Andreas (DI FA CTR PLC PPM)" userId="f1dcac62-7bef-43eb-91f0-927336a1714f" providerId="ADAL" clId="{6462D998-D804-4DBF-BCB7-78D168429F69}" dt="2022-07-07T11:12:56.402" v="92" actId="20577"/>
          <ac:spMkLst>
            <pc:docMk/>
            <pc:sldMk cId="269201748" sldId="9734"/>
            <ac:spMk id="24" creationId="{4391C8F4-4C69-4AA8-8607-DC4045211468}"/>
          </ac:spMkLst>
        </pc:spChg>
        <pc:spChg chg="mod">
          <ac:chgData name="Macher, Andreas (DI FA CTR PLC PPM)" userId="f1dcac62-7bef-43eb-91f0-927336a1714f" providerId="ADAL" clId="{6462D998-D804-4DBF-BCB7-78D168429F69}" dt="2022-07-07T11:12:37.210" v="60" actId="20577"/>
          <ac:spMkLst>
            <pc:docMk/>
            <pc:sldMk cId="269201748" sldId="9734"/>
            <ac:spMk id="33" creationId="{50255018-8CB7-4824-BA4D-FEFB0A6AFB66}"/>
          </ac:spMkLst>
        </pc:spChg>
        <pc:spChg chg="del">
          <ac:chgData name="Macher, Andreas (DI FA CTR PLC PPM)" userId="f1dcac62-7bef-43eb-91f0-927336a1714f" providerId="ADAL" clId="{6462D998-D804-4DBF-BCB7-78D168429F69}" dt="2022-07-07T11:17:34.036" v="576" actId="478"/>
          <ac:spMkLst>
            <pc:docMk/>
            <pc:sldMk cId="269201748" sldId="9734"/>
            <ac:spMk id="34" creationId="{00000000-0000-0000-0000-000000000000}"/>
          </ac:spMkLst>
        </pc:spChg>
        <pc:spChg chg="del">
          <ac:chgData name="Macher, Andreas (DI FA CTR PLC PPM)" userId="f1dcac62-7bef-43eb-91f0-927336a1714f" providerId="ADAL" clId="{6462D998-D804-4DBF-BCB7-78D168429F69}" dt="2022-07-07T11:17:34.036" v="576" actId="478"/>
          <ac:spMkLst>
            <pc:docMk/>
            <pc:sldMk cId="269201748" sldId="9734"/>
            <ac:spMk id="35" creationId="{00000000-0000-0000-0000-000000000000}"/>
          </ac:spMkLst>
        </pc:spChg>
        <pc:spChg chg="del">
          <ac:chgData name="Macher, Andreas (DI FA CTR PLC PPM)" userId="f1dcac62-7bef-43eb-91f0-927336a1714f" providerId="ADAL" clId="{6462D998-D804-4DBF-BCB7-78D168429F69}" dt="2022-07-07T11:17:34.036" v="576" actId="478"/>
          <ac:spMkLst>
            <pc:docMk/>
            <pc:sldMk cId="269201748" sldId="9734"/>
            <ac:spMk id="36" creationId="{00000000-0000-0000-0000-000000000000}"/>
          </ac:spMkLst>
        </pc:spChg>
        <pc:spChg chg="del">
          <ac:chgData name="Macher, Andreas (DI FA CTR PLC PPM)" userId="f1dcac62-7bef-43eb-91f0-927336a1714f" providerId="ADAL" clId="{6462D998-D804-4DBF-BCB7-78D168429F69}" dt="2022-07-07T11:17:34.036" v="576" actId="478"/>
          <ac:spMkLst>
            <pc:docMk/>
            <pc:sldMk cId="269201748" sldId="9734"/>
            <ac:spMk id="37" creationId="{00000000-0000-0000-0000-000000000000}"/>
          </ac:spMkLst>
        </pc:spChg>
        <pc:spChg chg="del">
          <ac:chgData name="Macher, Andreas (DI FA CTR PLC PPM)" userId="f1dcac62-7bef-43eb-91f0-927336a1714f" providerId="ADAL" clId="{6462D998-D804-4DBF-BCB7-78D168429F69}" dt="2022-07-07T11:17:34.036" v="576" actId="478"/>
          <ac:spMkLst>
            <pc:docMk/>
            <pc:sldMk cId="269201748" sldId="9734"/>
            <ac:spMk id="40" creationId="{00000000-0000-0000-0000-000000000000}"/>
          </ac:spMkLst>
        </pc:spChg>
        <pc:spChg chg="del">
          <ac:chgData name="Macher, Andreas (DI FA CTR PLC PPM)" userId="f1dcac62-7bef-43eb-91f0-927336a1714f" providerId="ADAL" clId="{6462D998-D804-4DBF-BCB7-78D168429F69}" dt="2022-07-07T11:17:34.036" v="576" actId="478"/>
          <ac:spMkLst>
            <pc:docMk/>
            <pc:sldMk cId="269201748" sldId="9734"/>
            <ac:spMk id="43" creationId="{00000000-0000-0000-0000-000000000000}"/>
          </ac:spMkLst>
        </pc:spChg>
        <pc:spChg chg="del">
          <ac:chgData name="Macher, Andreas (DI FA CTR PLC PPM)" userId="f1dcac62-7bef-43eb-91f0-927336a1714f" providerId="ADAL" clId="{6462D998-D804-4DBF-BCB7-78D168429F69}" dt="2022-07-07T11:17:34.036" v="576" actId="478"/>
          <ac:spMkLst>
            <pc:docMk/>
            <pc:sldMk cId="269201748" sldId="9734"/>
            <ac:spMk id="44" creationId="{00000000-0000-0000-0000-000000000000}"/>
          </ac:spMkLst>
        </pc:spChg>
        <pc:spChg chg="del">
          <ac:chgData name="Macher, Andreas (DI FA CTR PLC PPM)" userId="f1dcac62-7bef-43eb-91f0-927336a1714f" providerId="ADAL" clId="{6462D998-D804-4DBF-BCB7-78D168429F69}" dt="2022-07-07T11:17:34.036" v="576" actId="478"/>
          <ac:spMkLst>
            <pc:docMk/>
            <pc:sldMk cId="269201748" sldId="9734"/>
            <ac:spMk id="47" creationId="{00000000-0000-0000-0000-000000000000}"/>
          </ac:spMkLst>
        </pc:spChg>
        <pc:spChg chg="del">
          <ac:chgData name="Macher, Andreas (DI FA CTR PLC PPM)" userId="f1dcac62-7bef-43eb-91f0-927336a1714f" providerId="ADAL" clId="{6462D998-D804-4DBF-BCB7-78D168429F69}" dt="2022-07-07T11:17:34.036" v="576" actId="478"/>
          <ac:spMkLst>
            <pc:docMk/>
            <pc:sldMk cId="269201748" sldId="9734"/>
            <ac:spMk id="50" creationId="{00000000-0000-0000-0000-000000000000}"/>
          </ac:spMkLst>
        </pc:spChg>
        <pc:spChg chg="del">
          <ac:chgData name="Macher, Andreas (DI FA CTR PLC PPM)" userId="f1dcac62-7bef-43eb-91f0-927336a1714f" providerId="ADAL" clId="{6462D998-D804-4DBF-BCB7-78D168429F69}" dt="2022-07-07T11:17:34.036" v="576" actId="478"/>
          <ac:spMkLst>
            <pc:docMk/>
            <pc:sldMk cId="269201748" sldId="9734"/>
            <ac:spMk id="51" creationId="{00000000-0000-0000-0000-000000000000}"/>
          </ac:spMkLst>
        </pc:spChg>
        <pc:spChg chg="mod">
          <ac:chgData name="Macher, Andreas (DI FA CTR PLC PPM)" userId="f1dcac62-7bef-43eb-91f0-927336a1714f" providerId="ADAL" clId="{6462D998-D804-4DBF-BCB7-78D168429F69}" dt="2022-07-07T11:25:44.172" v="835" actId="1035"/>
          <ac:spMkLst>
            <pc:docMk/>
            <pc:sldMk cId="269201748" sldId="9734"/>
            <ac:spMk id="54" creationId="{00000000-0000-0000-0000-000000000000}"/>
          </ac:spMkLst>
        </pc:spChg>
        <pc:spChg chg="del">
          <ac:chgData name="Macher, Andreas (DI FA CTR PLC PPM)" userId="f1dcac62-7bef-43eb-91f0-927336a1714f" providerId="ADAL" clId="{6462D998-D804-4DBF-BCB7-78D168429F69}" dt="2022-07-07T11:19:14.979" v="696" actId="478"/>
          <ac:spMkLst>
            <pc:docMk/>
            <pc:sldMk cId="269201748" sldId="9734"/>
            <ac:spMk id="62" creationId="{00000000-0000-0000-0000-000000000000}"/>
          </ac:spMkLst>
        </pc:spChg>
        <pc:spChg chg="del">
          <ac:chgData name="Macher, Andreas (DI FA CTR PLC PPM)" userId="f1dcac62-7bef-43eb-91f0-927336a1714f" providerId="ADAL" clId="{6462D998-D804-4DBF-BCB7-78D168429F69}" dt="2022-07-07T11:18:44.020" v="694" actId="478"/>
          <ac:spMkLst>
            <pc:docMk/>
            <pc:sldMk cId="269201748" sldId="9734"/>
            <ac:spMk id="63" creationId="{00000000-0000-0000-0000-000000000000}"/>
          </ac:spMkLst>
        </pc:spChg>
        <pc:spChg chg="add del mod">
          <ac:chgData name="Macher, Andreas (DI FA CTR PLC PPM)" userId="f1dcac62-7bef-43eb-91f0-927336a1714f" providerId="ADAL" clId="{6462D998-D804-4DBF-BCB7-78D168429F69}" dt="2022-07-07T11:27:53.572" v="881" actId="1038"/>
          <ac:spMkLst>
            <pc:docMk/>
            <pc:sldMk cId="269201748" sldId="9734"/>
            <ac:spMk id="66" creationId="{00000000-0000-0000-0000-000000000000}"/>
          </ac:spMkLst>
        </pc:spChg>
        <pc:spChg chg="del">
          <ac:chgData name="Macher, Andreas (DI FA CTR PLC PPM)" userId="f1dcac62-7bef-43eb-91f0-927336a1714f" providerId="ADAL" clId="{6462D998-D804-4DBF-BCB7-78D168429F69}" dt="2022-07-07T11:17:38.018" v="577" actId="478"/>
          <ac:spMkLst>
            <pc:docMk/>
            <pc:sldMk cId="269201748" sldId="9734"/>
            <ac:spMk id="69" creationId="{E11E5AB7-FC85-44FC-B9F8-34D9FBC10B1C}"/>
          </ac:spMkLst>
        </pc:spChg>
        <pc:spChg chg="del">
          <ac:chgData name="Macher, Andreas (DI FA CTR PLC PPM)" userId="f1dcac62-7bef-43eb-91f0-927336a1714f" providerId="ADAL" clId="{6462D998-D804-4DBF-BCB7-78D168429F69}" dt="2022-07-07T11:17:34.036" v="576" actId="478"/>
          <ac:spMkLst>
            <pc:docMk/>
            <pc:sldMk cId="269201748" sldId="9734"/>
            <ac:spMk id="72" creationId="{D2C665E0-8895-47C4-B60B-F50F8E7BA94B}"/>
          </ac:spMkLst>
        </pc:spChg>
        <pc:spChg chg="del">
          <ac:chgData name="Macher, Andreas (DI FA CTR PLC PPM)" userId="f1dcac62-7bef-43eb-91f0-927336a1714f" providerId="ADAL" clId="{6462D998-D804-4DBF-BCB7-78D168429F69}" dt="2022-07-07T11:17:34.036" v="576" actId="478"/>
          <ac:spMkLst>
            <pc:docMk/>
            <pc:sldMk cId="269201748" sldId="9734"/>
            <ac:spMk id="74" creationId="{16E8A656-A86A-4242-8A81-7FC397A63D4A}"/>
          </ac:spMkLst>
        </pc:spChg>
        <pc:spChg chg="del">
          <ac:chgData name="Macher, Andreas (DI FA CTR PLC PPM)" userId="f1dcac62-7bef-43eb-91f0-927336a1714f" providerId="ADAL" clId="{6462D998-D804-4DBF-BCB7-78D168429F69}" dt="2022-07-07T11:17:34.036" v="576" actId="478"/>
          <ac:spMkLst>
            <pc:docMk/>
            <pc:sldMk cId="269201748" sldId="9734"/>
            <ac:spMk id="89" creationId="{C702E3E9-850F-4134-AF10-11F8805EF2E7}"/>
          </ac:spMkLst>
        </pc:spChg>
        <pc:spChg chg="del">
          <ac:chgData name="Macher, Andreas (DI FA CTR PLC PPM)" userId="f1dcac62-7bef-43eb-91f0-927336a1714f" providerId="ADAL" clId="{6462D998-D804-4DBF-BCB7-78D168429F69}" dt="2022-07-07T11:17:34.036" v="576" actId="478"/>
          <ac:spMkLst>
            <pc:docMk/>
            <pc:sldMk cId="269201748" sldId="9734"/>
            <ac:spMk id="90" creationId="{9678ACC2-32FE-467A-9AFA-3C51B1407B10}"/>
          </ac:spMkLst>
        </pc:spChg>
        <pc:spChg chg="del">
          <ac:chgData name="Macher, Andreas (DI FA CTR PLC PPM)" userId="f1dcac62-7bef-43eb-91f0-927336a1714f" providerId="ADAL" clId="{6462D998-D804-4DBF-BCB7-78D168429F69}" dt="2022-07-07T11:17:34.036" v="576" actId="478"/>
          <ac:spMkLst>
            <pc:docMk/>
            <pc:sldMk cId="269201748" sldId="9734"/>
            <ac:spMk id="91" creationId="{4BEA6589-F8A9-4F66-8768-51FA25AD6940}"/>
          </ac:spMkLst>
        </pc:spChg>
        <pc:spChg chg="mod">
          <ac:chgData name="Macher, Andreas (DI FA CTR PLC PPM)" userId="f1dcac62-7bef-43eb-91f0-927336a1714f" providerId="ADAL" clId="{6462D998-D804-4DBF-BCB7-78D168429F69}" dt="2022-07-07T11:20:08.322" v="724" actId="1037"/>
          <ac:spMkLst>
            <pc:docMk/>
            <pc:sldMk cId="269201748" sldId="9734"/>
            <ac:spMk id="92" creationId="{2541A486-7956-4ED9-91E8-B081AA95F159}"/>
          </ac:spMkLst>
        </pc:spChg>
        <pc:spChg chg="del">
          <ac:chgData name="Macher, Andreas (DI FA CTR PLC PPM)" userId="f1dcac62-7bef-43eb-91f0-927336a1714f" providerId="ADAL" clId="{6462D998-D804-4DBF-BCB7-78D168429F69}" dt="2022-07-07T11:17:34.036" v="576" actId="478"/>
          <ac:spMkLst>
            <pc:docMk/>
            <pc:sldMk cId="269201748" sldId="9734"/>
            <ac:spMk id="93" creationId="{00000000-0000-0000-0000-000000000000}"/>
          </ac:spMkLst>
        </pc:spChg>
        <pc:spChg chg="del">
          <ac:chgData name="Macher, Andreas (DI FA CTR PLC PPM)" userId="f1dcac62-7bef-43eb-91f0-927336a1714f" providerId="ADAL" clId="{6462D998-D804-4DBF-BCB7-78D168429F69}" dt="2022-07-07T11:17:34.036" v="576" actId="478"/>
          <ac:spMkLst>
            <pc:docMk/>
            <pc:sldMk cId="269201748" sldId="9734"/>
            <ac:spMk id="94" creationId="{00000000-0000-0000-0000-000000000000}"/>
          </ac:spMkLst>
        </pc:spChg>
        <pc:spChg chg="add mod">
          <ac:chgData name="Macher, Andreas (DI FA CTR PLC PPM)" userId="f1dcac62-7bef-43eb-91f0-927336a1714f" providerId="ADAL" clId="{6462D998-D804-4DBF-BCB7-78D168429F69}" dt="2022-07-07T11:17:55.672" v="690" actId="1037"/>
          <ac:spMkLst>
            <pc:docMk/>
            <pc:sldMk cId="269201748" sldId="9734"/>
            <ac:spMk id="97" creationId="{7E4E1D5F-015E-7B1F-B275-92F3E08ECAF5}"/>
          </ac:spMkLst>
        </pc:spChg>
        <pc:spChg chg="add mod">
          <ac:chgData name="Macher, Andreas (DI FA CTR PLC PPM)" userId="f1dcac62-7bef-43eb-91f0-927336a1714f" providerId="ADAL" clId="{6462D998-D804-4DBF-BCB7-78D168429F69}" dt="2022-07-07T11:17:55.672" v="690" actId="1037"/>
          <ac:spMkLst>
            <pc:docMk/>
            <pc:sldMk cId="269201748" sldId="9734"/>
            <ac:spMk id="98" creationId="{90F8A039-3C3F-63B4-0612-8E6D97686938}"/>
          </ac:spMkLst>
        </pc:spChg>
        <pc:spChg chg="del">
          <ac:chgData name="Macher, Andreas (DI FA CTR PLC PPM)" userId="f1dcac62-7bef-43eb-91f0-927336a1714f" providerId="ADAL" clId="{6462D998-D804-4DBF-BCB7-78D168429F69}" dt="2022-07-07T11:19:50.970" v="697" actId="478"/>
          <ac:spMkLst>
            <pc:docMk/>
            <pc:sldMk cId="269201748" sldId="9734"/>
            <ac:spMk id="99" creationId="{68B8CD0C-E6D4-424F-9EB0-28C84B433E1E}"/>
          </ac:spMkLst>
        </pc:spChg>
        <pc:spChg chg="mod">
          <ac:chgData name="Macher, Andreas (DI FA CTR PLC PPM)" userId="f1dcac62-7bef-43eb-91f0-927336a1714f" providerId="ADAL" clId="{6462D998-D804-4DBF-BCB7-78D168429F69}" dt="2022-07-07T11:20:22.873" v="757" actId="1038"/>
          <ac:spMkLst>
            <pc:docMk/>
            <pc:sldMk cId="269201748" sldId="9734"/>
            <ac:spMk id="100" creationId="{D362E664-A09D-4C33-A4CB-CD79BBCD5769}"/>
          </ac:spMkLst>
        </pc:spChg>
        <pc:spChg chg="add mod">
          <ac:chgData name="Macher, Andreas (DI FA CTR PLC PPM)" userId="f1dcac62-7bef-43eb-91f0-927336a1714f" providerId="ADAL" clId="{6462D998-D804-4DBF-BCB7-78D168429F69}" dt="2022-07-07T11:17:55.672" v="690" actId="1037"/>
          <ac:spMkLst>
            <pc:docMk/>
            <pc:sldMk cId="269201748" sldId="9734"/>
            <ac:spMk id="103" creationId="{47F7289E-4C85-1647-5C29-55EB3A80BBB6}"/>
          </ac:spMkLst>
        </pc:spChg>
        <pc:spChg chg="add mod">
          <ac:chgData name="Macher, Andreas (DI FA CTR PLC PPM)" userId="f1dcac62-7bef-43eb-91f0-927336a1714f" providerId="ADAL" clId="{6462D998-D804-4DBF-BCB7-78D168429F69}" dt="2022-07-07T11:17:55.672" v="690" actId="1037"/>
          <ac:spMkLst>
            <pc:docMk/>
            <pc:sldMk cId="269201748" sldId="9734"/>
            <ac:spMk id="104" creationId="{666C7063-5E11-3655-137D-0EFE3559E1A2}"/>
          </ac:spMkLst>
        </pc:spChg>
        <pc:spChg chg="add mod">
          <ac:chgData name="Macher, Andreas (DI FA CTR PLC PPM)" userId="f1dcac62-7bef-43eb-91f0-927336a1714f" providerId="ADAL" clId="{6462D998-D804-4DBF-BCB7-78D168429F69}" dt="2022-07-07T11:17:55.672" v="690" actId="1037"/>
          <ac:spMkLst>
            <pc:docMk/>
            <pc:sldMk cId="269201748" sldId="9734"/>
            <ac:spMk id="105" creationId="{FF0E2337-2E93-B8A5-527C-B94193BFBB99}"/>
          </ac:spMkLst>
        </pc:spChg>
        <pc:spChg chg="del">
          <ac:chgData name="Macher, Andreas (DI FA CTR PLC PPM)" userId="f1dcac62-7bef-43eb-91f0-927336a1714f" providerId="ADAL" clId="{6462D998-D804-4DBF-BCB7-78D168429F69}" dt="2022-07-07T11:19:54.894" v="698" actId="478"/>
          <ac:spMkLst>
            <pc:docMk/>
            <pc:sldMk cId="269201748" sldId="9734"/>
            <ac:spMk id="107" creationId="{27E3D2CA-59A3-4678-93D8-EAF0EEE54A7B}"/>
          </ac:spMkLst>
        </pc:spChg>
        <pc:spChg chg="del">
          <ac:chgData name="Macher, Andreas (DI FA CTR PLC PPM)" userId="f1dcac62-7bef-43eb-91f0-927336a1714f" providerId="ADAL" clId="{6462D998-D804-4DBF-BCB7-78D168429F69}" dt="2022-07-07T11:13:06.811" v="93" actId="478"/>
          <ac:spMkLst>
            <pc:docMk/>
            <pc:sldMk cId="269201748" sldId="9734"/>
            <ac:spMk id="108" creationId="{B522F5C7-583E-4B97-8451-5945D7C1CAF8}"/>
          </ac:spMkLst>
        </pc:spChg>
        <pc:spChg chg="add mod">
          <ac:chgData name="Macher, Andreas (DI FA CTR PLC PPM)" userId="f1dcac62-7bef-43eb-91f0-927336a1714f" providerId="ADAL" clId="{6462D998-D804-4DBF-BCB7-78D168429F69}" dt="2022-07-07T11:17:55.672" v="690" actId="1037"/>
          <ac:spMkLst>
            <pc:docMk/>
            <pc:sldMk cId="269201748" sldId="9734"/>
            <ac:spMk id="122" creationId="{4E6C54B3-2368-35E1-D876-F6C6D80FD999}"/>
          </ac:spMkLst>
        </pc:spChg>
        <pc:spChg chg="add mod">
          <ac:chgData name="Macher, Andreas (DI FA CTR PLC PPM)" userId="f1dcac62-7bef-43eb-91f0-927336a1714f" providerId="ADAL" clId="{6462D998-D804-4DBF-BCB7-78D168429F69}" dt="2022-07-07T11:17:55.672" v="690" actId="1037"/>
          <ac:spMkLst>
            <pc:docMk/>
            <pc:sldMk cId="269201748" sldId="9734"/>
            <ac:spMk id="125" creationId="{9CCDFA5F-52B6-9BDC-1D23-82BE99D6AD23}"/>
          </ac:spMkLst>
        </pc:spChg>
        <pc:spChg chg="add mod">
          <ac:chgData name="Macher, Andreas (DI FA CTR PLC PPM)" userId="f1dcac62-7bef-43eb-91f0-927336a1714f" providerId="ADAL" clId="{6462D998-D804-4DBF-BCB7-78D168429F69}" dt="2022-07-07T11:17:55.672" v="690" actId="1037"/>
          <ac:spMkLst>
            <pc:docMk/>
            <pc:sldMk cId="269201748" sldId="9734"/>
            <ac:spMk id="126" creationId="{BB8C3C3D-2675-6C21-5547-8D0EF75EA9C6}"/>
          </ac:spMkLst>
        </pc:spChg>
        <pc:spChg chg="add mod">
          <ac:chgData name="Macher, Andreas (DI FA CTR PLC PPM)" userId="f1dcac62-7bef-43eb-91f0-927336a1714f" providerId="ADAL" clId="{6462D998-D804-4DBF-BCB7-78D168429F69}" dt="2022-07-07T11:17:55.672" v="690" actId="1037"/>
          <ac:spMkLst>
            <pc:docMk/>
            <pc:sldMk cId="269201748" sldId="9734"/>
            <ac:spMk id="128" creationId="{19698964-C315-9207-5D66-1B3EEF96262A}"/>
          </ac:spMkLst>
        </pc:spChg>
        <pc:spChg chg="add mod">
          <ac:chgData name="Macher, Andreas (DI FA CTR PLC PPM)" userId="f1dcac62-7bef-43eb-91f0-927336a1714f" providerId="ADAL" clId="{6462D998-D804-4DBF-BCB7-78D168429F69}" dt="2022-07-07T11:17:55.672" v="690" actId="1037"/>
          <ac:spMkLst>
            <pc:docMk/>
            <pc:sldMk cId="269201748" sldId="9734"/>
            <ac:spMk id="130" creationId="{4A9E1C25-C051-2E69-7ABD-39D6D0C356EB}"/>
          </ac:spMkLst>
        </pc:spChg>
        <pc:spChg chg="mod">
          <ac:chgData name="Macher, Andreas (DI FA CTR PLC PPM)" userId="f1dcac62-7bef-43eb-91f0-927336a1714f" providerId="ADAL" clId="{6462D998-D804-4DBF-BCB7-78D168429F69}" dt="2022-07-07T11:17:55.672" v="690" actId="1037"/>
          <ac:spMkLst>
            <pc:docMk/>
            <pc:sldMk cId="269201748" sldId="9734"/>
            <ac:spMk id="132" creationId="{EC206BE4-10FE-435B-1F19-73C17E72823F}"/>
          </ac:spMkLst>
        </pc:spChg>
        <pc:spChg chg="mod">
          <ac:chgData name="Macher, Andreas (DI FA CTR PLC PPM)" userId="f1dcac62-7bef-43eb-91f0-927336a1714f" providerId="ADAL" clId="{6462D998-D804-4DBF-BCB7-78D168429F69}" dt="2022-07-07T11:17:55.672" v="690" actId="1037"/>
          <ac:spMkLst>
            <pc:docMk/>
            <pc:sldMk cId="269201748" sldId="9734"/>
            <ac:spMk id="133" creationId="{1D425EF5-F8DE-4326-DDE8-D60A3533D7F0}"/>
          </ac:spMkLst>
        </pc:spChg>
        <pc:spChg chg="mod">
          <ac:chgData name="Macher, Andreas (DI FA CTR PLC PPM)" userId="f1dcac62-7bef-43eb-91f0-927336a1714f" providerId="ADAL" clId="{6462D998-D804-4DBF-BCB7-78D168429F69}" dt="2022-07-07T11:17:55.672" v="690" actId="1037"/>
          <ac:spMkLst>
            <pc:docMk/>
            <pc:sldMk cId="269201748" sldId="9734"/>
            <ac:spMk id="136" creationId="{377E86CF-E28D-BAB8-80CD-F4585F29817A}"/>
          </ac:spMkLst>
        </pc:spChg>
        <pc:spChg chg="mod">
          <ac:chgData name="Macher, Andreas (DI FA CTR PLC PPM)" userId="f1dcac62-7bef-43eb-91f0-927336a1714f" providerId="ADAL" clId="{6462D998-D804-4DBF-BCB7-78D168429F69}" dt="2022-07-07T11:17:55.672" v="690" actId="1037"/>
          <ac:spMkLst>
            <pc:docMk/>
            <pc:sldMk cId="269201748" sldId="9734"/>
            <ac:spMk id="137" creationId="{825AE67D-81EC-3A93-D87E-92A246C5B702}"/>
          </ac:spMkLst>
        </pc:spChg>
        <pc:spChg chg="mod">
          <ac:chgData name="Macher, Andreas (DI FA CTR PLC PPM)" userId="f1dcac62-7bef-43eb-91f0-927336a1714f" providerId="ADAL" clId="{6462D998-D804-4DBF-BCB7-78D168429F69}" dt="2022-07-07T11:17:55.672" v="690" actId="1037"/>
          <ac:spMkLst>
            <pc:docMk/>
            <pc:sldMk cId="269201748" sldId="9734"/>
            <ac:spMk id="138" creationId="{855C27A5-2CCC-2FED-D833-385FBE55ABD1}"/>
          </ac:spMkLst>
        </pc:spChg>
        <pc:spChg chg="add mod">
          <ac:chgData name="Macher, Andreas (DI FA CTR PLC PPM)" userId="f1dcac62-7bef-43eb-91f0-927336a1714f" providerId="ADAL" clId="{6462D998-D804-4DBF-BCB7-78D168429F69}" dt="2022-07-07T11:17:55.672" v="690" actId="1037"/>
          <ac:spMkLst>
            <pc:docMk/>
            <pc:sldMk cId="269201748" sldId="9734"/>
            <ac:spMk id="145" creationId="{3FD4A738-B813-01E2-B083-4E0D63DF1994}"/>
          </ac:spMkLst>
        </pc:spChg>
        <pc:spChg chg="add mod">
          <ac:chgData name="Macher, Andreas (DI FA CTR PLC PPM)" userId="f1dcac62-7bef-43eb-91f0-927336a1714f" providerId="ADAL" clId="{6462D998-D804-4DBF-BCB7-78D168429F69}" dt="2022-07-07T11:17:55.672" v="690" actId="1037"/>
          <ac:spMkLst>
            <pc:docMk/>
            <pc:sldMk cId="269201748" sldId="9734"/>
            <ac:spMk id="146" creationId="{C0D6A251-2369-A55E-C9FD-991BFFF9BD05}"/>
          </ac:spMkLst>
        </pc:spChg>
        <pc:spChg chg="add mod">
          <ac:chgData name="Macher, Andreas (DI FA CTR PLC PPM)" userId="f1dcac62-7bef-43eb-91f0-927336a1714f" providerId="ADAL" clId="{6462D998-D804-4DBF-BCB7-78D168429F69}" dt="2022-07-07T11:17:55.672" v="690" actId="1037"/>
          <ac:spMkLst>
            <pc:docMk/>
            <pc:sldMk cId="269201748" sldId="9734"/>
            <ac:spMk id="147" creationId="{639699F1-9038-AD90-91D0-0ED3B77EC4F0}"/>
          </ac:spMkLst>
        </pc:spChg>
        <pc:spChg chg="add mod">
          <ac:chgData name="Macher, Andreas (DI FA CTR PLC PPM)" userId="f1dcac62-7bef-43eb-91f0-927336a1714f" providerId="ADAL" clId="{6462D998-D804-4DBF-BCB7-78D168429F69}" dt="2022-07-07T11:17:55.672" v="690" actId="1037"/>
          <ac:spMkLst>
            <pc:docMk/>
            <pc:sldMk cId="269201748" sldId="9734"/>
            <ac:spMk id="148" creationId="{61D7BB6E-E82C-81CD-B361-FEA63C708535}"/>
          </ac:spMkLst>
        </pc:spChg>
        <pc:spChg chg="add del mod">
          <ac:chgData name="Macher, Andreas (DI FA CTR PLC PPM)" userId="f1dcac62-7bef-43eb-91f0-927336a1714f" providerId="ADAL" clId="{6462D998-D804-4DBF-BCB7-78D168429F69}" dt="2022-07-07T11:25:59.914" v="847" actId="478"/>
          <ac:spMkLst>
            <pc:docMk/>
            <pc:sldMk cId="269201748" sldId="9734"/>
            <ac:spMk id="155" creationId="{6BB0227C-6D71-17D0-775D-88A53D8484AF}"/>
          </ac:spMkLst>
        </pc:spChg>
        <pc:spChg chg="add del mod">
          <ac:chgData name="Macher, Andreas (DI FA CTR PLC PPM)" userId="f1dcac62-7bef-43eb-91f0-927336a1714f" providerId="ADAL" clId="{6462D998-D804-4DBF-BCB7-78D168429F69}" dt="2022-07-07T11:25:49.301" v="843"/>
          <ac:spMkLst>
            <pc:docMk/>
            <pc:sldMk cId="269201748" sldId="9734"/>
            <ac:spMk id="156" creationId="{207C2068-46EF-75DC-F507-0A51E310E3E4}"/>
          </ac:spMkLst>
        </pc:spChg>
        <pc:spChg chg="add del mod">
          <ac:chgData name="Macher, Andreas (DI FA CTR PLC PPM)" userId="f1dcac62-7bef-43eb-91f0-927336a1714f" providerId="ADAL" clId="{6462D998-D804-4DBF-BCB7-78D168429F69}" dt="2022-07-07T11:25:48.581" v="841"/>
          <ac:spMkLst>
            <pc:docMk/>
            <pc:sldMk cId="269201748" sldId="9734"/>
            <ac:spMk id="157" creationId="{F34456D4-9694-75BB-77B1-74AE25FD43D7}"/>
          </ac:spMkLst>
        </pc:spChg>
        <pc:spChg chg="add del mod">
          <ac:chgData name="Macher, Andreas (DI FA CTR PLC PPM)" userId="f1dcac62-7bef-43eb-91f0-927336a1714f" providerId="ADAL" clId="{6462D998-D804-4DBF-BCB7-78D168429F69}" dt="2022-07-07T11:27:34.553" v="878" actId="478"/>
          <ac:spMkLst>
            <pc:docMk/>
            <pc:sldMk cId="269201748" sldId="9734"/>
            <ac:spMk id="158" creationId="{0D851B61-730E-2FBE-0AD3-0F94178D4FA9}"/>
          </ac:spMkLst>
        </pc:spChg>
        <pc:spChg chg="add mod">
          <ac:chgData name="Macher, Andreas (DI FA CTR PLC PPM)" userId="f1dcac62-7bef-43eb-91f0-927336a1714f" providerId="ADAL" clId="{6462D998-D804-4DBF-BCB7-78D168429F69}" dt="2022-07-07T11:30:56.892" v="1047" actId="20577"/>
          <ac:spMkLst>
            <pc:docMk/>
            <pc:sldMk cId="269201748" sldId="9734"/>
            <ac:spMk id="159" creationId="{EA792AA5-9201-9D5A-7B45-423E6F5BA1B2}"/>
          </ac:spMkLst>
        </pc:spChg>
        <pc:spChg chg="add mod">
          <ac:chgData name="Macher, Andreas (DI FA CTR PLC PPM)" userId="f1dcac62-7bef-43eb-91f0-927336a1714f" providerId="ADAL" clId="{6462D998-D804-4DBF-BCB7-78D168429F69}" dt="2022-07-07T11:31:40.705" v="1049"/>
          <ac:spMkLst>
            <pc:docMk/>
            <pc:sldMk cId="269201748" sldId="9734"/>
            <ac:spMk id="160" creationId="{2D80FEEB-5AF4-338B-36D5-B901A6B8ABA1}"/>
          </ac:spMkLst>
        </pc:spChg>
        <pc:grpChg chg="add mod">
          <ac:chgData name="Macher, Andreas (DI FA CTR PLC PPM)" userId="f1dcac62-7bef-43eb-91f0-927336a1714f" providerId="ADAL" clId="{6462D998-D804-4DBF-BCB7-78D168429F69}" dt="2022-07-07T11:25:47.374" v="838" actId="164"/>
          <ac:grpSpMkLst>
            <pc:docMk/>
            <pc:sldMk cId="269201748" sldId="9734"/>
            <ac:grpSpMk id="10" creationId="{8C9A5A18-D7F4-D1A4-4E19-FD255DFF7889}"/>
          </ac:grpSpMkLst>
        </pc:grpChg>
        <pc:grpChg chg="del">
          <ac:chgData name="Macher, Andreas (DI FA CTR PLC PPM)" userId="f1dcac62-7bef-43eb-91f0-927336a1714f" providerId="ADAL" clId="{6462D998-D804-4DBF-BCB7-78D168429F69}" dt="2022-07-07T11:17:34.036" v="576" actId="478"/>
          <ac:grpSpMkLst>
            <pc:docMk/>
            <pc:sldMk cId="269201748" sldId="9734"/>
            <ac:grpSpMk id="109" creationId="{6854451F-8391-4A18-8106-5D4A2040BF1C}"/>
          </ac:grpSpMkLst>
        </pc:grpChg>
        <pc:grpChg chg="add mod">
          <ac:chgData name="Macher, Andreas (DI FA CTR PLC PPM)" userId="f1dcac62-7bef-43eb-91f0-927336a1714f" providerId="ADAL" clId="{6462D998-D804-4DBF-BCB7-78D168429F69}" dt="2022-07-07T11:17:55.672" v="690" actId="1037"/>
          <ac:grpSpMkLst>
            <pc:docMk/>
            <pc:sldMk cId="269201748" sldId="9734"/>
            <ac:grpSpMk id="131" creationId="{4C3E727E-D62E-BB63-81F6-7612F6EBEBFB}"/>
          </ac:grpSpMkLst>
        </pc:grpChg>
        <pc:grpChg chg="mod">
          <ac:chgData name="Macher, Andreas (DI FA CTR PLC PPM)" userId="f1dcac62-7bef-43eb-91f0-927336a1714f" providerId="ADAL" clId="{6462D998-D804-4DBF-BCB7-78D168429F69}" dt="2022-07-07T11:17:55.672" v="690" actId="1037"/>
          <ac:grpSpMkLst>
            <pc:docMk/>
            <pc:sldMk cId="269201748" sldId="9734"/>
            <ac:grpSpMk id="134" creationId="{0F449C0F-B850-0F40-CC05-8AA142A8E2A0}"/>
          </ac:grpSpMkLst>
        </pc:grpChg>
        <pc:grpChg chg="mod">
          <ac:chgData name="Macher, Andreas (DI FA CTR PLC PPM)" userId="f1dcac62-7bef-43eb-91f0-927336a1714f" providerId="ADAL" clId="{6462D998-D804-4DBF-BCB7-78D168429F69}" dt="2022-07-07T11:17:55.672" v="690" actId="1037"/>
          <ac:grpSpMkLst>
            <pc:docMk/>
            <pc:sldMk cId="269201748" sldId="9734"/>
            <ac:grpSpMk id="135" creationId="{91985BAC-5AE2-2A0F-C2FC-3DA139D01141}"/>
          </ac:grpSpMkLst>
        </pc:grpChg>
        <pc:grpChg chg="add mod">
          <ac:chgData name="Macher, Andreas (DI FA CTR PLC PPM)" userId="f1dcac62-7bef-43eb-91f0-927336a1714f" providerId="ADAL" clId="{6462D998-D804-4DBF-BCB7-78D168429F69}" dt="2022-07-07T11:17:55.672" v="690" actId="1037"/>
          <ac:grpSpMkLst>
            <pc:docMk/>
            <pc:sldMk cId="269201748" sldId="9734"/>
            <ac:grpSpMk id="149" creationId="{BF1163C9-FDE6-D355-6A4C-FF2262C11B77}"/>
          </ac:grpSpMkLst>
        </pc:grpChg>
        <pc:picChg chg="del">
          <ac:chgData name="Macher, Andreas (DI FA CTR PLC PPM)" userId="f1dcac62-7bef-43eb-91f0-927336a1714f" providerId="ADAL" clId="{6462D998-D804-4DBF-BCB7-78D168429F69}" dt="2022-07-07T11:17:34.036" v="576" actId="478"/>
          <ac:picMkLst>
            <pc:docMk/>
            <pc:sldMk cId="269201748" sldId="9734"/>
            <ac:picMk id="5" creationId="{0875E061-06A3-414A-B168-73C314112CAC}"/>
          </ac:picMkLst>
        </pc:picChg>
        <pc:picChg chg="del">
          <ac:chgData name="Macher, Andreas (DI FA CTR PLC PPM)" userId="f1dcac62-7bef-43eb-91f0-927336a1714f" providerId="ADAL" clId="{6462D998-D804-4DBF-BCB7-78D168429F69}" dt="2022-07-07T11:17:34.036" v="576" actId="478"/>
          <ac:picMkLst>
            <pc:docMk/>
            <pc:sldMk cId="269201748" sldId="9734"/>
            <ac:picMk id="77" creationId="{D4D7B55C-DD25-49C2-9846-AA06DF210576}"/>
          </ac:picMkLst>
        </pc:picChg>
        <pc:picChg chg="del">
          <ac:chgData name="Macher, Andreas (DI FA CTR PLC PPM)" userId="f1dcac62-7bef-43eb-91f0-927336a1714f" providerId="ADAL" clId="{6462D998-D804-4DBF-BCB7-78D168429F69}" dt="2022-07-07T11:17:34.036" v="576" actId="478"/>
          <ac:picMkLst>
            <pc:docMk/>
            <pc:sldMk cId="269201748" sldId="9734"/>
            <ac:picMk id="86" creationId="{AE108AE5-2A19-4216-948D-0B4BE1DD1FB1}"/>
          </ac:picMkLst>
        </pc:picChg>
        <pc:picChg chg="del">
          <ac:chgData name="Macher, Andreas (DI FA CTR PLC PPM)" userId="f1dcac62-7bef-43eb-91f0-927336a1714f" providerId="ADAL" clId="{6462D998-D804-4DBF-BCB7-78D168429F69}" dt="2022-07-07T11:17:34.036" v="576" actId="478"/>
          <ac:picMkLst>
            <pc:docMk/>
            <pc:sldMk cId="269201748" sldId="9734"/>
            <ac:picMk id="87" creationId="{8E41DB37-A462-4751-910E-AB5BA6FEEBE6}"/>
          </ac:picMkLst>
        </pc:picChg>
        <pc:picChg chg="del">
          <ac:chgData name="Macher, Andreas (DI FA CTR PLC PPM)" userId="f1dcac62-7bef-43eb-91f0-927336a1714f" providerId="ADAL" clId="{6462D998-D804-4DBF-BCB7-78D168429F69}" dt="2022-07-07T11:17:34.036" v="576" actId="478"/>
          <ac:picMkLst>
            <pc:docMk/>
            <pc:sldMk cId="269201748" sldId="9734"/>
            <ac:picMk id="119" creationId="{960E6A47-6050-4A8C-8ECD-245E36D53955}"/>
          </ac:picMkLst>
        </pc:picChg>
        <pc:picChg chg="add mod">
          <ac:chgData name="Macher, Andreas (DI FA CTR PLC PPM)" userId="f1dcac62-7bef-43eb-91f0-927336a1714f" providerId="ADAL" clId="{6462D998-D804-4DBF-BCB7-78D168429F69}" dt="2022-07-07T11:17:55.672" v="690" actId="1037"/>
          <ac:picMkLst>
            <pc:docMk/>
            <pc:sldMk cId="269201748" sldId="9734"/>
            <ac:picMk id="129" creationId="{2B8BB2C5-7879-1195-224E-2DF74084CB70}"/>
          </ac:picMkLst>
        </pc:picChg>
        <pc:picChg chg="mod">
          <ac:chgData name="Macher, Andreas (DI FA CTR PLC PPM)" userId="f1dcac62-7bef-43eb-91f0-927336a1714f" providerId="ADAL" clId="{6462D998-D804-4DBF-BCB7-78D168429F69}" dt="2022-07-07T11:17:55.672" v="690" actId="1037"/>
          <ac:picMkLst>
            <pc:docMk/>
            <pc:sldMk cId="269201748" sldId="9734"/>
            <ac:picMk id="139" creationId="{284C3AEB-1375-FE76-E711-041AEADD5D65}"/>
          </ac:picMkLst>
        </pc:picChg>
        <pc:picChg chg="mod">
          <ac:chgData name="Macher, Andreas (DI FA CTR PLC PPM)" userId="f1dcac62-7bef-43eb-91f0-927336a1714f" providerId="ADAL" clId="{6462D998-D804-4DBF-BCB7-78D168429F69}" dt="2022-07-07T11:17:55.672" v="690" actId="1037"/>
          <ac:picMkLst>
            <pc:docMk/>
            <pc:sldMk cId="269201748" sldId="9734"/>
            <ac:picMk id="140" creationId="{2C825774-515F-2DFE-0595-ED67E654596E}"/>
          </ac:picMkLst>
        </pc:picChg>
        <pc:picChg chg="mod">
          <ac:chgData name="Macher, Andreas (DI FA CTR PLC PPM)" userId="f1dcac62-7bef-43eb-91f0-927336a1714f" providerId="ADAL" clId="{6462D998-D804-4DBF-BCB7-78D168429F69}" dt="2022-07-07T11:17:55.672" v="690" actId="1037"/>
          <ac:picMkLst>
            <pc:docMk/>
            <pc:sldMk cId="269201748" sldId="9734"/>
            <ac:picMk id="141" creationId="{8C73A60C-EF15-5B0E-6D80-8AB7DEA9640C}"/>
          </ac:picMkLst>
        </pc:picChg>
        <pc:picChg chg="mod">
          <ac:chgData name="Macher, Andreas (DI FA CTR PLC PPM)" userId="f1dcac62-7bef-43eb-91f0-927336a1714f" providerId="ADAL" clId="{6462D998-D804-4DBF-BCB7-78D168429F69}" dt="2022-07-07T11:17:55.672" v="690" actId="1037"/>
          <ac:picMkLst>
            <pc:docMk/>
            <pc:sldMk cId="269201748" sldId="9734"/>
            <ac:picMk id="142" creationId="{24C212A4-4BA5-91A0-38BD-40D5B72FFA40}"/>
          </ac:picMkLst>
        </pc:picChg>
        <pc:picChg chg="mod">
          <ac:chgData name="Macher, Andreas (DI FA CTR PLC PPM)" userId="f1dcac62-7bef-43eb-91f0-927336a1714f" providerId="ADAL" clId="{6462D998-D804-4DBF-BCB7-78D168429F69}" dt="2022-07-07T11:17:55.672" v="690" actId="1037"/>
          <ac:picMkLst>
            <pc:docMk/>
            <pc:sldMk cId="269201748" sldId="9734"/>
            <ac:picMk id="143" creationId="{3D5DF451-4FFB-D753-EA60-27F1DA6897B6}"/>
          </ac:picMkLst>
        </pc:picChg>
        <pc:picChg chg="mod">
          <ac:chgData name="Macher, Andreas (DI FA CTR PLC PPM)" userId="f1dcac62-7bef-43eb-91f0-927336a1714f" providerId="ADAL" clId="{6462D998-D804-4DBF-BCB7-78D168429F69}" dt="2022-07-07T11:17:55.672" v="690" actId="1037"/>
          <ac:picMkLst>
            <pc:docMk/>
            <pc:sldMk cId="269201748" sldId="9734"/>
            <ac:picMk id="144" creationId="{DC130255-89D2-D8DB-B55D-4F53A74164E8}"/>
          </ac:picMkLst>
        </pc:picChg>
        <pc:picChg chg="mod">
          <ac:chgData name="Macher, Andreas (DI FA CTR PLC PPM)" userId="f1dcac62-7bef-43eb-91f0-927336a1714f" providerId="ADAL" clId="{6462D998-D804-4DBF-BCB7-78D168429F69}" dt="2022-07-07T11:17:55.672" v="690" actId="1037"/>
          <ac:picMkLst>
            <pc:docMk/>
            <pc:sldMk cId="269201748" sldId="9734"/>
            <ac:picMk id="150" creationId="{4CB3ED6F-5B66-4A5B-ABAF-4DC0695B8612}"/>
          </ac:picMkLst>
        </pc:picChg>
        <pc:picChg chg="mod">
          <ac:chgData name="Macher, Andreas (DI FA CTR PLC PPM)" userId="f1dcac62-7bef-43eb-91f0-927336a1714f" providerId="ADAL" clId="{6462D998-D804-4DBF-BCB7-78D168429F69}" dt="2022-07-07T11:17:55.672" v="690" actId="1037"/>
          <ac:picMkLst>
            <pc:docMk/>
            <pc:sldMk cId="269201748" sldId="9734"/>
            <ac:picMk id="151" creationId="{34D0DD4B-91BC-A9EC-D42B-27EEE2D29EAC}"/>
          </ac:picMkLst>
        </pc:picChg>
        <pc:picChg chg="mod">
          <ac:chgData name="Macher, Andreas (DI FA CTR PLC PPM)" userId="f1dcac62-7bef-43eb-91f0-927336a1714f" providerId="ADAL" clId="{6462D998-D804-4DBF-BCB7-78D168429F69}" dt="2022-07-07T11:17:55.672" v="690" actId="1037"/>
          <ac:picMkLst>
            <pc:docMk/>
            <pc:sldMk cId="269201748" sldId="9734"/>
            <ac:picMk id="152" creationId="{173FF1C6-8B34-34CC-1399-48982FF8EA42}"/>
          </ac:picMkLst>
        </pc:picChg>
        <pc:picChg chg="mod">
          <ac:chgData name="Macher, Andreas (DI FA CTR PLC PPM)" userId="f1dcac62-7bef-43eb-91f0-927336a1714f" providerId="ADAL" clId="{6462D998-D804-4DBF-BCB7-78D168429F69}" dt="2022-07-07T11:17:55.672" v="690" actId="1037"/>
          <ac:picMkLst>
            <pc:docMk/>
            <pc:sldMk cId="269201748" sldId="9734"/>
            <ac:picMk id="153" creationId="{3EB45BC2-62B7-0ABF-1B1C-F177922454F7}"/>
          </ac:picMkLst>
        </pc:picChg>
        <pc:picChg chg="add mod">
          <ac:chgData name="Macher, Andreas (DI FA CTR PLC PPM)" userId="f1dcac62-7bef-43eb-91f0-927336a1714f" providerId="ADAL" clId="{6462D998-D804-4DBF-BCB7-78D168429F69}" dt="2022-07-07T11:17:55.672" v="690" actId="1037"/>
          <ac:picMkLst>
            <pc:docMk/>
            <pc:sldMk cId="269201748" sldId="9734"/>
            <ac:picMk id="154" creationId="{529EC11A-00F2-769B-1657-8D0C0FB1E761}"/>
          </ac:picMkLst>
        </pc:picChg>
        <pc:cxnChg chg="del">
          <ac:chgData name="Macher, Andreas (DI FA CTR PLC PPM)" userId="f1dcac62-7bef-43eb-91f0-927336a1714f" providerId="ADAL" clId="{6462D998-D804-4DBF-BCB7-78D168429F69}" dt="2022-07-07T11:17:34.036" v="576" actId="478"/>
          <ac:cxnSpMkLst>
            <pc:docMk/>
            <pc:sldMk cId="269201748" sldId="9734"/>
            <ac:cxnSpMk id="38" creationId="{00000000-0000-0000-0000-000000000000}"/>
          </ac:cxnSpMkLst>
        </pc:cxnChg>
        <pc:cxnChg chg="del">
          <ac:chgData name="Macher, Andreas (DI FA CTR PLC PPM)" userId="f1dcac62-7bef-43eb-91f0-927336a1714f" providerId="ADAL" clId="{6462D998-D804-4DBF-BCB7-78D168429F69}" dt="2022-07-07T11:17:34.036" v="576" actId="478"/>
          <ac:cxnSpMkLst>
            <pc:docMk/>
            <pc:sldMk cId="269201748" sldId="9734"/>
            <ac:cxnSpMk id="39" creationId="{00000000-0000-0000-0000-000000000000}"/>
          </ac:cxnSpMkLst>
        </pc:cxnChg>
        <pc:cxnChg chg="del">
          <ac:chgData name="Macher, Andreas (DI FA CTR PLC PPM)" userId="f1dcac62-7bef-43eb-91f0-927336a1714f" providerId="ADAL" clId="{6462D998-D804-4DBF-BCB7-78D168429F69}" dt="2022-07-07T11:17:34.036" v="576" actId="478"/>
          <ac:cxnSpMkLst>
            <pc:docMk/>
            <pc:sldMk cId="269201748" sldId="9734"/>
            <ac:cxnSpMk id="45" creationId="{00000000-0000-0000-0000-000000000000}"/>
          </ac:cxnSpMkLst>
        </pc:cxnChg>
        <pc:cxnChg chg="del">
          <ac:chgData name="Macher, Andreas (DI FA CTR PLC PPM)" userId="f1dcac62-7bef-43eb-91f0-927336a1714f" providerId="ADAL" clId="{6462D998-D804-4DBF-BCB7-78D168429F69}" dt="2022-07-07T11:17:34.036" v="576" actId="478"/>
          <ac:cxnSpMkLst>
            <pc:docMk/>
            <pc:sldMk cId="269201748" sldId="9734"/>
            <ac:cxnSpMk id="46" creationId="{00000000-0000-0000-0000-000000000000}"/>
          </ac:cxnSpMkLst>
        </pc:cxnChg>
        <pc:cxnChg chg="del">
          <ac:chgData name="Macher, Andreas (DI FA CTR PLC PPM)" userId="f1dcac62-7bef-43eb-91f0-927336a1714f" providerId="ADAL" clId="{6462D998-D804-4DBF-BCB7-78D168429F69}" dt="2022-07-07T11:17:34.036" v="576" actId="478"/>
          <ac:cxnSpMkLst>
            <pc:docMk/>
            <pc:sldMk cId="269201748" sldId="9734"/>
            <ac:cxnSpMk id="48" creationId="{00000000-0000-0000-0000-000000000000}"/>
          </ac:cxnSpMkLst>
        </pc:cxnChg>
        <pc:cxnChg chg="del">
          <ac:chgData name="Macher, Andreas (DI FA CTR PLC PPM)" userId="f1dcac62-7bef-43eb-91f0-927336a1714f" providerId="ADAL" clId="{6462D998-D804-4DBF-BCB7-78D168429F69}" dt="2022-07-07T11:17:34.036" v="576" actId="478"/>
          <ac:cxnSpMkLst>
            <pc:docMk/>
            <pc:sldMk cId="269201748" sldId="9734"/>
            <ac:cxnSpMk id="49" creationId="{00000000-0000-0000-0000-000000000000}"/>
          </ac:cxnSpMkLst>
        </pc:cxnChg>
        <pc:cxnChg chg="del">
          <ac:chgData name="Macher, Andreas (DI FA CTR PLC PPM)" userId="f1dcac62-7bef-43eb-91f0-927336a1714f" providerId="ADAL" clId="{6462D998-D804-4DBF-BCB7-78D168429F69}" dt="2022-07-07T11:18:22.186" v="692" actId="478"/>
          <ac:cxnSpMkLst>
            <pc:docMk/>
            <pc:sldMk cId="269201748" sldId="9734"/>
            <ac:cxnSpMk id="65" creationId="{00000000-0000-0000-0000-000000000000}"/>
          </ac:cxnSpMkLst>
        </pc:cxnChg>
        <pc:cxnChg chg="del">
          <ac:chgData name="Macher, Andreas (DI FA CTR PLC PPM)" userId="f1dcac62-7bef-43eb-91f0-927336a1714f" providerId="ADAL" clId="{6462D998-D804-4DBF-BCB7-78D168429F69}" dt="2022-07-07T11:17:34.036" v="576" actId="478"/>
          <ac:cxnSpMkLst>
            <pc:docMk/>
            <pc:sldMk cId="269201748" sldId="9734"/>
            <ac:cxnSpMk id="73" creationId="{9B3365E4-ADE1-4360-8079-594AC1CFFBD9}"/>
          </ac:cxnSpMkLst>
        </pc:cxnChg>
        <pc:cxnChg chg="del">
          <ac:chgData name="Macher, Andreas (DI FA CTR PLC PPM)" userId="f1dcac62-7bef-43eb-91f0-927336a1714f" providerId="ADAL" clId="{6462D998-D804-4DBF-BCB7-78D168429F69}" dt="2022-07-07T11:17:34.036" v="576" actId="478"/>
          <ac:cxnSpMkLst>
            <pc:docMk/>
            <pc:sldMk cId="269201748" sldId="9734"/>
            <ac:cxnSpMk id="75" creationId="{FA27EBA0-F91D-4341-9549-FDC6BD2FE7ED}"/>
          </ac:cxnSpMkLst>
        </pc:cxnChg>
        <pc:cxnChg chg="del">
          <ac:chgData name="Macher, Andreas (DI FA CTR PLC PPM)" userId="f1dcac62-7bef-43eb-91f0-927336a1714f" providerId="ADAL" clId="{6462D998-D804-4DBF-BCB7-78D168429F69}" dt="2022-07-07T11:18:18.937" v="691" actId="478"/>
          <ac:cxnSpMkLst>
            <pc:docMk/>
            <pc:sldMk cId="269201748" sldId="9734"/>
            <ac:cxnSpMk id="88" creationId="{00000000-0000-0000-0000-000000000000}"/>
          </ac:cxnSpMkLst>
        </pc:cxnChg>
        <pc:cxnChg chg="add mod">
          <ac:chgData name="Macher, Andreas (DI FA CTR PLC PPM)" userId="f1dcac62-7bef-43eb-91f0-927336a1714f" providerId="ADAL" clId="{6462D998-D804-4DBF-BCB7-78D168429F69}" dt="2022-07-07T11:17:55.672" v="690" actId="1037"/>
          <ac:cxnSpMkLst>
            <pc:docMk/>
            <pc:sldMk cId="269201748" sldId="9734"/>
            <ac:cxnSpMk id="95" creationId="{EA07EE95-766E-BB61-B8E3-D6CDB3EBECAC}"/>
          </ac:cxnSpMkLst>
        </pc:cxnChg>
        <pc:cxnChg chg="add mod">
          <ac:chgData name="Macher, Andreas (DI FA CTR PLC PPM)" userId="f1dcac62-7bef-43eb-91f0-927336a1714f" providerId="ADAL" clId="{6462D998-D804-4DBF-BCB7-78D168429F69}" dt="2022-07-07T11:17:55.672" v="690" actId="1037"/>
          <ac:cxnSpMkLst>
            <pc:docMk/>
            <pc:sldMk cId="269201748" sldId="9734"/>
            <ac:cxnSpMk id="96" creationId="{156A2185-AC05-9B81-34F7-19AFCDECB9FA}"/>
          </ac:cxnSpMkLst>
        </pc:cxnChg>
        <pc:cxnChg chg="add mod">
          <ac:chgData name="Macher, Andreas (DI FA CTR PLC PPM)" userId="f1dcac62-7bef-43eb-91f0-927336a1714f" providerId="ADAL" clId="{6462D998-D804-4DBF-BCB7-78D168429F69}" dt="2022-07-07T11:17:55.672" v="690" actId="1037"/>
          <ac:cxnSpMkLst>
            <pc:docMk/>
            <pc:sldMk cId="269201748" sldId="9734"/>
            <ac:cxnSpMk id="106" creationId="{981A8351-0773-8F42-7A7C-7BCDFE8CE912}"/>
          </ac:cxnSpMkLst>
        </pc:cxnChg>
        <pc:cxnChg chg="add mod">
          <ac:chgData name="Macher, Andreas (DI FA CTR PLC PPM)" userId="f1dcac62-7bef-43eb-91f0-927336a1714f" providerId="ADAL" clId="{6462D998-D804-4DBF-BCB7-78D168429F69}" dt="2022-07-07T11:17:55.672" v="690" actId="1037"/>
          <ac:cxnSpMkLst>
            <pc:docMk/>
            <pc:sldMk cId="269201748" sldId="9734"/>
            <ac:cxnSpMk id="121" creationId="{857F9F97-B114-A6E8-A5EC-5F20F62CCF0E}"/>
          </ac:cxnSpMkLst>
        </pc:cxnChg>
        <pc:cxnChg chg="add mod">
          <ac:chgData name="Macher, Andreas (DI FA CTR PLC PPM)" userId="f1dcac62-7bef-43eb-91f0-927336a1714f" providerId="ADAL" clId="{6462D998-D804-4DBF-BCB7-78D168429F69}" dt="2022-07-07T11:17:55.672" v="690" actId="1037"/>
          <ac:cxnSpMkLst>
            <pc:docMk/>
            <pc:sldMk cId="269201748" sldId="9734"/>
            <ac:cxnSpMk id="123" creationId="{EBCC80E8-BC2E-D75E-022D-49B447F959F4}"/>
          </ac:cxnSpMkLst>
        </pc:cxnChg>
        <pc:cxnChg chg="add mod">
          <ac:chgData name="Macher, Andreas (DI FA CTR PLC PPM)" userId="f1dcac62-7bef-43eb-91f0-927336a1714f" providerId="ADAL" clId="{6462D998-D804-4DBF-BCB7-78D168429F69}" dt="2022-07-07T11:17:55.672" v="690" actId="1037"/>
          <ac:cxnSpMkLst>
            <pc:docMk/>
            <pc:sldMk cId="269201748" sldId="9734"/>
            <ac:cxnSpMk id="124" creationId="{EB981E40-81CF-B0C4-2378-093A796148A4}"/>
          </ac:cxnSpMkLst>
        </pc:cxnChg>
        <pc:cxnChg chg="add mod">
          <ac:chgData name="Macher, Andreas (DI FA CTR PLC PPM)" userId="f1dcac62-7bef-43eb-91f0-927336a1714f" providerId="ADAL" clId="{6462D998-D804-4DBF-BCB7-78D168429F69}" dt="2022-07-07T11:17:55.672" v="690" actId="1037"/>
          <ac:cxnSpMkLst>
            <pc:docMk/>
            <pc:sldMk cId="269201748" sldId="9734"/>
            <ac:cxnSpMk id="127" creationId="{F491082C-86B9-CF0D-FCBC-E06A18BF21C7}"/>
          </ac:cxnSpMkLst>
        </pc:cxnChg>
      </pc:sldChg>
    </pc:docChg>
  </pc:docChgLst>
  <pc:docChgLst>
    <pc:chgData name="Macher, Andreas (DI FA CTR PLC PPM)" userId="f1dcac62-7bef-43eb-91f0-927336a1714f" providerId="ADAL" clId="{DE3F87E3-065C-4D1A-9C3A-48EF06AD1AE9}"/>
    <pc:docChg chg="undo custSel modSld modMainMaster">
      <pc:chgData name="Macher, Andreas (DI FA CTR PLC PPM)" userId="f1dcac62-7bef-43eb-91f0-927336a1714f" providerId="ADAL" clId="{DE3F87E3-065C-4D1A-9C3A-48EF06AD1AE9}" dt="2022-12-08T14:53:16.791" v="75"/>
      <pc:docMkLst>
        <pc:docMk/>
      </pc:docMkLst>
      <pc:sldChg chg="modSp">
        <pc:chgData name="Macher, Andreas (DI FA CTR PLC PPM)" userId="f1dcac62-7bef-43eb-91f0-927336a1714f" providerId="ADAL" clId="{DE3F87E3-065C-4D1A-9C3A-48EF06AD1AE9}" dt="2022-12-08T14:53:16.791" v="75"/>
        <pc:sldMkLst>
          <pc:docMk/>
          <pc:sldMk cId="3044083358" sldId="268"/>
        </pc:sldMkLst>
        <pc:spChg chg="mod">
          <ac:chgData name="Macher, Andreas (DI FA CTR PLC PPM)" userId="f1dcac62-7bef-43eb-91f0-927336a1714f" providerId="ADAL" clId="{DE3F87E3-065C-4D1A-9C3A-48EF06AD1AE9}" dt="2022-12-08T14:53:16.791" v="75"/>
          <ac:spMkLst>
            <pc:docMk/>
            <pc:sldMk cId="3044083358" sldId="268"/>
            <ac:spMk id="2" creationId="{7D86EBFB-CE6A-4758-896A-AAD8E1D08CC8}"/>
          </ac:spMkLst>
        </pc:spChg>
      </pc:sldChg>
      <pc:sldChg chg="modSp">
        <pc:chgData name="Macher, Andreas (DI FA CTR PLC PPM)" userId="f1dcac62-7bef-43eb-91f0-927336a1714f" providerId="ADAL" clId="{DE3F87E3-065C-4D1A-9C3A-48EF06AD1AE9}" dt="2022-12-08T14:53:16.791" v="75"/>
        <pc:sldMkLst>
          <pc:docMk/>
          <pc:sldMk cId="1915380295" sldId="297"/>
        </pc:sldMkLst>
        <pc:spChg chg="mod">
          <ac:chgData name="Macher, Andreas (DI FA CTR PLC PPM)" userId="f1dcac62-7bef-43eb-91f0-927336a1714f" providerId="ADAL" clId="{DE3F87E3-065C-4D1A-9C3A-48EF06AD1AE9}" dt="2022-12-08T14:53:16.791" v="75"/>
          <ac:spMkLst>
            <pc:docMk/>
            <pc:sldMk cId="1915380295" sldId="297"/>
            <ac:spMk id="3" creationId="{773F1630-BA2E-4528-AF32-DB8419A4F3B5}"/>
          </ac:spMkLst>
        </pc:spChg>
      </pc:sldChg>
      <pc:sldChg chg="modSp">
        <pc:chgData name="Macher, Andreas (DI FA CTR PLC PPM)" userId="f1dcac62-7bef-43eb-91f0-927336a1714f" providerId="ADAL" clId="{DE3F87E3-065C-4D1A-9C3A-48EF06AD1AE9}" dt="2022-12-08T14:53:16.791" v="75"/>
        <pc:sldMkLst>
          <pc:docMk/>
          <pc:sldMk cId="2969443571" sldId="317"/>
        </pc:sldMkLst>
        <pc:spChg chg="mod">
          <ac:chgData name="Macher, Andreas (DI FA CTR PLC PPM)" userId="f1dcac62-7bef-43eb-91f0-927336a1714f" providerId="ADAL" clId="{DE3F87E3-065C-4D1A-9C3A-48EF06AD1AE9}" dt="2022-12-08T14:53:16.791" v="75"/>
          <ac:spMkLst>
            <pc:docMk/>
            <pc:sldMk cId="2969443571" sldId="317"/>
            <ac:spMk id="4" creationId="{219E2082-A671-48FA-BA58-21BFEF63DFFA}"/>
          </ac:spMkLst>
        </pc:spChg>
      </pc:sldChg>
      <pc:sldChg chg="modSp">
        <pc:chgData name="Macher, Andreas (DI FA CTR PLC PPM)" userId="f1dcac62-7bef-43eb-91f0-927336a1714f" providerId="ADAL" clId="{DE3F87E3-065C-4D1A-9C3A-48EF06AD1AE9}" dt="2022-12-08T14:53:16.791" v="75"/>
        <pc:sldMkLst>
          <pc:docMk/>
          <pc:sldMk cId="193405717" sldId="318"/>
        </pc:sldMkLst>
        <pc:spChg chg="mod">
          <ac:chgData name="Macher, Andreas (DI FA CTR PLC PPM)" userId="f1dcac62-7bef-43eb-91f0-927336a1714f" providerId="ADAL" clId="{DE3F87E3-065C-4D1A-9C3A-48EF06AD1AE9}" dt="2022-12-08T14:53:16.791" v="75"/>
          <ac:spMkLst>
            <pc:docMk/>
            <pc:sldMk cId="193405717" sldId="318"/>
            <ac:spMk id="3" creationId="{63CC7659-698F-4181-8B32-A0140FB09738}"/>
          </ac:spMkLst>
        </pc:spChg>
      </pc:sldChg>
      <pc:sldChg chg="modSp">
        <pc:chgData name="Macher, Andreas (DI FA CTR PLC PPM)" userId="f1dcac62-7bef-43eb-91f0-927336a1714f" providerId="ADAL" clId="{DE3F87E3-065C-4D1A-9C3A-48EF06AD1AE9}" dt="2022-12-08T14:53:16.791" v="75"/>
        <pc:sldMkLst>
          <pc:docMk/>
          <pc:sldMk cId="2146974064" sldId="348"/>
        </pc:sldMkLst>
        <pc:spChg chg="mod">
          <ac:chgData name="Macher, Andreas (DI FA CTR PLC PPM)" userId="f1dcac62-7bef-43eb-91f0-927336a1714f" providerId="ADAL" clId="{DE3F87E3-065C-4D1A-9C3A-48EF06AD1AE9}" dt="2022-12-08T14:53:16.791" v="75"/>
          <ac:spMkLst>
            <pc:docMk/>
            <pc:sldMk cId="2146974064" sldId="348"/>
            <ac:spMk id="2" creationId="{B2F31D39-A6F7-4DB4-B72E-942032227D97}"/>
          </ac:spMkLst>
        </pc:spChg>
      </pc:sldChg>
      <pc:sldChg chg="modSp">
        <pc:chgData name="Macher, Andreas (DI FA CTR PLC PPM)" userId="f1dcac62-7bef-43eb-91f0-927336a1714f" providerId="ADAL" clId="{DE3F87E3-065C-4D1A-9C3A-48EF06AD1AE9}" dt="2022-12-08T14:53:16.791" v="75"/>
        <pc:sldMkLst>
          <pc:docMk/>
          <pc:sldMk cId="539676313" sldId="358"/>
        </pc:sldMkLst>
        <pc:spChg chg="mod">
          <ac:chgData name="Macher, Andreas (DI FA CTR PLC PPM)" userId="f1dcac62-7bef-43eb-91f0-927336a1714f" providerId="ADAL" clId="{DE3F87E3-065C-4D1A-9C3A-48EF06AD1AE9}" dt="2022-12-08T14:53:16.791" v="75"/>
          <ac:spMkLst>
            <pc:docMk/>
            <pc:sldMk cId="539676313" sldId="358"/>
            <ac:spMk id="4" creationId="{3DD2FE0F-26C9-44A2-8E72-736EE0DE558E}"/>
          </ac:spMkLst>
        </pc:spChg>
      </pc:sldChg>
      <pc:sldChg chg="modSp">
        <pc:chgData name="Macher, Andreas (DI FA CTR PLC PPM)" userId="f1dcac62-7bef-43eb-91f0-927336a1714f" providerId="ADAL" clId="{DE3F87E3-065C-4D1A-9C3A-48EF06AD1AE9}" dt="2022-12-08T14:53:16.791" v="75"/>
        <pc:sldMkLst>
          <pc:docMk/>
          <pc:sldMk cId="859629943" sldId="559"/>
        </pc:sldMkLst>
        <pc:spChg chg="mod">
          <ac:chgData name="Macher, Andreas (DI FA CTR PLC PPM)" userId="f1dcac62-7bef-43eb-91f0-927336a1714f" providerId="ADAL" clId="{DE3F87E3-065C-4D1A-9C3A-48EF06AD1AE9}" dt="2022-12-08T14:53:16.791" v="75"/>
          <ac:spMkLst>
            <pc:docMk/>
            <pc:sldMk cId="859629943" sldId="559"/>
            <ac:spMk id="19" creationId="{6D4A85FB-709B-E522-F43C-30CB52D80E4D}"/>
          </ac:spMkLst>
        </pc:spChg>
      </pc:sldChg>
      <pc:sldChg chg="modSp">
        <pc:chgData name="Macher, Andreas (DI FA CTR PLC PPM)" userId="f1dcac62-7bef-43eb-91f0-927336a1714f" providerId="ADAL" clId="{DE3F87E3-065C-4D1A-9C3A-48EF06AD1AE9}" dt="2022-12-08T14:53:16.791" v="75"/>
        <pc:sldMkLst>
          <pc:docMk/>
          <pc:sldMk cId="3113480645" sldId="661"/>
        </pc:sldMkLst>
        <pc:spChg chg="mod">
          <ac:chgData name="Macher, Andreas (DI FA CTR PLC PPM)" userId="f1dcac62-7bef-43eb-91f0-927336a1714f" providerId="ADAL" clId="{DE3F87E3-065C-4D1A-9C3A-48EF06AD1AE9}" dt="2022-12-08T14:53:16.791" v="75"/>
          <ac:spMkLst>
            <pc:docMk/>
            <pc:sldMk cId="3113480645" sldId="661"/>
            <ac:spMk id="2" creationId="{DDF5808C-9C2D-4129-9E9A-F48BAFEA084C}"/>
          </ac:spMkLst>
        </pc:spChg>
      </pc:sldChg>
      <pc:sldChg chg="modSp">
        <pc:chgData name="Macher, Andreas (DI FA CTR PLC PPM)" userId="f1dcac62-7bef-43eb-91f0-927336a1714f" providerId="ADAL" clId="{DE3F87E3-065C-4D1A-9C3A-48EF06AD1AE9}" dt="2022-12-08T14:53:16.791" v="75"/>
        <pc:sldMkLst>
          <pc:docMk/>
          <pc:sldMk cId="1679351195" sldId="662"/>
        </pc:sldMkLst>
        <pc:spChg chg="mod">
          <ac:chgData name="Macher, Andreas (DI FA CTR PLC PPM)" userId="f1dcac62-7bef-43eb-91f0-927336a1714f" providerId="ADAL" clId="{DE3F87E3-065C-4D1A-9C3A-48EF06AD1AE9}" dt="2022-12-08T14:53:16.791" v="75"/>
          <ac:spMkLst>
            <pc:docMk/>
            <pc:sldMk cId="1679351195" sldId="662"/>
            <ac:spMk id="6" creationId="{650595C0-73CC-4CBD-A1E6-78A6C725B960}"/>
          </ac:spMkLst>
        </pc:spChg>
      </pc:sldChg>
      <pc:sldChg chg="modSp">
        <pc:chgData name="Macher, Andreas (DI FA CTR PLC PPM)" userId="f1dcac62-7bef-43eb-91f0-927336a1714f" providerId="ADAL" clId="{DE3F87E3-065C-4D1A-9C3A-48EF06AD1AE9}" dt="2022-12-08T14:53:16.791" v="75"/>
        <pc:sldMkLst>
          <pc:docMk/>
          <pc:sldMk cId="3428021829" sldId="663"/>
        </pc:sldMkLst>
        <pc:spChg chg="mod">
          <ac:chgData name="Macher, Andreas (DI FA CTR PLC PPM)" userId="f1dcac62-7bef-43eb-91f0-927336a1714f" providerId="ADAL" clId="{DE3F87E3-065C-4D1A-9C3A-48EF06AD1AE9}" dt="2022-12-08T14:53:16.791" v="75"/>
          <ac:spMkLst>
            <pc:docMk/>
            <pc:sldMk cId="3428021829" sldId="663"/>
            <ac:spMk id="4" creationId="{219E2082-A671-48FA-BA58-21BFEF63DFFA}"/>
          </ac:spMkLst>
        </pc:spChg>
      </pc:sldChg>
      <pc:sldChg chg="modSp">
        <pc:chgData name="Macher, Andreas (DI FA CTR PLC PPM)" userId="f1dcac62-7bef-43eb-91f0-927336a1714f" providerId="ADAL" clId="{DE3F87E3-065C-4D1A-9C3A-48EF06AD1AE9}" dt="2022-12-08T14:53:16.791" v="75"/>
        <pc:sldMkLst>
          <pc:docMk/>
          <pc:sldMk cId="1410991824" sldId="664"/>
        </pc:sldMkLst>
        <pc:spChg chg="mod">
          <ac:chgData name="Macher, Andreas (DI FA CTR PLC PPM)" userId="f1dcac62-7bef-43eb-91f0-927336a1714f" providerId="ADAL" clId="{DE3F87E3-065C-4D1A-9C3A-48EF06AD1AE9}" dt="2022-12-08T14:53:16.791" v="75"/>
          <ac:spMkLst>
            <pc:docMk/>
            <pc:sldMk cId="1410991824" sldId="664"/>
            <ac:spMk id="7" creationId="{C3B7250B-7290-4C5F-B566-B46174202AF9}"/>
          </ac:spMkLst>
        </pc:spChg>
      </pc:sldChg>
      <pc:sldChg chg="modSp">
        <pc:chgData name="Macher, Andreas (DI FA CTR PLC PPM)" userId="f1dcac62-7bef-43eb-91f0-927336a1714f" providerId="ADAL" clId="{DE3F87E3-065C-4D1A-9C3A-48EF06AD1AE9}" dt="2022-12-08T14:53:16.791" v="75"/>
        <pc:sldMkLst>
          <pc:docMk/>
          <pc:sldMk cId="1652305453" sldId="684"/>
        </pc:sldMkLst>
        <pc:spChg chg="mod">
          <ac:chgData name="Macher, Andreas (DI FA CTR PLC PPM)" userId="f1dcac62-7bef-43eb-91f0-927336a1714f" providerId="ADAL" clId="{DE3F87E3-065C-4D1A-9C3A-48EF06AD1AE9}" dt="2022-12-08T14:53:16.791" v="75"/>
          <ac:spMkLst>
            <pc:docMk/>
            <pc:sldMk cId="1652305453" sldId="684"/>
            <ac:spMk id="2" creationId="{E649E289-E72B-474F-BF5F-B9B87DBDD893}"/>
          </ac:spMkLst>
        </pc:spChg>
      </pc:sldChg>
      <pc:sldChg chg="modSp">
        <pc:chgData name="Macher, Andreas (DI FA CTR PLC PPM)" userId="f1dcac62-7bef-43eb-91f0-927336a1714f" providerId="ADAL" clId="{DE3F87E3-065C-4D1A-9C3A-48EF06AD1AE9}" dt="2022-12-08T14:53:16.791" v="75"/>
        <pc:sldMkLst>
          <pc:docMk/>
          <pc:sldMk cId="3480331369" sldId="2052"/>
        </pc:sldMkLst>
        <pc:spChg chg="mod">
          <ac:chgData name="Macher, Andreas (DI FA CTR PLC PPM)" userId="f1dcac62-7bef-43eb-91f0-927336a1714f" providerId="ADAL" clId="{DE3F87E3-065C-4D1A-9C3A-48EF06AD1AE9}" dt="2022-12-08T14:53:16.791" v="75"/>
          <ac:spMkLst>
            <pc:docMk/>
            <pc:sldMk cId="3480331369" sldId="2052"/>
            <ac:spMk id="2" creationId="{38B3B424-3CD7-416A-909E-FFE77304E267}"/>
          </ac:spMkLst>
        </pc:spChg>
      </pc:sldChg>
      <pc:sldChg chg="modSp">
        <pc:chgData name="Macher, Andreas (DI FA CTR PLC PPM)" userId="f1dcac62-7bef-43eb-91f0-927336a1714f" providerId="ADAL" clId="{DE3F87E3-065C-4D1A-9C3A-48EF06AD1AE9}" dt="2022-12-08T14:53:16.791" v="75"/>
        <pc:sldMkLst>
          <pc:docMk/>
          <pc:sldMk cId="1590747071" sldId="2263"/>
        </pc:sldMkLst>
        <pc:spChg chg="mod">
          <ac:chgData name="Macher, Andreas (DI FA CTR PLC PPM)" userId="f1dcac62-7bef-43eb-91f0-927336a1714f" providerId="ADAL" clId="{DE3F87E3-065C-4D1A-9C3A-48EF06AD1AE9}" dt="2022-12-08T14:53:16.791" v="75"/>
          <ac:spMkLst>
            <pc:docMk/>
            <pc:sldMk cId="1590747071" sldId="2263"/>
            <ac:spMk id="6" creationId="{DE5AD193-5C9E-46F0-A576-1031AC64F59A}"/>
          </ac:spMkLst>
        </pc:spChg>
      </pc:sldChg>
      <pc:sldChg chg="modSp">
        <pc:chgData name="Macher, Andreas (DI FA CTR PLC PPM)" userId="f1dcac62-7bef-43eb-91f0-927336a1714f" providerId="ADAL" clId="{DE3F87E3-065C-4D1A-9C3A-48EF06AD1AE9}" dt="2022-12-08T14:53:16.791" v="75"/>
        <pc:sldMkLst>
          <pc:docMk/>
          <pc:sldMk cId="1719323245" sldId="2264"/>
        </pc:sldMkLst>
        <pc:spChg chg="mod">
          <ac:chgData name="Macher, Andreas (DI FA CTR PLC PPM)" userId="f1dcac62-7bef-43eb-91f0-927336a1714f" providerId="ADAL" clId="{DE3F87E3-065C-4D1A-9C3A-48EF06AD1AE9}" dt="2022-12-08T14:53:16.791" v="75"/>
          <ac:spMkLst>
            <pc:docMk/>
            <pc:sldMk cId="1719323245" sldId="2264"/>
            <ac:spMk id="8" creationId="{C523D5B4-854A-4D56-90DC-13E830AADC5C}"/>
          </ac:spMkLst>
        </pc:spChg>
      </pc:sldChg>
      <pc:sldChg chg="modSp">
        <pc:chgData name="Macher, Andreas (DI FA CTR PLC PPM)" userId="f1dcac62-7bef-43eb-91f0-927336a1714f" providerId="ADAL" clId="{DE3F87E3-065C-4D1A-9C3A-48EF06AD1AE9}" dt="2022-12-08T14:53:16.791" v="75"/>
        <pc:sldMkLst>
          <pc:docMk/>
          <pc:sldMk cId="1861422214" sldId="2268"/>
        </pc:sldMkLst>
        <pc:spChg chg="mod">
          <ac:chgData name="Macher, Andreas (DI FA CTR PLC PPM)" userId="f1dcac62-7bef-43eb-91f0-927336a1714f" providerId="ADAL" clId="{DE3F87E3-065C-4D1A-9C3A-48EF06AD1AE9}" dt="2022-12-08T14:53:16.791" v="75"/>
          <ac:spMkLst>
            <pc:docMk/>
            <pc:sldMk cId="1861422214" sldId="2268"/>
            <ac:spMk id="4" creationId="{6FEF260C-8092-48FF-B9F4-F05B4D8D9F17}"/>
          </ac:spMkLst>
        </pc:spChg>
      </pc:sldChg>
      <pc:sldChg chg="modSp">
        <pc:chgData name="Macher, Andreas (DI FA CTR PLC PPM)" userId="f1dcac62-7bef-43eb-91f0-927336a1714f" providerId="ADAL" clId="{DE3F87E3-065C-4D1A-9C3A-48EF06AD1AE9}" dt="2022-12-08T14:53:16.791" v="75"/>
        <pc:sldMkLst>
          <pc:docMk/>
          <pc:sldMk cId="1403879467" sldId="2269"/>
        </pc:sldMkLst>
        <pc:spChg chg="mod">
          <ac:chgData name="Macher, Andreas (DI FA CTR PLC PPM)" userId="f1dcac62-7bef-43eb-91f0-927336a1714f" providerId="ADAL" clId="{DE3F87E3-065C-4D1A-9C3A-48EF06AD1AE9}" dt="2022-12-08T14:53:16.791" v="75"/>
          <ac:spMkLst>
            <pc:docMk/>
            <pc:sldMk cId="1403879467" sldId="2269"/>
            <ac:spMk id="4" creationId="{D91E3BB7-4E19-4AA9-BCD4-9D492EF6C525}"/>
          </ac:spMkLst>
        </pc:spChg>
      </pc:sldChg>
      <pc:sldChg chg="modSp">
        <pc:chgData name="Macher, Andreas (DI FA CTR PLC PPM)" userId="f1dcac62-7bef-43eb-91f0-927336a1714f" providerId="ADAL" clId="{DE3F87E3-065C-4D1A-9C3A-48EF06AD1AE9}" dt="2022-12-08T14:53:16.791" v="75"/>
        <pc:sldMkLst>
          <pc:docMk/>
          <pc:sldMk cId="2344732622" sldId="2284"/>
        </pc:sldMkLst>
        <pc:spChg chg="mod">
          <ac:chgData name="Macher, Andreas (DI FA CTR PLC PPM)" userId="f1dcac62-7bef-43eb-91f0-927336a1714f" providerId="ADAL" clId="{DE3F87E3-065C-4D1A-9C3A-48EF06AD1AE9}" dt="2022-12-08T14:53:16.791" v="75"/>
          <ac:spMkLst>
            <pc:docMk/>
            <pc:sldMk cId="2344732622" sldId="2284"/>
            <ac:spMk id="5" creationId="{DB9B0745-E87E-44A4-B686-868773688415}"/>
          </ac:spMkLst>
        </pc:spChg>
      </pc:sldChg>
      <pc:sldChg chg="modSp">
        <pc:chgData name="Macher, Andreas (DI FA CTR PLC PPM)" userId="f1dcac62-7bef-43eb-91f0-927336a1714f" providerId="ADAL" clId="{DE3F87E3-065C-4D1A-9C3A-48EF06AD1AE9}" dt="2022-12-08T14:53:16.791" v="75"/>
        <pc:sldMkLst>
          <pc:docMk/>
          <pc:sldMk cId="2205172182" sldId="2290"/>
        </pc:sldMkLst>
        <pc:spChg chg="mod">
          <ac:chgData name="Macher, Andreas (DI FA CTR PLC PPM)" userId="f1dcac62-7bef-43eb-91f0-927336a1714f" providerId="ADAL" clId="{DE3F87E3-065C-4D1A-9C3A-48EF06AD1AE9}" dt="2022-12-08T14:53:16.791" v="75"/>
          <ac:spMkLst>
            <pc:docMk/>
            <pc:sldMk cId="2205172182" sldId="2290"/>
            <ac:spMk id="7" creationId="{371D2911-70D1-4644-86F5-3E6CB56DB1E5}"/>
          </ac:spMkLst>
        </pc:spChg>
      </pc:sldChg>
      <pc:sldChg chg="modSp">
        <pc:chgData name="Macher, Andreas (DI FA CTR PLC PPM)" userId="f1dcac62-7bef-43eb-91f0-927336a1714f" providerId="ADAL" clId="{DE3F87E3-065C-4D1A-9C3A-48EF06AD1AE9}" dt="2022-12-08T14:53:16.791" v="75"/>
        <pc:sldMkLst>
          <pc:docMk/>
          <pc:sldMk cId="630145559" sldId="2291"/>
        </pc:sldMkLst>
        <pc:spChg chg="mod">
          <ac:chgData name="Macher, Andreas (DI FA CTR PLC PPM)" userId="f1dcac62-7bef-43eb-91f0-927336a1714f" providerId="ADAL" clId="{DE3F87E3-065C-4D1A-9C3A-48EF06AD1AE9}" dt="2022-12-08T14:53:16.791" v="75"/>
          <ac:spMkLst>
            <pc:docMk/>
            <pc:sldMk cId="630145559" sldId="2291"/>
            <ac:spMk id="2" creationId="{25A4033A-708D-43C3-B9CD-3E72050A421C}"/>
          </ac:spMkLst>
        </pc:spChg>
      </pc:sldChg>
      <pc:sldChg chg="modSp">
        <pc:chgData name="Macher, Andreas (DI FA CTR PLC PPM)" userId="f1dcac62-7bef-43eb-91f0-927336a1714f" providerId="ADAL" clId="{DE3F87E3-065C-4D1A-9C3A-48EF06AD1AE9}" dt="2022-12-08T14:53:16.791" v="75"/>
        <pc:sldMkLst>
          <pc:docMk/>
          <pc:sldMk cId="4271667069" sldId="2297"/>
        </pc:sldMkLst>
        <pc:spChg chg="mod">
          <ac:chgData name="Macher, Andreas (DI FA CTR PLC PPM)" userId="f1dcac62-7bef-43eb-91f0-927336a1714f" providerId="ADAL" clId="{DE3F87E3-065C-4D1A-9C3A-48EF06AD1AE9}" dt="2022-12-08T14:53:16.791" v="75"/>
          <ac:spMkLst>
            <pc:docMk/>
            <pc:sldMk cId="4271667069" sldId="2297"/>
            <ac:spMk id="2" creationId="{FB6E8433-8910-4215-8221-7BF8396D9E39}"/>
          </ac:spMkLst>
        </pc:spChg>
      </pc:sldChg>
      <pc:sldChg chg="modSp">
        <pc:chgData name="Macher, Andreas (DI FA CTR PLC PPM)" userId="f1dcac62-7bef-43eb-91f0-927336a1714f" providerId="ADAL" clId="{DE3F87E3-065C-4D1A-9C3A-48EF06AD1AE9}" dt="2022-12-08T14:53:16.791" v="75"/>
        <pc:sldMkLst>
          <pc:docMk/>
          <pc:sldMk cId="1664206843" sldId="9056"/>
        </pc:sldMkLst>
        <pc:spChg chg="mod">
          <ac:chgData name="Macher, Andreas (DI FA CTR PLC PPM)" userId="f1dcac62-7bef-43eb-91f0-927336a1714f" providerId="ADAL" clId="{DE3F87E3-065C-4D1A-9C3A-48EF06AD1AE9}" dt="2022-12-08T14:53:16.791" v="75"/>
          <ac:spMkLst>
            <pc:docMk/>
            <pc:sldMk cId="1664206843" sldId="9056"/>
            <ac:spMk id="7" creationId="{A97FA142-AEF2-4969-9546-6F9F66FFBF74}"/>
          </ac:spMkLst>
        </pc:spChg>
      </pc:sldChg>
      <pc:sldChg chg="modSp">
        <pc:chgData name="Macher, Andreas (DI FA CTR PLC PPM)" userId="f1dcac62-7bef-43eb-91f0-927336a1714f" providerId="ADAL" clId="{DE3F87E3-065C-4D1A-9C3A-48EF06AD1AE9}" dt="2022-12-08T14:53:16.791" v="75"/>
        <pc:sldMkLst>
          <pc:docMk/>
          <pc:sldMk cId="1501404703" sldId="9062"/>
        </pc:sldMkLst>
        <pc:spChg chg="mod">
          <ac:chgData name="Macher, Andreas (DI FA CTR PLC PPM)" userId="f1dcac62-7bef-43eb-91f0-927336a1714f" providerId="ADAL" clId="{DE3F87E3-065C-4D1A-9C3A-48EF06AD1AE9}" dt="2022-12-08T14:53:16.791" v="75"/>
          <ac:spMkLst>
            <pc:docMk/>
            <pc:sldMk cId="1501404703" sldId="9062"/>
            <ac:spMk id="11" creationId="{422F3569-10A9-4B0E-B5AE-276F3D31E5E3}"/>
          </ac:spMkLst>
        </pc:spChg>
      </pc:sldChg>
      <pc:sldChg chg="modSp">
        <pc:chgData name="Macher, Andreas (DI FA CTR PLC PPM)" userId="f1dcac62-7bef-43eb-91f0-927336a1714f" providerId="ADAL" clId="{DE3F87E3-065C-4D1A-9C3A-48EF06AD1AE9}" dt="2022-12-08T14:53:16.791" v="75"/>
        <pc:sldMkLst>
          <pc:docMk/>
          <pc:sldMk cId="4248381990" sldId="9064"/>
        </pc:sldMkLst>
        <pc:spChg chg="mod">
          <ac:chgData name="Macher, Andreas (DI FA CTR PLC PPM)" userId="f1dcac62-7bef-43eb-91f0-927336a1714f" providerId="ADAL" clId="{DE3F87E3-065C-4D1A-9C3A-48EF06AD1AE9}" dt="2022-12-08T14:53:16.791" v="75"/>
          <ac:spMkLst>
            <pc:docMk/>
            <pc:sldMk cId="4248381990" sldId="9064"/>
            <ac:spMk id="2" creationId="{C431EEF0-7B34-494C-85FD-2B492BC7CBF8}"/>
          </ac:spMkLst>
        </pc:spChg>
      </pc:sldChg>
      <pc:sldChg chg="modSp">
        <pc:chgData name="Macher, Andreas (DI FA CTR PLC PPM)" userId="f1dcac62-7bef-43eb-91f0-927336a1714f" providerId="ADAL" clId="{DE3F87E3-065C-4D1A-9C3A-48EF06AD1AE9}" dt="2022-12-08T14:53:16.791" v="75"/>
        <pc:sldMkLst>
          <pc:docMk/>
          <pc:sldMk cId="578210998" sldId="9072"/>
        </pc:sldMkLst>
        <pc:spChg chg="mod">
          <ac:chgData name="Macher, Andreas (DI FA CTR PLC PPM)" userId="f1dcac62-7bef-43eb-91f0-927336a1714f" providerId="ADAL" clId="{DE3F87E3-065C-4D1A-9C3A-48EF06AD1AE9}" dt="2022-12-08T14:53:16.791" v="75"/>
          <ac:spMkLst>
            <pc:docMk/>
            <pc:sldMk cId="578210998" sldId="9072"/>
            <ac:spMk id="2" creationId="{0342A3D6-98FE-48A7-AFE2-71450107450D}"/>
          </ac:spMkLst>
        </pc:spChg>
      </pc:sldChg>
      <pc:sldChg chg="modSp">
        <pc:chgData name="Macher, Andreas (DI FA CTR PLC PPM)" userId="f1dcac62-7bef-43eb-91f0-927336a1714f" providerId="ADAL" clId="{DE3F87E3-065C-4D1A-9C3A-48EF06AD1AE9}" dt="2022-12-08T14:53:16.791" v="75"/>
        <pc:sldMkLst>
          <pc:docMk/>
          <pc:sldMk cId="4153753026" sldId="9073"/>
        </pc:sldMkLst>
        <pc:spChg chg="mod">
          <ac:chgData name="Macher, Andreas (DI FA CTR PLC PPM)" userId="f1dcac62-7bef-43eb-91f0-927336a1714f" providerId="ADAL" clId="{DE3F87E3-065C-4D1A-9C3A-48EF06AD1AE9}" dt="2022-12-08T14:53:16.791" v="75"/>
          <ac:spMkLst>
            <pc:docMk/>
            <pc:sldMk cId="4153753026" sldId="9073"/>
            <ac:spMk id="2" creationId="{8E888A1E-9B92-4BE5-87D5-650A66A200BE}"/>
          </ac:spMkLst>
        </pc:spChg>
      </pc:sldChg>
      <pc:sldChg chg="modSp">
        <pc:chgData name="Macher, Andreas (DI FA CTR PLC PPM)" userId="f1dcac62-7bef-43eb-91f0-927336a1714f" providerId="ADAL" clId="{DE3F87E3-065C-4D1A-9C3A-48EF06AD1AE9}" dt="2022-12-08T14:53:16.791" v="75"/>
        <pc:sldMkLst>
          <pc:docMk/>
          <pc:sldMk cId="3586329819" sldId="9075"/>
        </pc:sldMkLst>
        <pc:spChg chg="mod">
          <ac:chgData name="Macher, Andreas (DI FA CTR PLC PPM)" userId="f1dcac62-7bef-43eb-91f0-927336a1714f" providerId="ADAL" clId="{DE3F87E3-065C-4D1A-9C3A-48EF06AD1AE9}" dt="2022-12-08T14:53:16.791" v="75"/>
          <ac:spMkLst>
            <pc:docMk/>
            <pc:sldMk cId="3586329819" sldId="9075"/>
            <ac:spMk id="2" creationId="{365578C7-C65B-4D7F-8524-F7725092B59F}"/>
          </ac:spMkLst>
        </pc:spChg>
      </pc:sldChg>
      <pc:sldChg chg="modSp">
        <pc:chgData name="Macher, Andreas (DI FA CTR PLC PPM)" userId="f1dcac62-7bef-43eb-91f0-927336a1714f" providerId="ADAL" clId="{DE3F87E3-065C-4D1A-9C3A-48EF06AD1AE9}" dt="2022-12-08T14:53:16.791" v="75"/>
        <pc:sldMkLst>
          <pc:docMk/>
          <pc:sldMk cId="413719169" sldId="9076"/>
        </pc:sldMkLst>
        <pc:spChg chg="mod">
          <ac:chgData name="Macher, Andreas (DI FA CTR PLC PPM)" userId="f1dcac62-7bef-43eb-91f0-927336a1714f" providerId="ADAL" clId="{DE3F87E3-065C-4D1A-9C3A-48EF06AD1AE9}" dt="2022-12-08T14:53:16.791" v="75"/>
          <ac:spMkLst>
            <pc:docMk/>
            <pc:sldMk cId="413719169" sldId="9076"/>
            <ac:spMk id="2" creationId="{2005AA33-0C58-4946-9A8A-DD06B903F947}"/>
          </ac:spMkLst>
        </pc:spChg>
      </pc:sldChg>
      <pc:sldChg chg="modSp">
        <pc:chgData name="Macher, Andreas (DI FA CTR PLC PPM)" userId="f1dcac62-7bef-43eb-91f0-927336a1714f" providerId="ADAL" clId="{DE3F87E3-065C-4D1A-9C3A-48EF06AD1AE9}" dt="2022-12-08T14:53:16.791" v="75"/>
        <pc:sldMkLst>
          <pc:docMk/>
          <pc:sldMk cId="2085356520" sldId="9077"/>
        </pc:sldMkLst>
        <pc:spChg chg="mod">
          <ac:chgData name="Macher, Andreas (DI FA CTR PLC PPM)" userId="f1dcac62-7bef-43eb-91f0-927336a1714f" providerId="ADAL" clId="{DE3F87E3-065C-4D1A-9C3A-48EF06AD1AE9}" dt="2022-12-08T14:53:16.791" v="75"/>
          <ac:spMkLst>
            <pc:docMk/>
            <pc:sldMk cId="2085356520" sldId="9077"/>
            <ac:spMk id="2" creationId="{9AAAA657-3212-44EE-8156-A9E51026DD06}"/>
          </ac:spMkLst>
        </pc:spChg>
      </pc:sldChg>
      <pc:sldChg chg="modSp">
        <pc:chgData name="Macher, Andreas (DI FA CTR PLC PPM)" userId="f1dcac62-7bef-43eb-91f0-927336a1714f" providerId="ADAL" clId="{DE3F87E3-065C-4D1A-9C3A-48EF06AD1AE9}" dt="2022-12-08T14:53:16.791" v="75"/>
        <pc:sldMkLst>
          <pc:docMk/>
          <pc:sldMk cId="284753482" sldId="9078"/>
        </pc:sldMkLst>
        <pc:spChg chg="mod">
          <ac:chgData name="Macher, Andreas (DI FA CTR PLC PPM)" userId="f1dcac62-7bef-43eb-91f0-927336a1714f" providerId="ADAL" clId="{DE3F87E3-065C-4D1A-9C3A-48EF06AD1AE9}" dt="2022-12-08T14:53:16.791" v="75"/>
          <ac:spMkLst>
            <pc:docMk/>
            <pc:sldMk cId="284753482" sldId="9078"/>
            <ac:spMk id="2" creationId="{E8D68C40-B993-49D3-A187-201A4112CC9B}"/>
          </ac:spMkLst>
        </pc:spChg>
      </pc:sldChg>
      <pc:sldChg chg="modSp">
        <pc:chgData name="Macher, Andreas (DI FA CTR PLC PPM)" userId="f1dcac62-7bef-43eb-91f0-927336a1714f" providerId="ADAL" clId="{DE3F87E3-065C-4D1A-9C3A-48EF06AD1AE9}" dt="2022-12-08T14:53:16.791" v="75"/>
        <pc:sldMkLst>
          <pc:docMk/>
          <pc:sldMk cId="3598062986" sldId="9079"/>
        </pc:sldMkLst>
        <pc:spChg chg="mod">
          <ac:chgData name="Macher, Andreas (DI FA CTR PLC PPM)" userId="f1dcac62-7bef-43eb-91f0-927336a1714f" providerId="ADAL" clId="{DE3F87E3-065C-4D1A-9C3A-48EF06AD1AE9}" dt="2022-12-08T14:53:16.791" v="75"/>
          <ac:spMkLst>
            <pc:docMk/>
            <pc:sldMk cId="3598062986" sldId="9079"/>
            <ac:spMk id="2" creationId="{D5039AA6-48B4-4810-8C4C-2BC4443AA2B1}"/>
          </ac:spMkLst>
        </pc:spChg>
      </pc:sldChg>
      <pc:sldChg chg="modSp">
        <pc:chgData name="Macher, Andreas (DI FA CTR PLC PPM)" userId="f1dcac62-7bef-43eb-91f0-927336a1714f" providerId="ADAL" clId="{DE3F87E3-065C-4D1A-9C3A-48EF06AD1AE9}" dt="2022-12-08T14:53:16.791" v="75"/>
        <pc:sldMkLst>
          <pc:docMk/>
          <pc:sldMk cId="5489862" sldId="9082"/>
        </pc:sldMkLst>
        <pc:spChg chg="mod">
          <ac:chgData name="Macher, Andreas (DI FA CTR PLC PPM)" userId="f1dcac62-7bef-43eb-91f0-927336a1714f" providerId="ADAL" clId="{DE3F87E3-065C-4D1A-9C3A-48EF06AD1AE9}" dt="2022-12-08T14:53:16.791" v="75"/>
          <ac:spMkLst>
            <pc:docMk/>
            <pc:sldMk cId="5489862" sldId="9082"/>
            <ac:spMk id="5" creationId="{0E54C4E3-642E-40AC-9BDA-90BEFDE2557E}"/>
          </ac:spMkLst>
        </pc:spChg>
      </pc:sldChg>
      <pc:sldChg chg="modSp">
        <pc:chgData name="Macher, Andreas (DI FA CTR PLC PPM)" userId="f1dcac62-7bef-43eb-91f0-927336a1714f" providerId="ADAL" clId="{DE3F87E3-065C-4D1A-9C3A-48EF06AD1AE9}" dt="2022-12-08T14:53:16.791" v="75"/>
        <pc:sldMkLst>
          <pc:docMk/>
          <pc:sldMk cId="1957441726" sldId="9083"/>
        </pc:sldMkLst>
        <pc:spChg chg="mod">
          <ac:chgData name="Macher, Andreas (DI FA CTR PLC PPM)" userId="f1dcac62-7bef-43eb-91f0-927336a1714f" providerId="ADAL" clId="{DE3F87E3-065C-4D1A-9C3A-48EF06AD1AE9}" dt="2022-12-08T14:53:16.791" v="75"/>
          <ac:spMkLst>
            <pc:docMk/>
            <pc:sldMk cId="1957441726" sldId="9083"/>
            <ac:spMk id="5" creationId="{CF5E7DD3-A48D-4ACC-9CC7-044261F0053F}"/>
          </ac:spMkLst>
        </pc:spChg>
      </pc:sldChg>
      <pc:sldChg chg="modSp">
        <pc:chgData name="Macher, Andreas (DI FA CTR PLC PPM)" userId="f1dcac62-7bef-43eb-91f0-927336a1714f" providerId="ADAL" clId="{DE3F87E3-065C-4D1A-9C3A-48EF06AD1AE9}" dt="2022-12-08T14:53:16.791" v="75"/>
        <pc:sldMkLst>
          <pc:docMk/>
          <pc:sldMk cId="50364721" sldId="9084"/>
        </pc:sldMkLst>
        <pc:spChg chg="mod">
          <ac:chgData name="Macher, Andreas (DI FA CTR PLC PPM)" userId="f1dcac62-7bef-43eb-91f0-927336a1714f" providerId="ADAL" clId="{DE3F87E3-065C-4D1A-9C3A-48EF06AD1AE9}" dt="2022-12-08T14:53:16.791" v="75"/>
          <ac:spMkLst>
            <pc:docMk/>
            <pc:sldMk cId="50364721" sldId="9084"/>
            <ac:spMk id="5" creationId="{348CDABB-F0BB-402D-9D9D-FA665DB829D9}"/>
          </ac:spMkLst>
        </pc:spChg>
      </pc:sldChg>
      <pc:sldChg chg="modSp mod">
        <pc:chgData name="Macher, Andreas (DI FA CTR PLC PPM)" userId="f1dcac62-7bef-43eb-91f0-927336a1714f" providerId="ADAL" clId="{DE3F87E3-065C-4D1A-9C3A-48EF06AD1AE9}" dt="2022-12-08T14:53:16.791" v="75"/>
        <pc:sldMkLst>
          <pc:docMk/>
          <pc:sldMk cId="1619253116" sldId="9086"/>
        </pc:sldMkLst>
        <pc:spChg chg="mod">
          <ac:chgData name="Macher, Andreas (DI FA CTR PLC PPM)" userId="f1dcac62-7bef-43eb-91f0-927336a1714f" providerId="ADAL" clId="{DE3F87E3-065C-4D1A-9C3A-48EF06AD1AE9}" dt="2022-12-05T08:04:17.537" v="47" actId="20577"/>
          <ac:spMkLst>
            <pc:docMk/>
            <pc:sldMk cId="1619253116" sldId="9086"/>
            <ac:spMk id="4" creationId="{90687BCA-8090-4BB6-B7FE-C5D76A43CFB3}"/>
          </ac:spMkLst>
        </pc:spChg>
        <pc:spChg chg="mod">
          <ac:chgData name="Macher, Andreas (DI FA CTR PLC PPM)" userId="f1dcac62-7bef-43eb-91f0-927336a1714f" providerId="ADAL" clId="{DE3F87E3-065C-4D1A-9C3A-48EF06AD1AE9}" dt="2022-12-08T14:53:16.791" v="75"/>
          <ac:spMkLst>
            <pc:docMk/>
            <pc:sldMk cId="1619253116" sldId="9086"/>
            <ac:spMk id="5" creationId="{4347BA07-C4CB-4652-8DE3-3C97213854C2}"/>
          </ac:spMkLst>
        </pc:spChg>
      </pc:sldChg>
      <pc:sldChg chg="modSp">
        <pc:chgData name="Macher, Andreas (DI FA CTR PLC PPM)" userId="f1dcac62-7bef-43eb-91f0-927336a1714f" providerId="ADAL" clId="{DE3F87E3-065C-4D1A-9C3A-48EF06AD1AE9}" dt="2022-12-08T14:53:16.791" v="75"/>
        <pc:sldMkLst>
          <pc:docMk/>
          <pc:sldMk cId="4040070563" sldId="9087"/>
        </pc:sldMkLst>
        <pc:spChg chg="mod">
          <ac:chgData name="Macher, Andreas (DI FA CTR PLC PPM)" userId="f1dcac62-7bef-43eb-91f0-927336a1714f" providerId="ADAL" clId="{DE3F87E3-065C-4D1A-9C3A-48EF06AD1AE9}" dt="2022-12-08T14:53:16.791" v="75"/>
          <ac:spMkLst>
            <pc:docMk/>
            <pc:sldMk cId="4040070563" sldId="9087"/>
            <ac:spMk id="3" creationId="{A1CB4388-9E19-4E16-9DD5-0A87B1239024}"/>
          </ac:spMkLst>
        </pc:spChg>
      </pc:sldChg>
      <pc:sldChg chg="modSp">
        <pc:chgData name="Macher, Andreas (DI FA CTR PLC PPM)" userId="f1dcac62-7bef-43eb-91f0-927336a1714f" providerId="ADAL" clId="{DE3F87E3-065C-4D1A-9C3A-48EF06AD1AE9}" dt="2022-12-08T14:53:16.791" v="75"/>
        <pc:sldMkLst>
          <pc:docMk/>
          <pc:sldMk cId="2707752696" sldId="9091"/>
        </pc:sldMkLst>
        <pc:spChg chg="mod">
          <ac:chgData name="Macher, Andreas (DI FA CTR PLC PPM)" userId="f1dcac62-7bef-43eb-91f0-927336a1714f" providerId="ADAL" clId="{DE3F87E3-065C-4D1A-9C3A-48EF06AD1AE9}" dt="2022-12-08T14:53:16.791" v="75"/>
          <ac:spMkLst>
            <pc:docMk/>
            <pc:sldMk cId="2707752696" sldId="9091"/>
            <ac:spMk id="2" creationId="{7540EA21-2211-4181-BD05-95D33FA0048E}"/>
          </ac:spMkLst>
        </pc:spChg>
      </pc:sldChg>
      <pc:sldChg chg="modSp">
        <pc:chgData name="Macher, Andreas (DI FA CTR PLC PPM)" userId="f1dcac62-7bef-43eb-91f0-927336a1714f" providerId="ADAL" clId="{DE3F87E3-065C-4D1A-9C3A-48EF06AD1AE9}" dt="2022-12-08T14:53:16.791" v="75"/>
        <pc:sldMkLst>
          <pc:docMk/>
          <pc:sldMk cId="2189993690" sldId="9092"/>
        </pc:sldMkLst>
        <pc:spChg chg="mod">
          <ac:chgData name="Macher, Andreas (DI FA CTR PLC PPM)" userId="f1dcac62-7bef-43eb-91f0-927336a1714f" providerId="ADAL" clId="{DE3F87E3-065C-4D1A-9C3A-48EF06AD1AE9}" dt="2022-12-08T14:53:16.791" v="75"/>
          <ac:spMkLst>
            <pc:docMk/>
            <pc:sldMk cId="2189993690" sldId="9092"/>
            <ac:spMk id="2" creationId="{1BDC51F0-290C-4FAD-ACB4-C7192735F031}"/>
          </ac:spMkLst>
        </pc:spChg>
      </pc:sldChg>
      <pc:sldChg chg="modSp">
        <pc:chgData name="Macher, Andreas (DI FA CTR PLC PPM)" userId="f1dcac62-7bef-43eb-91f0-927336a1714f" providerId="ADAL" clId="{DE3F87E3-065C-4D1A-9C3A-48EF06AD1AE9}" dt="2022-12-08T14:53:16.791" v="75"/>
        <pc:sldMkLst>
          <pc:docMk/>
          <pc:sldMk cId="1689199822" sldId="9093"/>
        </pc:sldMkLst>
        <pc:spChg chg="mod">
          <ac:chgData name="Macher, Andreas (DI FA CTR PLC PPM)" userId="f1dcac62-7bef-43eb-91f0-927336a1714f" providerId="ADAL" clId="{DE3F87E3-065C-4D1A-9C3A-48EF06AD1AE9}" dt="2022-12-08T14:53:16.791" v="75"/>
          <ac:spMkLst>
            <pc:docMk/>
            <pc:sldMk cId="1689199822" sldId="9093"/>
            <ac:spMk id="2" creationId="{DA935E28-64B4-4C36-8613-5F20B5486FFD}"/>
          </ac:spMkLst>
        </pc:spChg>
      </pc:sldChg>
      <pc:sldChg chg="modSp">
        <pc:chgData name="Macher, Andreas (DI FA CTR PLC PPM)" userId="f1dcac62-7bef-43eb-91f0-927336a1714f" providerId="ADAL" clId="{DE3F87E3-065C-4D1A-9C3A-48EF06AD1AE9}" dt="2022-12-08T14:53:16.791" v="75"/>
        <pc:sldMkLst>
          <pc:docMk/>
          <pc:sldMk cId="561793657" sldId="9094"/>
        </pc:sldMkLst>
        <pc:spChg chg="mod">
          <ac:chgData name="Macher, Andreas (DI FA CTR PLC PPM)" userId="f1dcac62-7bef-43eb-91f0-927336a1714f" providerId="ADAL" clId="{DE3F87E3-065C-4D1A-9C3A-48EF06AD1AE9}" dt="2022-12-08T14:53:16.791" v="75"/>
          <ac:spMkLst>
            <pc:docMk/>
            <pc:sldMk cId="561793657" sldId="9094"/>
            <ac:spMk id="2" creationId="{D2BE2524-C783-476F-B65C-1E9D92B68189}"/>
          </ac:spMkLst>
        </pc:spChg>
      </pc:sldChg>
      <pc:sldChg chg="modSp">
        <pc:chgData name="Macher, Andreas (DI FA CTR PLC PPM)" userId="f1dcac62-7bef-43eb-91f0-927336a1714f" providerId="ADAL" clId="{DE3F87E3-065C-4D1A-9C3A-48EF06AD1AE9}" dt="2022-12-08T14:53:16.791" v="75"/>
        <pc:sldMkLst>
          <pc:docMk/>
          <pc:sldMk cId="2355069529" sldId="9095"/>
        </pc:sldMkLst>
        <pc:spChg chg="mod">
          <ac:chgData name="Macher, Andreas (DI FA CTR PLC PPM)" userId="f1dcac62-7bef-43eb-91f0-927336a1714f" providerId="ADAL" clId="{DE3F87E3-065C-4D1A-9C3A-48EF06AD1AE9}" dt="2022-12-08T14:53:16.791" v="75"/>
          <ac:spMkLst>
            <pc:docMk/>
            <pc:sldMk cId="2355069529" sldId="9095"/>
            <ac:spMk id="2" creationId="{181A6D00-20FA-4813-A728-A57E5C6F5E62}"/>
          </ac:spMkLst>
        </pc:spChg>
      </pc:sldChg>
      <pc:sldChg chg="modSp">
        <pc:chgData name="Macher, Andreas (DI FA CTR PLC PPM)" userId="f1dcac62-7bef-43eb-91f0-927336a1714f" providerId="ADAL" clId="{DE3F87E3-065C-4D1A-9C3A-48EF06AD1AE9}" dt="2022-12-08T14:53:16.791" v="75"/>
        <pc:sldMkLst>
          <pc:docMk/>
          <pc:sldMk cId="2198788560" sldId="9096"/>
        </pc:sldMkLst>
        <pc:spChg chg="mod">
          <ac:chgData name="Macher, Andreas (DI FA CTR PLC PPM)" userId="f1dcac62-7bef-43eb-91f0-927336a1714f" providerId="ADAL" clId="{DE3F87E3-065C-4D1A-9C3A-48EF06AD1AE9}" dt="2022-12-08T14:53:16.791" v="75"/>
          <ac:spMkLst>
            <pc:docMk/>
            <pc:sldMk cId="2198788560" sldId="9096"/>
            <ac:spMk id="7" creationId="{05448BBD-D420-47DC-BFA6-DC62789711FE}"/>
          </ac:spMkLst>
        </pc:spChg>
      </pc:sldChg>
      <pc:sldChg chg="addSp modSp mod">
        <pc:chgData name="Macher, Andreas (DI FA CTR PLC PPM)" userId="f1dcac62-7bef-43eb-91f0-927336a1714f" providerId="ADAL" clId="{DE3F87E3-065C-4D1A-9C3A-48EF06AD1AE9}" dt="2022-12-08T14:53:16.791" v="75"/>
        <pc:sldMkLst>
          <pc:docMk/>
          <pc:sldMk cId="2298461894" sldId="9097"/>
        </pc:sldMkLst>
        <pc:spChg chg="mod">
          <ac:chgData name="Macher, Andreas (DI FA CTR PLC PPM)" userId="f1dcac62-7bef-43eb-91f0-927336a1714f" providerId="ADAL" clId="{DE3F87E3-065C-4D1A-9C3A-48EF06AD1AE9}" dt="2022-12-08T14:53:16.791" v="75"/>
          <ac:spMkLst>
            <pc:docMk/>
            <pc:sldMk cId="2298461894" sldId="9097"/>
            <ac:spMk id="2" creationId="{AE4304C3-7775-4955-9532-EAFA5BB5626C}"/>
          </ac:spMkLst>
        </pc:spChg>
        <pc:spChg chg="mod">
          <ac:chgData name="Macher, Andreas (DI FA CTR PLC PPM)" userId="f1dcac62-7bef-43eb-91f0-927336a1714f" providerId="ADAL" clId="{DE3F87E3-065C-4D1A-9C3A-48EF06AD1AE9}" dt="2022-12-05T07:53:50.856" v="2" actId="207"/>
          <ac:spMkLst>
            <pc:docMk/>
            <pc:sldMk cId="2298461894" sldId="9097"/>
            <ac:spMk id="7" creationId="{16EA8848-2AEA-DE20-DC9B-E8CC8911A6B8}"/>
          </ac:spMkLst>
        </pc:spChg>
        <pc:spChg chg="mod">
          <ac:chgData name="Macher, Andreas (DI FA CTR PLC PPM)" userId="f1dcac62-7bef-43eb-91f0-927336a1714f" providerId="ADAL" clId="{DE3F87E3-065C-4D1A-9C3A-48EF06AD1AE9}" dt="2022-12-05T07:53:50.856" v="2" actId="207"/>
          <ac:spMkLst>
            <pc:docMk/>
            <pc:sldMk cId="2298461894" sldId="9097"/>
            <ac:spMk id="8" creationId="{A33D8CF3-42D6-8554-4589-402D5C8D96BE}"/>
          </ac:spMkLst>
        </pc:spChg>
        <pc:spChg chg="ord">
          <ac:chgData name="Macher, Andreas (DI FA CTR PLC PPM)" userId="f1dcac62-7bef-43eb-91f0-927336a1714f" providerId="ADAL" clId="{DE3F87E3-065C-4D1A-9C3A-48EF06AD1AE9}" dt="2022-12-05T07:56:58.916" v="13" actId="167"/>
          <ac:spMkLst>
            <pc:docMk/>
            <pc:sldMk cId="2298461894" sldId="9097"/>
            <ac:spMk id="29" creationId="{C89AB6E4-7ADC-5310-3102-2F3C2E0E2CF6}"/>
          </ac:spMkLst>
        </pc:spChg>
        <pc:spChg chg="mod">
          <ac:chgData name="Macher, Andreas (DI FA CTR PLC PPM)" userId="f1dcac62-7bef-43eb-91f0-927336a1714f" providerId="ADAL" clId="{DE3F87E3-065C-4D1A-9C3A-48EF06AD1AE9}" dt="2022-12-05T07:54:13.109" v="6" actId="207"/>
          <ac:spMkLst>
            <pc:docMk/>
            <pc:sldMk cId="2298461894" sldId="9097"/>
            <ac:spMk id="265" creationId="{61D7D8FD-D046-2971-18CF-F83F532BA062}"/>
          </ac:spMkLst>
        </pc:spChg>
        <pc:spChg chg="mod">
          <ac:chgData name="Macher, Andreas (DI FA CTR PLC PPM)" userId="f1dcac62-7bef-43eb-91f0-927336a1714f" providerId="ADAL" clId="{DE3F87E3-065C-4D1A-9C3A-48EF06AD1AE9}" dt="2022-12-05T07:53:56.468" v="3" actId="207"/>
          <ac:spMkLst>
            <pc:docMk/>
            <pc:sldMk cId="2298461894" sldId="9097"/>
            <ac:spMk id="291" creationId="{1790F7CD-A4E6-69EE-AD71-2DD9B294C556}"/>
          </ac:spMkLst>
        </pc:spChg>
        <pc:spChg chg="mod">
          <ac:chgData name="Macher, Andreas (DI FA CTR PLC PPM)" userId="f1dcac62-7bef-43eb-91f0-927336a1714f" providerId="ADAL" clId="{DE3F87E3-065C-4D1A-9C3A-48EF06AD1AE9}" dt="2022-12-05T07:53:56.468" v="3" actId="207"/>
          <ac:spMkLst>
            <pc:docMk/>
            <pc:sldMk cId="2298461894" sldId="9097"/>
            <ac:spMk id="292" creationId="{337120A2-EE57-CCF6-88A4-8A40A84DB80E}"/>
          </ac:spMkLst>
        </pc:spChg>
        <pc:spChg chg="mod">
          <ac:chgData name="Macher, Andreas (DI FA CTR PLC PPM)" userId="f1dcac62-7bef-43eb-91f0-927336a1714f" providerId="ADAL" clId="{DE3F87E3-065C-4D1A-9C3A-48EF06AD1AE9}" dt="2022-12-05T07:54:02.548" v="4" actId="207"/>
          <ac:spMkLst>
            <pc:docMk/>
            <pc:sldMk cId="2298461894" sldId="9097"/>
            <ac:spMk id="318" creationId="{1CB14370-8E04-7CA5-984C-A9B7F2C2A4C7}"/>
          </ac:spMkLst>
        </pc:spChg>
        <pc:spChg chg="mod">
          <ac:chgData name="Macher, Andreas (DI FA CTR PLC PPM)" userId="f1dcac62-7bef-43eb-91f0-927336a1714f" providerId="ADAL" clId="{DE3F87E3-065C-4D1A-9C3A-48EF06AD1AE9}" dt="2022-12-05T07:54:02.548" v="4" actId="207"/>
          <ac:spMkLst>
            <pc:docMk/>
            <pc:sldMk cId="2298461894" sldId="9097"/>
            <ac:spMk id="319" creationId="{B7C8DA23-0A55-1FB6-E9E7-DED2F3FC01F5}"/>
          </ac:spMkLst>
        </pc:spChg>
        <pc:spChg chg="mod">
          <ac:chgData name="Macher, Andreas (DI FA CTR PLC PPM)" userId="f1dcac62-7bef-43eb-91f0-927336a1714f" providerId="ADAL" clId="{DE3F87E3-065C-4D1A-9C3A-48EF06AD1AE9}" dt="2022-12-05T07:54:08.744" v="5" actId="207"/>
          <ac:spMkLst>
            <pc:docMk/>
            <pc:sldMk cId="2298461894" sldId="9097"/>
            <ac:spMk id="353" creationId="{05E7B15D-BF07-CC03-CBCA-BF80BA7451C1}"/>
          </ac:spMkLst>
        </pc:spChg>
        <pc:picChg chg="mod">
          <ac:chgData name="Macher, Andreas (DI FA CTR PLC PPM)" userId="f1dcac62-7bef-43eb-91f0-927336a1714f" providerId="ADAL" clId="{DE3F87E3-065C-4D1A-9C3A-48EF06AD1AE9}" dt="2022-12-05T07:54:30.350" v="7" actId="207"/>
          <ac:picMkLst>
            <pc:docMk/>
            <pc:sldMk cId="2298461894" sldId="9097"/>
            <ac:picMk id="373" creationId="{D271E555-E778-A41A-BF1E-6983D8868CB3}"/>
          </ac:picMkLst>
        </pc:picChg>
        <pc:picChg chg="mod">
          <ac:chgData name="Macher, Andreas (DI FA CTR PLC PPM)" userId="f1dcac62-7bef-43eb-91f0-927336a1714f" providerId="ADAL" clId="{DE3F87E3-065C-4D1A-9C3A-48EF06AD1AE9}" dt="2022-12-05T07:54:33.671" v="8" actId="207"/>
          <ac:picMkLst>
            <pc:docMk/>
            <pc:sldMk cId="2298461894" sldId="9097"/>
            <ac:picMk id="374" creationId="{BFEACBEA-E3C8-6BC4-9619-FA8FD914F0F1}"/>
          </ac:picMkLst>
        </pc:picChg>
        <pc:cxnChg chg="add mod ord">
          <ac:chgData name="Macher, Andreas (DI FA CTR PLC PPM)" userId="f1dcac62-7bef-43eb-91f0-927336a1714f" providerId="ADAL" clId="{DE3F87E3-065C-4D1A-9C3A-48EF06AD1AE9}" dt="2022-12-05T07:57:17.574" v="17" actId="14100"/>
          <ac:cxnSpMkLst>
            <pc:docMk/>
            <pc:sldMk cId="2298461894" sldId="9097"/>
            <ac:cxnSpMk id="21" creationId="{B7294E08-8AE9-0FFC-4287-B8EF05921AEC}"/>
          </ac:cxnSpMkLst>
        </pc:cxnChg>
      </pc:sldChg>
      <pc:sldChg chg="modSp">
        <pc:chgData name="Macher, Andreas (DI FA CTR PLC PPM)" userId="f1dcac62-7bef-43eb-91f0-927336a1714f" providerId="ADAL" clId="{DE3F87E3-065C-4D1A-9C3A-48EF06AD1AE9}" dt="2022-12-08T14:53:16.791" v="75"/>
        <pc:sldMkLst>
          <pc:docMk/>
          <pc:sldMk cId="222559270" sldId="9099"/>
        </pc:sldMkLst>
        <pc:spChg chg="mod">
          <ac:chgData name="Macher, Andreas (DI FA CTR PLC PPM)" userId="f1dcac62-7bef-43eb-91f0-927336a1714f" providerId="ADAL" clId="{DE3F87E3-065C-4D1A-9C3A-48EF06AD1AE9}" dt="2022-12-08T14:53:16.791" v="75"/>
          <ac:spMkLst>
            <pc:docMk/>
            <pc:sldMk cId="222559270" sldId="9099"/>
            <ac:spMk id="2" creationId="{1C0CC14D-0E58-4645-954C-174A92FBB5FE}"/>
          </ac:spMkLst>
        </pc:spChg>
      </pc:sldChg>
      <pc:sldChg chg="modSp">
        <pc:chgData name="Macher, Andreas (DI FA CTR PLC PPM)" userId="f1dcac62-7bef-43eb-91f0-927336a1714f" providerId="ADAL" clId="{DE3F87E3-065C-4D1A-9C3A-48EF06AD1AE9}" dt="2022-12-08T14:53:16.791" v="75"/>
        <pc:sldMkLst>
          <pc:docMk/>
          <pc:sldMk cId="2852176689" sldId="9100"/>
        </pc:sldMkLst>
        <pc:spChg chg="mod">
          <ac:chgData name="Macher, Andreas (DI FA CTR PLC PPM)" userId="f1dcac62-7bef-43eb-91f0-927336a1714f" providerId="ADAL" clId="{DE3F87E3-065C-4D1A-9C3A-48EF06AD1AE9}" dt="2022-12-08T14:53:16.791" v="75"/>
          <ac:spMkLst>
            <pc:docMk/>
            <pc:sldMk cId="2852176689" sldId="9100"/>
            <ac:spMk id="2" creationId="{0EA98454-BDFE-4F28-980F-9A3F0A79C44B}"/>
          </ac:spMkLst>
        </pc:spChg>
      </pc:sldChg>
      <pc:sldChg chg="modSp">
        <pc:chgData name="Macher, Andreas (DI FA CTR PLC PPM)" userId="f1dcac62-7bef-43eb-91f0-927336a1714f" providerId="ADAL" clId="{DE3F87E3-065C-4D1A-9C3A-48EF06AD1AE9}" dt="2022-12-08T14:53:16.791" v="75"/>
        <pc:sldMkLst>
          <pc:docMk/>
          <pc:sldMk cId="2897839901" sldId="9101"/>
        </pc:sldMkLst>
        <pc:spChg chg="mod">
          <ac:chgData name="Macher, Andreas (DI FA CTR PLC PPM)" userId="f1dcac62-7bef-43eb-91f0-927336a1714f" providerId="ADAL" clId="{DE3F87E3-065C-4D1A-9C3A-48EF06AD1AE9}" dt="2022-12-08T14:53:16.791" v="75"/>
          <ac:spMkLst>
            <pc:docMk/>
            <pc:sldMk cId="2897839901" sldId="9101"/>
            <ac:spMk id="17" creationId="{D34698A1-18EA-456A-9A06-8F95ABDCD8DC}"/>
          </ac:spMkLst>
        </pc:spChg>
      </pc:sldChg>
      <pc:sldChg chg="modSp">
        <pc:chgData name="Macher, Andreas (DI FA CTR PLC PPM)" userId="f1dcac62-7bef-43eb-91f0-927336a1714f" providerId="ADAL" clId="{DE3F87E3-065C-4D1A-9C3A-48EF06AD1AE9}" dt="2022-12-08T14:53:16.791" v="75"/>
        <pc:sldMkLst>
          <pc:docMk/>
          <pc:sldMk cId="96732149" sldId="9102"/>
        </pc:sldMkLst>
        <pc:spChg chg="mod">
          <ac:chgData name="Macher, Andreas (DI FA CTR PLC PPM)" userId="f1dcac62-7bef-43eb-91f0-927336a1714f" providerId="ADAL" clId="{DE3F87E3-065C-4D1A-9C3A-48EF06AD1AE9}" dt="2022-12-08T14:53:16.791" v="75"/>
          <ac:spMkLst>
            <pc:docMk/>
            <pc:sldMk cId="96732149" sldId="9102"/>
            <ac:spMk id="5" creationId="{CDC0545B-C88D-4E20-B4B7-A620FC2D9258}"/>
          </ac:spMkLst>
        </pc:spChg>
      </pc:sldChg>
      <pc:sldChg chg="modSp">
        <pc:chgData name="Macher, Andreas (DI FA CTR PLC PPM)" userId="f1dcac62-7bef-43eb-91f0-927336a1714f" providerId="ADAL" clId="{DE3F87E3-065C-4D1A-9C3A-48EF06AD1AE9}" dt="2022-12-08T14:53:16.791" v="75"/>
        <pc:sldMkLst>
          <pc:docMk/>
          <pc:sldMk cId="3624531473" sldId="9103"/>
        </pc:sldMkLst>
        <pc:spChg chg="mod">
          <ac:chgData name="Macher, Andreas (DI FA CTR PLC PPM)" userId="f1dcac62-7bef-43eb-91f0-927336a1714f" providerId="ADAL" clId="{DE3F87E3-065C-4D1A-9C3A-48EF06AD1AE9}" dt="2022-12-08T14:53:16.791" v="75"/>
          <ac:spMkLst>
            <pc:docMk/>
            <pc:sldMk cId="3624531473" sldId="9103"/>
            <ac:spMk id="4" creationId="{18097E91-2EA3-46A4-9A14-3722B7B1098B}"/>
          </ac:spMkLst>
        </pc:spChg>
      </pc:sldChg>
      <pc:sldChg chg="modSp">
        <pc:chgData name="Macher, Andreas (DI FA CTR PLC PPM)" userId="f1dcac62-7bef-43eb-91f0-927336a1714f" providerId="ADAL" clId="{DE3F87E3-065C-4D1A-9C3A-48EF06AD1AE9}" dt="2022-12-08T14:53:16.791" v="75"/>
        <pc:sldMkLst>
          <pc:docMk/>
          <pc:sldMk cId="1549395957" sldId="9104"/>
        </pc:sldMkLst>
        <pc:spChg chg="mod">
          <ac:chgData name="Macher, Andreas (DI FA CTR PLC PPM)" userId="f1dcac62-7bef-43eb-91f0-927336a1714f" providerId="ADAL" clId="{DE3F87E3-065C-4D1A-9C3A-48EF06AD1AE9}" dt="2022-12-08T14:53:16.791" v="75"/>
          <ac:spMkLst>
            <pc:docMk/>
            <pc:sldMk cId="1549395957" sldId="9104"/>
            <ac:spMk id="4" creationId="{FEEE8ED1-ACD5-40D5-B45F-99F11A43AAE6}"/>
          </ac:spMkLst>
        </pc:spChg>
      </pc:sldChg>
      <pc:sldChg chg="modSp">
        <pc:chgData name="Macher, Andreas (DI FA CTR PLC PPM)" userId="f1dcac62-7bef-43eb-91f0-927336a1714f" providerId="ADAL" clId="{DE3F87E3-065C-4D1A-9C3A-48EF06AD1AE9}" dt="2022-12-08T14:53:16.791" v="75"/>
        <pc:sldMkLst>
          <pc:docMk/>
          <pc:sldMk cId="3316944469" sldId="9107"/>
        </pc:sldMkLst>
        <pc:spChg chg="mod">
          <ac:chgData name="Macher, Andreas (DI FA CTR PLC PPM)" userId="f1dcac62-7bef-43eb-91f0-927336a1714f" providerId="ADAL" clId="{DE3F87E3-065C-4D1A-9C3A-48EF06AD1AE9}" dt="2022-12-08T14:53:16.791" v="75"/>
          <ac:spMkLst>
            <pc:docMk/>
            <pc:sldMk cId="3316944469" sldId="9107"/>
            <ac:spMk id="3" creationId="{27EE03A8-10F8-421E-B741-D4470D1296A7}"/>
          </ac:spMkLst>
        </pc:spChg>
      </pc:sldChg>
      <pc:sldChg chg="modSp">
        <pc:chgData name="Macher, Andreas (DI FA CTR PLC PPM)" userId="f1dcac62-7bef-43eb-91f0-927336a1714f" providerId="ADAL" clId="{DE3F87E3-065C-4D1A-9C3A-48EF06AD1AE9}" dt="2022-12-08T14:53:16.791" v="75"/>
        <pc:sldMkLst>
          <pc:docMk/>
          <pc:sldMk cId="1946802598" sldId="9108"/>
        </pc:sldMkLst>
        <pc:spChg chg="mod">
          <ac:chgData name="Macher, Andreas (DI FA CTR PLC PPM)" userId="f1dcac62-7bef-43eb-91f0-927336a1714f" providerId="ADAL" clId="{DE3F87E3-065C-4D1A-9C3A-48EF06AD1AE9}" dt="2022-12-08T14:53:16.791" v="75"/>
          <ac:spMkLst>
            <pc:docMk/>
            <pc:sldMk cId="1946802598" sldId="9108"/>
            <ac:spMk id="2" creationId="{DA2690FB-9D9E-4168-ACCD-CF87154F6E62}"/>
          </ac:spMkLst>
        </pc:spChg>
      </pc:sldChg>
      <pc:sldChg chg="modSp">
        <pc:chgData name="Macher, Andreas (DI FA CTR PLC PPM)" userId="f1dcac62-7bef-43eb-91f0-927336a1714f" providerId="ADAL" clId="{DE3F87E3-065C-4D1A-9C3A-48EF06AD1AE9}" dt="2022-12-08T14:53:16.791" v="75"/>
        <pc:sldMkLst>
          <pc:docMk/>
          <pc:sldMk cId="1932148143" sldId="9109"/>
        </pc:sldMkLst>
        <pc:spChg chg="mod">
          <ac:chgData name="Macher, Andreas (DI FA CTR PLC PPM)" userId="f1dcac62-7bef-43eb-91f0-927336a1714f" providerId="ADAL" clId="{DE3F87E3-065C-4D1A-9C3A-48EF06AD1AE9}" dt="2022-12-08T14:53:16.791" v="75"/>
          <ac:spMkLst>
            <pc:docMk/>
            <pc:sldMk cId="1932148143" sldId="9109"/>
            <ac:spMk id="2" creationId="{F53D8DE7-59D9-45CD-A489-CC468BD2F3CF}"/>
          </ac:spMkLst>
        </pc:spChg>
      </pc:sldChg>
      <pc:sldChg chg="modSp">
        <pc:chgData name="Macher, Andreas (DI FA CTR PLC PPM)" userId="f1dcac62-7bef-43eb-91f0-927336a1714f" providerId="ADAL" clId="{DE3F87E3-065C-4D1A-9C3A-48EF06AD1AE9}" dt="2022-12-08T14:53:16.791" v="75"/>
        <pc:sldMkLst>
          <pc:docMk/>
          <pc:sldMk cId="111665078" sldId="9110"/>
        </pc:sldMkLst>
        <pc:spChg chg="mod">
          <ac:chgData name="Macher, Andreas (DI FA CTR PLC PPM)" userId="f1dcac62-7bef-43eb-91f0-927336a1714f" providerId="ADAL" clId="{DE3F87E3-065C-4D1A-9C3A-48EF06AD1AE9}" dt="2022-12-08T14:53:16.791" v="75"/>
          <ac:spMkLst>
            <pc:docMk/>
            <pc:sldMk cId="111665078" sldId="9110"/>
            <ac:spMk id="2" creationId="{412127C7-E09C-4465-B722-C40C39DCC465}"/>
          </ac:spMkLst>
        </pc:spChg>
      </pc:sldChg>
      <pc:sldChg chg="modSp">
        <pc:chgData name="Macher, Andreas (DI FA CTR PLC PPM)" userId="f1dcac62-7bef-43eb-91f0-927336a1714f" providerId="ADAL" clId="{DE3F87E3-065C-4D1A-9C3A-48EF06AD1AE9}" dt="2022-12-08T14:53:16.791" v="75"/>
        <pc:sldMkLst>
          <pc:docMk/>
          <pc:sldMk cId="237798392" sldId="9111"/>
        </pc:sldMkLst>
        <pc:spChg chg="mod">
          <ac:chgData name="Macher, Andreas (DI FA CTR PLC PPM)" userId="f1dcac62-7bef-43eb-91f0-927336a1714f" providerId="ADAL" clId="{DE3F87E3-065C-4D1A-9C3A-48EF06AD1AE9}" dt="2022-12-08T14:53:16.791" v="75"/>
          <ac:spMkLst>
            <pc:docMk/>
            <pc:sldMk cId="237798392" sldId="9111"/>
            <ac:spMk id="4" creationId="{4D796605-74A7-4258-841E-D43D8E5FDAC3}"/>
          </ac:spMkLst>
        </pc:spChg>
      </pc:sldChg>
      <pc:sldChg chg="modSp">
        <pc:chgData name="Macher, Andreas (DI FA CTR PLC PPM)" userId="f1dcac62-7bef-43eb-91f0-927336a1714f" providerId="ADAL" clId="{DE3F87E3-065C-4D1A-9C3A-48EF06AD1AE9}" dt="2022-12-08T14:53:16.791" v="75"/>
        <pc:sldMkLst>
          <pc:docMk/>
          <pc:sldMk cId="1763449856" sldId="9112"/>
        </pc:sldMkLst>
        <pc:spChg chg="mod">
          <ac:chgData name="Macher, Andreas (DI FA CTR PLC PPM)" userId="f1dcac62-7bef-43eb-91f0-927336a1714f" providerId="ADAL" clId="{DE3F87E3-065C-4D1A-9C3A-48EF06AD1AE9}" dt="2022-12-08T14:53:16.791" v="75"/>
          <ac:spMkLst>
            <pc:docMk/>
            <pc:sldMk cId="1763449856" sldId="9112"/>
            <ac:spMk id="3" creationId="{DC67D8DB-77B1-4BC0-8B35-9BB21AD59DFC}"/>
          </ac:spMkLst>
        </pc:spChg>
      </pc:sldChg>
      <pc:sldChg chg="modSp">
        <pc:chgData name="Macher, Andreas (DI FA CTR PLC PPM)" userId="f1dcac62-7bef-43eb-91f0-927336a1714f" providerId="ADAL" clId="{DE3F87E3-065C-4D1A-9C3A-48EF06AD1AE9}" dt="2022-12-08T14:53:16.791" v="75"/>
        <pc:sldMkLst>
          <pc:docMk/>
          <pc:sldMk cId="3876607279" sldId="9113"/>
        </pc:sldMkLst>
        <pc:spChg chg="mod">
          <ac:chgData name="Macher, Andreas (DI FA CTR PLC PPM)" userId="f1dcac62-7bef-43eb-91f0-927336a1714f" providerId="ADAL" clId="{DE3F87E3-065C-4D1A-9C3A-48EF06AD1AE9}" dt="2022-12-08T14:53:16.791" v="75"/>
          <ac:spMkLst>
            <pc:docMk/>
            <pc:sldMk cId="3876607279" sldId="9113"/>
            <ac:spMk id="3" creationId="{7D154929-9D5F-4F0E-951D-F74D0205BCFC}"/>
          </ac:spMkLst>
        </pc:spChg>
      </pc:sldChg>
      <pc:sldChg chg="modSp">
        <pc:chgData name="Macher, Andreas (DI FA CTR PLC PPM)" userId="f1dcac62-7bef-43eb-91f0-927336a1714f" providerId="ADAL" clId="{DE3F87E3-065C-4D1A-9C3A-48EF06AD1AE9}" dt="2022-12-08T14:53:16.791" v="75"/>
        <pc:sldMkLst>
          <pc:docMk/>
          <pc:sldMk cId="1218739668" sldId="9114"/>
        </pc:sldMkLst>
        <pc:spChg chg="mod">
          <ac:chgData name="Macher, Andreas (DI FA CTR PLC PPM)" userId="f1dcac62-7bef-43eb-91f0-927336a1714f" providerId="ADAL" clId="{DE3F87E3-065C-4D1A-9C3A-48EF06AD1AE9}" dt="2022-12-08T14:53:16.791" v="75"/>
          <ac:spMkLst>
            <pc:docMk/>
            <pc:sldMk cId="1218739668" sldId="9114"/>
            <ac:spMk id="2" creationId="{ED8B2D1D-4D5E-4D13-BDCE-7BD07800F483}"/>
          </ac:spMkLst>
        </pc:spChg>
      </pc:sldChg>
      <pc:sldChg chg="modSp">
        <pc:chgData name="Macher, Andreas (DI FA CTR PLC PPM)" userId="f1dcac62-7bef-43eb-91f0-927336a1714f" providerId="ADAL" clId="{DE3F87E3-065C-4D1A-9C3A-48EF06AD1AE9}" dt="2022-12-08T14:53:16.791" v="75"/>
        <pc:sldMkLst>
          <pc:docMk/>
          <pc:sldMk cId="1429298440" sldId="9117"/>
        </pc:sldMkLst>
        <pc:spChg chg="mod">
          <ac:chgData name="Macher, Andreas (DI FA CTR PLC PPM)" userId="f1dcac62-7bef-43eb-91f0-927336a1714f" providerId="ADAL" clId="{DE3F87E3-065C-4D1A-9C3A-48EF06AD1AE9}" dt="2022-12-08T14:53:16.791" v="75"/>
          <ac:spMkLst>
            <pc:docMk/>
            <pc:sldMk cId="1429298440" sldId="9117"/>
            <ac:spMk id="2" creationId="{412127C7-E09C-4465-B722-C40C39DCC465}"/>
          </ac:spMkLst>
        </pc:spChg>
      </pc:sldChg>
      <pc:sldChg chg="modSp mod">
        <pc:chgData name="Macher, Andreas (DI FA CTR PLC PPM)" userId="f1dcac62-7bef-43eb-91f0-927336a1714f" providerId="ADAL" clId="{DE3F87E3-065C-4D1A-9C3A-48EF06AD1AE9}" dt="2022-12-08T14:53:16.791" v="75"/>
        <pc:sldMkLst>
          <pc:docMk/>
          <pc:sldMk cId="3438213007" sldId="9120"/>
        </pc:sldMkLst>
        <pc:spChg chg="mod">
          <ac:chgData name="Macher, Andreas (DI FA CTR PLC PPM)" userId="f1dcac62-7bef-43eb-91f0-927336a1714f" providerId="ADAL" clId="{DE3F87E3-065C-4D1A-9C3A-48EF06AD1AE9}" dt="2022-12-08T14:53:16.791" v="75"/>
          <ac:spMkLst>
            <pc:docMk/>
            <pc:sldMk cId="3438213007" sldId="9120"/>
            <ac:spMk id="4" creationId="{626F0DC5-7AEE-42DA-849A-672A51E94E56}"/>
          </ac:spMkLst>
        </pc:spChg>
        <pc:spChg chg="mod">
          <ac:chgData name="Macher, Andreas (DI FA CTR PLC PPM)" userId="f1dcac62-7bef-43eb-91f0-927336a1714f" providerId="ADAL" clId="{DE3F87E3-065C-4D1A-9C3A-48EF06AD1AE9}" dt="2022-12-06T09:11:13.918" v="70" actId="20577"/>
          <ac:spMkLst>
            <pc:docMk/>
            <pc:sldMk cId="3438213007" sldId="9120"/>
            <ac:spMk id="5" creationId="{062CE1CF-53A5-432F-BF9A-2769E50D8001}"/>
          </ac:spMkLst>
        </pc:spChg>
        <pc:spChg chg="mod">
          <ac:chgData name="Macher, Andreas (DI FA CTR PLC PPM)" userId="f1dcac62-7bef-43eb-91f0-927336a1714f" providerId="ADAL" clId="{DE3F87E3-065C-4D1A-9C3A-48EF06AD1AE9}" dt="2022-12-06T09:10:53.361" v="61" actId="20577"/>
          <ac:spMkLst>
            <pc:docMk/>
            <pc:sldMk cId="3438213007" sldId="9120"/>
            <ac:spMk id="55" creationId="{E99A2151-C3ED-4216-84B9-7093216A3922}"/>
          </ac:spMkLst>
        </pc:spChg>
      </pc:sldChg>
      <pc:sldChg chg="modSp">
        <pc:chgData name="Macher, Andreas (DI FA CTR PLC PPM)" userId="f1dcac62-7bef-43eb-91f0-927336a1714f" providerId="ADAL" clId="{DE3F87E3-065C-4D1A-9C3A-48EF06AD1AE9}" dt="2022-12-08T14:53:16.791" v="75"/>
        <pc:sldMkLst>
          <pc:docMk/>
          <pc:sldMk cId="1588417255" sldId="9122"/>
        </pc:sldMkLst>
        <pc:spChg chg="mod">
          <ac:chgData name="Macher, Andreas (DI FA CTR PLC PPM)" userId="f1dcac62-7bef-43eb-91f0-927336a1714f" providerId="ADAL" clId="{DE3F87E3-065C-4D1A-9C3A-48EF06AD1AE9}" dt="2022-12-08T14:53:16.791" v="75"/>
          <ac:spMkLst>
            <pc:docMk/>
            <pc:sldMk cId="1588417255" sldId="9122"/>
            <ac:spMk id="3" creationId="{06245AF5-1AE3-49EC-B4ED-2C4EC9A6E5FC}"/>
          </ac:spMkLst>
        </pc:spChg>
      </pc:sldChg>
      <pc:sldChg chg="modSp">
        <pc:chgData name="Macher, Andreas (DI FA CTR PLC PPM)" userId="f1dcac62-7bef-43eb-91f0-927336a1714f" providerId="ADAL" clId="{DE3F87E3-065C-4D1A-9C3A-48EF06AD1AE9}" dt="2022-12-08T14:53:16.791" v="75"/>
        <pc:sldMkLst>
          <pc:docMk/>
          <pc:sldMk cId="3634715590" sldId="9124"/>
        </pc:sldMkLst>
        <pc:spChg chg="mod">
          <ac:chgData name="Macher, Andreas (DI FA CTR PLC PPM)" userId="f1dcac62-7bef-43eb-91f0-927336a1714f" providerId="ADAL" clId="{DE3F87E3-065C-4D1A-9C3A-48EF06AD1AE9}" dt="2022-12-08T14:53:16.791" v="75"/>
          <ac:spMkLst>
            <pc:docMk/>
            <pc:sldMk cId="3634715590" sldId="9124"/>
            <ac:spMk id="4" creationId="{626F0DC5-7AEE-42DA-849A-672A51E94E56}"/>
          </ac:spMkLst>
        </pc:spChg>
      </pc:sldChg>
      <pc:sldChg chg="modSp">
        <pc:chgData name="Macher, Andreas (DI FA CTR PLC PPM)" userId="f1dcac62-7bef-43eb-91f0-927336a1714f" providerId="ADAL" clId="{DE3F87E3-065C-4D1A-9C3A-48EF06AD1AE9}" dt="2022-12-08T14:53:16.791" v="75"/>
        <pc:sldMkLst>
          <pc:docMk/>
          <pc:sldMk cId="3453994472" sldId="9126"/>
        </pc:sldMkLst>
        <pc:spChg chg="mod">
          <ac:chgData name="Macher, Andreas (DI FA CTR PLC PPM)" userId="f1dcac62-7bef-43eb-91f0-927336a1714f" providerId="ADAL" clId="{DE3F87E3-065C-4D1A-9C3A-48EF06AD1AE9}" dt="2022-12-08T14:53:16.791" v="75"/>
          <ac:spMkLst>
            <pc:docMk/>
            <pc:sldMk cId="3453994472" sldId="9126"/>
            <ac:spMk id="83" creationId="{D1D28502-590D-4C29-9988-AAC3DF0976BF}"/>
          </ac:spMkLst>
        </pc:spChg>
      </pc:sldChg>
      <pc:sldChg chg="modSp mod">
        <pc:chgData name="Macher, Andreas (DI FA CTR PLC PPM)" userId="f1dcac62-7bef-43eb-91f0-927336a1714f" providerId="ADAL" clId="{DE3F87E3-065C-4D1A-9C3A-48EF06AD1AE9}" dt="2022-12-08T14:53:16.791" v="75"/>
        <pc:sldMkLst>
          <pc:docMk/>
          <pc:sldMk cId="936343421" sldId="9127"/>
        </pc:sldMkLst>
        <pc:spChg chg="mod">
          <ac:chgData name="Macher, Andreas (DI FA CTR PLC PPM)" userId="f1dcac62-7bef-43eb-91f0-927336a1714f" providerId="ADAL" clId="{DE3F87E3-065C-4D1A-9C3A-48EF06AD1AE9}" dt="2022-12-08T14:53:16.791" v="75"/>
          <ac:spMkLst>
            <pc:docMk/>
            <pc:sldMk cId="936343421" sldId="9127"/>
            <ac:spMk id="2" creationId="{1B76AFBB-2F78-4F52-B0C1-68962D0DDF29}"/>
          </ac:spMkLst>
        </pc:spChg>
        <pc:graphicFrameChg chg="modGraphic">
          <ac:chgData name="Macher, Andreas (DI FA CTR PLC PPM)" userId="f1dcac62-7bef-43eb-91f0-927336a1714f" providerId="ADAL" clId="{DE3F87E3-065C-4D1A-9C3A-48EF06AD1AE9}" dt="2022-12-06T09:11:34.302" v="74" actId="20577"/>
          <ac:graphicFrameMkLst>
            <pc:docMk/>
            <pc:sldMk cId="936343421" sldId="9127"/>
            <ac:graphicFrameMk id="5" creationId="{00000000-0000-0000-0000-000000000000}"/>
          </ac:graphicFrameMkLst>
        </pc:graphicFrameChg>
      </pc:sldChg>
      <pc:sldChg chg="modSp">
        <pc:chgData name="Macher, Andreas (DI FA CTR PLC PPM)" userId="f1dcac62-7bef-43eb-91f0-927336a1714f" providerId="ADAL" clId="{DE3F87E3-065C-4D1A-9C3A-48EF06AD1AE9}" dt="2022-12-08T14:53:16.791" v="75"/>
        <pc:sldMkLst>
          <pc:docMk/>
          <pc:sldMk cId="296634150" sldId="9779"/>
        </pc:sldMkLst>
        <pc:spChg chg="mod">
          <ac:chgData name="Macher, Andreas (DI FA CTR PLC PPM)" userId="f1dcac62-7bef-43eb-91f0-927336a1714f" providerId="ADAL" clId="{DE3F87E3-065C-4D1A-9C3A-48EF06AD1AE9}" dt="2022-12-08T14:53:16.791" v="75"/>
          <ac:spMkLst>
            <pc:docMk/>
            <pc:sldMk cId="296634150" sldId="9779"/>
            <ac:spMk id="2" creationId="{2005AA33-0C58-4946-9A8A-DD06B903F947}"/>
          </ac:spMkLst>
        </pc:spChg>
      </pc:sldChg>
      <pc:sldChg chg="modSp">
        <pc:chgData name="Macher, Andreas (DI FA CTR PLC PPM)" userId="f1dcac62-7bef-43eb-91f0-927336a1714f" providerId="ADAL" clId="{DE3F87E3-065C-4D1A-9C3A-48EF06AD1AE9}" dt="2022-12-08T14:53:16.791" v="75"/>
        <pc:sldMkLst>
          <pc:docMk/>
          <pc:sldMk cId="3618742120" sldId="9780"/>
        </pc:sldMkLst>
        <pc:spChg chg="mod">
          <ac:chgData name="Macher, Andreas (DI FA CTR PLC PPM)" userId="f1dcac62-7bef-43eb-91f0-927336a1714f" providerId="ADAL" clId="{DE3F87E3-065C-4D1A-9C3A-48EF06AD1AE9}" dt="2022-12-08T14:53:16.791" v="75"/>
          <ac:spMkLst>
            <pc:docMk/>
            <pc:sldMk cId="3618742120" sldId="9780"/>
            <ac:spMk id="2" creationId="{2005AA33-0C58-4946-9A8A-DD06B903F947}"/>
          </ac:spMkLst>
        </pc:spChg>
      </pc:sldChg>
      <pc:sldChg chg="delSp modSp mod">
        <pc:chgData name="Macher, Andreas (DI FA CTR PLC PPM)" userId="f1dcac62-7bef-43eb-91f0-927336a1714f" providerId="ADAL" clId="{DE3F87E3-065C-4D1A-9C3A-48EF06AD1AE9}" dt="2022-12-08T14:53:16.791" v="75"/>
        <pc:sldMkLst>
          <pc:docMk/>
          <pc:sldMk cId="3721668768" sldId="9781"/>
        </pc:sldMkLst>
        <pc:spChg chg="mod">
          <ac:chgData name="Macher, Andreas (DI FA CTR PLC PPM)" userId="f1dcac62-7bef-43eb-91f0-927336a1714f" providerId="ADAL" clId="{DE3F87E3-065C-4D1A-9C3A-48EF06AD1AE9}" dt="2022-12-08T14:53:16.791" v="75"/>
          <ac:spMkLst>
            <pc:docMk/>
            <pc:sldMk cId="3721668768" sldId="9781"/>
            <ac:spMk id="3" creationId="{06245AF5-1AE3-49EC-B4ED-2C4EC9A6E5FC}"/>
          </ac:spMkLst>
        </pc:spChg>
        <pc:spChg chg="del">
          <ac:chgData name="Macher, Andreas (DI FA CTR PLC PPM)" userId="f1dcac62-7bef-43eb-91f0-927336a1714f" providerId="ADAL" clId="{DE3F87E3-065C-4D1A-9C3A-48EF06AD1AE9}" dt="2022-11-30T12:29:34.653" v="0" actId="478"/>
          <ac:spMkLst>
            <pc:docMk/>
            <pc:sldMk cId="3721668768" sldId="9781"/>
            <ac:spMk id="14" creationId="{DAA0BF11-B92B-5FCB-AF05-E01ADE34A052}"/>
          </ac:spMkLst>
        </pc:spChg>
      </pc:sldChg>
      <pc:sldChg chg="modSp">
        <pc:chgData name="Macher, Andreas (DI FA CTR PLC PPM)" userId="f1dcac62-7bef-43eb-91f0-927336a1714f" providerId="ADAL" clId="{DE3F87E3-065C-4D1A-9C3A-48EF06AD1AE9}" dt="2022-12-08T14:53:16.791" v="75"/>
        <pc:sldMkLst>
          <pc:docMk/>
          <pc:sldMk cId="2880670099" sldId="9782"/>
        </pc:sldMkLst>
        <pc:spChg chg="mod">
          <ac:chgData name="Macher, Andreas (DI FA CTR PLC PPM)" userId="f1dcac62-7bef-43eb-91f0-927336a1714f" providerId="ADAL" clId="{DE3F87E3-065C-4D1A-9C3A-48EF06AD1AE9}" dt="2022-12-08T14:53:16.791" v="75"/>
          <ac:spMkLst>
            <pc:docMk/>
            <pc:sldMk cId="2880670099" sldId="9782"/>
            <ac:spMk id="2" creationId="{6E3881A0-AE27-440B-85FF-039A5B808AC5}"/>
          </ac:spMkLst>
        </pc:spChg>
      </pc:sldChg>
      <pc:sldChg chg="modSp">
        <pc:chgData name="Macher, Andreas (DI FA CTR PLC PPM)" userId="f1dcac62-7bef-43eb-91f0-927336a1714f" providerId="ADAL" clId="{DE3F87E3-065C-4D1A-9C3A-48EF06AD1AE9}" dt="2022-12-08T14:53:16.791" v="75"/>
        <pc:sldMkLst>
          <pc:docMk/>
          <pc:sldMk cId="1679484577" sldId="9783"/>
        </pc:sldMkLst>
        <pc:spChg chg="mod">
          <ac:chgData name="Macher, Andreas (DI FA CTR PLC PPM)" userId="f1dcac62-7bef-43eb-91f0-927336a1714f" providerId="ADAL" clId="{DE3F87E3-065C-4D1A-9C3A-48EF06AD1AE9}" dt="2022-12-08T14:53:16.791" v="75"/>
          <ac:spMkLst>
            <pc:docMk/>
            <pc:sldMk cId="1679484577" sldId="9783"/>
            <ac:spMk id="2" creationId="{5B64D186-2FA4-4B6C-A55E-5EAD51E916BA}"/>
          </ac:spMkLst>
        </pc:spChg>
        <pc:spChg chg="mod">
          <ac:chgData name="Macher, Andreas (DI FA CTR PLC PPM)" userId="f1dcac62-7bef-43eb-91f0-927336a1714f" providerId="ADAL" clId="{DE3F87E3-065C-4D1A-9C3A-48EF06AD1AE9}" dt="2022-12-05T07:53:37.620" v="1" actId="207"/>
          <ac:spMkLst>
            <pc:docMk/>
            <pc:sldMk cId="1679484577" sldId="9783"/>
            <ac:spMk id="3" creationId="{3776DFFA-3C47-2BD1-27ED-6541EC2A2E53}"/>
          </ac:spMkLst>
        </pc:spChg>
        <pc:spChg chg="mod">
          <ac:chgData name="Macher, Andreas (DI FA CTR PLC PPM)" userId="f1dcac62-7bef-43eb-91f0-927336a1714f" providerId="ADAL" clId="{DE3F87E3-065C-4D1A-9C3A-48EF06AD1AE9}" dt="2022-12-05T07:53:37.620" v="1" actId="207"/>
          <ac:spMkLst>
            <pc:docMk/>
            <pc:sldMk cId="1679484577" sldId="9783"/>
            <ac:spMk id="6" creationId="{20F17C3B-44B6-F9E6-143B-EAFA33251FD6}"/>
          </ac:spMkLst>
        </pc:spChg>
      </pc:sldChg>
      <pc:sldChg chg="modSp">
        <pc:chgData name="Macher, Andreas (DI FA CTR PLC PPM)" userId="f1dcac62-7bef-43eb-91f0-927336a1714f" providerId="ADAL" clId="{DE3F87E3-065C-4D1A-9C3A-48EF06AD1AE9}" dt="2022-12-08T14:53:16.791" v="75"/>
        <pc:sldMkLst>
          <pc:docMk/>
          <pc:sldMk cId="1233436529" sldId="9784"/>
        </pc:sldMkLst>
        <pc:spChg chg="mod">
          <ac:chgData name="Macher, Andreas (DI FA CTR PLC PPM)" userId="f1dcac62-7bef-43eb-91f0-927336a1714f" providerId="ADAL" clId="{DE3F87E3-065C-4D1A-9C3A-48EF06AD1AE9}" dt="2022-12-08T14:53:16.791" v="75"/>
          <ac:spMkLst>
            <pc:docMk/>
            <pc:sldMk cId="1233436529" sldId="9784"/>
            <ac:spMk id="2" creationId="{5B64D186-2FA4-4B6C-A55E-5EAD51E916BA}"/>
          </ac:spMkLst>
        </pc:spChg>
      </pc:sldChg>
      <pc:sldChg chg="delSp modSp mod">
        <pc:chgData name="Macher, Andreas (DI FA CTR PLC PPM)" userId="f1dcac62-7bef-43eb-91f0-927336a1714f" providerId="ADAL" clId="{DE3F87E3-065C-4D1A-9C3A-48EF06AD1AE9}" dt="2022-12-08T14:53:16.791" v="75"/>
        <pc:sldMkLst>
          <pc:docMk/>
          <pc:sldMk cId="2745305467" sldId="9785"/>
        </pc:sldMkLst>
        <pc:spChg chg="mod">
          <ac:chgData name="Macher, Andreas (DI FA CTR PLC PPM)" userId="f1dcac62-7bef-43eb-91f0-927336a1714f" providerId="ADAL" clId="{DE3F87E3-065C-4D1A-9C3A-48EF06AD1AE9}" dt="2022-12-08T14:53:16.791" v="75"/>
          <ac:spMkLst>
            <pc:docMk/>
            <pc:sldMk cId="2745305467" sldId="9785"/>
            <ac:spMk id="2" creationId="{AE4304C3-7775-4955-9532-EAFA5BB5626C}"/>
          </ac:spMkLst>
        </pc:spChg>
        <pc:spChg chg="del">
          <ac:chgData name="Macher, Andreas (DI FA CTR PLC PPM)" userId="f1dcac62-7bef-43eb-91f0-927336a1714f" providerId="ADAL" clId="{DE3F87E3-065C-4D1A-9C3A-48EF06AD1AE9}" dt="2022-12-05T07:59:12.772" v="21" actId="478"/>
          <ac:spMkLst>
            <pc:docMk/>
            <pc:sldMk cId="2745305467" sldId="9785"/>
            <ac:spMk id="283" creationId="{5C07A4FD-51AF-DAE3-36B2-FA17C1728DC4}"/>
          </ac:spMkLst>
        </pc:spChg>
        <pc:grpChg chg="del">
          <ac:chgData name="Macher, Andreas (DI FA CTR PLC PPM)" userId="f1dcac62-7bef-43eb-91f0-927336a1714f" providerId="ADAL" clId="{DE3F87E3-065C-4D1A-9C3A-48EF06AD1AE9}" dt="2022-12-05T07:59:12.772" v="21" actId="478"/>
          <ac:grpSpMkLst>
            <pc:docMk/>
            <pc:sldMk cId="2745305467" sldId="9785"/>
            <ac:grpSpMk id="263" creationId="{F569E467-FF9D-A0C4-8752-8F477B73F594}"/>
          </ac:grpSpMkLst>
        </pc:grpChg>
        <pc:picChg chg="mod">
          <ac:chgData name="Macher, Andreas (DI FA CTR PLC PPM)" userId="f1dcac62-7bef-43eb-91f0-927336a1714f" providerId="ADAL" clId="{DE3F87E3-065C-4D1A-9C3A-48EF06AD1AE9}" dt="2022-12-05T07:58:34.646" v="18" actId="207"/>
          <ac:picMkLst>
            <pc:docMk/>
            <pc:sldMk cId="2745305467" sldId="9785"/>
            <ac:picMk id="9" creationId="{1641B1CB-28E9-7344-2CDC-B127FDA31AA6}"/>
          </ac:picMkLst>
        </pc:picChg>
        <pc:picChg chg="mod">
          <ac:chgData name="Macher, Andreas (DI FA CTR PLC PPM)" userId="f1dcac62-7bef-43eb-91f0-927336a1714f" providerId="ADAL" clId="{DE3F87E3-065C-4D1A-9C3A-48EF06AD1AE9}" dt="2022-12-05T07:58:55.011" v="19" actId="207"/>
          <ac:picMkLst>
            <pc:docMk/>
            <pc:sldMk cId="2745305467" sldId="9785"/>
            <ac:picMk id="17" creationId="{D60A4294-E06A-4FC5-5030-5B3B092DE6CD}"/>
          </ac:picMkLst>
        </pc:picChg>
        <pc:picChg chg="mod">
          <ac:chgData name="Macher, Andreas (DI FA CTR PLC PPM)" userId="f1dcac62-7bef-43eb-91f0-927336a1714f" providerId="ADAL" clId="{DE3F87E3-065C-4D1A-9C3A-48EF06AD1AE9}" dt="2022-12-05T07:58:58.974" v="20" actId="207"/>
          <ac:picMkLst>
            <pc:docMk/>
            <pc:sldMk cId="2745305467" sldId="9785"/>
            <ac:picMk id="20" creationId="{1BA26E3E-72D2-DC23-540F-AD157D933212}"/>
          </ac:picMkLst>
        </pc:picChg>
        <pc:picChg chg="mod">
          <ac:chgData name="Macher, Andreas (DI FA CTR PLC PPM)" userId="f1dcac62-7bef-43eb-91f0-927336a1714f" providerId="ADAL" clId="{DE3F87E3-065C-4D1A-9C3A-48EF06AD1AE9}" dt="2022-12-05T08:00:01.991" v="24" actId="207"/>
          <ac:picMkLst>
            <pc:docMk/>
            <pc:sldMk cId="2745305467" sldId="9785"/>
            <ac:picMk id="279" creationId="{C6403CA3-6A2D-0BA6-2468-F04B493E910C}"/>
          </ac:picMkLst>
        </pc:picChg>
        <pc:picChg chg="mod">
          <ac:chgData name="Macher, Andreas (DI FA CTR PLC PPM)" userId="f1dcac62-7bef-43eb-91f0-927336a1714f" providerId="ADAL" clId="{DE3F87E3-065C-4D1A-9C3A-48EF06AD1AE9}" dt="2022-12-05T08:00:05.304" v="25" actId="207"/>
          <ac:picMkLst>
            <pc:docMk/>
            <pc:sldMk cId="2745305467" sldId="9785"/>
            <ac:picMk id="366" creationId="{560EE994-2F5F-686E-CE53-00CD4F76C01D}"/>
          </ac:picMkLst>
        </pc:picChg>
        <pc:cxnChg chg="mod">
          <ac:chgData name="Macher, Andreas (DI FA CTR PLC PPM)" userId="f1dcac62-7bef-43eb-91f0-927336a1714f" providerId="ADAL" clId="{DE3F87E3-065C-4D1A-9C3A-48EF06AD1AE9}" dt="2022-12-05T07:59:28.054" v="23" actId="1035"/>
          <ac:cxnSpMkLst>
            <pc:docMk/>
            <pc:sldMk cId="2745305467" sldId="9785"/>
            <ac:cxnSpMk id="274" creationId="{4A3F6B59-72C3-756F-8E44-0720079E92E5}"/>
          </ac:cxnSpMkLst>
        </pc:cxnChg>
        <pc:cxnChg chg="mod">
          <ac:chgData name="Macher, Andreas (DI FA CTR PLC PPM)" userId="f1dcac62-7bef-43eb-91f0-927336a1714f" providerId="ADAL" clId="{DE3F87E3-065C-4D1A-9C3A-48EF06AD1AE9}" dt="2022-12-05T07:59:22.763" v="22" actId="1036"/>
          <ac:cxnSpMkLst>
            <pc:docMk/>
            <pc:sldMk cId="2745305467" sldId="9785"/>
            <ac:cxnSpMk id="332" creationId="{7C58B6FD-9DB2-D5AA-3ED5-2EEAB1DCB542}"/>
          </ac:cxnSpMkLst>
        </pc:cxnChg>
      </pc:sldChg>
      <pc:sldChg chg="modSp">
        <pc:chgData name="Macher, Andreas (DI FA CTR PLC PPM)" userId="f1dcac62-7bef-43eb-91f0-927336a1714f" providerId="ADAL" clId="{DE3F87E3-065C-4D1A-9C3A-48EF06AD1AE9}" dt="2022-12-08T14:53:16.791" v="75"/>
        <pc:sldMkLst>
          <pc:docMk/>
          <pc:sldMk cId="1050852855" sldId="9788"/>
        </pc:sldMkLst>
        <pc:spChg chg="mod">
          <ac:chgData name="Macher, Andreas (DI FA CTR PLC PPM)" userId="f1dcac62-7bef-43eb-91f0-927336a1714f" providerId="ADAL" clId="{DE3F87E3-065C-4D1A-9C3A-48EF06AD1AE9}" dt="2022-12-08T14:53:16.791" v="75"/>
          <ac:spMkLst>
            <pc:docMk/>
            <pc:sldMk cId="1050852855" sldId="9788"/>
            <ac:spMk id="23" creationId="{A3F1D56D-4B75-6B78-281C-BEF04A568638}"/>
          </ac:spMkLst>
        </pc:spChg>
      </pc:sldChg>
      <pc:sldChg chg="addSp modSp">
        <pc:chgData name="Macher, Andreas (DI FA CTR PLC PPM)" userId="f1dcac62-7bef-43eb-91f0-927336a1714f" providerId="ADAL" clId="{DE3F87E3-065C-4D1A-9C3A-48EF06AD1AE9}" dt="2022-12-08T14:53:16.791" v="75"/>
        <pc:sldMkLst>
          <pc:docMk/>
          <pc:sldMk cId="173002088" sldId="9789"/>
        </pc:sldMkLst>
        <pc:spChg chg="mod">
          <ac:chgData name="Macher, Andreas (DI FA CTR PLC PPM)" userId="f1dcac62-7bef-43eb-91f0-927336a1714f" providerId="ADAL" clId="{DE3F87E3-065C-4D1A-9C3A-48EF06AD1AE9}" dt="2022-12-08T14:53:16.791" v="75"/>
          <ac:spMkLst>
            <pc:docMk/>
            <pc:sldMk cId="173002088" sldId="9789"/>
            <ac:spMk id="2" creationId="{5B64D186-2FA4-4B6C-A55E-5EAD51E916BA}"/>
          </ac:spMkLst>
        </pc:spChg>
        <pc:spChg chg="mod">
          <ac:chgData name="Macher, Andreas (DI FA CTR PLC PPM)" userId="f1dcac62-7bef-43eb-91f0-927336a1714f" providerId="ADAL" clId="{DE3F87E3-065C-4D1A-9C3A-48EF06AD1AE9}" dt="2022-12-05T08:00:16.630" v="26" actId="207"/>
          <ac:spMkLst>
            <pc:docMk/>
            <pc:sldMk cId="173002088" sldId="9789"/>
            <ac:spMk id="3" creationId="{3776DFFA-3C47-2BD1-27ED-6541EC2A2E53}"/>
          </ac:spMkLst>
        </pc:spChg>
        <pc:spChg chg="mod">
          <ac:chgData name="Macher, Andreas (DI FA CTR PLC PPM)" userId="f1dcac62-7bef-43eb-91f0-927336a1714f" providerId="ADAL" clId="{DE3F87E3-065C-4D1A-9C3A-48EF06AD1AE9}" dt="2022-12-05T08:00:16.630" v="26" actId="207"/>
          <ac:spMkLst>
            <pc:docMk/>
            <pc:sldMk cId="173002088" sldId="9789"/>
            <ac:spMk id="6" creationId="{20F17C3B-44B6-F9E6-143B-EAFA33251FD6}"/>
          </ac:spMkLst>
        </pc:spChg>
        <pc:spChg chg="add mod">
          <ac:chgData name="Macher, Andreas (DI FA CTR PLC PPM)" userId="f1dcac62-7bef-43eb-91f0-927336a1714f" providerId="ADAL" clId="{DE3F87E3-065C-4D1A-9C3A-48EF06AD1AE9}" dt="2022-12-05T08:00:49.920" v="29" actId="1076"/>
          <ac:spMkLst>
            <pc:docMk/>
            <pc:sldMk cId="173002088" sldId="9789"/>
            <ac:spMk id="30" creationId="{FEB964CB-A981-C6F2-94DA-0A1A907BFDEA}"/>
          </ac:spMkLst>
        </pc:spChg>
        <pc:spChg chg="add mod">
          <ac:chgData name="Macher, Andreas (DI FA CTR PLC PPM)" userId="f1dcac62-7bef-43eb-91f0-927336a1714f" providerId="ADAL" clId="{DE3F87E3-065C-4D1A-9C3A-48EF06AD1AE9}" dt="2022-12-05T08:00:49.920" v="29" actId="1076"/>
          <ac:spMkLst>
            <pc:docMk/>
            <pc:sldMk cId="173002088" sldId="9789"/>
            <ac:spMk id="226" creationId="{7045C906-CCD4-3801-A5D9-C22DCBA6874A}"/>
          </ac:spMkLst>
        </pc:spChg>
        <pc:spChg chg="add mod">
          <ac:chgData name="Macher, Andreas (DI FA CTR PLC PPM)" userId="f1dcac62-7bef-43eb-91f0-927336a1714f" providerId="ADAL" clId="{DE3F87E3-065C-4D1A-9C3A-48EF06AD1AE9}" dt="2022-12-05T08:00:55.783" v="31" actId="1076"/>
          <ac:spMkLst>
            <pc:docMk/>
            <pc:sldMk cId="173002088" sldId="9789"/>
            <ac:spMk id="228" creationId="{885843FC-D171-274E-82F4-74682E5F93A2}"/>
          </ac:spMkLst>
        </pc:spChg>
        <pc:spChg chg="add mod">
          <ac:chgData name="Macher, Andreas (DI FA CTR PLC PPM)" userId="f1dcac62-7bef-43eb-91f0-927336a1714f" providerId="ADAL" clId="{DE3F87E3-065C-4D1A-9C3A-48EF06AD1AE9}" dt="2022-12-05T08:00:55.783" v="31" actId="1076"/>
          <ac:spMkLst>
            <pc:docMk/>
            <pc:sldMk cId="173002088" sldId="9789"/>
            <ac:spMk id="229" creationId="{7075AAFF-E732-8864-58A3-85D74710C7FB}"/>
          </ac:spMkLst>
        </pc:spChg>
        <pc:spChg chg="mod">
          <ac:chgData name="Macher, Andreas (DI FA CTR PLC PPM)" userId="f1dcac62-7bef-43eb-91f0-927336a1714f" providerId="ADAL" clId="{DE3F87E3-065C-4D1A-9C3A-48EF06AD1AE9}" dt="2022-12-05T08:00:23.882" v="27" actId="207"/>
          <ac:spMkLst>
            <pc:docMk/>
            <pc:sldMk cId="173002088" sldId="9789"/>
            <ac:spMk id="249" creationId="{871C914A-1124-0DBA-19F8-0CCDB14612AA}"/>
          </ac:spMkLst>
        </pc:spChg>
      </pc:sldChg>
      <pc:sldChg chg="modSp">
        <pc:chgData name="Macher, Andreas (DI FA CTR PLC PPM)" userId="f1dcac62-7bef-43eb-91f0-927336a1714f" providerId="ADAL" clId="{DE3F87E3-065C-4D1A-9C3A-48EF06AD1AE9}" dt="2022-12-08T14:53:16.791" v="75"/>
        <pc:sldMkLst>
          <pc:docMk/>
          <pc:sldMk cId="1519133652" sldId="9790"/>
        </pc:sldMkLst>
        <pc:spChg chg="mod">
          <ac:chgData name="Macher, Andreas (DI FA CTR PLC PPM)" userId="f1dcac62-7bef-43eb-91f0-927336a1714f" providerId="ADAL" clId="{DE3F87E3-065C-4D1A-9C3A-48EF06AD1AE9}" dt="2022-12-08T14:53:16.791" v="75"/>
          <ac:spMkLst>
            <pc:docMk/>
            <pc:sldMk cId="1519133652" sldId="9790"/>
            <ac:spMk id="2" creationId="{6E3881A0-AE27-440B-85FF-039A5B808AC5}"/>
          </ac:spMkLst>
        </pc:spChg>
      </pc:sldChg>
      <pc:sldChg chg="modSp">
        <pc:chgData name="Macher, Andreas (DI FA CTR PLC PPM)" userId="f1dcac62-7bef-43eb-91f0-927336a1714f" providerId="ADAL" clId="{DE3F87E3-065C-4D1A-9C3A-48EF06AD1AE9}" dt="2022-12-08T14:53:16.791" v="75"/>
        <pc:sldMkLst>
          <pc:docMk/>
          <pc:sldMk cId="4248278517" sldId="9793"/>
        </pc:sldMkLst>
        <pc:spChg chg="mod">
          <ac:chgData name="Macher, Andreas (DI FA CTR PLC PPM)" userId="f1dcac62-7bef-43eb-91f0-927336a1714f" providerId="ADAL" clId="{DE3F87E3-065C-4D1A-9C3A-48EF06AD1AE9}" dt="2022-12-08T14:53:16.791" v="75"/>
          <ac:spMkLst>
            <pc:docMk/>
            <pc:sldMk cId="4248278517" sldId="9793"/>
            <ac:spMk id="3" creationId="{93A1395D-1379-4A9A-8355-68B08CAC9CA6}"/>
          </ac:spMkLst>
        </pc:spChg>
      </pc:sldChg>
      <pc:sldChg chg="modSp">
        <pc:chgData name="Macher, Andreas (DI FA CTR PLC PPM)" userId="f1dcac62-7bef-43eb-91f0-927336a1714f" providerId="ADAL" clId="{DE3F87E3-065C-4D1A-9C3A-48EF06AD1AE9}" dt="2022-12-08T14:53:16.791" v="75"/>
        <pc:sldMkLst>
          <pc:docMk/>
          <pc:sldMk cId="3349434312" sldId="9795"/>
        </pc:sldMkLst>
        <pc:spChg chg="mod">
          <ac:chgData name="Macher, Andreas (DI FA CTR PLC PPM)" userId="f1dcac62-7bef-43eb-91f0-927336a1714f" providerId="ADAL" clId="{DE3F87E3-065C-4D1A-9C3A-48EF06AD1AE9}" dt="2022-12-08T14:53:16.791" v="75"/>
          <ac:spMkLst>
            <pc:docMk/>
            <pc:sldMk cId="3349434312" sldId="9795"/>
            <ac:spMk id="2" creationId="{15C1A62D-F920-48BB-B71A-F11DAC140589}"/>
          </ac:spMkLst>
        </pc:spChg>
      </pc:sldChg>
      <pc:sldChg chg="modSp">
        <pc:chgData name="Macher, Andreas (DI FA CTR PLC PPM)" userId="f1dcac62-7bef-43eb-91f0-927336a1714f" providerId="ADAL" clId="{DE3F87E3-065C-4D1A-9C3A-48EF06AD1AE9}" dt="2022-12-08T14:53:16.791" v="75"/>
        <pc:sldMkLst>
          <pc:docMk/>
          <pc:sldMk cId="2310770534" sldId="9796"/>
        </pc:sldMkLst>
        <pc:spChg chg="mod">
          <ac:chgData name="Macher, Andreas (DI FA CTR PLC PPM)" userId="f1dcac62-7bef-43eb-91f0-927336a1714f" providerId="ADAL" clId="{DE3F87E3-065C-4D1A-9C3A-48EF06AD1AE9}" dt="2022-12-08T14:53:16.791" v="75"/>
          <ac:spMkLst>
            <pc:docMk/>
            <pc:sldMk cId="2310770534" sldId="9796"/>
            <ac:spMk id="3" creationId="{93A1395D-1379-4A9A-8355-68B08CAC9CA6}"/>
          </ac:spMkLst>
        </pc:spChg>
      </pc:sldChg>
      <pc:sldChg chg="modSp">
        <pc:chgData name="Macher, Andreas (DI FA CTR PLC PPM)" userId="f1dcac62-7bef-43eb-91f0-927336a1714f" providerId="ADAL" clId="{DE3F87E3-065C-4D1A-9C3A-48EF06AD1AE9}" dt="2022-12-08T14:53:16.791" v="75"/>
        <pc:sldMkLst>
          <pc:docMk/>
          <pc:sldMk cId="1476210905" sldId="9797"/>
        </pc:sldMkLst>
        <pc:spChg chg="mod">
          <ac:chgData name="Macher, Andreas (DI FA CTR PLC PPM)" userId="f1dcac62-7bef-43eb-91f0-927336a1714f" providerId="ADAL" clId="{DE3F87E3-065C-4D1A-9C3A-48EF06AD1AE9}" dt="2022-12-08T14:53:16.791" v="75"/>
          <ac:spMkLst>
            <pc:docMk/>
            <pc:sldMk cId="1476210905" sldId="9797"/>
            <ac:spMk id="2" creationId="{25A4033A-708D-43C3-B9CD-3E72050A421C}"/>
          </ac:spMkLst>
        </pc:spChg>
      </pc:sldChg>
      <pc:sldChg chg="modSp">
        <pc:chgData name="Macher, Andreas (DI FA CTR PLC PPM)" userId="f1dcac62-7bef-43eb-91f0-927336a1714f" providerId="ADAL" clId="{DE3F87E3-065C-4D1A-9C3A-48EF06AD1AE9}" dt="2022-12-08T14:53:16.791" v="75"/>
        <pc:sldMkLst>
          <pc:docMk/>
          <pc:sldMk cId="2023790002" sldId="9799"/>
        </pc:sldMkLst>
        <pc:spChg chg="mod">
          <ac:chgData name="Macher, Andreas (DI FA CTR PLC PPM)" userId="f1dcac62-7bef-43eb-91f0-927336a1714f" providerId="ADAL" clId="{DE3F87E3-065C-4D1A-9C3A-48EF06AD1AE9}" dt="2022-12-08T14:53:16.791" v="75"/>
          <ac:spMkLst>
            <pc:docMk/>
            <pc:sldMk cId="2023790002" sldId="9799"/>
            <ac:spMk id="3" creationId="{E827D3D1-24CD-2294-D768-C94E24053F5E}"/>
          </ac:spMkLst>
        </pc:spChg>
      </pc:sldChg>
      <pc:sldChg chg="modSp">
        <pc:chgData name="Macher, Andreas (DI FA CTR PLC PPM)" userId="f1dcac62-7bef-43eb-91f0-927336a1714f" providerId="ADAL" clId="{DE3F87E3-065C-4D1A-9C3A-48EF06AD1AE9}" dt="2022-12-08T14:53:16.791" v="75"/>
        <pc:sldMkLst>
          <pc:docMk/>
          <pc:sldMk cId="2103618214" sldId="9802"/>
        </pc:sldMkLst>
        <pc:spChg chg="mod">
          <ac:chgData name="Macher, Andreas (DI FA CTR PLC PPM)" userId="f1dcac62-7bef-43eb-91f0-927336a1714f" providerId="ADAL" clId="{DE3F87E3-065C-4D1A-9C3A-48EF06AD1AE9}" dt="2022-12-08T14:53:16.791" v="75"/>
          <ac:spMkLst>
            <pc:docMk/>
            <pc:sldMk cId="2103618214" sldId="9802"/>
            <ac:spMk id="2" creationId="{FB6E8433-8910-4215-8221-7BF8396D9E39}"/>
          </ac:spMkLst>
        </pc:spChg>
      </pc:sldChg>
      <pc:sldChg chg="modSp mod">
        <pc:chgData name="Macher, Andreas (DI FA CTR PLC PPM)" userId="f1dcac62-7bef-43eb-91f0-927336a1714f" providerId="ADAL" clId="{DE3F87E3-065C-4D1A-9C3A-48EF06AD1AE9}" dt="2022-12-08T14:53:16.791" v="75"/>
        <pc:sldMkLst>
          <pc:docMk/>
          <pc:sldMk cId="451783602" sldId="9803"/>
        </pc:sldMkLst>
        <pc:spChg chg="mod">
          <ac:chgData name="Macher, Andreas (DI FA CTR PLC PPM)" userId="f1dcac62-7bef-43eb-91f0-927336a1714f" providerId="ADAL" clId="{DE3F87E3-065C-4D1A-9C3A-48EF06AD1AE9}" dt="2022-12-08T14:53:16.791" v="75"/>
          <ac:spMkLst>
            <pc:docMk/>
            <pc:sldMk cId="451783602" sldId="9803"/>
            <ac:spMk id="2" creationId="{18A2DB4B-FE85-458A-8817-E52BD7A503EC}"/>
          </ac:spMkLst>
        </pc:spChg>
        <pc:graphicFrameChg chg="mod modGraphic">
          <ac:chgData name="Macher, Andreas (DI FA CTR PLC PPM)" userId="f1dcac62-7bef-43eb-91f0-927336a1714f" providerId="ADAL" clId="{DE3F87E3-065C-4D1A-9C3A-48EF06AD1AE9}" dt="2022-12-06T09:10:04.423" v="49" actId="20577"/>
          <ac:graphicFrameMkLst>
            <pc:docMk/>
            <pc:sldMk cId="451783602" sldId="9803"/>
            <ac:graphicFrameMk id="10" creationId="{46E6D97E-41A9-7E49-5A08-BBDCFA4065AA}"/>
          </ac:graphicFrameMkLst>
        </pc:graphicFrameChg>
      </pc:sldChg>
      <pc:sldMasterChg chg="modSp modSldLayout">
        <pc:chgData name="Macher, Andreas (DI FA CTR PLC PPM)" userId="f1dcac62-7bef-43eb-91f0-927336a1714f" providerId="ADAL" clId="{DE3F87E3-065C-4D1A-9C3A-48EF06AD1AE9}" dt="2022-12-08T14:53:16.791" v="75"/>
        <pc:sldMasterMkLst>
          <pc:docMk/>
          <pc:sldMasterMk cId="1698585145" sldId="2147483648"/>
        </pc:sldMasterMkLst>
        <pc:spChg chg="mod">
          <ac:chgData name="Macher, Andreas (DI FA CTR PLC PPM)" userId="f1dcac62-7bef-43eb-91f0-927336a1714f" providerId="ADAL" clId="{DE3F87E3-065C-4D1A-9C3A-48EF06AD1AE9}" dt="2022-12-08T14:53:16.791" v="75"/>
          <ac:spMkLst>
            <pc:docMk/>
            <pc:sldMasterMk cId="1698585145" sldId="2147483648"/>
            <ac:spMk id="5" creationId="{4F5CAFE5-0972-49AB-B42B-7C613C153AFE}"/>
          </ac:spMkLst>
        </pc:spChg>
        <pc:sldLayoutChg chg="modSp">
          <pc:chgData name="Macher, Andreas (DI FA CTR PLC PPM)" userId="f1dcac62-7bef-43eb-91f0-927336a1714f" providerId="ADAL" clId="{DE3F87E3-065C-4D1A-9C3A-48EF06AD1AE9}" dt="2022-12-08T14:53:16.791" v="75"/>
          <pc:sldLayoutMkLst>
            <pc:docMk/>
            <pc:sldMasterMk cId="1698585145" sldId="2147483648"/>
            <pc:sldLayoutMk cId="1842942607" sldId="2147483650"/>
          </pc:sldLayoutMkLst>
          <pc:spChg chg="mod">
            <ac:chgData name="Macher, Andreas (DI FA CTR PLC PPM)" userId="f1dcac62-7bef-43eb-91f0-927336a1714f" providerId="ADAL" clId="{DE3F87E3-065C-4D1A-9C3A-48EF06AD1AE9}" dt="2022-12-08T14:53:16.791" v="75"/>
            <ac:spMkLst>
              <pc:docMk/>
              <pc:sldMasterMk cId="1698585145" sldId="2147483648"/>
              <pc:sldLayoutMk cId="1842942607" sldId="2147483650"/>
              <ac:spMk id="5" creationId="{E519D384-FA09-4D60-95A8-589F157A93F4}"/>
            </ac:spMkLst>
          </pc:spChg>
        </pc:sldLayoutChg>
        <pc:sldLayoutChg chg="modSp">
          <pc:chgData name="Macher, Andreas (DI FA CTR PLC PPM)" userId="f1dcac62-7bef-43eb-91f0-927336a1714f" providerId="ADAL" clId="{DE3F87E3-065C-4D1A-9C3A-48EF06AD1AE9}" dt="2022-12-08T14:53:16.791" v="75"/>
          <pc:sldLayoutMkLst>
            <pc:docMk/>
            <pc:sldMasterMk cId="1698585145" sldId="2147483648"/>
            <pc:sldLayoutMk cId="2943002918" sldId="2147483655"/>
          </pc:sldLayoutMkLst>
          <pc:spChg chg="mod">
            <ac:chgData name="Macher, Andreas (DI FA CTR PLC PPM)" userId="f1dcac62-7bef-43eb-91f0-927336a1714f" providerId="ADAL" clId="{DE3F87E3-065C-4D1A-9C3A-48EF06AD1AE9}" dt="2022-12-08T14:53:16.791" v="75"/>
            <ac:spMkLst>
              <pc:docMk/>
              <pc:sldMasterMk cId="1698585145" sldId="2147483648"/>
              <pc:sldLayoutMk cId="2943002918" sldId="2147483655"/>
              <ac:spMk id="9" creationId="{8C6E0B19-DC70-4D19-9A56-05E87567F196}"/>
            </ac:spMkLst>
          </pc:spChg>
        </pc:sldLayoutChg>
        <pc:sldLayoutChg chg="modSp">
          <pc:chgData name="Macher, Andreas (DI FA CTR PLC PPM)" userId="f1dcac62-7bef-43eb-91f0-927336a1714f" providerId="ADAL" clId="{DE3F87E3-065C-4D1A-9C3A-48EF06AD1AE9}" dt="2022-12-08T14:53:16.791" v="75"/>
          <pc:sldLayoutMkLst>
            <pc:docMk/>
            <pc:sldMasterMk cId="1698585145" sldId="2147483648"/>
            <pc:sldLayoutMk cId="4100799088" sldId="2147483678"/>
          </pc:sldLayoutMkLst>
          <pc:spChg chg="mod">
            <ac:chgData name="Macher, Andreas (DI FA CTR PLC PPM)" userId="f1dcac62-7bef-43eb-91f0-927336a1714f" providerId="ADAL" clId="{DE3F87E3-065C-4D1A-9C3A-48EF06AD1AE9}" dt="2022-12-08T14:53:16.791" v="75"/>
            <ac:spMkLst>
              <pc:docMk/>
              <pc:sldMasterMk cId="1698585145" sldId="2147483648"/>
              <pc:sldLayoutMk cId="4100799088" sldId="2147483678"/>
              <ac:spMk id="8" creationId="{3279A350-3BB2-4CA2-A422-8F5A951F6F64}"/>
            </ac:spMkLst>
          </pc:spChg>
        </pc:sldLayoutChg>
        <pc:sldLayoutChg chg="modSp">
          <pc:chgData name="Macher, Andreas (DI FA CTR PLC PPM)" userId="f1dcac62-7bef-43eb-91f0-927336a1714f" providerId="ADAL" clId="{DE3F87E3-065C-4D1A-9C3A-48EF06AD1AE9}" dt="2022-12-08T14:53:16.791" v="75"/>
          <pc:sldLayoutMkLst>
            <pc:docMk/>
            <pc:sldMasterMk cId="1698585145" sldId="2147483648"/>
            <pc:sldLayoutMk cId="674823635" sldId="2147483708"/>
          </pc:sldLayoutMkLst>
          <pc:spChg chg="mod">
            <ac:chgData name="Macher, Andreas (DI FA CTR PLC PPM)" userId="f1dcac62-7bef-43eb-91f0-927336a1714f" providerId="ADAL" clId="{DE3F87E3-065C-4D1A-9C3A-48EF06AD1AE9}" dt="2022-12-08T14:53:16.791" v="75"/>
            <ac:spMkLst>
              <pc:docMk/>
              <pc:sldMasterMk cId="1698585145" sldId="2147483648"/>
              <pc:sldLayoutMk cId="674823635" sldId="2147483708"/>
              <ac:spMk id="5" creationId="{16495290-0795-4AB1-8AEA-2BB786783622}"/>
            </ac:spMkLst>
          </pc:spChg>
        </pc:sldLayoutChg>
        <pc:sldLayoutChg chg="modSp">
          <pc:chgData name="Macher, Andreas (DI FA CTR PLC PPM)" userId="f1dcac62-7bef-43eb-91f0-927336a1714f" providerId="ADAL" clId="{DE3F87E3-065C-4D1A-9C3A-48EF06AD1AE9}" dt="2022-12-08T14:53:16.791" v="75"/>
          <pc:sldLayoutMkLst>
            <pc:docMk/>
            <pc:sldMasterMk cId="1698585145" sldId="2147483648"/>
            <pc:sldLayoutMk cId="2294859123" sldId="2147483737"/>
          </pc:sldLayoutMkLst>
          <pc:spChg chg="mod">
            <ac:chgData name="Macher, Andreas (DI FA CTR PLC PPM)" userId="f1dcac62-7bef-43eb-91f0-927336a1714f" providerId="ADAL" clId="{DE3F87E3-065C-4D1A-9C3A-48EF06AD1AE9}" dt="2022-12-08T14:53:16.791" v="75"/>
            <ac:spMkLst>
              <pc:docMk/>
              <pc:sldMasterMk cId="1698585145" sldId="2147483648"/>
              <pc:sldLayoutMk cId="2294859123" sldId="2147483737"/>
              <ac:spMk id="5" creationId="{21031E7D-E514-484A-9CCD-52A9C2222261}"/>
            </ac:spMkLst>
          </pc:spChg>
        </pc:sldLayoutChg>
      </pc:sldMasterChg>
    </pc:docChg>
  </pc:docChgLst>
  <pc:docChgLst>
    <pc:chgData name="Macher, Andreas (DI FA CTR PLC PPM)" userId="f1dcac62-7bef-43eb-91f0-927336a1714f" providerId="ADAL" clId="{77769F15-7ACC-47C1-B74F-CF5E24910F6F}"/>
    <pc:docChg chg="undo custSel modSld">
      <pc:chgData name="Macher, Andreas (DI FA CTR PLC PPM)" userId="f1dcac62-7bef-43eb-91f0-927336a1714f" providerId="ADAL" clId="{77769F15-7ACC-47C1-B74F-CF5E24910F6F}" dt="2022-11-24T10:12:23.026" v="1275" actId="1037"/>
      <pc:docMkLst>
        <pc:docMk/>
      </pc:docMkLst>
      <pc:sldChg chg="modSp mod">
        <pc:chgData name="Macher, Andreas (DI FA CTR PLC PPM)" userId="f1dcac62-7bef-43eb-91f0-927336a1714f" providerId="ADAL" clId="{77769F15-7ACC-47C1-B74F-CF5E24910F6F}" dt="2022-11-24T09:21:12.753" v="1105" actId="790"/>
        <pc:sldMkLst>
          <pc:docMk/>
          <pc:sldMk cId="3044083358" sldId="268"/>
        </pc:sldMkLst>
        <pc:spChg chg="mod">
          <ac:chgData name="Macher, Andreas (DI FA CTR PLC PPM)" userId="f1dcac62-7bef-43eb-91f0-927336a1714f" providerId="ADAL" clId="{77769F15-7ACC-47C1-B74F-CF5E24910F6F}" dt="2022-11-24T09:21:12.753" v="1105" actId="790"/>
          <ac:spMkLst>
            <pc:docMk/>
            <pc:sldMk cId="3044083358" sldId="268"/>
            <ac:spMk id="2" creationId="{7D86EBFB-CE6A-4758-896A-AAD8E1D08CC8}"/>
          </ac:spMkLst>
        </pc:spChg>
        <pc:spChg chg="mod">
          <ac:chgData name="Macher, Andreas (DI FA CTR PLC PPM)" userId="f1dcac62-7bef-43eb-91f0-927336a1714f" providerId="ADAL" clId="{77769F15-7ACC-47C1-B74F-CF5E24910F6F}" dt="2022-11-24T09:21:12.753" v="1105" actId="790"/>
          <ac:spMkLst>
            <pc:docMk/>
            <pc:sldMk cId="3044083358" sldId="268"/>
            <ac:spMk id="3" creationId="{A8C0B1B3-7902-4A0F-A274-1F5878B8197A}"/>
          </ac:spMkLst>
        </pc:spChg>
        <pc:spChg chg="mod">
          <ac:chgData name="Macher, Andreas (DI FA CTR PLC PPM)" userId="f1dcac62-7bef-43eb-91f0-927336a1714f" providerId="ADAL" clId="{77769F15-7ACC-47C1-B74F-CF5E24910F6F}" dt="2022-11-24T09:21:12.753" v="1105" actId="790"/>
          <ac:spMkLst>
            <pc:docMk/>
            <pc:sldMk cId="3044083358" sldId="268"/>
            <ac:spMk id="12" creationId="{EF7BA6B8-2D49-49EE-AA38-401584ACB3E0}"/>
          </ac:spMkLst>
        </pc:spChg>
      </pc:sldChg>
      <pc:sldChg chg="modSp mod">
        <pc:chgData name="Macher, Andreas (DI FA CTR PLC PPM)" userId="f1dcac62-7bef-43eb-91f0-927336a1714f" providerId="ADAL" clId="{77769F15-7ACC-47C1-B74F-CF5E24910F6F}" dt="2022-11-23T13:17:08.489" v="165" actId="20577"/>
        <pc:sldMkLst>
          <pc:docMk/>
          <pc:sldMk cId="1915380295" sldId="297"/>
        </pc:sldMkLst>
        <pc:spChg chg="mod">
          <ac:chgData name="Macher, Andreas (DI FA CTR PLC PPM)" userId="f1dcac62-7bef-43eb-91f0-927336a1714f" providerId="ADAL" clId="{77769F15-7ACC-47C1-B74F-CF5E24910F6F}" dt="2022-11-23T12:59:32.808" v="0"/>
          <ac:spMkLst>
            <pc:docMk/>
            <pc:sldMk cId="1915380295" sldId="297"/>
            <ac:spMk id="2" creationId="{00000000-0000-0000-0000-000000000000}"/>
          </ac:spMkLst>
        </pc:spChg>
        <pc:spChg chg="mod">
          <ac:chgData name="Macher, Andreas (DI FA CTR PLC PPM)" userId="f1dcac62-7bef-43eb-91f0-927336a1714f" providerId="ADAL" clId="{77769F15-7ACC-47C1-B74F-CF5E24910F6F}" dt="2022-11-23T13:14:25.393" v="152"/>
          <ac:spMkLst>
            <pc:docMk/>
            <pc:sldMk cId="1915380295" sldId="297"/>
            <ac:spMk id="3" creationId="{773F1630-BA2E-4528-AF32-DB8419A4F3B5}"/>
          </ac:spMkLst>
        </pc:spChg>
        <pc:spChg chg="mod">
          <ac:chgData name="Macher, Andreas (DI FA CTR PLC PPM)" userId="f1dcac62-7bef-43eb-91f0-927336a1714f" providerId="ADAL" clId="{77769F15-7ACC-47C1-B74F-CF5E24910F6F}" dt="2022-11-23T13:17:08.489" v="165" actId="20577"/>
          <ac:spMkLst>
            <pc:docMk/>
            <pc:sldMk cId="1915380295" sldId="297"/>
            <ac:spMk id="41" creationId="{00000000-0000-0000-0000-000000000000}"/>
          </ac:spMkLst>
        </pc:spChg>
      </pc:sldChg>
      <pc:sldChg chg="modSp mod">
        <pc:chgData name="Macher, Andreas (DI FA CTR PLC PPM)" userId="f1dcac62-7bef-43eb-91f0-927336a1714f" providerId="ADAL" clId="{77769F15-7ACC-47C1-B74F-CF5E24910F6F}" dt="2022-11-23T13:15:18.430" v="157" actId="790"/>
        <pc:sldMkLst>
          <pc:docMk/>
          <pc:sldMk cId="2969443571" sldId="317"/>
        </pc:sldMkLst>
        <pc:spChg chg="mod">
          <ac:chgData name="Macher, Andreas (DI FA CTR PLC PPM)" userId="f1dcac62-7bef-43eb-91f0-927336a1714f" providerId="ADAL" clId="{77769F15-7ACC-47C1-B74F-CF5E24910F6F}" dt="2022-11-23T13:15:18.430" v="157" actId="790"/>
          <ac:spMkLst>
            <pc:docMk/>
            <pc:sldMk cId="2969443571" sldId="317"/>
            <ac:spMk id="2" creationId="{27507DB2-A004-4C7F-BB03-CAB07E07A0D3}"/>
          </ac:spMkLst>
        </pc:spChg>
        <pc:spChg chg="mod">
          <ac:chgData name="Macher, Andreas (DI FA CTR PLC PPM)" userId="f1dcac62-7bef-43eb-91f0-927336a1714f" providerId="ADAL" clId="{77769F15-7ACC-47C1-B74F-CF5E24910F6F}" dt="2022-11-23T13:15:18.430" v="157" actId="790"/>
          <ac:spMkLst>
            <pc:docMk/>
            <pc:sldMk cId="2969443571" sldId="317"/>
            <ac:spMk id="4" creationId="{219E2082-A671-48FA-BA58-21BFEF63DFFA}"/>
          </ac:spMkLst>
        </pc:spChg>
        <pc:spChg chg="mod">
          <ac:chgData name="Macher, Andreas (DI FA CTR PLC PPM)" userId="f1dcac62-7bef-43eb-91f0-927336a1714f" providerId="ADAL" clId="{77769F15-7ACC-47C1-B74F-CF5E24910F6F}" dt="2022-11-23T13:15:18.430" v="157" actId="790"/>
          <ac:spMkLst>
            <pc:docMk/>
            <pc:sldMk cId="2969443571" sldId="317"/>
            <ac:spMk id="5" creationId="{F640B5D6-DA30-4A72-90BF-4686C1ACCA99}"/>
          </ac:spMkLst>
        </pc:spChg>
      </pc:sldChg>
      <pc:sldChg chg="modSp mod">
        <pc:chgData name="Macher, Andreas (DI FA CTR PLC PPM)" userId="f1dcac62-7bef-43eb-91f0-927336a1714f" providerId="ADAL" clId="{77769F15-7ACC-47C1-B74F-CF5E24910F6F}" dt="2022-11-24T09:26:53.612" v="1168" actId="313"/>
        <pc:sldMkLst>
          <pc:docMk/>
          <pc:sldMk cId="193405717" sldId="318"/>
        </pc:sldMkLst>
        <pc:spChg chg="mod">
          <ac:chgData name="Macher, Andreas (DI FA CTR PLC PPM)" userId="f1dcac62-7bef-43eb-91f0-927336a1714f" providerId="ADAL" clId="{77769F15-7ACC-47C1-B74F-CF5E24910F6F}" dt="2022-11-23T14:04:45.074" v="332"/>
          <ac:spMkLst>
            <pc:docMk/>
            <pc:sldMk cId="193405717" sldId="318"/>
            <ac:spMk id="3" creationId="{63CC7659-698F-4181-8B32-A0140FB09738}"/>
          </ac:spMkLst>
        </pc:spChg>
        <pc:spChg chg="mod">
          <ac:chgData name="Macher, Andreas (DI FA CTR PLC PPM)" userId="f1dcac62-7bef-43eb-91f0-927336a1714f" providerId="ADAL" clId="{77769F15-7ACC-47C1-B74F-CF5E24910F6F}" dt="2022-11-24T09:26:53.612" v="1168" actId="313"/>
          <ac:spMkLst>
            <pc:docMk/>
            <pc:sldMk cId="193405717" sldId="318"/>
            <ac:spMk id="89" creationId="{606378A6-2EA8-439B-B39C-D6F9D2C2F744}"/>
          </ac:spMkLst>
        </pc:spChg>
      </pc:sldChg>
      <pc:sldChg chg="modSp mod">
        <pc:chgData name="Macher, Andreas (DI FA CTR PLC PPM)" userId="f1dcac62-7bef-43eb-91f0-927336a1714f" providerId="ADAL" clId="{77769F15-7ACC-47C1-B74F-CF5E24910F6F}" dt="2022-11-24T09:32:14.509" v="1250" actId="207"/>
        <pc:sldMkLst>
          <pc:docMk/>
          <pc:sldMk cId="2146974064" sldId="348"/>
        </pc:sldMkLst>
        <pc:spChg chg="mod">
          <ac:chgData name="Macher, Andreas (DI FA CTR PLC PPM)" userId="f1dcac62-7bef-43eb-91f0-927336a1714f" providerId="ADAL" clId="{77769F15-7ACC-47C1-B74F-CF5E24910F6F}" dt="2022-11-24T09:30:40.132" v="1239" actId="790"/>
          <ac:spMkLst>
            <pc:docMk/>
            <pc:sldMk cId="2146974064" sldId="348"/>
            <ac:spMk id="2" creationId="{B2F31D39-A6F7-4DB4-B72E-942032227D97}"/>
          </ac:spMkLst>
        </pc:spChg>
        <pc:spChg chg="mod">
          <ac:chgData name="Macher, Andreas (DI FA CTR PLC PPM)" userId="f1dcac62-7bef-43eb-91f0-927336a1714f" providerId="ADAL" clId="{77769F15-7ACC-47C1-B74F-CF5E24910F6F}" dt="2022-11-24T09:30:40.132" v="1239" actId="790"/>
          <ac:spMkLst>
            <pc:docMk/>
            <pc:sldMk cId="2146974064" sldId="348"/>
            <ac:spMk id="4" creationId="{00000000-0000-0000-0000-000000000000}"/>
          </ac:spMkLst>
        </pc:spChg>
        <pc:spChg chg="mod">
          <ac:chgData name="Macher, Andreas (DI FA CTR PLC PPM)" userId="f1dcac62-7bef-43eb-91f0-927336a1714f" providerId="ADAL" clId="{77769F15-7ACC-47C1-B74F-CF5E24910F6F}" dt="2022-11-24T09:30:40.132" v="1239" actId="790"/>
          <ac:spMkLst>
            <pc:docMk/>
            <pc:sldMk cId="2146974064" sldId="348"/>
            <ac:spMk id="5" creationId="{84A14E98-39FA-CB69-F395-75B3CD3B7474}"/>
          </ac:spMkLst>
        </pc:spChg>
        <pc:spChg chg="mod">
          <ac:chgData name="Macher, Andreas (DI FA CTR PLC PPM)" userId="f1dcac62-7bef-43eb-91f0-927336a1714f" providerId="ADAL" clId="{77769F15-7ACC-47C1-B74F-CF5E24910F6F}" dt="2022-11-24T09:30:40.132" v="1239" actId="790"/>
          <ac:spMkLst>
            <pc:docMk/>
            <pc:sldMk cId="2146974064" sldId="348"/>
            <ac:spMk id="6" creationId="{C9195F27-4A7B-3E57-8135-79F864D90FDA}"/>
          </ac:spMkLst>
        </pc:spChg>
        <pc:graphicFrameChg chg="mod modGraphic">
          <ac:chgData name="Macher, Andreas (DI FA CTR PLC PPM)" userId="f1dcac62-7bef-43eb-91f0-927336a1714f" providerId="ADAL" clId="{77769F15-7ACC-47C1-B74F-CF5E24910F6F}" dt="2022-11-24T09:32:14.509" v="1250" actId="207"/>
          <ac:graphicFrameMkLst>
            <pc:docMk/>
            <pc:sldMk cId="2146974064" sldId="348"/>
            <ac:graphicFrameMk id="9" creationId="{00000000-0000-0000-0000-000000000000}"/>
          </ac:graphicFrameMkLst>
        </pc:graphicFrameChg>
      </pc:sldChg>
      <pc:sldChg chg="addSp delSp modSp mod">
        <pc:chgData name="Macher, Andreas (DI FA CTR PLC PPM)" userId="f1dcac62-7bef-43eb-91f0-927336a1714f" providerId="ADAL" clId="{77769F15-7ACC-47C1-B74F-CF5E24910F6F}" dt="2022-11-24T09:22:33.726" v="1137" actId="1038"/>
        <pc:sldMkLst>
          <pc:docMk/>
          <pc:sldMk cId="3826715043" sldId="350"/>
        </pc:sldMkLst>
        <pc:spChg chg="del">
          <ac:chgData name="Macher, Andreas (DI FA CTR PLC PPM)" userId="f1dcac62-7bef-43eb-91f0-927336a1714f" providerId="ADAL" clId="{77769F15-7ACC-47C1-B74F-CF5E24910F6F}" dt="2022-11-24T09:21:39.185" v="1106" actId="478"/>
          <ac:spMkLst>
            <pc:docMk/>
            <pc:sldMk cId="3826715043" sldId="350"/>
            <ac:spMk id="3" creationId="{38D101C9-5442-4E35-9BFD-3591529F0F77}"/>
          </ac:spMkLst>
        </pc:spChg>
        <pc:spChg chg="add del mod">
          <ac:chgData name="Macher, Andreas (DI FA CTR PLC PPM)" userId="f1dcac62-7bef-43eb-91f0-927336a1714f" providerId="ADAL" clId="{77769F15-7ACC-47C1-B74F-CF5E24910F6F}" dt="2022-11-24T09:22:02.357" v="1118" actId="478"/>
          <ac:spMkLst>
            <pc:docMk/>
            <pc:sldMk cId="3826715043" sldId="350"/>
            <ac:spMk id="4" creationId="{B4E9AC34-95A6-E190-9729-08C50F0273AE}"/>
          </ac:spMkLst>
        </pc:spChg>
        <pc:spChg chg="add del mod">
          <ac:chgData name="Macher, Andreas (DI FA CTR PLC PPM)" userId="f1dcac62-7bef-43eb-91f0-927336a1714f" providerId="ADAL" clId="{77769F15-7ACC-47C1-B74F-CF5E24910F6F}" dt="2022-11-24T09:21:57.561" v="1116"/>
          <ac:spMkLst>
            <pc:docMk/>
            <pc:sldMk cId="3826715043" sldId="350"/>
            <ac:spMk id="5" creationId="{1F7BA221-1F3D-DBBE-9C99-1D7156DF3BB9}"/>
          </ac:spMkLst>
        </pc:spChg>
        <pc:spChg chg="mod">
          <ac:chgData name="Macher, Andreas (DI FA CTR PLC PPM)" userId="f1dcac62-7bef-43eb-91f0-927336a1714f" providerId="ADAL" clId="{77769F15-7ACC-47C1-B74F-CF5E24910F6F}" dt="2022-11-23T12:59:32.808" v="0"/>
          <ac:spMkLst>
            <pc:docMk/>
            <pc:sldMk cId="3826715043" sldId="350"/>
            <ac:spMk id="6" creationId="{C7413F94-559E-46DF-A817-2051A7BA92CB}"/>
          </ac:spMkLst>
        </pc:spChg>
        <pc:picChg chg="add mod">
          <ac:chgData name="Macher, Andreas (DI FA CTR PLC PPM)" userId="f1dcac62-7bef-43eb-91f0-927336a1714f" providerId="ADAL" clId="{77769F15-7ACC-47C1-B74F-CF5E24910F6F}" dt="2022-11-24T09:22:33.726" v="1137" actId="1038"/>
          <ac:picMkLst>
            <pc:docMk/>
            <pc:sldMk cId="3826715043" sldId="350"/>
            <ac:picMk id="7" creationId="{A02F15DC-9116-4E33-CC12-052E4D509093}"/>
          </ac:picMkLst>
        </pc:picChg>
      </pc:sldChg>
      <pc:sldChg chg="modSp mod">
        <pc:chgData name="Macher, Andreas (DI FA CTR PLC PPM)" userId="f1dcac62-7bef-43eb-91f0-927336a1714f" providerId="ADAL" clId="{77769F15-7ACC-47C1-B74F-CF5E24910F6F}" dt="2022-11-24T09:21:03.630" v="1104" actId="790"/>
        <pc:sldMkLst>
          <pc:docMk/>
          <pc:sldMk cId="539676313" sldId="358"/>
        </pc:sldMkLst>
        <pc:spChg chg="mod">
          <ac:chgData name="Macher, Andreas (DI FA CTR PLC PPM)" userId="f1dcac62-7bef-43eb-91f0-927336a1714f" providerId="ADAL" clId="{77769F15-7ACC-47C1-B74F-CF5E24910F6F}" dt="2022-11-24T09:21:03.630" v="1104" actId="790"/>
          <ac:spMkLst>
            <pc:docMk/>
            <pc:sldMk cId="539676313" sldId="358"/>
            <ac:spMk id="4" creationId="{3DD2FE0F-26C9-44A2-8E72-736EE0DE558E}"/>
          </ac:spMkLst>
        </pc:spChg>
        <pc:spChg chg="mod">
          <ac:chgData name="Macher, Andreas (DI FA CTR PLC PPM)" userId="f1dcac62-7bef-43eb-91f0-927336a1714f" providerId="ADAL" clId="{77769F15-7ACC-47C1-B74F-CF5E24910F6F}" dt="2022-11-24T09:21:03.630" v="1104" actId="790"/>
          <ac:spMkLst>
            <pc:docMk/>
            <pc:sldMk cId="539676313" sldId="358"/>
            <ac:spMk id="6" creationId="{D4F1BB0F-7015-47A8-B11D-F42FBD661E59}"/>
          </ac:spMkLst>
        </pc:spChg>
        <pc:spChg chg="mod">
          <ac:chgData name="Macher, Andreas (DI FA CTR PLC PPM)" userId="f1dcac62-7bef-43eb-91f0-927336a1714f" providerId="ADAL" clId="{77769F15-7ACC-47C1-B74F-CF5E24910F6F}" dt="2022-11-24T09:21:03.630" v="1104" actId="790"/>
          <ac:spMkLst>
            <pc:docMk/>
            <pc:sldMk cId="539676313" sldId="358"/>
            <ac:spMk id="7" creationId="{B0F1AA84-8232-42E6-A097-B5D82BFE58C8}"/>
          </ac:spMkLst>
        </pc:spChg>
      </pc:sldChg>
      <pc:sldChg chg="modSp">
        <pc:chgData name="Macher, Andreas (DI FA CTR PLC PPM)" userId="f1dcac62-7bef-43eb-91f0-927336a1714f" providerId="ADAL" clId="{77769F15-7ACC-47C1-B74F-CF5E24910F6F}" dt="2022-11-23T14:04:45.074" v="332"/>
        <pc:sldMkLst>
          <pc:docMk/>
          <pc:sldMk cId="859629943" sldId="559"/>
        </pc:sldMkLst>
        <pc:spChg chg="mod">
          <ac:chgData name="Macher, Andreas (DI FA CTR PLC PPM)" userId="f1dcac62-7bef-43eb-91f0-927336a1714f" providerId="ADAL" clId="{77769F15-7ACC-47C1-B74F-CF5E24910F6F}" dt="2022-11-23T14:04:45.074" v="332"/>
          <ac:spMkLst>
            <pc:docMk/>
            <pc:sldMk cId="859629943" sldId="559"/>
            <ac:spMk id="19" creationId="{6D4A85FB-709B-E522-F43C-30CB52D80E4D}"/>
          </ac:spMkLst>
        </pc:spChg>
      </pc:sldChg>
      <pc:sldChg chg="modSp mod">
        <pc:chgData name="Macher, Andreas (DI FA CTR PLC PPM)" userId="f1dcac62-7bef-43eb-91f0-927336a1714f" providerId="ADAL" clId="{77769F15-7ACC-47C1-B74F-CF5E24910F6F}" dt="2022-11-24T09:20:23.210" v="1102" actId="20577"/>
        <pc:sldMkLst>
          <pc:docMk/>
          <pc:sldMk cId="3113480645" sldId="661"/>
        </pc:sldMkLst>
        <pc:spChg chg="mod">
          <ac:chgData name="Macher, Andreas (DI FA CTR PLC PPM)" userId="f1dcac62-7bef-43eb-91f0-927336a1714f" providerId="ADAL" clId="{77769F15-7ACC-47C1-B74F-CF5E24910F6F}" dt="2022-11-24T09:19:55.658" v="1064" actId="790"/>
          <ac:spMkLst>
            <pc:docMk/>
            <pc:sldMk cId="3113480645" sldId="661"/>
            <ac:spMk id="2" creationId="{DDF5808C-9C2D-4129-9E9A-F48BAFEA084C}"/>
          </ac:spMkLst>
        </pc:spChg>
        <pc:spChg chg="mod">
          <ac:chgData name="Macher, Andreas (DI FA CTR PLC PPM)" userId="f1dcac62-7bef-43eb-91f0-927336a1714f" providerId="ADAL" clId="{77769F15-7ACC-47C1-B74F-CF5E24910F6F}" dt="2022-11-24T09:19:55.658" v="1064" actId="790"/>
          <ac:spMkLst>
            <pc:docMk/>
            <pc:sldMk cId="3113480645" sldId="661"/>
            <ac:spMk id="5" creationId="{3B3DDAE4-4120-4498-8677-DE3A32AD353C}"/>
          </ac:spMkLst>
        </pc:spChg>
        <pc:spChg chg="mod">
          <ac:chgData name="Macher, Andreas (DI FA CTR PLC PPM)" userId="f1dcac62-7bef-43eb-91f0-927336a1714f" providerId="ADAL" clId="{77769F15-7ACC-47C1-B74F-CF5E24910F6F}" dt="2022-11-24T09:20:23.210" v="1102" actId="20577"/>
          <ac:spMkLst>
            <pc:docMk/>
            <pc:sldMk cId="3113480645" sldId="661"/>
            <ac:spMk id="6" creationId="{00000000-0000-0000-0000-000000000000}"/>
          </ac:spMkLst>
        </pc:spChg>
        <pc:spChg chg="mod">
          <ac:chgData name="Macher, Andreas (DI FA CTR PLC PPM)" userId="f1dcac62-7bef-43eb-91f0-927336a1714f" providerId="ADAL" clId="{77769F15-7ACC-47C1-B74F-CF5E24910F6F}" dt="2022-11-24T09:19:55.658" v="1064" actId="790"/>
          <ac:spMkLst>
            <pc:docMk/>
            <pc:sldMk cId="3113480645" sldId="661"/>
            <ac:spMk id="7" creationId="{679F5BC0-7562-849B-4A85-EC553F70774C}"/>
          </ac:spMkLst>
        </pc:spChg>
        <pc:spChg chg="mod">
          <ac:chgData name="Macher, Andreas (DI FA CTR PLC PPM)" userId="f1dcac62-7bef-43eb-91f0-927336a1714f" providerId="ADAL" clId="{77769F15-7ACC-47C1-B74F-CF5E24910F6F}" dt="2022-11-24T09:19:55.658" v="1064" actId="790"/>
          <ac:spMkLst>
            <pc:docMk/>
            <pc:sldMk cId="3113480645" sldId="661"/>
            <ac:spMk id="11" creationId="{A994601E-D682-79B0-0558-5D5539901468}"/>
          </ac:spMkLst>
        </pc:spChg>
        <pc:spChg chg="mod">
          <ac:chgData name="Macher, Andreas (DI FA CTR PLC PPM)" userId="f1dcac62-7bef-43eb-91f0-927336a1714f" providerId="ADAL" clId="{77769F15-7ACC-47C1-B74F-CF5E24910F6F}" dt="2022-11-24T09:19:55.658" v="1064" actId="790"/>
          <ac:spMkLst>
            <pc:docMk/>
            <pc:sldMk cId="3113480645" sldId="661"/>
            <ac:spMk id="12" creationId="{481E4F7C-FEE4-DCAF-77EF-C4FE4248F47F}"/>
          </ac:spMkLst>
        </pc:spChg>
        <pc:spChg chg="mod">
          <ac:chgData name="Macher, Andreas (DI FA CTR PLC PPM)" userId="f1dcac62-7bef-43eb-91f0-927336a1714f" providerId="ADAL" clId="{77769F15-7ACC-47C1-B74F-CF5E24910F6F}" dt="2022-11-24T09:19:55.658" v="1064" actId="790"/>
          <ac:spMkLst>
            <pc:docMk/>
            <pc:sldMk cId="3113480645" sldId="661"/>
            <ac:spMk id="14" creationId="{7C16A9D5-EF26-6D5E-3B88-F2588CB8AD31}"/>
          </ac:spMkLst>
        </pc:spChg>
        <pc:spChg chg="mod">
          <ac:chgData name="Macher, Andreas (DI FA CTR PLC PPM)" userId="f1dcac62-7bef-43eb-91f0-927336a1714f" providerId="ADAL" clId="{77769F15-7ACC-47C1-B74F-CF5E24910F6F}" dt="2022-11-24T09:19:55.658" v="1064" actId="790"/>
          <ac:spMkLst>
            <pc:docMk/>
            <pc:sldMk cId="3113480645" sldId="661"/>
            <ac:spMk id="15" creationId="{EEFC1013-6E51-CB65-080F-C43414EBDE29}"/>
          </ac:spMkLst>
        </pc:spChg>
        <pc:spChg chg="mod">
          <ac:chgData name="Macher, Andreas (DI FA CTR PLC PPM)" userId="f1dcac62-7bef-43eb-91f0-927336a1714f" providerId="ADAL" clId="{77769F15-7ACC-47C1-B74F-CF5E24910F6F}" dt="2022-11-24T09:19:55.658" v="1064" actId="790"/>
          <ac:spMkLst>
            <pc:docMk/>
            <pc:sldMk cId="3113480645" sldId="661"/>
            <ac:spMk id="54283" creationId="{455B99D0-BD88-4335-9ABC-516D8FBD8D07}"/>
          </ac:spMkLst>
        </pc:spChg>
        <pc:spChg chg="mod">
          <ac:chgData name="Macher, Andreas (DI FA CTR PLC PPM)" userId="f1dcac62-7bef-43eb-91f0-927336a1714f" providerId="ADAL" clId="{77769F15-7ACC-47C1-B74F-CF5E24910F6F}" dt="2022-11-24T09:19:55.658" v="1064" actId="790"/>
          <ac:spMkLst>
            <pc:docMk/>
            <pc:sldMk cId="3113480645" sldId="661"/>
            <ac:spMk id="54284" creationId="{09B9FC6C-8060-4313-81AF-B97CD2AEF02A}"/>
          </ac:spMkLst>
        </pc:spChg>
        <pc:grpChg chg="mod">
          <ac:chgData name="Macher, Andreas (DI FA CTR PLC PPM)" userId="f1dcac62-7bef-43eb-91f0-927336a1714f" providerId="ADAL" clId="{77769F15-7ACC-47C1-B74F-CF5E24910F6F}" dt="2022-11-24T09:20:17.600" v="1088" actId="1076"/>
          <ac:grpSpMkLst>
            <pc:docMk/>
            <pc:sldMk cId="3113480645" sldId="661"/>
            <ac:grpSpMk id="13" creationId="{DE3F6E0A-7D44-8DBD-70F4-19B83116E2BB}"/>
          </ac:grpSpMkLst>
        </pc:grpChg>
        <pc:cxnChg chg="mod">
          <ac:chgData name="Macher, Andreas (DI FA CTR PLC PPM)" userId="f1dcac62-7bef-43eb-91f0-927336a1714f" providerId="ADAL" clId="{77769F15-7ACC-47C1-B74F-CF5E24910F6F}" dt="2022-11-24T09:20:08.647" v="1087" actId="1036"/>
          <ac:cxnSpMkLst>
            <pc:docMk/>
            <pc:sldMk cId="3113480645" sldId="661"/>
            <ac:cxnSpMk id="8" creationId="{00000000-0000-0000-0000-000000000000}"/>
          </ac:cxnSpMkLst>
        </pc:cxnChg>
      </pc:sldChg>
      <pc:sldChg chg="modSp">
        <pc:chgData name="Macher, Andreas (DI FA CTR PLC PPM)" userId="f1dcac62-7bef-43eb-91f0-927336a1714f" providerId="ADAL" clId="{77769F15-7ACC-47C1-B74F-CF5E24910F6F}" dt="2022-11-23T13:14:25.393" v="152"/>
        <pc:sldMkLst>
          <pc:docMk/>
          <pc:sldMk cId="1679351195" sldId="662"/>
        </pc:sldMkLst>
        <pc:spChg chg="mod">
          <ac:chgData name="Macher, Andreas (DI FA CTR PLC PPM)" userId="f1dcac62-7bef-43eb-91f0-927336a1714f" providerId="ADAL" clId="{77769F15-7ACC-47C1-B74F-CF5E24910F6F}" dt="2022-11-23T12:59:32.808" v="0"/>
          <ac:spMkLst>
            <pc:docMk/>
            <pc:sldMk cId="1679351195" sldId="662"/>
            <ac:spMk id="2" creationId="{00000000-0000-0000-0000-000000000000}"/>
          </ac:spMkLst>
        </pc:spChg>
        <pc:spChg chg="mod">
          <ac:chgData name="Macher, Andreas (DI FA CTR PLC PPM)" userId="f1dcac62-7bef-43eb-91f0-927336a1714f" providerId="ADAL" clId="{77769F15-7ACC-47C1-B74F-CF5E24910F6F}" dt="2022-11-23T13:14:25.393" v="152"/>
          <ac:spMkLst>
            <pc:docMk/>
            <pc:sldMk cId="1679351195" sldId="662"/>
            <ac:spMk id="6" creationId="{650595C0-73CC-4CBD-A1E6-78A6C725B960}"/>
          </ac:spMkLst>
        </pc:spChg>
        <pc:spChg chg="mod">
          <ac:chgData name="Macher, Andreas (DI FA CTR PLC PPM)" userId="f1dcac62-7bef-43eb-91f0-927336a1714f" providerId="ADAL" clId="{77769F15-7ACC-47C1-B74F-CF5E24910F6F}" dt="2022-11-23T12:59:32.808" v="0"/>
          <ac:spMkLst>
            <pc:docMk/>
            <pc:sldMk cId="1679351195" sldId="662"/>
            <ac:spMk id="12300" creationId="{00000000-0000-0000-0000-000000000000}"/>
          </ac:spMkLst>
        </pc:spChg>
      </pc:sldChg>
      <pc:sldChg chg="modSp mod">
        <pc:chgData name="Macher, Andreas (DI FA CTR PLC PPM)" userId="f1dcac62-7bef-43eb-91f0-927336a1714f" providerId="ADAL" clId="{77769F15-7ACC-47C1-B74F-CF5E24910F6F}" dt="2022-11-23T13:18:29.182" v="175" actId="790"/>
        <pc:sldMkLst>
          <pc:docMk/>
          <pc:sldMk cId="3428021829" sldId="663"/>
        </pc:sldMkLst>
        <pc:spChg chg="mod">
          <ac:chgData name="Macher, Andreas (DI FA CTR PLC PPM)" userId="f1dcac62-7bef-43eb-91f0-927336a1714f" providerId="ADAL" clId="{77769F15-7ACC-47C1-B74F-CF5E24910F6F}" dt="2022-11-23T13:18:29.182" v="175" actId="790"/>
          <ac:spMkLst>
            <pc:docMk/>
            <pc:sldMk cId="3428021829" sldId="663"/>
            <ac:spMk id="2" creationId="{27507DB2-A004-4C7F-BB03-CAB07E07A0D3}"/>
          </ac:spMkLst>
        </pc:spChg>
        <pc:spChg chg="mod">
          <ac:chgData name="Macher, Andreas (DI FA CTR PLC PPM)" userId="f1dcac62-7bef-43eb-91f0-927336a1714f" providerId="ADAL" clId="{77769F15-7ACC-47C1-B74F-CF5E24910F6F}" dt="2022-11-23T13:18:29.182" v="175" actId="790"/>
          <ac:spMkLst>
            <pc:docMk/>
            <pc:sldMk cId="3428021829" sldId="663"/>
            <ac:spMk id="4" creationId="{219E2082-A671-48FA-BA58-21BFEF63DFFA}"/>
          </ac:spMkLst>
        </pc:spChg>
        <pc:spChg chg="mod">
          <ac:chgData name="Macher, Andreas (DI FA CTR PLC PPM)" userId="f1dcac62-7bef-43eb-91f0-927336a1714f" providerId="ADAL" clId="{77769F15-7ACC-47C1-B74F-CF5E24910F6F}" dt="2022-11-23T13:18:29.182" v="175" actId="790"/>
          <ac:spMkLst>
            <pc:docMk/>
            <pc:sldMk cId="3428021829" sldId="663"/>
            <ac:spMk id="5" creationId="{F640B5D6-DA30-4A72-90BF-4686C1ACCA99}"/>
          </ac:spMkLst>
        </pc:spChg>
      </pc:sldChg>
      <pc:sldChg chg="modSp mod">
        <pc:chgData name="Macher, Andreas (DI FA CTR PLC PPM)" userId="f1dcac62-7bef-43eb-91f0-927336a1714f" providerId="ADAL" clId="{77769F15-7ACC-47C1-B74F-CF5E24910F6F}" dt="2022-11-24T09:25:40.026" v="1166" actId="6549"/>
        <pc:sldMkLst>
          <pc:docMk/>
          <pc:sldMk cId="1410991824" sldId="664"/>
        </pc:sldMkLst>
        <pc:spChg chg="mod">
          <ac:chgData name="Macher, Andreas (DI FA CTR PLC PPM)" userId="f1dcac62-7bef-43eb-91f0-927336a1714f" providerId="ADAL" clId="{77769F15-7ACC-47C1-B74F-CF5E24910F6F}" dt="2022-11-23T13:21:38.835" v="239" actId="790"/>
          <ac:spMkLst>
            <pc:docMk/>
            <pc:sldMk cId="1410991824" sldId="664"/>
            <ac:spMk id="2" creationId="{CC6EA291-5052-4D3F-B45C-835C6DF8BE10}"/>
          </ac:spMkLst>
        </pc:spChg>
        <pc:spChg chg="mod">
          <ac:chgData name="Macher, Andreas (DI FA CTR PLC PPM)" userId="f1dcac62-7bef-43eb-91f0-927336a1714f" providerId="ADAL" clId="{77769F15-7ACC-47C1-B74F-CF5E24910F6F}" dt="2022-11-23T13:25:36.092" v="252"/>
          <ac:spMkLst>
            <pc:docMk/>
            <pc:sldMk cId="1410991824" sldId="664"/>
            <ac:spMk id="7" creationId="{C3B7250B-7290-4C5F-B566-B46174202AF9}"/>
          </ac:spMkLst>
        </pc:spChg>
        <pc:spChg chg="mod">
          <ac:chgData name="Macher, Andreas (DI FA CTR PLC PPM)" userId="f1dcac62-7bef-43eb-91f0-927336a1714f" providerId="ADAL" clId="{77769F15-7ACC-47C1-B74F-CF5E24910F6F}" dt="2022-11-23T13:21:38.835" v="239" actId="790"/>
          <ac:spMkLst>
            <pc:docMk/>
            <pc:sldMk cId="1410991824" sldId="664"/>
            <ac:spMk id="8" creationId="{ABD24BB6-0BDC-184E-433A-C2EAD000FD60}"/>
          </ac:spMkLst>
        </pc:spChg>
        <pc:spChg chg="mod">
          <ac:chgData name="Macher, Andreas (DI FA CTR PLC PPM)" userId="f1dcac62-7bef-43eb-91f0-927336a1714f" providerId="ADAL" clId="{77769F15-7ACC-47C1-B74F-CF5E24910F6F}" dt="2022-11-23T13:21:38.835" v="239" actId="790"/>
          <ac:spMkLst>
            <pc:docMk/>
            <pc:sldMk cId="1410991824" sldId="664"/>
            <ac:spMk id="10" creationId="{F05AB073-18CA-4E15-9E2F-BD9450A6A511}"/>
          </ac:spMkLst>
        </pc:spChg>
        <pc:spChg chg="mod">
          <ac:chgData name="Macher, Andreas (DI FA CTR PLC PPM)" userId="f1dcac62-7bef-43eb-91f0-927336a1714f" providerId="ADAL" clId="{77769F15-7ACC-47C1-B74F-CF5E24910F6F}" dt="2022-11-23T13:21:38.835" v="239" actId="790"/>
          <ac:spMkLst>
            <pc:docMk/>
            <pc:sldMk cId="1410991824" sldId="664"/>
            <ac:spMk id="12" creationId="{7D5EACCB-CF69-861E-37D1-468437E56310}"/>
          </ac:spMkLst>
        </pc:spChg>
        <pc:spChg chg="mod">
          <ac:chgData name="Macher, Andreas (DI FA CTR PLC PPM)" userId="f1dcac62-7bef-43eb-91f0-927336a1714f" providerId="ADAL" clId="{77769F15-7ACC-47C1-B74F-CF5E24910F6F}" dt="2022-11-23T13:21:38.835" v="239" actId="790"/>
          <ac:spMkLst>
            <pc:docMk/>
            <pc:sldMk cId="1410991824" sldId="664"/>
            <ac:spMk id="13" creationId="{37BAD22E-5A3F-8B64-83D1-8A323686C96C}"/>
          </ac:spMkLst>
        </pc:spChg>
        <pc:spChg chg="mod">
          <ac:chgData name="Macher, Andreas (DI FA CTR PLC PPM)" userId="f1dcac62-7bef-43eb-91f0-927336a1714f" providerId="ADAL" clId="{77769F15-7ACC-47C1-B74F-CF5E24910F6F}" dt="2022-11-23T13:21:38.835" v="239" actId="790"/>
          <ac:spMkLst>
            <pc:docMk/>
            <pc:sldMk cId="1410991824" sldId="664"/>
            <ac:spMk id="15" creationId="{BCFAA7A6-2014-FB34-1AC5-5D57CA5C3C09}"/>
          </ac:spMkLst>
        </pc:spChg>
        <pc:spChg chg="mod">
          <ac:chgData name="Macher, Andreas (DI FA CTR PLC PPM)" userId="f1dcac62-7bef-43eb-91f0-927336a1714f" providerId="ADAL" clId="{77769F15-7ACC-47C1-B74F-CF5E24910F6F}" dt="2022-11-23T13:21:38.835" v="239" actId="790"/>
          <ac:spMkLst>
            <pc:docMk/>
            <pc:sldMk cId="1410991824" sldId="664"/>
            <ac:spMk id="16" creationId="{7C856B78-F653-A501-D4D9-AFBBA67AC1BB}"/>
          </ac:spMkLst>
        </pc:spChg>
        <pc:spChg chg="mod">
          <ac:chgData name="Macher, Andreas (DI FA CTR PLC PPM)" userId="f1dcac62-7bef-43eb-91f0-927336a1714f" providerId="ADAL" clId="{77769F15-7ACC-47C1-B74F-CF5E24910F6F}" dt="2022-11-23T13:21:38.835" v="239" actId="790"/>
          <ac:spMkLst>
            <pc:docMk/>
            <pc:sldMk cId="1410991824" sldId="664"/>
            <ac:spMk id="17" creationId="{A862B115-6B1F-8307-8F14-F8EEECE66715}"/>
          </ac:spMkLst>
        </pc:spChg>
        <pc:spChg chg="mod">
          <ac:chgData name="Macher, Andreas (DI FA CTR PLC PPM)" userId="f1dcac62-7bef-43eb-91f0-927336a1714f" providerId="ADAL" clId="{77769F15-7ACC-47C1-B74F-CF5E24910F6F}" dt="2022-11-23T13:21:38.835" v="239" actId="790"/>
          <ac:spMkLst>
            <pc:docMk/>
            <pc:sldMk cId="1410991824" sldId="664"/>
            <ac:spMk id="19" creationId="{2937AD64-5A9C-4A1E-9DDE-0EC72F3F31A5}"/>
          </ac:spMkLst>
        </pc:spChg>
        <pc:spChg chg="mod">
          <ac:chgData name="Macher, Andreas (DI FA CTR PLC PPM)" userId="f1dcac62-7bef-43eb-91f0-927336a1714f" providerId="ADAL" clId="{77769F15-7ACC-47C1-B74F-CF5E24910F6F}" dt="2022-11-23T13:23:56.592" v="244" actId="20577"/>
          <ac:spMkLst>
            <pc:docMk/>
            <pc:sldMk cId="1410991824" sldId="664"/>
            <ac:spMk id="20" creationId="{A133CDFF-98A4-495E-982F-13AAE4B2E238}"/>
          </ac:spMkLst>
        </pc:spChg>
        <pc:spChg chg="mod">
          <ac:chgData name="Macher, Andreas (DI FA CTR PLC PPM)" userId="f1dcac62-7bef-43eb-91f0-927336a1714f" providerId="ADAL" clId="{77769F15-7ACC-47C1-B74F-CF5E24910F6F}" dt="2022-11-23T13:21:38.835" v="239" actId="790"/>
          <ac:spMkLst>
            <pc:docMk/>
            <pc:sldMk cId="1410991824" sldId="664"/>
            <ac:spMk id="21" creationId="{3CEB087D-5FF7-44AE-8326-2F6BF8892697}"/>
          </ac:spMkLst>
        </pc:spChg>
        <pc:spChg chg="mod">
          <ac:chgData name="Macher, Andreas (DI FA CTR PLC PPM)" userId="f1dcac62-7bef-43eb-91f0-927336a1714f" providerId="ADAL" clId="{77769F15-7ACC-47C1-B74F-CF5E24910F6F}" dt="2022-11-23T13:21:38.835" v="239" actId="790"/>
          <ac:spMkLst>
            <pc:docMk/>
            <pc:sldMk cId="1410991824" sldId="664"/>
            <ac:spMk id="25" creationId="{CFF4545D-72B8-3D9A-8872-0A2098FA1508}"/>
          </ac:spMkLst>
        </pc:spChg>
        <pc:spChg chg="mod">
          <ac:chgData name="Macher, Andreas (DI FA CTR PLC PPM)" userId="f1dcac62-7bef-43eb-91f0-927336a1714f" providerId="ADAL" clId="{77769F15-7ACC-47C1-B74F-CF5E24910F6F}" dt="2022-11-24T09:25:40.026" v="1166" actId="6549"/>
          <ac:spMkLst>
            <pc:docMk/>
            <pc:sldMk cId="1410991824" sldId="664"/>
            <ac:spMk id="26" creationId="{448808C6-CBD1-38FA-DCA9-2DFD6872F761}"/>
          </ac:spMkLst>
        </pc:spChg>
        <pc:spChg chg="mod">
          <ac:chgData name="Macher, Andreas (DI FA CTR PLC PPM)" userId="f1dcac62-7bef-43eb-91f0-927336a1714f" providerId="ADAL" clId="{77769F15-7ACC-47C1-B74F-CF5E24910F6F}" dt="2022-11-23T13:21:38.835" v="239" actId="790"/>
          <ac:spMkLst>
            <pc:docMk/>
            <pc:sldMk cId="1410991824" sldId="664"/>
            <ac:spMk id="113" creationId="{AC65D4B8-B8E2-4E03-BCFD-965AC16EB98E}"/>
          </ac:spMkLst>
        </pc:spChg>
        <pc:spChg chg="mod">
          <ac:chgData name="Macher, Andreas (DI FA CTR PLC PPM)" userId="f1dcac62-7bef-43eb-91f0-927336a1714f" providerId="ADAL" clId="{77769F15-7ACC-47C1-B74F-CF5E24910F6F}" dt="2022-11-23T13:21:38.835" v="239" actId="790"/>
          <ac:spMkLst>
            <pc:docMk/>
            <pc:sldMk cId="1410991824" sldId="664"/>
            <ac:spMk id="115" creationId="{2EF3BE45-C85A-4A38-A912-7A162007F98A}"/>
          </ac:spMkLst>
        </pc:spChg>
        <pc:spChg chg="mod">
          <ac:chgData name="Macher, Andreas (DI FA CTR PLC PPM)" userId="f1dcac62-7bef-43eb-91f0-927336a1714f" providerId="ADAL" clId="{77769F15-7ACC-47C1-B74F-CF5E24910F6F}" dt="2022-11-23T13:21:38.835" v="239" actId="790"/>
          <ac:spMkLst>
            <pc:docMk/>
            <pc:sldMk cId="1410991824" sldId="664"/>
            <ac:spMk id="116" creationId="{BB9E5F99-E0F0-4F00-9D40-D8373BA97F6F}"/>
          </ac:spMkLst>
        </pc:spChg>
        <pc:spChg chg="mod">
          <ac:chgData name="Macher, Andreas (DI FA CTR PLC PPM)" userId="f1dcac62-7bef-43eb-91f0-927336a1714f" providerId="ADAL" clId="{77769F15-7ACC-47C1-B74F-CF5E24910F6F}" dt="2022-11-23T13:21:38.835" v="239" actId="790"/>
          <ac:spMkLst>
            <pc:docMk/>
            <pc:sldMk cId="1410991824" sldId="664"/>
            <ac:spMk id="117" creationId="{19028B91-C76A-4740-8CD2-A9777FCD0909}"/>
          </ac:spMkLst>
        </pc:spChg>
        <pc:spChg chg="mod">
          <ac:chgData name="Macher, Andreas (DI FA CTR PLC PPM)" userId="f1dcac62-7bef-43eb-91f0-927336a1714f" providerId="ADAL" clId="{77769F15-7ACC-47C1-B74F-CF5E24910F6F}" dt="2022-11-23T13:21:38.835" v="239" actId="790"/>
          <ac:spMkLst>
            <pc:docMk/>
            <pc:sldMk cId="1410991824" sldId="664"/>
            <ac:spMk id="118" creationId="{44F877B8-08FB-4B5D-A6FB-C190C1DB7629}"/>
          </ac:spMkLst>
        </pc:spChg>
        <pc:spChg chg="mod">
          <ac:chgData name="Macher, Andreas (DI FA CTR PLC PPM)" userId="f1dcac62-7bef-43eb-91f0-927336a1714f" providerId="ADAL" clId="{77769F15-7ACC-47C1-B74F-CF5E24910F6F}" dt="2022-11-23T13:21:38.835" v="239" actId="790"/>
          <ac:spMkLst>
            <pc:docMk/>
            <pc:sldMk cId="1410991824" sldId="664"/>
            <ac:spMk id="119" creationId="{E136CFBB-6C8E-4ADE-A2D3-F44599AC5973}"/>
          </ac:spMkLst>
        </pc:spChg>
        <pc:spChg chg="mod">
          <ac:chgData name="Macher, Andreas (DI FA CTR PLC PPM)" userId="f1dcac62-7bef-43eb-91f0-927336a1714f" providerId="ADAL" clId="{77769F15-7ACC-47C1-B74F-CF5E24910F6F}" dt="2022-11-23T13:21:38.835" v="239" actId="790"/>
          <ac:spMkLst>
            <pc:docMk/>
            <pc:sldMk cId="1410991824" sldId="664"/>
            <ac:spMk id="160" creationId="{7E61CE12-15A7-40A0-9AEE-27367071DAC9}"/>
          </ac:spMkLst>
        </pc:spChg>
        <pc:spChg chg="mod">
          <ac:chgData name="Macher, Andreas (DI FA CTR PLC PPM)" userId="f1dcac62-7bef-43eb-91f0-927336a1714f" providerId="ADAL" clId="{77769F15-7ACC-47C1-B74F-CF5E24910F6F}" dt="2022-11-23T13:24:05.968" v="251" actId="20577"/>
          <ac:spMkLst>
            <pc:docMk/>
            <pc:sldMk cId="1410991824" sldId="664"/>
            <ac:spMk id="161" creationId="{9C313AC7-467E-4D14-B35E-11AE7697348C}"/>
          </ac:spMkLst>
        </pc:spChg>
        <pc:spChg chg="mod">
          <ac:chgData name="Macher, Andreas (DI FA CTR PLC PPM)" userId="f1dcac62-7bef-43eb-91f0-927336a1714f" providerId="ADAL" clId="{77769F15-7ACC-47C1-B74F-CF5E24910F6F}" dt="2022-11-23T13:21:38.835" v="239" actId="790"/>
          <ac:spMkLst>
            <pc:docMk/>
            <pc:sldMk cId="1410991824" sldId="664"/>
            <ac:spMk id="162" creationId="{34147FCE-28AF-4435-9F76-768A9BA99138}"/>
          </ac:spMkLst>
        </pc:spChg>
      </pc:sldChg>
      <pc:sldChg chg="modSp mod">
        <pc:chgData name="Macher, Andreas (DI FA CTR PLC PPM)" userId="f1dcac62-7bef-43eb-91f0-927336a1714f" providerId="ADAL" clId="{77769F15-7ACC-47C1-B74F-CF5E24910F6F}" dt="2022-11-23T14:50:40.091" v="591" actId="20577"/>
        <pc:sldMkLst>
          <pc:docMk/>
          <pc:sldMk cId="1652305453" sldId="684"/>
        </pc:sldMkLst>
        <pc:spChg chg="mod">
          <ac:chgData name="Macher, Andreas (DI FA CTR PLC PPM)" userId="f1dcac62-7bef-43eb-91f0-927336a1714f" providerId="ADAL" clId="{77769F15-7ACC-47C1-B74F-CF5E24910F6F}" dt="2022-11-23T14:04:45.074" v="332"/>
          <ac:spMkLst>
            <pc:docMk/>
            <pc:sldMk cId="1652305453" sldId="684"/>
            <ac:spMk id="2" creationId="{E649E289-E72B-474F-BF5F-B9B87DBDD893}"/>
          </ac:spMkLst>
        </pc:spChg>
        <pc:spChg chg="mod">
          <ac:chgData name="Macher, Andreas (DI FA CTR PLC PPM)" userId="f1dcac62-7bef-43eb-91f0-927336a1714f" providerId="ADAL" clId="{77769F15-7ACC-47C1-B74F-CF5E24910F6F}" dt="2022-11-23T14:49:20.563" v="558" actId="6549"/>
          <ac:spMkLst>
            <pc:docMk/>
            <pc:sldMk cId="1652305453" sldId="684"/>
            <ac:spMk id="3" creationId="{8951D3B9-7361-4030-A0FE-E2C23F936794}"/>
          </ac:spMkLst>
        </pc:spChg>
        <pc:spChg chg="mod">
          <ac:chgData name="Macher, Andreas (DI FA CTR PLC PPM)" userId="f1dcac62-7bef-43eb-91f0-927336a1714f" providerId="ADAL" clId="{77769F15-7ACC-47C1-B74F-CF5E24910F6F}" dt="2022-11-23T14:50:40.091" v="591" actId="20577"/>
          <ac:spMkLst>
            <pc:docMk/>
            <pc:sldMk cId="1652305453" sldId="684"/>
            <ac:spMk id="4" creationId="{00000000-0000-0000-0000-000000000000}"/>
          </ac:spMkLst>
        </pc:spChg>
        <pc:spChg chg="mod">
          <ac:chgData name="Macher, Andreas (DI FA CTR PLC PPM)" userId="f1dcac62-7bef-43eb-91f0-927336a1714f" providerId="ADAL" clId="{77769F15-7ACC-47C1-B74F-CF5E24910F6F}" dt="2022-11-23T14:49:46.206" v="567" actId="14100"/>
          <ac:spMkLst>
            <pc:docMk/>
            <pc:sldMk cId="1652305453" sldId="684"/>
            <ac:spMk id="13" creationId="{E7CCFDE1-1A41-4BA4-98EF-1AAB4FA13B6B}"/>
          </ac:spMkLst>
        </pc:spChg>
        <pc:spChg chg="mod">
          <ac:chgData name="Macher, Andreas (DI FA CTR PLC PPM)" userId="f1dcac62-7bef-43eb-91f0-927336a1714f" providerId="ADAL" clId="{77769F15-7ACC-47C1-B74F-CF5E24910F6F}" dt="2022-11-23T14:06:58.440" v="344"/>
          <ac:spMkLst>
            <pc:docMk/>
            <pc:sldMk cId="1652305453" sldId="684"/>
            <ac:spMk id="52" creationId="{6E7C709C-077B-4D95-87E1-272F4846DB0E}"/>
          </ac:spMkLst>
        </pc:spChg>
        <pc:spChg chg="mod">
          <ac:chgData name="Macher, Andreas (DI FA CTR PLC PPM)" userId="f1dcac62-7bef-43eb-91f0-927336a1714f" providerId="ADAL" clId="{77769F15-7ACC-47C1-B74F-CF5E24910F6F}" dt="2022-11-23T14:06:58.440" v="344"/>
          <ac:spMkLst>
            <pc:docMk/>
            <pc:sldMk cId="1652305453" sldId="684"/>
            <ac:spMk id="54" creationId="{5C032ADD-0505-424F-9498-53B1E5713844}"/>
          </ac:spMkLst>
        </pc:spChg>
        <pc:spChg chg="mod">
          <ac:chgData name="Macher, Andreas (DI FA CTR PLC PPM)" userId="f1dcac62-7bef-43eb-91f0-927336a1714f" providerId="ADAL" clId="{77769F15-7ACC-47C1-B74F-CF5E24910F6F}" dt="2022-11-23T14:06:58.440" v="344"/>
          <ac:spMkLst>
            <pc:docMk/>
            <pc:sldMk cId="1652305453" sldId="684"/>
            <ac:spMk id="100" creationId="{461746AA-45FD-4D3F-A983-D168D26EEC34}"/>
          </ac:spMkLst>
        </pc:spChg>
      </pc:sldChg>
      <pc:sldChg chg="modSp mod">
        <pc:chgData name="Macher, Andreas (DI FA CTR PLC PPM)" userId="f1dcac62-7bef-43eb-91f0-927336a1714f" providerId="ADAL" clId="{77769F15-7ACC-47C1-B74F-CF5E24910F6F}" dt="2022-11-23T14:20:42.419" v="435" actId="20577"/>
        <pc:sldMkLst>
          <pc:docMk/>
          <pc:sldMk cId="3480331369" sldId="2052"/>
        </pc:sldMkLst>
        <pc:spChg chg="mod">
          <ac:chgData name="Macher, Andreas (DI FA CTR PLC PPM)" userId="f1dcac62-7bef-43eb-91f0-927336a1714f" providerId="ADAL" clId="{77769F15-7ACC-47C1-B74F-CF5E24910F6F}" dt="2022-11-23T14:04:45.074" v="332"/>
          <ac:spMkLst>
            <pc:docMk/>
            <pc:sldMk cId="3480331369" sldId="2052"/>
            <ac:spMk id="2" creationId="{38B3B424-3CD7-416A-909E-FFE77304E267}"/>
          </ac:spMkLst>
        </pc:spChg>
        <pc:spChg chg="mod">
          <ac:chgData name="Macher, Andreas (DI FA CTR PLC PPM)" userId="f1dcac62-7bef-43eb-91f0-927336a1714f" providerId="ADAL" clId="{77769F15-7ACC-47C1-B74F-CF5E24910F6F}" dt="2022-11-23T14:20:42.419" v="435" actId="20577"/>
          <ac:spMkLst>
            <pc:docMk/>
            <pc:sldMk cId="3480331369" sldId="2052"/>
            <ac:spMk id="89" creationId="{606378A6-2EA8-439B-B39C-D6F9D2C2F744}"/>
          </ac:spMkLst>
        </pc:spChg>
      </pc:sldChg>
      <pc:sldChg chg="modSp mod">
        <pc:chgData name="Macher, Andreas (DI FA CTR PLC PPM)" userId="f1dcac62-7bef-43eb-91f0-927336a1714f" providerId="ADAL" clId="{77769F15-7ACC-47C1-B74F-CF5E24910F6F}" dt="2022-11-24T09:09:40.810" v="889" actId="20577"/>
        <pc:sldMkLst>
          <pc:docMk/>
          <pc:sldMk cId="1590747071" sldId="2263"/>
        </pc:sldMkLst>
        <pc:spChg chg="mod">
          <ac:chgData name="Macher, Andreas (DI FA CTR PLC PPM)" userId="f1dcac62-7bef-43eb-91f0-927336a1714f" providerId="ADAL" clId="{77769F15-7ACC-47C1-B74F-CF5E24910F6F}" dt="2022-11-24T09:08:12.608" v="846" actId="20577"/>
          <ac:spMkLst>
            <pc:docMk/>
            <pc:sldMk cId="1590747071" sldId="2263"/>
            <ac:spMk id="2" creationId="{6913450F-B8AF-4043-A4DA-13E1101317A0}"/>
          </ac:spMkLst>
        </pc:spChg>
        <pc:spChg chg="mod">
          <ac:chgData name="Macher, Andreas (DI FA CTR PLC PPM)" userId="f1dcac62-7bef-43eb-91f0-927336a1714f" providerId="ADAL" clId="{77769F15-7ACC-47C1-B74F-CF5E24910F6F}" dt="2022-11-24T09:09:40.810" v="889" actId="20577"/>
          <ac:spMkLst>
            <pc:docMk/>
            <pc:sldMk cId="1590747071" sldId="2263"/>
            <ac:spMk id="5" creationId="{38379885-7FE6-41AC-9B12-C22402904664}"/>
          </ac:spMkLst>
        </pc:spChg>
        <pc:spChg chg="mod">
          <ac:chgData name="Macher, Andreas (DI FA CTR PLC PPM)" userId="f1dcac62-7bef-43eb-91f0-927336a1714f" providerId="ADAL" clId="{77769F15-7ACC-47C1-B74F-CF5E24910F6F}" dt="2022-11-23T14:04:45.074" v="332"/>
          <ac:spMkLst>
            <pc:docMk/>
            <pc:sldMk cId="1590747071" sldId="2263"/>
            <ac:spMk id="6" creationId="{DE5AD193-5C9E-46F0-A576-1031AC64F59A}"/>
          </ac:spMkLst>
        </pc:spChg>
      </pc:sldChg>
      <pc:sldChg chg="modSp mod">
        <pc:chgData name="Macher, Andreas (DI FA CTR PLC PPM)" userId="f1dcac62-7bef-43eb-91f0-927336a1714f" providerId="ADAL" clId="{77769F15-7ACC-47C1-B74F-CF5E24910F6F}" dt="2022-11-23T14:44:59.894" v="460" actId="6549"/>
        <pc:sldMkLst>
          <pc:docMk/>
          <pc:sldMk cId="1719323245" sldId="2264"/>
        </pc:sldMkLst>
        <pc:spChg chg="mod">
          <ac:chgData name="Macher, Andreas (DI FA CTR PLC PPM)" userId="f1dcac62-7bef-43eb-91f0-927336a1714f" providerId="ADAL" clId="{77769F15-7ACC-47C1-B74F-CF5E24910F6F}" dt="2022-11-23T14:04:45.074" v="332"/>
          <ac:spMkLst>
            <pc:docMk/>
            <pc:sldMk cId="1719323245" sldId="2264"/>
            <ac:spMk id="8" creationId="{C523D5B4-854A-4D56-90DC-13E830AADC5C}"/>
          </ac:spMkLst>
        </pc:spChg>
        <pc:spChg chg="mod">
          <ac:chgData name="Macher, Andreas (DI FA CTR PLC PPM)" userId="f1dcac62-7bef-43eb-91f0-927336a1714f" providerId="ADAL" clId="{77769F15-7ACC-47C1-B74F-CF5E24910F6F}" dt="2022-11-23T14:44:59.894" v="460" actId="6549"/>
          <ac:spMkLst>
            <pc:docMk/>
            <pc:sldMk cId="1719323245" sldId="2264"/>
            <ac:spMk id="116" creationId="{A8F129F8-EE54-4E60-951D-45AC377B4FA7}"/>
          </ac:spMkLst>
        </pc:spChg>
      </pc:sldChg>
      <pc:sldChg chg="modSp mod">
        <pc:chgData name="Macher, Andreas (DI FA CTR PLC PPM)" userId="f1dcac62-7bef-43eb-91f0-927336a1714f" providerId="ADAL" clId="{77769F15-7ACC-47C1-B74F-CF5E24910F6F}" dt="2022-11-24T09:27:35.845" v="1189" actId="20577"/>
        <pc:sldMkLst>
          <pc:docMk/>
          <pc:sldMk cId="1861422214" sldId="2268"/>
        </pc:sldMkLst>
        <pc:spChg chg="mod">
          <ac:chgData name="Macher, Andreas (DI FA CTR PLC PPM)" userId="f1dcac62-7bef-43eb-91f0-927336a1714f" providerId="ADAL" clId="{77769F15-7ACC-47C1-B74F-CF5E24910F6F}" dt="2022-11-24T08:55:21.748" v="768" actId="207"/>
          <ac:spMkLst>
            <pc:docMk/>
            <pc:sldMk cId="1861422214" sldId="2268"/>
            <ac:spMk id="3" creationId="{C7ED37DF-F860-4D84-9081-F1945511EFD7}"/>
          </ac:spMkLst>
        </pc:spChg>
        <pc:spChg chg="mod">
          <ac:chgData name="Macher, Andreas (DI FA CTR PLC PPM)" userId="f1dcac62-7bef-43eb-91f0-927336a1714f" providerId="ADAL" clId="{77769F15-7ACC-47C1-B74F-CF5E24910F6F}" dt="2022-11-23T14:04:45.074" v="332"/>
          <ac:spMkLst>
            <pc:docMk/>
            <pc:sldMk cId="1861422214" sldId="2268"/>
            <ac:spMk id="4" creationId="{6FEF260C-8092-48FF-B9F4-F05B4D8D9F17}"/>
          </ac:spMkLst>
        </pc:spChg>
        <pc:spChg chg="mod">
          <ac:chgData name="Macher, Andreas (DI FA CTR PLC PPM)" userId="f1dcac62-7bef-43eb-91f0-927336a1714f" providerId="ADAL" clId="{77769F15-7ACC-47C1-B74F-CF5E24910F6F}" dt="2022-11-24T08:55:06.222" v="766" actId="207"/>
          <ac:spMkLst>
            <pc:docMk/>
            <pc:sldMk cId="1861422214" sldId="2268"/>
            <ac:spMk id="6" creationId="{0E1A5166-5B4B-44D3-BE67-D0CB80212A9E}"/>
          </ac:spMkLst>
        </pc:spChg>
        <pc:spChg chg="mod">
          <ac:chgData name="Macher, Andreas (DI FA CTR PLC PPM)" userId="f1dcac62-7bef-43eb-91f0-927336a1714f" providerId="ADAL" clId="{77769F15-7ACC-47C1-B74F-CF5E24910F6F}" dt="2022-11-24T08:55:01.709" v="765" actId="207"/>
          <ac:spMkLst>
            <pc:docMk/>
            <pc:sldMk cId="1861422214" sldId="2268"/>
            <ac:spMk id="7" creationId="{8DDF6C55-0592-4CA4-A5F8-E346C012C0BE}"/>
          </ac:spMkLst>
        </pc:spChg>
        <pc:spChg chg="mod">
          <ac:chgData name="Macher, Andreas (DI FA CTR PLC PPM)" userId="f1dcac62-7bef-43eb-91f0-927336a1714f" providerId="ADAL" clId="{77769F15-7ACC-47C1-B74F-CF5E24910F6F}" dt="2022-11-23T14:45:32.766" v="467" actId="6549"/>
          <ac:spMkLst>
            <pc:docMk/>
            <pc:sldMk cId="1861422214" sldId="2268"/>
            <ac:spMk id="9" creationId="{C7814ECD-DD28-452F-9738-31BB100554D2}"/>
          </ac:spMkLst>
        </pc:spChg>
        <pc:spChg chg="mod">
          <ac:chgData name="Macher, Andreas (DI FA CTR PLC PPM)" userId="f1dcac62-7bef-43eb-91f0-927336a1714f" providerId="ADAL" clId="{77769F15-7ACC-47C1-B74F-CF5E24910F6F}" dt="2022-11-24T09:27:35.845" v="1189" actId="20577"/>
          <ac:spMkLst>
            <pc:docMk/>
            <pc:sldMk cId="1861422214" sldId="2268"/>
            <ac:spMk id="10" creationId="{9F2CD1C6-A5DE-4C99-AA8D-386A6E415AD3}"/>
          </ac:spMkLst>
        </pc:spChg>
      </pc:sldChg>
      <pc:sldChg chg="modSp mod">
        <pc:chgData name="Macher, Andreas (DI FA CTR PLC PPM)" userId="f1dcac62-7bef-43eb-91f0-927336a1714f" providerId="ADAL" clId="{77769F15-7ACC-47C1-B74F-CF5E24910F6F}" dt="2022-11-23T14:46:11.218" v="491" actId="20577"/>
        <pc:sldMkLst>
          <pc:docMk/>
          <pc:sldMk cId="1403879467" sldId="2269"/>
        </pc:sldMkLst>
        <pc:spChg chg="mod">
          <ac:chgData name="Macher, Andreas (DI FA CTR PLC PPM)" userId="f1dcac62-7bef-43eb-91f0-927336a1714f" providerId="ADAL" clId="{77769F15-7ACC-47C1-B74F-CF5E24910F6F}" dt="2022-11-23T14:45:47.961" v="468" actId="790"/>
          <ac:spMkLst>
            <pc:docMk/>
            <pc:sldMk cId="1403879467" sldId="2269"/>
            <ac:spMk id="2" creationId="{07E44D9C-7002-467B-B752-D8B89DE2D908}"/>
          </ac:spMkLst>
        </pc:spChg>
        <pc:spChg chg="mod">
          <ac:chgData name="Macher, Andreas (DI FA CTR PLC PPM)" userId="f1dcac62-7bef-43eb-91f0-927336a1714f" providerId="ADAL" clId="{77769F15-7ACC-47C1-B74F-CF5E24910F6F}" dt="2022-11-23T14:45:47.961" v="468" actId="790"/>
          <ac:spMkLst>
            <pc:docMk/>
            <pc:sldMk cId="1403879467" sldId="2269"/>
            <ac:spMk id="4" creationId="{D91E3BB7-4E19-4AA9-BCD4-9D492EF6C525}"/>
          </ac:spMkLst>
        </pc:spChg>
        <pc:spChg chg="mod">
          <ac:chgData name="Macher, Andreas (DI FA CTR PLC PPM)" userId="f1dcac62-7bef-43eb-91f0-927336a1714f" providerId="ADAL" clId="{77769F15-7ACC-47C1-B74F-CF5E24910F6F}" dt="2022-11-23T14:46:11.218" v="491" actId="20577"/>
          <ac:spMkLst>
            <pc:docMk/>
            <pc:sldMk cId="1403879467" sldId="2269"/>
            <ac:spMk id="6" creationId="{3E237FFE-BF83-4124-BFB6-2AED269D87DB}"/>
          </ac:spMkLst>
        </pc:spChg>
        <pc:spChg chg="mod">
          <ac:chgData name="Macher, Andreas (DI FA CTR PLC PPM)" userId="f1dcac62-7bef-43eb-91f0-927336a1714f" providerId="ADAL" clId="{77769F15-7ACC-47C1-B74F-CF5E24910F6F}" dt="2022-11-23T14:45:47.961" v="468" actId="790"/>
          <ac:spMkLst>
            <pc:docMk/>
            <pc:sldMk cId="1403879467" sldId="2269"/>
            <ac:spMk id="7" creationId="{0AF56C72-27B6-61E8-F4B3-FE8469CCC829}"/>
          </ac:spMkLst>
        </pc:spChg>
        <pc:spChg chg="mod">
          <ac:chgData name="Macher, Andreas (DI FA CTR PLC PPM)" userId="f1dcac62-7bef-43eb-91f0-927336a1714f" providerId="ADAL" clId="{77769F15-7ACC-47C1-B74F-CF5E24910F6F}" dt="2022-11-23T14:45:47.961" v="468" actId="790"/>
          <ac:spMkLst>
            <pc:docMk/>
            <pc:sldMk cId="1403879467" sldId="2269"/>
            <ac:spMk id="8" creationId="{B6426E85-33AF-4309-B7FD-E5F3EBB84F5C}"/>
          </ac:spMkLst>
        </pc:spChg>
        <pc:spChg chg="mod">
          <ac:chgData name="Macher, Andreas (DI FA CTR PLC PPM)" userId="f1dcac62-7bef-43eb-91f0-927336a1714f" providerId="ADAL" clId="{77769F15-7ACC-47C1-B74F-CF5E24910F6F}" dt="2022-11-23T14:45:47.961" v="468" actId="790"/>
          <ac:spMkLst>
            <pc:docMk/>
            <pc:sldMk cId="1403879467" sldId="2269"/>
            <ac:spMk id="9" creationId="{C0FD6932-1EB0-4275-8BA8-9996C8144AE7}"/>
          </ac:spMkLst>
        </pc:spChg>
        <pc:spChg chg="mod">
          <ac:chgData name="Macher, Andreas (DI FA CTR PLC PPM)" userId="f1dcac62-7bef-43eb-91f0-927336a1714f" providerId="ADAL" clId="{77769F15-7ACC-47C1-B74F-CF5E24910F6F}" dt="2022-11-23T14:45:47.961" v="468" actId="790"/>
          <ac:spMkLst>
            <pc:docMk/>
            <pc:sldMk cId="1403879467" sldId="2269"/>
            <ac:spMk id="11" creationId="{A8F9E000-E5B7-B5C5-E285-CE9958436208}"/>
          </ac:spMkLst>
        </pc:spChg>
        <pc:spChg chg="mod">
          <ac:chgData name="Macher, Andreas (DI FA CTR PLC PPM)" userId="f1dcac62-7bef-43eb-91f0-927336a1714f" providerId="ADAL" clId="{77769F15-7ACC-47C1-B74F-CF5E24910F6F}" dt="2022-11-23T14:45:47.961" v="468" actId="790"/>
          <ac:spMkLst>
            <pc:docMk/>
            <pc:sldMk cId="1403879467" sldId="2269"/>
            <ac:spMk id="28" creationId="{CD775CC2-7070-4102-9C33-976A0ED655A5}"/>
          </ac:spMkLst>
        </pc:spChg>
        <pc:spChg chg="mod">
          <ac:chgData name="Macher, Andreas (DI FA CTR PLC PPM)" userId="f1dcac62-7bef-43eb-91f0-927336a1714f" providerId="ADAL" clId="{77769F15-7ACC-47C1-B74F-CF5E24910F6F}" dt="2022-11-23T14:45:47.961" v="468" actId="790"/>
          <ac:spMkLst>
            <pc:docMk/>
            <pc:sldMk cId="1403879467" sldId="2269"/>
            <ac:spMk id="29" creationId="{80AAC8BE-BCF7-49F2-9570-B8B1B441CC37}"/>
          </ac:spMkLst>
        </pc:spChg>
        <pc:spChg chg="mod">
          <ac:chgData name="Macher, Andreas (DI FA CTR PLC PPM)" userId="f1dcac62-7bef-43eb-91f0-927336a1714f" providerId="ADAL" clId="{77769F15-7ACC-47C1-B74F-CF5E24910F6F}" dt="2022-11-23T14:45:47.961" v="468" actId="790"/>
          <ac:spMkLst>
            <pc:docMk/>
            <pc:sldMk cId="1403879467" sldId="2269"/>
            <ac:spMk id="30" creationId="{27B9A261-CB84-4930-997B-C4E0F97F606E}"/>
          </ac:spMkLst>
        </pc:spChg>
        <pc:spChg chg="mod">
          <ac:chgData name="Macher, Andreas (DI FA CTR PLC PPM)" userId="f1dcac62-7bef-43eb-91f0-927336a1714f" providerId="ADAL" clId="{77769F15-7ACC-47C1-B74F-CF5E24910F6F}" dt="2022-11-23T14:46:06.202" v="487" actId="20577"/>
          <ac:spMkLst>
            <pc:docMk/>
            <pc:sldMk cId="1403879467" sldId="2269"/>
            <ac:spMk id="40" creationId="{6972699C-D812-4AA7-B5C5-7D9295FF2A15}"/>
          </ac:spMkLst>
        </pc:spChg>
        <pc:spChg chg="mod">
          <ac:chgData name="Macher, Andreas (DI FA CTR PLC PPM)" userId="f1dcac62-7bef-43eb-91f0-927336a1714f" providerId="ADAL" clId="{77769F15-7ACC-47C1-B74F-CF5E24910F6F}" dt="2022-11-23T14:45:47.961" v="468" actId="790"/>
          <ac:spMkLst>
            <pc:docMk/>
            <pc:sldMk cId="1403879467" sldId="2269"/>
            <ac:spMk id="42" creationId="{2B4D4656-B61A-45A0-BA99-6AFFF4D41B19}"/>
          </ac:spMkLst>
        </pc:spChg>
        <pc:spChg chg="mod">
          <ac:chgData name="Macher, Andreas (DI FA CTR PLC PPM)" userId="f1dcac62-7bef-43eb-91f0-927336a1714f" providerId="ADAL" clId="{77769F15-7ACC-47C1-B74F-CF5E24910F6F}" dt="2022-11-23T14:45:47.961" v="468" actId="790"/>
          <ac:spMkLst>
            <pc:docMk/>
            <pc:sldMk cId="1403879467" sldId="2269"/>
            <ac:spMk id="43" creationId="{EB67480C-C12D-4899-8725-2B84E6048DC2}"/>
          </ac:spMkLst>
        </pc:spChg>
        <pc:spChg chg="mod">
          <ac:chgData name="Macher, Andreas (DI FA CTR PLC PPM)" userId="f1dcac62-7bef-43eb-91f0-927336a1714f" providerId="ADAL" clId="{77769F15-7ACC-47C1-B74F-CF5E24910F6F}" dt="2022-11-23T14:45:47.961" v="468" actId="790"/>
          <ac:spMkLst>
            <pc:docMk/>
            <pc:sldMk cId="1403879467" sldId="2269"/>
            <ac:spMk id="45" creationId="{2D97A153-448F-4ED3-A691-891682D08780}"/>
          </ac:spMkLst>
        </pc:spChg>
        <pc:spChg chg="mod">
          <ac:chgData name="Macher, Andreas (DI FA CTR PLC PPM)" userId="f1dcac62-7bef-43eb-91f0-927336a1714f" providerId="ADAL" clId="{77769F15-7ACC-47C1-B74F-CF5E24910F6F}" dt="2022-11-23T14:45:47.961" v="468" actId="790"/>
          <ac:spMkLst>
            <pc:docMk/>
            <pc:sldMk cId="1403879467" sldId="2269"/>
            <ac:spMk id="46" creationId="{47E5222A-593A-42D1-9344-E4F97B4B06FB}"/>
          </ac:spMkLst>
        </pc:spChg>
        <pc:spChg chg="mod">
          <ac:chgData name="Macher, Andreas (DI FA CTR PLC PPM)" userId="f1dcac62-7bef-43eb-91f0-927336a1714f" providerId="ADAL" clId="{77769F15-7ACC-47C1-B74F-CF5E24910F6F}" dt="2022-11-23T14:45:47.961" v="468" actId="790"/>
          <ac:spMkLst>
            <pc:docMk/>
            <pc:sldMk cId="1403879467" sldId="2269"/>
            <ac:spMk id="48" creationId="{E6616899-1895-4483-A891-F7969E0CB37D}"/>
          </ac:spMkLst>
        </pc:spChg>
        <pc:spChg chg="mod">
          <ac:chgData name="Macher, Andreas (DI FA CTR PLC PPM)" userId="f1dcac62-7bef-43eb-91f0-927336a1714f" providerId="ADAL" clId="{77769F15-7ACC-47C1-B74F-CF5E24910F6F}" dt="2022-11-23T14:45:47.961" v="468" actId="790"/>
          <ac:spMkLst>
            <pc:docMk/>
            <pc:sldMk cId="1403879467" sldId="2269"/>
            <ac:spMk id="50" creationId="{88543973-C385-47B2-9420-C5FA316FAAC0}"/>
          </ac:spMkLst>
        </pc:spChg>
        <pc:spChg chg="mod">
          <ac:chgData name="Macher, Andreas (DI FA CTR PLC PPM)" userId="f1dcac62-7bef-43eb-91f0-927336a1714f" providerId="ADAL" clId="{77769F15-7ACC-47C1-B74F-CF5E24910F6F}" dt="2022-11-23T14:45:47.961" v="468" actId="790"/>
          <ac:spMkLst>
            <pc:docMk/>
            <pc:sldMk cId="1403879467" sldId="2269"/>
            <ac:spMk id="52" creationId="{9A274DBD-C166-4793-B351-A55348501269}"/>
          </ac:spMkLst>
        </pc:spChg>
        <pc:spChg chg="mod">
          <ac:chgData name="Macher, Andreas (DI FA CTR PLC PPM)" userId="f1dcac62-7bef-43eb-91f0-927336a1714f" providerId="ADAL" clId="{77769F15-7ACC-47C1-B74F-CF5E24910F6F}" dt="2022-11-23T14:45:47.961" v="468" actId="790"/>
          <ac:spMkLst>
            <pc:docMk/>
            <pc:sldMk cId="1403879467" sldId="2269"/>
            <ac:spMk id="53" creationId="{50219807-D9FD-4EDF-A2A4-2544E6CEFA25}"/>
          </ac:spMkLst>
        </pc:spChg>
        <pc:spChg chg="mod">
          <ac:chgData name="Macher, Andreas (DI FA CTR PLC PPM)" userId="f1dcac62-7bef-43eb-91f0-927336a1714f" providerId="ADAL" clId="{77769F15-7ACC-47C1-B74F-CF5E24910F6F}" dt="2022-11-23T14:45:47.961" v="468" actId="790"/>
          <ac:spMkLst>
            <pc:docMk/>
            <pc:sldMk cId="1403879467" sldId="2269"/>
            <ac:spMk id="54" creationId="{C0415B8E-02A7-47F4-B460-3BAAD3FF4A41}"/>
          </ac:spMkLst>
        </pc:spChg>
        <pc:spChg chg="mod">
          <ac:chgData name="Macher, Andreas (DI FA CTR PLC PPM)" userId="f1dcac62-7bef-43eb-91f0-927336a1714f" providerId="ADAL" clId="{77769F15-7ACC-47C1-B74F-CF5E24910F6F}" dt="2022-11-23T14:45:47.961" v="468" actId="790"/>
          <ac:spMkLst>
            <pc:docMk/>
            <pc:sldMk cId="1403879467" sldId="2269"/>
            <ac:spMk id="55" creationId="{1FF57B84-1934-45C7-B75B-205D40DE432F}"/>
          </ac:spMkLst>
        </pc:spChg>
        <pc:spChg chg="mod">
          <ac:chgData name="Macher, Andreas (DI FA CTR PLC PPM)" userId="f1dcac62-7bef-43eb-91f0-927336a1714f" providerId="ADAL" clId="{77769F15-7ACC-47C1-B74F-CF5E24910F6F}" dt="2022-11-23T14:45:47.961" v="468" actId="790"/>
          <ac:spMkLst>
            <pc:docMk/>
            <pc:sldMk cId="1403879467" sldId="2269"/>
            <ac:spMk id="56" creationId="{410EF8D3-1765-42A4-A396-9995F8F7B578}"/>
          </ac:spMkLst>
        </pc:spChg>
        <pc:spChg chg="mod">
          <ac:chgData name="Macher, Andreas (DI FA CTR PLC PPM)" userId="f1dcac62-7bef-43eb-91f0-927336a1714f" providerId="ADAL" clId="{77769F15-7ACC-47C1-B74F-CF5E24910F6F}" dt="2022-11-23T14:45:47.961" v="468" actId="790"/>
          <ac:spMkLst>
            <pc:docMk/>
            <pc:sldMk cId="1403879467" sldId="2269"/>
            <ac:spMk id="57" creationId="{6DBC49B7-1637-4A57-A301-9EDC0F5B7DC7}"/>
          </ac:spMkLst>
        </pc:spChg>
        <pc:spChg chg="mod">
          <ac:chgData name="Macher, Andreas (DI FA CTR PLC PPM)" userId="f1dcac62-7bef-43eb-91f0-927336a1714f" providerId="ADAL" clId="{77769F15-7ACC-47C1-B74F-CF5E24910F6F}" dt="2022-11-23T14:45:47.961" v="468" actId="790"/>
          <ac:spMkLst>
            <pc:docMk/>
            <pc:sldMk cId="1403879467" sldId="2269"/>
            <ac:spMk id="58" creationId="{101D81B1-3A2E-4D30-A31B-75570409436D}"/>
          </ac:spMkLst>
        </pc:spChg>
        <pc:spChg chg="mod">
          <ac:chgData name="Macher, Andreas (DI FA CTR PLC PPM)" userId="f1dcac62-7bef-43eb-91f0-927336a1714f" providerId="ADAL" clId="{77769F15-7ACC-47C1-B74F-CF5E24910F6F}" dt="2022-11-23T14:45:47.961" v="468" actId="790"/>
          <ac:spMkLst>
            <pc:docMk/>
            <pc:sldMk cId="1403879467" sldId="2269"/>
            <ac:spMk id="60" creationId="{EBABDB4A-0482-408F-B35F-219BCD97487A}"/>
          </ac:spMkLst>
        </pc:spChg>
        <pc:spChg chg="mod">
          <ac:chgData name="Macher, Andreas (DI FA CTR PLC PPM)" userId="f1dcac62-7bef-43eb-91f0-927336a1714f" providerId="ADAL" clId="{77769F15-7ACC-47C1-B74F-CF5E24910F6F}" dt="2022-11-23T14:45:47.961" v="468" actId="790"/>
          <ac:spMkLst>
            <pc:docMk/>
            <pc:sldMk cId="1403879467" sldId="2269"/>
            <ac:spMk id="64" creationId="{25980E39-4EEC-4221-81AA-D61AAA6C8334}"/>
          </ac:spMkLst>
        </pc:spChg>
      </pc:sldChg>
      <pc:sldChg chg="modSp mod">
        <pc:chgData name="Macher, Andreas (DI FA CTR PLC PPM)" userId="f1dcac62-7bef-43eb-91f0-927336a1714f" providerId="ADAL" clId="{77769F15-7ACC-47C1-B74F-CF5E24910F6F}" dt="2022-11-23T14:20:19.758" v="429" actId="20577"/>
        <pc:sldMkLst>
          <pc:docMk/>
          <pc:sldMk cId="2344732622" sldId="2284"/>
        </pc:sldMkLst>
        <pc:spChg chg="mod">
          <ac:chgData name="Macher, Andreas (DI FA CTR PLC PPM)" userId="f1dcac62-7bef-43eb-91f0-927336a1714f" providerId="ADAL" clId="{77769F15-7ACC-47C1-B74F-CF5E24910F6F}" dt="2022-11-23T14:04:45.074" v="332"/>
          <ac:spMkLst>
            <pc:docMk/>
            <pc:sldMk cId="2344732622" sldId="2284"/>
            <ac:spMk id="5" creationId="{DB9B0745-E87E-44A4-B686-868773688415}"/>
          </ac:spMkLst>
        </pc:spChg>
        <pc:spChg chg="mod">
          <ac:chgData name="Macher, Andreas (DI FA CTR PLC PPM)" userId="f1dcac62-7bef-43eb-91f0-927336a1714f" providerId="ADAL" clId="{77769F15-7ACC-47C1-B74F-CF5E24910F6F}" dt="2022-11-23T14:20:19.758" v="429" actId="20577"/>
          <ac:spMkLst>
            <pc:docMk/>
            <pc:sldMk cId="2344732622" sldId="2284"/>
            <ac:spMk id="87" creationId="{5B386531-717D-45F2-B113-7508168EA691}"/>
          </ac:spMkLst>
        </pc:spChg>
        <pc:spChg chg="mod">
          <ac:chgData name="Macher, Andreas (DI FA CTR PLC PPM)" userId="f1dcac62-7bef-43eb-91f0-927336a1714f" providerId="ADAL" clId="{77769F15-7ACC-47C1-B74F-CF5E24910F6F}" dt="2022-11-23T14:20:11.012" v="425" actId="20577"/>
          <ac:spMkLst>
            <pc:docMk/>
            <pc:sldMk cId="2344732622" sldId="2284"/>
            <ac:spMk id="271" creationId="{68ADA59F-34B6-46B0-BE92-43F4A52E68E8}"/>
          </ac:spMkLst>
        </pc:spChg>
      </pc:sldChg>
      <pc:sldChg chg="modSp mod">
        <pc:chgData name="Macher, Andreas (DI FA CTR PLC PPM)" userId="f1dcac62-7bef-43eb-91f0-927336a1714f" providerId="ADAL" clId="{77769F15-7ACC-47C1-B74F-CF5E24910F6F}" dt="2022-11-23T14:44:11.986" v="459" actId="20577"/>
        <pc:sldMkLst>
          <pc:docMk/>
          <pc:sldMk cId="2205172182" sldId="2290"/>
        </pc:sldMkLst>
        <pc:spChg chg="mod">
          <ac:chgData name="Macher, Andreas (DI FA CTR PLC PPM)" userId="f1dcac62-7bef-43eb-91f0-927336a1714f" providerId="ADAL" clId="{77769F15-7ACC-47C1-B74F-CF5E24910F6F}" dt="2022-11-23T14:42:27.581" v="446" actId="790"/>
          <ac:spMkLst>
            <pc:docMk/>
            <pc:sldMk cId="2205172182" sldId="2290"/>
            <ac:spMk id="2" creationId="{186329C1-22AD-4964-AEC4-ED1759148634}"/>
          </ac:spMkLst>
        </pc:spChg>
        <pc:spChg chg="mod">
          <ac:chgData name="Macher, Andreas (DI FA CTR PLC PPM)" userId="f1dcac62-7bef-43eb-91f0-927336a1714f" providerId="ADAL" clId="{77769F15-7ACC-47C1-B74F-CF5E24910F6F}" dt="2022-11-23T14:42:57.985" v="456" actId="20577"/>
          <ac:spMkLst>
            <pc:docMk/>
            <pc:sldMk cId="2205172182" sldId="2290"/>
            <ac:spMk id="3" creationId="{7FD5372B-755E-4194-8F8B-E32A04DC5B8F}"/>
          </ac:spMkLst>
        </pc:spChg>
        <pc:spChg chg="mod">
          <ac:chgData name="Macher, Andreas (DI FA CTR PLC PPM)" userId="f1dcac62-7bef-43eb-91f0-927336a1714f" providerId="ADAL" clId="{77769F15-7ACC-47C1-B74F-CF5E24910F6F}" dt="2022-11-23T14:44:11.986" v="459" actId="20577"/>
          <ac:spMkLst>
            <pc:docMk/>
            <pc:sldMk cId="2205172182" sldId="2290"/>
            <ac:spMk id="4" creationId="{A1BD8AF7-4F15-433B-B982-DCD78924ABAE}"/>
          </ac:spMkLst>
        </pc:spChg>
        <pc:spChg chg="mod">
          <ac:chgData name="Macher, Andreas (DI FA CTR PLC PPM)" userId="f1dcac62-7bef-43eb-91f0-927336a1714f" providerId="ADAL" clId="{77769F15-7ACC-47C1-B74F-CF5E24910F6F}" dt="2022-11-23T14:42:27.581" v="446" actId="790"/>
          <ac:spMkLst>
            <pc:docMk/>
            <pc:sldMk cId="2205172182" sldId="2290"/>
            <ac:spMk id="7" creationId="{371D2911-70D1-4644-86F5-3E6CB56DB1E5}"/>
          </ac:spMkLst>
        </pc:spChg>
      </pc:sldChg>
      <pc:sldChg chg="modSp mod">
        <pc:chgData name="Macher, Andreas (DI FA CTR PLC PPM)" userId="f1dcac62-7bef-43eb-91f0-927336a1714f" providerId="ADAL" clId="{77769F15-7ACC-47C1-B74F-CF5E24910F6F}" dt="2022-11-23T14:19:13.984" v="408"/>
        <pc:sldMkLst>
          <pc:docMk/>
          <pc:sldMk cId="630145559" sldId="2291"/>
        </pc:sldMkLst>
        <pc:spChg chg="mod">
          <ac:chgData name="Macher, Andreas (DI FA CTR PLC PPM)" userId="f1dcac62-7bef-43eb-91f0-927336a1714f" providerId="ADAL" clId="{77769F15-7ACC-47C1-B74F-CF5E24910F6F}" dt="2022-11-23T13:14:25.393" v="152"/>
          <ac:spMkLst>
            <pc:docMk/>
            <pc:sldMk cId="630145559" sldId="2291"/>
            <ac:spMk id="2" creationId="{25A4033A-708D-43C3-B9CD-3E72050A421C}"/>
          </ac:spMkLst>
        </pc:spChg>
        <pc:spChg chg="mod">
          <ac:chgData name="Macher, Andreas (DI FA CTR PLC PPM)" userId="f1dcac62-7bef-43eb-91f0-927336a1714f" providerId="ADAL" clId="{77769F15-7ACC-47C1-B74F-CF5E24910F6F}" dt="2022-11-23T14:15:26.613" v="354"/>
          <ac:spMkLst>
            <pc:docMk/>
            <pc:sldMk cId="630145559" sldId="2291"/>
            <ac:spMk id="5" creationId="{00000000-0000-0000-0000-000000000000}"/>
          </ac:spMkLst>
        </pc:spChg>
        <pc:spChg chg="mod">
          <ac:chgData name="Macher, Andreas (DI FA CTR PLC PPM)" userId="f1dcac62-7bef-43eb-91f0-927336a1714f" providerId="ADAL" clId="{77769F15-7ACC-47C1-B74F-CF5E24910F6F}" dt="2022-11-23T14:19:13.984" v="408"/>
          <ac:spMkLst>
            <pc:docMk/>
            <pc:sldMk cId="630145559" sldId="2291"/>
            <ac:spMk id="144" creationId="{112ABD75-D812-4C1E-9295-CC8D865B2F35}"/>
          </ac:spMkLst>
        </pc:spChg>
      </pc:sldChg>
      <pc:sldChg chg="modSp mod">
        <pc:chgData name="Macher, Andreas (DI FA CTR PLC PPM)" userId="f1dcac62-7bef-43eb-91f0-927336a1714f" providerId="ADAL" clId="{77769F15-7ACC-47C1-B74F-CF5E24910F6F}" dt="2022-11-23T14:55:55.658" v="615" actId="14100"/>
        <pc:sldMkLst>
          <pc:docMk/>
          <pc:sldMk cId="4271667069" sldId="2297"/>
        </pc:sldMkLst>
        <pc:spChg chg="mod">
          <ac:chgData name="Macher, Andreas (DI FA CTR PLC PPM)" userId="f1dcac62-7bef-43eb-91f0-927336a1714f" providerId="ADAL" clId="{77769F15-7ACC-47C1-B74F-CF5E24910F6F}" dt="2022-11-23T14:04:45.074" v="332"/>
          <ac:spMkLst>
            <pc:docMk/>
            <pc:sldMk cId="4271667069" sldId="2297"/>
            <ac:spMk id="2" creationId="{FB6E8433-8910-4215-8221-7BF8396D9E39}"/>
          </ac:spMkLst>
        </pc:spChg>
        <pc:spChg chg="mod">
          <ac:chgData name="Macher, Andreas (DI FA CTR PLC PPM)" userId="f1dcac62-7bef-43eb-91f0-927336a1714f" providerId="ADAL" clId="{77769F15-7ACC-47C1-B74F-CF5E24910F6F}" dt="2022-11-23T14:55:55.658" v="615" actId="14100"/>
          <ac:spMkLst>
            <pc:docMk/>
            <pc:sldMk cId="4271667069" sldId="2297"/>
            <ac:spMk id="22" creationId="{6C67A62B-CF95-4DD2-A8EC-8B8C88EF4BC0}"/>
          </ac:spMkLst>
        </pc:spChg>
      </pc:sldChg>
      <pc:sldChg chg="modSp mod">
        <pc:chgData name="Macher, Andreas (DI FA CTR PLC PPM)" userId="f1dcac62-7bef-43eb-91f0-927336a1714f" providerId="ADAL" clId="{77769F15-7ACC-47C1-B74F-CF5E24910F6F}" dt="2022-11-24T09:10:36.372" v="891" actId="20577"/>
        <pc:sldMkLst>
          <pc:docMk/>
          <pc:sldMk cId="1664206843" sldId="9056"/>
        </pc:sldMkLst>
        <pc:spChg chg="mod">
          <ac:chgData name="Macher, Andreas (DI FA CTR PLC PPM)" userId="f1dcac62-7bef-43eb-91f0-927336a1714f" providerId="ADAL" clId="{77769F15-7ACC-47C1-B74F-CF5E24910F6F}" dt="2022-11-24T09:09:04.206" v="885" actId="20577"/>
          <ac:spMkLst>
            <pc:docMk/>
            <pc:sldMk cId="1664206843" sldId="9056"/>
            <ac:spMk id="2" creationId="{E4859F7C-5D68-4030-AD44-297043C0F3E8}"/>
          </ac:spMkLst>
        </pc:spChg>
        <pc:spChg chg="mod">
          <ac:chgData name="Macher, Andreas (DI FA CTR PLC PPM)" userId="f1dcac62-7bef-43eb-91f0-927336a1714f" providerId="ADAL" clId="{77769F15-7ACC-47C1-B74F-CF5E24910F6F}" dt="2022-11-24T09:10:36.372" v="891" actId="20577"/>
          <ac:spMkLst>
            <pc:docMk/>
            <pc:sldMk cId="1664206843" sldId="9056"/>
            <ac:spMk id="5" creationId="{76B17F35-FFEF-4859-B222-CF6B9439B089}"/>
          </ac:spMkLst>
        </pc:spChg>
        <pc:spChg chg="mod">
          <ac:chgData name="Macher, Andreas (DI FA CTR PLC PPM)" userId="f1dcac62-7bef-43eb-91f0-927336a1714f" providerId="ADAL" clId="{77769F15-7ACC-47C1-B74F-CF5E24910F6F}" dt="2022-11-24T09:06:52.574" v="833" actId="790"/>
          <ac:spMkLst>
            <pc:docMk/>
            <pc:sldMk cId="1664206843" sldId="9056"/>
            <ac:spMk id="6" creationId="{EAD859B3-9C24-4CAE-B00B-5F913CCE6C3A}"/>
          </ac:spMkLst>
        </pc:spChg>
        <pc:spChg chg="mod">
          <ac:chgData name="Macher, Andreas (DI FA CTR PLC PPM)" userId="f1dcac62-7bef-43eb-91f0-927336a1714f" providerId="ADAL" clId="{77769F15-7ACC-47C1-B74F-CF5E24910F6F}" dt="2022-11-24T09:06:52.574" v="833" actId="790"/>
          <ac:spMkLst>
            <pc:docMk/>
            <pc:sldMk cId="1664206843" sldId="9056"/>
            <ac:spMk id="7" creationId="{A97FA142-AEF2-4969-9546-6F9F66FFBF74}"/>
          </ac:spMkLst>
        </pc:spChg>
      </pc:sldChg>
      <pc:sldChg chg="modSp mod">
        <pc:chgData name="Macher, Andreas (DI FA CTR PLC PPM)" userId="f1dcac62-7bef-43eb-91f0-927336a1714f" providerId="ADAL" clId="{77769F15-7ACC-47C1-B74F-CF5E24910F6F}" dt="2022-11-23T14:54:06.540" v="612" actId="20577"/>
        <pc:sldMkLst>
          <pc:docMk/>
          <pc:sldMk cId="1501404703" sldId="9062"/>
        </pc:sldMkLst>
        <pc:spChg chg="mod">
          <ac:chgData name="Macher, Andreas (DI FA CTR PLC PPM)" userId="f1dcac62-7bef-43eb-91f0-927336a1714f" providerId="ADAL" clId="{77769F15-7ACC-47C1-B74F-CF5E24910F6F}" dt="2022-11-23T14:48:22.819" v="527" actId="20577"/>
          <ac:spMkLst>
            <pc:docMk/>
            <pc:sldMk cId="1501404703" sldId="9062"/>
            <ac:spMk id="5" creationId="{00000000-0000-0000-0000-000000000000}"/>
          </ac:spMkLst>
        </pc:spChg>
        <pc:spChg chg="mod">
          <ac:chgData name="Macher, Andreas (DI FA CTR PLC PPM)" userId="f1dcac62-7bef-43eb-91f0-927336a1714f" providerId="ADAL" clId="{77769F15-7ACC-47C1-B74F-CF5E24910F6F}" dt="2022-11-23T14:04:45.074" v="332"/>
          <ac:spMkLst>
            <pc:docMk/>
            <pc:sldMk cId="1501404703" sldId="9062"/>
            <ac:spMk id="11" creationId="{422F3569-10A9-4B0E-B5AE-276F3D31E5E3}"/>
          </ac:spMkLst>
        </pc:spChg>
        <pc:spChg chg="mod">
          <ac:chgData name="Macher, Andreas (DI FA CTR PLC PPM)" userId="f1dcac62-7bef-43eb-91f0-927336a1714f" providerId="ADAL" clId="{77769F15-7ACC-47C1-B74F-CF5E24910F6F}" dt="2022-11-23T14:53:49.549" v="607" actId="20577"/>
          <ac:spMkLst>
            <pc:docMk/>
            <pc:sldMk cId="1501404703" sldId="9062"/>
            <ac:spMk id="14" creationId="{54FD86FB-7FEB-4DD8-8EE5-9E2C0CC8A209}"/>
          </ac:spMkLst>
        </pc:spChg>
        <pc:graphicFrameChg chg="modGraphic">
          <ac:chgData name="Macher, Andreas (DI FA CTR PLC PPM)" userId="f1dcac62-7bef-43eb-91f0-927336a1714f" providerId="ADAL" clId="{77769F15-7ACC-47C1-B74F-CF5E24910F6F}" dt="2022-11-23T14:54:06.540" v="612" actId="20577"/>
          <ac:graphicFrameMkLst>
            <pc:docMk/>
            <pc:sldMk cId="1501404703" sldId="9062"/>
            <ac:graphicFrameMk id="3" creationId="{83276DA6-0006-416E-809E-193192D181EE}"/>
          </ac:graphicFrameMkLst>
        </pc:graphicFrameChg>
      </pc:sldChg>
      <pc:sldChg chg="modSp">
        <pc:chgData name="Macher, Andreas (DI FA CTR PLC PPM)" userId="f1dcac62-7bef-43eb-91f0-927336a1714f" providerId="ADAL" clId="{77769F15-7ACC-47C1-B74F-CF5E24910F6F}" dt="2022-11-23T14:04:45.074" v="332"/>
        <pc:sldMkLst>
          <pc:docMk/>
          <pc:sldMk cId="4248381990" sldId="9064"/>
        </pc:sldMkLst>
        <pc:spChg chg="mod">
          <ac:chgData name="Macher, Andreas (DI FA CTR PLC PPM)" userId="f1dcac62-7bef-43eb-91f0-927336a1714f" providerId="ADAL" clId="{77769F15-7ACC-47C1-B74F-CF5E24910F6F}" dt="2022-11-23T14:04:45.074" v="332"/>
          <ac:spMkLst>
            <pc:docMk/>
            <pc:sldMk cId="4248381990" sldId="9064"/>
            <ac:spMk id="2" creationId="{C431EEF0-7B34-494C-85FD-2B492BC7CBF8}"/>
          </ac:spMkLst>
        </pc:spChg>
      </pc:sldChg>
      <pc:sldChg chg="modSp mod">
        <pc:chgData name="Macher, Andreas (DI FA CTR PLC PPM)" userId="f1dcac62-7bef-43eb-91f0-927336a1714f" providerId="ADAL" clId="{77769F15-7ACC-47C1-B74F-CF5E24910F6F}" dt="2022-11-23T14:02:43.272" v="331" actId="790"/>
        <pc:sldMkLst>
          <pc:docMk/>
          <pc:sldMk cId="578210998" sldId="9072"/>
        </pc:sldMkLst>
        <pc:spChg chg="mod">
          <ac:chgData name="Macher, Andreas (DI FA CTR PLC PPM)" userId="f1dcac62-7bef-43eb-91f0-927336a1714f" providerId="ADAL" clId="{77769F15-7ACC-47C1-B74F-CF5E24910F6F}" dt="2022-11-23T14:02:43.272" v="331" actId="790"/>
          <ac:spMkLst>
            <pc:docMk/>
            <pc:sldMk cId="578210998" sldId="9072"/>
            <ac:spMk id="2" creationId="{0342A3D6-98FE-48A7-AFE2-71450107450D}"/>
          </ac:spMkLst>
        </pc:spChg>
        <pc:spChg chg="mod">
          <ac:chgData name="Macher, Andreas (DI FA CTR PLC PPM)" userId="f1dcac62-7bef-43eb-91f0-927336a1714f" providerId="ADAL" clId="{77769F15-7ACC-47C1-B74F-CF5E24910F6F}" dt="2022-11-23T14:02:43.272" v="331" actId="790"/>
          <ac:spMkLst>
            <pc:docMk/>
            <pc:sldMk cId="578210998" sldId="9072"/>
            <ac:spMk id="4" creationId="{A645F354-40D6-4D3D-BA93-7A74F09635B4}"/>
          </ac:spMkLst>
        </pc:spChg>
        <pc:spChg chg="mod">
          <ac:chgData name="Macher, Andreas (DI FA CTR PLC PPM)" userId="f1dcac62-7bef-43eb-91f0-927336a1714f" providerId="ADAL" clId="{77769F15-7ACC-47C1-B74F-CF5E24910F6F}" dt="2022-11-23T14:02:43.272" v="331" actId="790"/>
          <ac:spMkLst>
            <pc:docMk/>
            <pc:sldMk cId="578210998" sldId="9072"/>
            <ac:spMk id="5" creationId="{7D06A950-B2BF-4D5B-AC72-5B76B61FC3A8}"/>
          </ac:spMkLst>
        </pc:spChg>
      </pc:sldChg>
      <pc:sldChg chg="modSp mod">
        <pc:chgData name="Macher, Andreas (DI FA CTR PLC PPM)" userId="f1dcac62-7bef-43eb-91f0-927336a1714f" providerId="ADAL" clId="{77769F15-7ACC-47C1-B74F-CF5E24910F6F}" dt="2022-11-23T14:46:32.448" v="502" actId="790"/>
        <pc:sldMkLst>
          <pc:docMk/>
          <pc:sldMk cId="4153753026" sldId="9073"/>
        </pc:sldMkLst>
        <pc:spChg chg="mod">
          <ac:chgData name="Macher, Andreas (DI FA CTR PLC PPM)" userId="f1dcac62-7bef-43eb-91f0-927336a1714f" providerId="ADAL" clId="{77769F15-7ACC-47C1-B74F-CF5E24910F6F}" dt="2022-11-23T14:46:32.448" v="502" actId="790"/>
          <ac:spMkLst>
            <pc:docMk/>
            <pc:sldMk cId="4153753026" sldId="9073"/>
            <ac:spMk id="2" creationId="{8E888A1E-9B92-4BE5-87D5-650A66A200BE}"/>
          </ac:spMkLst>
        </pc:spChg>
        <pc:spChg chg="mod">
          <ac:chgData name="Macher, Andreas (DI FA CTR PLC PPM)" userId="f1dcac62-7bef-43eb-91f0-927336a1714f" providerId="ADAL" clId="{77769F15-7ACC-47C1-B74F-CF5E24910F6F}" dt="2022-11-23T14:46:32.448" v="502" actId="790"/>
          <ac:spMkLst>
            <pc:docMk/>
            <pc:sldMk cId="4153753026" sldId="9073"/>
            <ac:spMk id="3" creationId="{03C12CB1-20A8-401B-8E98-5EE321F669A5}"/>
          </ac:spMkLst>
        </pc:spChg>
        <pc:spChg chg="mod">
          <ac:chgData name="Macher, Andreas (DI FA CTR PLC PPM)" userId="f1dcac62-7bef-43eb-91f0-927336a1714f" providerId="ADAL" clId="{77769F15-7ACC-47C1-B74F-CF5E24910F6F}" dt="2022-11-23T14:46:32.448" v="502" actId="790"/>
          <ac:spMkLst>
            <pc:docMk/>
            <pc:sldMk cId="4153753026" sldId="9073"/>
            <ac:spMk id="4" creationId="{A645F354-40D6-4D3D-BA93-7A74F09635B4}"/>
          </ac:spMkLst>
        </pc:spChg>
      </pc:sldChg>
      <pc:sldChg chg="modSp mod">
        <pc:chgData name="Macher, Andreas (DI FA CTR PLC PPM)" userId="f1dcac62-7bef-43eb-91f0-927336a1714f" providerId="ADAL" clId="{77769F15-7ACC-47C1-B74F-CF5E24910F6F}" dt="2022-11-23T14:51:12.304" v="592" actId="790"/>
        <pc:sldMkLst>
          <pc:docMk/>
          <pc:sldMk cId="3586329819" sldId="9075"/>
        </pc:sldMkLst>
        <pc:spChg chg="mod">
          <ac:chgData name="Macher, Andreas (DI FA CTR PLC PPM)" userId="f1dcac62-7bef-43eb-91f0-927336a1714f" providerId="ADAL" clId="{77769F15-7ACC-47C1-B74F-CF5E24910F6F}" dt="2022-11-23T14:51:12.304" v="592" actId="790"/>
          <ac:spMkLst>
            <pc:docMk/>
            <pc:sldMk cId="3586329819" sldId="9075"/>
            <ac:spMk id="2" creationId="{365578C7-C65B-4D7F-8524-F7725092B59F}"/>
          </ac:spMkLst>
        </pc:spChg>
        <pc:spChg chg="mod">
          <ac:chgData name="Macher, Andreas (DI FA CTR PLC PPM)" userId="f1dcac62-7bef-43eb-91f0-927336a1714f" providerId="ADAL" clId="{77769F15-7ACC-47C1-B74F-CF5E24910F6F}" dt="2022-11-23T14:51:12.304" v="592" actId="790"/>
          <ac:spMkLst>
            <pc:docMk/>
            <pc:sldMk cId="3586329819" sldId="9075"/>
            <ac:spMk id="3" creationId="{B6747303-E43F-4C75-A9C3-1BFF4312FD6E}"/>
          </ac:spMkLst>
        </pc:spChg>
        <pc:spChg chg="mod">
          <ac:chgData name="Macher, Andreas (DI FA CTR PLC PPM)" userId="f1dcac62-7bef-43eb-91f0-927336a1714f" providerId="ADAL" clId="{77769F15-7ACC-47C1-B74F-CF5E24910F6F}" dt="2022-11-23T14:51:12.304" v="592" actId="790"/>
          <ac:spMkLst>
            <pc:docMk/>
            <pc:sldMk cId="3586329819" sldId="9075"/>
            <ac:spMk id="4" creationId="{A645F354-40D6-4D3D-BA93-7A74F09635B4}"/>
          </ac:spMkLst>
        </pc:spChg>
      </pc:sldChg>
      <pc:sldChg chg="modSp mod">
        <pc:chgData name="Macher, Andreas (DI FA CTR PLC PPM)" userId="f1dcac62-7bef-43eb-91f0-927336a1714f" providerId="ADAL" clId="{77769F15-7ACC-47C1-B74F-CF5E24910F6F}" dt="2022-11-24T09:02:17.918" v="779" actId="790"/>
        <pc:sldMkLst>
          <pc:docMk/>
          <pc:sldMk cId="413719169" sldId="9076"/>
        </pc:sldMkLst>
        <pc:spChg chg="mod">
          <ac:chgData name="Macher, Andreas (DI FA CTR PLC PPM)" userId="f1dcac62-7bef-43eb-91f0-927336a1714f" providerId="ADAL" clId="{77769F15-7ACC-47C1-B74F-CF5E24910F6F}" dt="2022-11-24T09:02:17.918" v="779" actId="790"/>
          <ac:spMkLst>
            <pc:docMk/>
            <pc:sldMk cId="413719169" sldId="9076"/>
            <ac:spMk id="2" creationId="{2005AA33-0C58-4946-9A8A-DD06B903F947}"/>
          </ac:spMkLst>
        </pc:spChg>
        <pc:spChg chg="mod">
          <ac:chgData name="Macher, Andreas (DI FA CTR PLC PPM)" userId="f1dcac62-7bef-43eb-91f0-927336a1714f" providerId="ADAL" clId="{77769F15-7ACC-47C1-B74F-CF5E24910F6F}" dt="2022-11-24T09:02:17.918" v="779" actId="790"/>
          <ac:spMkLst>
            <pc:docMk/>
            <pc:sldMk cId="413719169" sldId="9076"/>
            <ac:spMk id="4" creationId="{A645F354-40D6-4D3D-BA93-7A74F09635B4}"/>
          </ac:spMkLst>
        </pc:spChg>
        <pc:spChg chg="mod">
          <ac:chgData name="Macher, Andreas (DI FA CTR PLC PPM)" userId="f1dcac62-7bef-43eb-91f0-927336a1714f" providerId="ADAL" clId="{77769F15-7ACC-47C1-B74F-CF5E24910F6F}" dt="2022-11-24T09:02:17.918" v="779" actId="790"/>
          <ac:spMkLst>
            <pc:docMk/>
            <pc:sldMk cId="413719169" sldId="9076"/>
            <ac:spMk id="6" creationId="{B296FE98-2E58-4EBC-8921-4AC4A069249C}"/>
          </ac:spMkLst>
        </pc:spChg>
      </pc:sldChg>
      <pc:sldChg chg="modSp mod">
        <pc:chgData name="Macher, Andreas (DI FA CTR PLC PPM)" userId="f1dcac62-7bef-43eb-91f0-927336a1714f" providerId="ADAL" clId="{77769F15-7ACC-47C1-B74F-CF5E24910F6F}" dt="2022-11-24T09:06:27.168" v="832" actId="790"/>
        <pc:sldMkLst>
          <pc:docMk/>
          <pc:sldMk cId="2085356520" sldId="9077"/>
        </pc:sldMkLst>
        <pc:spChg chg="mod">
          <ac:chgData name="Macher, Andreas (DI FA CTR PLC PPM)" userId="f1dcac62-7bef-43eb-91f0-927336a1714f" providerId="ADAL" clId="{77769F15-7ACC-47C1-B74F-CF5E24910F6F}" dt="2022-11-24T09:06:27.168" v="832" actId="790"/>
          <ac:spMkLst>
            <pc:docMk/>
            <pc:sldMk cId="2085356520" sldId="9077"/>
            <ac:spMk id="2" creationId="{9AAAA657-3212-44EE-8156-A9E51026DD06}"/>
          </ac:spMkLst>
        </pc:spChg>
        <pc:spChg chg="mod">
          <ac:chgData name="Macher, Andreas (DI FA CTR PLC PPM)" userId="f1dcac62-7bef-43eb-91f0-927336a1714f" providerId="ADAL" clId="{77769F15-7ACC-47C1-B74F-CF5E24910F6F}" dt="2022-11-24T09:06:27.168" v="832" actId="790"/>
          <ac:spMkLst>
            <pc:docMk/>
            <pc:sldMk cId="2085356520" sldId="9077"/>
            <ac:spMk id="3" creationId="{3D2E9C9B-D621-4A23-AE78-8EA19CB74A1A}"/>
          </ac:spMkLst>
        </pc:spChg>
        <pc:spChg chg="mod">
          <ac:chgData name="Macher, Andreas (DI FA CTR PLC PPM)" userId="f1dcac62-7bef-43eb-91f0-927336a1714f" providerId="ADAL" clId="{77769F15-7ACC-47C1-B74F-CF5E24910F6F}" dt="2022-11-24T09:06:27.168" v="832" actId="790"/>
          <ac:spMkLst>
            <pc:docMk/>
            <pc:sldMk cId="2085356520" sldId="9077"/>
            <ac:spMk id="4" creationId="{A645F354-40D6-4D3D-BA93-7A74F09635B4}"/>
          </ac:spMkLst>
        </pc:spChg>
      </pc:sldChg>
      <pc:sldChg chg="modSp mod">
        <pc:chgData name="Macher, Andreas (DI FA CTR PLC PPM)" userId="f1dcac62-7bef-43eb-91f0-927336a1714f" providerId="ADAL" clId="{77769F15-7ACC-47C1-B74F-CF5E24910F6F}" dt="2022-11-24T09:14:44.198" v="963" actId="790"/>
        <pc:sldMkLst>
          <pc:docMk/>
          <pc:sldMk cId="284753482" sldId="9078"/>
        </pc:sldMkLst>
        <pc:spChg chg="mod">
          <ac:chgData name="Macher, Andreas (DI FA CTR PLC PPM)" userId="f1dcac62-7bef-43eb-91f0-927336a1714f" providerId="ADAL" clId="{77769F15-7ACC-47C1-B74F-CF5E24910F6F}" dt="2022-11-24T09:14:44.198" v="963" actId="790"/>
          <ac:spMkLst>
            <pc:docMk/>
            <pc:sldMk cId="284753482" sldId="9078"/>
            <ac:spMk id="2" creationId="{E8D68C40-B993-49D3-A187-201A4112CC9B}"/>
          </ac:spMkLst>
        </pc:spChg>
        <pc:spChg chg="mod">
          <ac:chgData name="Macher, Andreas (DI FA CTR PLC PPM)" userId="f1dcac62-7bef-43eb-91f0-927336a1714f" providerId="ADAL" clId="{77769F15-7ACC-47C1-B74F-CF5E24910F6F}" dt="2022-11-24T09:14:44.198" v="963" actId="790"/>
          <ac:spMkLst>
            <pc:docMk/>
            <pc:sldMk cId="284753482" sldId="9078"/>
            <ac:spMk id="3" creationId="{6C94F7EA-6535-46B1-B95D-DF1D370B6563}"/>
          </ac:spMkLst>
        </pc:spChg>
        <pc:spChg chg="mod">
          <ac:chgData name="Macher, Andreas (DI FA CTR PLC PPM)" userId="f1dcac62-7bef-43eb-91f0-927336a1714f" providerId="ADAL" clId="{77769F15-7ACC-47C1-B74F-CF5E24910F6F}" dt="2022-11-24T09:14:44.198" v="963" actId="790"/>
          <ac:spMkLst>
            <pc:docMk/>
            <pc:sldMk cId="284753482" sldId="9078"/>
            <ac:spMk id="4" creationId="{A645F354-40D6-4D3D-BA93-7A74F09635B4}"/>
          </ac:spMkLst>
        </pc:spChg>
      </pc:sldChg>
      <pc:sldChg chg="modSp mod">
        <pc:chgData name="Macher, Andreas (DI FA CTR PLC PPM)" userId="f1dcac62-7bef-43eb-91f0-927336a1714f" providerId="ADAL" clId="{77769F15-7ACC-47C1-B74F-CF5E24910F6F}" dt="2022-11-24T09:19:44.067" v="1063" actId="790"/>
        <pc:sldMkLst>
          <pc:docMk/>
          <pc:sldMk cId="3598062986" sldId="9079"/>
        </pc:sldMkLst>
        <pc:spChg chg="mod">
          <ac:chgData name="Macher, Andreas (DI FA CTR PLC PPM)" userId="f1dcac62-7bef-43eb-91f0-927336a1714f" providerId="ADAL" clId="{77769F15-7ACC-47C1-B74F-CF5E24910F6F}" dt="2022-11-24T09:19:44.067" v="1063" actId="790"/>
          <ac:spMkLst>
            <pc:docMk/>
            <pc:sldMk cId="3598062986" sldId="9079"/>
            <ac:spMk id="2" creationId="{D5039AA6-48B4-4810-8C4C-2BC4443AA2B1}"/>
          </ac:spMkLst>
        </pc:spChg>
        <pc:spChg chg="mod">
          <ac:chgData name="Macher, Andreas (DI FA CTR PLC PPM)" userId="f1dcac62-7bef-43eb-91f0-927336a1714f" providerId="ADAL" clId="{77769F15-7ACC-47C1-B74F-CF5E24910F6F}" dt="2022-11-24T09:19:44.067" v="1063" actId="790"/>
          <ac:spMkLst>
            <pc:docMk/>
            <pc:sldMk cId="3598062986" sldId="9079"/>
            <ac:spMk id="3" creationId="{1FF788C9-2687-4B50-BE53-35E4A0F3BF5E}"/>
          </ac:spMkLst>
        </pc:spChg>
        <pc:spChg chg="mod">
          <ac:chgData name="Macher, Andreas (DI FA CTR PLC PPM)" userId="f1dcac62-7bef-43eb-91f0-927336a1714f" providerId="ADAL" clId="{77769F15-7ACC-47C1-B74F-CF5E24910F6F}" dt="2022-11-24T09:19:44.067" v="1063" actId="790"/>
          <ac:spMkLst>
            <pc:docMk/>
            <pc:sldMk cId="3598062986" sldId="9079"/>
            <ac:spMk id="4" creationId="{A645F354-40D6-4D3D-BA93-7A74F09635B4}"/>
          </ac:spMkLst>
        </pc:spChg>
      </pc:sldChg>
      <pc:sldChg chg="modSp mod">
        <pc:chgData name="Macher, Andreas (DI FA CTR PLC PPM)" userId="f1dcac62-7bef-43eb-91f0-927336a1714f" providerId="ADAL" clId="{77769F15-7ACC-47C1-B74F-CF5E24910F6F}" dt="2022-11-24T09:13:47.939" v="956" actId="790"/>
        <pc:sldMkLst>
          <pc:docMk/>
          <pc:sldMk cId="5489862" sldId="9082"/>
        </pc:sldMkLst>
        <pc:spChg chg="mod">
          <ac:chgData name="Macher, Andreas (DI FA CTR PLC PPM)" userId="f1dcac62-7bef-43eb-91f0-927336a1714f" providerId="ADAL" clId="{77769F15-7ACC-47C1-B74F-CF5E24910F6F}" dt="2022-11-24T09:13:47.939" v="956" actId="790"/>
          <ac:spMkLst>
            <pc:docMk/>
            <pc:sldMk cId="5489862" sldId="9082"/>
            <ac:spMk id="2" creationId="{E4859F7C-5D68-4030-AD44-297043C0F3E8}"/>
          </ac:spMkLst>
        </pc:spChg>
        <pc:spChg chg="mod">
          <ac:chgData name="Macher, Andreas (DI FA CTR PLC PPM)" userId="f1dcac62-7bef-43eb-91f0-927336a1714f" providerId="ADAL" clId="{77769F15-7ACC-47C1-B74F-CF5E24910F6F}" dt="2022-11-24T09:13:47.939" v="956" actId="790"/>
          <ac:spMkLst>
            <pc:docMk/>
            <pc:sldMk cId="5489862" sldId="9082"/>
            <ac:spMk id="5" creationId="{0E54C4E3-642E-40AC-9BDA-90BEFDE2557E}"/>
          </ac:spMkLst>
        </pc:spChg>
        <pc:graphicFrameChg chg="modGraphic">
          <ac:chgData name="Macher, Andreas (DI FA CTR PLC PPM)" userId="f1dcac62-7bef-43eb-91f0-927336a1714f" providerId="ADAL" clId="{77769F15-7ACC-47C1-B74F-CF5E24910F6F}" dt="2022-11-24T09:13:06.247" v="955" actId="6549"/>
          <ac:graphicFrameMkLst>
            <pc:docMk/>
            <pc:sldMk cId="5489862" sldId="9082"/>
            <ac:graphicFrameMk id="8" creationId="{CF5797E9-4B2B-4830-BCE2-BB34D3472BFF}"/>
          </ac:graphicFrameMkLst>
        </pc:graphicFrameChg>
      </pc:sldChg>
      <pc:sldChg chg="modSp mod">
        <pc:chgData name="Macher, Andreas (DI FA CTR PLC PPM)" userId="f1dcac62-7bef-43eb-91f0-927336a1714f" providerId="ADAL" clId="{77769F15-7ACC-47C1-B74F-CF5E24910F6F}" dt="2022-11-24T09:14:31.247" v="962" actId="790"/>
        <pc:sldMkLst>
          <pc:docMk/>
          <pc:sldMk cId="1957441726" sldId="9083"/>
        </pc:sldMkLst>
        <pc:spChg chg="mod">
          <ac:chgData name="Macher, Andreas (DI FA CTR PLC PPM)" userId="f1dcac62-7bef-43eb-91f0-927336a1714f" providerId="ADAL" clId="{77769F15-7ACC-47C1-B74F-CF5E24910F6F}" dt="2022-11-24T09:14:31.247" v="962" actId="790"/>
          <ac:spMkLst>
            <pc:docMk/>
            <pc:sldMk cId="1957441726" sldId="9083"/>
            <ac:spMk id="2" creationId="{E4859F7C-5D68-4030-AD44-297043C0F3E8}"/>
          </ac:spMkLst>
        </pc:spChg>
        <pc:spChg chg="mod">
          <ac:chgData name="Macher, Andreas (DI FA CTR PLC PPM)" userId="f1dcac62-7bef-43eb-91f0-927336a1714f" providerId="ADAL" clId="{77769F15-7ACC-47C1-B74F-CF5E24910F6F}" dt="2022-11-24T09:14:31.247" v="962" actId="790"/>
          <ac:spMkLst>
            <pc:docMk/>
            <pc:sldMk cId="1957441726" sldId="9083"/>
            <ac:spMk id="5" creationId="{CF5E7DD3-A48D-4ACC-9CC7-044261F0053F}"/>
          </ac:spMkLst>
        </pc:spChg>
        <pc:graphicFrameChg chg="modGraphic">
          <ac:chgData name="Macher, Andreas (DI FA CTR PLC PPM)" userId="f1dcac62-7bef-43eb-91f0-927336a1714f" providerId="ADAL" clId="{77769F15-7ACC-47C1-B74F-CF5E24910F6F}" dt="2022-11-24T09:14:11.552" v="961" actId="6549"/>
          <ac:graphicFrameMkLst>
            <pc:docMk/>
            <pc:sldMk cId="1957441726" sldId="9083"/>
            <ac:graphicFrameMk id="8" creationId="{CF5797E9-4B2B-4830-BCE2-BB34D3472BFF}"/>
          </ac:graphicFrameMkLst>
        </pc:graphicFrameChg>
      </pc:sldChg>
      <pc:sldChg chg="addSp delSp modSp mod">
        <pc:chgData name="Macher, Andreas (DI FA CTR PLC PPM)" userId="f1dcac62-7bef-43eb-91f0-927336a1714f" providerId="ADAL" clId="{77769F15-7ACC-47C1-B74F-CF5E24910F6F}" dt="2022-11-24T09:11:30.699" v="914"/>
        <pc:sldMkLst>
          <pc:docMk/>
          <pc:sldMk cId="50364721" sldId="9084"/>
        </pc:sldMkLst>
        <pc:spChg chg="mod">
          <ac:chgData name="Macher, Andreas (DI FA CTR PLC PPM)" userId="f1dcac62-7bef-43eb-91f0-927336a1714f" providerId="ADAL" clId="{77769F15-7ACC-47C1-B74F-CF5E24910F6F}" dt="2022-11-24T09:11:18.046" v="912" actId="20577"/>
          <ac:spMkLst>
            <pc:docMk/>
            <pc:sldMk cId="50364721" sldId="9084"/>
            <ac:spMk id="2" creationId="{E4859F7C-5D68-4030-AD44-297043C0F3E8}"/>
          </ac:spMkLst>
        </pc:spChg>
        <pc:spChg chg="mod">
          <ac:chgData name="Macher, Andreas (DI FA CTR PLC PPM)" userId="f1dcac62-7bef-43eb-91f0-927336a1714f" providerId="ADAL" clId="{77769F15-7ACC-47C1-B74F-CF5E24910F6F}" dt="2022-11-24T09:07:00.083" v="834" actId="790"/>
          <ac:spMkLst>
            <pc:docMk/>
            <pc:sldMk cId="50364721" sldId="9084"/>
            <ac:spMk id="5" creationId="{348CDABB-F0BB-402D-9D9D-FA665DB829D9}"/>
          </ac:spMkLst>
        </pc:spChg>
        <pc:spChg chg="mod">
          <ac:chgData name="Macher, Andreas (DI FA CTR PLC PPM)" userId="f1dcac62-7bef-43eb-91f0-927336a1714f" providerId="ADAL" clId="{77769F15-7ACC-47C1-B74F-CF5E24910F6F}" dt="2022-11-24T09:10:52.696" v="893" actId="20577"/>
          <ac:spMkLst>
            <pc:docMk/>
            <pc:sldMk cId="50364721" sldId="9084"/>
            <ac:spMk id="8" creationId="{1A671946-7B79-4CCB-AEBA-DDA155AF3943}"/>
          </ac:spMkLst>
        </pc:spChg>
        <pc:picChg chg="add mod">
          <ac:chgData name="Macher, Andreas (DI FA CTR PLC PPM)" userId="f1dcac62-7bef-43eb-91f0-927336a1714f" providerId="ADAL" clId="{77769F15-7ACC-47C1-B74F-CF5E24910F6F}" dt="2022-11-24T09:11:30.699" v="914"/>
          <ac:picMkLst>
            <pc:docMk/>
            <pc:sldMk cId="50364721" sldId="9084"/>
            <ac:picMk id="6" creationId="{7236BE2F-1E24-84B9-9433-C421F0ADF0C0}"/>
          </ac:picMkLst>
        </pc:picChg>
        <pc:picChg chg="del">
          <ac:chgData name="Macher, Andreas (DI FA CTR PLC PPM)" userId="f1dcac62-7bef-43eb-91f0-927336a1714f" providerId="ADAL" clId="{77769F15-7ACC-47C1-B74F-CF5E24910F6F}" dt="2022-11-24T09:11:30.352" v="913" actId="478"/>
          <ac:picMkLst>
            <pc:docMk/>
            <pc:sldMk cId="50364721" sldId="9084"/>
            <ac:picMk id="11" creationId="{B78CD855-FF3B-4A46-881D-3B3E55767B53}"/>
          </ac:picMkLst>
        </pc:picChg>
      </pc:sldChg>
      <pc:sldChg chg="modSp mod">
        <pc:chgData name="Macher, Andreas (DI FA CTR PLC PPM)" userId="f1dcac62-7bef-43eb-91f0-927336a1714f" providerId="ADAL" clId="{77769F15-7ACC-47C1-B74F-CF5E24910F6F}" dt="2022-11-23T14:52:30.041" v="593" actId="790"/>
        <pc:sldMkLst>
          <pc:docMk/>
          <pc:sldMk cId="1619253116" sldId="9086"/>
        </pc:sldMkLst>
        <pc:spChg chg="mod">
          <ac:chgData name="Macher, Andreas (DI FA CTR PLC PPM)" userId="f1dcac62-7bef-43eb-91f0-927336a1714f" providerId="ADAL" clId="{77769F15-7ACC-47C1-B74F-CF5E24910F6F}" dt="2022-11-23T14:52:30.041" v="593" actId="790"/>
          <ac:spMkLst>
            <pc:docMk/>
            <pc:sldMk cId="1619253116" sldId="9086"/>
            <ac:spMk id="3" creationId="{1ED91481-81E0-4C81-B23F-4EC55BEBA8B7}"/>
          </ac:spMkLst>
        </pc:spChg>
        <pc:spChg chg="mod">
          <ac:chgData name="Macher, Andreas (DI FA CTR PLC PPM)" userId="f1dcac62-7bef-43eb-91f0-927336a1714f" providerId="ADAL" clId="{77769F15-7ACC-47C1-B74F-CF5E24910F6F}" dt="2022-11-23T14:52:30.041" v="593" actId="790"/>
          <ac:spMkLst>
            <pc:docMk/>
            <pc:sldMk cId="1619253116" sldId="9086"/>
            <ac:spMk id="4" creationId="{90687BCA-8090-4BB6-B7FE-C5D76A43CFB3}"/>
          </ac:spMkLst>
        </pc:spChg>
        <pc:spChg chg="mod">
          <ac:chgData name="Macher, Andreas (DI FA CTR PLC PPM)" userId="f1dcac62-7bef-43eb-91f0-927336a1714f" providerId="ADAL" clId="{77769F15-7ACC-47C1-B74F-CF5E24910F6F}" dt="2022-11-23T14:52:30.041" v="593" actId="790"/>
          <ac:spMkLst>
            <pc:docMk/>
            <pc:sldMk cId="1619253116" sldId="9086"/>
            <ac:spMk id="5" creationId="{4347BA07-C4CB-4652-8DE3-3C97213854C2}"/>
          </ac:spMkLst>
        </pc:spChg>
      </pc:sldChg>
      <pc:sldChg chg="addSp delSp modSp mod">
        <pc:chgData name="Macher, Andreas (DI FA CTR PLC PPM)" userId="f1dcac62-7bef-43eb-91f0-927336a1714f" providerId="ADAL" clId="{77769F15-7ACC-47C1-B74F-CF5E24910F6F}" dt="2022-11-24T09:25:58.793" v="1167" actId="2"/>
        <pc:sldMkLst>
          <pc:docMk/>
          <pc:sldMk cId="4040070563" sldId="9087"/>
        </pc:sldMkLst>
        <pc:spChg chg="mod">
          <ac:chgData name="Macher, Andreas (DI FA CTR PLC PPM)" userId="f1dcac62-7bef-43eb-91f0-927336a1714f" providerId="ADAL" clId="{77769F15-7ACC-47C1-B74F-CF5E24910F6F}" dt="2022-11-23T13:14:25.393" v="152"/>
          <ac:spMkLst>
            <pc:docMk/>
            <pc:sldMk cId="4040070563" sldId="9087"/>
            <ac:spMk id="3" creationId="{A1CB4388-9E19-4E16-9DD5-0A87B1239024}"/>
          </ac:spMkLst>
        </pc:spChg>
        <pc:spChg chg="mod">
          <ac:chgData name="Macher, Andreas (DI FA CTR PLC PPM)" userId="f1dcac62-7bef-43eb-91f0-927336a1714f" providerId="ADAL" clId="{77769F15-7ACC-47C1-B74F-CF5E24910F6F}" dt="2022-11-24T09:25:58.793" v="1167" actId="2"/>
          <ac:spMkLst>
            <pc:docMk/>
            <pc:sldMk cId="4040070563" sldId="9087"/>
            <ac:spMk id="4" creationId="{00000000-0000-0000-0000-000000000000}"/>
          </ac:spMkLst>
        </pc:spChg>
        <pc:spChg chg="mod">
          <ac:chgData name="Macher, Andreas (DI FA CTR PLC PPM)" userId="f1dcac62-7bef-43eb-91f0-927336a1714f" providerId="ADAL" clId="{77769F15-7ACC-47C1-B74F-CF5E24910F6F}" dt="2022-11-23T14:07:10.350" v="345"/>
          <ac:spMkLst>
            <pc:docMk/>
            <pc:sldMk cId="4040070563" sldId="9087"/>
            <ac:spMk id="63" creationId="{93E2ADE0-286F-4CEE-BCB5-190990BBD948}"/>
          </ac:spMkLst>
        </pc:spChg>
        <pc:spChg chg="mod">
          <ac:chgData name="Macher, Andreas (DI FA CTR PLC PPM)" userId="f1dcac62-7bef-43eb-91f0-927336a1714f" providerId="ADAL" clId="{77769F15-7ACC-47C1-B74F-CF5E24910F6F}" dt="2022-11-23T14:07:10.350" v="345"/>
          <ac:spMkLst>
            <pc:docMk/>
            <pc:sldMk cId="4040070563" sldId="9087"/>
            <ac:spMk id="64" creationId="{43107ACF-0DF3-4A2D-B308-9D8E8B595C0F}"/>
          </ac:spMkLst>
        </pc:spChg>
        <pc:spChg chg="mod">
          <ac:chgData name="Macher, Andreas (DI FA CTR PLC PPM)" userId="f1dcac62-7bef-43eb-91f0-927336a1714f" providerId="ADAL" clId="{77769F15-7ACC-47C1-B74F-CF5E24910F6F}" dt="2022-11-23T14:07:10.350" v="345"/>
          <ac:spMkLst>
            <pc:docMk/>
            <pc:sldMk cId="4040070563" sldId="9087"/>
            <ac:spMk id="81" creationId="{73FA5318-9805-4F18-9B2B-AEF3C75802C5}"/>
          </ac:spMkLst>
        </pc:spChg>
        <pc:spChg chg="mod">
          <ac:chgData name="Macher, Andreas (DI FA CTR PLC PPM)" userId="f1dcac62-7bef-43eb-91f0-927336a1714f" providerId="ADAL" clId="{77769F15-7ACC-47C1-B74F-CF5E24910F6F}" dt="2022-11-23T14:07:10.350" v="345"/>
          <ac:spMkLst>
            <pc:docMk/>
            <pc:sldMk cId="4040070563" sldId="9087"/>
            <ac:spMk id="85" creationId="{00000000-0000-0000-0000-000000000000}"/>
          </ac:spMkLst>
        </pc:spChg>
        <pc:spChg chg="mod">
          <ac:chgData name="Macher, Andreas (DI FA CTR PLC PPM)" userId="f1dcac62-7bef-43eb-91f0-927336a1714f" providerId="ADAL" clId="{77769F15-7ACC-47C1-B74F-CF5E24910F6F}" dt="2022-11-23T14:07:10.350" v="345"/>
          <ac:spMkLst>
            <pc:docMk/>
            <pc:sldMk cId="4040070563" sldId="9087"/>
            <ac:spMk id="90" creationId="{00000000-0000-0000-0000-000000000000}"/>
          </ac:spMkLst>
        </pc:spChg>
        <pc:picChg chg="del">
          <ac:chgData name="Macher, Andreas (DI FA CTR PLC PPM)" userId="f1dcac62-7bef-43eb-91f0-927336a1714f" providerId="ADAL" clId="{77769F15-7ACC-47C1-B74F-CF5E24910F6F}" dt="2022-11-23T14:07:43.532" v="346" actId="478"/>
          <ac:picMkLst>
            <pc:docMk/>
            <pc:sldMk cId="4040070563" sldId="9087"/>
            <ac:picMk id="2" creationId="{5B304015-7606-4163-9C2D-DFB27B31917F}"/>
          </ac:picMkLst>
        </pc:picChg>
        <pc:picChg chg="add mod">
          <ac:chgData name="Macher, Andreas (DI FA CTR PLC PPM)" userId="f1dcac62-7bef-43eb-91f0-927336a1714f" providerId="ADAL" clId="{77769F15-7ACC-47C1-B74F-CF5E24910F6F}" dt="2022-11-23T14:07:43.972" v="347"/>
          <ac:picMkLst>
            <pc:docMk/>
            <pc:sldMk cId="4040070563" sldId="9087"/>
            <ac:picMk id="9" creationId="{AC2AA4E5-E76F-E061-96F3-06BDBCD20338}"/>
          </ac:picMkLst>
        </pc:picChg>
      </pc:sldChg>
      <pc:sldChg chg="modSp mod">
        <pc:chgData name="Macher, Andreas (DI FA CTR PLC PPM)" userId="f1dcac62-7bef-43eb-91f0-927336a1714f" providerId="ADAL" clId="{77769F15-7ACC-47C1-B74F-CF5E24910F6F}" dt="2022-11-24T09:23:52.330" v="1139"/>
        <pc:sldMkLst>
          <pc:docMk/>
          <pc:sldMk cId="2707752696" sldId="9091"/>
        </pc:sldMkLst>
        <pc:spChg chg="mod">
          <ac:chgData name="Macher, Andreas (DI FA CTR PLC PPM)" userId="f1dcac62-7bef-43eb-91f0-927336a1714f" providerId="ADAL" clId="{77769F15-7ACC-47C1-B74F-CF5E24910F6F}" dt="2022-11-23T13:14:25.393" v="152"/>
          <ac:spMkLst>
            <pc:docMk/>
            <pc:sldMk cId="2707752696" sldId="9091"/>
            <ac:spMk id="2" creationId="{7540EA21-2211-4181-BD05-95D33FA0048E}"/>
          </ac:spMkLst>
        </pc:spChg>
        <pc:spChg chg="mod">
          <ac:chgData name="Macher, Andreas (DI FA CTR PLC PPM)" userId="f1dcac62-7bef-43eb-91f0-927336a1714f" providerId="ADAL" clId="{77769F15-7ACC-47C1-B74F-CF5E24910F6F}" dt="2022-11-24T09:23:52.330" v="1139"/>
          <ac:spMkLst>
            <pc:docMk/>
            <pc:sldMk cId="2707752696" sldId="9091"/>
            <ac:spMk id="4" creationId="{00000000-0000-0000-0000-000000000000}"/>
          </ac:spMkLst>
        </pc:spChg>
        <pc:spChg chg="mod">
          <ac:chgData name="Macher, Andreas (DI FA CTR PLC PPM)" userId="f1dcac62-7bef-43eb-91f0-927336a1714f" providerId="ADAL" clId="{77769F15-7ACC-47C1-B74F-CF5E24910F6F}" dt="2022-11-23T14:06:58.440" v="344"/>
          <ac:spMkLst>
            <pc:docMk/>
            <pc:sldMk cId="2707752696" sldId="9091"/>
            <ac:spMk id="70" creationId="{CD804CBA-9100-4D67-B751-4737EE73D5E7}"/>
          </ac:spMkLst>
        </pc:spChg>
      </pc:sldChg>
      <pc:sldChg chg="modSp mod">
        <pc:chgData name="Macher, Andreas (DI FA CTR PLC PPM)" userId="f1dcac62-7bef-43eb-91f0-927336a1714f" providerId="ADAL" clId="{77769F15-7ACC-47C1-B74F-CF5E24910F6F}" dt="2022-11-24T09:24:02.427" v="1147" actId="20577"/>
        <pc:sldMkLst>
          <pc:docMk/>
          <pc:sldMk cId="2189993690" sldId="9092"/>
        </pc:sldMkLst>
        <pc:spChg chg="mod">
          <ac:chgData name="Macher, Andreas (DI FA CTR PLC PPM)" userId="f1dcac62-7bef-43eb-91f0-927336a1714f" providerId="ADAL" clId="{77769F15-7ACC-47C1-B74F-CF5E24910F6F}" dt="2022-11-23T13:14:25.393" v="152"/>
          <ac:spMkLst>
            <pc:docMk/>
            <pc:sldMk cId="2189993690" sldId="9092"/>
            <ac:spMk id="2" creationId="{1BDC51F0-290C-4FAD-ACB4-C7192735F031}"/>
          </ac:spMkLst>
        </pc:spChg>
        <pc:spChg chg="mod">
          <ac:chgData name="Macher, Andreas (DI FA CTR PLC PPM)" userId="f1dcac62-7bef-43eb-91f0-927336a1714f" providerId="ADAL" clId="{77769F15-7ACC-47C1-B74F-CF5E24910F6F}" dt="2022-11-24T09:24:02.427" v="1147" actId="20577"/>
          <ac:spMkLst>
            <pc:docMk/>
            <pc:sldMk cId="2189993690" sldId="9092"/>
            <ac:spMk id="4" creationId="{00000000-0000-0000-0000-000000000000}"/>
          </ac:spMkLst>
        </pc:spChg>
        <pc:spChg chg="mod">
          <ac:chgData name="Macher, Andreas (DI FA CTR PLC PPM)" userId="f1dcac62-7bef-43eb-91f0-927336a1714f" providerId="ADAL" clId="{77769F15-7ACC-47C1-B74F-CF5E24910F6F}" dt="2022-11-23T14:06:58.440" v="344"/>
          <ac:spMkLst>
            <pc:docMk/>
            <pc:sldMk cId="2189993690" sldId="9092"/>
            <ac:spMk id="70" creationId="{CD804CBA-9100-4D67-B751-4737EE73D5E7}"/>
          </ac:spMkLst>
        </pc:spChg>
      </pc:sldChg>
      <pc:sldChg chg="modSp mod">
        <pc:chgData name="Macher, Andreas (DI FA CTR PLC PPM)" userId="f1dcac62-7bef-43eb-91f0-927336a1714f" providerId="ADAL" clId="{77769F15-7ACC-47C1-B74F-CF5E24910F6F}" dt="2022-11-23T14:50:27.762" v="581" actId="20577"/>
        <pc:sldMkLst>
          <pc:docMk/>
          <pc:sldMk cId="1689199822" sldId="9093"/>
        </pc:sldMkLst>
        <pc:spChg chg="mod">
          <ac:chgData name="Macher, Andreas (DI FA CTR PLC PPM)" userId="f1dcac62-7bef-43eb-91f0-927336a1714f" providerId="ADAL" clId="{77769F15-7ACC-47C1-B74F-CF5E24910F6F}" dt="2022-11-23T14:04:45.074" v="332"/>
          <ac:spMkLst>
            <pc:docMk/>
            <pc:sldMk cId="1689199822" sldId="9093"/>
            <ac:spMk id="2" creationId="{DA935E28-64B4-4C36-8613-5F20B5486FFD}"/>
          </ac:spMkLst>
        </pc:spChg>
        <pc:spChg chg="mod">
          <ac:chgData name="Macher, Andreas (DI FA CTR PLC PPM)" userId="f1dcac62-7bef-43eb-91f0-927336a1714f" providerId="ADAL" clId="{77769F15-7ACC-47C1-B74F-CF5E24910F6F}" dt="2022-11-23T14:50:27.762" v="581" actId="20577"/>
          <ac:spMkLst>
            <pc:docMk/>
            <pc:sldMk cId="1689199822" sldId="9093"/>
            <ac:spMk id="4" creationId="{00000000-0000-0000-0000-000000000000}"/>
          </ac:spMkLst>
        </pc:spChg>
        <pc:spChg chg="mod">
          <ac:chgData name="Macher, Andreas (DI FA CTR PLC PPM)" userId="f1dcac62-7bef-43eb-91f0-927336a1714f" providerId="ADAL" clId="{77769F15-7ACC-47C1-B74F-CF5E24910F6F}" dt="2022-11-23T14:07:10.350" v="345"/>
          <ac:spMkLst>
            <pc:docMk/>
            <pc:sldMk cId="1689199822" sldId="9093"/>
            <ac:spMk id="52" creationId="{6E7C709C-077B-4D95-87E1-272F4846DB0E}"/>
          </ac:spMkLst>
        </pc:spChg>
      </pc:sldChg>
      <pc:sldChg chg="modSp">
        <pc:chgData name="Macher, Andreas (DI FA CTR PLC PPM)" userId="f1dcac62-7bef-43eb-91f0-927336a1714f" providerId="ADAL" clId="{77769F15-7ACC-47C1-B74F-CF5E24910F6F}" dt="2022-11-23T14:46:50.114" v="503"/>
        <pc:sldMkLst>
          <pc:docMk/>
          <pc:sldMk cId="561793657" sldId="9094"/>
        </pc:sldMkLst>
        <pc:spChg chg="mod">
          <ac:chgData name="Macher, Andreas (DI FA CTR PLC PPM)" userId="f1dcac62-7bef-43eb-91f0-927336a1714f" providerId="ADAL" clId="{77769F15-7ACC-47C1-B74F-CF5E24910F6F}" dt="2022-11-23T14:04:45.074" v="332"/>
          <ac:spMkLst>
            <pc:docMk/>
            <pc:sldMk cId="561793657" sldId="9094"/>
            <ac:spMk id="2" creationId="{D2BE2524-C783-476F-B65C-1E9D92B68189}"/>
          </ac:spMkLst>
        </pc:spChg>
        <pc:spChg chg="mod">
          <ac:chgData name="Macher, Andreas (DI FA CTR PLC PPM)" userId="f1dcac62-7bef-43eb-91f0-927336a1714f" providerId="ADAL" clId="{77769F15-7ACC-47C1-B74F-CF5E24910F6F}" dt="2022-11-23T14:46:50.114" v="503"/>
          <ac:spMkLst>
            <pc:docMk/>
            <pc:sldMk cId="561793657" sldId="9094"/>
            <ac:spMk id="4" creationId="{00000000-0000-0000-0000-000000000000}"/>
          </ac:spMkLst>
        </pc:spChg>
        <pc:spChg chg="mod">
          <ac:chgData name="Macher, Andreas (DI FA CTR PLC PPM)" userId="f1dcac62-7bef-43eb-91f0-927336a1714f" providerId="ADAL" clId="{77769F15-7ACC-47C1-B74F-CF5E24910F6F}" dt="2022-11-23T14:06:58.440" v="344"/>
          <ac:spMkLst>
            <pc:docMk/>
            <pc:sldMk cId="561793657" sldId="9094"/>
            <ac:spMk id="52" creationId="{6E7C709C-077B-4D95-87E1-272F4846DB0E}"/>
          </ac:spMkLst>
        </pc:spChg>
        <pc:spChg chg="mod">
          <ac:chgData name="Macher, Andreas (DI FA CTR PLC PPM)" userId="f1dcac62-7bef-43eb-91f0-927336a1714f" providerId="ADAL" clId="{77769F15-7ACC-47C1-B74F-CF5E24910F6F}" dt="2022-11-23T14:06:58.440" v="344"/>
          <ac:spMkLst>
            <pc:docMk/>
            <pc:sldMk cId="561793657" sldId="9094"/>
            <ac:spMk id="86" creationId="{4612A6B2-5B67-49A6-ADBA-8F93F9198794}"/>
          </ac:spMkLst>
        </pc:spChg>
        <pc:spChg chg="mod">
          <ac:chgData name="Macher, Andreas (DI FA CTR PLC PPM)" userId="f1dcac62-7bef-43eb-91f0-927336a1714f" providerId="ADAL" clId="{77769F15-7ACC-47C1-B74F-CF5E24910F6F}" dt="2022-11-23T14:06:58.440" v="344"/>
          <ac:spMkLst>
            <pc:docMk/>
            <pc:sldMk cId="561793657" sldId="9094"/>
            <ac:spMk id="87" creationId="{7C868B18-2877-4759-A8F0-C036CCF62D54}"/>
          </ac:spMkLst>
        </pc:spChg>
      </pc:sldChg>
      <pc:sldChg chg="modSp mod">
        <pc:chgData name="Macher, Andreas (DI FA CTR PLC PPM)" userId="f1dcac62-7bef-43eb-91f0-927336a1714f" providerId="ADAL" clId="{77769F15-7ACC-47C1-B74F-CF5E24910F6F}" dt="2022-11-23T14:50:34.165" v="586" actId="20577"/>
        <pc:sldMkLst>
          <pc:docMk/>
          <pc:sldMk cId="2355069529" sldId="9095"/>
        </pc:sldMkLst>
        <pc:spChg chg="mod">
          <ac:chgData name="Macher, Andreas (DI FA CTR PLC PPM)" userId="f1dcac62-7bef-43eb-91f0-927336a1714f" providerId="ADAL" clId="{77769F15-7ACC-47C1-B74F-CF5E24910F6F}" dt="2022-11-23T14:04:45.074" v="332"/>
          <ac:spMkLst>
            <pc:docMk/>
            <pc:sldMk cId="2355069529" sldId="9095"/>
            <ac:spMk id="2" creationId="{181A6D00-20FA-4813-A728-A57E5C6F5E62}"/>
          </ac:spMkLst>
        </pc:spChg>
        <pc:spChg chg="mod">
          <ac:chgData name="Macher, Andreas (DI FA CTR PLC PPM)" userId="f1dcac62-7bef-43eb-91f0-927336a1714f" providerId="ADAL" clId="{77769F15-7ACC-47C1-B74F-CF5E24910F6F}" dt="2022-11-23T14:50:34.165" v="586" actId="20577"/>
          <ac:spMkLst>
            <pc:docMk/>
            <pc:sldMk cId="2355069529" sldId="9095"/>
            <ac:spMk id="4" creationId="{00000000-0000-0000-0000-000000000000}"/>
          </ac:spMkLst>
        </pc:spChg>
        <pc:spChg chg="mod">
          <ac:chgData name="Macher, Andreas (DI FA CTR PLC PPM)" userId="f1dcac62-7bef-43eb-91f0-927336a1714f" providerId="ADAL" clId="{77769F15-7ACC-47C1-B74F-CF5E24910F6F}" dt="2022-11-23T14:07:10.350" v="345"/>
          <ac:spMkLst>
            <pc:docMk/>
            <pc:sldMk cId="2355069529" sldId="9095"/>
            <ac:spMk id="52" creationId="{6E7C709C-077B-4D95-87E1-272F4846DB0E}"/>
          </ac:spMkLst>
        </pc:spChg>
      </pc:sldChg>
      <pc:sldChg chg="modSp">
        <pc:chgData name="Macher, Andreas (DI FA CTR PLC PPM)" userId="f1dcac62-7bef-43eb-91f0-927336a1714f" providerId="ADAL" clId="{77769F15-7ACC-47C1-B74F-CF5E24910F6F}" dt="2022-11-23T14:04:45.074" v="332"/>
        <pc:sldMkLst>
          <pc:docMk/>
          <pc:sldMk cId="2198788560" sldId="9096"/>
        </pc:sldMkLst>
        <pc:spChg chg="mod">
          <ac:chgData name="Macher, Andreas (DI FA CTR PLC PPM)" userId="f1dcac62-7bef-43eb-91f0-927336a1714f" providerId="ADAL" clId="{77769F15-7ACC-47C1-B74F-CF5E24910F6F}" dt="2022-11-23T14:04:45.074" v="332"/>
          <ac:spMkLst>
            <pc:docMk/>
            <pc:sldMk cId="2198788560" sldId="9096"/>
            <ac:spMk id="7" creationId="{05448BBD-D420-47DC-BFA6-DC62789711FE}"/>
          </ac:spMkLst>
        </pc:spChg>
      </pc:sldChg>
      <pc:sldChg chg="modSp">
        <pc:chgData name="Macher, Andreas (DI FA CTR PLC PPM)" userId="f1dcac62-7bef-43eb-91f0-927336a1714f" providerId="ADAL" clId="{77769F15-7ACC-47C1-B74F-CF5E24910F6F}" dt="2022-11-23T13:14:25.393" v="152"/>
        <pc:sldMkLst>
          <pc:docMk/>
          <pc:sldMk cId="2298461894" sldId="9097"/>
        </pc:sldMkLst>
        <pc:spChg chg="mod">
          <ac:chgData name="Macher, Andreas (DI FA CTR PLC PPM)" userId="f1dcac62-7bef-43eb-91f0-927336a1714f" providerId="ADAL" clId="{77769F15-7ACC-47C1-B74F-CF5E24910F6F}" dt="2022-11-23T13:14:25.393" v="152"/>
          <ac:spMkLst>
            <pc:docMk/>
            <pc:sldMk cId="2298461894" sldId="9097"/>
            <ac:spMk id="2" creationId="{AE4304C3-7775-4955-9532-EAFA5BB5626C}"/>
          </ac:spMkLst>
        </pc:spChg>
      </pc:sldChg>
      <pc:sldChg chg="modSp mod">
        <pc:chgData name="Macher, Andreas (DI FA CTR PLC PPM)" userId="f1dcac62-7bef-43eb-91f0-927336a1714f" providerId="ADAL" clId="{77769F15-7ACC-47C1-B74F-CF5E24910F6F}" dt="2022-11-23T14:07:10.350" v="345"/>
        <pc:sldMkLst>
          <pc:docMk/>
          <pc:sldMk cId="222559270" sldId="9099"/>
        </pc:sldMkLst>
        <pc:spChg chg="mod">
          <ac:chgData name="Macher, Andreas (DI FA CTR PLC PPM)" userId="f1dcac62-7bef-43eb-91f0-927336a1714f" providerId="ADAL" clId="{77769F15-7ACC-47C1-B74F-CF5E24910F6F}" dt="2022-11-23T14:06:34.408" v="343" actId="790"/>
          <ac:spMkLst>
            <pc:docMk/>
            <pc:sldMk cId="222559270" sldId="9099"/>
            <ac:spMk id="2" creationId="{1C0CC14D-0E58-4645-954C-174A92FBB5FE}"/>
          </ac:spMkLst>
        </pc:spChg>
        <pc:spChg chg="mod">
          <ac:chgData name="Macher, Andreas (DI FA CTR PLC PPM)" userId="f1dcac62-7bef-43eb-91f0-927336a1714f" providerId="ADAL" clId="{77769F15-7ACC-47C1-B74F-CF5E24910F6F}" dt="2022-11-23T14:06:34.408" v="343" actId="790"/>
          <ac:spMkLst>
            <pc:docMk/>
            <pc:sldMk cId="222559270" sldId="9099"/>
            <ac:spMk id="3" creationId="{122C1342-8F72-4038-82B4-F97E35E41B70}"/>
          </ac:spMkLst>
        </pc:spChg>
        <pc:spChg chg="mod">
          <ac:chgData name="Macher, Andreas (DI FA CTR PLC PPM)" userId="f1dcac62-7bef-43eb-91f0-927336a1714f" providerId="ADAL" clId="{77769F15-7ACC-47C1-B74F-CF5E24910F6F}" dt="2022-11-23T14:07:10.350" v="345"/>
          <ac:spMkLst>
            <pc:docMk/>
            <pc:sldMk cId="222559270" sldId="9099"/>
            <ac:spMk id="4" creationId="{A645F354-40D6-4D3D-BA93-7A74F09635B4}"/>
          </ac:spMkLst>
        </pc:spChg>
      </pc:sldChg>
      <pc:sldChg chg="modSp">
        <pc:chgData name="Macher, Andreas (DI FA CTR PLC PPM)" userId="f1dcac62-7bef-43eb-91f0-927336a1714f" providerId="ADAL" clId="{77769F15-7ACC-47C1-B74F-CF5E24910F6F}" dt="2022-11-23T14:04:45.074" v="332"/>
        <pc:sldMkLst>
          <pc:docMk/>
          <pc:sldMk cId="2852176689" sldId="9100"/>
        </pc:sldMkLst>
        <pc:spChg chg="mod">
          <ac:chgData name="Macher, Andreas (DI FA CTR PLC PPM)" userId="f1dcac62-7bef-43eb-91f0-927336a1714f" providerId="ADAL" clId="{77769F15-7ACC-47C1-B74F-CF5E24910F6F}" dt="2022-11-23T14:04:45.074" v="332"/>
          <ac:spMkLst>
            <pc:docMk/>
            <pc:sldMk cId="2852176689" sldId="9100"/>
            <ac:spMk id="2" creationId="{0EA98454-BDFE-4F28-980F-9A3F0A79C44B}"/>
          </ac:spMkLst>
        </pc:spChg>
      </pc:sldChg>
      <pc:sldChg chg="modSp">
        <pc:chgData name="Macher, Andreas (DI FA CTR PLC PPM)" userId="f1dcac62-7bef-43eb-91f0-927336a1714f" providerId="ADAL" clId="{77769F15-7ACC-47C1-B74F-CF5E24910F6F}" dt="2022-11-23T14:04:45.074" v="332"/>
        <pc:sldMkLst>
          <pc:docMk/>
          <pc:sldMk cId="2897839901" sldId="9101"/>
        </pc:sldMkLst>
        <pc:spChg chg="mod">
          <ac:chgData name="Macher, Andreas (DI FA CTR PLC PPM)" userId="f1dcac62-7bef-43eb-91f0-927336a1714f" providerId="ADAL" clId="{77769F15-7ACC-47C1-B74F-CF5E24910F6F}" dt="2022-11-23T14:04:45.074" v="332"/>
          <ac:spMkLst>
            <pc:docMk/>
            <pc:sldMk cId="2897839901" sldId="9101"/>
            <ac:spMk id="17" creationId="{D34698A1-18EA-456A-9A06-8F95ABDCD8DC}"/>
          </ac:spMkLst>
        </pc:spChg>
      </pc:sldChg>
      <pc:sldChg chg="modSp">
        <pc:chgData name="Macher, Andreas (DI FA CTR PLC PPM)" userId="f1dcac62-7bef-43eb-91f0-927336a1714f" providerId="ADAL" clId="{77769F15-7ACC-47C1-B74F-CF5E24910F6F}" dt="2022-11-23T14:04:45.074" v="332"/>
        <pc:sldMkLst>
          <pc:docMk/>
          <pc:sldMk cId="96732149" sldId="9102"/>
        </pc:sldMkLst>
        <pc:spChg chg="mod">
          <ac:chgData name="Macher, Andreas (DI FA CTR PLC PPM)" userId="f1dcac62-7bef-43eb-91f0-927336a1714f" providerId="ADAL" clId="{77769F15-7ACC-47C1-B74F-CF5E24910F6F}" dt="2022-11-23T14:04:45.074" v="332"/>
          <ac:spMkLst>
            <pc:docMk/>
            <pc:sldMk cId="96732149" sldId="9102"/>
            <ac:spMk id="5" creationId="{CDC0545B-C88D-4E20-B4B7-A620FC2D9258}"/>
          </ac:spMkLst>
        </pc:spChg>
      </pc:sldChg>
      <pc:sldChg chg="modSp">
        <pc:chgData name="Macher, Andreas (DI FA CTR PLC PPM)" userId="f1dcac62-7bef-43eb-91f0-927336a1714f" providerId="ADAL" clId="{77769F15-7ACC-47C1-B74F-CF5E24910F6F}" dt="2022-11-23T14:04:45.074" v="332"/>
        <pc:sldMkLst>
          <pc:docMk/>
          <pc:sldMk cId="3624531473" sldId="9103"/>
        </pc:sldMkLst>
        <pc:spChg chg="mod">
          <ac:chgData name="Macher, Andreas (DI FA CTR PLC PPM)" userId="f1dcac62-7bef-43eb-91f0-927336a1714f" providerId="ADAL" clId="{77769F15-7ACC-47C1-B74F-CF5E24910F6F}" dt="2022-11-23T14:04:45.074" v="332"/>
          <ac:spMkLst>
            <pc:docMk/>
            <pc:sldMk cId="3624531473" sldId="9103"/>
            <ac:spMk id="4" creationId="{18097E91-2EA3-46A4-9A14-3722B7B1098B}"/>
          </ac:spMkLst>
        </pc:spChg>
      </pc:sldChg>
      <pc:sldChg chg="modSp">
        <pc:chgData name="Macher, Andreas (DI FA CTR PLC PPM)" userId="f1dcac62-7bef-43eb-91f0-927336a1714f" providerId="ADAL" clId="{77769F15-7ACC-47C1-B74F-CF5E24910F6F}" dt="2022-11-23T14:04:45.074" v="332"/>
        <pc:sldMkLst>
          <pc:docMk/>
          <pc:sldMk cId="1549395957" sldId="9104"/>
        </pc:sldMkLst>
        <pc:spChg chg="mod">
          <ac:chgData name="Macher, Andreas (DI FA CTR PLC PPM)" userId="f1dcac62-7bef-43eb-91f0-927336a1714f" providerId="ADAL" clId="{77769F15-7ACC-47C1-B74F-CF5E24910F6F}" dt="2022-11-23T14:04:45.074" v="332"/>
          <ac:spMkLst>
            <pc:docMk/>
            <pc:sldMk cId="1549395957" sldId="9104"/>
            <ac:spMk id="4" creationId="{FEEE8ED1-ACD5-40D5-B45F-99F11A43AAE6}"/>
          </ac:spMkLst>
        </pc:spChg>
      </pc:sldChg>
      <pc:sldChg chg="modSp mod">
        <pc:chgData name="Macher, Andreas (DI FA CTR PLC PPM)" userId="f1dcac62-7bef-43eb-91f0-927336a1714f" providerId="ADAL" clId="{77769F15-7ACC-47C1-B74F-CF5E24910F6F}" dt="2022-11-24T09:02:01.689" v="778" actId="20577"/>
        <pc:sldMkLst>
          <pc:docMk/>
          <pc:sldMk cId="3316944469" sldId="9107"/>
        </pc:sldMkLst>
        <pc:spChg chg="mod">
          <ac:chgData name="Macher, Andreas (DI FA CTR PLC PPM)" userId="f1dcac62-7bef-43eb-91f0-927336a1714f" providerId="ADAL" clId="{77769F15-7ACC-47C1-B74F-CF5E24910F6F}" dt="2022-11-24T09:01:58.259" v="774" actId="790"/>
          <ac:spMkLst>
            <pc:docMk/>
            <pc:sldMk cId="3316944469" sldId="9107"/>
            <ac:spMk id="2" creationId="{01FF8783-8957-4145-A140-42B86A578CB9}"/>
          </ac:spMkLst>
        </pc:spChg>
        <pc:spChg chg="mod">
          <ac:chgData name="Macher, Andreas (DI FA CTR PLC PPM)" userId="f1dcac62-7bef-43eb-91f0-927336a1714f" providerId="ADAL" clId="{77769F15-7ACC-47C1-B74F-CF5E24910F6F}" dt="2022-11-24T09:01:58.259" v="774" actId="790"/>
          <ac:spMkLst>
            <pc:docMk/>
            <pc:sldMk cId="3316944469" sldId="9107"/>
            <ac:spMk id="3" creationId="{27EE03A8-10F8-421E-B741-D4470D1296A7}"/>
          </ac:spMkLst>
        </pc:spChg>
        <pc:spChg chg="mod">
          <ac:chgData name="Macher, Andreas (DI FA CTR PLC PPM)" userId="f1dcac62-7bef-43eb-91f0-927336a1714f" providerId="ADAL" clId="{77769F15-7ACC-47C1-B74F-CF5E24910F6F}" dt="2022-11-24T09:01:58.259" v="774" actId="790"/>
          <ac:spMkLst>
            <pc:docMk/>
            <pc:sldMk cId="3316944469" sldId="9107"/>
            <ac:spMk id="6" creationId="{6E5129E2-8394-43AB-A897-821CCB08212E}"/>
          </ac:spMkLst>
        </pc:spChg>
        <pc:spChg chg="mod">
          <ac:chgData name="Macher, Andreas (DI FA CTR PLC PPM)" userId="f1dcac62-7bef-43eb-91f0-927336a1714f" providerId="ADAL" clId="{77769F15-7ACC-47C1-B74F-CF5E24910F6F}" dt="2022-11-24T09:02:01.689" v="778" actId="20577"/>
          <ac:spMkLst>
            <pc:docMk/>
            <pc:sldMk cId="3316944469" sldId="9107"/>
            <ac:spMk id="83" creationId="{FD08AAE6-9175-49FE-AB33-BB7F170C1F25}"/>
          </ac:spMkLst>
        </pc:spChg>
      </pc:sldChg>
      <pc:sldChg chg="modSp mod">
        <pc:chgData name="Macher, Andreas (DI FA CTR PLC PPM)" userId="f1dcac62-7bef-43eb-91f0-927336a1714f" providerId="ADAL" clId="{77769F15-7ACC-47C1-B74F-CF5E24910F6F}" dt="2022-11-24T09:24:19.801" v="1148"/>
        <pc:sldMkLst>
          <pc:docMk/>
          <pc:sldMk cId="1946802598" sldId="9108"/>
        </pc:sldMkLst>
        <pc:spChg chg="mod">
          <ac:chgData name="Macher, Andreas (DI FA CTR PLC PPM)" userId="f1dcac62-7bef-43eb-91f0-927336a1714f" providerId="ADAL" clId="{77769F15-7ACC-47C1-B74F-CF5E24910F6F}" dt="2022-11-23T14:13:55.599" v="350" actId="790"/>
          <ac:spMkLst>
            <pc:docMk/>
            <pc:sldMk cId="1946802598" sldId="9108"/>
            <ac:spMk id="2" creationId="{DA2690FB-9D9E-4168-ACCD-CF87154F6E62}"/>
          </ac:spMkLst>
        </pc:spChg>
        <pc:spChg chg="mod">
          <ac:chgData name="Macher, Andreas (DI FA CTR PLC PPM)" userId="f1dcac62-7bef-43eb-91f0-927336a1714f" providerId="ADAL" clId="{77769F15-7ACC-47C1-B74F-CF5E24910F6F}" dt="2022-11-23T14:13:55.599" v="350" actId="790"/>
          <ac:spMkLst>
            <pc:docMk/>
            <pc:sldMk cId="1946802598" sldId="9108"/>
            <ac:spMk id="3" creationId="{3F64192A-3297-4E15-9542-D0DA84ECDD8F}"/>
          </ac:spMkLst>
        </pc:spChg>
        <pc:spChg chg="mod">
          <ac:chgData name="Macher, Andreas (DI FA CTR PLC PPM)" userId="f1dcac62-7bef-43eb-91f0-927336a1714f" providerId="ADAL" clId="{77769F15-7ACC-47C1-B74F-CF5E24910F6F}" dt="2022-11-24T09:24:19.801" v="1148"/>
          <ac:spMkLst>
            <pc:docMk/>
            <pc:sldMk cId="1946802598" sldId="9108"/>
            <ac:spMk id="4" creationId="{00000000-0000-0000-0000-000000000000}"/>
          </ac:spMkLst>
        </pc:spChg>
        <pc:spChg chg="mod">
          <ac:chgData name="Macher, Andreas (DI FA CTR PLC PPM)" userId="f1dcac62-7bef-43eb-91f0-927336a1714f" providerId="ADAL" clId="{77769F15-7ACC-47C1-B74F-CF5E24910F6F}" dt="2022-11-23T14:13:55.599" v="350" actId="790"/>
          <ac:spMkLst>
            <pc:docMk/>
            <pc:sldMk cId="1946802598" sldId="9108"/>
            <ac:spMk id="5" creationId="{958678C1-2EE4-4C8E-9751-9D048F784D52}"/>
          </ac:spMkLst>
        </pc:spChg>
        <pc:spChg chg="mod">
          <ac:chgData name="Macher, Andreas (DI FA CTR PLC PPM)" userId="f1dcac62-7bef-43eb-91f0-927336a1714f" providerId="ADAL" clId="{77769F15-7ACC-47C1-B74F-CF5E24910F6F}" dt="2022-11-23T14:13:55.599" v="350" actId="790"/>
          <ac:spMkLst>
            <pc:docMk/>
            <pc:sldMk cId="1946802598" sldId="9108"/>
            <ac:spMk id="6" creationId="{CA7A0F78-6D4A-49B0-9A50-5C5E7050D093}"/>
          </ac:spMkLst>
        </pc:spChg>
        <pc:spChg chg="mod">
          <ac:chgData name="Macher, Andreas (DI FA CTR PLC PPM)" userId="f1dcac62-7bef-43eb-91f0-927336a1714f" providerId="ADAL" clId="{77769F15-7ACC-47C1-B74F-CF5E24910F6F}" dt="2022-11-23T14:13:55.599" v="350" actId="790"/>
          <ac:spMkLst>
            <pc:docMk/>
            <pc:sldMk cId="1946802598" sldId="9108"/>
            <ac:spMk id="7" creationId="{117606C6-0954-4CB0-9663-BEAEC1EABB2A}"/>
          </ac:spMkLst>
        </pc:spChg>
        <pc:spChg chg="mod">
          <ac:chgData name="Macher, Andreas (DI FA CTR PLC PPM)" userId="f1dcac62-7bef-43eb-91f0-927336a1714f" providerId="ADAL" clId="{77769F15-7ACC-47C1-B74F-CF5E24910F6F}" dt="2022-11-23T14:13:55.599" v="350" actId="790"/>
          <ac:spMkLst>
            <pc:docMk/>
            <pc:sldMk cId="1946802598" sldId="9108"/>
            <ac:spMk id="8" creationId="{D3308AC2-B8C6-AA70-4AE0-7E1C9EA19A5C}"/>
          </ac:spMkLst>
        </pc:spChg>
        <pc:spChg chg="mod">
          <ac:chgData name="Macher, Andreas (DI FA CTR PLC PPM)" userId="f1dcac62-7bef-43eb-91f0-927336a1714f" providerId="ADAL" clId="{77769F15-7ACC-47C1-B74F-CF5E24910F6F}" dt="2022-11-23T14:13:55.599" v="350" actId="790"/>
          <ac:spMkLst>
            <pc:docMk/>
            <pc:sldMk cId="1946802598" sldId="9108"/>
            <ac:spMk id="9" creationId="{52A387E7-CBC7-73D8-B374-ADB46964D172}"/>
          </ac:spMkLst>
        </pc:spChg>
        <pc:spChg chg="mod">
          <ac:chgData name="Macher, Andreas (DI FA CTR PLC PPM)" userId="f1dcac62-7bef-43eb-91f0-927336a1714f" providerId="ADAL" clId="{77769F15-7ACC-47C1-B74F-CF5E24910F6F}" dt="2022-11-23T14:13:55.599" v="350" actId="790"/>
          <ac:spMkLst>
            <pc:docMk/>
            <pc:sldMk cId="1946802598" sldId="9108"/>
            <ac:spMk id="15" creationId="{A99E960C-EF84-4E56-80DA-67534FFB67DD}"/>
          </ac:spMkLst>
        </pc:spChg>
        <pc:spChg chg="mod">
          <ac:chgData name="Macher, Andreas (DI FA CTR PLC PPM)" userId="f1dcac62-7bef-43eb-91f0-927336a1714f" providerId="ADAL" clId="{77769F15-7ACC-47C1-B74F-CF5E24910F6F}" dt="2022-11-23T14:13:55.599" v="350" actId="790"/>
          <ac:spMkLst>
            <pc:docMk/>
            <pc:sldMk cId="1946802598" sldId="9108"/>
            <ac:spMk id="59" creationId="{614113B4-00C1-4004-B992-5F5EED09BE7A}"/>
          </ac:spMkLst>
        </pc:spChg>
        <pc:spChg chg="mod">
          <ac:chgData name="Macher, Andreas (DI FA CTR PLC PPM)" userId="f1dcac62-7bef-43eb-91f0-927336a1714f" providerId="ADAL" clId="{77769F15-7ACC-47C1-B74F-CF5E24910F6F}" dt="2022-11-23T14:13:55.599" v="350" actId="790"/>
          <ac:spMkLst>
            <pc:docMk/>
            <pc:sldMk cId="1946802598" sldId="9108"/>
            <ac:spMk id="69" creationId="{08FEE193-CD0F-4826-BBA4-265C818AD635}"/>
          </ac:spMkLst>
        </pc:spChg>
        <pc:spChg chg="mod">
          <ac:chgData name="Macher, Andreas (DI FA CTR PLC PPM)" userId="f1dcac62-7bef-43eb-91f0-927336a1714f" providerId="ADAL" clId="{77769F15-7ACC-47C1-B74F-CF5E24910F6F}" dt="2022-11-23T14:13:55.599" v="350" actId="790"/>
          <ac:spMkLst>
            <pc:docMk/>
            <pc:sldMk cId="1946802598" sldId="9108"/>
            <ac:spMk id="70" creationId="{CD804CBA-9100-4D67-B751-4737EE73D5E7}"/>
          </ac:spMkLst>
        </pc:spChg>
        <pc:spChg chg="mod">
          <ac:chgData name="Macher, Andreas (DI FA CTR PLC PPM)" userId="f1dcac62-7bef-43eb-91f0-927336a1714f" providerId="ADAL" clId="{77769F15-7ACC-47C1-B74F-CF5E24910F6F}" dt="2022-11-23T14:13:55.599" v="350" actId="790"/>
          <ac:spMkLst>
            <pc:docMk/>
            <pc:sldMk cId="1946802598" sldId="9108"/>
            <ac:spMk id="79" creationId="{1C3061D9-FBB5-45C2-B5FF-A8ECDA2E4177}"/>
          </ac:spMkLst>
        </pc:spChg>
        <pc:spChg chg="mod">
          <ac:chgData name="Macher, Andreas (DI FA CTR PLC PPM)" userId="f1dcac62-7bef-43eb-91f0-927336a1714f" providerId="ADAL" clId="{77769F15-7ACC-47C1-B74F-CF5E24910F6F}" dt="2022-11-23T14:13:55.599" v="350" actId="790"/>
          <ac:spMkLst>
            <pc:docMk/>
            <pc:sldMk cId="1946802598" sldId="9108"/>
            <ac:spMk id="80" creationId="{380E3E84-0403-4633-9026-ADFDD8EBDCE0}"/>
          </ac:spMkLst>
        </pc:spChg>
        <pc:spChg chg="mod">
          <ac:chgData name="Macher, Andreas (DI FA CTR PLC PPM)" userId="f1dcac62-7bef-43eb-91f0-927336a1714f" providerId="ADAL" clId="{77769F15-7ACC-47C1-B74F-CF5E24910F6F}" dt="2022-11-23T14:13:55.599" v="350" actId="790"/>
          <ac:spMkLst>
            <pc:docMk/>
            <pc:sldMk cId="1946802598" sldId="9108"/>
            <ac:spMk id="81" creationId="{11DDE596-91CB-4977-9BBE-5175F15BF1E0}"/>
          </ac:spMkLst>
        </pc:spChg>
        <pc:spChg chg="mod">
          <ac:chgData name="Macher, Andreas (DI FA CTR PLC PPM)" userId="f1dcac62-7bef-43eb-91f0-927336a1714f" providerId="ADAL" clId="{77769F15-7ACC-47C1-B74F-CF5E24910F6F}" dt="2022-11-23T14:13:55.599" v="350" actId="790"/>
          <ac:spMkLst>
            <pc:docMk/>
            <pc:sldMk cId="1946802598" sldId="9108"/>
            <ac:spMk id="82" creationId="{1579E09F-2091-4A73-B4FB-096BA5F05B4A}"/>
          </ac:spMkLst>
        </pc:spChg>
        <pc:spChg chg="mod">
          <ac:chgData name="Macher, Andreas (DI FA CTR PLC PPM)" userId="f1dcac62-7bef-43eb-91f0-927336a1714f" providerId="ADAL" clId="{77769F15-7ACC-47C1-B74F-CF5E24910F6F}" dt="2022-11-23T14:13:55.599" v="350" actId="790"/>
          <ac:spMkLst>
            <pc:docMk/>
            <pc:sldMk cId="1946802598" sldId="9108"/>
            <ac:spMk id="83" creationId="{00000000-0000-0000-0000-000000000000}"/>
          </ac:spMkLst>
        </pc:spChg>
        <pc:spChg chg="mod">
          <ac:chgData name="Macher, Andreas (DI FA CTR PLC PPM)" userId="f1dcac62-7bef-43eb-91f0-927336a1714f" providerId="ADAL" clId="{77769F15-7ACC-47C1-B74F-CF5E24910F6F}" dt="2022-11-23T14:13:55.599" v="350" actId="790"/>
          <ac:spMkLst>
            <pc:docMk/>
            <pc:sldMk cId="1946802598" sldId="9108"/>
            <ac:spMk id="85" creationId="{E4076B08-531A-4245-9536-60578DD88CD5}"/>
          </ac:spMkLst>
        </pc:spChg>
        <pc:spChg chg="mod">
          <ac:chgData name="Macher, Andreas (DI FA CTR PLC PPM)" userId="f1dcac62-7bef-43eb-91f0-927336a1714f" providerId="ADAL" clId="{77769F15-7ACC-47C1-B74F-CF5E24910F6F}" dt="2022-11-23T14:13:55.599" v="350" actId="790"/>
          <ac:spMkLst>
            <pc:docMk/>
            <pc:sldMk cId="1946802598" sldId="9108"/>
            <ac:spMk id="86" creationId="{188FA758-0A84-4126-B79C-D4390E15C42A}"/>
          </ac:spMkLst>
        </pc:spChg>
        <pc:spChg chg="mod">
          <ac:chgData name="Macher, Andreas (DI FA CTR PLC PPM)" userId="f1dcac62-7bef-43eb-91f0-927336a1714f" providerId="ADAL" clId="{77769F15-7ACC-47C1-B74F-CF5E24910F6F}" dt="2022-11-23T14:13:55.599" v="350" actId="790"/>
          <ac:spMkLst>
            <pc:docMk/>
            <pc:sldMk cId="1946802598" sldId="9108"/>
            <ac:spMk id="87" creationId="{16BFC083-394A-4E99-9FEC-B09CD5355C8B}"/>
          </ac:spMkLst>
        </pc:spChg>
        <pc:spChg chg="mod">
          <ac:chgData name="Macher, Andreas (DI FA CTR PLC PPM)" userId="f1dcac62-7bef-43eb-91f0-927336a1714f" providerId="ADAL" clId="{77769F15-7ACC-47C1-B74F-CF5E24910F6F}" dt="2022-11-23T14:13:55.599" v="350" actId="790"/>
          <ac:spMkLst>
            <pc:docMk/>
            <pc:sldMk cId="1946802598" sldId="9108"/>
            <ac:spMk id="88" creationId="{00000000-0000-0000-0000-000000000000}"/>
          </ac:spMkLst>
        </pc:spChg>
        <pc:spChg chg="mod">
          <ac:chgData name="Macher, Andreas (DI FA CTR PLC PPM)" userId="f1dcac62-7bef-43eb-91f0-927336a1714f" providerId="ADAL" clId="{77769F15-7ACC-47C1-B74F-CF5E24910F6F}" dt="2022-11-23T14:13:55.599" v="350" actId="790"/>
          <ac:spMkLst>
            <pc:docMk/>
            <pc:sldMk cId="1946802598" sldId="9108"/>
            <ac:spMk id="90" creationId="{BDE1B4A4-9333-4F2B-A554-5AF884B791B1}"/>
          </ac:spMkLst>
        </pc:spChg>
        <pc:spChg chg="mod">
          <ac:chgData name="Macher, Andreas (DI FA CTR PLC PPM)" userId="f1dcac62-7bef-43eb-91f0-927336a1714f" providerId="ADAL" clId="{77769F15-7ACC-47C1-B74F-CF5E24910F6F}" dt="2022-11-23T14:13:55.599" v="350" actId="790"/>
          <ac:spMkLst>
            <pc:docMk/>
            <pc:sldMk cId="1946802598" sldId="9108"/>
            <ac:spMk id="91" creationId="{D5572283-B299-4D08-9242-BF4BC53A188C}"/>
          </ac:spMkLst>
        </pc:spChg>
        <pc:spChg chg="mod">
          <ac:chgData name="Macher, Andreas (DI FA CTR PLC PPM)" userId="f1dcac62-7bef-43eb-91f0-927336a1714f" providerId="ADAL" clId="{77769F15-7ACC-47C1-B74F-CF5E24910F6F}" dt="2022-11-23T14:13:55.599" v="350" actId="790"/>
          <ac:spMkLst>
            <pc:docMk/>
            <pc:sldMk cId="1946802598" sldId="9108"/>
            <ac:spMk id="92" creationId="{ED048B88-87F1-46E0-87AE-734D8BA6A832}"/>
          </ac:spMkLst>
        </pc:spChg>
        <pc:spChg chg="mod">
          <ac:chgData name="Macher, Andreas (DI FA CTR PLC PPM)" userId="f1dcac62-7bef-43eb-91f0-927336a1714f" providerId="ADAL" clId="{77769F15-7ACC-47C1-B74F-CF5E24910F6F}" dt="2022-11-23T14:13:55.599" v="350" actId="790"/>
          <ac:spMkLst>
            <pc:docMk/>
            <pc:sldMk cId="1946802598" sldId="9108"/>
            <ac:spMk id="98" creationId="{00000000-0000-0000-0000-000000000000}"/>
          </ac:spMkLst>
        </pc:spChg>
        <pc:spChg chg="mod">
          <ac:chgData name="Macher, Andreas (DI FA CTR PLC PPM)" userId="f1dcac62-7bef-43eb-91f0-927336a1714f" providerId="ADAL" clId="{77769F15-7ACC-47C1-B74F-CF5E24910F6F}" dt="2022-11-23T14:13:55.599" v="350" actId="790"/>
          <ac:spMkLst>
            <pc:docMk/>
            <pc:sldMk cId="1946802598" sldId="9108"/>
            <ac:spMk id="104" creationId="{B9F8E643-3FE6-423F-A3AC-39C42C78B9A6}"/>
          </ac:spMkLst>
        </pc:spChg>
        <pc:spChg chg="mod">
          <ac:chgData name="Macher, Andreas (DI FA CTR PLC PPM)" userId="f1dcac62-7bef-43eb-91f0-927336a1714f" providerId="ADAL" clId="{77769F15-7ACC-47C1-B74F-CF5E24910F6F}" dt="2022-11-23T14:13:55.599" v="350" actId="790"/>
          <ac:spMkLst>
            <pc:docMk/>
            <pc:sldMk cId="1946802598" sldId="9108"/>
            <ac:spMk id="105" creationId="{4F5D554B-7679-45FD-9363-8AC45960B3FB}"/>
          </ac:spMkLst>
        </pc:spChg>
        <pc:spChg chg="mod">
          <ac:chgData name="Macher, Andreas (DI FA CTR PLC PPM)" userId="f1dcac62-7bef-43eb-91f0-927336a1714f" providerId="ADAL" clId="{77769F15-7ACC-47C1-B74F-CF5E24910F6F}" dt="2022-11-23T14:13:55.599" v="350" actId="790"/>
          <ac:spMkLst>
            <pc:docMk/>
            <pc:sldMk cId="1946802598" sldId="9108"/>
            <ac:spMk id="115" creationId="{39F32EEE-EB2E-4C8D-BB33-CB91CCAFA9D5}"/>
          </ac:spMkLst>
        </pc:spChg>
        <pc:spChg chg="mod">
          <ac:chgData name="Macher, Andreas (DI FA CTR PLC PPM)" userId="f1dcac62-7bef-43eb-91f0-927336a1714f" providerId="ADAL" clId="{77769F15-7ACC-47C1-B74F-CF5E24910F6F}" dt="2022-11-23T14:13:55.599" v="350" actId="790"/>
          <ac:spMkLst>
            <pc:docMk/>
            <pc:sldMk cId="1946802598" sldId="9108"/>
            <ac:spMk id="116" creationId="{FE8497EF-4BF5-45E4-96D6-1244811D0FD2}"/>
          </ac:spMkLst>
        </pc:spChg>
        <pc:spChg chg="mod">
          <ac:chgData name="Macher, Andreas (DI FA CTR PLC PPM)" userId="f1dcac62-7bef-43eb-91f0-927336a1714f" providerId="ADAL" clId="{77769F15-7ACC-47C1-B74F-CF5E24910F6F}" dt="2022-11-23T14:13:55.599" v="350" actId="790"/>
          <ac:spMkLst>
            <pc:docMk/>
            <pc:sldMk cId="1946802598" sldId="9108"/>
            <ac:spMk id="124" creationId="{D7CF23C8-1029-430B-9E85-709F4562AF59}"/>
          </ac:spMkLst>
        </pc:spChg>
        <pc:spChg chg="mod">
          <ac:chgData name="Macher, Andreas (DI FA CTR PLC PPM)" userId="f1dcac62-7bef-43eb-91f0-927336a1714f" providerId="ADAL" clId="{77769F15-7ACC-47C1-B74F-CF5E24910F6F}" dt="2022-11-23T14:13:55.599" v="350" actId="790"/>
          <ac:spMkLst>
            <pc:docMk/>
            <pc:sldMk cId="1946802598" sldId="9108"/>
            <ac:spMk id="126" creationId="{C1563ACC-8C36-4AC1-87BF-25E4B0E0834C}"/>
          </ac:spMkLst>
        </pc:spChg>
        <pc:spChg chg="mod">
          <ac:chgData name="Macher, Andreas (DI FA CTR PLC PPM)" userId="f1dcac62-7bef-43eb-91f0-927336a1714f" providerId="ADAL" clId="{77769F15-7ACC-47C1-B74F-CF5E24910F6F}" dt="2022-11-23T14:13:55.599" v="350" actId="790"/>
          <ac:spMkLst>
            <pc:docMk/>
            <pc:sldMk cId="1946802598" sldId="9108"/>
            <ac:spMk id="127" creationId="{4DAD9A84-42A4-4BE2-86E5-3212F7A6675C}"/>
          </ac:spMkLst>
        </pc:spChg>
        <pc:spChg chg="mod">
          <ac:chgData name="Macher, Andreas (DI FA CTR PLC PPM)" userId="f1dcac62-7bef-43eb-91f0-927336a1714f" providerId="ADAL" clId="{77769F15-7ACC-47C1-B74F-CF5E24910F6F}" dt="2022-11-23T14:13:55.599" v="350" actId="790"/>
          <ac:spMkLst>
            <pc:docMk/>
            <pc:sldMk cId="1946802598" sldId="9108"/>
            <ac:spMk id="131" creationId="{80860E14-C53A-4443-B5B7-BF9A9038083C}"/>
          </ac:spMkLst>
        </pc:spChg>
        <pc:spChg chg="mod">
          <ac:chgData name="Macher, Andreas (DI FA CTR PLC PPM)" userId="f1dcac62-7bef-43eb-91f0-927336a1714f" providerId="ADAL" clId="{77769F15-7ACC-47C1-B74F-CF5E24910F6F}" dt="2022-11-23T14:13:55.599" v="350" actId="790"/>
          <ac:spMkLst>
            <pc:docMk/>
            <pc:sldMk cId="1946802598" sldId="9108"/>
            <ac:spMk id="132" creationId="{D03FFEE5-0DF3-40A8-8C98-4EF3092136B0}"/>
          </ac:spMkLst>
        </pc:spChg>
        <pc:spChg chg="mod">
          <ac:chgData name="Macher, Andreas (DI FA CTR PLC PPM)" userId="f1dcac62-7bef-43eb-91f0-927336a1714f" providerId="ADAL" clId="{77769F15-7ACC-47C1-B74F-CF5E24910F6F}" dt="2022-11-23T14:13:55.599" v="350" actId="790"/>
          <ac:spMkLst>
            <pc:docMk/>
            <pc:sldMk cId="1946802598" sldId="9108"/>
            <ac:spMk id="139" creationId="{21C6D1BC-3F95-4798-BB50-F68F7610CBD2}"/>
          </ac:spMkLst>
        </pc:spChg>
        <pc:spChg chg="mod">
          <ac:chgData name="Macher, Andreas (DI FA CTR PLC PPM)" userId="f1dcac62-7bef-43eb-91f0-927336a1714f" providerId="ADAL" clId="{77769F15-7ACC-47C1-B74F-CF5E24910F6F}" dt="2022-11-23T14:13:55.599" v="350" actId="790"/>
          <ac:spMkLst>
            <pc:docMk/>
            <pc:sldMk cId="1946802598" sldId="9108"/>
            <ac:spMk id="140" creationId="{C6AC3186-F45A-4088-A69D-1DABB489DC9E}"/>
          </ac:spMkLst>
        </pc:spChg>
        <pc:spChg chg="mod">
          <ac:chgData name="Macher, Andreas (DI FA CTR PLC PPM)" userId="f1dcac62-7bef-43eb-91f0-927336a1714f" providerId="ADAL" clId="{77769F15-7ACC-47C1-B74F-CF5E24910F6F}" dt="2022-11-23T14:13:55.599" v="350" actId="790"/>
          <ac:spMkLst>
            <pc:docMk/>
            <pc:sldMk cId="1946802598" sldId="9108"/>
            <ac:spMk id="146" creationId="{BFB94833-4886-42E4-9B17-DFD9CDC2D068}"/>
          </ac:spMkLst>
        </pc:spChg>
        <pc:spChg chg="mod">
          <ac:chgData name="Macher, Andreas (DI FA CTR PLC PPM)" userId="f1dcac62-7bef-43eb-91f0-927336a1714f" providerId="ADAL" clId="{77769F15-7ACC-47C1-B74F-CF5E24910F6F}" dt="2022-11-23T14:13:55.599" v="350" actId="790"/>
          <ac:spMkLst>
            <pc:docMk/>
            <pc:sldMk cId="1946802598" sldId="9108"/>
            <ac:spMk id="148" creationId="{DF944B1F-5C2A-466E-9326-D2339407CDD2}"/>
          </ac:spMkLst>
        </pc:spChg>
        <pc:spChg chg="mod">
          <ac:chgData name="Macher, Andreas (DI FA CTR PLC PPM)" userId="f1dcac62-7bef-43eb-91f0-927336a1714f" providerId="ADAL" clId="{77769F15-7ACC-47C1-B74F-CF5E24910F6F}" dt="2022-11-23T14:13:55.599" v="350" actId="790"/>
          <ac:spMkLst>
            <pc:docMk/>
            <pc:sldMk cId="1946802598" sldId="9108"/>
            <ac:spMk id="149" creationId="{4955E28C-F81F-4F28-A042-C8E672BEFBA5}"/>
          </ac:spMkLst>
        </pc:spChg>
        <pc:spChg chg="mod">
          <ac:chgData name="Macher, Andreas (DI FA CTR PLC PPM)" userId="f1dcac62-7bef-43eb-91f0-927336a1714f" providerId="ADAL" clId="{77769F15-7ACC-47C1-B74F-CF5E24910F6F}" dt="2022-11-23T14:13:55.599" v="350" actId="790"/>
          <ac:spMkLst>
            <pc:docMk/>
            <pc:sldMk cId="1946802598" sldId="9108"/>
            <ac:spMk id="150" creationId="{01E013D0-A33A-4DBF-96EC-8AF59A6D9D1A}"/>
          </ac:spMkLst>
        </pc:spChg>
        <pc:spChg chg="mod">
          <ac:chgData name="Macher, Andreas (DI FA CTR PLC PPM)" userId="f1dcac62-7bef-43eb-91f0-927336a1714f" providerId="ADAL" clId="{77769F15-7ACC-47C1-B74F-CF5E24910F6F}" dt="2022-11-23T14:13:55.599" v="350" actId="790"/>
          <ac:spMkLst>
            <pc:docMk/>
            <pc:sldMk cId="1946802598" sldId="9108"/>
            <ac:spMk id="151" creationId="{76E248DB-4F64-448F-98BD-1615134E9305}"/>
          </ac:spMkLst>
        </pc:spChg>
        <pc:spChg chg="mod">
          <ac:chgData name="Macher, Andreas (DI FA CTR PLC PPM)" userId="f1dcac62-7bef-43eb-91f0-927336a1714f" providerId="ADAL" clId="{77769F15-7ACC-47C1-B74F-CF5E24910F6F}" dt="2022-11-23T14:13:55.599" v="350" actId="790"/>
          <ac:spMkLst>
            <pc:docMk/>
            <pc:sldMk cId="1946802598" sldId="9108"/>
            <ac:spMk id="155" creationId="{EE1321D0-F6A3-4726-8989-FA42F12A2218}"/>
          </ac:spMkLst>
        </pc:spChg>
        <pc:spChg chg="mod">
          <ac:chgData name="Macher, Andreas (DI FA CTR PLC PPM)" userId="f1dcac62-7bef-43eb-91f0-927336a1714f" providerId="ADAL" clId="{77769F15-7ACC-47C1-B74F-CF5E24910F6F}" dt="2022-11-23T14:13:55.599" v="350" actId="790"/>
          <ac:spMkLst>
            <pc:docMk/>
            <pc:sldMk cId="1946802598" sldId="9108"/>
            <ac:spMk id="156" creationId="{C9F55640-3EAA-4D05-BD92-C74F8FA51031}"/>
          </ac:spMkLst>
        </pc:spChg>
        <pc:spChg chg="mod">
          <ac:chgData name="Macher, Andreas (DI FA CTR PLC PPM)" userId="f1dcac62-7bef-43eb-91f0-927336a1714f" providerId="ADAL" clId="{77769F15-7ACC-47C1-B74F-CF5E24910F6F}" dt="2022-11-23T14:13:55.599" v="350" actId="790"/>
          <ac:spMkLst>
            <pc:docMk/>
            <pc:sldMk cId="1946802598" sldId="9108"/>
            <ac:spMk id="157" creationId="{5B506BDE-FCDA-41A1-B3CA-900AF23BBD3E}"/>
          </ac:spMkLst>
        </pc:spChg>
        <pc:spChg chg="mod">
          <ac:chgData name="Macher, Andreas (DI FA CTR PLC PPM)" userId="f1dcac62-7bef-43eb-91f0-927336a1714f" providerId="ADAL" clId="{77769F15-7ACC-47C1-B74F-CF5E24910F6F}" dt="2022-11-23T14:13:55.599" v="350" actId="790"/>
          <ac:spMkLst>
            <pc:docMk/>
            <pc:sldMk cId="1946802598" sldId="9108"/>
            <ac:spMk id="158" creationId="{EA302026-919A-45B7-8BEB-B7F25510534B}"/>
          </ac:spMkLst>
        </pc:spChg>
      </pc:sldChg>
      <pc:sldChg chg="modSp mod">
        <pc:chgData name="Macher, Andreas (DI FA CTR PLC PPM)" userId="f1dcac62-7bef-43eb-91f0-927336a1714f" providerId="ADAL" clId="{77769F15-7ACC-47C1-B74F-CF5E24910F6F}" dt="2022-11-23T14:14:08.862" v="351" actId="790"/>
        <pc:sldMkLst>
          <pc:docMk/>
          <pc:sldMk cId="1932148143" sldId="9109"/>
        </pc:sldMkLst>
        <pc:spChg chg="mod">
          <ac:chgData name="Macher, Andreas (DI FA CTR PLC PPM)" userId="f1dcac62-7bef-43eb-91f0-927336a1714f" providerId="ADAL" clId="{77769F15-7ACC-47C1-B74F-CF5E24910F6F}" dt="2022-11-23T14:14:08.862" v="351" actId="790"/>
          <ac:spMkLst>
            <pc:docMk/>
            <pc:sldMk cId="1932148143" sldId="9109"/>
            <ac:spMk id="2" creationId="{F53D8DE7-59D9-45CD-A489-CC468BD2F3CF}"/>
          </ac:spMkLst>
        </pc:spChg>
        <pc:spChg chg="mod">
          <ac:chgData name="Macher, Andreas (DI FA CTR PLC PPM)" userId="f1dcac62-7bef-43eb-91f0-927336a1714f" providerId="ADAL" clId="{77769F15-7ACC-47C1-B74F-CF5E24910F6F}" dt="2022-11-23T14:14:08.862" v="351" actId="790"/>
          <ac:spMkLst>
            <pc:docMk/>
            <pc:sldMk cId="1932148143" sldId="9109"/>
            <ac:spMk id="3" creationId="{1D113527-95B6-419D-8728-97DBF5807A66}"/>
          </ac:spMkLst>
        </pc:spChg>
        <pc:spChg chg="mod">
          <ac:chgData name="Macher, Andreas (DI FA CTR PLC PPM)" userId="f1dcac62-7bef-43eb-91f0-927336a1714f" providerId="ADAL" clId="{77769F15-7ACC-47C1-B74F-CF5E24910F6F}" dt="2022-11-23T14:14:08.862" v="351" actId="790"/>
          <ac:spMkLst>
            <pc:docMk/>
            <pc:sldMk cId="1932148143" sldId="9109"/>
            <ac:spMk id="4" creationId="{A645F354-40D6-4D3D-BA93-7A74F09635B4}"/>
          </ac:spMkLst>
        </pc:spChg>
      </pc:sldChg>
      <pc:sldChg chg="modSp mod">
        <pc:chgData name="Macher, Andreas (DI FA CTR PLC PPM)" userId="f1dcac62-7bef-43eb-91f0-927336a1714f" providerId="ADAL" clId="{77769F15-7ACC-47C1-B74F-CF5E24910F6F}" dt="2022-11-23T14:42:14.196" v="445" actId="790"/>
        <pc:sldMkLst>
          <pc:docMk/>
          <pc:sldMk cId="111665078" sldId="9110"/>
        </pc:sldMkLst>
        <pc:spChg chg="mod">
          <ac:chgData name="Macher, Andreas (DI FA CTR PLC PPM)" userId="f1dcac62-7bef-43eb-91f0-927336a1714f" providerId="ADAL" clId="{77769F15-7ACC-47C1-B74F-CF5E24910F6F}" dt="2022-11-23T14:42:14.196" v="445" actId="790"/>
          <ac:spMkLst>
            <pc:docMk/>
            <pc:sldMk cId="111665078" sldId="9110"/>
            <ac:spMk id="2" creationId="{412127C7-E09C-4465-B722-C40C39DCC465}"/>
          </ac:spMkLst>
        </pc:spChg>
        <pc:spChg chg="mod">
          <ac:chgData name="Macher, Andreas (DI FA CTR PLC PPM)" userId="f1dcac62-7bef-43eb-91f0-927336a1714f" providerId="ADAL" clId="{77769F15-7ACC-47C1-B74F-CF5E24910F6F}" dt="2022-11-23T14:42:14.196" v="445" actId="790"/>
          <ac:spMkLst>
            <pc:docMk/>
            <pc:sldMk cId="111665078" sldId="9110"/>
            <ac:spMk id="3" creationId="{E05AAA57-A93D-4F12-AB88-90D4656645E7}"/>
          </ac:spMkLst>
        </pc:spChg>
        <pc:spChg chg="mod">
          <ac:chgData name="Macher, Andreas (DI FA CTR PLC PPM)" userId="f1dcac62-7bef-43eb-91f0-927336a1714f" providerId="ADAL" clId="{77769F15-7ACC-47C1-B74F-CF5E24910F6F}" dt="2022-11-23T14:42:14.196" v="445" actId="790"/>
          <ac:spMkLst>
            <pc:docMk/>
            <pc:sldMk cId="111665078" sldId="9110"/>
            <ac:spMk id="4" creationId="{A645F354-40D6-4D3D-BA93-7A74F09635B4}"/>
          </ac:spMkLst>
        </pc:spChg>
      </pc:sldChg>
      <pc:sldChg chg="modSp mod">
        <pc:chgData name="Macher, Andreas (DI FA CTR PLC PPM)" userId="f1dcac62-7bef-43eb-91f0-927336a1714f" providerId="ADAL" clId="{77769F15-7ACC-47C1-B74F-CF5E24910F6F}" dt="2022-11-24T09:28:33.506" v="1196" actId="20577"/>
        <pc:sldMkLst>
          <pc:docMk/>
          <pc:sldMk cId="237798392" sldId="9111"/>
        </pc:sldMkLst>
        <pc:spChg chg="mod">
          <ac:chgData name="Macher, Andreas (DI FA CTR PLC PPM)" userId="f1dcac62-7bef-43eb-91f0-927336a1714f" providerId="ADAL" clId="{77769F15-7ACC-47C1-B74F-CF5E24910F6F}" dt="2022-11-23T14:04:45.074" v="332"/>
          <ac:spMkLst>
            <pc:docMk/>
            <pc:sldMk cId="237798392" sldId="9111"/>
            <ac:spMk id="4" creationId="{4D796605-74A7-4258-841E-D43D8E5FDAC3}"/>
          </ac:spMkLst>
        </pc:spChg>
        <pc:spChg chg="mod">
          <ac:chgData name="Macher, Andreas (DI FA CTR PLC PPM)" userId="f1dcac62-7bef-43eb-91f0-927336a1714f" providerId="ADAL" clId="{77769F15-7ACC-47C1-B74F-CF5E24910F6F}" dt="2022-11-24T09:28:33.506" v="1196" actId="20577"/>
          <ac:spMkLst>
            <pc:docMk/>
            <pc:sldMk cId="237798392" sldId="9111"/>
            <ac:spMk id="93" creationId="{FBE22977-0374-4821-8315-90B9967C29A5}"/>
          </ac:spMkLst>
        </pc:spChg>
      </pc:sldChg>
      <pc:sldChg chg="modSp mod">
        <pc:chgData name="Macher, Andreas (DI FA CTR PLC PPM)" userId="f1dcac62-7bef-43eb-91f0-927336a1714f" providerId="ADAL" clId="{77769F15-7ACC-47C1-B74F-CF5E24910F6F}" dt="2022-11-23T14:55:24.295" v="614" actId="207"/>
        <pc:sldMkLst>
          <pc:docMk/>
          <pc:sldMk cId="1763449856" sldId="9112"/>
        </pc:sldMkLst>
        <pc:spChg chg="mod">
          <ac:chgData name="Macher, Andreas (DI FA CTR PLC PPM)" userId="f1dcac62-7bef-43eb-91f0-927336a1714f" providerId="ADAL" clId="{77769F15-7ACC-47C1-B74F-CF5E24910F6F}" dt="2022-11-23T14:55:15.749" v="613" actId="790"/>
          <ac:spMkLst>
            <pc:docMk/>
            <pc:sldMk cId="1763449856" sldId="9112"/>
            <ac:spMk id="2" creationId="{C488934C-F390-4DE6-9152-576DD26E1F1D}"/>
          </ac:spMkLst>
        </pc:spChg>
        <pc:spChg chg="mod">
          <ac:chgData name="Macher, Andreas (DI FA CTR PLC PPM)" userId="f1dcac62-7bef-43eb-91f0-927336a1714f" providerId="ADAL" clId="{77769F15-7ACC-47C1-B74F-CF5E24910F6F}" dt="2022-11-23T14:55:15.749" v="613" actId="790"/>
          <ac:spMkLst>
            <pc:docMk/>
            <pc:sldMk cId="1763449856" sldId="9112"/>
            <ac:spMk id="3" creationId="{DC67D8DB-77B1-4BC0-8B35-9BB21AD59DFC}"/>
          </ac:spMkLst>
        </pc:spChg>
        <pc:spChg chg="mod">
          <ac:chgData name="Macher, Andreas (DI FA CTR PLC PPM)" userId="f1dcac62-7bef-43eb-91f0-927336a1714f" providerId="ADAL" clId="{77769F15-7ACC-47C1-B74F-CF5E24910F6F}" dt="2022-11-23T14:55:15.749" v="613" actId="790"/>
          <ac:spMkLst>
            <pc:docMk/>
            <pc:sldMk cId="1763449856" sldId="9112"/>
            <ac:spMk id="11" creationId="{E13A7BF1-0EF3-48C9-8720-81C16226DF41}"/>
          </ac:spMkLst>
        </pc:spChg>
        <pc:spChg chg="mod">
          <ac:chgData name="Macher, Andreas (DI FA CTR PLC PPM)" userId="f1dcac62-7bef-43eb-91f0-927336a1714f" providerId="ADAL" clId="{77769F15-7ACC-47C1-B74F-CF5E24910F6F}" dt="2022-11-23T14:55:24.295" v="614" actId="207"/>
          <ac:spMkLst>
            <pc:docMk/>
            <pc:sldMk cId="1763449856" sldId="9112"/>
            <ac:spMk id="22" creationId="{AF23018A-21A8-4945-9DCF-C2BEEDD68114}"/>
          </ac:spMkLst>
        </pc:spChg>
        <pc:spChg chg="mod">
          <ac:chgData name="Macher, Andreas (DI FA CTR PLC PPM)" userId="f1dcac62-7bef-43eb-91f0-927336a1714f" providerId="ADAL" clId="{77769F15-7ACC-47C1-B74F-CF5E24910F6F}" dt="2022-11-23T14:55:15.749" v="613" actId="790"/>
          <ac:spMkLst>
            <pc:docMk/>
            <pc:sldMk cId="1763449856" sldId="9112"/>
            <ac:spMk id="42" creationId="{F3F1772F-CA40-4F57-913E-934D9125E52A}"/>
          </ac:spMkLst>
        </pc:spChg>
        <pc:spChg chg="mod">
          <ac:chgData name="Macher, Andreas (DI FA CTR PLC PPM)" userId="f1dcac62-7bef-43eb-91f0-927336a1714f" providerId="ADAL" clId="{77769F15-7ACC-47C1-B74F-CF5E24910F6F}" dt="2022-11-23T14:55:15.749" v="613" actId="790"/>
          <ac:spMkLst>
            <pc:docMk/>
            <pc:sldMk cId="1763449856" sldId="9112"/>
            <ac:spMk id="112" creationId="{624207D0-BA5D-498A-B02A-797C3E7852FB}"/>
          </ac:spMkLst>
        </pc:spChg>
        <pc:spChg chg="mod">
          <ac:chgData name="Macher, Andreas (DI FA CTR PLC PPM)" userId="f1dcac62-7bef-43eb-91f0-927336a1714f" providerId="ADAL" clId="{77769F15-7ACC-47C1-B74F-CF5E24910F6F}" dt="2022-11-23T14:55:15.749" v="613" actId="790"/>
          <ac:spMkLst>
            <pc:docMk/>
            <pc:sldMk cId="1763449856" sldId="9112"/>
            <ac:spMk id="113" creationId="{840A79F4-9A3A-4F9B-A597-A46F86CE3AEC}"/>
          </ac:spMkLst>
        </pc:spChg>
        <pc:spChg chg="mod">
          <ac:chgData name="Macher, Andreas (DI FA CTR PLC PPM)" userId="f1dcac62-7bef-43eb-91f0-927336a1714f" providerId="ADAL" clId="{77769F15-7ACC-47C1-B74F-CF5E24910F6F}" dt="2022-11-23T14:55:15.749" v="613" actId="790"/>
          <ac:spMkLst>
            <pc:docMk/>
            <pc:sldMk cId="1763449856" sldId="9112"/>
            <ac:spMk id="114" creationId="{DD504AA9-A31C-4548-9013-D9335E0D2530}"/>
          </ac:spMkLst>
        </pc:spChg>
        <pc:spChg chg="mod">
          <ac:chgData name="Macher, Andreas (DI FA CTR PLC PPM)" userId="f1dcac62-7bef-43eb-91f0-927336a1714f" providerId="ADAL" clId="{77769F15-7ACC-47C1-B74F-CF5E24910F6F}" dt="2022-11-23T14:55:15.749" v="613" actId="790"/>
          <ac:spMkLst>
            <pc:docMk/>
            <pc:sldMk cId="1763449856" sldId="9112"/>
            <ac:spMk id="115" creationId="{E67A3214-295C-40E8-AFFC-381EED9FCD55}"/>
          </ac:spMkLst>
        </pc:spChg>
        <pc:spChg chg="mod">
          <ac:chgData name="Macher, Andreas (DI FA CTR PLC PPM)" userId="f1dcac62-7bef-43eb-91f0-927336a1714f" providerId="ADAL" clId="{77769F15-7ACC-47C1-B74F-CF5E24910F6F}" dt="2022-11-23T14:55:15.749" v="613" actId="790"/>
          <ac:spMkLst>
            <pc:docMk/>
            <pc:sldMk cId="1763449856" sldId="9112"/>
            <ac:spMk id="116" creationId="{9C0F165B-165D-4745-A0C5-99027DCC017C}"/>
          </ac:spMkLst>
        </pc:spChg>
        <pc:spChg chg="mod">
          <ac:chgData name="Macher, Andreas (DI FA CTR PLC PPM)" userId="f1dcac62-7bef-43eb-91f0-927336a1714f" providerId="ADAL" clId="{77769F15-7ACC-47C1-B74F-CF5E24910F6F}" dt="2022-11-23T14:55:15.749" v="613" actId="790"/>
          <ac:spMkLst>
            <pc:docMk/>
            <pc:sldMk cId="1763449856" sldId="9112"/>
            <ac:spMk id="117" creationId="{0DF3989B-78DD-4FC0-82AE-5D1010C69AB4}"/>
          </ac:spMkLst>
        </pc:spChg>
        <pc:spChg chg="mod">
          <ac:chgData name="Macher, Andreas (DI FA CTR PLC PPM)" userId="f1dcac62-7bef-43eb-91f0-927336a1714f" providerId="ADAL" clId="{77769F15-7ACC-47C1-B74F-CF5E24910F6F}" dt="2022-11-23T14:55:15.749" v="613" actId="790"/>
          <ac:spMkLst>
            <pc:docMk/>
            <pc:sldMk cId="1763449856" sldId="9112"/>
            <ac:spMk id="122" creationId="{B5AA8317-C1F4-4F27-A495-3F4570C0CF01}"/>
          </ac:spMkLst>
        </pc:spChg>
        <pc:spChg chg="mod">
          <ac:chgData name="Macher, Andreas (DI FA CTR PLC PPM)" userId="f1dcac62-7bef-43eb-91f0-927336a1714f" providerId="ADAL" clId="{77769F15-7ACC-47C1-B74F-CF5E24910F6F}" dt="2022-11-23T14:55:15.749" v="613" actId="790"/>
          <ac:spMkLst>
            <pc:docMk/>
            <pc:sldMk cId="1763449856" sldId="9112"/>
            <ac:spMk id="123" creationId="{2D8C0090-F023-4D31-AAF9-831E5B2A29DD}"/>
          </ac:spMkLst>
        </pc:spChg>
        <pc:spChg chg="mod">
          <ac:chgData name="Macher, Andreas (DI FA CTR PLC PPM)" userId="f1dcac62-7bef-43eb-91f0-927336a1714f" providerId="ADAL" clId="{77769F15-7ACC-47C1-B74F-CF5E24910F6F}" dt="2022-11-23T14:55:15.749" v="613" actId="790"/>
          <ac:spMkLst>
            <pc:docMk/>
            <pc:sldMk cId="1763449856" sldId="9112"/>
            <ac:spMk id="124" creationId="{E536B9D3-4360-4874-97BC-FA1CDB8AFC89}"/>
          </ac:spMkLst>
        </pc:spChg>
      </pc:sldChg>
      <pc:sldChg chg="modSp mod">
        <pc:chgData name="Macher, Andreas (DI FA CTR PLC PPM)" userId="f1dcac62-7bef-43eb-91f0-927336a1714f" providerId="ADAL" clId="{77769F15-7ACC-47C1-B74F-CF5E24910F6F}" dt="2022-11-24T09:29:07.300" v="1230" actId="2"/>
        <pc:sldMkLst>
          <pc:docMk/>
          <pc:sldMk cId="3876607279" sldId="9113"/>
        </pc:sldMkLst>
        <pc:spChg chg="mod">
          <ac:chgData name="Macher, Andreas (DI FA CTR PLC PPM)" userId="f1dcac62-7bef-43eb-91f0-927336a1714f" providerId="ADAL" clId="{77769F15-7ACC-47C1-B74F-CF5E24910F6F}" dt="2022-11-24T09:02:47.025" v="780" actId="790"/>
          <ac:spMkLst>
            <pc:docMk/>
            <pc:sldMk cId="3876607279" sldId="9113"/>
            <ac:spMk id="3" creationId="{7D154929-9D5F-4F0E-951D-F74D0205BCFC}"/>
          </ac:spMkLst>
        </pc:spChg>
        <pc:spChg chg="mod">
          <ac:chgData name="Macher, Andreas (DI FA CTR PLC PPM)" userId="f1dcac62-7bef-43eb-91f0-927336a1714f" providerId="ADAL" clId="{77769F15-7ACC-47C1-B74F-CF5E24910F6F}" dt="2022-11-24T09:02:47.025" v="780" actId="790"/>
          <ac:spMkLst>
            <pc:docMk/>
            <pc:sldMk cId="3876607279" sldId="9113"/>
            <ac:spMk id="4" creationId="{00000000-0000-0000-0000-000000000000}"/>
          </ac:spMkLst>
        </pc:spChg>
        <pc:graphicFrameChg chg="modGraphic">
          <ac:chgData name="Macher, Andreas (DI FA CTR PLC PPM)" userId="f1dcac62-7bef-43eb-91f0-927336a1714f" providerId="ADAL" clId="{77769F15-7ACC-47C1-B74F-CF5E24910F6F}" dt="2022-11-24T09:29:07.300" v="1230" actId="2"/>
          <ac:graphicFrameMkLst>
            <pc:docMk/>
            <pc:sldMk cId="3876607279" sldId="9113"/>
            <ac:graphicFrameMk id="9" creationId="{00000000-0000-0000-0000-000000000000}"/>
          </ac:graphicFrameMkLst>
        </pc:graphicFrameChg>
      </pc:sldChg>
      <pc:sldChg chg="modSp mod">
        <pc:chgData name="Macher, Andreas (DI FA CTR PLC PPM)" userId="f1dcac62-7bef-43eb-91f0-927336a1714f" providerId="ADAL" clId="{77769F15-7ACC-47C1-B74F-CF5E24910F6F}" dt="2022-11-24T09:09:19.342" v="887" actId="20577"/>
        <pc:sldMkLst>
          <pc:docMk/>
          <pc:sldMk cId="1218739668" sldId="9114"/>
        </pc:sldMkLst>
        <pc:spChg chg="mod">
          <ac:chgData name="Macher, Andreas (DI FA CTR PLC PPM)" userId="f1dcac62-7bef-43eb-91f0-927336a1714f" providerId="ADAL" clId="{77769F15-7ACC-47C1-B74F-CF5E24910F6F}" dt="2022-11-23T14:04:45.074" v="332"/>
          <ac:spMkLst>
            <pc:docMk/>
            <pc:sldMk cId="1218739668" sldId="9114"/>
            <ac:spMk id="2" creationId="{ED8B2D1D-4D5E-4D13-BDCE-7BD07800F483}"/>
          </ac:spMkLst>
        </pc:spChg>
        <pc:spChg chg="mod">
          <ac:chgData name="Macher, Andreas (DI FA CTR PLC PPM)" userId="f1dcac62-7bef-43eb-91f0-927336a1714f" providerId="ADAL" clId="{77769F15-7ACC-47C1-B74F-CF5E24910F6F}" dt="2022-11-24T09:07:16.252" v="837" actId="20577"/>
          <ac:spMkLst>
            <pc:docMk/>
            <pc:sldMk cId="1218739668" sldId="9114"/>
            <ac:spMk id="5" creationId="{00000000-0000-0000-0000-000000000000}"/>
          </ac:spMkLst>
        </pc:spChg>
        <pc:spChg chg="mod">
          <ac:chgData name="Macher, Andreas (DI FA CTR PLC PPM)" userId="f1dcac62-7bef-43eb-91f0-927336a1714f" providerId="ADAL" clId="{77769F15-7ACC-47C1-B74F-CF5E24910F6F}" dt="2022-11-24T09:09:19.342" v="887" actId="20577"/>
          <ac:spMkLst>
            <pc:docMk/>
            <pc:sldMk cId="1218739668" sldId="9114"/>
            <ac:spMk id="22" creationId="{6C67A62B-CF95-4DD2-A8EC-8B8C88EF4BC0}"/>
          </ac:spMkLst>
        </pc:spChg>
      </pc:sldChg>
      <pc:sldChg chg="modSp mod">
        <pc:chgData name="Macher, Andreas (DI FA CTR PLC PPM)" userId="f1dcac62-7bef-43eb-91f0-927336a1714f" providerId="ADAL" clId="{77769F15-7ACC-47C1-B74F-CF5E24910F6F}" dt="2022-11-23T14:41:20.935" v="441" actId="790"/>
        <pc:sldMkLst>
          <pc:docMk/>
          <pc:sldMk cId="1429298440" sldId="9117"/>
        </pc:sldMkLst>
        <pc:spChg chg="mod">
          <ac:chgData name="Macher, Andreas (DI FA CTR PLC PPM)" userId="f1dcac62-7bef-43eb-91f0-927336a1714f" providerId="ADAL" clId="{77769F15-7ACC-47C1-B74F-CF5E24910F6F}" dt="2022-11-23T14:41:20.935" v="441" actId="790"/>
          <ac:spMkLst>
            <pc:docMk/>
            <pc:sldMk cId="1429298440" sldId="9117"/>
            <ac:spMk id="2" creationId="{412127C7-E09C-4465-B722-C40C39DCC465}"/>
          </ac:spMkLst>
        </pc:spChg>
        <pc:spChg chg="mod">
          <ac:chgData name="Macher, Andreas (DI FA CTR PLC PPM)" userId="f1dcac62-7bef-43eb-91f0-927336a1714f" providerId="ADAL" clId="{77769F15-7ACC-47C1-B74F-CF5E24910F6F}" dt="2022-11-23T14:41:20.935" v="441" actId="790"/>
          <ac:spMkLst>
            <pc:docMk/>
            <pc:sldMk cId="1429298440" sldId="9117"/>
            <ac:spMk id="3" creationId="{E05AAA57-A93D-4F12-AB88-90D4656645E7}"/>
          </ac:spMkLst>
        </pc:spChg>
        <pc:spChg chg="mod">
          <ac:chgData name="Macher, Andreas (DI FA CTR PLC PPM)" userId="f1dcac62-7bef-43eb-91f0-927336a1714f" providerId="ADAL" clId="{77769F15-7ACC-47C1-B74F-CF5E24910F6F}" dt="2022-11-23T14:41:20.935" v="441" actId="790"/>
          <ac:spMkLst>
            <pc:docMk/>
            <pc:sldMk cId="1429298440" sldId="9117"/>
            <ac:spMk id="4" creationId="{A645F354-40D6-4D3D-BA93-7A74F09635B4}"/>
          </ac:spMkLst>
        </pc:spChg>
      </pc:sldChg>
      <pc:sldChg chg="modSp mod">
        <pc:chgData name="Macher, Andreas (DI FA CTR PLC PPM)" userId="f1dcac62-7bef-43eb-91f0-927336a1714f" providerId="ADAL" clId="{77769F15-7ACC-47C1-B74F-CF5E24910F6F}" dt="2022-11-24T09:27:12.417" v="1172" actId="6549"/>
        <pc:sldMkLst>
          <pc:docMk/>
          <pc:sldMk cId="3438213007" sldId="9120"/>
        </pc:sldMkLst>
        <pc:spChg chg="mod">
          <ac:chgData name="Macher, Andreas (DI FA CTR PLC PPM)" userId="f1dcac62-7bef-43eb-91f0-927336a1714f" providerId="ADAL" clId="{77769F15-7ACC-47C1-B74F-CF5E24910F6F}" dt="2022-11-23T14:42:03.820" v="444" actId="790"/>
          <ac:spMkLst>
            <pc:docMk/>
            <pc:sldMk cId="3438213007" sldId="9120"/>
            <ac:spMk id="2" creationId="{385C3842-A9B9-ADE0-2EB9-CB9C5977DBD3}"/>
          </ac:spMkLst>
        </pc:spChg>
        <pc:spChg chg="mod">
          <ac:chgData name="Macher, Andreas (DI FA CTR PLC PPM)" userId="f1dcac62-7bef-43eb-91f0-927336a1714f" providerId="ADAL" clId="{77769F15-7ACC-47C1-B74F-CF5E24910F6F}" dt="2022-11-23T14:42:03.820" v="444" actId="790"/>
          <ac:spMkLst>
            <pc:docMk/>
            <pc:sldMk cId="3438213007" sldId="9120"/>
            <ac:spMk id="3" creationId="{BBDD9358-A1BB-FBEB-1913-29464048F539}"/>
          </ac:spMkLst>
        </pc:spChg>
        <pc:spChg chg="mod">
          <ac:chgData name="Macher, Andreas (DI FA CTR PLC PPM)" userId="f1dcac62-7bef-43eb-91f0-927336a1714f" providerId="ADAL" clId="{77769F15-7ACC-47C1-B74F-CF5E24910F6F}" dt="2022-11-23T14:42:03.820" v="444" actId="790"/>
          <ac:spMkLst>
            <pc:docMk/>
            <pc:sldMk cId="3438213007" sldId="9120"/>
            <ac:spMk id="4" creationId="{626F0DC5-7AEE-42DA-849A-672A51E94E56}"/>
          </ac:spMkLst>
        </pc:spChg>
        <pc:spChg chg="mod">
          <ac:chgData name="Macher, Andreas (DI FA CTR PLC PPM)" userId="f1dcac62-7bef-43eb-91f0-927336a1714f" providerId="ADAL" clId="{77769F15-7ACC-47C1-B74F-CF5E24910F6F}" dt="2022-11-23T14:42:03.820" v="444" actId="790"/>
          <ac:spMkLst>
            <pc:docMk/>
            <pc:sldMk cId="3438213007" sldId="9120"/>
            <ac:spMk id="5" creationId="{062CE1CF-53A5-432F-BF9A-2769E50D8001}"/>
          </ac:spMkLst>
        </pc:spChg>
        <pc:spChg chg="mod">
          <ac:chgData name="Macher, Andreas (DI FA CTR PLC PPM)" userId="f1dcac62-7bef-43eb-91f0-927336a1714f" providerId="ADAL" clId="{77769F15-7ACC-47C1-B74F-CF5E24910F6F}" dt="2022-11-23T14:42:03.820" v="444" actId="790"/>
          <ac:spMkLst>
            <pc:docMk/>
            <pc:sldMk cId="3438213007" sldId="9120"/>
            <ac:spMk id="6" creationId="{AA2BCC8E-8E06-3EF3-E170-041A62ADDD94}"/>
          </ac:spMkLst>
        </pc:spChg>
        <pc:spChg chg="mod">
          <ac:chgData name="Macher, Andreas (DI FA CTR PLC PPM)" userId="f1dcac62-7bef-43eb-91f0-927336a1714f" providerId="ADAL" clId="{77769F15-7ACC-47C1-B74F-CF5E24910F6F}" dt="2022-11-23T14:42:03.820" v="444" actId="790"/>
          <ac:spMkLst>
            <pc:docMk/>
            <pc:sldMk cId="3438213007" sldId="9120"/>
            <ac:spMk id="10" creationId="{38FE3D16-A682-43EF-A405-AEE47046542A}"/>
          </ac:spMkLst>
        </pc:spChg>
        <pc:spChg chg="mod">
          <ac:chgData name="Macher, Andreas (DI FA CTR PLC PPM)" userId="f1dcac62-7bef-43eb-91f0-927336a1714f" providerId="ADAL" clId="{77769F15-7ACC-47C1-B74F-CF5E24910F6F}" dt="2022-11-23T14:42:03.820" v="444" actId="790"/>
          <ac:spMkLst>
            <pc:docMk/>
            <pc:sldMk cId="3438213007" sldId="9120"/>
            <ac:spMk id="11" creationId="{DC439FA8-C617-410D-A860-A79DF75BB216}"/>
          </ac:spMkLst>
        </pc:spChg>
        <pc:spChg chg="mod">
          <ac:chgData name="Macher, Andreas (DI FA CTR PLC PPM)" userId="f1dcac62-7bef-43eb-91f0-927336a1714f" providerId="ADAL" clId="{77769F15-7ACC-47C1-B74F-CF5E24910F6F}" dt="2022-11-23T14:42:03.820" v="444" actId="790"/>
          <ac:spMkLst>
            <pc:docMk/>
            <pc:sldMk cId="3438213007" sldId="9120"/>
            <ac:spMk id="12" creationId="{E3B2B641-6386-94DD-4421-F76BAB56E2C3}"/>
          </ac:spMkLst>
        </pc:spChg>
        <pc:spChg chg="mod">
          <ac:chgData name="Macher, Andreas (DI FA CTR PLC PPM)" userId="f1dcac62-7bef-43eb-91f0-927336a1714f" providerId="ADAL" clId="{77769F15-7ACC-47C1-B74F-CF5E24910F6F}" dt="2022-11-23T14:42:03.820" v="444" actId="790"/>
          <ac:spMkLst>
            <pc:docMk/>
            <pc:sldMk cId="3438213007" sldId="9120"/>
            <ac:spMk id="13" creationId="{5F1B1355-3EE2-EE79-D148-BCC8C81B6EA3}"/>
          </ac:spMkLst>
        </pc:spChg>
        <pc:spChg chg="mod">
          <ac:chgData name="Macher, Andreas (DI FA CTR PLC PPM)" userId="f1dcac62-7bef-43eb-91f0-927336a1714f" providerId="ADAL" clId="{77769F15-7ACC-47C1-B74F-CF5E24910F6F}" dt="2022-11-23T14:42:03.820" v="444" actId="790"/>
          <ac:spMkLst>
            <pc:docMk/>
            <pc:sldMk cId="3438213007" sldId="9120"/>
            <ac:spMk id="20" creationId="{86E1ADB2-DC5B-434E-86E3-97483F8C42F6}"/>
          </ac:spMkLst>
        </pc:spChg>
        <pc:spChg chg="mod">
          <ac:chgData name="Macher, Andreas (DI FA CTR PLC PPM)" userId="f1dcac62-7bef-43eb-91f0-927336a1714f" providerId="ADAL" clId="{77769F15-7ACC-47C1-B74F-CF5E24910F6F}" dt="2022-11-24T09:27:12.417" v="1172" actId="6549"/>
          <ac:spMkLst>
            <pc:docMk/>
            <pc:sldMk cId="3438213007" sldId="9120"/>
            <ac:spMk id="21" creationId="{13FC4C09-4981-4D3E-A8C0-750EE0222966}"/>
          </ac:spMkLst>
        </pc:spChg>
        <pc:spChg chg="mod">
          <ac:chgData name="Macher, Andreas (DI FA CTR PLC PPM)" userId="f1dcac62-7bef-43eb-91f0-927336a1714f" providerId="ADAL" clId="{77769F15-7ACC-47C1-B74F-CF5E24910F6F}" dt="2022-11-23T14:42:03.820" v="444" actId="790"/>
          <ac:spMkLst>
            <pc:docMk/>
            <pc:sldMk cId="3438213007" sldId="9120"/>
            <ac:spMk id="49" creationId="{13B326CA-0861-4F02-9A8E-92642FC62044}"/>
          </ac:spMkLst>
        </pc:spChg>
        <pc:spChg chg="mod">
          <ac:chgData name="Macher, Andreas (DI FA CTR PLC PPM)" userId="f1dcac62-7bef-43eb-91f0-927336a1714f" providerId="ADAL" clId="{77769F15-7ACC-47C1-B74F-CF5E24910F6F}" dt="2022-11-23T14:42:03.820" v="444" actId="790"/>
          <ac:spMkLst>
            <pc:docMk/>
            <pc:sldMk cId="3438213007" sldId="9120"/>
            <ac:spMk id="52" creationId="{FD3302A9-B583-45DF-B2F7-D831F0569D9E}"/>
          </ac:spMkLst>
        </pc:spChg>
        <pc:spChg chg="mod">
          <ac:chgData name="Macher, Andreas (DI FA CTR PLC PPM)" userId="f1dcac62-7bef-43eb-91f0-927336a1714f" providerId="ADAL" clId="{77769F15-7ACC-47C1-B74F-CF5E24910F6F}" dt="2022-11-23T14:42:03.820" v="444" actId="790"/>
          <ac:spMkLst>
            <pc:docMk/>
            <pc:sldMk cId="3438213007" sldId="9120"/>
            <ac:spMk id="54" creationId="{1D3DC4FD-53E2-47D5-891A-7D2F44FB00CC}"/>
          </ac:spMkLst>
        </pc:spChg>
        <pc:spChg chg="mod">
          <ac:chgData name="Macher, Andreas (DI FA CTR PLC PPM)" userId="f1dcac62-7bef-43eb-91f0-927336a1714f" providerId="ADAL" clId="{77769F15-7ACC-47C1-B74F-CF5E24910F6F}" dt="2022-11-23T14:42:03.820" v="444" actId="790"/>
          <ac:spMkLst>
            <pc:docMk/>
            <pc:sldMk cId="3438213007" sldId="9120"/>
            <ac:spMk id="55" creationId="{E99A2151-C3ED-4216-84B9-7093216A3922}"/>
          </ac:spMkLst>
        </pc:spChg>
        <pc:spChg chg="mod">
          <ac:chgData name="Macher, Andreas (DI FA CTR PLC PPM)" userId="f1dcac62-7bef-43eb-91f0-927336a1714f" providerId="ADAL" clId="{77769F15-7ACC-47C1-B74F-CF5E24910F6F}" dt="2022-11-23T14:42:03.820" v="444" actId="790"/>
          <ac:spMkLst>
            <pc:docMk/>
            <pc:sldMk cId="3438213007" sldId="9120"/>
            <ac:spMk id="68" creationId="{787B6039-5DFA-4534-BE43-7C30825326E2}"/>
          </ac:spMkLst>
        </pc:spChg>
        <pc:spChg chg="mod">
          <ac:chgData name="Macher, Andreas (DI FA CTR PLC PPM)" userId="f1dcac62-7bef-43eb-91f0-927336a1714f" providerId="ADAL" clId="{77769F15-7ACC-47C1-B74F-CF5E24910F6F}" dt="2022-11-23T14:42:03.820" v="444" actId="790"/>
          <ac:spMkLst>
            <pc:docMk/>
            <pc:sldMk cId="3438213007" sldId="9120"/>
            <ac:spMk id="70" creationId="{0CAC8CD6-A408-487F-8F39-E9F6D42DD271}"/>
          </ac:spMkLst>
        </pc:spChg>
        <pc:spChg chg="mod">
          <ac:chgData name="Macher, Andreas (DI FA CTR PLC PPM)" userId="f1dcac62-7bef-43eb-91f0-927336a1714f" providerId="ADAL" clId="{77769F15-7ACC-47C1-B74F-CF5E24910F6F}" dt="2022-11-24T09:27:03.707" v="1170" actId="6549"/>
          <ac:spMkLst>
            <pc:docMk/>
            <pc:sldMk cId="3438213007" sldId="9120"/>
            <ac:spMk id="71" creationId="{30FC49AD-3C39-47D0-BDCC-ABE8CFC923E7}"/>
          </ac:spMkLst>
        </pc:spChg>
      </pc:sldChg>
      <pc:sldChg chg="modSp mod">
        <pc:chgData name="Macher, Andreas (DI FA CTR PLC PPM)" userId="f1dcac62-7bef-43eb-91f0-927336a1714f" providerId="ADAL" clId="{77769F15-7ACC-47C1-B74F-CF5E24910F6F}" dt="2022-11-23T14:06:58.440" v="344"/>
        <pc:sldMkLst>
          <pc:docMk/>
          <pc:sldMk cId="1588417255" sldId="9122"/>
        </pc:sldMkLst>
        <pc:spChg chg="mod">
          <ac:chgData name="Macher, Andreas (DI FA CTR PLC PPM)" userId="f1dcac62-7bef-43eb-91f0-927336a1714f" providerId="ADAL" clId="{77769F15-7ACC-47C1-B74F-CF5E24910F6F}" dt="2022-11-23T13:14:49.095" v="154" actId="790"/>
          <ac:spMkLst>
            <pc:docMk/>
            <pc:sldMk cId="1588417255" sldId="9122"/>
            <ac:spMk id="2" creationId="{D844B46B-66FB-4F76-8B0E-37D7D4617D33}"/>
          </ac:spMkLst>
        </pc:spChg>
        <pc:spChg chg="mod">
          <ac:chgData name="Macher, Andreas (DI FA CTR PLC PPM)" userId="f1dcac62-7bef-43eb-91f0-927336a1714f" providerId="ADAL" clId="{77769F15-7ACC-47C1-B74F-CF5E24910F6F}" dt="2022-11-23T13:14:57.422" v="155" actId="790"/>
          <ac:spMkLst>
            <pc:docMk/>
            <pc:sldMk cId="1588417255" sldId="9122"/>
            <ac:spMk id="3" creationId="{06245AF5-1AE3-49EC-B4ED-2C4EC9A6E5FC}"/>
          </ac:spMkLst>
        </pc:spChg>
        <pc:spChg chg="mod">
          <ac:chgData name="Macher, Andreas (DI FA CTR PLC PPM)" userId="f1dcac62-7bef-43eb-91f0-927336a1714f" providerId="ADAL" clId="{77769F15-7ACC-47C1-B74F-CF5E24910F6F}" dt="2022-11-23T14:06:58.440" v="344"/>
          <ac:spMkLst>
            <pc:docMk/>
            <pc:sldMk cId="1588417255" sldId="9122"/>
            <ac:spMk id="5" creationId="{A38F6808-4085-423A-A99A-9DC01B1678CB}"/>
          </ac:spMkLst>
        </pc:spChg>
        <pc:spChg chg="mod">
          <ac:chgData name="Macher, Andreas (DI FA CTR PLC PPM)" userId="f1dcac62-7bef-43eb-91f0-927336a1714f" providerId="ADAL" clId="{77769F15-7ACC-47C1-B74F-CF5E24910F6F}" dt="2022-11-23T13:14:40.174" v="153" actId="790"/>
          <ac:spMkLst>
            <pc:docMk/>
            <pc:sldMk cId="1588417255" sldId="9122"/>
            <ac:spMk id="6" creationId="{6A170028-9FA8-4B43-9B25-027AA705A688}"/>
          </ac:spMkLst>
        </pc:spChg>
      </pc:sldChg>
      <pc:sldChg chg="modSp mod">
        <pc:chgData name="Macher, Andreas (DI FA CTR PLC PPM)" userId="f1dcac62-7bef-43eb-91f0-927336a1714f" providerId="ADAL" clId="{77769F15-7ACC-47C1-B74F-CF5E24910F6F}" dt="2022-11-24T08:52:29.907" v="762" actId="108"/>
        <pc:sldMkLst>
          <pc:docMk/>
          <pc:sldMk cId="3634715590" sldId="9124"/>
        </pc:sldMkLst>
        <pc:spChg chg="mod">
          <ac:chgData name="Macher, Andreas (DI FA CTR PLC PPM)" userId="f1dcac62-7bef-43eb-91f0-927336a1714f" providerId="ADAL" clId="{77769F15-7ACC-47C1-B74F-CF5E24910F6F}" dt="2022-11-23T14:41:36.278" v="442" actId="790"/>
          <ac:spMkLst>
            <pc:docMk/>
            <pc:sldMk cId="3634715590" sldId="9124"/>
            <ac:spMk id="2" creationId="{88A5B28F-FA42-49C8-95C5-2209FCC106C5}"/>
          </ac:spMkLst>
        </pc:spChg>
        <pc:spChg chg="mod">
          <ac:chgData name="Macher, Andreas (DI FA CTR PLC PPM)" userId="f1dcac62-7bef-43eb-91f0-927336a1714f" providerId="ADAL" clId="{77769F15-7ACC-47C1-B74F-CF5E24910F6F}" dt="2022-11-23T14:41:36.278" v="442" actId="790"/>
          <ac:spMkLst>
            <pc:docMk/>
            <pc:sldMk cId="3634715590" sldId="9124"/>
            <ac:spMk id="3" creationId="{F3747195-329E-4766-8327-86A86661611E}"/>
          </ac:spMkLst>
        </pc:spChg>
        <pc:spChg chg="mod">
          <ac:chgData name="Macher, Andreas (DI FA CTR PLC PPM)" userId="f1dcac62-7bef-43eb-91f0-927336a1714f" providerId="ADAL" clId="{77769F15-7ACC-47C1-B74F-CF5E24910F6F}" dt="2022-11-23T14:41:36.278" v="442" actId="790"/>
          <ac:spMkLst>
            <pc:docMk/>
            <pc:sldMk cId="3634715590" sldId="9124"/>
            <ac:spMk id="4" creationId="{626F0DC5-7AEE-42DA-849A-672A51E94E56}"/>
          </ac:spMkLst>
        </pc:spChg>
        <pc:spChg chg="mod">
          <ac:chgData name="Macher, Andreas (DI FA CTR PLC PPM)" userId="f1dcac62-7bef-43eb-91f0-927336a1714f" providerId="ADAL" clId="{77769F15-7ACC-47C1-B74F-CF5E24910F6F}" dt="2022-11-23T14:41:36.278" v="442" actId="790"/>
          <ac:spMkLst>
            <pc:docMk/>
            <pc:sldMk cId="3634715590" sldId="9124"/>
            <ac:spMk id="5" creationId="{062CE1CF-53A5-432F-BF9A-2769E50D8001}"/>
          </ac:spMkLst>
        </pc:spChg>
        <pc:spChg chg="mod">
          <ac:chgData name="Macher, Andreas (DI FA CTR PLC PPM)" userId="f1dcac62-7bef-43eb-91f0-927336a1714f" providerId="ADAL" clId="{77769F15-7ACC-47C1-B74F-CF5E24910F6F}" dt="2022-11-23T14:41:36.278" v="442" actId="790"/>
          <ac:spMkLst>
            <pc:docMk/>
            <pc:sldMk cId="3634715590" sldId="9124"/>
            <ac:spMk id="6" creationId="{40EDC261-67CE-02B6-28D5-B0E8429993A1}"/>
          </ac:spMkLst>
        </pc:spChg>
        <pc:spChg chg="mod">
          <ac:chgData name="Macher, Andreas (DI FA CTR PLC PPM)" userId="f1dcac62-7bef-43eb-91f0-927336a1714f" providerId="ADAL" clId="{77769F15-7ACC-47C1-B74F-CF5E24910F6F}" dt="2022-11-23T14:41:36.278" v="442" actId="790"/>
          <ac:spMkLst>
            <pc:docMk/>
            <pc:sldMk cId="3634715590" sldId="9124"/>
            <ac:spMk id="7" creationId="{CEE4E494-C39C-7283-EFD5-14B631F01148}"/>
          </ac:spMkLst>
        </pc:spChg>
        <pc:spChg chg="mod">
          <ac:chgData name="Macher, Andreas (DI FA CTR PLC PPM)" userId="f1dcac62-7bef-43eb-91f0-927336a1714f" providerId="ADAL" clId="{77769F15-7ACC-47C1-B74F-CF5E24910F6F}" dt="2022-11-23T14:41:36.278" v="442" actId="790"/>
          <ac:spMkLst>
            <pc:docMk/>
            <pc:sldMk cId="3634715590" sldId="9124"/>
            <ac:spMk id="8" creationId="{67A52C4D-B2CB-2B62-4A0D-6CA8CB0CE600}"/>
          </ac:spMkLst>
        </pc:spChg>
        <pc:spChg chg="mod">
          <ac:chgData name="Macher, Andreas (DI FA CTR PLC PPM)" userId="f1dcac62-7bef-43eb-91f0-927336a1714f" providerId="ADAL" clId="{77769F15-7ACC-47C1-B74F-CF5E24910F6F}" dt="2022-11-23T14:41:36.278" v="442" actId="790"/>
          <ac:spMkLst>
            <pc:docMk/>
            <pc:sldMk cId="3634715590" sldId="9124"/>
            <ac:spMk id="10" creationId="{38FE3D16-A682-43EF-A405-AEE47046542A}"/>
          </ac:spMkLst>
        </pc:spChg>
        <pc:spChg chg="mod">
          <ac:chgData name="Macher, Andreas (DI FA CTR PLC PPM)" userId="f1dcac62-7bef-43eb-91f0-927336a1714f" providerId="ADAL" clId="{77769F15-7ACC-47C1-B74F-CF5E24910F6F}" dt="2022-11-23T14:41:36.278" v="442" actId="790"/>
          <ac:spMkLst>
            <pc:docMk/>
            <pc:sldMk cId="3634715590" sldId="9124"/>
            <ac:spMk id="11" creationId="{DC439FA8-C617-410D-A860-A79DF75BB216}"/>
          </ac:spMkLst>
        </pc:spChg>
        <pc:spChg chg="mod">
          <ac:chgData name="Macher, Andreas (DI FA CTR PLC PPM)" userId="f1dcac62-7bef-43eb-91f0-927336a1714f" providerId="ADAL" clId="{77769F15-7ACC-47C1-B74F-CF5E24910F6F}" dt="2022-11-23T14:41:36.278" v="442" actId="790"/>
          <ac:spMkLst>
            <pc:docMk/>
            <pc:sldMk cId="3634715590" sldId="9124"/>
            <ac:spMk id="12" creationId="{12823CCF-8555-9773-6971-791B85086A9F}"/>
          </ac:spMkLst>
        </pc:spChg>
        <pc:spChg chg="mod">
          <ac:chgData name="Macher, Andreas (DI FA CTR PLC PPM)" userId="f1dcac62-7bef-43eb-91f0-927336a1714f" providerId="ADAL" clId="{77769F15-7ACC-47C1-B74F-CF5E24910F6F}" dt="2022-11-23T14:41:36.278" v="442" actId="790"/>
          <ac:spMkLst>
            <pc:docMk/>
            <pc:sldMk cId="3634715590" sldId="9124"/>
            <ac:spMk id="15" creationId="{40C0D7B7-14C0-0C65-AB6F-54B9308BE1AA}"/>
          </ac:spMkLst>
        </pc:spChg>
        <pc:spChg chg="mod">
          <ac:chgData name="Macher, Andreas (DI FA CTR PLC PPM)" userId="f1dcac62-7bef-43eb-91f0-927336a1714f" providerId="ADAL" clId="{77769F15-7ACC-47C1-B74F-CF5E24910F6F}" dt="2022-11-23T14:41:36.278" v="442" actId="790"/>
          <ac:spMkLst>
            <pc:docMk/>
            <pc:sldMk cId="3634715590" sldId="9124"/>
            <ac:spMk id="19" creationId="{6ADB2E78-B8FA-4FB7-9020-C75231CE1B58}"/>
          </ac:spMkLst>
        </pc:spChg>
        <pc:spChg chg="mod">
          <ac:chgData name="Macher, Andreas (DI FA CTR PLC PPM)" userId="f1dcac62-7bef-43eb-91f0-927336a1714f" providerId="ADAL" clId="{77769F15-7ACC-47C1-B74F-CF5E24910F6F}" dt="2022-11-23T14:41:36.278" v="442" actId="790"/>
          <ac:spMkLst>
            <pc:docMk/>
            <pc:sldMk cId="3634715590" sldId="9124"/>
            <ac:spMk id="22" creationId="{43018C34-30D7-4A9B-AA95-980F2FB56C20}"/>
          </ac:spMkLst>
        </pc:spChg>
        <pc:spChg chg="mod">
          <ac:chgData name="Macher, Andreas (DI FA CTR PLC PPM)" userId="f1dcac62-7bef-43eb-91f0-927336a1714f" providerId="ADAL" clId="{77769F15-7ACC-47C1-B74F-CF5E24910F6F}" dt="2022-11-23T14:41:36.278" v="442" actId="790"/>
          <ac:spMkLst>
            <pc:docMk/>
            <pc:sldMk cId="3634715590" sldId="9124"/>
            <ac:spMk id="25" creationId="{78FEFE82-367B-4560-B8BF-A78AAFC05775}"/>
          </ac:spMkLst>
        </pc:spChg>
        <pc:spChg chg="mod">
          <ac:chgData name="Macher, Andreas (DI FA CTR PLC PPM)" userId="f1dcac62-7bef-43eb-91f0-927336a1714f" providerId="ADAL" clId="{77769F15-7ACC-47C1-B74F-CF5E24910F6F}" dt="2022-11-23T14:41:36.278" v="442" actId="790"/>
          <ac:spMkLst>
            <pc:docMk/>
            <pc:sldMk cId="3634715590" sldId="9124"/>
            <ac:spMk id="28" creationId="{0B1DFB12-E7BD-4097-A265-54C26178A822}"/>
          </ac:spMkLst>
        </pc:spChg>
        <pc:spChg chg="mod">
          <ac:chgData name="Macher, Andreas (DI FA CTR PLC PPM)" userId="f1dcac62-7bef-43eb-91f0-927336a1714f" providerId="ADAL" clId="{77769F15-7ACC-47C1-B74F-CF5E24910F6F}" dt="2022-11-23T14:41:36.278" v="442" actId="790"/>
          <ac:spMkLst>
            <pc:docMk/>
            <pc:sldMk cId="3634715590" sldId="9124"/>
            <ac:spMk id="29" creationId="{8C778B68-10ED-4AFD-A9F8-F66F4D041813}"/>
          </ac:spMkLst>
        </pc:spChg>
        <pc:spChg chg="mod">
          <ac:chgData name="Macher, Andreas (DI FA CTR PLC PPM)" userId="f1dcac62-7bef-43eb-91f0-927336a1714f" providerId="ADAL" clId="{77769F15-7ACC-47C1-B74F-CF5E24910F6F}" dt="2022-11-23T14:41:36.278" v="442" actId="790"/>
          <ac:spMkLst>
            <pc:docMk/>
            <pc:sldMk cId="3634715590" sldId="9124"/>
            <ac:spMk id="30" creationId="{43D392F7-6529-47E3-9AD9-FDC2D474FB93}"/>
          </ac:spMkLst>
        </pc:spChg>
        <pc:spChg chg="mod">
          <ac:chgData name="Macher, Andreas (DI FA CTR PLC PPM)" userId="f1dcac62-7bef-43eb-91f0-927336a1714f" providerId="ADAL" clId="{77769F15-7ACC-47C1-B74F-CF5E24910F6F}" dt="2022-11-24T08:50:12.111" v="721" actId="20577"/>
          <ac:spMkLst>
            <pc:docMk/>
            <pc:sldMk cId="3634715590" sldId="9124"/>
            <ac:spMk id="36" creationId="{7A19D7DF-68AB-4371-84A0-4852D5A8C127}"/>
          </ac:spMkLst>
        </pc:spChg>
        <pc:spChg chg="mod">
          <ac:chgData name="Macher, Andreas (DI FA CTR PLC PPM)" userId="f1dcac62-7bef-43eb-91f0-927336a1714f" providerId="ADAL" clId="{77769F15-7ACC-47C1-B74F-CF5E24910F6F}" dt="2022-11-24T08:52:29.907" v="762" actId="108"/>
          <ac:spMkLst>
            <pc:docMk/>
            <pc:sldMk cId="3634715590" sldId="9124"/>
            <ac:spMk id="37" creationId="{5205A3E6-2DBA-4CD6-8275-A241C4EEB89B}"/>
          </ac:spMkLst>
        </pc:spChg>
        <pc:spChg chg="mod">
          <ac:chgData name="Macher, Andreas (DI FA CTR PLC PPM)" userId="f1dcac62-7bef-43eb-91f0-927336a1714f" providerId="ADAL" clId="{77769F15-7ACC-47C1-B74F-CF5E24910F6F}" dt="2022-11-24T08:49:55.578" v="712" actId="20577"/>
          <ac:spMkLst>
            <pc:docMk/>
            <pc:sldMk cId="3634715590" sldId="9124"/>
            <ac:spMk id="38" creationId="{6E634356-1446-4EB1-80F9-C79C3326153B}"/>
          </ac:spMkLst>
        </pc:spChg>
        <pc:spChg chg="mod">
          <ac:chgData name="Macher, Andreas (DI FA CTR PLC PPM)" userId="f1dcac62-7bef-43eb-91f0-927336a1714f" providerId="ADAL" clId="{77769F15-7ACC-47C1-B74F-CF5E24910F6F}" dt="2022-11-23T14:41:36.278" v="442" actId="790"/>
          <ac:spMkLst>
            <pc:docMk/>
            <pc:sldMk cId="3634715590" sldId="9124"/>
            <ac:spMk id="40" creationId="{62193807-2387-4D96-B25B-2ACF8BA5F327}"/>
          </ac:spMkLst>
        </pc:spChg>
        <pc:spChg chg="mod">
          <ac:chgData name="Macher, Andreas (DI FA CTR PLC PPM)" userId="f1dcac62-7bef-43eb-91f0-927336a1714f" providerId="ADAL" clId="{77769F15-7ACC-47C1-B74F-CF5E24910F6F}" dt="2022-11-23T14:41:36.278" v="442" actId="790"/>
          <ac:spMkLst>
            <pc:docMk/>
            <pc:sldMk cId="3634715590" sldId="9124"/>
            <ac:spMk id="42" creationId="{96A75AF8-A913-4BB4-BF56-CA0C2FA6761F}"/>
          </ac:spMkLst>
        </pc:spChg>
        <pc:spChg chg="mod">
          <ac:chgData name="Macher, Andreas (DI FA CTR PLC PPM)" userId="f1dcac62-7bef-43eb-91f0-927336a1714f" providerId="ADAL" clId="{77769F15-7ACC-47C1-B74F-CF5E24910F6F}" dt="2022-11-23T14:41:36.278" v="442" actId="790"/>
          <ac:spMkLst>
            <pc:docMk/>
            <pc:sldMk cId="3634715590" sldId="9124"/>
            <ac:spMk id="46" creationId="{F79F78F0-3247-4A5A-B842-CEE4187383F4}"/>
          </ac:spMkLst>
        </pc:spChg>
        <pc:spChg chg="mod">
          <ac:chgData name="Macher, Andreas (DI FA CTR PLC PPM)" userId="f1dcac62-7bef-43eb-91f0-927336a1714f" providerId="ADAL" clId="{77769F15-7ACC-47C1-B74F-CF5E24910F6F}" dt="2022-11-24T08:48:22.669" v="706" actId="207"/>
          <ac:spMkLst>
            <pc:docMk/>
            <pc:sldMk cId="3634715590" sldId="9124"/>
            <ac:spMk id="47" creationId="{1AC061A9-10B2-4355-BF7C-DE66DBE5249D}"/>
          </ac:spMkLst>
        </pc:spChg>
        <pc:spChg chg="mod">
          <ac:chgData name="Macher, Andreas (DI FA CTR PLC PPM)" userId="f1dcac62-7bef-43eb-91f0-927336a1714f" providerId="ADAL" clId="{77769F15-7ACC-47C1-B74F-CF5E24910F6F}" dt="2022-11-23T14:41:36.278" v="442" actId="790"/>
          <ac:spMkLst>
            <pc:docMk/>
            <pc:sldMk cId="3634715590" sldId="9124"/>
            <ac:spMk id="50" creationId="{6DD6A835-EA9E-4889-9948-85A158C41504}"/>
          </ac:spMkLst>
        </pc:spChg>
        <pc:spChg chg="mod">
          <ac:chgData name="Macher, Andreas (DI FA CTR PLC PPM)" userId="f1dcac62-7bef-43eb-91f0-927336a1714f" providerId="ADAL" clId="{77769F15-7ACC-47C1-B74F-CF5E24910F6F}" dt="2022-11-24T08:48:31.072" v="707" actId="207"/>
          <ac:spMkLst>
            <pc:docMk/>
            <pc:sldMk cId="3634715590" sldId="9124"/>
            <ac:spMk id="51" creationId="{44E00E0F-D030-46BD-89A9-BC5BEE7BC845}"/>
          </ac:spMkLst>
        </pc:spChg>
        <pc:spChg chg="mod">
          <ac:chgData name="Macher, Andreas (DI FA CTR PLC PPM)" userId="f1dcac62-7bef-43eb-91f0-927336a1714f" providerId="ADAL" clId="{77769F15-7ACC-47C1-B74F-CF5E24910F6F}" dt="2022-11-24T08:47:59.025" v="705" actId="20577"/>
          <ac:spMkLst>
            <pc:docMk/>
            <pc:sldMk cId="3634715590" sldId="9124"/>
            <ac:spMk id="55" creationId="{E99A2151-C3ED-4216-84B9-7093216A3922}"/>
          </ac:spMkLst>
        </pc:spChg>
        <pc:spChg chg="mod">
          <ac:chgData name="Macher, Andreas (DI FA CTR PLC PPM)" userId="f1dcac62-7bef-43eb-91f0-927336a1714f" providerId="ADAL" clId="{77769F15-7ACC-47C1-B74F-CF5E24910F6F}" dt="2022-11-23T14:41:36.278" v="442" actId="790"/>
          <ac:spMkLst>
            <pc:docMk/>
            <pc:sldMk cId="3634715590" sldId="9124"/>
            <ac:spMk id="61" creationId="{D9C66E46-C988-498D-AECD-7CA2CE0F32EC}"/>
          </ac:spMkLst>
        </pc:spChg>
        <pc:spChg chg="mod">
          <ac:chgData name="Macher, Andreas (DI FA CTR PLC PPM)" userId="f1dcac62-7bef-43eb-91f0-927336a1714f" providerId="ADAL" clId="{77769F15-7ACC-47C1-B74F-CF5E24910F6F}" dt="2022-11-23T14:41:36.278" v="442" actId="790"/>
          <ac:spMkLst>
            <pc:docMk/>
            <pc:sldMk cId="3634715590" sldId="9124"/>
            <ac:spMk id="66" creationId="{81A91DA1-3BD8-4C55-8CD6-918EF71E5176}"/>
          </ac:spMkLst>
        </pc:spChg>
        <pc:spChg chg="mod">
          <ac:chgData name="Macher, Andreas (DI FA CTR PLC PPM)" userId="f1dcac62-7bef-43eb-91f0-927336a1714f" providerId="ADAL" clId="{77769F15-7ACC-47C1-B74F-CF5E24910F6F}" dt="2022-11-23T14:41:36.278" v="442" actId="790"/>
          <ac:spMkLst>
            <pc:docMk/>
            <pc:sldMk cId="3634715590" sldId="9124"/>
            <ac:spMk id="67" creationId="{42024AE8-0DBC-4CDB-BB87-61EDDC50FF6F}"/>
          </ac:spMkLst>
        </pc:spChg>
        <pc:spChg chg="mod">
          <ac:chgData name="Macher, Andreas (DI FA CTR PLC PPM)" userId="f1dcac62-7bef-43eb-91f0-927336a1714f" providerId="ADAL" clId="{77769F15-7ACC-47C1-B74F-CF5E24910F6F}" dt="2022-11-23T14:41:36.278" v="442" actId="790"/>
          <ac:spMkLst>
            <pc:docMk/>
            <pc:sldMk cId="3634715590" sldId="9124"/>
            <ac:spMk id="68" creationId="{787B6039-5DFA-4534-BE43-7C30825326E2}"/>
          </ac:spMkLst>
        </pc:spChg>
      </pc:sldChg>
      <pc:sldChg chg="modSp mod">
        <pc:chgData name="Macher, Andreas (DI FA CTR PLC PPM)" userId="f1dcac62-7bef-43eb-91f0-927336a1714f" providerId="ADAL" clId="{77769F15-7ACC-47C1-B74F-CF5E24910F6F}" dt="2022-11-24T08:52:22.781" v="761" actId="108"/>
        <pc:sldMkLst>
          <pc:docMk/>
          <pc:sldMk cId="3453994472" sldId="9126"/>
        </pc:sldMkLst>
        <pc:spChg chg="mod">
          <ac:chgData name="Macher, Andreas (DI FA CTR PLC PPM)" userId="f1dcac62-7bef-43eb-91f0-927336a1714f" providerId="ADAL" clId="{77769F15-7ACC-47C1-B74F-CF5E24910F6F}" dt="2022-11-23T14:41:52.124" v="443" actId="790"/>
          <ac:spMkLst>
            <pc:docMk/>
            <pc:sldMk cId="3453994472" sldId="9126"/>
            <ac:spMk id="4" creationId="{CBC9FA2F-BD6C-A26B-E0A9-4AC328BF8D66}"/>
          </ac:spMkLst>
        </pc:spChg>
        <pc:spChg chg="mod">
          <ac:chgData name="Macher, Andreas (DI FA CTR PLC PPM)" userId="f1dcac62-7bef-43eb-91f0-927336a1714f" providerId="ADAL" clId="{77769F15-7ACC-47C1-B74F-CF5E24910F6F}" dt="2022-11-23T14:41:52.124" v="443" actId="790"/>
          <ac:spMkLst>
            <pc:docMk/>
            <pc:sldMk cId="3453994472" sldId="9126"/>
            <ac:spMk id="5" creationId="{062CE1CF-53A5-432F-BF9A-2769E50D8001}"/>
          </ac:spMkLst>
        </pc:spChg>
        <pc:spChg chg="mod">
          <ac:chgData name="Macher, Andreas (DI FA CTR PLC PPM)" userId="f1dcac62-7bef-43eb-91f0-927336a1714f" providerId="ADAL" clId="{77769F15-7ACC-47C1-B74F-CF5E24910F6F}" dt="2022-11-23T14:41:52.124" v="443" actId="790"/>
          <ac:spMkLst>
            <pc:docMk/>
            <pc:sldMk cId="3453994472" sldId="9126"/>
            <ac:spMk id="9" creationId="{0D980E39-E9A3-40A7-AAD0-4D60AD7C60E3}"/>
          </ac:spMkLst>
        </pc:spChg>
        <pc:spChg chg="mod">
          <ac:chgData name="Macher, Andreas (DI FA CTR PLC PPM)" userId="f1dcac62-7bef-43eb-91f0-927336a1714f" providerId="ADAL" clId="{77769F15-7ACC-47C1-B74F-CF5E24910F6F}" dt="2022-11-23T14:41:52.124" v="443" actId="790"/>
          <ac:spMkLst>
            <pc:docMk/>
            <pc:sldMk cId="3453994472" sldId="9126"/>
            <ac:spMk id="10" creationId="{38FE3D16-A682-43EF-A405-AEE47046542A}"/>
          </ac:spMkLst>
        </pc:spChg>
        <pc:spChg chg="mod">
          <ac:chgData name="Macher, Andreas (DI FA CTR PLC PPM)" userId="f1dcac62-7bef-43eb-91f0-927336a1714f" providerId="ADAL" clId="{77769F15-7ACC-47C1-B74F-CF5E24910F6F}" dt="2022-11-23T14:41:52.124" v="443" actId="790"/>
          <ac:spMkLst>
            <pc:docMk/>
            <pc:sldMk cId="3453994472" sldId="9126"/>
            <ac:spMk id="11" creationId="{DC439FA8-C617-410D-A860-A79DF75BB216}"/>
          </ac:spMkLst>
        </pc:spChg>
        <pc:spChg chg="mod">
          <ac:chgData name="Macher, Andreas (DI FA CTR PLC PPM)" userId="f1dcac62-7bef-43eb-91f0-927336a1714f" providerId="ADAL" clId="{77769F15-7ACC-47C1-B74F-CF5E24910F6F}" dt="2022-11-23T14:41:52.124" v="443" actId="790"/>
          <ac:spMkLst>
            <pc:docMk/>
            <pc:sldMk cId="3453994472" sldId="9126"/>
            <ac:spMk id="22" creationId="{43018C34-30D7-4A9B-AA95-980F2FB56C20}"/>
          </ac:spMkLst>
        </pc:spChg>
        <pc:spChg chg="mod">
          <ac:chgData name="Macher, Andreas (DI FA CTR PLC PPM)" userId="f1dcac62-7bef-43eb-91f0-927336a1714f" providerId="ADAL" clId="{77769F15-7ACC-47C1-B74F-CF5E24910F6F}" dt="2022-11-23T14:41:52.124" v="443" actId="790"/>
          <ac:spMkLst>
            <pc:docMk/>
            <pc:sldMk cId="3453994472" sldId="9126"/>
            <ac:spMk id="28" creationId="{0B1DFB12-E7BD-4097-A265-54C26178A822}"/>
          </ac:spMkLst>
        </pc:spChg>
        <pc:spChg chg="mod">
          <ac:chgData name="Macher, Andreas (DI FA CTR PLC PPM)" userId="f1dcac62-7bef-43eb-91f0-927336a1714f" providerId="ADAL" clId="{77769F15-7ACC-47C1-B74F-CF5E24910F6F}" dt="2022-11-23T14:41:52.124" v="443" actId="790"/>
          <ac:spMkLst>
            <pc:docMk/>
            <pc:sldMk cId="3453994472" sldId="9126"/>
            <ac:spMk id="29" creationId="{8C778B68-10ED-4AFD-A9F8-F66F4D041813}"/>
          </ac:spMkLst>
        </pc:spChg>
        <pc:spChg chg="mod">
          <ac:chgData name="Macher, Andreas (DI FA CTR PLC PPM)" userId="f1dcac62-7bef-43eb-91f0-927336a1714f" providerId="ADAL" clId="{77769F15-7ACC-47C1-B74F-CF5E24910F6F}" dt="2022-11-23T14:41:52.124" v="443" actId="790"/>
          <ac:spMkLst>
            <pc:docMk/>
            <pc:sldMk cId="3453994472" sldId="9126"/>
            <ac:spMk id="30" creationId="{43D392F7-6529-47E3-9AD9-FDC2D474FB93}"/>
          </ac:spMkLst>
        </pc:spChg>
        <pc:spChg chg="mod">
          <ac:chgData name="Macher, Andreas (DI FA CTR PLC PPM)" userId="f1dcac62-7bef-43eb-91f0-927336a1714f" providerId="ADAL" clId="{77769F15-7ACC-47C1-B74F-CF5E24910F6F}" dt="2022-11-23T14:41:52.124" v="443" actId="790"/>
          <ac:spMkLst>
            <pc:docMk/>
            <pc:sldMk cId="3453994472" sldId="9126"/>
            <ac:spMk id="35" creationId="{A720E156-A4F7-470D-AD70-38F794E8E5E1}"/>
          </ac:spMkLst>
        </pc:spChg>
        <pc:spChg chg="mod">
          <ac:chgData name="Macher, Andreas (DI FA CTR PLC PPM)" userId="f1dcac62-7bef-43eb-91f0-927336a1714f" providerId="ADAL" clId="{77769F15-7ACC-47C1-B74F-CF5E24910F6F}" dt="2022-11-23T14:41:52.124" v="443" actId="790"/>
          <ac:spMkLst>
            <pc:docMk/>
            <pc:sldMk cId="3453994472" sldId="9126"/>
            <ac:spMk id="36" creationId="{7A19D7DF-68AB-4371-84A0-4852D5A8C127}"/>
          </ac:spMkLst>
        </pc:spChg>
        <pc:spChg chg="mod">
          <ac:chgData name="Macher, Andreas (DI FA CTR PLC PPM)" userId="f1dcac62-7bef-43eb-91f0-927336a1714f" providerId="ADAL" clId="{77769F15-7ACC-47C1-B74F-CF5E24910F6F}" dt="2022-11-24T08:52:08.734" v="760" actId="207"/>
          <ac:spMkLst>
            <pc:docMk/>
            <pc:sldMk cId="3453994472" sldId="9126"/>
            <ac:spMk id="37" creationId="{5205A3E6-2DBA-4CD6-8275-A241C4EEB89B}"/>
          </ac:spMkLst>
        </pc:spChg>
        <pc:spChg chg="mod">
          <ac:chgData name="Macher, Andreas (DI FA CTR PLC PPM)" userId="f1dcac62-7bef-43eb-91f0-927336a1714f" providerId="ADAL" clId="{77769F15-7ACC-47C1-B74F-CF5E24910F6F}" dt="2022-11-23T14:41:52.124" v="443" actId="790"/>
          <ac:spMkLst>
            <pc:docMk/>
            <pc:sldMk cId="3453994472" sldId="9126"/>
            <ac:spMk id="40" creationId="{62193807-2387-4D96-B25B-2ACF8BA5F327}"/>
          </ac:spMkLst>
        </pc:spChg>
        <pc:spChg chg="mod">
          <ac:chgData name="Macher, Andreas (DI FA CTR PLC PPM)" userId="f1dcac62-7bef-43eb-91f0-927336a1714f" providerId="ADAL" clId="{77769F15-7ACC-47C1-B74F-CF5E24910F6F}" dt="2022-11-23T14:41:52.124" v="443" actId="790"/>
          <ac:spMkLst>
            <pc:docMk/>
            <pc:sldMk cId="3453994472" sldId="9126"/>
            <ac:spMk id="43" creationId="{432F7FDD-3A9F-4230-8426-C0AF5E1F67F3}"/>
          </ac:spMkLst>
        </pc:spChg>
        <pc:spChg chg="mod">
          <ac:chgData name="Macher, Andreas (DI FA CTR PLC PPM)" userId="f1dcac62-7bef-43eb-91f0-927336a1714f" providerId="ADAL" clId="{77769F15-7ACC-47C1-B74F-CF5E24910F6F}" dt="2022-11-23T14:41:52.124" v="443" actId="790"/>
          <ac:spMkLst>
            <pc:docMk/>
            <pc:sldMk cId="3453994472" sldId="9126"/>
            <ac:spMk id="48" creationId="{73089AB3-B26E-4766-BAA3-1F499871B75F}"/>
          </ac:spMkLst>
        </pc:spChg>
        <pc:spChg chg="mod">
          <ac:chgData name="Macher, Andreas (DI FA CTR PLC PPM)" userId="f1dcac62-7bef-43eb-91f0-927336a1714f" providerId="ADAL" clId="{77769F15-7ACC-47C1-B74F-CF5E24910F6F}" dt="2022-11-23T14:41:52.124" v="443" actId="790"/>
          <ac:spMkLst>
            <pc:docMk/>
            <pc:sldMk cId="3453994472" sldId="9126"/>
            <ac:spMk id="49" creationId="{7053FD4D-0E84-4D07-85B4-4A12810621D5}"/>
          </ac:spMkLst>
        </pc:spChg>
        <pc:spChg chg="mod">
          <ac:chgData name="Macher, Andreas (DI FA CTR PLC PPM)" userId="f1dcac62-7bef-43eb-91f0-927336a1714f" providerId="ADAL" clId="{77769F15-7ACC-47C1-B74F-CF5E24910F6F}" dt="2022-11-23T14:41:52.124" v="443" actId="790"/>
          <ac:spMkLst>
            <pc:docMk/>
            <pc:sldMk cId="3453994472" sldId="9126"/>
            <ac:spMk id="50" creationId="{6DD6A835-EA9E-4889-9948-85A158C41504}"/>
          </ac:spMkLst>
        </pc:spChg>
        <pc:spChg chg="mod">
          <ac:chgData name="Macher, Andreas (DI FA CTR PLC PPM)" userId="f1dcac62-7bef-43eb-91f0-927336a1714f" providerId="ADAL" clId="{77769F15-7ACC-47C1-B74F-CF5E24910F6F}" dt="2022-11-23T14:41:52.124" v="443" actId="790"/>
          <ac:spMkLst>
            <pc:docMk/>
            <pc:sldMk cId="3453994472" sldId="9126"/>
            <ac:spMk id="52" creationId="{F0B9F76D-7BED-4DC7-A6AF-C581B93C7CE8}"/>
          </ac:spMkLst>
        </pc:spChg>
        <pc:spChg chg="mod">
          <ac:chgData name="Macher, Andreas (DI FA CTR PLC PPM)" userId="f1dcac62-7bef-43eb-91f0-927336a1714f" providerId="ADAL" clId="{77769F15-7ACC-47C1-B74F-CF5E24910F6F}" dt="2022-11-23T14:41:52.124" v="443" actId="790"/>
          <ac:spMkLst>
            <pc:docMk/>
            <pc:sldMk cId="3453994472" sldId="9126"/>
            <ac:spMk id="54" creationId="{BF5C554F-BCFB-4C89-8641-E40E326DC1A5}"/>
          </ac:spMkLst>
        </pc:spChg>
        <pc:spChg chg="mod">
          <ac:chgData name="Macher, Andreas (DI FA CTR PLC PPM)" userId="f1dcac62-7bef-43eb-91f0-927336a1714f" providerId="ADAL" clId="{77769F15-7ACC-47C1-B74F-CF5E24910F6F}" dt="2022-11-23T14:41:52.124" v="443" actId="790"/>
          <ac:spMkLst>
            <pc:docMk/>
            <pc:sldMk cId="3453994472" sldId="9126"/>
            <ac:spMk id="56" creationId="{DC9956CC-78D9-4DC8-9385-5FB52A9F518F}"/>
          </ac:spMkLst>
        </pc:spChg>
        <pc:spChg chg="mod">
          <ac:chgData name="Macher, Andreas (DI FA CTR PLC PPM)" userId="f1dcac62-7bef-43eb-91f0-927336a1714f" providerId="ADAL" clId="{77769F15-7ACC-47C1-B74F-CF5E24910F6F}" dt="2022-11-23T14:41:52.124" v="443" actId="790"/>
          <ac:spMkLst>
            <pc:docMk/>
            <pc:sldMk cId="3453994472" sldId="9126"/>
            <ac:spMk id="57" creationId="{474EAB04-C205-4C2A-9E31-DC6EA8197497}"/>
          </ac:spMkLst>
        </pc:spChg>
        <pc:spChg chg="mod">
          <ac:chgData name="Macher, Andreas (DI FA CTR PLC PPM)" userId="f1dcac62-7bef-43eb-91f0-927336a1714f" providerId="ADAL" clId="{77769F15-7ACC-47C1-B74F-CF5E24910F6F}" dt="2022-11-23T14:41:52.124" v="443" actId="790"/>
          <ac:spMkLst>
            <pc:docMk/>
            <pc:sldMk cId="3453994472" sldId="9126"/>
            <ac:spMk id="58" creationId="{4F9B18F1-EC1E-4D0C-AF89-DDA7C44B5B03}"/>
          </ac:spMkLst>
        </pc:spChg>
        <pc:spChg chg="mod">
          <ac:chgData name="Macher, Andreas (DI FA CTR PLC PPM)" userId="f1dcac62-7bef-43eb-91f0-927336a1714f" providerId="ADAL" clId="{77769F15-7ACC-47C1-B74F-CF5E24910F6F}" dt="2022-11-23T14:41:52.124" v="443" actId="790"/>
          <ac:spMkLst>
            <pc:docMk/>
            <pc:sldMk cId="3453994472" sldId="9126"/>
            <ac:spMk id="59" creationId="{BD20338A-D190-4A85-A786-CFE70E619223}"/>
          </ac:spMkLst>
        </pc:spChg>
        <pc:spChg chg="mod">
          <ac:chgData name="Macher, Andreas (DI FA CTR PLC PPM)" userId="f1dcac62-7bef-43eb-91f0-927336a1714f" providerId="ADAL" clId="{77769F15-7ACC-47C1-B74F-CF5E24910F6F}" dt="2022-11-23T14:41:52.124" v="443" actId="790"/>
          <ac:spMkLst>
            <pc:docMk/>
            <pc:sldMk cId="3453994472" sldId="9126"/>
            <ac:spMk id="60" creationId="{104D4D22-823B-409A-AA70-F607686693AB}"/>
          </ac:spMkLst>
        </pc:spChg>
        <pc:spChg chg="mod">
          <ac:chgData name="Macher, Andreas (DI FA CTR PLC PPM)" userId="f1dcac62-7bef-43eb-91f0-927336a1714f" providerId="ADAL" clId="{77769F15-7ACC-47C1-B74F-CF5E24910F6F}" dt="2022-11-23T14:41:52.124" v="443" actId="790"/>
          <ac:spMkLst>
            <pc:docMk/>
            <pc:sldMk cId="3453994472" sldId="9126"/>
            <ac:spMk id="61" creationId="{D9C66E46-C988-498D-AECD-7CA2CE0F32EC}"/>
          </ac:spMkLst>
        </pc:spChg>
        <pc:spChg chg="mod">
          <ac:chgData name="Macher, Andreas (DI FA CTR PLC PPM)" userId="f1dcac62-7bef-43eb-91f0-927336a1714f" providerId="ADAL" clId="{77769F15-7ACC-47C1-B74F-CF5E24910F6F}" dt="2022-11-24T08:52:22.781" v="761" actId="108"/>
          <ac:spMkLst>
            <pc:docMk/>
            <pc:sldMk cId="3453994472" sldId="9126"/>
            <ac:spMk id="62" creationId="{F948E975-EB59-4C66-8D21-287D993E5082}"/>
          </ac:spMkLst>
        </pc:spChg>
        <pc:spChg chg="mod">
          <ac:chgData name="Macher, Andreas (DI FA CTR PLC PPM)" userId="f1dcac62-7bef-43eb-91f0-927336a1714f" providerId="ADAL" clId="{77769F15-7ACC-47C1-B74F-CF5E24910F6F}" dt="2022-11-23T14:41:52.124" v="443" actId="790"/>
          <ac:spMkLst>
            <pc:docMk/>
            <pc:sldMk cId="3453994472" sldId="9126"/>
            <ac:spMk id="64" creationId="{3A7C8888-E716-497D-908C-77520494B1C0}"/>
          </ac:spMkLst>
        </pc:spChg>
        <pc:spChg chg="mod">
          <ac:chgData name="Macher, Andreas (DI FA CTR PLC PPM)" userId="f1dcac62-7bef-43eb-91f0-927336a1714f" providerId="ADAL" clId="{77769F15-7ACC-47C1-B74F-CF5E24910F6F}" dt="2022-11-23T14:41:52.124" v="443" actId="790"/>
          <ac:spMkLst>
            <pc:docMk/>
            <pc:sldMk cId="3453994472" sldId="9126"/>
            <ac:spMk id="66" creationId="{81A91DA1-3BD8-4C55-8CD6-918EF71E5176}"/>
          </ac:spMkLst>
        </pc:spChg>
        <pc:spChg chg="mod">
          <ac:chgData name="Macher, Andreas (DI FA CTR PLC PPM)" userId="f1dcac62-7bef-43eb-91f0-927336a1714f" providerId="ADAL" clId="{77769F15-7ACC-47C1-B74F-CF5E24910F6F}" dt="2022-11-23T14:41:52.124" v="443" actId="790"/>
          <ac:spMkLst>
            <pc:docMk/>
            <pc:sldMk cId="3453994472" sldId="9126"/>
            <ac:spMk id="67" creationId="{42024AE8-0DBC-4CDB-BB87-61EDDC50FF6F}"/>
          </ac:spMkLst>
        </pc:spChg>
        <pc:spChg chg="mod">
          <ac:chgData name="Macher, Andreas (DI FA CTR PLC PPM)" userId="f1dcac62-7bef-43eb-91f0-927336a1714f" providerId="ADAL" clId="{77769F15-7ACC-47C1-B74F-CF5E24910F6F}" dt="2022-11-23T14:41:52.124" v="443" actId="790"/>
          <ac:spMkLst>
            <pc:docMk/>
            <pc:sldMk cId="3453994472" sldId="9126"/>
            <ac:spMk id="68" creationId="{787B6039-5DFA-4534-BE43-7C30825326E2}"/>
          </ac:spMkLst>
        </pc:spChg>
        <pc:spChg chg="mod">
          <ac:chgData name="Macher, Andreas (DI FA CTR PLC PPM)" userId="f1dcac62-7bef-43eb-91f0-927336a1714f" providerId="ADAL" clId="{77769F15-7ACC-47C1-B74F-CF5E24910F6F}" dt="2022-11-23T14:41:52.124" v="443" actId="790"/>
          <ac:spMkLst>
            <pc:docMk/>
            <pc:sldMk cId="3453994472" sldId="9126"/>
            <ac:spMk id="71" creationId="{41F3D8D2-ADE5-418C-83D4-8F47EBCB7DA1}"/>
          </ac:spMkLst>
        </pc:spChg>
        <pc:spChg chg="mod">
          <ac:chgData name="Macher, Andreas (DI FA CTR PLC PPM)" userId="f1dcac62-7bef-43eb-91f0-927336a1714f" providerId="ADAL" clId="{77769F15-7ACC-47C1-B74F-CF5E24910F6F}" dt="2022-11-23T14:41:52.124" v="443" actId="790"/>
          <ac:spMkLst>
            <pc:docMk/>
            <pc:sldMk cId="3453994472" sldId="9126"/>
            <ac:spMk id="72" creationId="{02B7C2CB-1AA8-41DD-B480-E005982777D1}"/>
          </ac:spMkLst>
        </pc:spChg>
        <pc:spChg chg="mod">
          <ac:chgData name="Macher, Andreas (DI FA CTR PLC PPM)" userId="f1dcac62-7bef-43eb-91f0-927336a1714f" providerId="ADAL" clId="{77769F15-7ACC-47C1-B74F-CF5E24910F6F}" dt="2022-11-23T14:41:52.124" v="443" actId="790"/>
          <ac:spMkLst>
            <pc:docMk/>
            <pc:sldMk cId="3453994472" sldId="9126"/>
            <ac:spMk id="74" creationId="{3EAC1363-7D3E-4AC8-807C-21653BC44871}"/>
          </ac:spMkLst>
        </pc:spChg>
        <pc:spChg chg="mod">
          <ac:chgData name="Macher, Andreas (DI FA CTR PLC PPM)" userId="f1dcac62-7bef-43eb-91f0-927336a1714f" providerId="ADAL" clId="{77769F15-7ACC-47C1-B74F-CF5E24910F6F}" dt="2022-11-24T08:50:34.204" v="722" actId="207"/>
          <ac:spMkLst>
            <pc:docMk/>
            <pc:sldMk cId="3453994472" sldId="9126"/>
            <ac:spMk id="79" creationId="{916C0350-146B-412E-92FC-E05B6AB6FDDD}"/>
          </ac:spMkLst>
        </pc:spChg>
        <pc:spChg chg="mod">
          <ac:chgData name="Macher, Andreas (DI FA CTR PLC PPM)" userId="f1dcac62-7bef-43eb-91f0-927336a1714f" providerId="ADAL" clId="{77769F15-7ACC-47C1-B74F-CF5E24910F6F}" dt="2022-11-24T08:50:34.204" v="722" actId="207"/>
          <ac:spMkLst>
            <pc:docMk/>
            <pc:sldMk cId="3453994472" sldId="9126"/>
            <ac:spMk id="80" creationId="{F36F8703-0A2C-4264-A102-DA94E407DE57}"/>
          </ac:spMkLst>
        </pc:spChg>
        <pc:spChg chg="mod">
          <ac:chgData name="Macher, Andreas (DI FA CTR PLC PPM)" userId="f1dcac62-7bef-43eb-91f0-927336a1714f" providerId="ADAL" clId="{77769F15-7ACC-47C1-B74F-CF5E24910F6F}" dt="2022-11-23T14:41:52.124" v="443" actId="790"/>
          <ac:spMkLst>
            <pc:docMk/>
            <pc:sldMk cId="3453994472" sldId="9126"/>
            <ac:spMk id="82" creationId="{BECF1E04-34E7-4767-BE20-79712D15168F}"/>
          </ac:spMkLst>
        </pc:spChg>
        <pc:spChg chg="mod">
          <ac:chgData name="Macher, Andreas (DI FA CTR PLC PPM)" userId="f1dcac62-7bef-43eb-91f0-927336a1714f" providerId="ADAL" clId="{77769F15-7ACC-47C1-B74F-CF5E24910F6F}" dt="2022-11-23T14:41:52.124" v="443" actId="790"/>
          <ac:spMkLst>
            <pc:docMk/>
            <pc:sldMk cId="3453994472" sldId="9126"/>
            <ac:spMk id="83" creationId="{D1D28502-590D-4C29-9988-AAC3DF0976BF}"/>
          </ac:spMkLst>
        </pc:spChg>
        <pc:spChg chg="mod">
          <ac:chgData name="Macher, Andreas (DI FA CTR PLC PPM)" userId="f1dcac62-7bef-43eb-91f0-927336a1714f" providerId="ADAL" clId="{77769F15-7ACC-47C1-B74F-CF5E24910F6F}" dt="2022-11-24T08:51:26.244" v="757" actId="1036"/>
          <ac:spMkLst>
            <pc:docMk/>
            <pc:sldMk cId="3453994472" sldId="9126"/>
            <ac:spMk id="84" creationId="{D52D561D-BBBE-405D-A8AE-1B9A02D79DF0}"/>
          </ac:spMkLst>
        </pc:spChg>
        <pc:spChg chg="mod">
          <ac:chgData name="Macher, Andreas (DI FA CTR PLC PPM)" userId="f1dcac62-7bef-43eb-91f0-927336a1714f" providerId="ADAL" clId="{77769F15-7ACC-47C1-B74F-CF5E24910F6F}" dt="2022-11-23T14:41:52.124" v="443" actId="790"/>
          <ac:spMkLst>
            <pc:docMk/>
            <pc:sldMk cId="3453994472" sldId="9126"/>
            <ac:spMk id="85" creationId="{D6FF047E-A4EF-48B1-B0EE-3C7F10A7BB07}"/>
          </ac:spMkLst>
        </pc:spChg>
        <pc:spChg chg="mod">
          <ac:chgData name="Macher, Andreas (DI FA CTR PLC PPM)" userId="f1dcac62-7bef-43eb-91f0-927336a1714f" providerId="ADAL" clId="{77769F15-7ACC-47C1-B74F-CF5E24910F6F}" dt="2022-11-24T08:51:26.244" v="757" actId="1036"/>
          <ac:spMkLst>
            <pc:docMk/>
            <pc:sldMk cId="3453994472" sldId="9126"/>
            <ac:spMk id="86" creationId="{0A358B95-64EE-47B0-8EFD-B7AF18F5450D}"/>
          </ac:spMkLst>
        </pc:spChg>
        <pc:spChg chg="mod">
          <ac:chgData name="Macher, Andreas (DI FA CTR PLC PPM)" userId="f1dcac62-7bef-43eb-91f0-927336a1714f" providerId="ADAL" clId="{77769F15-7ACC-47C1-B74F-CF5E24910F6F}" dt="2022-11-23T14:41:52.124" v="443" actId="790"/>
          <ac:spMkLst>
            <pc:docMk/>
            <pc:sldMk cId="3453994472" sldId="9126"/>
            <ac:spMk id="87" creationId="{B5A9F57A-DFEF-413E-B168-86DDEB6F055D}"/>
          </ac:spMkLst>
        </pc:spChg>
      </pc:sldChg>
      <pc:sldChg chg="modSp mod">
        <pc:chgData name="Macher, Andreas (DI FA CTR PLC PPM)" userId="f1dcac62-7bef-43eb-91f0-927336a1714f" providerId="ADAL" clId="{77769F15-7ACC-47C1-B74F-CF5E24910F6F}" dt="2022-11-24T09:32:09.310" v="1249" actId="207"/>
        <pc:sldMkLst>
          <pc:docMk/>
          <pc:sldMk cId="936343421" sldId="9127"/>
        </pc:sldMkLst>
        <pc:spChg chg="mod">
          <ac:chgData name="Macher, Andreas (DI FA CTR PLC PPM)" userId="f1dcac62-7bef-43eb-91f0-927336a1714f" providerId="ADAL" clId="{77769F15-7ACC-47C1-B74F-CF5E24910F6F}" dt="2022-11-24T09:29:32.405" v="1231" actId="790"/>
          <ac:spMkLst>
            <pc:docMk/>
            <pc:sldMk cId="936343421" sldId="9127"/>
            <ac:spMk id="2" creationId="{1B76AFBB-2F78-4F52-B0C1-68962D0DDF29}"/>
          </ac:spMkLst>
        </pc:spChg>
        <pc:spChg chg="mod">
          <ac:chgData name="Macher, Andreas (DI FA CTR PLC PPM)" userId="f1dcac62-7bef-43eb-91f0-927336a1714f" providerId="ADAL" clId="{77769F15-7ACC-47C1-B74F-CF5E24910F6F}" dt="2022-11-24T09:29:32.405" v="1231" actId="790"/>
          <ac:spMkLst>
            <pc:docMk/>
            <pc:sldMk cId="936343421" sldId="9127"/>
            <ac:spMk id="4" creationId="{00000000-0000-0000-0000-000000000000}"/>
          </ac:spMkLst>
        </pc:spChg>
        <pc:graphicFrameChg chg="mod modGraphic">
          <ac:chgData name="Macher, Andreas (DI FA CTR PLC PPM)" userId="f1dcac62-7bef-43eb-91f0-927336a1714f" providerId="ADAL" clId="{77769F15-7ACC-47C1-B74F-CF5E24910F6F}" dt="2022-11-24T09:32:09.310" v="1249" actId="207"/>
          <ac:graphicFrameMkLst>
            <pc:docMk/>
            <pc:sldMk cId="936343421" sldId="9127"/>
            <ac:graphicFrameMk id="5" creationId="{00000000-0000-0000-0000-000000000000}"/>
          </ac:graphicFrameMkLst>
        </pc:graphicFrameChg>
      </pc:sldChg>
      <pc:sldChg chg="modSp mod">
        <pc:chgData name="Macher, Andreas (DI FA CTR PLC PPM)" userId="f1dcac62-7bef-43eb-91f0-927336a1714f" providerId="ADAL" clId="{77769F15-7ACC-47C1-B74F-CF5E24910F6F}" dt="2022-11-24T09:03:48.176" v="827" actId="20577"/>
        <pc:sldMkLst>
          <pc:docMk/>
          <pc:sldMk cId="2008483880" sldId="9731"/>
        </pc:sldMkLst>
        <pc:spChg chg="mod">
          <ac:chgData name="Macher, Andreas (DI FA CTR PLC PPM)" userId="f1dcac62-7bef-43eb-91f0-927336a1714f" providerId="ADAL" clId="{77769F15-7ACC-47C1-B74F-CF5E24910F6F}" dt="2022-11-24T09:03:34.805" v="805" actId="790"/>
          <ac:spMkLst>
            <pc:docMk/>
            <pc:sldMk cId="2008483880" sldId="9731"/>
            <ac:spMk id="15" creationId="{2246AE51-35D4-41F2-AD8A-9F0C631519B1}"/>
          </ac:spMkLst>
        </pc:spChg>
        <pc:spChg chg="mod">
          <ac:chgData name="Macher, Andreas (DI FA CTR PLC PPM)" userId="f1dcac62-7bef-43eb-91f0-927336a1714f" providerId="ADAL" clId="{77769F15-7ACC-47C1-B74F-CF5E24910F6F}" dt="2022-11-24T09:03:34.805" v="805" actId="790"/>
          <ac:spMkLst>
            <pc:docMk/>
            <pc:sldMk cId="2008483880" sldId="9731"/>
            <ac:spMk id="21" creationId="{AA942493-6921-4119-A4D3-74A26D8EB343}"/>
          </ac:spMkLst>
        </pc:spChg>
        <pc:spChg chg="mod">
          <ac:chgData name="Macher, Andreas (DI FA CTR PLC PPM)" userId="f1dcac62-7bef-43eb-91f0-927336a1714f" providerId="ADAL" clId="{77769F15-7ACC-47C1-B74F-CF5E24910F6F}" dt="2022-11-24T09:03:43.013" v="818" actId="20577"/>
          <ac:spMkLst>
            <pc:docMk/>
            <pc:sldMk cId="2008483880" sldId="9731"/>
            <ac:spMk id="22" creationId="{E475858D-CAE7-4B46-BCF3-F33FD9F27DD7}"/>
          </ac:spMkLst>
        </pc:spChg>
        <pc:spChg chg="mod">
          <ac:chgData name="Macher, Andreas (DI FA CTR PLC PPM)" userId="f1dcac62-7bef-43eb-91f0-927336a1714f" providerId="ADAL" clId="{77769F15-7ACC-47C1-B74F-CF5E24910F6F}" dt="2022-11-24T09:03:48.176" v="827" actId="20577"/>
          <ac:spMkLst>
            <pc:docMk/>
            <pc:sldMk cId="2008483880" sldId="9731"/>
            <ac:spMk id="23" creationId="{C7C45789-81E0-430C-94B1-225059A022B9}"/>
          </ac:spMkLst>
        </pc:spChg>
        <pc:spChg chg="mod">
          <ac:chgData name="Macher, Andreas (DI FA CTR PLC PPM)" userId="f1dcac62-7bef-43eb-91f0-927336a1714f" providerId="ADAL" clId="{77769F15-7ACC-47C1-B74F-CF5E24910F6F}" dt="2022-11-24T09:03:34.805" v="805" actId="790"/>
          <ac:spMkLst>
            <pc:docMk/>
            <pc:sldMk cId="2008483880" sldId="9731"/>
            <ac:spMk id="24" creationId="{6CBC065B-38CE-4973-A069-BE32E92F7D21}"/>
          </ac:spMkLst>
        </pc:spChg>
        <pc:spChg chg="mod">
          <ac:chgData name="Macher, Andreas (DI FA CTR PLC PPM)" userId="f1dcac62-7bef-43eb-91f0-927336a1714f" providerId="ADAL" clId="{77769F15-7ACC-47C1-B74F-CF5E24910F6F}" dt="2022-11-24T09:03:34.805" v="805" actId="790"/>
          <ac:spMkLst>
            <pc:docMk/>
            <pc:sldMk cId="2008483880" sldId="9731"/>
            <ac:spMk id="25" creationId="{ECAF21E3-7711-47A7-8ED0-588622213F25}"/>
          </ac:spMkLst>
        </pc:spChg>
        <pc:spChg chg="mod">
          <ac:chgData name="Macher, Andreas (DI FA CTR PLC PPM)" userId="f1dcac62-7bef-43eb-91f0-927336a1714f" providerId="ADAL" clId="{77769F15-7ACC-47C1-B74F-CF5E24910F6F}" dt="2022-11-24T09:03:34.805" v="805" actId="790"/>
          <ac:spMkLst>
            <pc:docMk/>
            <pc:sldMk cId="2008483880" sldId="9731"/>
            <ac:spMk id="26" creationId="{69256F88-A152-4744-9A43-744CEE6025EF}"/>
          </ac:spMkLst>
        </pc:spChg>
      </pc:sldChg>
      <pc:sldChg chg="modSp mod">
        <pc:chgData name="Macher, Andreas (DI FA CTR PLC PPM)" userId="f1dcac62-7bef-43eb-91f0-927336a1714f" providerId="ADAL" clId="{77769F15-7ACC-47C1-B74F-CF5E24910F6F}" dt="2022-11-23T14:52:57.249" v="594" actId="790"/>
        <pc:sldMkLst>
          <pc:docMk/>
          <pc:sldMk cId="296634150" sldId="9779"/>
        </pc:sldMkLst>
        <pc:spChg chg="mod">
          <ac:chgData name="Macher, Andreas (DI FA CTR PLC PPM)" userId="f1dcac62-7bef-43eb-91f0-927336a1714f" providerId="ADAL" clId="{77769F15-7ACC-47C1-B74F-CF5E24910F6F}" dt="2022-11-23T14:52:57.249" v="594" actId="790"/>
          <ac:spMkLst>
            <pc:docMk/>
            <pc:sldMk cId="296634150" sldId="9779"/>
            <ac:spMk id="2" creationId="{2005AA33-0C58-4946-9A8A-DD06B903F947}"/>
          </ac:spMkLst>
        </pc:spChg>
        <pc:spChg chg="mod">
          <ac:chgData name="Macher, Andreas (DI FA CTR PLC PPM)" userId="f1dcac62-7bef-43eb-91f0-927336a1714f" providerId="ADAL" clId="{77769F15-7ACC-47C1-B74F-CF5E24910F6F}" dt="2022-11-23T14:52:57.249" v="594" actId="790"/>
          <ac:spMkLst>
            <pc:docMk/>
            <pc:sldMk cId="296634150" sldId="9779"/>
            <ac:spMk id="4" creationId="{A645F354-40D6-4D3D-BA93-7A74F09635B4}"/>
          </ac:spMkLst>
        </pc:spChg>
        <pc:spChg chg="mod">
          <ac:chgData name="Macher, Andreas (DI FA CTR PLC PPM)" userId="f1dcac62-7bef-43eb-91f0-927336a1714f" providerId="ADAL" clId="{77769F15-7ACC-47C1-B74F-CF5E24910F6F}" dt="2022-11-23T14:52:57.249" v="594" actId="790"/>
          <ac:spMkLst>
            <pc:docMk/>
            <pc:sldMk cId="296634150" sldId="9779"/>
            <ac:spMk id="6" creationId="{B296FE98-2E58-4EBC-8921-4AC4A069249C}"/>
          </ac:spMkLst>
        </pc:spChg>
      </pc:sldChg>
      <pc:sldChg chg="modSp mod">
        <pc:chgData name="Macher, Andreas (DI FA CTR PLC PPM)" userId="f1dcac62-7bef-43eb-91f0-927336a1714f" providerId="ADAL" clId="{77769F15-7ACC-47C1-B74F-CF5E24910F6F}" dt="2022-11-24T09:01:00.867" v="773" actId="790"/>
        <pc:sldMkLst>
          <pc:docMk/>
          <pc:sldMk cId="3618742120" sldId="9780"/>
        </pc:sldMkLst>
        <pc:spChg chg="mod">
          <ac:chgData name="Macher, Andreas (DI FA CTR PLC PPM)" userId="f1dcac62-7bef-43eb-91f0-927336a1714f" providerId="ADAL" clId="{77769F15-7ACC-47C1-B74F-CF5E24910F6F}" dt="2022-11-24T09:01:00.867" v="773" actId="790"/>
          <ac:spMkLst>
            <pc:docMk/>
            <pc:sldMk cId="3618742120" sldId="9780"/>
            <ac:spMk id="2" creationId="{2005AA33-0C58-4946-9A8A-DD06B903F947}"/>
          </ac:spMkLst>
        </pc:spChg>
        <pc:spChg chg="mod">
          <ac:chgData name="Macher, Andreas (DI FA CTR PLC PPM)" userId="f1dcac62-7bef-43eb-91f0-927336a1714f" providerId="ADAL" clId="{77769F15-7ACC-47C1-B74F-CF5E24910F6F}" dt="2022-11-24T09:01:00.867" v="773" actId="790"/>
          <ac:spMkLst>
            <pc:docMk/>
            <pc:sldMk cId="3618742120" sldId="9780"/>
            <ac:spMk id="4" creationId="{A645F354-40D6-4D3D-BA93-7A74F09635B4}"/>
          </ac:spMkLst>
        </pc:spChg>
        <pc:spChg chg="mod">
          <ac:chgData name="Macher, Andreas (DI FA CTR PLC PPM)" userId="f1dcac62-7bef-43eb-91f0-927336a1714f" providerId="ADAL" clId="{77769F15-7ACC-47C1-B74F-CF5E24910F6F}" dt="2022-11-24T09:01:00.867" v="773" actId="790"/>
          <ac:spMkLst>
            <pc:docMk/>
            <pc:sldMk cId="3618742120" sldId="9780"/>
            <ac:spMk id="6" creationId="{B296FE98-2E58-4EBC-8921-4AC4A069249C}"/>
          </ac:spMkLst>
        </pc:spChg>
      </pc:sldChg>
      <pc:sldChg chg="addSp modSp mod">
        <pc:chgData name="Macher, Andreas (DI FA CTR PLC PPM)" userId="f1dcac62-7bef-43eb-91f0-927336a1714f" providerId="ADAL" clId="{77769F15-7ACC-47C1-B74F-CF5E24910F6F}" dt="2022-11-24T10:12:23.026" v="1275" actId="1037"/>
        <pc:sldMkLst>
          <pc:docMk/>
          <pc:sldMk cId="3721668768" sldId="9781"/>
        </pc:sldMkLst>
        <pc:spChg chg="mod">
          <ac:chgData name="Macher, Andreas (DI FA CTR PLC PPM)" userId="f1dcac62-7bef-43eb-91f0-927336a1714f" providerId="ADAL" clId="{77769F15-7ACC-47C1-B74F-CF5E24910F6F}" dt="2022-11-23T13:15:08.862" v="156" actId="790"/>
          <ac:spMkLst>
            <pc:docMk/>
            <pc:sldMk cId="3721668768" sldId="9781"/>
            <ac:spMk id="2" creationId="{D844B46B-66FB-4F76-8B0E-37D7D4617D33}"/>
          </ac:spMkLst>
        </pc:spChg>
        <pc:spChg chg="mod">
          <ac:chgData name="Macher, Andreas (DI FA CTR PLC PPM)" userId="f1dcac62-7bef-43eb-91f0-927336a1714f" providerId="ADAL" clId="{77769F15-7ACC-47C1-B74F-CF5E24910F6F}" dt="2022-11-23T13:15:08.862" v="156" actId="790"/>
          <ac:spMkLst>
            <pc:docMk/>
            <pc:sldMk cId="3721668768" sldId="9781"/>
            <ac:spMk id="3" creationId="{06245AF5-1AE3-49EC-B4ED-2C4EC9A6E5FC}"/>
          </ac:spMkLst>
        </pc:spChg>
        <pc:spChg chg="mod">
          <ac:chgData name="Macher, Andreas (DI FA CTR PLC PPM)" userId="f1dcac62-7bef-43eb-91f0-927336a1714f" providerId="ADAL" clId="{77769F15-7ACC-47C1-B74F-CF5E24910F6F}" dt="2022-11-23T13:15:08.862" v="156" actId="790"/>
          <ac:spMkLst>
            <pc:docMk/>
            <pc:sldMk cId="3721668768" sldId="9781"/>
            <ac:spMk id="4" creationId="{59CA34EA-4792-9B73-9FCB-6C0D4AE3F30D}"/>
          </ac:spMkLst>
        </pc:spChg>
        <pc:spChg chg="mod">
          <ac:chgData name="Macher, Andreas (DI FA CTR PLC PPM)" userId="f1dcac62-7bef-43eb-91f0-927336a1714f" providerId="ADAL" clId="{77769F15-7ACC-47C1-B74F-CF5E24910F6F}" dt="2022-11-23T13:15:08.862" v="156" actId="790"/>
          <ac:spMkLst>
            <pc:docMk/>
            <pc:sldMk cId="3721668768" sldId="9781"/>
            <ac:spMk id="5" creationId="{A38F6808-4085-423A-A99A-9DC01B1678CB}"/>
          </ac:spMkLst>
        </pc:spChg>
        <pc:spChg chg="mod">
          <ac:chgData name="Macher, Andreas (DI FA CTR PLC PPM)" userId="f1dcac62-7bef-43eb-91f0-927336a1714f" providerId="ADAL" clId="{77769F15-7ACC-47C1-B74F-CF5E24910F6F}" dt="2022-11-23T13:15:08.862" v="156" actId="790"/>
          <ac:spMkLst>
            <pc:docMk/>
            <pc:sldMk cId="3721668768" sldId="9781"/>
            <ac:spMk id="6" creationId="{3148748C-847D-C8C3-8852-8210D6336767}"/>
          </ac:spMkLst>
        </pc:spChg>
        <pc:spChg chg="mod">
          <ac:chgData name="Macher, Andreas (DI FA CTR PLC PPM)" userId="f1dcac62-7bef-43eb-91f0-927336a1714f" providerId="ADAL" clId="{77769F15-7ACC-47C1-B74F-CF5E24910F6F}" dt="2022-11-23T13:15:08.862" v="156" actId="790"/>
          <ac:spMkLst>
            <pc:docMk/>
            <pc:sldMk cId="3721668768" sldId="9781"/>
            <ac:spMk id="10" creationId="{DEFA907D-CD11-D4CB-8FBC-A6666DF95B28}"/>
          </ac:spMkLst>
        </pc:spChg>
        <pc:spChg chg="mod">
          <ac:chgData name="Macher, Andreas (DI FA CTR PLC PPM)" userId="f1dcac62-7bef-43eb-91f0-927336a1714f" providerId="ADAL" clId="{77769F15-7ACC-47C1-B74F-CF5E24910F6F}" dt="2022-11-23T13:15:08.862" v="156" actId="790"/>
          <ac:spMkLst>
            <pc:docMk/>
            <pc:sldMk cId="3721668768" sldId="9781"/>
            <ac:spMk id="11" creationId="{BDEB1F14-BABC-0BFE-1823-97A5746B8EDD}"/>
          </ac:spMkLst>
        </pc:spChg>
        <pc:spChg chg="mod">
          <ac:chgData name="Macher, Andreas (DI FA CTR PLC PPM)" userId="f1dcac62-7bef-43eb-91f0-927336a1714f" providerId="ADAL" clId="{77769F15-7ACC-47C1-B74F-CF5E24910F6F}" dt="2022-11-23T13:15:08.862" v="156" actId="790"/>
          <ac:spMkLst>
            <pc:docMk/>
            <pc:sldMk cId="3721668768" sldId="9781"/>
            <ac:spMk id="12" creationId="{6A394810-61B9-E0FD-DCB7-ED6AC6D10436}"/>
          </ac:spMkLst>
        </pc:spChg>
        <pc:spChg chg="mod">
          <ac:chgData name="Macher, Andreas (DI FA CTR PLC PPM)" userId="f1dcac62-7bef-43eb-91f0-927336a1714f" providerId="ADAL" clId="{77769F15-7ACC-47C1-B74F-CF5E24910F6F}" dt="2022-11-23T13:15:08.862" v="156" actId="790"/>
          <ac:spMkLst>
            <pc:docMk/>
            <pc:sldMk cId="3721668768" sldId="9781"/>
            <ac:spMk id="13" creationId="{04D64973-D549-F267-54BD-33EF3696BE1F}"/>
          </ac:spMkLst>
        </pc:spChg>
        <pc:spChg chg="add mod">
          <ac:chgData name="Macher, Andreas (DI FA CTR PLC PPM)" userId="f1dcac62-7bef-43eb-91f0-927336a1714f" providerId="ADAL" clId="{77769F15-7ACC-47C1-B74F-CF5E24910F6F}" dt="2022-11-24T10:12:23.026" v="1275" actId="1037"/>
          <ac:spMkLst>
            <pc:docMk/>
            <pc:sldMk cId="3721668768" sldId="9781"/>
            <ac:spMk id="14" creationId="{DAA0BF11-B92B-5FCB-AF05-E01ADE34A052}"/>
          </ac:spMkLst>
        </pc:spChg>
      </pc:sldChg>
      <pc:sldChg chg="modSp mod">
        <pc:chgData name="Macher, Andreas (DI FA CTR PLC PPM)" userId="f1dcac62-7bef-43eb-91f0-927336a1714f" providerId="ADAL" clId="{77769F15-7ACC-47C1-B74F-CF5E24910F6F}" dt="2022-11-23T14:06:19.209" v="342" actId="20577"/>
        <pc:sldMkLst>
          <pc:docMk/>
          <pc:sldMk cId="2880670099" sldId="9782"/>
        </pc:sldMkLst>
        <pc:spChg chg="mod">
          <ac:chgData name="Macher, Andreas (DI FA CTR PLC PPM)" userId="f1dcac62-7bef-43eb-91f0-927336a1714f" providerId="ADAL" clId="{77769F15-7ACC-47C1-B74F-CF5E24910F6F}" dt="2022-11-23T13:14:25.393" v="152"/>
          <ac:spMkLst>
            <pc:docMk/>
            <pc:sldMk cId="2880670099" sldId="9782"/>
            <ac:spMk id="2" creationId="{6E3881A0-AE27-440B-85FF-039A5B808AC5}"/>
          </ac:spMkLst>
        </pc:spChg>
        <pc:spChg chg="mod">
          <ac:chgData name="Macher, Andreas (DI FA CTR PLC PPM)" userId="f1dcac62-7bef-43eb-91f0-927336a1714f" providerId="ADAL" clId="{77769F15-7ACC-47C1-B74F-CF5E24910F6F}" dt="2022-11-23T14:06:19.209" v="342" actId="20577"/>
          <ac:spMkLst>
            <pc:docMk/>
            <pc:sldMk cId="2880670099" sldId="9782"/>
            <ac:spMk id="49" creationId="{F0B930A9-3AFA-C41C-1F98-0E0FC1C0DBBE}"/>
          </ac:spMkLst>
        </pc:spChg>
      </pc:sldChg>
      <pc:sldChg chg="modSp mod">
        <pc:chgData name="Macher, Andreas (DI FA CTR PLC PPM)" userId="f1dcac62-7bef-43eb-91f0-927336a1714f" providerId="ADAL" clId="{77769F15-7ACC-47C1-B74F-CF5E24910F6F}" dt="2022-11-23T14:05:42.730" v="338" actId="20577"/>
        <pc:sldMkLst>
          <pc:docMk/>
          <pc:sldMk cId="1679484577" sldId="9783"/>
        </pc:sldMkLst>
        <pc:spChg chg="mod">
          <ac:chgData name="Macher, Andreas (DI FA CTR PLC PPM)" userId="f1dcac62-7bef-43eb-91f0-927336a1714f" providerId="ADAL" clId="{77769F15-7ACC-47C1-B74F-CF5E24910F6F}" dt="2022-11-23T13:14:25.393" v="152"/>
          <ac:spMkLst>
            <pc:docMk/>
            <pc:sldMk cId="1679484577" sldId="9783"/>
            <ac:spMk id="2" creationId="{5B64D186-2FA4-4B6C-A55E-5EAD51E916BA}"/>
          </ac:spMkLst>
        </pc:spChg>
        <pc:spChg chg="mod">
          <ac:chgData name="Macher, Andreas (DI FA CTR PLC PPM)" userId="f1dcac62-7bef-43eb-91f0-927336a1714f" providerId="ADAL" clId="{77769F15-7ACC-47C1-B74F-CF5E24910F6F}" dt="2022-11-23T14:05:42.730" v="338" actId="20577"/>
          <ac:spMkLst>
            <pc:docMk/>
            <pc:sldMk cId="1679484577" sldId="9783"/>
            <ac:spMk id="230" creationId="{7854F3E2-3FD2-0037-9ADA-563EE9DF3B8B}"/>
          </ac:spMkLst>
        </pc:spChg>
      </pc:sldChg>
      <pc:sldChg chg="modSp mod">
        <pc:chgData name="Macher, Andreas (DI FA CTR PLC PPM)" userId="f1dcac62-7bef-43eb-91f0-927336a1714f" providerId="ADAL" clId="{77769F15-7ACC-47C1-B74F-CF5E24910F6F}" dt="2022-11-23T14:05:38.735" v="336" actId="20577"/>
        <pc:sldMkLst>
          <pc:docMk/>
          <pc:sldMk cId="1233436529" sldId="9784"/>
        </pc:sldMkLst>
        <pc:spChg chg="mod">
          <ac:chgData name="Macher, Andreas (DI FA CTR PLC PPM)" userId="f1dcac62-7bef-43eb-91f0-927336a1714f" providerId="ADAL" clId="{77769F15-7ACC-47C1-B74F-CF5E24910F6F}" dt="2022-11-23T13:14:25.393" v="152"/>
          <ac:spMkLst>
            <pc:docMk/>
            <pc:sldMk cId="1233436529" sldId="9784"/>
            <ac:spMk id="2" creationId="{5B64D186-2FA4-4B6C-A55E-5EAD51E916BA}"/>
          </ac:spMkLst>
        </pc:spChg>
        <pc:spChg chg="mod">
          <ac:chgData name="Macher, Andreas (DI FA CTR PLC PPM)" userId="f1dcac62-7bef-43eb-91f0-927336a1714f" providerId="ADAL" clId="{77769F15-7ACC-47C1-B74F-CF5E24910F6F}" dt="2022-11-23T14:05:38.735" v="336" actId="20577"/>
          <ac:spMkLst>
            <pc:docMk/>
            <pc:sldMk cId="1233436529" sldId="9784"/>
            <ac:spMk id="224" creationId="{AC0ADD0F-FCC4-C690-B720-500AFE475123}"/>
          </ac:spMkLst>
        </pc:spChg>
      </pc:sldChg>
      <pc:sldChg chg="modSp">
        <pc:chgData name="Macher, Andreas (DI FA CTR PLC PPM)" userId="f1dcac62-7bef-43eb-91f0-927336a1714f" providerId="ADAL" clId="{77769F15-7ACC-47C1-B74F-CF5E24910F6F}" dt="2022-11-23T14:04:45.074" v="332"/>
        <pc:sldMkLst>
          <pc:docMk/>
          <pc:sldMk cId="2745305467" sldId="9785"/>
        </pc:sldMkLst>
        <pc:spChg chg="mod">
          <ac:chgData name="Macher, Andreas (DI FA CTR PLC PPM)" userId="f1dcac62-7bef-43eb-91f0-927336a1714f" providerId="ADAL" clId="{77769F15-7ACC-47C1-B74F-CF5E24910F6F}" dt="2022-11-23T14:04:45.074" v="332"/>
          <ac:spMkLst>
            <pc:docMk/>
            <pc:sldMk cId="2745305467" sldId="9785"/>
            <ac:spMk id="2" creationId="{AE4304C3-7775-4955-9532-EAFA5BB5626C}"/>
          </ac:spMkLst>
        </pc:spChg>
      </pc:sldChg>
      <pc:sldChg chg="modSp">
        <pc:chgData name="Macher, Andreas (DI FA CTR PLC PPM)" userId="f1dcac62-7bef-43eb-91f0-927336a1714f" providerId="ADAL" clId="{77769F15-7ACC-47C1-B74F-CF5E24910F6F}" dt="2022-11-23T14:04:45.074" v="332"/>
        <pc:sldMkLst>
          <pc:docMk/>
          <pc:sldMk cId="1050852855" sldId="9788"/>
        </pc:sldMkLst>
        <pc:spChg chg="mod">
          <ac:chgData name="Macher, Andreas (DI FA CTR PLC PPM)" userId="f1dcac62-7bef-43eb-91f0-927336a1714f" providerId="ADAL" clId="{77769F15-7ACC-47C1-B74F-CF5E24910F6F}" dt="2022-11-23T14:04:45.074" v="332"/>
          <ac:spMkLst>
            <pc:docMk/>
            <pc:sldMk cId="1050852855" sldId="9788"/>
            <ac:spMk id="23" creationId="{A3F1D56D-4B75-6B78-281C-BEF04A568638}"/>
          </ac:spMkLst>
        </pc:spChg>
      </pc:sldChg>
      <pc:sldChg chg="modSp mod">
        <pc:chgData name="Macher, Andreas (DI FA CTR PLC PPM)" userId="f1dcac62-7bef-43eb-91f0-927336a1714f" providerId="ADAL" clId="{77769F15-7ACC-47C1-B74F-CF5E24910F6F}" dt="2022-11-23T14:05:32.736" v="334" actId="20577"/>
        <pc:sldMkLst>
          <pc:docMk/>
          <pc:sldMk cId="173002088" sldId="9789"/>
        </pc:sldMkLst>
        <pc:spChg chg="mod">
          <ac:chgData name="Macher, Andreas (DI FA CTR PLC PPM)" userId="f1dcac62-7bef-43eb-91f0-927336a1714f" providerId="ADAL" clId="{77769F15-7ACC-47C1-B74F-CF5E24910F6F}" dt="2022-11-23T14:04:45.074" v="332"/>
          <ac:spMkLst>
            <pc:docMk/>
            <pc:sldMk cId="173002088" sldId="9789"/>
            <ac:spMk id="2" creationId="{5B64D186-2FA4-4B6C-A55E-5EAD51E916BA}"/>
          </ac:spMkLst>
        </pc:spChg>
        <pc:spChg chg="mod">
          <ac:chgData name="Macher, Andreas (DI FA CTR PLC PPM)" userId="f1dcac62-7bef-43eb-91f0-927336a1714f" providerId="ADAL" clId="{77769F15-7ACC-47C1-B74F-CF5E24910F6F}" dt="2022-11-23T14:05:32.736" v="334" actId="20577"/>
          <ac:spMkLst>
            <pc:docMk/>
            <pc:sldMk cId="173002088" sldId="9789"/>
            <ac:spMk id="224" creationId="{AC0ADD0F-FCC4-C690-B720-500AFE475123}"/>
          </ac:spMkLst>
        </pc:spChg>
      </pc:sldChg>
      <pc:sldChg chg="modSp mod">
        <pc:chgData name="Macher, Andreas (DI FA CTR PLC PPM)" userId="f1dcac62-7bef-43eb-91f0-927336a1714f" providerId="ADAL" clId="{77769F15-7ACC-47C1-B74F-CF5E24910F6F}" dt="2022-11-23T14:06:07.735" v="340" actId="20577"/>
        <pc:sldMkLst>
          <pc:docMk/>
          <pc:sldMk cId="1519133652" sldId="9790"/>
        </pc:sldMkLst>
        <pc:spChg chg="mod">
          <ac:chgData name="Macher, Andreas (DI FA CTR PLC PPM)" userId="f1dcac62-7bef-43eb-91f0-927336a1714f" providerId="ADAL" clId="{77769F15-7ACC-47C1-B74F-CF5E24910F6F}" dt="2022-11-23T13:14:25.393" v="152"/>
          <ac:spMkLst>
            <pc:docMk/>
            <pc:sldMk cId="1519133652" sldId="9790"/>
            <ac:spMk id="2" creationId="{6E3881A0-AE27-440B-85FF-039A5B808AC5}"/>
          </ac:spMkLst>
        </pc:spChg>
        <pc:spChg chg="mod">
          <ac:chgData name="Macher, Andreas (DI FA CTR PLC PPM)" userId="f1dcac62-7bef-43eb-91f0-927336a1714f" providerId="ADAL" clId="{77769F15-7ACC-47C1-B74F-CF5E24910F6F}" dt="2022-11-23T14:06:07.735" v="340" actId="20577"/>
          <ac:spMkLst>
            <pc:docMk/>
            <pc:sldMk cId="1519133652" sldId="9790"/>
            <ac:spMk id="49" creationId="{F0B930A9-3AFA-C41C-1F98-0E0FC1C0DBBE}"/>
          </ac:spMkLst>
        </pc:spChg>
      </pc:sldChg>
      <pc:sldChg chg="modSp mod">
        <pc:chgData name="Macher, Andreas (DI FA CTR PLC PPM)" userId="f1dcac62-7bef-43eb-91f0-927336a1714f" providerId="ADAL" clId="{77769F15-7ACC-47C1-B74F-CF5E24910F6F}" dt="2022-11-24T09:06:20.300" v="831" actId="790"/>
        <pc:sldMkLst>
          <pc:docMk/>
          <pc:sldMk cId="4248278517" sldId="9793"/>
        </pc:sldMkLst>
        <pc:spChg chg="mod">
          <ac:chgData name="Macher, Andreas (DI FA CTR PLC PPM)" userId="f1dcac62-7bef-43eb-91f0-927336a1714f" providerId="ADAL" clId="{77769F15-7ACC-47C1-B74F-CF5E24910F6F}" dt="2022-11-24T09:06:20.300" v="831" actId="790"/>
          <ac:spMkLst>
            <pc:docMk/>
            <pc:sldMk cId="4248278517" sldId="9793"/>
            <ac:spMk id="2" creationId="{6D6F2DDB-4C06-49DE-AC79-439A41C41973}"/>
          </ac:spMkLst>
        </pc:spChg>
        <pc:spChg chg="mod">
          <ac:chgData name="Macher, Andreas (DI FA CTR PLC PPM)" userId="f1dcac62-7bef-43eb-91f0-927336a1714f" providerId="ADAL" clId="{77769F15-7ACC-47C1-B74F-CF5E24910F6F}" dt="2022-11-24T09:06:20.300" v="831" actId="790"/>
          <ac:spMkLst>
            <pc:docMk/>
            <pc:sldMk cId="4248278517" sldId="9793"/>
            <ac:spMk id="3" creationId="{93A1395D-1379-4A9A-8355-68B08CAC9CA6}"/>
          </ac:spMkLst>
        </pc:spChg>
        <pc:spChg chg="mod">
          <ac:chgData name="Macher, Andreas (DI FA CTR PLC PPM)" userId="f1dcac62-7bef-43eb-91f0-927336a1714f" providerId="ADAL" clId="{77769F15-7ACC-47C1-B74F-CF5E24910F6F}" dt="2022-11-24T09:06:20.300" v="831" actId="790"/>
          <ac:spMkLst>
            <pc:docMk/>
            <pc:sldMk cId="4248278517" sldId="9793"/>
            <ac:spMk id="4" creationId="{413EB89E-FA73-7863-ACBA-7005EEF6895E}"/>
          </ac:spMkLst>
        </pc:spChg>
        <pc:spChg chg="mod">
          <ac:chgData name="Macher, Andreas (DI FA CTR PLC PPM)" userId="f1dcac62-7bef-43eb-91f0-927336a1714f" providerId="ADAL" clId="{77769F15-7ACC-47C1-B74F-CF5E24910F6F}" dt="2022-11-24T09:06:20.300" v="831" actId="790"/>
          <ac:spMkLst>
            <pc:docMk/>
            <pc:sldMk cId="4248278517" sldId="9793"/>
            <ac:spMk id="5" creationId="{B2E67071-61E1-5FE3-D827-6CD3FCE4F7B9}"/>
          </ac:spMkLst>
        </pc:spChg>
        <pc:spChg chg="mod">
          <ac:chgData name="Macher, Andreas (DI FA CTR PLC PPM)" userId="f1dcac62-7bef-43eb-91f0-927336a1714f" providerId="ADAL" clId="{77769F15-7ACC-47C1-B74F-CF5E24910F6F}" dt="2022-11-24T09:06:20.300" v="831" actId="790"/>
          <ac:spMkLst>
            <pc:docMk/>
            <pc:sldMk cId="4248278517" sldId="9793"/>
            <ac:spMk id="6" creationId="{B687BCB4-821B-CE14-36C8-40B5587A2573}"/>
          </ac:spMkLst>
        </pc:spChg>
        <pc:spChg chg="mod">
          <ac:chgData name="Macher, Andreas (DI FA CTR PLC PPM)" userId="f1dcac62-7bef-43eb-91f0-927336a1714f" providerId="ADAL" clId="{77769F15-7ACC-47C1-B74F-CF5E24910F6F}" dt="2022-11-24T09:06:20.300" v="831" actId="790"/>
          <ac:spMkLst>
            <pc:docMk/>
            <pc:sldMk cId="4248278517" sldId="9793"/>
            <ac:spMk id="12" creationId="{5AFCA052-F1D4-99F7-8ABA-A9252C1E32A0}"/>
          </ac:spMkLst>
        </pc:spChg>
        <pc:spChg chg="mod">
          <ac:chgData name="Macher, Andreas (DI FA CTR PLC PPM)" userId="f1dcac62-7bef-43eb-91f0-927336a1714f" providerId="ADAL" clId="{77769F15-7ACC-47C1-B74F-CF5E24910F6F}" dt="2022-11-24T09:06:20.300" v="831" actId="790"/>
          <ac:spMkLst>
            <pc:docMk/>
            <pc:sldMk cId="4248278517" sldId="9793"/>
            <ac:spMk id="13" creationId="{80761167-4623-9AEE-F05A-A84DA0E6BD8F}"/>
          </ac:spMkLst>
        </pc:spChg>
      </pc:sldChg>
      <pc:sldChg chg="modSp mod">
        <pc:chgData name="Macher, Andreas (DI FA CTR PLC PPM)" userId="f1dcac62-7bef-43eb-91f0-927336a1714f" providerId="ADAL" clId="{77769F15-7ACC-47C1-B74F-CF5E24910F6F}" dt="2022-11-23T13:30:02.664" v="269" actId="20577"/>
        <pc:sldMkLst>
          <pc:docMk/>
          <pc:sldMk cId="3349434312" sldId="9795"/>
        </pc:sldMkLst>
        <pc:spChg chg="mod">
          <ac:chgData name="Macher, Andreas (DI FA CTR PLC PPM)" userId="f1dcac62-7bef-43eb-91f0-927336a1714f" providerId="ADAL" clId="{77769F15-7ACC-47C1-B74F-CF5E24910F6F}" dt="2022-11-23T13:25:36.092" v="252"/>
          <ac:spMkLst>
            <pc:docMk/>
            <pc:sldMk cId="3349434312" sldId="9795"/>
            <ac:spMk id="2" creationId="{15C1A62D-F920-48BB-B71A-F11DAC140589}"/>
          </ac:spMkLst>
        </pc:spChg>
        <pc:spChg chg="mod">
          <ac:chgData name="Macher, Andreas (DI FA CTR PLC PPM)" userId="f1dcac62-7bef-43eb-91f0-927336a1714f" providerId="ADAL" clId="{77769F15-7ACC-47C1-B74F-CF5E24910F6F}" dt="2022-11-23T13:29:39.150" v="261" actId="20577"/>
          <ac:spMkLst>
            <pc:docMk/>
            <pc:sldMk cId="3349434312" sldId="9795"/>
            <ac:spMk id="3" creationId="{D9769B49-5F13-4959-8D05-8E1270BB8707}"/>
          </ac:spMkLst>
        </pc:spChg>
        <pc:spChg chg="mod">
          <ac:chgData name="Macher, Andreas (DI FA CTR PLC PPM)" userId="f1dcac62-7bef-43eb-91f0-927336a1714f" providerId="ADAL" clId="{77769F15-7ACC-47C1-B74F-CF5E24910F6F}" dt="2022-11-23T12:59:32.808" v="0"/>
          <ac:spMkLst>
            <pc:docMk/>
            <pc:sldMk cId="3349434312" sldId="9795"/>
            <ac:spMk id="4" creationId="{00000000-0000-0000-0000-000000000000}"/>
          </ac:spMkLst>
        </pc:spChg>
        <pc:spChg chg="mod">
          <ac:chgData name="Macher, Andreas (DI FA CTR PLC PPM)" userId="f1dcac62-7bef-43eb-91f0-927336a1714f" providerId="ADAL" clId="{77769F15-7ACC-47C1-B74F-CF5E24910F6F}" dt="2022-11-23T13:30:02.664" v="269" actId="20577"/>
          <ac:spMkLst>
            <pc:docMk/>
            <pc:sldMk cId="3349434312" sldId="9795"/>
            <ac:spMk id="56" creationId="{00000000-0000-0000-0000-000000000000}"/>
          </ac:spMkLst>
        </pc:spChg>
      </pc:sldChg>
      <pc:sldChg chg="modSp mod">
        <pc:chgData name="Macher, Andreas (DI FA CTR PLC PPM)" userId="f1dcac62-7bef-43eb-91f0-927336a1714f" providerId="ADAL" clId="{77769F15-7ACC-47C1-B74F-CF5E24910F6F}" dt="2022-11-24T09:04:27.553" v="828" actId="790"/>
        <pc:sldMkLst>
          <pc:docMk/>
          <pc:sldMk cId="2310770534" sldId="9796"/>
        </pc:sldMkLst>
        <pc:spChg chg="mod">
          <ac:chgData name="Macher, Andreas (DI FA CTR PLC PPM)" userId="f1dcac62-7bef-43eb-91f0-927336a1714f" providerId="ADAL" clId="{77769F15-7ACC-47C1-B74F-CF5E24910F6F}" dt="2022-11-24T09:04:27.553" v="828" actId="790"/>
          <ac:spMkLst>
            <pc:docMk/>
            <pc:sldMk cId="2310770534" sldId="9796"/>
            <ac:spMk id="2" creationId="{6D6F2DDB-4C06-49DE-AC79-439A41C41973}"/>
          </ac:spMkLst>
        </pc:spChg>
        <pc:spChg chg="mod">
          <ac:chgData name="Macher, Andreas (DI FA CTR PLC PPM)" userId="f1dcac62-7bef-43eb-91f0-927336a1714f" providerId="ADAL" clId="{77769F15-7ACC-47C1-B74F-CF5E24910F6F}" dt="2022-11-24T09:04:27.553" v="828" actId="790"/>
          <ac:spMkLst>
            <pc:docMk/>
            <pc:sldMk cId="2310770534" sldId="9796"/>
            <ac:spMk id="3" creationId="{93A1395D-1379-4A9A-8355-68B08CAC9CA6}"/>
          </ac:spMkLst>
        </pc:spChg>
        <pc:spChg chg="mod">
          <ac:chgData name="Macher, Andreas (DI FA CTR PLC PPM)" userId="f1dcac62-7bef-43eb-91f0-927336a1714f" providerId="ADAL" clId="{77769F15-7ACC-47C1-B74F-CF5E24910F6F}" dt="2022-11-24T09:04:27.553" v="828" actId="790"/>
          <ac:spMkLst>
            <pc:docMk/>
            <pc:sldMk cId="2310770534" sldId="9796"/>
            <ac:spMk id="4" creationId="{6E357FAF-AF9B-4D23-8354-C695E3A05A83}"/>
          </ac:spMkLst>
        </pc:spChg>
        <pc:spChg chg="mod">
          <ac:chgData name="Macher, Andreas (DI FA CTR PLC PPM)" userId="f1dcac62-7bef-43eb-91f0-927336a1714f" providerId="ADAL" clId="{77769F15-7ACC-47C1-B74F-CF5E24910F6F}" dt="2022-11-24T09:04:27.553" v="828" actId="790"/>
          <ac:spMkLst>
            <pc:docMk/>
            <pc:sldMk cId="2310770534" sldId="9796"/>
            <ac:spMk id="9" creationId="{2AAD99A9-494C-3525-A848-37B67FAEAA69}"/>
          </ac:spMkLst>
        </pc:spChg>
        <pc:spChg chg="mod">
          <ac:chgData name="Macher, Andreas (DI FA CTR PLC PPM)" userId="f1dcac62-7bef-43eb-91f0-927336a1714f" providerId="ADAL" clId="{77769F15-7ACC-47C1-B74F-CF5E24910F6F}" dt="2022-11-24T09:04:27.553" v="828" actId="790"/>
          <ac:spMkLst>
            <pc:docMk/>
            <pc:sldMk cId="2310770534" sldId="9796"/>
            <ac:spMk id="13" creationId="{864F8C34-6F66-2D32-1BB4-1695AA3EC572}"/>
          </ac:spMkLst>
        </pc:spChg>
        <pc:spChg chg="mod">
          <ac:chgData name="Macher, Andreas (DI FA CTR PLC PPM)" userId="f1dcac62-7bef-43eb-91f0-927336a1714f" providerId="ADAL" clId="{77769F15-7ACC-47C1-B74F-CF5E24910F6F}" dt="2022-11-24T09:04:27.553" v="828" actId="790"/>
          <ac:spMkLst>
            <pc:docMk/>
            <pc:sldMk cId="2310770534" sldId="9796"/>
            <ac:spMk id="14" creationId="{AF82BABE-AB83-47F5-DCB4-8D753C77188D}"/>
          </ac:spMkLst>
        </pc:spChg>
        <pc:spChg chg="mod">
          <ac:chgData name="Macher, Andreas (DI FA CTR PLC PPM)" userId="f1dcac62-7bef-43eb-91f0-927336a1714f" providerId="ADAL" clId="{77769F15-7ACC-47C1-B74F-CF5E24910F6F}" dt="2022-11-24T09:04:27.553" v="828" actId="790"/>
          <ac:spMkLst>
            <pc:docMk/>
            <pc:sldMk cId="2310770534" sldId="9796"/>
            <ac:spMk id="17" creationId="{5B81D462-7E2F-0CF6-DC7B-DF273CDE32CF}"/>
          </ac:spMkLst>
        </pc:spChg>
        <pc:spChg chg="mod">
          <ac:chgData name="Macher, Andreas (DI FA CTR PLC PPM)" userId="f1dcac62-7bef-43eb-91f0-927336a1714f" providerId="ADAL" clId="{77769F15-7ACC-47C1-B74F-CF5E24910F6F}" dt="2022-11-24T09:04:27.553" v="828" actId="790"/>
          <ac:spMkLst>
            <pc:docMk/>
            <pc:sldMk cId="2310770534" sldId="9796"/>
            <ac:spMk id="18" creationId="{FBBA101C-F4AF-2D0C-0D0A-A8B59F47E28E}"/>
          </ac:spMkLst>
        </pc:spChg>
        <pc:spChg chg="mod">
          <ac:chgData name="Macher, Andreas (DI FA CTR PLC PPM)" userId="f1dcac62-7bef-43eb-91f0-927336a1714f" providerId="ADAL" clId="{77769F15-7ACC-47C1-B74F-CF5E24910F6F}" dt="2022-11-24T09:04:27.553" v="828" actId="790"/>
          <ac:spMkLst>
            <pc:docMk/>
            <pc:sldMk cId="2310770534" sldId="9796"/>
            <ac:spMk id="19" creationId="{B5CAC34F-0194-F35E-0BE7-96B516C9F390}"/>
          </ac:spMkLst>
        </pc:spChg>
      </pc:sldChg>
      <pc:sldChg chg="modSp mod">
        <pc:chgData name="Macher, Andreas (DI FA CTR PLC PPM)" userId="f1dcac62-7bef-43eb-91f0-927336a1714f" providerId="ADAL" clId="{77769F15-7ACC-47C1-B74F-CF5E24910F6F}" dt="2022-11-23T14:19:47.666" v="419"/>
        <pc:sldMkLst>
          <pc:docMk/>
          <pc:sldMk cId="1476210905" sldId="9797"/>
        </pc:sldMkLst>
        <pc:spChg chg="mod">
          <ac:chgData name="Macher, Andreas (DI FA CTR PLC PPM)" userId="f1dcac62-7bef-43eb-91f0-927336a1714f" providerId="ADAL" clId="{77769F15-7ACC-47C1-B74F-CF5E24910F6F}" dt="2022-11-23T13:14:25.393" v="152"/>
          <ac:spMkLst>
            <pc:docMk/>
            <pc:sldMk cId="1476210905" sldId="9797"/>
            <ac:spMk id="2" creationId="{25A4033A-708D-43C3-B9CD-3E72050A421C}"/>
          </ac:spMkLst>
        </pc:spChg>
        <pc:spChg chg="mod">
          <ac:chgData name="Macher, Andreas (DI FA CTR PLC PPM)" userId="f1dcac62-7bef-43eb-91f0-927336a1714f" providerId="ADAL" clId="{77769F15-7ACC-47C1-B74F-CF5E24910F6F}" dt="2022-11-23T14:19:47.666" v="419"/>
          <ac:spMkLst>
            <pc:docMk/>
            <pc:sldMk cId="1476210905" sldId="9797"/>
            <ac:spMk id="5" creationId="{00000000-0000-0000-0000-000000000000}"/>
          </ac:spMkLst>
        </pc:spChg>
        <pc:spChg chg="mod">
          <ac:chgData name="Macher, Andreas (DI FA CTR PLC PPM)" userId="f1dcac62-7bef-43eb-91f0-927336a1714f" providerId="ADAL" clId="{77769F15-7ACC-47C1-B74F-CF5E24910F6F}" dt="2022-11-23T14:19:33.324" v="418" actId="20577"/>
          <ac:spMkLst>
            <pc:docMk/>
            <pc:sldMk cId="1476210905" sldId="9797"/>
            <ac:spMk id="144" creationId="{112ABD75-D812-4C1E-9295-CC8D865B2F35}"/>
          </ac:spMkLst>
        </pc:spChg>
      </pc:sldChg>
      <pc:sldChg chg="modSp mod">
        <pc:chgData name="Macher, Andreas (DI FA CTR PLC PPM)" userId="f1dcac62-7bef-43eb-91f0-927336a1714f" providerId="ADAL" clId="{77769F15-7ACC-47C1-B74F-CF5E24910F6F}" dt="2022-11-24T09:02:58.048" v="781" actId="790"/>
        <pc:sldMkLst>
          <pc:docMk/>
          <pc:sldMk cId="2023790002" sldId="9799"/>
        </pc:sldMkLst>
        <pc:spChg chg="mod">
          <ac:chgData name="Macher, Andreas (DI FA CTR PLC PPM)" userId="f1dcac62-7bef-43eb-91f0-927336a1714f" providerId="ADAL" clId="{77769F15-7ACC-47C1-B74F-CF5E24910F6F}" dt="2022-11-24T09:02:58.048" v="781" actId="790"/>
          <ac:spMkLst>
            <pc:docMk/>
            <pc:sldMk cId="2023790002" sldId="9799"/>
            <ac:spMk id="2" creationId="{CF49CCF8-0E46-F763-B653-608232F2FDD8}"/>
          </ac:spMkLst>
        </pc:spChg>
        <pc:spChg chg="mod">
          <ac:chgData name="Macher, Andreas (DI FA CTR PLC PPM)" userId="f1dcac62-7bef-43eb-91f0-927336a1714f" providerId="ADAL" clId="{77769F15-7ACC-47C1-B74F-CF5E24910F6F}" dt="2022-11-24T09:02:58.048" v="781" actId="790"/>
          <ac:spMkLst>
            <pc:docMk/>
            <pc:sldMk cId="2023790002" sldId="9799"/>
            <ac:spMk id="3" creationId="{E827D3D1-24CD-2294-D768-C94E24053F5E}"/>
          </ac:spMkLst>
        </pc:spChg>
        <pc:spChg chg="mod">
          <ac:chgData name="Macher, Andreas (DI FA CTR PLC PPM)" userId="f1dcac62-7bef-43eb-91f0-927336a1714f" providerId="ADAL" clId="{77769F15-7ACC-47C1-B74F-CF5E24910F6F}" dt="2022-11-24T09:02:58.048" v="781" actId="790"/>
          <ac:spMkLst>
            <pc:docMk/>
            <pc:sldMk cId="2023790002" sldId="9799"/>
            <ac:spMk id="4" creationId="{1F90EA3C-9EF2-D252-2B81-0A210A9D0EB4}"/>
          </ac:spMkLst>
        </pc:spChg>
        <pc:spChg chg="mod">
          <ac:chgData name="Macher, Andreas (DI FA CTR PLC PPM)" userId="f1dcac62-7bef-43eb-91f0-927336a1714f" providerId="ADAL" clId="{77769F15-7ACC-47C1-B74F-CF5E24910F6F}" dt="2022-11-24T09:02:58.048" v="781" actId="790"/>
          <ac:spMkLst>
            <pc:docMk/>
            <pc:sldMk cId="2023790002" sldId="9799"/>
            <ac:spMk id="5" creationId="{7F5A1A68-7A1F-A785-EE43-6241AD138196}"/>
          </ac:spMkLst>
        </pc:spChg>
        <pc:spChg chg="mod">
          <ac:chgData name="Macher, Andreas (DI FA CTR PLC PPM)" userId="f1dcac62-7bef-43eb-91f0-927336a1714f" providerId="ADAL" clId="{77769F15-7ACC-47C1-B74F-CF5E24910F6F}" dt="2022-11-24T09:02:58.048" v="781" actId="790"/>
          <ac:spMkLst>
            <pc:docMk/>
            <pc:sldMk cId="2023790002" sldId="9799"/>
            <ac:spMk id="6" creationId="{0F9A91B3-CC3D-BB3E-03F4-B97AD9D15D85}"/>
          </ac:spMkLst>
        </pc:spChg>
        <pc:spChg chg="mod">
          <ac:chgData name="Macher, Andreas (DI FA CTR PLC PPM)" userId="f1dcac62-7bef-43eb-91f0-927336a1714f" providerId="ADAL" clId="{77769F15-7ACC-47C1-B74F-CF5E24910F6F}" dt="2022-11-24T09:02:58.048" v="781" actId="790"/>
          <ac:spMkLst>
            <pc:docMk/>
            <pc:sldMk cId="2023790002" sldId="9799"/>
            <ac:spMk id="7" creationId="{A2815FEB-69DB-06F7-D97A-6D9BC73578E9}"/>
          </ac:spMkLst>
        </pc:spChg>
        <pc:spChg chg="mod">
          <ac:chgData name="Macher, Andreas (DI FA CTR PLC PPM)" userId="f1dcac62-7bef-43eb-91f0-927336a1714f" providerId="ADAL" clId="{77769F15-7ACC-47C1-B74F-CF5E24910F6F}" dt="2022-11-24T09:02:58.048" v="781" actId="790"/>
          <ac:spMkLst>
            <pc:docMk/>
            <pc:sldMk cId="2023790002" sldId="9799"/>
            <ac:spMk id="8" creationId="{ACFC659A-4B42-964B-258F-C5EDD021E64E}"/>
          </ac:spMkLst>
        </pc:spChg>
        <pc:spChg chg="mod">
          <ac:chgData name="Macher, Andreas (DI FA CTR PLC PPM)" userId="f1dcac62-7bef-43eb-91f0-927336a1714f" providerId="ADAL" clId="{77769F15-7ACC-47C1-B74F-CF5E24910F6F}" dt="2022-11-24T09:02:58.048" v="781" actId="790"/>
          <ac:spMkLst>
            <pc:docMk/>
            <pc:sldMk cId="2023790002" sldId="9799"/>
            <ac:spMk id="9" creationId="{65C6715C-5B9B-4B82-B380-023BE6906736}"/>
          </ac:spMkLst>
        </pc:spChg>
        <pc:spChg chg="mod">
          <ac:chgData name="Macher, Andreas (DI FA CTR PLC PPM)" userId="f1dcac62-7bef-43eb-91f0-927336a1714f" providerId="ADAL" clId="{77769F15-7ACC-47C1-B74F-CF5E24910F6F}" dt="2022-11-24T09:02:58.048" v="781" actId="790"/>
          <ac:spMkLst>
            <pc:docMk/>
            <pc:sldMk cId="2023790002" sldId="9799"/>
            <ac:spMk id="10" creationId="{5787C2D2-ADDC-13A9-7603-143BD6AE172A}"/>
          </ac:spMkLst>
        </pc:spChg>
        <pc:spChg chg="mod">
          <ac:chgData name="Macher, Andreas (DI FA CTR PLC PPM)" userId="f1dcac62-7bef-43eb-91f0-927336a1714f" providerId="ADAL" clId="{77769F15-7ACC-47C1-B74F-CF5E24910F6F}" dt="2022-11-24T09:02:58.048" v="781" actId="790"/>
          <ac:spMkLst>
            <pc:docMk/>
            <pc:sldMk cId="2023790002" sldId="9799"/>
            <ac:spMk id="11" creationId="{060DABB7-562E-6460-2380-2E55769BB4C2}"/>
          </ac:spMkLst>
        </pc:spChg>
        <pc:spChg chg="mod">
          <ac:chgData name="Macher, Andreas (DI FA CTR PLC PPM)" userId="f1dcac62-7bef-43eb-91f0-927336a1714f" providerId="ADAL" clId="{77769F15-7ACC-47C1-B74F-CF5E24910F6F}" dt="2022-11-24T09:02:58.048" v="781" actId="790"/>
          <ac:spMkLst>
            <pc:docMk/>
            <pc:sldMk cId="2023790002" sldId="9799"/>
            <ac:spMk id="28" creationId="{0E20407A-9EAB-383B-0415-C83EBC832428}"/>
          </ac:spMkLst>
        </pc:spChg>
        <pc:spChg chg="mod">
          <ac:chgData name="Macher, Andreas (DI FA CTR PLC PPM)" userId="f1dcac62-7bef-43eb-91f0-927336a1714f" providerId="ADAL" clId="{77769F15-7ACC-47C1-B74F-CF5E24910F6F}" dt="2022-11-24T09:02:58.048" v="781" actId="790"/>
          <ac:spMkLst>
            <pc:docMk/>
            <pc:sldMk cId="2023790002" sldId="9799"/>
            <ac:spMk id="29" creationId="{B966BFED-F6B2-2EDE-3941-73E42D33F649}"/>
          </ac:spMkLst>
        </pc:spChg>
        <pc:spChg chg="mod">
          <ac:chgData name="Macher, Andreas (DI FA CTR PLC PPM)" userId="f1dcac62-7bef-43eb-91f0-927336a1714f" providerId="ADAL" clId="{77769F15-7ACC-47C1-B74F-CF5E24910F6F}" dt="2022-11-24T09:02:58.048" v="781" actId="790"/>
          <ac:spMkLst>
            <pc:docMk/>
            <pc:sldMk cId="2023790002" sldId="9799"/>
            <ac:spMk id="30" creationId="{9915FDFA-1EB0-CB1D-5AE3-94754B47FB5F}"/>
          </ac:spMkLst>
        </pc:spChg>
        <pc:spChg chg="mod">
          <ac:chgData name="Macher, Andreas (DI FA CTR PLC PPM)" userId="f1dcac62-7bef-43eb-91f0-927336a1714f" providerId="ADAL" clId="{77769F15-7ACC-47C1-B74F-CF5E24910F6F}" dt="2022-11-24T09:02:58.048" v="781" actId="790"/>
          <ac:spMkLst>
            <pc:docMk/>
            <pc:sldMk cId="2023790002" sldId="9799"/>
            <ac:spMk id="31" creationId="{959432C8-4E4D-A114-C779-FD7EAE0899E8}"/>
          </ac:spMkLst>
        </pc:spChg>
        <pc:spChg chg="mod">
          <ac:chgData name="Macher, Andreas (DI FA CTR PLC PPM)" userId="f1dcac62-7bef-43eb-91f0-927336a1714f" providerId="ADAL" clId="{77769F15-7ACC-47C1-B74F-CF5E24910F6F}" dt="2022-11-24T09:02:58.048" v="781" actId="790"/>
          <ac:spMkLst>
            <pc:docMk/>
            <pc:sldMk cId="2023790002" sldId="9799"/>
            <ac:spMk id="33" creationId="{3B656407-240D-6076-8092-3E1B594F5629}"/>
          </ac:spMkLst>
        </pc:spChg>
      </pc:sldChg>
      <pc:sldChg chg="addSp modSp mod">
        <pc:chgData name="Macher, Andreas (DI FA CTR PLC PPM)" userId="f1dcac62-7bef-43eb-91f0-927336a1714f" providerId="ADAL" clId="{77769F15-7ACC-47C1-B74F-CF5E24910F6F}" dt="2022-11-24T09:28:59.282" v="1228" actId="20577"/>
        <pc:sldMkLst>
          <pc:docMk/>
          <pc:sldMk cId="2103618214" sldId="9802"/>
        </pc:sldMkLst>
        <pc:spChg chg="mod">
          <ac:chgData name="Macher, Andreas (DI FA CTR PLC PPM)" userId="f1dcac62-7bef-43eb-91f0-927336a1714f" providerId="ADAL" clId="{77769F15-7ACC-47C1-B74F-CF5E24910F6F}" dt="2022-11-23T14:04:45.074" v="332"/>
          <ac:spMkLst>
            <pc:docMk/>
            <pc:sldMk cId="2103618214" sldId="9802"/>
            <ac:spMk id="2" creationId="{FB6E8433-8910-4215-8221-7BF8396D9E39}"/>
          </ac:spMkLst>
        </pc:spChg>
        <pc:spChg chg="add mod">
          <ac:chgData name="Macher, Andreas (DI FA CTR PLC PPM)" userId="f1dcac62-7bef-43eb-91f0-927336a1714f" providerId="ADAL" clId="{77769F15-7ACC-47C1-B74F-CF5E24910F6F}" dt="2022-11-23T15:01:44.853" v="677" actId="404"/>
          <ac:spMkLst>
            <pc:docMk/>
            <pc:sldMk cId="2103618214" sldId="9802"/>
            <ac:spMk id="3" creationId="{CDD21147-3D5E-B505-A8B9-7E490CA432C3}"/>
          </ac:spMkLst>
        </pc:spChg>
        <pc:spChg chg="mod">
          <ac:chgData name="Macher, Andreas (DI FA CTR PLC PPM)" userId="f1dcac62-7bef-43eb-91f0-927336a1714f" providerId="ADAL" clId="{77769F15-7ACC-47C1-B74F-CF5E24910F6F}" dt="2022-11-24T09:28:59.282" v="1228" actId="20577"/>
          <ac:spMkLst>
            <pc:docMk/>
            <pc:sldMk cId="2103618214" sldId="9802"/>
            <ac:spMk id="22" creationId="{6C67A62B-CF95-4DD2-A8EC-8B8C88EF4BC0}"/>
          </ac:spMkLst>
        </pc:spChg>
      </pc:sldChg>
      <pc:sldChg chg="modSp mod">
        <pc:chgData name="Macher, Andreas (DI FA CTR PLC PPM)" userId="f1dcac62-7bef-43eb-91f0-927336a1714f" providerId="ADAL" clId="{77769F15-7ACC-47C1-B74F-CF5E24910F6F}" dt="2022-11-23T14:02:20.186" v="311" actId="790"/>
        <pc:sldMkLst>
          <pc:docMk/>
          <pc:sldMk cId="451783602" sldId="9803"/>
        </pc:sldMkLst>
        <pc:spChg chg="mod">
          <ac:chgData name="Macher, Andreas (DI FA CTR PLC PPM)" userId="f1dcac62-7bef-43eb-91f0-927336a1714f" providerId="ADAL" clId="{77769F15-7ACC-47C1-B74F-CF5E24910F6F}" dt="2022-11-23T13:14:25.393" v="152"/>
          <ac:spMkLst>
            <pc:docMk/>
            <pc:sldMk cId="451783602" sldId="9803"/>
            <ac:spMk id="2" creationId="{18A2DB4B-FE85-458A-8817-E52BD7A503EC}"/>
          </ac:spMkLst>
        </pc:spChg>
        <pc:spChg chg="mod">
          <ac:chgData name="Macher, Andreas (DI FA CTR PLC PPM)" userId="f1dcac62-7bef-43eb-91f0-927336a1714f" providerId="ADAL" clId="{77769F15-7ACC-47C1-B74F-CF5E24910F6F}" dt="2022-11-23T12:59:32.808" v="0"/>
          <ac:spMkLst>
            <pc:docMk/>
            <pc:sldMk cId="451783602" sldId="9803"/>
            <ac:spMk id="4" creationId="{00000000-0000-0000-0000-000000000000}"/>
          </ac:spMkLst>
        </pc:spChg>
        <pc:spChg chg="mod">
          <ac:chgData name="Macher, Andreas (DI FA CTR PLC PPM)" userId="f1dcac62-7bef-43eb-91f0-927336a1714f" providerId="ADAL" clId="{77769F15-7ACC-47C1-B74F-CF5E24910F6F}" dt="2022-11-23T14:01:10.488" v="292" actId="20577"/>
          <ac:spMkLst>
            <pc:docMk/>
            <pc:sldMk cId="451783602" sldId="9803"/>
            <ac:spMk id="9" creationId="{9704C17E-1BBF-EC10-DC6D-5DD3009E0C29}"/>
          </ac:spMkLst>
        </pc:spChg>
        <pc:spChg chg="mod">
          <ac:chgData name="Macher, Andreas (DI FA CTR PLC PPM)" userId="f1dcac62-7bef-43eb-91f0-927336a1714f" providerId="ADAL" clId="{77769F15-7ACC-47C1-B74F-CF5E24910F6F}" dt="2022-11-23T13:32:43.231" v="278" actId="20577"/>
          <ac:spMkLst>
            <pc:docMk/>
            <pc:sldMk cId="451783602" sldId="9803"/>
            <ac:spMk id="14" creationId="{E41F9B6A-F03E-4D91-9983-07F0C2A0B4AE}"/>
          </ac:spMkLst>
        </pc:spChg>
        <pc:graphicFrameChg chg="mod modGraphic">
          <ac:chgData name="Macher, Andreas (DI FA CTR PLC PPM)" userId="f1dcac62-7bef-43eb-91f0-927336a1714f" providerId="ADAL" clId="{77769F15-7ACC-47C1-B74F-CF5E24910F6F}" dt="2022-11-23T14:02:20.186" v="311" actId="790"/>
          <ac:graphicFrameMkLst>
            <pc:docMk/>
            <pc:sldMk cId="451783602" sldId="9803"/>
            <ac:graphicFrameMk id="10" creationId="{46E6D97E-41A9-7E49-5A08-BBDCFA4065AA}"/>
          </ac:graphicFrameMkLst>
        </pc:graphicFrameChg>
      </pc:sldChg>
    </pc:docChg>
  </pc:docChgLst>
  <pc:docChgLst>
    <pc:chgData name="Macher, Andreas (DI FA CTR PLC PPM)" userId="f1dcac62-7bef-43eb-91f0-927336a1714f" providerId="ADAL" clId="{E49EF160-5C02-4D16-981A-7537925DF3D4}"/>
    <pc:docChg chg="undo custSel addSld delSld modSld modSection">
      <pc:chgData name="Macher, Andreas (DI FA CTR PLC PPM)" userId="f1dcac62-7bef-43eb-91f0-927336a1714f" providerId="ADAL" clId="{E49EF160-5C02-4D16-981A-7537925DF3D4}" dt="2022-07-22T07:37:29.487" v="1050" actId="1076"/>
      <pc:docMkLst>
        <pc:docMk/>
      </pc:docMkLst>
      <pc:sldChg chg="addSp delSp modSp del mod">
        <pc:chgData name="Macher, Andreas (DI FA CTR PLC PPM)" userId="f1dcac62-7bef-43eb-91f0-927336a1714f" providerId="ADAL" clId="{E49EF160-5C02-4D16-981A-7537925DF3D4}" dt="2022-07-22T07:22:32.006" v="997" actId="47"/>
        <pc:sldMkLst>
          <pc:docMk/>
          <pc:sldMk cId="1880746461" sldId="271"/>
        </pc:sldMkLst>
        <pc:spChg chg="add mod">
          <ac:chgData name="Macher, Andreas (DI FA CTR PLC PPM)" userId="f1dcac62-7bef-43eb-91f0-927336a1714f" providerId="ADAL" clId="{E49EF160-5C02-4D16-981A-7537925DF3D4}" dt="2022-05-24T08:14:34.294" v="47" actId="207"/>
          <ac:spMkLst>
            <pc:docMk/>
            <pc:sldMk cId="1880746461" sldId="271"/>
            <ac:spMk id="6" creationId="{ABAE6320-861B-4CC3-81F9-D97DDE9FCC87}"/>
          </ac:spMkLst>
        </pc:spChg>
        <pc:spChg chg="mod">
          <ac:chgData name="Macher, Andreas (DI FA CTR PLC PPM)" userId="f1dcac62-7bef-43eb-91f0-927336a1714f" providerId="ADAL" clId="{E49EF160-5C02-4D16-981A-7537925DF3D4}" dt="2022-07-20T12:32:47.122" v="659" actId="208"/>
          <ac:spMkLst>
            <pc:docMk/>
            <pc:sldMk cId="1880746461" sldId="271"/>
            <ac:spMk id="8" creationId="{6E50712F-4B1E-4503-B810-6CD6AAEAC17E}"/>
          </ac:spMkLst>
        </pc:spChg>
        <pc:spChg chg="mod">
          <ac:chgData name="Macher, Andreas (DI FA CTR PLC PPM)" userId="f1dcac62-7bef-43eb-91f0-927336a1714f" providerId="ADAL" clId="{E49EF160-5C02-4D16-981A-7537925DF3D4}" dt="2022-07-20T12:31:34.559" v="651" actId="207"/>
          <ac:spMkLst>
            <pc:docMk/>
            <pc:sldMk cId="1880746461" sldId="271"/>
            <ac:spMk id="19" creationId="{00000000-0000-0000-0000-000000000000}"/>
          </ac:spMkLst>
        </pc:spChg>
        <pc:spChg chg="mod">
          <ac:chgData name="Macher, Andreas (DI FA CTR PLC PPM)" userId="f1dcac62-7bef-43eb-91f0-927336a1714f" providerId="ADAL" clId="{E49EF160-5C02-4D16-981A-7537925DF3D4}" dt="2022-07-20T12:31:37.906" v="652" actId="207"/>
          <ac:spMkLst>
            <pc:docMk/>
            <pc:sldMk cId="1880746461" sldId="271"/>
            <ac:spMk id="35" creationId="{00000000-0000-0000-0000-000000000000}"/>
          </ac:spMkLst>
        </pc:spChg>
        <pc:spChg chg="mod">
          <ac:chgData name="Macher, Andreas (DI FA CTR PLC PPM)" userId="f1dcac62-7bef-43eb-91f0-927336a1714f" providerId="ADAL" clId="{E49EF160-5C02-4D16-981A-7537925DF3D4}" dt="2022-07-20T12:31:40.761" v="653" actId="207"/>
          <ac:spMkLst>
            <pc:docMk/>
            <pc:sldMk cId="1880746461" sldId="271"/>
            <ac:spMk id="67" creationId="{00000000-0000-0000-0000-000000000000}"/>
          </ac:spMkLst>
        </pc:spChg>
        <pc:spChg chg="mod">
          <ac:chgData name="Macher, Andreas (DI FA CTR PLC PPM)" userId="f1dcac62-7bef-43eb-91f0-927336a1714f" providerId="ADAL" clId="{E49EF160-5C02-4D16-981A-7537925DF3D4}" dt="2022-07-20T12:31:59.770" v="655" actId="207"/>
          <ac:spMkLst>
            <pc:docMk/>
            <pc:sldMk cId="1880746461" sldId="271"/>
            <ac:spMk id="68" creationId="{00000000-0000-0000-0000-000000000000}"/>
          </ac:spMkLst>
        </pc:spChg>
        <pc:spChg chg="mod">
          <ac:chgData name="Macher, Andreas (DI FA CTR PLC PPM)" userId="f1dcac62-7bef-43eb-91f0-927336a1714f" providerId="ADAL" clId="{E49EF160-5C02-4D16-981A-7537925DF3D4}" dt="2022-07-20T12:32:08.684" v="657" actId="207"/>
          <ac:spMkLst>
            <pc:docMk/>
            <pc:sldMk cId="1880746461" sldId="271"/>
            <ac:spMk id="69" creationId="{00000000-0000-0000-0000-000000000000}"/>
          </ac:spMkLst>
        </pc:spChg>
        <pc:spChg chg="mod">
          <ac:chgData name="Macher, Andreas (DI FA CTR PLC PPM)" userId="f1dcac62-7bef-43eb-91f0-927336a1714f" providerId="ADAL" clId="{E49EF160-5C02-4D16-981A-7537925DF3D4}" dt="2022-07-20T12:31:59.770" v="655" actId="207"/>
          <ac:spMkLst>
            <pc:docMk/>
            <pc:sldMk cId="1880746461" sldId="271"/>
            <ac:spMk id="71" creationId="{00000000-0000-0000-0000-000000000000}"/>
          </ac:spMkLst>
        </pc:spChg>
        <pc:spChg chg="mod">
          <ac:chgData name="Macher, Andreas (DI FA CTR PLC PPM)" userId="f1dcac62-7bef-43eb-91f0-927336a1714f" providerId="ADAL" clId="{E49EF160-5C02-4D16-981A-7537925DF3D4}" dt="2022-05-24T08:14:21.044" v="45" actId="20577"/>
          <ac:spMkLst>
            <pc:docMk/>
            <pc:sldMk cId="1880746461" sldId="271"/>
            <ac:spMk id="76" creationId="{00000000-0000-0000-0000-000000000000}"/>
          </ac:spMkLst>
        </pc:spChg>
        <pc:spChg chg="mod">
          <ac:chgData name="Macher, Andreas (DI FA CTR PLC PPM)" userId="f1dcac62-7bef-43eb-91f0-927336a1714f" providerId="ADAL" clId="{E49EF160-5C02-4D16-981A-7537925DF3D4}" dt="2022-07-20T12:32:50.326" v="660" actId="108"/>
          <ac:spMkLst>
            <pc:docMk/>
            <pc:sldMk cId="1880746461" sldId="271"/>
            <ac:spMk id="115" creationId="{2F68D649-E18C-45B5-B214-9EDB6C1E6C50}"/>
          </ac:spMkLst>
        </pc:spChg>
        <pc:spChg chg="mod">
          <ac:chgData name="Macher, Andreas (DI FA CTR PLC PPM)" userId="f1dcac62-7bef-43eb-91f0-927336a1714f" providerId="ADAL" clId="{E49EF160-5C02-4D16-981A-7537925DF3D4}" dt="2022-07-20T12:32:51.228" v="661" actId="108"/>
          <ac:spMkLst>
            <pc:docMk/>
            <pc:sldMk cId="1880746461" sldId="271"/>
            <ac:spMk id="116" creationId="{0EB354C3-B7EE-4420-9ABC-B7F4E9FA4CEC}"/>
          </ac:spMkLst>
        </pc:spChg>
        <pc:spChg chg="mod">
          <ac:chgData name="Macher, Andreas (DI FA CTR PLC PPM)" userId="f1dcac62-7bef-43eb-91f0-927336a1714f" providerId="ADAL" clId="{E49EF160-5C02-4D16-981A-7537925DF3D4}" dt="2022-07-20T12:31:59.770" v="655" actId="207"/>
          <ac:spMkLst>
            <pc:docMk/>
            <pc:sldMk cId="1880746461" sldId="271"/>
            <ac:spMk id="122" creationId="{9E1D1EA4-5717-4EF7-AAD0-4F93EE7B42F1}"/>
          </ac:spMkLst>
        </pc:spChg>
        <pc:spChg chg="mod">
          <ac:chgData name="Macher, Andreas (DI FA CTR PLC PPM)" userId="f1dcac62-7bef-43eb-91f0-927336a1714f" providerId="ADAL" clId="{E49EF160-5C02-4D16-981A-7537925DF3D4}" dt="2022-07-20T12:32:08.684" v="657" actId="207"/>
          <ac:spMkLst>
            <pc:docMk/>
            <pc:sldMk cId="1880746461" sldId="271"/>
            <ac:spMk id="123" creationId="{2A69337F-8741-4473-AE52-CC65B58CC523}"/>
          </ac:spMkLst>
        </pc:spChg>
        <pc:spChg chg="add del mod">
          <ac:chgData name="Macher, Andreas (DI FA CTR PLC PPM)" userId="f1dcac62-7bef-43eb-91f0-927336a1714f" providerId="ADAL" clId="{E49EF160-5C02-4D16-981A-7537925DF3D4}" dt="2022-07-20T12:31:52.355" v="654" actId="207"/>
          <ac:spMkLst>
            <pc:docMk/>
            <pc:sldMk cId="1880746461" sldId="271"/>
            <ac:spMk id="124" creationId="{6FADF8E6-4281-4A64-82FB-D0CA59CE02B9}"/>
          </ac:spMkLst>
        </pc:spChg>
        <pc:spChg chg="add del mod">
          <ac:chgData name="Macher, Andreas (DI FA CTR PLC PPM)" userId="f1dcac62-7bef-43eb-91f0-927336a1714f" providerId="ADAL" clId="{E49EF160-5C02-4D16-981A-7537925DF3D4}" dt="2022-07-20T12:32:05.280" v="656" actId="207"/>
          <ac:spMkLst>
            <pc:docMk/>
            <pc:sldMk cId="1880746461" sldId="271"/>
            <ac:spMk id="125" creationId="{22CD02A5-3AE6-4FFC-BFD1-8E5D75698DFD}"/>
          </ac:spMkLst>
        </pc:spChg>
        <pc:spChg chg="mod">
          <ac:chgData name="Macher, Andreas (DI FA CTR PLC PPM)" userId="f1dcac62-7bef-43eb-91f0-927336a1714f" providerId="ADAL" clId="{E49EF160-5C02-4D16-981A-7537925DF3D4}" dt="2022-07-20T12:32:52.816" v="662" actId="108"/>
          <ac:spMkLst>
            <pc:docMk/>
            <pc:sldMk cId="1880746461" sldId="271"/>
            <ac:spMk id="126" creationId="{D3FC2025-4423-4908-83AC-848E692352C2}"/>
          </ac:spMkLst>
        </pc:spChg>
        <pc:spChg chg="mod">
          <ac:chgData name="Macher, Andreas (DI FA CTR PLC PPM)" userId="f1dcac62-7bef-43eb-91f0-927336a1714f" providerId="ADAL" clId="{E49EF160-5C02-4D16-981A-7537925DF3D4}" dt="2022-07-20T12:32:53.756" v="663" actId="108"/>
          <ac:spMkLst>
            <pc:docMk/>
            <pc:sldMk cId="1880746461" sldId="271"/>
            <ac:spMk id="127" creationId="{6F70A4C7-9085-46AB-8F2E-E7FFDDC873B5}"/>
          </ac:spMkLst>
        </pc:spChg>
        <pc:picChg chg="add del mod">
          <ac:chgData name="Macher, Andreas (DI FA CTR PLC PPM)" userId="f1dcac62-7bef-43eb-91f0-927336a1714f" providerId="ADAL" clId="{E49EF160-5C02-4D16-981A-7537925DF3D4}" dt="2022-07-20T12:30:03.776" v="643"/>
          <ac:picMkLst>
            <pc:docMk/>
            <pc:sldMk cId="1880746461" sldId="271"/>
            <ac:picMk id="77" creationId="{9C0B7FDE-4270-6728-48D3-AA92AD5222B3}"/>
          </ac:picMkLst>
        </pc:picChg>
      </pc:sldChg>
      <pc:sldChg chg="del">
        <pc:chgData name="Macher, Andreas (DI FA CTR PLC PPM)" userId="f1dcac62-7bef-43eb-91f0-927336a1714f" providerId="ADAL" clId="{E49EF160-5C02-4D16-981A-7537925DF3D4}" dt="2022-07-22T07:22:32.006" v="997" actId="47"/>
        <pc:sldMkLst>
          <pc:docMk/>
          <pc:sldMk cId="3071364467" sldId="344"/>
        </pc:sldMkLst>
      </pc:sldChg>
      <pc:sldChg chg="addSp delSp modSp mod">
        <pc:chgData name="Macher, Andreas (DI FA CTR PLC PPM)" userId="f1dcac62-7bef-43eb-91f0-927336a1714f" providerId="ADAL" clId="{E49EF160-5C02-4D16-981A-7537925DF3D4}" dt="2022-07-22T07:37:29.487" v="1050" actId="1076"/>
        <pc:sldMkLst>
          <pc:docMk/>
          <pc:sldMk cId="3826715043" sldId="350"/>
        </pc:sldMkLst>
        <pc:spChg chg="add del mod">
          <ac:chgData name="Macher, Andreas (DI FA CTR PLC PPM)" userId="f1dcac62-7bef-43eb-91f0-927336a1714f" providerId="ADAL" clId="{E49EF160-5C02-4D16-981A-7537925DF3D4}" dt="2022-07-22T07:37:08.736" v="1049"/>
          <ac:spMkLst>
            <pc:docMk/>
            <pc:sldMk cId="3826715043" sldId="350"/>
            <ac:spMk id="5" creationId="{EC7DDBE3-541C-4CF6-4DC4-B0B2076C7865}"/>
          </ac:spMkLst>
        </pc:spChg>
        <pc:spChg chg="mod">
          <ac:chgData name="Macher, Andreas (DI FA CTR PLC PPM)" userId="f1dcac62-7bef-43eb-91f0-927336a1714f" providerId="ADAL" clId="{E49EF160-5C02-4D16-981A-7537925DF3D4}" dt="2022-07-22T07:16:45.154" v="788" actId="20577"/>
          <ac:spMkLst>
            <pc:docMk/>
            <pc:sldMk cId="3826715043" sldId="350"/>
            <ac:spMk id="6" creationId="{C7413F94-559E-46DF-A817-2051A7BA92CB}"/>
          </ac:spMkLst>
        </pc:spChg>
        <pc:picChg chg="del">
          <ac:chgData name="Macher, Andreas (DI FA CTR PLC PPM)" userId="f1dcac62-7bef-43eb-91f0-927336a1714f" providerId="ADAL" clId="{E49EF160-5C02-4D16-981A-7537925DF3D4}" dt="2022-07-22T07:36:54.010" v="1048" actId="478"/>
          <ac:picMkLst>
            <pc:docMk/>
            <pc:sldMk cId="3826715043" sldId="350"/>
            <ac:picMk id="7" creationId="{B381E236-9DCE-4895-9067-95B0F3C50962}"/>
          </ac:picMkLst>
        </pc:picChg>
        <pc:picChg chg="add mod">
          <ac:chgData name="Macher, Andreas (DI FA CTR PLC PPM)" userId="f1dcac62-7bef-43eb-91f0-927336a1714f" providerId="ADAL" clId="{E49EF160-5C02-4D16-981A-7537925DF3D4}" dt="2022-07-22T07:37:29.487" v="1050" actId="1076"/>
          <ac:picMkLst>
            <pc:docMk/>
            <pc:sldMk cId="3826715043" sldId="350"/>
            <ac:picMk id="9" creationId="{DFB477AD-6976-B417-55BC-D0597BDB5D9A}"/>
          </ac:picMkLst>
        </pc:picChg>
      </pc:sldChg>
      <pc:sldChg chg="del">
        <pc:chgData name="Macher, Andreas (DI FA CTR PLC PPM)" userId="f1dcac62-7bef-43eb-91f0-927336a1714f" providerId="ADAL" clId="{E49EF160-5C02-4D16-981A-7537925DF3D4}" dt="2022-07-22T07:22:32.006" v="997" actId="47"/>
        <pc:sldMkLst>
          <pc:docMk/>
          <pc:sldMk cId="550556618" sldId="690"/>
        </pc:sldMkLst>
      </pc:sldChg>
      <pc:sldChg chg="del">
        <pc:chgData name="Macher, Andreas (DI FA CTR PLC PPM)" userId="f1dcac62-7bef-43eb-91f0-927336a1714f" providerId="ADAL" clId="{E49EF160-5C02-4D16-981A-7537925DF3D4}" dt="2022-07-22T07:22:32.006" v="997" actId="47"/>
        <pc:sldMkLst>
          <pc:docMk/>
          <pc:sldMk cId="807292061" sldId="691"/>
        </pc:sldMkLst>
      </pc:sldChg>
      <pc:sldChg chg="del">
        <pc:chgData name="Macher, Andreas (DI FA CTR PLC PPM)" userId="f1dcac62-7bef-43eb-91f0-927336a1714f" providerId="ADAL" clId="{E49EF160-5C02-4D16-981A-7537925DF3D4}" dt="2022-07-22T07:22:32.006" v="997" actId="47"/>
        <pc:sldMkLst>
          <pc:docMk/>
          <pc:sldMk cId="1481423018" sldId="692"/>
        </pc:sldMkLst>
      </pc:sldChg>
      <pc:sldChg chg="del">
        <pc:chgData name="Macher, Andreas (DI FA CTR PLC PPM)" userId="f1dcac62-7bef-43eb-91f0-927336a1714f" providerId="ADAL" clId="{E49EF160-5C02-4D16-981A-7537925DF3D4}" dt="2022-07-22T07:22:32.006" v="997" actId="47"/>
        <pc:sldMkLst>
          <pc:docMk/>
          <pc:sldMk cId="1383762711" sldId="2050"/>
        </pc:sldMkLst>
      </pc:sldChg>
      <pc:sldChg chg="del">
        <pc:chgData name="Macher, Andreas (DI FA CTR PLC PPM)" userId="f1dcac62-7bef-43eb-91f0-927336a1714f" providerId="ADAL" clId="{E49EF160-5C02-4D16-981A-7537925DF3D4}" dt="2022-07-22T07:22:32.006" v="997" actId="47"/>
        <pc:sldMkLst>
          <pc:docMk/>
          <pc:sldMk cId="3901662827" sldId="2260"/>
        </pc:sldMkLst>
      </pc:sldChg>
      <pc:sldChg chg="del">
        <pc:chgData name="Macher, Andreas (DI FA CTR PLC PPM)" userId="f1dcac62-7bef-43eb-91f0-927336a1714f" providerId="ADAL" clId="{E49EF160-5C02-4D16-981A-7537925DF3D4}" dt="2022-07-22T07:22:32.006" v="997" actId="47"/>
        <pc:sldMkLst>
          <pc:docMk/>
          <pc:sldMk cId="3330227079" sldId="2261"/>
        </pc:sldMkLst>
      </pc:sldChg>
      <pc:sldChg chg="addSp modSp mod">
        <pc:chgData name="Macher, Andreas (DI FA CTR PLC PPM)" userId="f1dcac62-7bef-43eb-91f0-927336a1714f" providerId="ADAL" clId="{E49EF160-5C02-4D16-981A-7537925DF3D4}" dt="2022-07-20T12:10:25.058" v="425"/>
        <pc:sldMkLst>
          <pc:docMk/>
          <pc:sldMk cId="2126092131" sldId="2283"/>
        </pc:sldMkLst>
        <pc:spChg chg="add mod">
          <ac:chgData name="Macher, Andreas (DI FA CTR PLC PPM)" userId="f1dcac62-7bef-43eb-91f0-927336a1714f" providerId="ADAL" clId="{E49EF160-5C02-4D16-981A-7537925DF3D4}" dt="2022-07-20T12:10:25.058" v="425"/>
          <ac:spMkLst>
            <pc:docMk/>
            <pc:sldMk cId="2126092131" sldId="2283"/>
            <ac:spMk id="9" creationId="{923899C3-9096-CE12-6EC4-D27D29A753D4}"/>
          </ac:spMkLst>
        </pc:spChg>
        <pc:graphicFrameChg chg="mod modGraphic">
          <ac:chgData name="Macher, Andreas (DI FA CTR PLC PPM)" userId="f1dcac62-7bef-43eb-91f0-927336a1714f" providerId="ADAL" clId="{E49EF160-5C02-4D16-981A-7537925DF3D4}" dt="2022-07-20T12:10:16.009" v="424" actId="20577"/>
          <ac:graphicFrameMkLst>
            <pc:docMk/>
            <pc:sldMk cId="2126092131" sldId="2283"/>
            <ac:graphicFrameMk id="3" creationId="{5498F197-193A-4990-871A-FBECFB81C0AD}"/>
          </ac:graphicFrameMkLst>
        </pc:graphicFrameChg>
      </pc:sldChg>
      <pc:sldChg chg="addSp modSp add mod">
        <pc:chgData name="Macher, Andreas (DI FA CTR PLC PPM)" userId="f1dcac62-7bef-43eb-91f0-927336a1714f" providerId="ADAL" clId="{E49EF160-5C02-4D16-981A-7537925DF3D4}" dt="2022-07-04T13:49:46.814" v="114"/>
        <pc:sldMkLst>
          <pc:docMk/>
          <pc:sldMk cId="630145559" sldId="2291"/>
        </pc:sldMkLst>
        <pc:spChg chg="mod">
          <ac:chgData name="Macher, Andreas (DI FA CTR PLC PPM)" userId="f1dcac62-7bef-43eb-91f0-927336a1714f" providerId="ADAL" clId="{E49EF160-5C02-4D16-981A-7537925DF3D4}" dt="2022-07-04T13:48:51.479" v="110" actId="6549"/>
          <ac:spMkLst>
            <pc:docMk/>
            <pc:sldMk cId="630145559" sldId="2291"/>
            <ac:spMk id="5" creationId="{00000000-0000-0000-0000-000000000000}"/>
          </ac:spMkLst>
        </pc:spChg>
        <pc:spChg chg="add mod">
          <ac:chgData name="Macher, Andreas (DI FA CTR PLC PPM)" userId="f1dcac62-7bef-43eb-91f0-927336a1714f" providerId="ADAL" clId="{E49EF160-5C02-4D16-981A-7537925DF3D4}" dt="2022-07-04T13:49:46.814" v="114"/>
          <ac:spMkLst>
            <pc:docMk/>
            <pc:sldMk cId="630145559" sldId="2291"/>
            <ac:spMk id="10" creationId="{F628EA78-DC4F-4904-A5E7-94BBD529DF53}"/>
          </ac:spMkLst>
        </pc:spChg>
        <pc:spChg chg="mod">
          <ac:chgData name="Macher, Andreas (DI FA CTR PLC PPM)" userId="f1dcac62-7bef-43eb-91f0-927336a1714f" providerId="ADAL" clId="{E49EF160-5C02-4D16-981A-7537925DF3D4}" dt="2022-07-04T13:48:58.259" v="112" actId="20577"/>
          <ac:spMkLst>
            <pc:docMk/>
            <pc:sldMk cId="630145559" sldId="2291"/>
            <ac:spMk id="144" creationId="{112ABD75-D812-4C1E-9295-CC8D865B2F35}"/>
          </ac:spMkLst>
        </pc:spChg>
      </pc:sldChg>
      <pc:sldChg chg="del">
        <pc:chgData name="Macher, Andreas (DI FA CTR PLC PPM)" userId="f1dcac62-7bef-43eb-91f0-927336a1714f" providerId="ADAL" clId="{E49EF160-5C02-4D16-981A-7537925DF3D4}" dt="2022-07-04T13:48:27.785" v="108" actId="2696"/>
        <pc:sldMkLst>
          <pc:docMk/>
          <pc:sldMk cId="2635649584" sldId="2291"/>
        </pc:sldMkLst>
      </pc:sldChg>
      <pc:sldChg chg="del">
        <pc:chgData name="Macher, Andreas (DI FA CTR PLC PPM)" userId="f1dcac62-7bef-43eb-91f0-927336a1714f" providerId="ADAL" clId="{E49EF160-5C02-4D16-981A-7537925DF3D4}" dt="2022-07-04T13:48:21.974" v="107" actId="47"/>
        <pc:sldMkLst>
          <pc:docMk/>
          <pc:sldMk cId="1844276181" sldId="2292"/>
        </pc:sldMkLst>
      </pc:sldChg>
      <pc:sldChg chg="add del">
        <pc:chgData name="Macher, Andreas (DI FA CTR PLC PPM)" userId="f1dcac62-7bef-43eb-91f0-927336a1714f" providerId="ADAL" clId="{E49EF160-5C02-4D16-981A-7537925DF3D4}" dt="2022-07-04T13:50:34.905" v="118" actId="2696"/>
        <pc:sldMkLst>
          <pc:docMk/>
          <pc:sldMk cId="233957550" sldId="2293"/>
        </pc:sldMkLst>
      </pc:sldChg>
      <pc:sldChg chg="modSp del mod">
        <pc:chgData name="Macher, Andreas (DI FA CTR PLC PPM)" userId="f1dcac62-7bef-43eb-91f0-927336a1714f" providerId="ADAL" clId="{E49EF160-5C02-4D16-981A-7537925DF3D4}" dt="2022-07-04T13:50:09.110" v="116" actId="2696"/>
        <pc:sldMkLst>
          <pc:docMk/>
          <pc:sldMk cId="3015034799" sldId="2293"/>
        </pc:sldMkLst>
        <pc:spChg chg="mod">
          <ac:chgData name="Macher, Andreas (DI FA CTR PLC PPM)" userId="f1dcac62-7bef-43eb-91f0-927336a1714f" providerId="ADAL" clId="{E49EF160-5C02-4D16-981A-7537925DF3D4}" dt="2022-07-04T13:50:03.999" v="115" actId="6549"/>
          <ac:spMkLst>
            <pc:docMk/>
            <pc:sldMk cId="3015034799" sldId="2293"/>
            <ac:spMk id="5" creationId="{00000000-0000-0000-0000-000000000000}"/>
          </ac:spMkLst>
        </pc:spChg>
      </pc:sldChg>
      <pc:sldChg chg="add del">
        <pc:chgData name="Macher, Andreas (DI FA CTR PLC PPM)" userId="f1dcac62-7bef-43eb-91f0-927336a1714f" providerId="ADAL" clId="{E49EF160-5C02-4D16-981A-7537925DF3D4}" dt="2022-07-22T07:22:32.006" v="997" actId="47"/>
        <pc:sldMkLst>
          <pc:docMk/>
          <pc:sldMk cId="3204946780" sldId="2293"/>
        </pc:sldMkLst>
      </pc:sldChg>
      <pc:sldChg chg="del">
        <pc:chgData name="Macher, Andreas (DI FA CTR PLC PPM)" userId="f1dcac62-7bef-43eb-91f0-927336a1714f" providerId="ADAL" clId="{E49EF160-5C02-4D16-981A-7537925DF3D4}" dt="2022-07-20T12:18:02.104" v="523" actId="2696"/>
        <pc:sldMkLst>
          <pc:docMk/>
          <pc:sldMk cId="1218701123" sldId="2297"/>
        </pc:sldMkLst>
      </pc:sldChg>
      <pc:sldChg chg="addSp modSp add mod">
        <pc:chgData name="Macher, Andreas (DI FA CTR PLC PPM)" userId="f1dcac62-7bef-43eb-91f0-927336a1714f" providerId="ADAL" clId="{E49EF160-5C02-4D16-981A-7537925DF3D4}" dt="2022-07-20T12:19:55.824" v="545"/>
        <pc:sldMkLst>
          <pc:docMk/>
          <pc:sldMk cId="4271667069" sldId="2297"/>
        </pc:sldMkLst>
        <pc:spChg chg="mod">
          <ac:chgData name="Macher, Andreas (DI FA CTR PLC PPM)" userId="f1dcac62-7bef-43eb-91f0-927336a1714f" providerId="ADAL" clId="{E49EF160-5C02-4D16-981A-7537925DF3D4}" dt="2022-07-20T12:19:36.833" v="542" actId="6549"/>
          <ac:spMkLst>
            <pc:docMk/>
            <pc:sldMk cId="4271667069" sldId="2297"/>
            <ac:spMk id="5" creationId="{00000000-0000-0000-0000-000000000000}"/>
          </ac:spMkLst>
        </pc:spChg>
        <pc:spChg chg="add mod">
          <ac:chgData name="Macher, Andreas (DI FA CTR PLC PPM)" userId="f1dcac62-7bef-43eb-91f0-927336a1714f" providerId="ADAL" clId="{E49EF160-5C02-4D16-981A-7537925DF3D4}" dt="2022-07-20T12:19:55.824" v="545"/>
          <ac:spMkLst>
            <pc:docMk/>
            <pc:sldMk cId="4271667069" sldId="2297"/>
            <ac:spMk id="51" creationId="{188B27EE-A622-A935-C55E-E06AD0112D8F}"/>
          </ac:spMkLst>
        </pc:spChg>
      </pc:sldChg>
      <pc:sldChg chg="del">
        <pc:chgData name="Macher, Andreas (DI FA CTR PLC PPM)" userId="f1dcac62-7bef-43eb-91f0-927336a1714f" providerId="ADAL" clId="{E49EF160-5C02-4D16-981A-7537925DF3D4}" dt="2022-07-22T07:22:32.006" v="997" actId="47"/>
        <pc:sldMkLst>
          <pc:docMk/>
          <pc:sldMk cId="3983460591" sldId="9059"/>
        </pc:sldMkLst>
      </pc:sldChg>
      <pc:sldChg chg="del">
        <pc:chgData name="Macher, Andreas (DI FA CTR PLC PPM)" userId="f1dcac62-7bef-43eb-91f0-927336a1714f" providerId="ADAL" clId="{E49EF160-5C02-4D16-981A-7537925DF3D4}" dt="2022-07-22T07:22:32.006" v="997" actId="47"/>
        <pc:sldMkLst>
          <pc:docMk/>
          <pc:sldMk cId="2438124206" sldId="9061"/>
        </pc:sldMkLst>
      </pc:sldChg>
      <pc:sldChg chg="addSp delSp modSp add mod">
        <pc:chgData name="Macher, Andreas (DI FA CTR PLC PPM)" userId="f1dcac62-7bef-43eb-91f0-927336a1714f" providerId="ADAL" clId="{E49EF160-5C02-4D16-981A-7537925DF3D4}" dt="2022-07-20T12:18:32.909" v="527"/>
        <pc:sldMkLst>
          <pc:docMk/>
          <pc:sldMk cId="1501404703" sldId="9062"/>
        </pc:sldMkLst>
        <pc:spChg chg="mod">
          <ac:chgData name="Macher, Andreas (DI FA CTR PLC PPM)" userId="f1dcac62-7bef-43eb-91f0-927336a1714f" providerId="ADAL" clId="{E49EF160-5C02-4D16-981A-7537925DF3D4}" dt="2022-07-20T12:18:15.978" v="525" actId="6549"/>
          <ac:spMkLst>
            <pc:docMk/>
            <pc:sldMk cId="1501404703" sldId="9062"/>
            <ac:spMk id="5" creationId="{00000000-0000-0000-0000-000000000000}"/>
          </ac:spMkLst>
        </pc:spChg>
        <pc:spChg chg="del">
          <ac:chgData name="Macher, Andreas (DI FA CTR PLC PPM)" userId="f1dcac62-7bef-43eb-91f0-927336a1714f" providerId="ADAL" clId="{E49EF160-5C02-4D16-981A-7537925DF3D4}" dt="2022-07-20T12:18:27.601" v="526" actId="478"/>
          <ac:spMkLst>
            <pc:docMk/>
            <pc:sldMk cId="1501404703" sldId="9062"/>
            <ac:spMk id="10" creationId="{1F64D985-DDD3-4875-864D-6058F8F0E373}"/>
          </ac:spMkLst>
        </pc:spChg>
        <pc:spChg chg="del">
          <ac:chgData name="Macher, Andreas (DI FA CTR PLC PPM)" userId="f1dcac62-7bef-43eb-91f0-927336a1714f" providerId="ADAL" clId="{E49EF160-5C02-4D16-981A-7537925DF3D4}" dt="2022-07-20T12:18:27.601" v="526" actId="478"/>
          <ac:spMkLst>
            <pc:docMk/>
            <pc:sldMk cId="1501404703" sldId="9062"/>
            <ac:spMk id="58" creationId="{1D3D02C5-E244-406E-9B3A-C22266B87E10}"/>
          </ac:spMkLst>
        </pc:spChg>
        <pc:spChg chg="del">
          <ac:chgData name="Macher, Andreas (DI FA CTR PLC PPM)" userId="f1dcac62-7bef-43eb-91f0-927336a1714f" providerId="ADAL" clId="{E49EF160-5C02-4D16-981A-7537925DF3D4}" dt="2022-07-20T12:18:27.601" v="526" actId="478"/>
          <ac:spMkLst>
            <pc:docMk/>
            <pc:sldMk cId="1501404703" sldId="9062"/>
            <ac:spMk id="59" creationId="{17CA62F4-F950-4F7A-B314-110CAFA4BA63}"/>
          </ac:spMkLst>
        </pc:spChg>
        <pc:spChg chg="add mod">
          <ac:chgData name="Macher, Andreas (DI FA CTR PLC PPM)" userId="f1dcac62-7bef-43eb-91f0-927336a1714f" providerId="ADAL" clId="{E49EF160-5C02-4D16-981A-7537925DF3D4}" dt="2022-07-20T12:18:32.909" v="527"/>
          <ac:spMkLst>
            <pc:docMk/>
            <pc:sldMk cId="1501404703" sldId="9062"/>
            <ac:spMk id="60" creationId="{C3EFA2AC-D21A-E484-DB44-9EE1A2B76E59}"/>
          </ac:spMkLst>
        </pc:spChg>
      </pc:sldChg>
      <pc:sldChg chg="del">
        <pc:chgData name="Macher, Andreas (DI FA CTR PLC PPM)" userId="f1dcac62-7bef-43eb-91f0-927336a1714f" providerId="ADAL" clId="{E49EF160-5C02-4D16-981A-7537925DF3D4}" dt="2022-07-20T12:18:02.104" v="523" actId="2696"/>
        <pc:sldMkLst>
          <pc:docMk/>
          <pc:sldMk cId="2320109583" sldId="9062"/>
        </pc:sldMkLst>
      </pc:sldChg>
      <pc:sldChg chg="del">
        <pc:chgData name="Macher, Andreas (DI FA CTR PLC PPM)" userId="f1dcac62-7bef-43eb-91f0-927336a1714f" providerId="ADAL" clId="{E49EF160-5C02-4D16-981A-7537925DF3D4}" dt="2022-07-22T07:22:32.006" v="997" actId="47"/>
        <pc:sldMkLst>
          <pc:docMk/>
          <pc:sldMk cId="2604767646" sldId="9068"/>
        </pc:sldMkLst>
      </pc:sldChg>
      <pc:sldChg chg="addSp delSp modSp del mod">
        <pc:chgData name="Macher, Andreas (DI FA CTR PLC PPM)" userId="f1dcac62-7bef-43eb-91f0-927336a1714f" providerId="ADAL" clId="{E49EF160-5C02-4D16-981A-7537925DF3D4}" dt="2022-07-22T07:22:32.006" v="997" actId="47"/>
        <pc:sldMkLst>
          <pc:docMk/>
          <pc:sldMk cId="801858518" sldId="9069"/>
        </pc:sldMkLst>
        <pc:spChg chg="add mod">
          <ac:chgData name="Macher, Andreas (DI FA CTR PLC PPM)" userId="f1dcac62-7bef-43eb-91f0-927336a1714f" providerId="ADAL" clId="{E49EF160-5C02-4D16-981A-7537925DF3D4}" dt="2022-05-24T08:17:42.590" v="72" actId="14100"/>
          <ac:spMkLst>
            <pc:docMk/>
            <pc:sldMk cId="801858518" sldId="9069"/>
            <ac:spMk id="12" creationId="{DF377D44-11A2-4450-AD43-AB842C67C392}"/>
          </ac:spMkLst>
        </pc:spChg>
        <pc:graphicFrameChg chg="add del mod">
          <ac:chgData name="Macher, Andreas (DI FA CTR PLC PPM)" userId="f1dcac62-7bef-43eb-91f0-927336a1714f" providerId="ADAL" clId="{E49EF160-5C02-4D16-981A-7537925DF3D4}" dt="2022-05-24T08:17:14.919" v="53"/>
          <ac:graphicFrameMkLst>
            <pc:docMk/>
            <pc:sldMk cId="801858518" sldId="9069"/>
            <ac:graphicFrameMk id="8" creationId="{133FA419-BD1E-467B-A010-AFDBF497FE5D}"/>
          </ac:graphicFrameMkLst>
        </pc:graphicFrameChg>
        <pc:graphicFrameChg chg="del mod">
          <ac:chgData name="Macher, Andreas (DI FA CTR PLC PPM)" userId="f1dcac62-7bef-43eb-91f0-927336a1714f" providerId="ADAL" clId="{E49EF160-5C02-4D16-981A-7537925DF3D4}" dt="2022-05-24T08:17:14.919" v="53"/>
          <ac:graphicFrameMkLst>
            <pc:docMk/>
            <pc:sldMk cId="801858518" sldId="9069"/>
            <ac:graphicFrameMk id="10" creationId="{0B108C0B-8F7A-421C-841B-A986DCC3CA3B}"/>
          </ac:graphicFrameMkLst>
        </pc:graphicFrameChg>
        <pc:graphicFrameChg chg="add del mod">
          <ac:chgData name="Macher, Andreas (DI FA CTR PLC PPM)" userId="f1dcac62-7bef-43eb-91f0-927336a1714f" providerId="ADAL" clId="{E49EF160-5C02-4D16-981A-7537925DF3D4}" dt="2022-05-24T08:17:14.919" v="53"/>
          <ac:graphicFrameMkLst>
            <pc:docMk/>
            <pc:sldMk cId="801858518" sldId="9069"/>
            <ac:graphicFrameMk id="11" creationId="{86D68506-A2A1-452E-80ED-576EA05C55CA}"/>
          </ac:graphicFrameMkLst>
        </pc:graphicFrameChg>
      </pc:sldChg>
      <pc:sldChg chg="del">
        <pc:chgData name="Macher, Andreas (DI FA CTR PLC PPM)" userId="f1dcac62-7bef-43eb-91f0-927336a1714f" providerId="ADAL" clId="{E49EF160-5C02-4D16-981A-7537925DF3D4}" dt="2022-07-22T07:22:32.006" v="997" actId="47"/>
        <pc:sldMkLst>
          <pc:docMk/>
          <pc:sldMk cId="2259490612" sldId="9070"/>
        </pc:sldMkLst>
      </pc:sldChg>
      <pc:sldChg chg="addSp modSp del mod">
        <pc:chgData name="Macher, Andreas (DI FA CTR PLC PPM)" userId="f1dcac62-7bef-43eb-91f0-927336a1714f" providerId="ADAL" clId="{E49EF160-5C02-4D16-981A-7537925DF3D4}" dt="2022-07-22T07:22:32.006" v="997" actId="47"/>
        <pc:sldMkLst>
          <pc:docMk/>
          <pc:sldMk cId="284463888" sldId="9071"/>
        </pc:sldMkLst>
        <pc:spChg chg="add mod">
          <ac:chgData name="Macher, Andreas (DI FA CTR PLC PPM)" userId="f1dcac62-7bef-43eb-91f0-927336a1714f" providerId="ADAL" clId="{E49EF160-5C02-4D16-981A-7537925DF3D4}" dt="2022-07-20T12:12:36.046" v="428" actId="6549"/>
          <ac:spMkLst>
            <pc:docMk/>
            <pc:sldMk cId="284463888" sldId="9071"/>
            <ac:spMk id="48" creationId="{82AC6731-1F83-47AE-91D3-CAC2A95CEF45}"/>
          </ac:spMkLst>
        </pc:spChg>
        <pc:spChg chg="mod">
          <ac:chgData name="Macher, Andreas (DI FA CTR PLC PPM)" userId="f1dcac62-7bef-43eb-91f0-927336a1714f" providerId="ADAL" clId="{E49EF160-5C02-4D16-981A-7537925DF3D4}" dt="2022-07-20T12:12:27.331" v="426" actId="20577"/>
          <ac:spMkLst>
            <pc:docMk/>
            <pc:sldMk cId="284463888" sldId="9071"/>
            <ac:spMk id="65" creationId="{00000000-0000-0000-0000-000000000000}"/>
          </ac:spMkLst>
        </pc:spChg>
        <pc:spChg chg="mod">
          <ac:chgData name="Macher, Andreas (DI FA CTR PLC PPM)" userId="f1dcac62-7bef-43eb-91f0-927336a1714f" providerId="ADAL" clId="{E49EF160-5C02-4D16-981A-7537925DF3D4}" dt="2022-07-20T12:12:31.381" v="427" actId="20577"/>
          <ac:spMkLst>
            <pc:docMk/>
            <pc:sldMk cId="284463888" sldId="9071"/>
            <ac:spMk id="92" creationId="{00000000-0000-0000-0000-000000000000}"/>
          </ac:spMkLst>
        </pc:spChg>
      </pc:sldChg>
      <pc:sldChg chg="addSp modSp mod">
        <pc:chgData name="Macher, Andreas (DI FA CTR PLC PPM)" userId="f1dcac62-7bef-43eb-91f0-927336a1714f" providerId="ADAL" clId="{E49EF160-5C02-4D16-981A-7537925DF3D4}" dt="2022-07-04T13:46:50.233" v="105" actId="207"/>
        <pc:sldMkLst>
          <pc:docMk/>
          <pc:sldMk cId="413719169" sldId="9076"/>
        </pc:sldMkLst>
        <pc:spChg chg="add mod">
          <ac:chgData name="Macher, Andreas (DI FA CTR PLC PPM)" userId="f1dcac62-7bef-43eb-91f0-927336a1714f" providerId="ADAL" clId="{E49EF160-5C02-4D16-981A-7537925DF3D4}" dt="2022-07-04T13:46:50.233" v="105" actId="207"/>
          <ac:spMkLst>
            <pc:docMk/>
            <pc:sldMk cId="413719169" sldId="9076"/>
            <ac:spMk id="3" creationId="{5A6A7D38-BD9F-4BD9-8773-31420C498619}"/>
          </ac:spMkLst>
        </pc:spChg>
        <pc:spChg chg="mod">
          <ac:chgData name="Macher, Andreas (DI FA CTR PLC PPM)" userId="f1dcac62-7bef-43eb-91f0-927336a1714f" providerId="ADAL" clId="{E49EF160-5C02-4D16-981A-7537925DF3D4}" dt="2022-07-04T13:46:21.606" v="102" actId="20577"/>
          <ac:spMkLst>
            <pc:docMk/>
            <pc:sldMk cId="413719169" sldId="9076"/>
            <ac:spMk id="4" creationId="{A645F354-40D6-4D3D-BA93-7A74F09635B4}"/>
          </ac:spMkLst>
        </pc:spChg>
      </pc:sldChg>
      <pc:sldChg chg="del">
        <pc:chgData name="Macher, Andreas (DI FA CTR PLC PPM)" userId="f1dcac62-7bef-43eb-91f0-927336a1714f" providerId="ADAL" clId="{E49EF160-5C02-4D16-981A-7537925DF3D4}" dt="2022-07-04T13:53:17.212" v="271" actId="47"/>
        <pc:sldMkLst>
          <pc:docMk/>
          <pc:sldMk cId="3404595908" sldId="9080"/>
        </pc:sldMkLst>
      </pc:sldChg>
      <pc:sldChg chg="del">
        <pc:chgData name="Macher, Andreas (DI FA CTR PLC PPM)" userId="f1dcac62-7bef-43eb-91f0-927336a1714f" providerId="ADAL" clId="{E49EF160-5C02-4D16-981A-7537925DF3D4}" dt="2022-07-04T13:48:27.785" v="108" actId="2696"/>
        <pc:sldMkLst>
          <pc:docMk/>
          <pc:sldMk cId="503801981" sldId="9081"/>
        </pc:sldMkLst>
      </pc:sldChg>
      <pc:sldChg chg="add del">
        <pc:chgData name="Macher, Andreas (DI FA CTR PLC PPM)" userId="f1dcac62-7bef-43eb-91f0-927336a1714f" providerId="ADAL" clId="{E49EF160-5C02-4D16-981A-7537925DF3D4}" dt="2022-07-04T13:49:15.760" v="113" actId="47"/>
        <pc:sldMkLst>
          <pc:docMk/>
          <pc:sldMk cId="2847525793" sldId="9081"/>
        </pc:sldMkLst>
      </pc:sldChg>
      <pc:sldChg chg="del">
        <pc:chgData name="Macher, Andreas (DI FA CTR PLC PPM)" userId="f1dcac62-7bef-43eb-91f0-927336a1714f" providerId="ADAL" clId="{E49EF160-5C02-4D16-981A-7537925DF3D4}" dt="2022-07-20T12:24:32.018" v="614" actId="2696"/>
        <pc:sldMkLst>
          <pc:docMk/>
          <pc:sldMk cId="2890106603" sldId="9101"/>
        </pc:sldMkLst>
      </pc:sldChg>
      <pc:sldChg chg="addSp modSp add mod">
        <pc:chgData name="Macher, Andreas (DI FA CTR PLC PPM)" userId="f1dcac62-7bef-43eb-91f0-927336a1714f" providerId="ADAL" clId="{E49EF160-5C02-4D16-981A-7537925DF3D4}" dt="2022-07-20T12:25:31.677" v="624"/>
        <pc:sldMkLst>
          <pc:docMk/>
          <pc:sldMk cId="2897839901" sldId="9101"/>
        </pc:sldMkLst>
        <pc:spChg chg="mod">
          <ac:chgData name="Macher, Andreas (DI FA CTR PLC PPM)" userId="f1dcac62-7bef-43eb-91f0-927336a1714f" providerId="ADAL" clId="{E49EF160-5C02-4D16-981A-7537925DF3D4}" dt="2022-07-20T12:24:50.219" v="618" actId="20577"/>
          <ac:spMkLst>
            <pc:docMk/>
            <pc:sldMk cId="2897839901" sldId="9101"/>
            <ac:spMk id="2" creationId="{01FF8783-8957-4145-A140-42B86A578CB9}"/>
          </ac:spMkLst>
        </pc:spChg>
        <pc:spChg chg="add mod">
          <ac:chgData name="Macher, Andreas (DI FA CTR PLC PPM)" userId="f1dcac62-7bef-43eb-91f0-927336a1714f" providerId="ADAL" clId="{E49EF160-5C02-4D16-981A-7537925DF3D4}" dt="2022-07-20T12:25:31.677" v="624"/>
          <ac:spMkLst>
            <pc:docMk/>
            <pc:sldMk cId="2897839901" sldId="9101"/>
            <ac:spMk id="61" creationId="{5DEC29C0-05A2-8B80-F700-49204DA24F1C}"/>
          </ac:spMkLst>
        </pc:spChg>
        <pc:spChg chg="mod">
          <ac:chgData name="Macher, Andreas (DI FA CTR PLC PPM)" userId="f1dcac62-7bef-43eb-91f0-927336a1714f" providerId="ADAL" clId="{E49EF160-5C02-4D16-981A-7537925DF3D4}" dt="2022-07-20T12:25:02.695" v="623" actId="20577"/>
          <ac:spMkLst>
            <pc:docMk/>
            <pc:sldMk cId="2897839901" sldId="9101"/>
            <ac:spMk id="89" creationId="{20BE0242-89F4-4683-A17B-0A7EE7D972FE}"/>
          </ac:spMkLst>
        </pc:spChg>
      </pc:sldChg>
      <pc:sldChg chg="modSp add mod">
        <pc:chgData name="Macher, Andreas (DI FA CTR PLC PPM)" userId="f1dcac62-7bef-43eb-91f0-927336a1714f" providerId="ADAL" clId="{E49EF160-5C02-4D16-981A-7537925DF3D4}" dt="2022-07-20T12:25:53.576" v="626" actId="113"/>
        <pc:sldMkLst>
          <pc:docMk/>
          <pc:sldMk cId="96732149" sldId="9102"/>
        </pc:sldMkLst>
        <pc:spChg chg="mod">
          <ac:chgData name="Macher, Andreas (DI FA CTR PLC PPM)" userId="f1dcac62-7bef-43eb-91f0-927336a1714f" providerId="ADAL" clId="{E49EF160-5C02-4D16-981A-7537925DF3D4}" dt="2022-07-20T12:25:53.576" v="626" actId="113"/>
          <ac:spMkLst>
            <pc:docMk/>
            <pc:sldMk cId="96732149" sldId="9102"/>
            <ac:spMk id="2" creationId="{01FF8783-8957-4145-A140-42B86A578CB9}"/>
          </ac:spMkLst>
        </pc:spChg>
      </pc:sldChg>
      <pc:sldChg chg="del">
        <pc:chgData name="Macher, Andreas (DI FA CTR PLC PPM)" userId="f1dcac62-7bef-43eb-91f0-927336a1714f" providerId="ADAL" clId="{E49EF160-5C02-4D16-981A-7537925DF3D4}" dt="2022-07-20T12:24:32.018" v="614" actId="2696"/>
        <pc:sldMkLst>
          <pc:docMk/>
          <pc:sldMk cId="804454323" sldId="9102"/>
        </pc:sldMkLst>
      </pc:sldChg>
      <pc:sldChg chg="del">
        <pc:chgData name="Macher, Andreas (DI FA CTR PLC PPM)" userId="f1dcac62-7bef-43eb-91f0-927336a1714f" providerId="ADAL" clId="{E49EF160-5C02-4D16-981A-7537925DF3D4}" dt="2022-07-20T12:24:32.018" v="614" actId="2696"/>
        <pc:sldMkLst>
          <pc:docMk/>
          <pc:sldMk cId="1275722678" sldId="9103"/>
        </pc:sldMkLst>
      </pc:sldChg>
      <pc:sldChg chg="modSp add mod">
        <pc:chgData name="Macher, Andreas (DI FA CTR PLC PPM)" userId="f1dcac62-7bef-43eb-91f0-927336a1714f" providerId="ADAL" clId="{E49EF160-5C02-4D16-981A-7537925DF3D4}" dt="2022-07-20T12:26:03.397" v="628" actId="113"/>
        <pc:sldMkLst>
          <pc:docMk/>
          <pc:sldMk cId="3624531473" sldId="9103"/>
        </pc:sldMkLst>
        <pc:spChg chg="mod">
          <ac:chgData name="Macher, Andreas (DI FA CTR PLC PPM)" userId="f1dcac62-7bef-43eb-91f0-927336a1714f" providerId="ADAL" clId="{E49EF160-5C02-4D16-981A-7537925DF3D4}" dt="2022-07-20T12:26:03.397" v="628" actId="113"/>
          <ac:spMkLst>
            <pc:docMk/>
            <pc:sldMk cId="3624531473" sldId="9103"/>
            <ac:spMk id="2" creationId="{01FF8783-8957-4145-A140-42B86A578CB9}"/>
          </ac:spMkLst>
        </pc:spChg>
      </pc:sldChg>
      <pc:sldChg chg="del">
        <pc:chgData name="Macher, Andreas (DI FA CTR PLC PPM)" userId="f1dcac62-7bef-43eb-91f0-927336a1714f" providerId="ADAL" clId="{E49EF160-5C02-4D16-981A-7537925DF3D4}" dt="2022-07-20T12:24:32.018" v="614" actId="2696"/>
        <pc:sldMkLst>
          <pc:docMk/>
          <pc:sldMk cId="233742774" sldId="9104"/>
        </pc:sldMkLst>
      </pc:sldChg>
      <pc:sldChg chg="add">
        <pc:chgData name="Macher, Andreas (DI FA CTR PLC PPM)" userId="f1dcac62-7bef-43eb-91f0-927336a1714f" providerId="ADAL" clId="{E49EF160-5C02-4D16-981A-7537925DF3D4}" dt="2022-07-20T12:24:35.240" v="615"/>
        <pc:sldMkLst>
          <pc:docMk/>
          <pc:sldMk cId="1549395957" sldId="9104"/>
        </pc:sldMkLst>
      </pc:sldChg>
      <pc:sldChg chg="del">
        <pc:chgData name="Macher, Andreas (DI FA CTR PLC PPM)" userId="f1dcac62-7bef-43eb-91f0-927336a1714f" providerId="ADAL" clId="{E49EF160-5C02-4D16-981A-7537925DF3D4}" dt="2022-07-20T12:24:32.018" v="614" actId="2696"/>
        <pc:sldMkLst>
          <pc:docMk/>
          <pc:sldMk cId="1588646750" sldId="9107"/>
        </pc:sldMkLst>
      </pc:sldChg>
      <pc:sldChg chg="addSp modSp add mod">
        <pc:chgData name="Macher, Andreas (DI FA CTR PLC PPM)" userId="f1dcac62-7bef-43eb-91f0-927336a1714f" providerId="ADAL" clId="{E49EF160-5C02-4D16-981A-7537925DF3D4}" dt="2022-07-20T12:26:38.676" v="638"/>
        <pc:sldMkLst>
          <pc:docMk/>
          <pc:sldMk cId="3316944469" sldId="9107"/>
        </pc:sldMkLst>
        <pc:spChg chg="add mod">
          <ac:chgData name="Macher, Andreas (DI FA CTR PLC PPM)" userId="f1dcac62-7bef-43eb-91f0-927336a1714f" providerId="ADAL" clId="{E49EF160-5C02-4D16-981A-7537925DF3D4}" dt="2022-07-20T12:26:38.676" v="638"/>
          <ac:spMkLst>
            <pc:docMk/>
            <pc:sldMk cId="3316944469" sldId="9107"/>
            <ac:spMk id="8" creationId="{4297A531-EDDB-E150-3B1B-09F4A834134C}"/>
          </ac:spMkLst>
        </pc:spChg>
        <pc:spChg chg="mod">
          <ac:chgData name="Macher, Andreas (DI FA CTR PLC PPM)" userId="f1dcac62-7bef-43eb-91f0-927336a1714f" providerId="ADAL" clId="{E49EF160-5C02-4D16-981A-7537925DF3D4}" dt="2022-07-20T12:26:22.986" v="637" actId="20577"/>
          <ac:spMkLst>
            <pc:docMk/>
            <pc:sldMk cId="3316944469" sldId="9107"/>
            <ac:spMk id="83" creationId="{FD08AAE6-9175-49FE-AB33-BB7F170C1F25}"/>
          </ac:spMkLst>
        </pc:spChg>
      </pc:sldChg>
      <pc:sldChg chg="addSp modSp add mod">
        <pc:chgData name="Macher, Andreas (DI FA CTR PLC PPM)" userId="f1dcac62-7bef-43eb-91f0-927336a1714f" providerId="ADAL" clId="{E49EF160-5C02-4D16-981A-7537925DF3D4}" dt="2022-07-20T12:19:49.905" v="543"/>
        <pc:sldMkLst>
          <pc:docMk/>
          <pc:sldMk cId="237798392" sldId="9111"/>
        </pc:sldMkLst>
        <pc:spChg chg="mod">
          <ac:chgData name="Macher, Andreas (DI FA CTR PLC PPM)" userId="f1dcac62-7bef-43eb-91f0-927336a1714f" providerId="ADAL" clId="{E49EF160-5C02-4D16-981A-7537925DF3D4}" dt="2022-07-20T12:18:57.196" v="540" actId="20577"/>
          <ac:spMkLst>
            <pc:docMk/>
            <pc:sldMk cId="237798392" sldId="9111"/>
            <ac:spMk id="2" creationId="{C488934C-F390-4DE6-9152-576DD26E1F1D}"/>
          </ac:spMkLst>
        </pc:spChg>
        <pc:spChg chg="add mod">
          <ac:chgData name="Macher, Andreas (DI FA CTR PLC PPM)" userId="f1dcac62-7bef-43eb-91f0-927336a1714f" providerId="ADAL" clId="{E49EF160-5C02-4D16-981A-7537925DF3D4}" dt="2022-07-20T12:19:49.905" v="543"/>
          <ac:spMkLst>
            <pc:docMk/>
            <pc:sldMk cId="237798392" sldId="9111"/>
            <ac:spMk id="96" creationId="{2FCBA094-6B87-5E94-6987-98F6642AAE42}"/>
          </ac:spMkLst>
        </pc:spChg>
      </pc:sldChg>
      <pc:sldChg chg="del">
        <pc:chgData name="Macher, Andreas (DI FA CTR PLC PPM)" userId="f1dcac62-7bef-43eb-91f0-927336a1714f" providerId="ADAL" clId="{E49EF160-5C02-4D16-981A-7537925DF3D4}" dt="2022-07-20T12:18:02.104" v="523" actId="2696"/>
        <pc:sldMkLst>
          <pc:docMk/>
          <pc:sldMk cId="1465856675" sldId="9111"/>
        </pc:sldMkLst>
      </pc:sldChg>
      <pc:sldChg chg="addSp modSp add mod">
        <pc:chgData name="Macher, Andreas (DI FA CTR PLC PPM)" userId="f1dcac62-7bef-43eb-91f0-927336a1714f" providerId="ADAL" clId="{E49EF160-5C02-4D16-981A-7537925DF3D4}" dt="2022-07-20T12:19:53.562" v="544"/>
        <pc:sldMkLst>
          <pc:docMk/>
          <pc:sldMk cId="1763449856" sldId="9112"/>
        </pc:sldMkLst>
        <pc:spChg chg="mod">
          <ac:chgData name="Macher, Andreas (DI FA CTR PLC PPM)" userId="f1dcac62-7bef-43eb-91f0-927336a1714f" providerId="ADAL" clId="{E49EF160-5C02-4D16-981A-7537925DF3D4}" dt="2022-07-20T12:19:22.880" v="541"/>
          <ac:spMkLst>
            <pc:docMk/>
            <pc:sldMk cId="1763449856" sldId="9112"/>
            <ac:spMk id="2" creationId="{C488934C-F390-4DE6-9152-576DD26E1F1D}"/>
          </ac:spMkLst>
        </pc:spChg>
        <pc:spChg chg="add mod">
          <ac:chgData name="Macher, Andreas (DI FA CTR PLC PPM)" userId="f1dcac62-7bef-43eb-91f0-927336a1714f" providerId="ADAL" clId="{E49EF160-5C02-4D16-981A-7537925DF3D4}" dt="2022-07-20T12:19:53.562" v="544"/>
          <ac:spMkLst>
            <pc:docMk/>
            <pc:sldMk cId="1763449856" sldId="9112"/>
            <ac:spMk id="21" creationId="{2F2724E4-A264-84AD-AD52-7BD1E9C4CE31}"/>
          </ac:spMkLst>
        </pc:spChg>
      </pc:sldChg>
      <pc:sldChg chg="del">
        <pc:chgData name="Macher, Andreas (DI FA CTR PLC PPM)" userId="f1dcac62-7bef-43eb-91f0-927336a1714f" providerId="ADAL" clId="{E49EF160-5C02-4D16-981A-7537925DF3D4}" dt="2022-07-20T12:18:02.104" v="523" actId="2696"/>
        <pc:sldMkLst>
          <pc:docMk/>
          <pc:sldMk cId="3150031831" sldId="9112"/>
        </pc:sldMkLst>
      </pc:sldChg>
      <pc:sldChg chg="addSp modSp mod">
        <pc:chgData name="Macher, Andreas (DI FA CTR PLC PPM)" userId="f1dcac62-7bef-43eb-91f0-927336a1714f" providerId="ADAL" clId="{E49EF160-5C02-4D16-981A-7537925DF3D4}" dt="2022-07-04T13:58:22.796" v="377" actId="20577"/>
        <pc:sldMkLst>
          <pc:docMk/>
          <pc:sldMk cId="3876607279" sldId="9113"/>
        </pc:sldMkLst>
        <pc:spChg chg="mod">
          <ac:chgData name="Macher, Andreas (DI FA CTR PLC PPM)" userId="f1dcac62-7bef-43eb-91f0-927336a1714f" providerId="ADAL" clId="{E49EF160-5C02-4D16-981A-7537925DF3D4}" dt="2022-07-04T13:51:12.748" v="122" actId="20577"/>
          <ac:spMkLst>
            <pc:docMk/>
            <pc:sldMk cId="3876607279" sldId="9113"/>
            <ac:spMk id="4" creationId="{00000000-0000-0000-0000-000000000000}"/>
          </ac:spMkLst>
        </pc:spChg>
        <pc:spChg chg="add mod">
          <ac:chgData name="Macher, Andreas (DI FA CTR PLC PPM)" userId="f1dcac62-7bef-43eb-91f0-927336a1714f" providerId="ADAL" clId="{E49EF160-5C02-4D16-981A-7537925DF3D4}" dt="2022-07-04T13:53:04.551" v="270"/>
          <ac:spMkLst>
            <pc:docMk/>
            <pc:sldMk cId="3876607279" sldId="9113"/>
            <ac:spMk id="7" creationId="{2FAC0328-D5AE-4122-863C-F24FD5715C25}"/>
          </ac:spMkLst>
        </pc:spChg>
        <pc:graphicFrameChg chg="modGraphic">
          <ac:chgData name="Macher, Andreas (DI FA CTR PLC PPM)" userId="f1dcac62-7bef-43eb-91f0-927336a1714f" providerId="ADAL" clId="{E49EF160-5C02-4D16-981A-7537925DF3D4}" dt="2022-07-04T13:58:22.796" v="377" actId="20577"/>
          <ac:graphicFrameMkLst>
            <pc:docMk/>
            <pc:sldMk cId="3876607279" sldId="9113"/>
            <ac:graphicFrameMk id="5" creationId="{00000000-0000-0000-0000-000000000000}"/>
          </ac:graphicFrameMkLst>
        </pc:graphicFrameChg>
        <pc:graphicFrameChg chg="modGraphic">
          <ac:chgData name="Macher, Andreas (DI FA CTR PLC PPM)" userId="f1dcac62-7bef-43eb-91f0-927336a1714f" providerId="ADAL" clId="{E49EF160-5C02-4D16-981A-7537925DF3D4}" dt="2022-07-04T13:52:40.657" v="269" actId="20577"/>
          <ac:graphicFrameMkLst>
            <pc:docMk/>
            <pc:sldMk cId="3876607279" sldId="9113"/>
            <ac:graphicFrameMk id="9" creationId="{00000000-0000-0000-0000-000000000000}"/>
          </ac:graphicFrameMkLst>
        </pc:graphicFrameChg>
      </pc:sldChg>
      <pc:sldChg chg="del">
        <pc:chgData name="Macher, Andreas (DI FA CTR PLC PPM)" userId="f1dcac62-7bef-43eb-91f0-927336a1714f" providerId="ADAL" clId="{E49EF160-5C02-4D16-981A-7537925DF3D4}" dt="2022-07-22T07:22:32.006" v="997" actId="47"/>
        <pc:sldMkLst>
          <pc:docMk/>
          <pc:sldMk cId="95143713" sldId="9116"/>
        </pc:sldMkLst>
      </pc:sldChg>
      <pc:sldChg chg="addSp modSp mod">
        <pc:chgData name="Macher, Andreas (DI FA CTR PLC PPM)" userId="f1dcac62-7bef-43eb-91f0-927336a1714f" providerId="ADAL" clId="{E49EF160-5C02-4D16-981A-7537925DF3D4}" dt="2022-07-22T07:17:08.650" v="789" actId="6549"/>
        <pc:sldMkLst>
          <pc:docMk/>
          <pc:sldMk cId="1588417255" sldId="9122"/>
        </pc:sldMkLst>
        <pc:spChg chg="mod">
          <ac:chgData name="Macher, Andreas (DI FA CTR PLC PPM)" userId="f1dcac62-7bef-43eb-91f0-927336a1714f" providerId="ADAL" clId="{E49EF160-5C02-4D16-981A-7537925DF3D4}" dt="2022-07-20T13:22:50.409" v="669" actId="20577"/>
          <ac:spMkLst>
            <pc:docMk/>
            <pc:sldMk cId="1588417255" sldId="9122"/>
            <ac:spMk id="2" creationId="{D844B46B-66FB-4F76-8B0E-37D7D4617D33}"/>
          </ac:spMkLst>
        </pc:spChg>
        <pc:spChg chg="mod">
          <ac:chgData name="Macher, Andreas (DI FA CTR PLC PPM)" userId="f1dcac62-7bef-43eb-91f0-927336a1714f" providerId="ADAL" clId="{E49EF160-5C02-4D16-981A-7537925DF3D4}" dt="2022-07-22T07:17:08.650" v="789" actId="6549"/>
          <ac:spMkLst>
            <pc:docMk/>
            <pc:sldMk cId="1588417255" sldId="9122"/>
            <ac:spMk id="5" creationId="{A38F6808-4085-423A-A99A-9DC01B1678CB}"/>
          </ac:spMkLst>
        </pc:spChg>
        <pc:spChg chg="mod">
          <ac:chgData name="Macher, Andreas (DI FA CTR PLC PPM)" userId="f1dcac62-7bef-43eb-91f0-927336a1714f" providerId="ADAL" clId="{E49EF160-5C02-4D16-981A-7537925DF3D4}" dt="2022-07-20T12:20:42.848" v="589" actId="14100"/>
          <ac:spMkLst>
            <pc:docMk/>
            <pc:sldMk cId="1588417255" sldId="9122"/>
            <ac:spMk id="6" creationId="{6A170028-9FA8-4B43-9B25-027AA705A688}"/>
          </ac:spMkLst>
        </pc:spChg>
        <pc:spChg chg="add mod">
          <ac:chgData name="Macher, Andreas (DI FA CTR PLC PPM)" userId="f1dcac62-7bef-43eb-91f0-927336a1714f" providerId="ADAL" clId="{E49EF160-5C02-4D16-981A-7537925DF3D4}" dt="2022-07-04T13:46:56.191" v="106"/>
          <ac:spMkLst>
            <pc:docMk/>
            <pc:sldMk cId="1588417255" sldId="9122"/>
            <ac:spMk id="8" creationId="{2C5325A6-55B8-4C6C-8536-054DE43AC8D4}"/>
          </ac:spMkLst>
        </pc:spChg>
      </pc:sldChg>
      <pc:sldChg chg="modSp new mod">
        <pc:chgData name="Macher, Andreas (DI FA CTR PLC PPM)" userId="f1dcac62-7bef-43eb-91f0-927336a1714f" providerId="ADAL" clId="{E49EF160-5C02-4D16-981A-7537925DF3D4}" dt="2022-07-04T13:54:04.845" v="282" actId="20577"/>
        <pc:sldMkLst>
          <pc:docMk/>
          <pc:sldMk cId="1462139214" sldId="9128"/>
        </pc:sldMkLst>
        <pc:spChg chg="mod">
          <ac:chgData name="Macher, Andreas (DI FA CTR PLC PPM)" userId="f1dcac62-7bef-43eb-91f0-927336a1714f" providerId="ADAL" clId="{E49EF160-5C02-4D16-981A-7537925DF3D4}" dt="2022-07-04T13:54:04.845" v="282" actId="20577"/>
          <ac:spMkLst>
            <pc:docMk/>
            <pc:sldMk cId="1462139214" sldId="9128"/>
            <ac:spMk id="2" creationId="{7E5532F9-E479-408E-B0AC-4E417D687AF4}"/>
          </ac:spMkLst>
        </pc:spChg>
      </pc:sldChg>
      <pc:sldChg chg="modSp add mod chgLayout">
        <pc:chgData name="Macher, Andreas (DI FA CTR PLC PPM)" userId="f1dcac62-7bef-43eb-91f0-927336a1714f" providerId="ADAL" clId="{E49EF160-5C02-4D16-981A-7537925DF3D4}" dt="2022-07-04T13:54:51.035" v="284" actId="700"/>
        <pc:sldMkLst>
          <pc:docMk/>
          <pc:sldMk cId="2008483880" sldId="9731"/>
        </pc:sldMkLst>
        <pc:spChg chg="mod ord">
          <ac:chgData name="Macher, Andreas (DI FA CTR PLC PPM)" userId="f1dcac62-7bef-43eb-91f0-927336a1714f" providerId="ADAL" clId="{E49EF160-5C02-4D16-981A-7537925DF3D4}" dt="2022-07-04T13:54:51.035" v="284" actId="700"/>
          <ac:spMkLst>
            <pc:docMk/>
            <pc:sldMk cId="2008483880" sldId="9731"/>
            <ac:spMk id="25" creationId="{ECAF21E3-7711-47A7-8ED0-588622213F25}"/>
          </ac:spMkLst>
        </pc:spChg>
      </pc:sldChg>
      <pc:sldChg chg="modSp new mod">
        <pc:chgData name="Macher, Andreas (DI FA CTR PLC PPM)" userId="f1dcac62-7bef-43eb-91f0-927336a1714f" providerId="ADAL" clId="{E49EF160-5C02-4D16-981A-7537925DF3D4}" dt="2022-07-04T13:56:15.406" v="323" actId="20577"/>
        <pc:sldMkLst>
          <pc:docMk/>
          <pc:sldMk cId="1882695189" sldId="9732"/>
        </pc:sldMkLst>
        <pc:spChg chg="mod">
          <ac:chgData name="Macher, Andreas (DI FA CTR PLC PPM)" userId="f1dcac62-7bef-43eb-91f0-927336a1714f" providerId="ADAL" clId="{E49EF160-5C02-4D16-981A-7537925DF3D4}" dt="2022-07-04T13:56:15.406" v="323" actId="20577"/>
          <ac:spMkLst>
            <pc:docMk/>
            <pc:sldMk cId="1882695189" sldId="9732"/>
            <ac:spMk id="2" creationId="{457FB3F1-6DC4-42C5-893A-F5E892C4CB7D}"/>
          </ac:spMkLst>
        </pc:spChg>
      </pc:sldChg>
      <pc:sldChg chg="addSp modSp new mod">
        <pc:chgData name="Macher, Andreas (DI FA CTR PLC PPM)" userId="f1dcac62-7bef-43eb-91f0-927336a1714f" providerId="ADAL" clId="{E49EF160-5C02-4D16-981A-7537925DF3D4}" dt="2022-07-04T13:57:22.256" v="334" actId="22"/>
        <pc:sldMkLst>
          <pc:docMk/>
          <pc:sldMk cId="3519787544" sldId="9733"/>
        </pc:sldMkLst>
        <pc:spChg chg="mod">
          <ac:chgData name="Macher, Andreas (DI FA CTR PLC PPM)" userId="f1dcac62-7bef-43eb-91f0-927336a1714f" providerId="ADAL" clId="{E49EF160-5C02-4D16-981A-7537925DF3D4}" dt="2022-07-04T13:56:33.442" v="333" actId="20577"/>
          <ac:spMkLst>
            <pc:docMk/>
            <pc:sldMk cId="3519787544" sldId="9733"/>
            <ac:spMk id="2" creationId="{6D6F2DDB-4C06-49DE-AC79-439A41C41973}"/>
          </ac:spMkLst>
        </pc:spChg>
        <pc:picChg chg="add">
          <ac:chgData name="Macher, Andreas (DI FA CTR PLC PPM)" userId="f1dcac62-7bef-43eb-91f0-927336a1714f" providerId="ADAL" clId="{E49EF160-5C02-4D16-981A-7537925DF3D4}" dt="2022-07-04T13:57:22.256" v="334" actId="22"/>
          <ac:picMkLst>
            <pc:docMk/>
            <pc:sldMk cId="3519787544" sldId="9733"/>
            <ac:picMk id="5" creationId="{7A1C9045-04E3-488F-BEA9-521B52E3682A}"/>
          </ac:picMkLst>
        </pc:picChg>
      </pc:sldChg>
      <pc:sldChg chg="del">
        <pc:chgData name="Macher, Andreas (DI FA CTR PLC PPM)" userId="f1dcac62-7bef-43eb-91f0-927336a1714f" providerId="ADAL" clId="{E49EF160-5C02-4D16-981A-7537925DF3D4}" dt="2022-07-22T07:22:32.006" v="997" actId="47"/>
        <pc:sldMkLst>
          <pc:docMk/>
          <pc:sldMk cId="269201748" sldId="9734"/>
        </pc:sldMkLst>
      </pc:sldChg>
      <pc:sldChg chg="addSp modSp add">
        <pc:chgData name="Macher, Andreas (DI FA CTR PLC PPM)" userId="f1dcac62-7bef-43eb-91f0-927336a1714f" providerId="ADAL" clId="{E49EF160-5C02-4D16-981A-7537925DF3D4}" dt="2022-07-11T11:45:53.883" v="379"/>
        <pc:sldMkLst>
          <pc:docMk/>
          <pc:sldMk cId="4249497243" sldId="9778"/>
        </pc:sldMkLst>
        <pc:spChg chg="add mod">
          <ac:chgData name="Macher, Andreas (DI FA CTR PLC PPM)" userId="f1dcac62-7bef-43eb-91f0-927336a1714f" providerId="ADAL" clId="{E49EF160-5C02-4D16-981A-7537925DF3D4}" dt="2022-07-11T11:45:53.883" v="379"/>
          <ac:spMkLst>
            <pc:docMk/>
            <pc:sldMk cId="4249497243" sldId="9778"/>
            <ac:spMk id="80" creationId="{18D23C21-4588-1FD2-67D6-3C2074B2440C}"/>
          </ac:spMkLst>
        </pc:spChg>
      </pc:sldChg>
      <pc:sldChg chg="modSp add mod">
        <pc:chgData name="Macher, Andreas (DI FA CTR PLC PPM)" userId="f1dcac62-7bef-43eb-91f0-927336a1714f" providerId="ADAL" clId="{E49EF160-5C02-4D16-981A-7537925DF3D4}" dt="2022-07-20T12:16:57.277" v="522" actId="20577"/>
        <pc:sldMkLst>
          <pc:docMk/>
          <pc:sldMk cId="296634150" sldId="9779"/>
        </pc:sldMkLst>
        <pc:spChg chg="mod">
          <ac:chgData name="Macher, Andreas (DI FA CTR PLC PPM)" userId="f1dcac62-7bef-43eb-91f0-927336a1714f" providerId="ADAL" clId="{E49EF160-5C02-4D16-981A-7537925DF3D4}" dt="2022-07-20T12:16:57.277" v="522" actId="20577"/>
          <ac:spMkLst>
            <pc:docMk/>
            <pc:sldMk cId="296634150" sldId="9779"/>
            <ac:spMk id="4" creationId="{A645F354-40D6-4D3D-BA93-7A74F09635B4}"/>
          </ac:spMkLst>
        </pc:spChg>
      </pc:sldChg>
      <pc:sldChg chg="modSp add mod">
        <pc:chgData name="Macher, Andreas (DI FA CTR PLC PPM)" userId="f1dcac62-7bef-43eb-91f0-927336a1714f" providerId="ADAL" clId="{E49EF160-5C02-4D16-981A-7537925DF3D4}" dt="2022-07-20T12:23:58.827" v="613" actId="20577"/>
        <pc:sldMkLst>
          <pc:docMk/>
          <pc:sldMk cId="3618742120" sldId="9780"/>
        </pc:sldMkLst>
        <pc:spChg chg="mod">
          <ac:chgData name="Macher, Andreas (DI FA CTR PLC PPM)" userId="f1dcac62-7bef-43eb-91f0-927336a1714f" providerId="ADAL" clId="{E49EF160-5C02-4D16-981A-7537925DF3D4}" dt="2022-07-20T12:23:58.827" v="613" actId="20577"/>
          <ac:spMkLst>
            <pc:docMk/>
            <pc:sldMk cId="3618742120" sldId="9780"/>
            <ac:spMk id="4" creationId="{A645F354-40D6-4D3D-BA93-7A74F09635B4}"/>
          </ac:spMkLst>
        </pc:spChg>
      </pc:sldChg>
      <pc:sldChg chg="addSp delSp modSp add mod">
        <pc:chgData name="Macher, Andreas (DI FA CTR PLC PPM)" userId="f1dcac62-7bef-43eb-91f0-927336a1714f" providerId="ADAL" clId="{E49EF160-5C02-4D16-981A-7537925DF3D4}" dt="2022-07-22T07:22:09.321" v="996" actId="108"/>
        <pc:sldMkLst>
          <pc:docMk/>
          <pc:sldMk cId="3721668768" sldId="9781"/>
        </pc:sldMkLst>
        <pc:spChg chg="mod">
          <ac:chgData name="Macher, Andreas (DI FA CTR PLC PPM)" userId="f1dcac62-7bef-43eb-91f0-927336a1714f" providerId="ADAL" clId="{E49EF160-5C02-4D16-981A-7537925DF3D4}" dt="2022-07-20T13:23:21.299" v="700" actId="20577"/>
          <ac:spMkLst>
            <pc:docMk/>
            <pc:sldMk cId="3721668768" sldId="9781"/>
            <ac:spMk id="2" creationId="{D844B46B-66FB-4F76-8B0E-37D7D4617D33}"/>
          </ac:spMkLst>
        </pc:spChg>
        <pc:spChg chg="add mod">
          <ac:chgData name="Macher, Andreas (DI FA CTR PLC PPM)" userId="f1dcac62-7bef-43eb-91f0-927336a1714f" providerId="ADAL" clId="{E49EF160-5C02-4D16-981A-7537925DF3D4}" dt="2022-07-22T07:21:28.980" v="993" actId="164"/>
          <ac:spMkLst>
            <pc:docMk/>
            <pc:sldMk cId="3721668768" sldId="9781"/>
            <ac:spMk id="4" creationId="{59CA34EA-4792-9B73-9FCB-6C0D4AE3F30D}"/>
          </ac:spMkLst>
        </pc:spChg>
        <pc:spChg chg="mod">
          <ac:chgData name="Macher, Andreas (DI FA CTR PLC PPM)" userId="f1dcac62-7bef-43eb-91f0-927336a1714f" providerId="ADAL" clId="{E49EF160-5C02-4D16-981A-7537925DF3D4}" dt="2022-07-22T07:22:09.321" v="996" actId="108"/>
          <ac:spMkLst>
            <pc:docMk/>
            <pc:sldMk cId="3721668768" sldId="9781"/>
            <ac:spMk id="5" creationId="{A38F6808-4085-423A-A99A-9DC01B1678CB}"/>
          </ac:spMkLst>
        </pc:spChg>
        <pc:spChg chg="add mod">
          <ac:chgData name="Macher, Andreas (DI FA CTR PLC PPM)" userId="f1dcac62-7bef-43eb-91f0-927336a1714f" providerId="ADAL" clId="{E49EF160-5C02-4D16-981A-7537925DF3D4}" dt="2022-07-22T07:21:28.980" v="993" actId="164"/>
          <ac:spMkLst>
            <pc:docMk/>
            <pc:sldMk cId="3721668768" sldId="9781"/>
            <ac:spMk id="6" creationId="{3148748C-847D-C8C3-8852-8210D6336767}"/>
          </ac:spMkLst>
        </pc:spChg>
        <pc:spChg chg="del">
          <ac:chgData name="Macher, Andreas (DI FA CTR PLC PPM)" userId="f1dcac62-7bef-43eb-91f0-927336a1714f" providerId="ADAL" clId="{E49EF160-5C02-4D16-981A-7537925DF3D4}" dt="2022-07-20T13:23:34.203" v="701" actId="478"/>
          <ac:spMkLst>
            <pc:docMk/>
            <pc:sldMk cId="3721668768" sldId="9781"/>
            <ac:spMk id="6" creationId="{6A170028-9FA8-4B43-9B25-027AA705A688}"/>
          </ac:spMkLst>
        </pc:spChg>
        <pc:grpChg chg="add mod">
          <ac:chgData name="Macher, Andreas (DI FA CTR PLC PPM)" userId="f1dcac62-7bef-43eb-91f0-927336a1714f" providerId="ADAL" clId="{E49EF160-5C02-4D16-981A-7537925DF3D4}" dt="2022-07-22T07:21:32.506" v="994" actId="1076"/>
          <ac:grpSpMkLst>
            <pc:docMk/>
            <pc:sldMk cId="3721668768" sldId="9781"/>
            <ac:grpSpMk id="9" creationId="{27A92C2F-D47D-57BB-8D48-72EC2F30F9AE}"/>
          </ac:grpSpMkLst>
        </pc:grpChg>
      </pc:sldChg>
      <pc:sldMasterChg chg="delSldLayout">
        <pc:chgData name="Macher, Andreas (DI FA CTR PLC PPM)" userId="f1dcac62-7bef-43eb-91f0-927336a1714f" providerId="ADAL" clId="{E49EF160-5C02-4D16-981A-7537925DF3D4}" dt="2022-07-22T07:36:44.292" v="1047" actId="2696"/>
        <pc:sldMasterMkLst>
          <pc:docMk/>
          <pc:sldMasterMk cId="1698585145" sldId="2147483648"/>
        </pc:sldMasterMkLst>
        <pc:sldLayoutChg chg="del">
          <pc:chgData name="Macher, Andreas (DI FA CTR PLC PPM)" userId="f1dcac62-7bef-43eb-91f0-927336a1714f" providerId="ADAL" clId="{E49EF160-5C02-4D16-981A-7537925DF3D4}" dt="2022-07-22T07:36:41.814" v="1038" actId="2696"/>
          <pc:sldLayoutMkLst>
            <pc:docMk/>
            <pc:sldMasterMk cId="1698585145" sldId="2147483648"/>
            <pc:sldLayoutMk cId="408848882" sldId="2147483652"/>
          </pc:sldLayoutMkLst>
        </pc:sldLayoutChg>
        <pc:sldLayoutChg chg="del">
          <pc:chgData name="Macher, Andreas (DI FA CTR PLC PPM)" userId="f1dcac62-7bef-43eb-91f0-927336a1714f" providerId="ADAL" clId="{E49EF160-5C02-4D16-981A-7537925DF3D4}" dt="2022-07-22T07:36:41.153" v="1034" actId="2696"/>
          <pc:sldLayoutMkLst>
            <pc:docMk/>
            <pc:sldMasterMk cId="1698585145" sldId="2147483648"/>
            <pc:sldLayoutMk cId="1907654598" sldId="2147483665"/>
          </pc:sldLayoutMkLst>
        </pc:sldLayoutChg>
        <pc:sldLayoutChg chg="del">
          <pc:chgData name="Macher, Andreas (DI FA CTR PLC PPM)" userId="f1dcac62-7bef-43eb-91f0-927336a1714f" providerId="ADAL" clId="{E49EF160-5C02-4D16-981A-7537925DF3D4}" dt="2022-07-22T07:36:41.316" v="1035" actId="2696"/>
          <pc:sldLayoutMkLst>
            <pc:docMk/>
            <pc:sldMasterMk cId="1698585145" sldId="2147483648"/>
            <pc:sldLayoutMk cId="951439580" sldId="2147483666"/>
          </pc:sldLayoutMkLst>
        </pc:sldLayoutChg>
        <pc:sldLayoutChg chg="del">
          <pc:chgData name="Macher, Andreas (DI FA CTR PLC PPM)" userId="f1dcac62-7bef-43eb-91f0-927336a1714f" providerId="ADAL" clId="{E49EF160-5C02-4D16-981A-7537925DF3D4}" dt="2022-07-22T07:36:39.220" v="1028" actId="2696"/>
          <pc:sldLayoutMkLst>
            <pc:docMk/>
            <pc:sldMasterMk cId="1698585145" sldId="2147483648"/>
            <pc:sldLayoutMk cId="2009199822" sldId="2147483677"/>
          </pc:sldLayoutMkLst>
        </pc:sldLayoutChg>
        <pc:sldLayoutChg chg="del">
          <pc:chgData name="Macher, Andreas (DI FA CTR PLC PPM)" userId="f1dcac62-7bef-43eb-91f0-927336a1714f" providerId="ADAL" clId="{E49EF160-5C02-4D16-981A-7537925DF3D4}" dt="2022-07-22T07:36:41.942" v="1039" actId="2696"/>
          <pc:sldLayoutMkLst>
            <pc:docMk/>
            <pc:sldMasterMk cId="1698585145" sldId="2147483648"/>
            <pc:sldLayoutMk cId="3664610299" sldId="2147483680"/>
          </pc:sldLayoutMkLst>
        </pc:sldLayoutChg>
        <pc:sldLayoutChg chg="del">
          <pc:chgData name="Macher, Andreas (DI FA CTR PLC PPM)" userId="f1dcac62-7bef-43eb-91f0-927336a1714f" providerId="ADAL" clId="{E49EF160-5C02-4D16-981A-7537925DF3D4}" dt="2022-07-22T07:36:42.444" v="1042" actId="2696"/>
          <pc:sldLayoutMkLst>
            <pc:docMk/>
            <pc:sldMasterMk cId="1698585145" sldId="2147483648"/>
            <pc:sldLayoutMk cId="2263419937" sldId="2147483681"/>
          </pc:sldLayoutMkLst>
        </pc:sldLayoutChg>
        <pc:sldLayoutChg chg="del">
          <pc:chgData name="Macher, Andreas (DI FA CTR PLC PPM)" userId="f1dcac62-7bef-43eb-91f0-927336a1714f" providerId="ADAL" clId="{E49EF160-5C02-4D16-981A-7537925DF3D4}" dt="2022-07-22T07:36:42.930" v="1045" actId="2696"/>
          <pc:sldLayoutMkLst>
            <pc:docMk/>
            <pc:sldMasterMk cId="1698585145" sldId="2147483648"/>
            <pc:sldLayoutMk cId="1316416684" sldId="2147483682"/>
          </pc:sldLayoutMkLst>
        </pc:sldLayoutChg>
        <pc:sldLayoutChg chg="del">
          <pc:chgData name="Macher, Andreas (DI FA CTR PLC PPM)" userId="f1dcac62-7bef-43eb-91f0-927336a1714f" providerId="ADAL" clId="{E49EF160-5C02-4D16-981A-7537925DF3D4}" dt="2022-07-22T07:36:42.285" v="1041" actId="2696"/>
          <pc:sldLayoutMkLst>
            <pc:docMk/>
            <pc:sldMasterMk cId="1698585145" sldId="2147483648"/>
            <pc:sldLayoutMk cId="460158245" sldId="2147483687"/>
          </pc:sldLayoutMkLst>
        </pc:sldLayoutChg>
        <pc:sldLayoutChg chg="del">
          <pc:chgData name="Macher, Andreas (DI FA CTR PLC PPM)" userId="f1dcac62-7bef-43eb-91f0-927336a1714f" providerId="ADAL" clId="{E49EF160-5C02-4D16-981A-7537925DF3D4}" dt="2022-07-22T07:36:42.593" v="1043" actId="2696"/>
          <pc:sldLayoutMkLst>
            <pc:docMk/>
            <pc:sldMasterMk cId="1698585145" sldId="2147483648"/>
            <pc:sldLayoutMk cId="2460512140" sldId="2147483690"/>
          </pc:sldLayoutMkLst>
        </pc:sldLayoutChg>
        <pc:sldLayoutChg chg="del">
          <pc:chgData name="Macher, Andreas (DI FA CTR PLC PPM)" userId="f1dcac62-7bef-43eb-91f0-927336a1714f" providerId="ADAL" clId="{E49EF160-5C02-4D16-981A-7537925DF3D4}" dt="2022-07-22T07:36:39.538" v="1030" actId="2696"/>
          <pc:sldLayoutMkLst>
            <pc:docMk/>
            <pc:sldMasterMk cId="1698585145" sldId="2147483648"/>
            <pc:sldLayoutMk cId="4004534516" sldId="2147483691"/>
          </pc:sldLayoutMkLst>
        </pc:sldLayoutChg>
        <pc:sldLayoutChg chg="del">
          <pc:chgData name="Macher, Andreas (DI FA CTR PLC PPM)" userId="f1dcac62-7bef-43eb-91f0-927336a1714f" providerId="ADAL" clId="{E49EF160-5C02-4D16-981A-7537925DF3D4}" dt="2022-07-22T07:36:39.879" v="1032" actId="2696"/>
          <pc:sldLayoutMkLst>
            <pc:docMk/>
            <pc:sldMasterMk cId="1698585145" sldId="2147483648"/>
            <pc:sldLayoutMk cId="1106083221" sldId="2147483692"/>
          </pc:sldLayoutMkLst>
        </pc:sldLayoutChg>
        <pc:sldLayoutChg chg="del">
          <pc:chgData name="Macher, Andreas (DI FA CTR PLC PPM)" userId="f1dcac62-7bef-43eb-91f0-927336a1714f" providerId="ADAL" clId="{E49EF160-5C02-4D16-981A-7537925DF3D4}" dt="2022-07-22T07:36:42.121" v="1040" actId="2696"/>
          <pc:sldLayoutMkLst>
            <pc:docMk/>
            <pc:sldMasterMk cId="1698585145" sldId="2147483648"/>
            <pc:sldLayoutMk cId="2912428891" sldId="2147483694"/>
          </pc:sldLayoutMkLst>
        </pc:sldLayoutChg>
        <pc:sldLayoutChg chg="del">
          <pc:chgData name="Macher, Andreas (DI FA CTR PLC PPM)" userId="f1dcac62-7bef-43eb-91f0-927336a1714f" providerId="ADAL" clId="{E49EF160-5C02-4D16-981A-7537925DF3D4}" dt="2022-07-22T07:36:41.463" v="1036" actId="2696"/>
          <pc:sldLayoutMkLst>
            <pc:docMk/>
            <pc:sldMasterMk cId="1698585145" sldId="2147483648"/>
            <pc:sldLayoutMk cId="448910675" sldId="2147483697"/>
          </pc:sldLayoutMkLst>
        </pc:sldLayoutChg>
        <pc:sldLayoutChg chg="del">
          <pc:chgData name="Macher, Andreas (DI FA CTR PLC PPM)" userId="f1dcac62-7bef-43eb-91f0-927336a1714f" providerId="ADAL" clId="{E49EF160-5C02-4D16-981A-7537925DF3D4}" dt="2022-07-22T07:36:41.625" v="1037" actId="2696"/>
          <pc:sldLayoutMkLst>
            <pc:docMk/>
            <pc:sldMasterMk cId="1698585145" sldId="2147483648"/>
            <pc:sldLayoutMk cId="2503860774" sldId="2147483698"/>
          </pc:sldLayoutMkLst>
        </pc:sldLayoutChg>
        <pc:sldLayoutChg chg="del">
          <pc:chgData name="Macher, Andreas (DI FA CTR PLC PPM)" userId="f1dcac62-7bef-43eb-91f0-927336a1714f" providerId="ADAL" clId="{E49EF160-5C02-4D16-981A-7537925DF3D4}" dt="2022-07-22T07:36:39.384" v="1029" actId="2696"/>
          <pc:sldLayoutMkLst>
            <pc:docMk/>
            <pc:sldMasterMk cId="1698585145" sldId="2147483648"/>
            <pc:sldLayoutMk cId="4014279886" sldId="2147483709"/>
          </pc:sldLayoutMkLst>
        </pc:sldLayoutChg>
        <pc:sldLayoutChg chg="del">
          <pc:chgData name="Macher, Andreas (DI FA CTR PLC PPM)" userId="f1dcac62-7bef-43eb-91f0-927336a1714f" providerId="ADAL" clId="{E49EF160-5C02-4D16-981A-7537925DF3D4}" dt="2022-07-22T07:36:42.764" v="1044" actId="2696"/>
          <pc:sldLayoutMkLst>
            <pc:docMk/>
            <pc:sldMasterMk cId="1698585145" sldId="2147483648"/>
            <pc:sldLayoutMk cId="271878887" sldId="2147483711"/>
          </pc:sldLayoutMkLst>
        </pc:sldLayoutChg>
        <pc:sldLayoutChg chg="del">
          <pc:chgData name="Macher, Andreas (DI FA CTR PLC PPM)" userId="f1dcac62-7bef-43eb-91f0-927336a1714f" providerId="ADAL" clId="{E49EF160-5C02-4D16-981A-7537925DF3D4}" dt="2022-07-22T07:36:29.591" v="998" actId="2696"/>
          <pc:sldLayoutMkLst>
            <pc:docMk/>
            <pc:sldMasterMk cId="1698585145" sldId="2147483648"/>
            <pc:sldLayoutMk cId="2026250594" sldId="2147483717"/>
          </pc:sldLayoutMkLst>
        </pc:sldLayoutChg>
        <pc:sldLayoutChg chg="del">
          <pc:chgData name="Macher, Andreas (DI FA CTR PLC PPM)" userId="f1dcac62-7bef-43eb-91f0-927336a1714f" providerId="ADAL" clId="{E49EF160-5C02-4D16-981A-7537925DF3D4}" dt="2022-07-22T07:36:30.092" v="999" actId="2696"/>
          <pc:sldLayoutMkLst>
            <pc:docMk/>
            <pc:sldMasterMk cId="1698585145" sldId="2147483648"/>
            <pc:sldLayoutMk cId="1273117948" sldId="2147483719"/>
          </pc:sldLayoutMkLst>
        </pc:sldLayoutChg>
        <pc:sldLayoutChg chg="del">
          <pc:chgData name="Macher, Andreas (DI FA CTR PLC PPM)" userId="f1dcac62-7bef-43eb-91f0-927336a1714f" providerId="ADAL" clId="{E49EF160-5C02-4D16-981A-7537925DF3D4}" dt="2022-07-22T07:36:30.233" v="1000" actId="2696"/>
          <pc:sldLayoutMkLst>
            <pc:docMk/>
            <pc:sldMasterMk cId="1698585145" sldId="2147483648"/>
            <pc:sldLayoutMk cId="2024961563" sldId="2147483720"/>
          </pc:sldLayoutMkLst>
        </pc:sldLayoutChg>
        <pc:sldLayoutChg chg="del">
          <pc:chgData name="Macher, Andreas (DI FA CTR PLC PPM)" userId="f1dcac62-7bef-43eb-91f0-927336a1714f" providerId="ADAL" clId="{E49EF160-5C02-4D16-981A-7537925DF3D4}" dt="2022-07-22T07:36:30.387" v="1001" actId="2696"/>
          <pc:sldLayoutMkLst>
            <pc:docMk/>
            <pc:sldMasterMk cId="1698585145" sldId="2147483648"/>
            <pc:sldLayoutMk cId="2813591464" sldId="2147483721"/>
          </pc:sldLayoutMkLst>
        </pc:sldLayoutChg>
        <pc:sldLayoutChg chg="del">
          <pc:chgData name="Macher, Andreas (DI FA CTR PLC PPM)" userId="f1dcac62-7bef-43eb-91f0-927336a1714f" providerId="ADAL" clId="{E49EF160-5C02-4D16-981A-7537925DF3D4}" dt="2022-07-22T07:36:30.552" v="1002" actId="2696"/>
          <pc:sldLayoutMkLst>
            <pc:docMk/>
            <pc:sldMasterMk cId="1698585145" sldId="2147483648"/>
            <pc:sldLayoutMk cId="3165426006" sldId="2147483722"/>
          </pc:sldLayoutMkLst>
        </pc:sldLayoutChg>
        <pc:sldLayoutChg chg="del">
          <pc:chgData name="Macher, Andreas (DI FA CTR PLC PPM)" userId="f1dcac62-7bef-43eb-91f0-927336a1714f" providerId="ADAL" clId="{E49EF160-5C02-4D16-981A-7537925DF3D4}" dt="2022-07-22T07:36:30.718" v="1003" actId="2696"/>
          <pc:sldLayoutMkLst>
            <pc:docMk/>
            <pc:sldMasterMk cId="1698585145" sldId="2147483648"/>
            <pc:sldLayoutMk cId="845533663" sldId="2147483723"/>
          </pc:sldLayoutMkLst>
        </pc:sldLayoutChg>
        <pc:sldLayoutChg chg="del">
          <pc:chgData name="Macher, Andreas (DI FA CTR PLC PPM)" userId="f1dcac62-7bef-43eb-91f0-927336a1714f" providerId="ADAL" clId="{E49EF160-5C02-4D16-981A-7537925DF3D4}" dt="2022-07-22T07:36:30.884" v="1004" actId="2696"/>
          <pc:sldLayoutMkLst>
            <pc:docMk/>
            <pc:sldMasterMk cId="1698585145" sldId="2147483648"/>
            <pc:sldLayoutMk cId="4099078185" sldId="2147483724"/>
          </pc:sldLayoutMkLst>
        </pc:sldLayoutChg>
        <pc:sldLayoutChg chg="del">
          <pc:chgData name="Macher, Andreas (DI FA CTR PLC PPM)" userId="f1dcac62-7bef-43eb-91f0-927336a1714f" providerId="ADAL" clId="{E49EF160-5C02-4D16-981A-7537925DF3D4}" dt="2022-07-22T07:36:31.056" v="1005" actId="2696"/>
          <pc:sldLayoutMkLst>
            <pc:docMk/>
            <pc:sldMasterMk cId="1698585145" sldId="2147483648"/>
            <pc:sldLayoutMk cId="1218475109" sldId="2147483725"/>
          </pc:sldLayoutMkLst>
        </pc:sldLayoutChg>
        <pc:sldLayoutChg chg="del">
          <pc:chgData name="Macher, Andreas (DI FA CTR PLC PPM)" userId="f1dcac62-7bef-43eb-91f0-927336a1714f" providerId="ADAL" clId="{E49EF160-5C02-4D16-981A-7537925DF3D4}" dt="2022-07-22T07:36:31.209" v="1006" actId="2696"/>
          <pc:sldLayoutMkLst>
            <pc:docMk/>
            <pc:sldMasterMk cId="1698585145" sldId="2147483648"/>
            <pc:sldLayoutMk cId="1999428441" sldId="2147483726"/>
          </pc:sldLayoutMkLst>
        </pc:sldLayoutChg>
        <pc:sldLayoutChg chg="del">
          <pc:chgData name="Macher, Andreas (DI FA CTR PLC PPM)" userId="f1dcac62-7bef-43eb-91f0-927336a1714f" providerId="ADAL" clId="{E49EF160-5C02-4D16-981A-7537925DF3D4}" dt="2022-07-22T07:36:31.364" v="1007" actId="2696"/>
          <pc:sldLayoutMkLst>
            <pc:docMk/>
            <pc:sldMasterMk cId="1698585145" sldId="2147483648"/>
            <pc:sldLayoutMk cId="912665376" sldId="2147483727"/>
          </pc:sldLayoutMkLst>
        </pc:sldLayoutChg>
        <pc:sldLayoutChg chg="del">
          <pc:chgData name="Macher, Andreas (DI FA CTR PLC PPM)" userId="f1dcac62-7bef-43eb-91f0-927336a1714f" providerId="ADAL" clId="{E49EF160-5C02-4D16-981A-7537925DF3D4}" dt="2022-07-22T07:36:31.523" v="1008" actId="2696"/>
          <pc:sldLayoutMkLst>
            <pc:docMk/>
            <pc:sldMasterMk cId="1698585145" sldId="2147483648"/>
            <pc:sldLayoutMk cId="484892092" sldId="2147483728"/>
          </pc:sldLayoutMkLst>
        </pc:sldLayoutChg>
        <pc:sldLayoutChg chg="del">
          <pc:chgData name="Macher, Andreas (DI FA CTR PLC PPM)" userId="f1dcac62-7bef-43eb-91f0-927336a1714f" providerId="ADAL" clId="{E49EF160-5C02-4D16-981A-7537925DF3D4}" dt="2022-07-22T07:36:31.687" v="1009" actId="2696"/>
          <pc:sldLayoutMkLst>
            <pc:docMk/>
            <pc:sldMasterMk cId="1698585145" sldId="2147483648"/>
            <pc:sldLayoutMk cId="1190604795" sldId="2147483729"/>
          </pc:sldLayoutMkLst>
        </pc:sldLayoutChg>
        <pc:sldLayoutChg chg="del">
          <pc:chgData name="Macher, Andreas (DI FA CTR PLC PPM)" userId="f1dcac62-7bef-43eb-91f0-927336a1714f" providerId="ADAL" clId="{E49EF160-5C02-4D16-981A-7537925DF3D4}" dt="2022-07-22T07:36:33.255" v="1010" actId="2696"/>
          <pc:sldLayoutMkLst>
            <pc:docMk/>
            <pc:sldMasterMk cId="1698585145" sldId="2147483648"/>
            <pc:sldLayoutMk cId="2530377729" sldId="2147483731"/>
          </pc:sldLayoutMkLst>
        </pc:sldLayoutChg>
        <pc:sldLayoutChg chg="del">
          <pc:chgData name="Macher, Andreas (DI FA CTR PLC PPM)" userId="f1dcac62-7bef-43eb-91f0-927336a1714f" providerId="ADAL" clId="{E49EF160-5C02-4D16-981A-7537925DF3D4}" dt="2022-07-22T07:36:33.391" v="1011" actId="2696"/>
          <pc:sldLayoutMkLst>
            <pc:docMk/>
            <pc:sldMasterMk cId="1698585145" sldId="2147483648"/>
            <pc:sldLayoutMk cId="1852824290" sldId="2147483732"/>
          </pc:sldLayoutMkLst>
        </pc:sldLayoutChg>
        <pc:sldLayoutChg chg="del">
          <pc:chgData name="Macher, Andreas (DI FA CTR PLC PPM)" userId="f1dcac62-7bef-43eb-91f0-927336a1714f" providerId="ADAL" clId="{E49EF160-5C02-4D16-981A-7537925DF3D4}" dt="2022-07-22T07:36:33.554" v="1012" actId="2696"/>
          <pc:sldLayoutMkLst>
            <pc:docMk/>
            <pc:sldMasterMk cId="1698585145" sldId="2147483648"/>
            <pc:sldLayoutMk cId="3298325662" sldId="2147483733"/>
          </pc:sldLayoutMkLst>
        </pc:sldLayoutChg>
        <pc:sldLayoutChg chg="del">
          <pc:chgData name="Macher, Andreas (DI FA CTR PLC PPM)" userId="f1dcac62-7bef-43eb-91f0-927336a1714f" providerId="ADAL" clId="{E49EF160-5C02-4D16-981A-7537925DF3D4}" dt="2022-07-22T07:36:33.728" v="1013" actId="2696"/>
          <pc:sldLayoutMkLst>
            <pc:docMk/>
            <pc:sldMasterMk cId="1698585145" sldId="2147483648"/>
            <pc:sldLayoutMk cId="3197361711" sldId="2147483734"/>
          </pc:sldLayoutMkLst>
        </pc:sldLayoutChg>
        <pc:sldLayoutChg chg="del">
          <pc:chgData name="Macher, Andreas (DI FA CTR PLC PPM)" userId="f1dcac62-7bef-43eb-91f0-927336a1714f" providerId="ADAL" clId="{E49EF160-5C02-4D16-981A-7537925DF3D4}" dt="2022-07-22T07:36:33.891" v="1014" actId="2696"/>
          <pc:sldLayoutMkLst>
            <pc:docMk/>
            <pc:sldMasterMk cId="1698585145" sldId="2147483648"/>
            <pc:sldLayoutMk cId="1870889376" sldId="2147483735"/>
          </pc:sldLayoutMkLst>
        </pc:sldLayoutChg>
        <pc:sldLayoutChg chg="del">
          <pc:chgData name="Macher, Andreas (DI FA CTR PLC PPM)" userId="f1dcac62-7bef-43eb-91f0-927336a1714f" providerId="ADAL" clId="{E49EF160-5C02-4D16-981A-7537925DF3D4}" dt="2022-07-22T07:36:35.025" v="1021" actId="2696"/>
          <pc:sldLayoutMkLst>
            <pc:docMk/>
            <pc:sldMasterMk cId="1698585145" sldId="2147483648"/>
            <pc:sldLayoutMk cId="4042990506" sldId="2147483736"/>
          </pc:sldLayoutMkLst>
        </pc:sldLayoutChg>
        <pc:sldLayoutChg chg="del">
          <pc:chgData name="Macher, Andreas (DI FA CTR PLC PPM)" userId="f1dcac62-7bef-43eb-91f0-927336a1714f" providerId="ADAL" clId="{E49EF160-5C02-4D16-981A-7537925DF3D4}" dt="2022-07-22T07:36:36.282" v="1022" actId="2696"/>
          <pc:sldLayoutMkLst>
            <pc:docMk/>
            <pc:sldMasterMk cId="1698585145" sldId="2147483648"/>
            <pc:sldLayoutMk cId="416322106" sldId="2147483738"/>
          </pc:sldLayoutMkLst>
        </pc:sldLayoutChg>
        <pc:sldLayoutChg chg="del">
          <pc:chgData name="Macher, Andreas (DI FA CTR PLC PPM)" userId="f1dcac62-7bef-43eb-91f0-927336a1714f" providerId="ADAL" clId="{E49EF160-5C02-4D16-981A-7537925DF3D4}" dt="2022-07-22T07:36:36.442" v="1023" actId="2696"/>
          <pc:sldLayoutMkLst>
            <pc:docMk/>
            <pc:sldMasterMk cId="1698585145" sldId="2147483648"/>
            <pc:sldLayoutMk cId="1455111089" sldId="2147483739"/>
          </pc:sldLayoutMkLst>
        </pc:sldLayoutChg>
        <pc:sldLayoutChg chg="del">
          <pc:chgData name="Macher, Andreas (DI FA CTR PLC PPM)" userId="f1dcac62-7bef-43eb-91f0-927336a1714f" providerId="ADAL" clId="{E49EF160-5C02-4D16-981A-7537925DF3D4}" dt="2022-07-22T07:36:36.600" v="1024" actId="2696"/>
          <pc:sldLayoutMkLst>
            <pc:docMk/>
            <pc:sldMasterMk cId="1698585145" sldId="2147483648"/>
            <pc:sldLayoutMk cId="3943902260" sldId="2147483740"/>
          </pc:sldLayoutMkLst>
        </pc:sldLayoutChg>
        <pc:sldLayoutChg chg="del">
          <pc:chgData name="Macher, Andreas (DI FA CTR PLC PPM)" userId="f1dcac62-7bef-43eb-91f0-927336a1714f" providerId="ADAL" clId="{E49EF160-5C02-4D16-981A-7537925DF3D4}" dt="2022-07-22T07:36:36.761" v="1025" actId="2696"/>
          <pc:sldLayoutMkLst>
            <pc:docMk/>
            <pc:sldMasterMk cId="1698585145" sldId="2147483648"/>
            <pc:sldLayoutMk cId="3868036727" sldId="2147483741"/>
          </pc:sldLayoutMkLst>
        </pc:sldLayoutChg>
        <pc:sldLayoutChg chg="del">
          <pc:chgData name="Macher, Andreas (DI FA CTR PLC PPM)" userId="f1dcac62-7bef-43eb-91f0-927336a1714f" providerId="ADAL" clId="{E49EF160-5C02-4D16-981A-7537925DF3D4}" dt="2022-07-22T07:36:39.072" v="1027" actId="2696"/>
          <pc:sldLayoutMkLst>
            <pc:docMk/>
            <pc:sldMasterMk cId="1698585145" sldId="2147483648"/>
            <pc:sldLayoutMk cId="2968626746" sldId="2147483742"/>
          </pc:sldLayoutMkLst>
        </pc:sldLayoutChg>
        <pc:sldLayoutChg chg="del">
          <pc:chgData name="Macher, Andreas (DI FA CTR PLC PPM)" userId="f1dcac62-7bef-43eb-91f0-927336a1714f" providerId="ADAL" clId="{E49EF160-5C02-4D16-981A-7537925DF3D4}" dt="2022-07-22T07:36:36.919" v="1026" actId="2696"/>
          <pc:sldLayoutMkLst>
            <pc:docMk/>
            <pc:sldMasterMk cId="1698585145" sldId="2147483648"/>
            <pc:sldLayoutMk cId="643747429" sldId="2147483744"/>
          </pc:sldLayoutMkLst>
        </pc:sldLayoutChg>
        <pc:sldLayoutChg chg="del">
          <pc:chgData name="Macher, Andreas (DI FA CTR PLC PPM)" userId="f1dcac62-7bef-43eb-91f0-927336a1714f" providerId="ADAL" clId="{E49EF160-5C02-4D16-981A-7537925DF3D4}" dt="2022-07-22T07:36:34.515" v="1018" actId="2696"/>
          <pc:sldLayoutMkLst>
            <pc:docMk/>
            <pc:sldMasterMk cId="1698585145" sldId="2147483648"/>
            <pc:sldLayoutMk cId="1835673491" sldId="2147483745"/>
          </pc:sldLayoutMkLst>
        </pc:sldLayoutChg>
        <pc:sldLayoutChg chg="del">
          <pc:chgData name="Macher, Andreas (DI FA CTR PLC PPM)" userId="f1dcac62-7bef-43eb-91f0-927336a1714f" providerId="ADAL" clId="{E49EF160-5C02-4D16-981A-7537925DF3D4}" dt="2022-07-22T07:36:34.680" v="1019" actId="2696"/>
          <pc:sldLayoutMkLst>
            <pc:docMk/>
            <pc:sldMasterMk cId="1698585145" sldId="2147483648"/>
            <pc:sldLayoutMk cId="1622225975" sldId="2147483746"/>
          </pc:sldLayoutMkLst>
        </pc:sldLayoutChg>
        <pc:sldLayoutChg chg="del">
          <pc:chgData name="Macher, Andreas (DI FA CTR PLC PPM)" userId="f1dcac62-7bef-43eb-91f0-927336a1714f" providerId="ADAL" clId="{E49EF160-5C02-4D16-981A-7537925DF3D4}" dt="2022-07-22T07:36:34.876" v="1020" actId="2696"/>
          <pc:sldLayoutMkLst>
            <pc:docMk/>
            <pc:sldMasterMk cId="1698585145" sldId="2147483648"/>
            <pc:sldLayoutMk cId="689486995" sldId="2147483747"/>
          </pc:sldLayoutMkLst>
        </pc:sldLayoutChg>
        <pc:sldLayoutChg chg="del">
          <pc:chgData name="Macher, Andreas (DI FA CTR PLC PPM)" userId="f1dcac62-7bef-43eb-91f0-927336a1714f" providerId="ADAL" clId="{E49EF160-5C02-4D16-981A-7537925DF3D4}" dt="2022-07-22T07:36:34.044" v="1015" actId="2696"/>
          <pc:sldLayoutMkLst>
            <pc:docMk/>
            <pc:sldMasterMk cId="1698585145" sldId="2147483648"/>
            <pc:sldLayoutMk cId="3589911172" sldId="2147483748"/>
          </pc:sldLayoutMkLst>
        </pc:sldLayoutChg>
        <pc:sldLayoutChg chg="del">
          <pc:chgData name="Macher, Andreas (DI FA CTR PLC PPM)" userId="f1dcac62-7bef-43eb-91f0-927336a1714f" providerId="ADAL" clId="{E49EF160-5C02-4D16-981A-7537925DF3D4}" dt="2022-07-22T07:36:34.213" v="1016" actId="2696"/>
          <pc:sldLayoutMkLst>
            <pc:docMk/>
            <pc:sldMasterMk cId="1698585145" sldId="2147483648"/>
            <pc:sldLayoutMk cId="2880196282" sldId="2147483749"/>
          </pc:sldLayoutMkLst>
        </pc:sldLayoutChg>
        <pc:sldLayoutChg chg="del">
          <pc:chgData name="Macher, Andreas (DI FA CTR PLC PPM)" userId="f1dcac62-7bef-43eb-91f0-927336a1714f" providerId="ADAL" clId="{E49EF160-5C02-4D16-981A-7537925DF3D4}" dt="2022-07-22T07:36:34.390" v="1017" actId="2696"/>
          <pc:sldLayoutMkLst>
            <pc:docMk/>
            <pc:sldMasterMk cId="1698585145" sldId="2147483648"/>
            <pc:sldLayoutMk cId="3741647543" sldId="2147483750"/>
          </pc:sldLayoutMkLst>
        </pc:sldLayoutChg>
        <pc:sldLayoutChg chg="del">
          <pc:chgData name="Macher, Andreas (DI FA CTR PLC PPM)" userId="f1dcac62-7bef-43eb-91f0-927336a1714f" providerId="ADAL" clId="{E49EF160-5C02-4D16-981A-7537925DF3D4}" dt="2022-07-22T07:36:39.717" v="1031" actId="2696"/>
          <pc:sldLayoutMkLst>
            <pc:docMk/>
            <pc:sldMasterMk cId="1698585145" sldId="2147483648"/>
            <pc:sldLayoutMk cId="2937550611" sldId="2147483751"/>
          </pc:sldLayoutMkLst>
        </pc:sldLayoutChg>
        <pc:sldLayoutChg chg="del">
          <pc:chgData name="Macher, Andreas (DI FA CTR PLC PPM)" userId="f1dcac62-7bef-43eb-91f0-927336a1714f" providerId="ADAL" clId="{E49EF160-5C02-4D16-981A-7537925DF3D4}" dt="2022-07-22T07:36:40.025" v="1033" actId="2696"/>
          <pc:sldLayoutMkLst>
            <pc:docMk/>
            <pc:sldMasterMk cId="1698585145" sldId="2147483648"/>
            <pc:sldLayoutMk cId="3514875898" sldId="2147483752"/>
          </pc:sldLayoutMkLst>
        </pc:sldLayoutChg>
        <pc:sldLayoutChg chg="del">
          <pc:chgData name="Macher, Andreas (DI FA CTR PLC PPM)" userId="f1dcac62-7bef-43eb-91f0-927336a1714f" providerId="ADAL" clId="{E49EF160-5C02-4D16-981A-7537925DF3D4}" dt="2022-07-22T07:36:44.140" v="1046" actId="2696"/>
          <pc:sldLayoutMkLst>
            <pc:docMk/>
            <pc:sldMasterMk cId="1698585145" sldId="2147483648"/>
            <pc:sldLayoutMk cId="511205372" sldId="2147483753"/>
          </pc:sldLayoutMkLst>
        </pc:sldLayoutChg>
        <pc:sldLayoutChg chg="del">
          <pc:chgData name="Macher, Andreas (DI FA CTR PLC PPM)" userId="f1dcac62-7bef-43eb-91f0-927336a1714f" providerId="ADAL" clId="{E49EF160-5C02-4D16-981A-7537925DF3D4}" dt="2022-07-22T07:36:44.292" v="1047" actId="2696"/>
          <pc:sldLayoutMkLst>
            <pc:docMk/>
            <pc:sldMasterMk cId="1698585145" sldId="2147483648"/>
            <pc:sldLayoutMk cId="1660336575" sldId="2147483766"/>
          </pc:sldLayoutMkLst>
        </pc:sldLayoutChg>
      </pc:sldMasterChg>
    </pc:docChg>
  </pc:docChgLst>
  <pc:docChgLst>
    <pc:chgData name="Robert, David Laurent (DI FA S SUP SPH)" userId="5007a9ee-182f-46ab-bc23-e9de1133d8e0" providerId="ADAL" clId="{00F6E8A5-D663-43E1-BED2-AB78C0064211}"/>
    <pc:docChg chg="undo custSel addSld delSld modSld sldOrd modSection">
      <pc:chgData name="Robert, David Laurent (DI FA S SUP SPH)" userId="5007a9ee-182f-46ab-bc23-e9de1133d8e0" providerId="ADAL" clId="{00F6E8A5-D663-43E1-BED2-AB78C0064211}" dt="2022-11-21T14:40:29.081" v="936" actId="20577"/>
      <pc:docMkLst>
        <pc:docMk/>
      </pc:docMkLst>
      <pc:sldChg chg="addSp modSp mod">
        <pc:chgData name="Robert, David Laurent (DI FA S SUP SPH)" userId="5007a9ee-182f-46ab-bc23-e9de1133d8e0" providerId="ADAL" clId="{00F6E8A5-D663-43E1-BED2-AB78C0064211}" dt="2022-11-18T08:46:27.194" v="549" actId="11529"/>
        <pc:sldMkLst>
          <pc:docMk/>
          <pc:sldMk cId="1915380295" sldId="297"/>
        </pc:sldMkLst>
        <pc:spChg chg="add mod">
          <ac:chgData name="Robert, David Laurent (DI FA S SUP SPH)" userId="5007a9ee-182f-46ab-bc23-e9de1133d8e0" providerId="ADAL" clId="{00F6E8A5-D663-43E1-BED2-AB78C0064211}" dt="2022-11-18T08:46:21.992" v="548" actId="20577"/>
          <ac:spMkLst>
            <pc:docMk/>
            <pc:sldMk cId="1915380295" sldId="297"/>
            <ac:spMk id="5" creationId="{C89BC245-46E9-438A-7F08-AF797DA05457}"/>
          </ac:spMkLst>
        </pc:spChg>
        <pc:cxnChg chg="add">
          <ac:chgData name="Robert, David Laurent (DI FA S SUP SPH)" userId="5007a9ee-182f-46ab-bc23-e9de1133d8e0" providerId="ADAL" clId="{00F6E8A5-D663-43E1-BED2-AB78C0064211}" dt="2022-11-18T08:46:27.194" v="549" actId="11529"/>
          <ac:cxnSpMkLst>
            <pc:docMk/>
            <pc:sldMk cId="1915380295" sldId="297"/>
            <ac:cxnSpMk id="7" creationId="{5CC19680-1693-FFE1-5244-89815212F455}"/>
          </ac:cxnSpMkLst>
        </pc:cxnChg>
      </pc:sldChg>
      <pc:sldChg chg="modSp mod">
        <pc:chgData name="Robert, David Laurent (DI FA S SUP SPH)" userId="5007a9ee-182f-46ab-bc23-e9de1133d8e0" providerId="ADAL" clId="{00F6E8A5-D663-43E1-BED2-AB78C0064211}" dt="2022-11-18T08:31:10.148" v="489" actId="14100"/>
        <pc:sldMkLst>
          <pc:docMk/>
          <pc:sldMk cId="859629943" sldId="559"/>
        </pc:sldMkLst>
        <pc:grpChg chg="mod">
          <ac:chgData name="Robert, David Laurent (DI FA S SUP SPH)" userId="5007a9ee-182f-46ab-bc23-e9de1133d8e0" providerId="ADAL" clId="{00F6E8A5-D663-43E1-BED2-AB78C0064211}" dt="2022-11-18T08:31:10.148" v="489" actId="14100"/>
          <ac:grpSpMkLst>
            <pc:docMk/>
            <pc:sldMk cId="859629943" sldId="559"/>
            <ac:grpSpMk id="5" creationId="{37D77A44-11C1-4AE3-8EE6-9432AC81579A}"/>
          </ac:grpSpMkLst>
        </pc:grpChg>
      </pc:sldChg>
      <pc:sldChg chg="modSp mod">
        <pc:chgData name="Robert, David Laurent (DI FA S SUP SPH)" userId="5007a9ee-182f-46ab-bc23-e9de1133d8e0" providerId="ADAL" clId="{00F6E8A5-D663-43E1-BED2-AB78C0064211}" dt="2022-11-21T14:40:29.081" v="936" actId="20577"/>
        <pc:sldMkLst>
          <pc:docMk/>
          <pc:sldMk cId="3113480645" sldId="661"/>
        </pc:sldMkLst>
        <pc:spChg chg="mod">
          <ac:chgData name="Robert, David Laurent (DI FA S SUP SPH)" userId="5007a9ee-182f-46ab-bc23-e9de1133d8e0" providerId="ADAL" clId="{00F6E8A5-D663-43E1-BED2-AB78C0064211}" dt="2022-11-21T14:40:29.081" v="936" actId="20577"/>
          <ac:spMkLst>
            <pc:docMk/>
            <pc:sldMk cId="3113480645" sldId="661"/>
            <ac:spMk id="6" creationId="{00000000-0000-0000-0000-000000000000}"/>
          </ac:spMkLst>
        </pc:spChg>
      </pc:sldChg>
      <pc:sldChg chg="addSp modSp mod">
        <pc:chgData name="Robert, David Laurent (DI FA S SUP SPH)" userId="5007a9ee-182f-46ab-bc23-e9de1133d8e0" providerId="ADAL" clId="{00F6E8A5-D663-43E1-BED2-AB78C0064211}" dt="2022-11-18T08:32:55.251" v="543" actId="5793"/>
        <pc:sldMkLst>
          <pc:docMk/>
          <pc:sldMk cId="2126092131" sldId="2283"/>
        </pc:sldMkLst>
        <pc:spChg chg="add mod">
          <ac:chgData name="Robert, David Laurent (DI FA S SUP SPH)" userId="5007a9ee-182f-46ab-bc23-e9de1133d8e0" providerId="ADAL" clId="{00F6E8A5-D663-43E1-BED2-AB78C0064211}" dt="2022-11-18T08:32:55.251" v="543" actId="5793"/>
          <ac:spMkLst>
            <pc:docMk/>
            <pc:sldMk cId="2126092131" sldId="2283"/>
            <ac:spMk id="5" creationId="{561C0DA1-C168-DB6B-B3C8-2AA72F329A55}"/>
          </ac:spMkLst>
        </pc:spChg>
      </pc:sldChg>
      <pc:sldChg chg="addSp modSp mod">
        <pc:chgData name="Robert, David Laurent (DI FA S SUP SPH)" userId="5007a9ee-182f-46ab-bc23-e9de1133d8e0" providerId="ADAL" clId="{00F6E8A5-D663-43E1-BED2-AB78C0064211}" dt="2022-11-18T08:07:50.488" v="19" actId="554"/>
        <pc:sldMkLst>
          <pc:docMk/>
          <pc:sldMk cId="4040070563" sldId="9087"/>
        </pc:sldMkLst>
        <pc:spChg chg="add mod">
          <ac:chgData name="Robert, David Laurent (DI FA S SUP SPH)" userId="5007a9ee-182f-46ab-bc23-e9de1133d8e0" providerId="ADAL" clId="{00F6E8A5-D663-43E1-BED2-AB78C0064211}" dt="2022-11-18T08:07:50.488" v="19" actId="554"/>
          <ac:spMkLst>
            <pc:docMk/>
            <pc:sldMk cId="4040070563" sldId="9087"/>
            <ac:spMk id="7" creationId="{01BF0153-2C5D-513B-F3AD-0FC865553CA7}"/>
          </ac:spMkLst>
        </pc:spChg>
        <pc:spChg chg="add mod">
          <ac:chgData name="Robert, David Laurent (DI FA S SUP SPH)" userId="5007a9ee-182f-46ab-bc23-e9de1133d8e0" providerId="ADAL" clId="{00F6E8A5-D663-43E1-BED2-AB78C0064211}" dt="2022-11-18T08:07:50.488" v="19" actId="554"/>
          <ac:spMkLst>
            <pc:docMk/>
            <pc:sldMk cId="4040070563" sldId="9087"/>
            <ac:spMk id="8" creationId="{E6B19D6B-F301-E73D-0948-EA4A676155BA}"/>
          </ac:spMkLst>
        </pc:spChg>
      </pc:sldChg>
      <pc:sldChg chg="addSp modSp">
        <pc:chgData name="Robert, David Laurent (DI FA S SUP SPH)" userId="5007a9ee-182f-46ab-bc23-e9de1133d8e0" providerId="ADAL" clId="{00F6E8A5-D663-43E1-BED2-AB78C0064211}" dt="2022-11-18T08:07:57.490" v="20"/>
        <pc:sldMkLst>
          <pc:docMk/>
          <pc:sldMk cId="2707752696" sldId="9091"/>
        </pc:sldMkLst>
        <pc:spChg chg="add mod">
          <ac:chgData name="Robert, David Laurent (DI FA S SUP SPH)" userId="5007a9ee-182f-46ab-bc23-e9de1133d8e0" providerId="ADAL" clId="{00F6E8A5-D663-43E1-BED2-AB78C0064211}" dt="2022-11-18T08:07:57.490" v="20"/>
          <ac:spMkLst>
            <pc:docMk/>
            <pc:sldMk cId="2707752696" sldId="9091"/>
            <ac:spMk id="5" creationId="{0E88CBA1-A0F0-57F3-78D9-78A9BADED0C0}"/>
          </ac:spMkLst>
        </pc:spChg>
        <pc:spChg chg="add mod">
          <ac:chgData name="Robert, David Laurent (DI FA S SUP SPH)" userId="5007a9ee-182f-46ab-bc23-e9de1133d8e0" providerId="ADAL" clId="{00F6E8A5-D663-43E1-BED2-AB78C0064211}" dt="2022-11-18T08:07:57.490" v="20"/>
          <ac:spMkLst>
            <pc:docMk/>
            <pc:sldMk cId="2707752696" sldId="9091"/>
            <ac:spMk id="6" creationId="{56852FD3-A819-FD9A-ED2F-82C76034AEBC}"/>
          </ac:spMkLst>
        </pc:spChg>
      </pc:sldChg>
      <pc:sldChg chg="addSp modSp mod">
        <pc:chgData name="Robert, David Laurent (DI FA S SUP SPH)" userId="5007a9ee-182f-46ab-bc23-e9de1133d8e0" providerId="ADAL" clId="{00F6E8A5-D663-43E1-BED2-AB78C0064211}" dt="2022-11-18T08:08:44.940" v="24" actId="207"/>
        <pc:sldMkLst>
          <pc:docMk/>
          <pc:sldMk cId="2189993690" sldId="9092"/>
        </pc:sldMkLst>
        <pc:spChg chg="add mod">
          <ac:chgData name="Robert, David Laurent (DI FA S SUP SPH)" userId="5007a9ee-182f-46ab-bc23-e9de1133d8e0" providerId="ADAL" clId="{00F6E8A5-D663-43E1-BED2-AB78C0064211}" dt="2022-11-18T08:08:44.940" v="24" actId="207"/>
          <ac:spMkLst>
            <pc:docMk/>
            <pc:sldMk cId="2189993690" sldId="9092"/>
            <ac:spMk id="9" creationId="{A8761C9B-62E1-1A06-337D-8FA6737DD20D}"/>
          </ac:spMkLst>
        </pc:spChg>
        <pc:spChg chg="add mod">
          <ac:chgData name="Robert, David Laurent (DI FA S SUP SPH)" userId="5007a9ee-182f-46ab-bc23-e9de1133d8e0" providerId="ADAL" clId="{00F6E8A5-D663-43E1-BED2-AB78C0064211}" dt="2022-11-18T08:08:04.833" v="21"/>
          <ac:spMkLst>
            <pc:docMk/>
            <pc:sldMk cId="2189993690" sldId="9092"/>
            <ac:spMk id="10" creationId="{44DFFBDE-BCDD-FACD-07CE-09D408AC5EB8}"/>
          </ac:spMkLst>
        </pc:spChg>
        <pc:spChg chg="mod">
          <ac:chgData name="Robert, David Laurent (DI FA S SUP SPH)" userId="5007a9ee-182f-46ab-bc23-e9de1133d8e0" providerId="ADAL" clId="{00F6E8A5-D663-43E1-BED2-AB78C0064211}" dt="2022-11-18T08:08:18.578" v="23" actId="166"/>
          <ac:spMkLst>
            <pc:docMk/>
            <pc:sldMk cId="2189993690" sldId="9092"/>
            <ac:spMk id="60" creationId="{1A3908F8-4636-4A09-AF0E-A84FA35E7410}"/>
          </ac:spMkLst>
        </pc:spChg>
      </pc:sldChg>
      <pc:sldChg chg="addSp modSp">
        <pc:chgData name="Robert, David Laurent (DI FA S SUP SPH)" userId="5007a9ee-182f-46ab-bc23-e9de1133d8e0" providerId="ADAL" clId="{00F6E8A5-D663-43E1-BED2-AB78C0064211}" dt="2022-11-18T08:18:52.619" v="130"/>
        <pc:sldMkLst>
          <pc:docMk/>
          <pc:sldMk cId="1689199822" sldId="9093"/>
        </pc:sldMkLst>
        <pc:spChg chg="add mod">
          <ac:chgData name="Robert, David Laurent (DI FA S SUP SPH)" userId="5007a9ee-182f-46ab-bc23-e9de1133d8e0" providerId="ADAL" clId="{00F6E8A5-D663-43E1-BED2-AB78C0064211}" dt="2022-11-18T08:18:52.619" v="130"/>
          <ac:spMkLst>
            <pc:docMk/>
            <pc:sldMk cId="1689199822" sldId="9093"/>
            <ac:spMk id="6" creationId="{72B03757-D174-111A-779E-8693E4F065AD}"/>
          </ac:spMkLst>
        </pc:spChg>
      </pc:sldChg>
      <pc:sldChg chg="addSp modSp">
        <pc:chgData name="Robert, David Laurent (DI FA S SUP SPH)" userId="5007a9ee-182f-46ab-bc23-e9de1133d8e0" providerId="ADAL" clId="{00F6E8A5-D663-43E1-BED2-AB78C0064211}" dt="2022-11-18T08:18:54.688" v="131"/>
        <pc:sldMkLst>
          <pc:docMk/>
          <pc:sldMk cId="561793657" sldId="9094"/>
        </pc:sldMkLst>
        <pc:spChg chg="add mod">
          <ac:chgData name="Robert, David Laurent (DI FA S SUP SPH)" userId="5007a9ee-182f-46ab-bc23-e9de1133d8e0" providerId="ADAL" clId="{00F6E8A5-D663-43E1-BED2-AB78C0064211}" dt="2022-11-18T08:18:54.688" v="131"/>
          <ac:spMkLst>
            <pc:docMk/>
            <pc:sldMk cId="561793657" sldId="9094"/>
            <ac:spMk id="8" creationId="{B70F86FC-F7A0-FB35-E6A5-0B01CB396A49}"/>
          </ac:spMkLst>
        </pc:spChg>
      </pc:sldChg>
      <pc:sldChg chg="addSp modSp mod">
        <pc:chgData name="Robert, David Laurent (DI FA S SUP SPH)" userId="5007a9ee-182f-46ab-bc23-e9de1133d8e0" providerId="ADAL" clId="{00F6E8A5-D663-43E1-BED2-AB78C0064211}" dt="2022-11-18T08:18:48.950" v="129" actId="313"/>
        <pc:sldMkLst>
          <pc:docMk/>
          <pc:sldMk cId="2355069529" sldId="9095"/>
        </pc:sldMkLst>
        <pc:spChg chg="add mod">
          <ac:chgData name="Robert, David Laurent (DI FA S SUP SPH)" userId="5007a9ee-182f-46ab-bc23-e9de1133d8e0" providerId="ADAL" clId="{00F6E8A5-D663-43E1-BED2-AB78C0064211}" dt="2022-11-18T08:18:48.950" v="129" actId="313"/>
          <ac:spMkLst>
            <pc:docMk/>
            <pc:sldMk cId="2355069529" sldId="9095"/>
            <ac:spMk id="8" creationId="{2B1B3102-2363-54B0-11F6-6EB2F59B7C08}"/>
          </ac:spMkLst>
        </pc:spChg>
      </pc:sldChg>
      <pc:sldChg chg="addSp modSp">
        <pc:chgData name="Robert, David Laurent (DI FA S SUP SPH)" userId="5007a9ee-182f-46ab-bc23-e9de1133d8e0" providerId="ADAL" clId="{00F6E8A5-D663-43E1-BED2-AB78C0064211}" dt="2022-11-18T10:22:32.533" v="931"/>
        <pc:sldMkLst>
          <pc:docMk/>
          <pc:sldMk cId="2298461894" sldId="9097"/>
        </pc:sldMkLst>
        <pc:spChg chg="add mod">
          <ac:chgData name="Robert, David Laurent (DI FA S SUP SPH)" userId="5007a9ee-182f-46ab-bc23-e9de1133d8e0" providerId="ADAL" clId="{00F6E8A5-D663-43E1-BED2-AB78C0064211}" dt="2022-11-18T10:22:32.533" v="931"/>
          <ac:spMkLst>
            <pc:docMk/>
            <pc:sldMk cId="2298461894" sldId="9097"/>
            <ac:spMk id="21" creationId="{512BF43C-6E2E-8663-3225-C6B07FE3E8ED}"/>
          </ac:spMkLst>
        </pc:spChg>
      </pc:sldChg>
      <pc:sldChg chg="addSp modSp mod">
        <pc:chgData name="Robert, David Laurent (DI FA S SUP SPH)" userId="5007a9ee-182f-46ab-bc23-e9de1133d8e0" providerId="ADAL" clId="{00F6E8A5-D663-43E1-BED2-AB78C0064211}" dt="2022-11-18T08:22:31.438" v="206" actId="5793"/>
        <pc:sldMkLst>
          <pc:docMk/>
          <pc:sldMk cId="3316944469" sldId="9107"/>
        </pc:sldMkLst>
        <pc:spChg chg="add mod">
          <ac:chgData name="Robert, David Laurent (DI FA S SUP SPH)" userId="5007a9ee-182f-46ab-bc23-e9de1133d8e0" providerId="ADAL" clId="{00F6E8A5-D663-43E1-BED2-AB78C0064211}" dt="2022-11-18T08:22:31.438" v="206" actId="5793"/>
          <ac:spMkLst>
            <pc:docMk/>
            <pc:sldMk cId="3316944469" sldId="9107"/>
            <ac:spMk id="4" creationId="{5C4B476E-3B3A-67F0-20E8-2841AC353401}"/>
          </ac:spMkLst>
        </pc:spChg>
        <pc:spChg chg="mod">
          <ac:chgData name="Robert, David Laurent (DI FA S SUP SPH)" userId="5007a9ee-182f-46ab-bc23-e9de1133d8e0" providerId="ADAL" clId="{00F6E8A5-D663-43E1-BED2-AB78C0064211}" dt="2022-11-18T08:21:53.130" v="193" actId="13926"/>
          <ac:spMkLst>
            <pc:docMk/>
            <pc:sldMk cId="3316944469" sldId="9107"/>
            <ac:spMk id="83" creationId="{FD08AAE6-9175-49FE-AB33-BB7F170C1F25}"/>
          </ac:spMkLst>
        </pc:spChg>
      </pc:sldChg>
      <pc:sldChg chg="modSp mod">
        <pc:chgData name="Robert, David Laurent (DI FA S SUP SPH)" userId="5007a9ee-182f-46ab-bc23-e9de1133d8e0" providerId="ADAL" clId="{00F6E8A5-D663-43E1-BED2-AB78C0064211}" dt="2022-11-18T07:54:38.660" v="0" actId="20577"/>
        <pc:sldMkLst>
          <pc:docMk/>
          <pc:sldMk cId="3721668768" sldId="9781"/>
        </pc:sldMkLst>
        <pc:spChg chg="mod">
          <ac:chgData name="Robert, David Laurent (DI FA S SUP SPH)" userId="5007a9ee-182f-46ab-bc23-e9de1133d8e0" providerId="ADAL" clId="{00F6E8A5-D663-43E1-BED2-AB78C0064211}" dt="2022-11-18T07:54:38.660" v="0" actId="20577"/>
          <ac:spMkLst>
            <pc:docMk/>
            <pc:sldMk cId="3721668768" sldId="9781"/>
            <ac:spMk id="5" creationId="{A38F6808-4085-423A-A99A-9DC01B1678CB}"/>
          </ac:spMkLst>
        </pc:spChg>
      </pc:sldChg>
      <pc:sldChg chg="addSp modSp mod">
        <pc:chgData name="Robert, David Laurent (DI FA S SUP SPH)" userId="5007a9ee-182f-46ab-bc23-e9de1133d8e0" providerId="ADAL" clId="{00F6E8A5-D663-43E1-BED2-AB78C0064211}" dt="2022-11-18T10:22:27.179" v="929" actId="20577"/>
        <pc:sldMkLst>
          <pc:docMk/>
          <pc:sldMk cId="1679484577" sldId="9783"/>
        </pc:sldMkLst>
        <pc:spChg chg="add mod">
          <ac:chgData name="Robert, David Laurent (DI FA S SUP SPH)" userId="5007a9ee-182f-46ab-bc23-e9de1133d8e0" providerId="ADAL" clId="{00F6E8A5-D663-43E1-BED2-AB78C0064211}" dt="2022-11-18T10:22:27.179" v="929" actId="20577"/>
          <ac:spMkLst>
            <pc:docMk/>
            <pc:sldMk cId="1679484577" sldId="9783"/>
            <ac:spMk id="31" creationId="{38398317-CCCE-5C9A-7BD1-A1D6BAF24876}"/>
          </ac:spMkLst>
        </pc:spChg>
      </pc:sldChg>
      <pc:sldChg chg="addSp modSp">
        <pc:chgData name="Robert, David Laurent (DI FA S SUP SPH)" userId="5007a9ee-182f-46ab-bc23-e9de1133d8e0" providerId="ADAL" clId="{00F6E8A5-D663-43E1-BED2-AB78C0064211}" dt="2022-11-18T10:22:31.653" v="930"/>
        <pc:sldMkLst>
          <pc:docMk/>
          <pc:sldMk cId="1233436529" sldId="9784"/>
        </pc:sldMkLst>
        <pc:spChg chg="add mod">
          <ac:chgData name="Robert, David Laurent (DI FA S SUP SPH)" userId="5007a9ee-182f-46ab-bc23-e9de1133d8e0" providerId="ADAL" clId="{00F6E8A5-D663-43E1-BED2-AB78C0064211}" dt="2022-11-18T10:22:31.653" v="930"/>
          <ac:spMkLst>
            <pc:docMk/>
            <pc:sldMk cId="1233436529" sldId="9784"/>
            <ac:spMk id="16" creationId="{B86F4796-048D-1AF5-2ECB-A1D663F3B16E}"/>
          </ac:spMkLst>
        </pc:spChg>
      </pc:sldChg>
      <pc:sldChg chg="addSp modSp">
        <pc:chgData name="Robert, David Laurent (DI FA S SUP SPH)" userId="5007a9ee-182f-46ab-bc23-e9de1133d8e0" providerId="ADAL" clId="{00F6E8A5-D663-43E1-BED2-AB78C0064211}" dt="2022-11-18T10:22:34.662" v="932"/>
        <pc:sldMkLst>
          <pc:docMk/>
          <pc:sldMk cId="2745305467" sldId="9785"/>
        </pc:sldMkLst>
        <pc:spChg chg="add mod">
          <ac:chgData name="Robert, David Laurent (DI FA S SUP SPH)" userId="5007a9ee-182f-46ab-bc23-e9de1133d8e0" providerId="ADAL" clId="{00F6E8A5-D663-43E1-BED2-AB78C0064211}" dt="2022-11-18T10:22:34.662" v="932"/>
          <ac:spMkLst>
            <pc:docMk/>
            <pc:sldMk cId="2745305467" sldId="9785"/>
            <ac:spMk id="257" creationId="{5D8A97E4-6149-9777-2981-614D6872328E}"/>
          </ac:spMkLst>
        </pc:spChg>
      </pc:sldChg>
      <pc:sldChg chg="addSp modSp">
        <pc:chgData name="Robert, David Laurent (DI FA S SUP SPH)" userId="5007a9ee-182f-46ab-bc23-e9de1133d8e0" providerId="ADAL" clId="{00F6E8A5-D663-43E1-BED2-AB78C0064211}" dt="2022-11-18T10:22:35.850" v="933"/>
        <pc:sldMkLst>
          <pc:docMk/>
          <pc:sldMk cId="1050852855" sldId="9788"/>
        </pc:sldMkLst>
        <pc:spChg chg="add mod">
          <ac:chgData name="Robert, David Laurent (DI FA S SUP SPH)" userId="5007a9ee-182f-46ab-bc23-e9de1133d8e0" providerId="ADAL" clId="{00F6E8A5-D663-43E1-BED2-AB78C0064211}" dt="2022-11-18T10:22:35.850" v="933"/>
          <ac:spMkLst>
            <pc:docMk/>
            <pc:sldMk cId="1050852855" sldId="9788"/>
            <ac:spMk id="16" creationId="{B2077905-3866-2E89-C551-4E5FEF1EBCC7}"/>
          </ac:spMkLst>
        </pc:spChg>
      </pc:sldChg>
      <pc:sldChg chg="addSp modSp">
        <pc:chgData name="Robert, David Laurent (DI FA S SUP SPH)" userId="5007a9ee-182f-46ab-bc23-e9de1133d8e0" providerId="ADAL" clId="{00F6E8A5-D663-43E1-BED2-AB78C0064211}" dt="2022-11-18T10:22:38.147" v="934"/>
        <pc:sldMkLst>
          <pc:docMk/>
          <pc:sldMk cId="173002088" sldId="9789"/>
        </pc:sldMkLst>
        <pc:spChg chg="add mod">
          <ac:chgData name="Robert, David Laurent (DI FA S SUP SPH)" userId="5007a9ee-182f-46ab-bc23-e9de1133d8e0" providerId="ADAL" clId="{00F6E8A5-D663-43E1-BED2-AB78C0064211}" dt="2022-11-18T10:22:38.147" v="934"/>
          <ac:spMkLst>
            <pc:docMk/>
            <pc:sldMk cId="173002088" sldId="9789"/>
            <ac:spMk id="14" creationId="{A0D6190D-0DA7-D122-C1F3-1FF7765FF427}"/>
          </ac:spMkLst>
        </pc:spChg>
      </pc:sldChg>
      <pc:sldChg chg="addSp modSp mod">
        <pc:chgData name="Robert, David Laurent (DI FA S SUP SPH)" userId="5007a9ee-182f-46ab-bc23-e9de1133d8e0" providerId="ADAL" clId="{00F6E8A5-D663-43E1-BED2-AB78C0064211}" dt="2022-11-18T10:20:39.458" v="871" actId="14100"/>
        <pc:sldMkLst>
          <pc:docMk/>
          <pc:sldMk cId="681887152" sldId="9791"/>
        </pc:sldMkLst>
        <pc:spChg chg="add mod">
          <ac:chgData name="Robert, David Laurent (DI FA S SUP SPH)" userId="5007a9ee-182f-46ab-bc23-e9de1133d8e0" providerId="ADAL" clId="{00F6E8A5-D663-43E1-BED2-AB78C0064211}" dt="2022-11-18T10:20:39.458" v="871" actId="14100"/>
          <ac:spMkLst>
            <pc:docMk/>
            <pc:sldMk cId="681887152" sldId="9791"/>
            <ac:spMk id="3" creationId="{A205B8EC-F533-F944-12E6-B1907ABC5CD7}"/>
          </ac:spMkLst>
        </pc:spChg>
      </pc:sldChg>
      <pc:sldChg chg="addSp delSp modSp mod delAnim modAnim">
        <pc:chgData name="Robert, David Laurent (DI FA S SUP SPH)" userId="5007a9ee-182f-46ab-bc23-e9de1133d8e0" providerId="ADAL" clId="{00F6E8A5-D663-43E1-BED2-AB78C0064211}" dt="2022-11-18T08:24:20.551" v="236" actId="478"/>
        <pc:sldMkLst>
          <pc:docMk/>
          <pc:sldMk cId="2821698927" sldId="9792"/>
        </pc:sldMkLst>
        <pc:spChg chg="add del mod">
          <ac:chgData name="Robert, David Laurent (DI FA S SUP SPH)" userId="5007a9ee-182f-46ab-bc23-e9de1133d8e0" providerId="ADAL" clId="{00F6E8A5-D663-43E1-BED2-AB78C0064211}" dt="2022-11-18T08:24:20.551" v="236" actId="478"/>
          <ac:spMkLst>
            <pc:docMk/>
            <pc:sldMk cId="2821698927" sldId="9792"/>
            <ac:spMk id="34" creationId="{CA65E9EE-DE24-E12F-0BB0-71BD94AE7B00}"/>
          </ac:spMkLst>
        </pc:spChg>
        <pc:spChg chg="add mod">
          <ac:chgData name="Robert, David Laurent (DI FA S SUP SPH)" userId="5007a9ee-182f-46ab-bc23-e9de1133d8e0" providerId="ADAL" clId="{00F6E8A5-D663-43E1-BED2-AB78C0064211}" dt="2022-11-18T08:24:18.191" v="235" actId="20577"/>
          <ac:spMkLst>
            <pc:docMk/>
            <pc:sldMk cId="2821698927" sldId="9792"/>
            <ac:spMk id="35" creationId="{3EBA3926-1377-E5EF-93F9-EBB55D0CBE95}"/>
          </ac:spMkLst>
        </pc:spChg>
      </pc:sldChg>
      <pc:sldChg chg="addSp modSp add mod">
        <pc:chgData name="Robert, David Laurent (DI FA S SUP SPH)" userId="5007a9ee-182f-46ab-bc23-e9de1133d8e0" providerId="ADAL" clId="{00F6E8A5-D663-43E1-BED2-AB78C0064211}" dt="2022-11-18T09:46:56.740" v="569" actId="20577"/>
        <pc:sldMkLst>
          <pc:docMk/>
          <pc:sldMk cId="1476210905" sldId="9797"/>
        </pc:sldMkLst>
        <pc:spChg chg="add mod">
          <ac:chgData name="Robert, David Laurent (DI FA S SUP SPH)" userId="5007a9ee-182f-46ab-bc23-e9de1133d8e0" providerId="ADAL" clId="{00F6E8A5-D663-43E1-BED2-AB78C0064211}" dt="2022-11-18T08:17:38.568" v="110" actId="20577"/>
          <ac:spMkLst>
            <pc:docMk/>
            <pc:sldMk cId="1476210905" sldId="9797"/>
            <ac:spMk id="9" creationId="{458E71A3-3930-ECC6-ECB6-34B5CB7B047F}"/>
          </ac:spMkLst>
        </pc:spChg>
        <pc:spChg chg="mod">
          <ac:chgData name="Robert, David Laurent (DI FA S SUP SPH)" userId="5007a9ee-182f-46ab-bc23-e9de1133d8e0" providerId="ADAL" clId="{00F6E8A5-D663-43E1-BED2-AB78C0064211}" dt="2022-11-18T09:46:56.740" v="569" actId="20577"/>
          <ac:spMkLst>
            <pc:docMk/>
            <pc:sldMk cId="1476210905" sldId="9797"/>
            <ac:spMk id="144" creationId="{112ABD75-D812-4C1E-9295-CC8D865B2F35}"/>
          </ac:spMkLst>
        </pc:spChg>
        <pc:picChg chg="mod">
          <ac:chgData name="Robert, David Laurent (DI FA S SUP SPH)" userId="5007a9ee-182f-46ab-bc23-e9de1133d8e0" providerId="ADAL" clId="{00F6E8A5-D663-43E1-BED2-AB78C0064211}" dt="2022-11-18T08:17:07.014" v="78" actId="1076"/>
          <ac:picMkLst>
            <pc:docMk/>
            <pc:sldMk cId="1476210905" sldId="9797"/>
            <ac:picMk id="3" creationId="{A78CEE2B-8AED-49AC-B940-18C91174F2C4}"/>
          </ac:picMkLst>
        </pc:picChg>
        <pc:picChg chg="add mod">
          <ac:chgData name="Robert, David Laurent (DI FA S SUP SPH)" userId="5007a9ee-182f-46ab-bc23-e9de1133d8e0" providerId="ADAL" clId="{00F6E8A5-D663-43E1-BED2-AB78C0064211}" dt="2022-11-18T08:17:07.014" v="78" actId="1076"/>
          <ac:picMkLst>
            <pc:docMk/>
            <pc:sldMk cId="1476210905" sldId="9797"/>
            <ac:picMk id="8" creationId="{2F0A0843-C2AB-A675-91DB-ADDE492AA586}"/>
          </ac:picMkLst>
        </pc:picChg>
      </pc:sldChg>
      <pc:sldChg chg="delSp modSp add del mod delAnim">
        <pc:chgData name="Robert, David Laurent (DI FA S SUP SPH)" userId="5007a9ee-182f-46ab-bc23-e9de1133d8e0" providerId="ADAL" clId="{00F6E8A5-D663-43E1-BED2-AB78C0064211}" dt="2022-11-18T08:30:35.924" v="488" actId="47"/>
        <pc:sldMkLst>
          <pc:docMk/>
          <pc:sldMk cId="3816154726" sldId="9798"/>
        </pc:sldMkLst>
        <pc:spChg chg="mod">
          <ac:chgData name="Robert, David Laurent (DI FA S SUP SPH)" userId="5007a9ee-182f-46ab-bc23-e9de1133d8e0" providerId="ADAL" clId="{00F6E8A5-D663-43E1-BED2-AB78C0064211}" dt="2022-11-18T08:25:49.062" v="320" actId="1076"/>
          <ac:spMkLst>
            <pc:docMk/>
            <pc:sldMk cId="3816154726" sldId="9798"/>
            <ac:spMk id="5" creationId="{7F5A1A68-7A1F-A785-EE43-6241AD138196}"/>
          </ac:spMkLst>
        </pc:spChg>
        <pc:spChg chg="mod">
          <ac:chgData name="Robert, David Laurent (DI FA S SUP SPH)" userId="5007a9ee-182f-46ab-bc23-e9de1133d8e0" providerId="ADAL" clId="{00F6E8A5-D663-43E1-BED2-AB78C0064211}" dt="2022-11-18T08:26:49.759" v="351" actId="6549"/>
          <ac:spMkLst>
            <pc:docMk/>
            <pc:sldMk cId="3816154726" sldId="9798"/>
            <ac:spMk id="7" creationId="{A2815FEB-69DB-06F7-D97A-6D9BC73578E9}"/>
          </ac:spMkLst>
        </pc:spChg>
        <pc:spChg chg="mod">
          <ac:chgData name="Robert, David Laurent (DI FA S SUP SPH)" userId="5007a9ee-182f-46ab-bc23-e9de1133d8e0" providerId="ADAL" clId="{00F6E8A5-D663-43E1-BED2-AB78C0064211}" dt="2022-11-18T08:24:27.539" v="254" actId="1036"/>
          <ac:spMkLst>
            <pc:docMk/>
            <pc:sldMk cId="3816154726" sldId="9798"/>
            <ac:spMk id="33" creationId="{3B656407-240D-6076-8092-3E1B594F5629}"/>
          </ac:spMkLst>
        </pc:spChg>
        <pc:spChg chg="del mod">
          <ac:chgData name="Robert, David Laurent (DI FA S SUP SPH)" userId="5007a9ee-182f-46ab-bc23-e9de1133d8e0" providerId="ADAL" clId="{00F6E8A5-D663-43E1-BED2-AB78C0064211}" dt="2022-11-18T08:25:01.662" v="258" actId="478"/>
          <ac:spMkLst>
            <pc:docMk/>
            <pc:sldMk cId="3816154726" sldId="9798"/>
            <ac:spMk id="34" creationId="{CA65E9EE-DE24-E12F-0BB0-71BD94AE7B00}"/>
          </ac:spMkLst>
        </pc:spChg>
      </pc:sldChg>
      <pc:sldChg chg="modSp add mod">
        <pc:chgData name="Robert, David Laurent (DI FA S SUP SPH)" userId="5007a9ee-182f-46ab-bc23-e9de1133d8e0" providerId="ADAL" clId="{00F6E8A5-D663-43E1-BED2-AB78C0064211}" dt="2022-11-18T08:30:32.276" v="487" actId="113"/>
        <pc:sldMkLst>
          <pc:docMk/>
          <pc:sldMk cId="2023790002" sldId="9799"/>
        </pc:sldMkLst>
        <pc:spChg chg="mod">
          <ac:chgData name="Robert, David Laurent (DI FA S SUP SPH)" userId="5007a9ee-182f-46ab-bc23-e9de1133d8e0" providerId="ADAL" clId="{00F6E8A5-D663-43E1-BED2-AB78C0064211}" dt="2022-11-18T08:27:43.011" v="362" actId="14100"/>
          <ac:spMkLst>
            <pc:docMk/>
            <pc:sldMk cId="2023790002" sldId="9799"/>
            <ac:spMk id="5" creationId="{7F5A1A68-7A1F-A785-EE43-6241AD138196}"/>
          </ac:spMkLst>
        </pc:spChg>
        <pc:spChg chg="mod">
          <ac:chgData name="Robert, David Laurent (DI FA S SUP SPH)" userId="5007a9ee-182f-46ab-bc23-e9de1133d8e0" providerId="ADAL" clId="{00F6E8A5-D663-43E1-BED2-AB78C0064211}" dt="2022-11-18T08:30:32.276" v="487" actId="113"/>
          <ac:spMkLst>
            <pc:docMk/>
            <pc:sldMk cId="2023790002" sldId="9799"/>
            <ac:spMk id="7" creationId="{A2815FEB-69DB-06F7-D97A-6D9BC73578E9}"/>
          </ac:spMkLst>
        </pc:spChg>
        <pc:spChg chg="mod">
          <ac:chgData name="Robert, David Laurent (DI FA S SUP SPH)" userId="5007a9ee-182f-46ab-bc23-e9de1133d8e0" providerId="ADAL" clId="{00F6E8A5-D663-43E1-BED2-AB78C0064211}" dt="2022-11-18T08:29:08.117" v="462" actId="1036"/>
          <ac:spMkLst>
            <pc:docMk/>
            <pc:sldMk cId="2023790002" sldId="9799"/>
            <ac:spMk id="33" creationId="{3B656407-240D-6076-8092-3E1B594F5629}"/>
          </ac:spMkLst>
        </pc:spChg>
        <pc:spChg chg="mod">
          <ac:chgData name="Robert, David Laurent (DI FA S SUP SPH)" userId="5007a9ee-182f-46ab-bc23-e9de1133d8e0" providerId="ADAL" clId="{00F6E8A5-D663-43E1-BED2-AB78C0064211}" dt="2022-11-18T08:28:17.215" v="414" actId="20577"/>
          <ac:spMkLst>
            <pc:docMk/>
            <pc:sldMk cId="2023790002" sldId="9799"/>
            <ac:spMk id="35" creationId="{3EBA3926-1377-E5EF-93F9-EBB55D0CBE95}"/>
          </ac:spMkLst>
        </pc:spChg>
      </pc:sldChg>
      <pc:sldChg chg="addSp modSp new del ord">
        <pc:chgData name="Robert, David Laurent (DI FA S SUP SPH)" userId="5007a9ee-182f-46ab-bc23-e9de1133d8e0" providerId="ADAL" clId="{00F6E8A5-D663-43E1-BED2-AB78C0064211}" dt="2022-11-18T08:31:57.128" v="495" actId="47"/>
        <pc:sldMkLst>
          <pc:docMk/>
          <pc:sldMk cId="3311036335" sldId="9800"/>
        </pc:sldMkLst>
        <pc:graphicFrameChg chg="add mod">
          <ac:chgData name="Robert, David Laurent (DI FA S SUP SPH)" userId="5007a9ee-182f-46ab-bc23-e9de1133d8e0" providerId="ADAL" clId="{00F6E8A5-D663-43E1-BED2-AB78C0064211}" dt="2022-11-18T08:31:26.195" v="491"/>
          <ac:graphicFrameMkLst>
            <pc:docMk/>
            <pc:sldMk cId="3311036335" sldId="9800"/>
            <ac:graphicFrameMk id="4" creationId="{EAC35310-5D72-34A0-D499-862F397F16B8}"/>
          </ac:graphicFrameMkLst>
        </pc:graphicFrameChg>
      </pc:sldChg>
      <pc:sldChg chg="addSp delSp modSp add mod">
        <pc:chgData name="Robert, David Laurent (DI FA S SUP SPH)" userId="5007a9ee-182f-46ab-bc23-e9de1133d8e0" providerId="ADAL" clId="{00F6E8A5-D663-43E1-BED2-AB78C0064211}" dt="2022-11-18T08:33:05.194" v="547" actId="20577"/>
        <pc:sldMkLst>
          <pc:docMk/>
          <pc:sldMk cId="3308633053" sldId="9801"/>
        </pc:sldMkLst>
        <pc:spChg chg="add mod">
          <ac:chgData name="Robert, David Laurent (DI FA S SUP SPH)" userId="5007a9ee-182f-46ab-bc23-e9de1133d8e0" providerId="ADAL" clId="{00F6E8A5-D663-43E1-BED2-AB78C0064211}" dt="2022-11-18T08:33:05.194" v="547" actId="20577"/>
          <ac:spMkLst>
            <pc:docMk/>
            <pc:sldMk cId="3308633053" sldId="9801"/>
            <ac:spMk id="2" creationId="{0F70ACA2-D7BF-0255-74AF-29CC57B91532}"/>
          </ac:spMkLst>
        </pc:spChg>
        <pc:spChg chg="del">
          <ac:chgData name="Robert, David Laurent (DI FA S SUP SPH)" userId="5007a9ee-182f-46ab-bc23-e9de1133d8e0" providerId="ADAL" clId="{00F6E8A5-D663-43E1-BED2-AB78C0064211}" dt="2022-11-18T08:32:23.108" v="501" actId="478"/>
          <ac:spMkLst>
            <pc:docMk/>
            <pc:sldMk cId="3308633053" sldId="9801"/>
            <ac:spMk id="8" creationId="{8293D094-6092-CD4A-E191-F256B65587F7}"/>
          </ac:spMkLst>
        </pc:spChg>
        <pc:spChg chg="del">
          <ac:chgData name="Robert, David Laurent (DI FA S SUP SPH)" userId="5007a9ee-182f-46ab-bc23-e9de1133d8e0" providerId="ADAL" clId="{00F6E8A5-D663-43E1-BED2-AB78C0064211}" dt="2022-11-18T08:32:09.325" v="498" actId="478"/>
          <ac:spMkLst>
            <pc:docMk/>
            <pc:sldMk cId="3308633053" sldId="9801"/>
            <ac:spMk id="10" creationId="{215EB6A2-9ACD-5E4C-5391-7C1223FB2586}"/>
          </ac:spMkLst>
        </pc:spChg>
        <pc:spChg chg="del">
          <ac:chgData name="Robert, David Laurent (DI FA S SUP SPH)" userId="5007a9ee-182f-46ab-bc23-e9de1133d8e0" providerId="ADAL" clId="{00F6E8A5-D663-43E1-BED2-AB78C0064211}" dt="2022-11-18T08:32:11.019" v="499" actId="478"/>
          <ac:spMkLst>
            <pc:docMk/>
            <pc:sldMk cId="3308633053" sldId="9801"/>
            <ac:spMk id="18" creationId="{7DE79E91-CBFD-40F2-A5DB-5AEC2E6F93B3}"/>
          </ac:spMkLst>
        </pc:spChg>
        <pc:grpChg chg="del">
          <ac:chgData name="Robert, David Laurent (DI FA S SUP SPH)" userId="5007a9ee-182f-46ab-bc23-e9de1133d8e0" providerId="ADAL" clId="{00F6E8A5-D663-43E1-BED2-AB78C0064211}" dt="2022-11-18T08:32:20.744" v="500" actId="478"/>
          <ac:grpSpMkLst>
            <pc:docMk/>
            <pc:sldMk cId="3308633053" sldId="9801"/>
            <ac:grpSpMk id="4" creationId="{DD9A95A6-9EDD-0D47-88C6-ECEFE7404702}"/>
          </ac:grpSpMkLst>
        </pc:grpChg>
        <pc:grpChg chg="del mod">
          <ac:chgData name="Robert, David Laurent (DI FA S SUP SPH)" userId="5007a9ee-182f-46ab-bc23-e9de1133d8e0" providerId="ADAL" clId="{00F6E8A5-D663-43E1-BED2-AB78C0064211}" dt="2022-11-18T08:32:01.507" v="497" actId="478"/>
          <ac:grpSpMkLst>
            <pc:docMk/>
            <pc:sldMk cId="3308633053" sldId="9801"/>
            <ac:grpSpMk id="5" creationId="{37D77A44-11C1-4AE3-8EE6-9432AC81579A}"/>
          </ac:grpSpMkLst>
        </pc:grpChg>
        <pc:graphicFrameChg chg="mod">
          <ac:chgData name="Robert, David Laurent (DI FA S SUP SPH)" userId="5007a9ee-182f-46ab-bc23-e9de1133d8e0" providerId="ADAL" clId="{00F6E8A5-D663-43E1-BED2-AB78C0064211}" dt="2022-11-18T08:32:27.128" v="521" actId="1035"/>
          <ac:graphicFrameMkLst>
            <pc:docMk/>
            <pc:sldMk cId="3308633053" sldId="9801"/>
            <ac:graphicFrameMk id="3" creationId="{938D73B4-AAA1-C0D8-3429-656CE78515FD}"/>
          </ac:graphicFrameMkLst>
        </pc:graphicFrameChg>
        <pc:picChg chg="mod">
          <ac:chgData name="Robert, David Laurent (DI FA S SUP SPH)" userId="5007a9ee-182f-46ab-bc23-e9de1133d8e0" providerId="ADAL" clId="{00F6E8A5-D663-43E1-BED2-AB78C0064211}" dt="2022-11-18T08:32:27.128" v="521" actId="1035"/>
          <ac:picMkLst>
            <pc:docMk/>
            <pc:sldMk cId="3308633053" sldId="9801"/>
            <ac:picMk id="30" creationId="{61B267A1-2D8A-4CF1-9B96-BA3B57DACBCF}"/>
          </ac:picMkLst>
        </pc:picChg>
        <pc:picChg chg="mod">
          <ac:chgData name="Robert, David Laurent (DI FA S SUP SPH)" userId="5007a9ee-182f-46ab-bc23-e9de1133d8e0" providerId="ADAL" clId="{00F6E8A5-D663-43E1-BED2-AB78C0064211}" dt="2022-11-18T08:32:27.128" v="521" actId="1035"/>
          <ac:picMkLst>
            <pc:docMk/>
            <pc:sldMk cId="3308633053" sldId="9801"/>
            <ac:picMk id="31" creationId="{05C52158-0F91-4CCB-9822-F6E55CAE19E9}"/>
          </ac:picMkLst>
        </pc:picChg>
        <pc:picChg chg="mod">
          <ac:chgData name="Robert, David Laurent (DI FA S SUP SPH)" userId="5007a9ee-182f-46ab-bc23-e9de1133d8e0" providerId="ADAL" clId="{00F6E8A5-D663-43E1-BED2-AB78C0064211}" dt="2022-11-18T08:32:27.128" v="521" actId="1035"/>
          <ac:picMkLst>
            <pc:docMk/>
            <pc:sldMk cId="3308633053" sldId="9801"/>
            <ac:picMk id="32" creationId="{727F44F0-71A3-494F-B5AD-3F806F0BA8EE}"/>
          </ac:picMkLst>
        </pc:picChg>
      </pc:sldChg>
      <pc:sldChg chg="addSp delSp modSp add mod">
        <pc:chgData name="Robert, David Laurent (DI FA S SUP SPH)" userId="5007a9ee-182f-46ab-bc23-e9de1133d8e0" providerId="ADAL" clId="{00F6E8A5-D663-43E1-BED2-AB78C0064211}" dt="2022-11-18T10:20:08.994" v="870" actId="113"/>
        <pc:sldMkLst>
          <pc:docMk/>
          <pc:sldMk cId="2103618214" sldId="9802"/>
        </pc:sldMkLst>
        <pc:spChg chg="mod">
          <ac:chgData name="Robert, David Laurent (DI FA S SUP SPH)" userId="5007a9ee-182f-46ab-bc23-e9de1133d8e0" providerId="ADAL" clId="{00F6E8A5-D663-43E1-BED2-AB78C0064211}" dt="2022-11-18T10:18:49.336" v="866" actId="20577"/>
          <ac:spMkLst>
            <pc:docMk/>
            <pc:sldMk cId="2103618214" sldId="9802"/>
            <ac:spMk id="3" creationId="{A205B8EC-F533-F944-12E6-B1907ABC5CD7}"/>
          </ac:spMkLst>
        </pc:spChg>
        <pc:spChg chg="del">
          <ac:chgData name="Robert, David Laurent (DI FA S SUP SPH)" userId="5007a9ee-182f-46ab-bc23-e9de1133d8e0" providerId="ADAL" clId="{00F6E8A5-D663-43E1-BED2-AB78C0064211}" dt="2022-11-18T09:48:35.127" v="573" actId="478"/>
          <ac:spMkLst>
            <pc:docMk/>
            <pc:sldMk cId="2103618214" sldId="9802"/>
            <ac:spMk id="4" creationId="{F5688ACB-185D-13F9-7BD6-734208E43599}"/>
          </ac:spMkLst>
        </pc:spChg>
        <pc:spChg chg="mod">
          <ac:chgData name="Robert, David Laurent (DI FA S SUP SPH)" userId="5007a9ee-182f-46ab-bc23-e9de1133d8e0" providerId="ADAL" clId="{00F6E8A5-D663-43E1-BED2-AB78C0064211}" dt="2022-11-18T09:51:34.686" v="606" actId="20577"/>
          <ac:spMkLst>
            <pc:docMk/>
            <pc:sldMk cId="2103618214" sldId="9802"/>
            <ac:spMk id="5" creationId="{00000000-0000-0000-0000-000000000000}"/>
          </ac:spMkLst>
        </pc:spChg>
        <pc:spChg chg="add del mod">
          <ac:chgData name="Robert, David Laurent (DI FA S SUP SPH)" userId="5007a9ee-182f-46ab-bc23-e9de1133d8e0" providerId="ADAL" clId="{00F6E8A5-D663-43E1-BED2-AB78C0064211}" dt="2022-11-18T10:09:11.079" v="646" actId="478"/>
          <ac:spMkLst>
            <pc:docMk/>
            <pc:sldMk cId="2103618214" sldId="9802"/>
            <ac:spMk id="8" creationId="{39EA9DD7-969C-B801-F15F-B3C4827A2AC5}"/>
          </ac:spMkLst>
        </pc:spChg>
        <pc:spChg chg="add del mod">
          <ac:chgData name="Robert, David Laurent (DI FA S SUP SPH)" userId="5007a9ee-182f-46ab-bc23-e9de1133d8e0" providerId="ADAL" clId="{00F6E8A5-D663-43E1-BED2-AB78C0064211}" dt="2022-11-18T10:09:14.651" v="649" actId="478"/>
          <ac:spMkLst>
            <pc:docMk/>
            <pc:sldMk cId="2103618214" sldId="9802"/>
            <ac:spMk id="9" creationId="{C77B8786-1EF6-6F41-4EFC-659D3A507935}"/>
          </ac:spMkLst>
        </pc:spChg>
        <pc:spChg chg="add del mod">
          <ac:chgData name="Robert, David Laurent (DI FA S SUP SPH)" userId="5007a9ee-182f-46ab-bc23-e9de1133d8e0" providerId="ADAL" clId="{00F6E8A5-D663-43E1-BED2-AB78C0064211}" dt="2022-11-18T09:53:15.649" v="637" actId="478"/>
          <ac:spMkLst>
            <pc:docMk/>
            <pc:sldMk cId="2103618214" sldId="9802"/>
            <ac:spMk id="11" creationId="{41592C37-CF38-4600-653F-2BA21932D5D7}"/>
          </ac:spMkLst>
        </pc:spChg>
        <pc:spChg chg="add mod">
          <ac:chgData name="Robert, David Laurent (DI FA S SUP SPH)" userId="5007a9ee-182f-46ab-bc23-e9de1133d8e0" providerId="ADAL" clId="{00F6E8A5-D663-43E1-BED2-AB78C0064211}" dt="2022-11-18T10:17:18.082" v="838" actId="1037"/>
          <ac:spMkLst>
            <pc:docMk/>
            <pc:sldMk cId="2103618214" sldId="9802"/>
            <ac:spMk id="12" creationId="{DBBDFA57-7F93-30E7-82C0-19430EF1B5ED}"/>
          </ac:spMkLst>
        </pc:spChg>
        <pc:spChg chg="add mod">
          <ac:chgData name="Robert, David Laurent (DI FA S SUP SPH)" userId="5007a9ee-182f-46ab-bc23-e9de1133d8e0" providerId="ADAL" clId="{00F6E8A5-D663-43E1-BED2-AB78C0064211}" dt="2022-11-18T10:17:18.082" v="838" actId="1037"/>
          <ac:spMkLst>
            <pc:docMk/>
            <pc:sldMk cId="2103618214" sldId="9802"/>
            <ac:spMk id="13" creationId="{CF09EAD4-7FFA-3A14-195D-9EDD0B0D7F8E}"/>
          </ac:spMkLst>
        </pc:spChg>
        <pc:spChg chg="add mod">
          <ac:chgData name="Robert, David Laurent (DI FA S SUP SPH)" userId="5007a9ee-182f-46ab-bc23-e9de1133d8e0" providerId="ADAL" clId="{00F6E8A5-D663-43E1-BED2-AB78C0064211}" dt="2022-11-18T10:17:18.082" v="838" actId="1037"/>
          <ac:spMkLst>
            <pc:docMk/>
            <pc:sldMk cId="2103618214" sldId="9802"/>
            <ac:spMk id="16" creationId="{F81610F7-9CB3-418C-01FB-23D9F8692116}"/>
          </ac:spMkLst>
        </pc:spChg>
        <pc:spChg chg="add mod">
          <ac:chgData name="Robert, David Laurent (DI FA S SUP SPH)" userId="5007a9ee-182f-46ab-bc23-e9de1133d8e0" providerId="ADAL" clId="{00F6E8A5-D663-43E1-BED2-AB78C0064211}" dt="2022-11-18T10:17:18.082" v="838" actId="1037"/>
          <ac:spMkLst>
            <pc:docMk/>
            <pc:sldMk cId="2103618214" sldId="9802"/>
            <ac:spMk id="17" creationId="{5B8734A3-9BCA-9831-F05A-E5E5B66FB67C}"/>
          </ac:spMkLst>
        </pc:spChg>
        <pc:spChg chg="add mod">
          <ac:chgData name="Robert, David Laurent (DI FA S SUP SPH)" userId="5007a9ee-182f-46ab-bc23-e9de1133d8e0" providerId="ADAL" clId="{00F6E8A5-D663-43E1-BED2-AB78C0064211}" dt="2022-11-18T10:17:18.082" v="838" actId="1037"/>
          <ac:spMkLst>
            <pc:docMk/>
            <pc:sldMk cId="2103618214" sldId="9802"/>
            <ac:spMk id="21" creationId="{B012BBE2-094F-136C-7562-8044CFE9D81D}"/>
          </ac:spMkLst>
        </pc:spChg>
        <pc:spChg chg="add del mod">
          <ac:chgData name="Robert, David Laurent (DI FA S SUP SPH)" userId="5007a9ee-182f-46ab-bc23-e9de1133d8e0" providerId="ADAL" clId="{00F6E8A5-D663-43E1-BED2-AB78C0064211}" dt="2022-11-18T10:20:08.994" v="870" actId="113"/>
          <ac:spMkLst>
            <pc:docMk/>
            <pc:sldMk cId="2103618214" sldId="9802"/>
            <ac:spMk id="22" creationId="{6C67A62B-CF95-4DD2-A8EC-8B8C88EF4BC0}"/>
          </ac:spMkLst>
        </pc:spChg>
        <pc:spChg chg="add mod">
          <ac:chgData name="Robert, David Laurent (DI FA S SUP SPH)" userId="5007a9ee-182f-46ab-bc23-e9de1133d8e0" providerId="ADAL" clId="{00F6E8A5-D663-43E1-BED2-AB78C0064211}" dt="2022-11-18T10:17:18.082" v="838" actId="1037"/>
          <ac:spMkLst>
            <pc:docMk/>
            <pc:sldMk cId="2103618214" sldId="9802"/>
            <ac:spMk id="23" creationId="{9073F3B3-74F7-B083-ED3A-C05CC5FC2C1A}"/>
          </ac:spMkLst>
        </pc:spChg>
        <pc:spChg chg="add mod">
          <ac:chgData name="Robert, David Laurent (DI FA S SUP SPH)" userId="5007a9ee-182f-46ab-bc23-e9de1133d8e0" providerId="ADAL" clId="{00F6E8A5-D663-43E1-BED2-AB78C0064211}" dt="2022-11-18T10:17:18.082" v="838" actId="1037"/>
          <ac:spMkLst>
            <pc:docMk/>
            <pc:sldMk cId="2103618214" sldId="9802"/>
            <ac:spMk id="24" creationId="{6C6D8804-9787-FB42-B263-9C5A793511C6}"/>
          </ac:spMkLst>
        </pc:spChg>
        <pc:spChg chg="add mod">
          <ac:chgData name="Robert, David Laurent (DI FA S SUP SPH)" userId="5007a9ee-182f-46ab-bc23-e9de1133d8e0" providerId="ADAL" clId="{00F6E8A5-D663-43E1-BED2-AB78C0064211}" dt="2022-11-18T10:17:18.082" v="838" actId="1037"/>
          <ac:spMkLst>
            <pc:docMk/>
            <pc:sldMk cId="2103618214" sldId="9802"/>
            <ac:spMk id="25" creationId="{15BF519E-B12B-1943-78E6-9B6661E51919}"/>
          </ac:spMkLst>
        </pc:spChg>
        <pc:spChg chg="add mod">
          <ac:chgData name="Robert, David Laurent (DI FA S SUP SPH)" userId="5007a9ee-182f-46ab-bc23-e9de1133d8e0" providerId="ADAL" clId="{00F6E8A5-D663-43E1-BED2-AB78C0064211}" dt="2022-11-18T10:17:18.082" v="838" actId="1037"/>
          <ac:spMkLst>
            <pc:docMk/>
            <pc:sldMk cId="2103618214" sldId="9802"/>
            <ac:spMk id="28" creationId="{FCCC189A-F011-7C18-39F7-E28CA641C2BC}"/>
          </ac:spMkLst>
        </pc:spChg>
        <pc:spChg chg="add mod">
          <ac:chgData name="Robert, David Laurent (DI FA S SUP SPH)" userId="5007a9ee-182f-46ab-bc23-e9de1133d8e0" providerId="ADAL" clId="{00F6E8A5-D663-43E1-BED2-AB78C0064211}" dt="2022-11-18T10:17:18.082" v="838" actId="1037"/>
          <ac:spMkLst>
            <pc:docMk/>
            <pc:sldMk cId="2103618214" sldId="9802"/>
            <ac:spMk id="30" creationId="{69FCBAC1-4F76-6B36-1E3F-F776215B5CD8}"/>
          </ac:spMkLst>
        </pc:spChg>
        <pc:spChg chg="add mod">
          <ac:chgData name="Robert, David Laurent (DI FA S SUP SPH)" userId="5007a9ee-182f-46ab-bc23-e9de1133d8e0" providerId="ADAL" clId="{00F6E8A5-D663-43E1-BED2-AB78C0064211}" dt="2022-11-18T10:17:18.082" v="838" actId="1037"/>
          <ac:spMkLst>
            <pc:docMk/>
            <pc:sldMk cId="2103618214" sldId="9802"/>
            <ac:spMk id="31" creationId="{69910855-5884-D3AF-2F3E-23ED664A4A5D}"/>
          </ac:spMkLst>
        </pc:spChg>
        <pc:spChg chg="mod">
          <ac:chgData name="Robert, David Laurent (DI FA S SUP SPH)" userId="5007a9ee-182f-46ab-bc23-e9de1133d8e0" providerId="ADAL" clId="{00F6E8A5-D663-43E1-BED2-AB78C0064211}" dt="2022-11-18T10:17:18.082" v="838" actId="1037"/>
          <ac:spMkLst>
            <pc:docMk/>
            <pc:sldMk cId="2103618214" sldId="9802"/>
            <ac:spMk id="34" creationId="{6563190B-99F1-38F7-183D-BDBB8DF49A92}"/>
          </ac:spMkLst>
        </pc:spChg>
        <pc:spChg chg="mod">
          <ac:chgData name="Robert, David Laurent (DI FA S SUP SPH)" userId="5007a9ee-182f-46ab-bc23-e9de1133d8e0" providerId="ADAL" clId="{00F6E8A5-D663-43E1-BED2-AB78C0064211}" dt="2022-11-18T10:17:18.082" v="838" actId="1037"/>
          <ac:spMkLst>
            <pc:docMk/>
            <pc:sldMk cId="2103618214" sldId="9802"/>
            <ac:spMk id="35" creationId="{D358FBA7-53EF-C91B-835A-002966FC3E2B}"/>
          </ac:spMkLst>
        </pc:spChg>
        <pc:spChg chg="mod">
          <ac:chgData name="Robert, David Laurent (DI FA S SUP SPH)" userId="5007a9ee-182f-46ab-bc23-e9de1133d8e0" providerId="ADAL" clId="{00F6E8A5-D663-43E1-BED2-AB78C0064211}" dt="2022-11-18T10:17:18.082" v="838" actId="1037"/>
          <ac:spMkLst>
            <pc:docMk/>
            <pc:sldMk cId="2103618214" sldId="9802"/>
            <ac:spMk id="37" creationId="{B4D1C657-77A2-AE26-4930-8783550A3119}"/>
          </ac:spMkLst>
        </pc:spChg>
        <pc:spChg chg="mod">
          <ac:chgData name="Robert, David Laurent (DI FA S SUP SPH)" userId="5007a9ee-182f-46ab-bc23-e9de1133d8e0" providerId="ADAL" clId="{00F6E8A5-D663-43E1-BED2-AB78C0064211}" dt="2022-11-18T10:17:18.082" v="838" actId="1037"/>
          <ac:spMkLst>
            <pc:docMk/>
            <pc:sldMk cId="2103618214" sldId="9802"/>
            <ac:spMk id="38" creationId="{28E6D2A2-C27C-77CA-68F0-E5E19FF1D4C8}"/>
          </ac:spMkLst>
        </pc:spChg>
        <pc:spChg chg="del mod topLvl">
          <ac:chgData name="Robert, David Laurent (DI FA S SUP SPH)" userId="5007a9ee-182f-46ab-bc23-e9de1133d8e0" providerId="ADAL" clId="{00F6E8A5-D663-43E1-BED2-AB78C0064211}" dt="2022-11-18T10:11:30.125" v="685" actId="478"/>
          <ac:spMkLst>
            <pc:docMk/>
            <pc:sldMk cId="2103618214" sldId="9802"/>
            <ac:spMk id="40" creationId="{71E3B697-169C-DA37-60E9-6B9FC00FF85C}"/>
          </ac:spMkLst>
        </pc:spChg>
        <pc:spChg chg="del mod topLvl">
          <ac:chgData name="Robert, David Laurent (DI FA S SUP SPH)" userId="5007a9ee-182f-46ab-bc23-e9de1133d8e0" providerId="ADAL" clId="{00F6E8A5-D663-43E1-BED2-AB78C0064211}" dt="2022-11-18T10:11:01.902" v="684" actId="478"/>
          <ac:spMkLst>
            <pc:docMk/>
            <pc:sldMk cId="2103618214" sldId="9802"/>
            <ac:spMk id="41" creationId="{CAFB807D-13E1-836E-0A99-36E1E49E149A}"/>
          </ac:spMkLst>
        </pc:spChg>
        <pc:spChg chg="add del mod">
          <ac:chgData name="Robert, David Laurent (DI FA S SUP SPH)" userId="5007a9ee-182f-46ab-bc23-e9de1133d8e0" providerId="ADAL" clId="{00F6E8A5-D663-43E1-BED2-AB78C0064211}" dt="2022-11-18T10:10:59.914" v="682" actId="478"/>
          <ac:spMkLst>
            <pc:docMk/>
            <pc:sldMk cId="2103618214" sldId="9802"/>
            <ac:spMk id="42" creationId="{A9C0CC07-D70D-D31E-6101-DC1EE059A32D}"/>
          </ac:spMkLst>
        </pc:spChg>
        <pc:spChg chg="add mod">
          <ac:chgData name="Robert, David Laurent (DI FA S SUP SPH)" userId="5007a9ee-182f-46ab-bc23-e9de1133d8e0" providerId="ADAL" clId="{00F6E8A5-D663-43E1-BED2-AB78C0064211}" dt="2022-11-18T10:17:18.082" v="838" actId="1037"/>
          <ac:spMkLst>
            <pc:docMk/>
            <pc:sldMk cId="2103618214" sldId="9802"/>
            <ac:spMk id="43" creationId="{F336EAFE-98E7-E668-DEE6-B69B20C9B570}"/>
          </ac:spMkLst>
        </pc:spChg>
        <pc:spChg chg="add mod">
          <ac:chgData name="Robert, David Laurent (DI FA S SUP SPH)" userId="5007a9ee-182f-46ab-bc23-e9de1133d8e0" providerId="ADAL" clId="{00F6E8A5-D663-43E1-BED2-AB78C0064211}" dt="2022-11-18T10:17:18.082" v="838" actId="1037"/>
          <ac:spMkLst>
            <pc:docMk/>
            <pc:sldMk cId="2103618214" sldId="9802"/>
            <ac:spMk id="44" creationId="{62F8B9FA-4417-F15E-4C15-CA0E82EEEF1F}"/>
          </ac:spMkLst>
        </pc:spChg>
        <pc:spChg chg="add mod">
          <ac:chgData name="Robert, David Laurent (DI FA S SUP SPH)" userId="5007a9ee-182f-46ab-bc23-e9de1133d8e0" providerId="ADAL" clId="{00F6E8A5-D663-43E1-BED2-AB78C0064211}" dt="2022-11-18T10:17:18.082" v="838" actId="1037"/>
          <ac:spMkLst>
            <pc:docMk/>
            <pc:sldMk cId="2103618214" sldId="9802"/>
            <ac:spMk id="45" creationId="{02A2214F-41F2-BD62-EC5E-196574C9BEE3}"/>
          </ac:spMkLst>
        </pc:spChg>
        <pc:spChg chg="add mod">
          <ac:chgData name="Robert, David Laurent (DI FA S SUP SPH)" userId="5007a9ee-182f-46ab-bc23-e9de1133d8e0" providerId="ADAL" clId="{00F6E8A5-D663-43E1-BED2-AB78C0064211}" dt="2022-11-18T10:17:18.082" v="838" actId="1037"/>
          <ac:spMkLst>
            <pc:docMk/>
            <pc:sldMk cId="2103618214" sldId="9802"/>
            <ac:spMk id="46" creationId="{B53220CD-AB36-7267-97D0-2693426EA3DC}"/>
          </ac:spMkLst>
        </pc:spChg>
        <pc:spChg chg="mod">
          <ac:chgData name="Robert, David Laurent (DI FA S SUP SPH)" userId="5007a9ee-182f-46ab-bc23-e9de1133d8e0" providerId="ADAL" clId="{00F6E8A5-D663-43E1-BED2-AB78C0064211}" dt="2022-11-18T10:17:18.082" v="838" actId="1037"/>
          <ac:spMkLst>
            <pc:docMk/>
            <pc:sldMk cId="2103618214" sldId="9802"/>
            <ac:spMk id="48" creationId="{A8FB177D-6CD6-FFAE-2E80-C423924DB2BF}"/>
          </ac:spMkLst>
        </pc:spChg>
        <pc:spChg chg="mod">
          <ac:chgData name="Robert, David Laurent (DI FA S SUP SPH)" userId="5007a9ee-182f-46ab-bc23-e9de1133d8e0" providerId="ADAL" clId="{00F6E8A5-D663-43E1-BED2-AB78C0064211}" dt="2022-11-18T10:17:18.082" v="838" actId="1037"/>
          <ac:spMkLst>
            <pc:docMk/>
            <pc:sldMk cId="2103618214" sldId="9802"/>
            <ac:spMk id="49" creationId="{B114C86D-EBAD-1497-1B2E-368DBF593E15}"/>
          </ac:spMkLst>
        </pc:spChg>
        <pc:spChg chg="add mod">
          <ac:chgData name="Robert, David Laurent (DI FA S SUP SPH)" userId="5007a9ee-182f-46ab-bc23-e9de1133d8e0" providerId="ADAL" clId="{00F6E8A5-D663-43E1-BED2-AB78C0064211}" dt="2022-11-18T10:17:18.082" v="838" actId="1037"/>
          <ac:spMkLst>
            <pc:docMk/>
            <pc:sldMk cId="2103618214" sldId="9802"/>
            <ac:spMk id="50" creationId="{9BEE62FA-42F8-FDC5-52ED-C1CBB9F9F3BB}"/>
          </ac:spMkLst>
        </pc:spChg>
        <pc:spChg chg="add mod">
          <ac:chgData name="Robert, David Laurent (DI FA S SUP SPH)" userId="5007a9ee-182f-46ab-bc23-e9de1133d8e0" providerId="ADAL" clId="{00F6E8A5-D663-43E1-BED2-AB78C0064211}" dt="2022-11-18T10:17:18.082" v="838" actId="1037"/>
          <ac:spMkLst>
            <pc:docMk/>
            <pc:sldMk cId="2103618214" sldId="9802"/>
            <ac:spMk id="51" creationId="{EB74D088-4BF1-C0A0-04BA-F2B65E9C3F56}"/>
          </ac:spMkLst>
        </pc:spChg>
        <pc:spChg chg="mod">
          <ac:chgData name="Robert, David Laurent (DI FA S SUP SPH)" userId="5007a9ee-182f-46ab-bc23-e9de1133d8e0" providerId="ADAL" clId="{00F6E8A5-D663-43E1-BED2-AB78C0064211}" dt="2022-11-18T10:17:18.082" v="838" actId="1037"/>
          <ac:spMkLst>
            <pc:docMk/>
            <pc:sldMk cId="2103618214" sldId="9802"/>
            <ac:spMk id="53" creationId="{EB8D38A7-B40C-64A3-F126-ED7F1642F58A}"/>
          </ac:spMkLst>
        </pc:spChg>
        <pc:spChg chg="mod">
          <ac:chgData name="Robert, David Laurent (DI FA S SUP SPH)" userId="5007a9ee-182f-46ab-bc23-e9de1133d8e0" providerId="ADAL" clId="{00F6E8A5-D663-43E1-BED2-AB78C0064211}" dt="2022-11-18T10:17:18.082" v="838" actId="1037"/>
          <ac:spMkLst>
            <pc:docMk/>
            <pc:sldMk cId="2103618214" sldId="9802"/>
            <ac:spMk id="54" creationId="{08F2349C-7F56-DB77-4B3A-0556B24E587E}"/>
          </ac:spMkLst>
        </pc:spChg>
        <pc:spChg chg="add mod">
          <ac:chgData name="Robert, David Laurent (DI FA S SUP SPH)" userId="5007a9ee-182f-46ab-bc23-e9de1133d8e0" providerId="ADAL" clId="{00F6E8A5-D663-43E1-BED2-AB78C0064211}" dt="2022-11-18T10:17:22.012" v="844" actId="1037"/>
          <ac:spMkLst>
            <pc:docMk/>
            <pc:sldMk cId="2103618214" sldId="9802"/>
            <ac:spMk id="55" creationId="{175D9DAC-0552-BF53-1FA6-FF533DBD5940}"/>
          </ac:spMkLst>
        </pc:spChg>
        <pc:spChg chg="add mod">
          <ac:chgData name="Robert, David Laurent (DI FA S SUP SPH)" userId="5007a9ee-182f-46ab-bc23-e9de1133d8e0" providerId="ADAL" clId="{00F6E8A5-D663-43E1-BED2-AB78C0064211}" dt="2022-11-18T10:17:49.591" v="851" actId="1076"/>
          <ac:spMkLst>
            <pc:docMk/>
            <pc:sldMk cId="2103618214" sldId="9802"/>
            <ac:spMk id="56" creationId="{65019EB6-45B1-32A9-8488-A1C8437C9686}"/>
          </ac:spMkLst>
        </pc:spChg>
        <pc:spChg chg="add mod">
          <ac:chgData name="Robert, David Laurent (DI FA S SUP SPH)" userId="5007a9ee-182f-46ab-bc23-e9de1133d8e0" providerId="ADAL" clId="{00F6E8A5-D663-43E1-BED2-AB78C0064211}" dt="2022-11-18T10:17:22.012" v="844" actId="1037"/>
          <ac:spMkLst>
            <pc:docMk/>
            <pc:sldMk cId="2103618214" sldId="9802"/>
            <ac:spMk id="57" creationId="{DB20CCCB-409F-353A-FE76-DA0CC57A7509}"/>
          </ac:spMkLst>
        </pc:spChg>
        <pc:spChg chg="add mod">
          <ac:chgData name="Robert, David Laurent (DI FA S SUP SPH)" userId="5007a9ee-182f-46ab-bc23-e9de1133d8e0" providerId="ADAL" clId="{00F6E8A5-D663-43E1-BED2-AB78C0064211}" dt="2022-11-18T10:17:22.012" v="844" actId="1037"/>
          <ac:spMkLst>
            <pc:docMk/>
            <pc:sldMk cId="2103618214" sldId="9802"/>
            <ac:spMk id="58" creationId="{B6F2A669-6B2D-961F-3C4F-0478009FFEC2}"/>
          </ac:spMkLst>
        </pc:spChg>
        <pc:spChg chg="add mod">
          <ac:chgData name="Robert, David Laurent (DI FA S SUP SPH)" userId="5007a9ee-182f-46ab-bc23-e9de1133d8e0" providerId="ADAL" clId="{00F6E8A5-D663-43E1-BED2-AB78C0064211}" dt="2022-11-18T10:17:22.012" v="844" actId="1037"/>
          <ac:spMkLst>
            <pc:docMk/>
            <pc:sldMk cId="2103618214" sldId="9802"/>
            <ac:spMk id="59" creationId="{147417EA-00FD-780D-AF93-F7CF6DDFFC21}"/>
          </ac:spMkLst>
        </pc:spChg>
        <pc:spChg chg="add mod">
          <ac:chgData name="Robert, David Laurent (DI FA S SUP SPH)" userId="5007a9ee-182f-46ab-bc23-e9de1133d8e0" providerId="ADAL" clId="{00F6E8A5-D663-43E1-BED2-AB78C0064211}" dt="2022-11-18T10:17:22.012" v="844" actId="1037"/>
          <ac:spMkLst>
            <pc:docMk/>
            <pc:sldMk cId="2103618214" sldId="9802"/>
            <ac:spMk id="60" creationId="{FCC06A84-85B9-92A8-6038-BBD177A1AF08}"/>
          </ac:spMkLst>
        </pc:spChg>
        <pc:spChg chg="add mod">
          <ac:chgData name="Robert, David Laurent (DI FA S SUP SPH)" userId="5007a9ee-182f-46ab-bc23-e9de1133d8e0" providerId="ADAL" clId="{00F6E8A5-D663-43E1-BED2-AB78C0064211}" dt="2022-11-18T10:17:22.012" v="844" actId="1037"/>
          <ac:spMkLst>
            <pc:docMk/>
            <pc:sldMk cId="2103618214" sldId="9802"/>
            <ac:spMk id="61" creationId="{C06F76C4-7DD0-1564-0AE8-2617B740EEE1}"/>
          </ac:spMkLst>
        </pc:spChg>
        <pc:spChg chg="add mod">
          <ac:chgData name="Robert, David Laurent (DI FA S SUP SPH)" userId="5007a9ee-182f-46ab-bc23-e9de1133d8e0" providerId="ADAL" clId="{00F6E8A5-D663-43E1-BED2-AB78C0064211}" dt="2022-11-18T10:17:22.012" v="844" actId="1037"/>
          <ac:spMkLst>
            <pc:docMk/>
            <pc:sldMk cId="2103618214" sldId="9802"/>
            <ac:spMk id="62" creationId="{E6D37C40-CB8F-1D46-D02D-D8B9A47B8069}"/>
          </ac:spMkLst>
        </pc:spChg>
        <pc:spChg chg="add mod">
          <ac:chgData name="Robert, David Laurent (DI FA S SUP SPH)" userId="5007a9ee-182f-46ab-bc23-e9de1133d8e0" providerId="ADAL" clId="{00F6E8A5-D663-43E1-BED2-AB78C0064211}" dt="2022-11-18T10:17:22.012" v="844" actId="1037"/>
          <ac:spMkLst>
            <pc:docMk/>
            <pc:sldMk cId="2103618214" sldId="9802"/>
            <ac:spMk id="63" creationId="{7A827A59-10CD-7349-EFF1-963E766105BF}"/>
          </ac:spMkLst>
        </pc:spChg>
        <pc:spChg chg="add mod">
          <ac:chgData name="Robert, David Laurent (DI FA S SUP SPH)" userId="5007a9ee-182f-46ab-bc23-e9de1133d8e0" providerId="ADAL" clId="{00F6E8A5-D663-43E1-BED2-AB78C0064211}" dt="2022-11-18T10:17:22.012" v="844" actId="1037"/>
          <ac:spMkLst>
            <pc:docMk/>
            <pc:sldMk cId="2103618214" sldId="9802"/>
            <ac:spMk id="64" creationId="{2D169CFB-731F-B6C9-B820-82F813B083B5}"/>
          </ac:spMkLst>
        </pc:spChg>
        <pc:spChg chg="mod">
          <ac:chgData name="Robert, David Laurent (DI FA S SUP SPH)" userId="5007a9ee-182f-46ab-bc23-e9de1133d8e0" providerId="ADAL" clId="{00F6E8A5-D663-43E1-BED2-AB78C0064211}" dt="2022-11-18T10:17:22.012" v="844" actId="1037"/>
          <ac:spMkLst>
            <pc:docMk/>
            <pc:sldMk cId="2103618214" sldId="9802"/>
            <ac:spMk id="66" creationId="{664173EC-BAEB-4DB5-FA93-72449742346A}"/>
          </ac:spMkLst>
        </pc:spChg>
        <pc:spChg chg="mod">
          <ac:chgData name="Robert, David Laurent (DI FA S SUP SPH)" userId="5007a9ee-182f-46ab-bc23-e9de1133d8e0" providerId="ADAL" clId="{00F6E8A5-D663-43E1-BED2-AB78C0064211}" dt="2022-11-18T10:17:22.012" v="844" actId="1037"/>
          <ac:spMkLst>
            <pc:docMk/>
            <pc:sldMk cId="2103618214" sldId="9802"/>
            <ac:spMk id="67" creationId="{BFB36A9F-5ACA-8309-2105-28BEF2261E8F}"/>
          </ac:spMkLst>
        </pc:spChg>
        <pc:spChg chg="mod">
          <ac:chgData name="Robert, David Laurent (DI FA S SUP SPH)" userId="5007a9ee-182f-46ab-bc23-e9de1133d8e0" providerId="ADAL" clId="{00F6E8A5-D663-43E1-BED2-AB78C0064211}" dt="2022-11-18T10:17:22.012" v="844" actId="1037"/>
          <ac:spMkLst>
            <pc:docMk/>
            <pc:sldMk cId="2103618214" sldId="9802"/>
            <ac:spMk id="72" creationId="{7A63C36A-F90E-D37A-AF5F-8E562E95FE22}"/>
          </ac:spMkLst>
        </pc:spChg>
        <pc:spChg chg="mod">
          <ac:chgData name="Robert, David Laurent (DI FA S SUP SPH)" userId="5007a9ee-182f-46ab-bc23-e9de1133d8e0" providerId="ADAL" clId="{00F6E8A5-D663-43E1-BED2-AB78C0064211}" dt="2022-11-18T10:17:22.012" v="844" actId="1037"/>
          <ac:spMkLst>
            <pc:docMk/>
            <pc:sldMk cId="2103618214" sldId="9802"/>
            <ac:spMk id="73" creationId="{E5D5B857-7BC3-AADB-E29A-42FD11682908}"/>
          </ac:spMkLst>
        </pc:spChg>
        <pc:spChg chg="add mod">
          <ac:chgData name="Robert, David Laurent (DI FA S SUP SPH)" userId="5007a9ee-182f-46ab-bc23-e9de1133d8e0" providerId="ADAL" clId="{00F6E8A5-D663-43E1-BED2-AB78C0064211}" dt="2022-11-18T10:17:22.012" v="844" actId="1037"/>
          <ac:spMkLst>
            <pc:docMk/>
            <pc:sldMk cId="2103618214" sldId="9802"/>
            <ac:spMk id="84" creationId="{FF1E4307-BAEC-2F54-700B-924DC44E1DB4}"/>
          </ac:spMkLst>
        </pc:spChg>
        <pc:spChg chg="mod">
          <ac:chgData name="Robert, David Laurent (DI FA S SUP SPH)" userId="5007a9ee-182f-46ab-bc23-e9de1133d8e0" providerId="ADAL" clId="{00F6E8A5-D663-43E1-BED2-AB78C0064211}" dt="2022-11-18T10:17:22.012" v="844" actId="1037"/>
          <ac:spMkLst>
            <pc:docMk/>
            <pc:sldMk cId="2103618214" sldId="9802"/>
            <ac:spMk id="87" creationId="{65940F67-68F7-50E6-B9EE-0A1C3147B6DC}"/>
          </ac:spMkLst>
        </pc:spChg>
        <pc:spChg chg="mod">
          <ac:chgData name="Robert, David Laurent (DI FA S SUP SPH)" userId="5007a9ee-182f-46ab-bc23-e9de1133d8e0" providerId="ADAL" clId="{00F6E8A5-D663-43E1-BED2-AB78C0064211}" dt="2022-11-18T10:17:22.012" v="844" actId="1037"/>
          <ac:spMkLst>
            <pc:docMk/>
            <pc:sldMk cId="2103618214" sldId="9802"/>
            <ac:spMk id="88" creationId="{6112B5EE-D8DD-261F-8BF8-8EB10E449045}"/>
          </ac:spMkLst>
        </pc:spChg>
        <pc:spChg chg="mod">
          <ac:chgData name="Robert, David Laurent (DI FA S SUP SPH)" userId="5007a9ee-182f-46ab-bc23-e9de1133d8e0" providerId="ADAL" clId="{00F6E8A5-D663-43E1-BED2-AB78C0064211}" dt="2022-11-18T10:17:22.012" v="844" actId="1037"/>
          <ac:spMkLst>
            <pc:docMk/>
            <pc:sldMk cId="2103618214" sldId="9802"/>
            <ac:spMk id="93" creationId="{39FE8AF6-6163-6C00-F844-1CCF614D9A2A}"/>
          </ac:spMkLst>
        </pc:spChg>
        <pc:spChg chg="mod">
          <ac:chgData name="Robert, David Laurent (DI FA S SUP SPH)" userId="5007a9ee-182f-46ab-bc23-e9de1133d8e0" providerId="ADAL" clId="{00F6E8A5-D663-43E1-BED2-AB78C0064211}" dt="2022-11-18T10:17:22.012" v="844" actId="1037"/>
          <ac:spMkLst>
            <pc:docMk/>
            <pc:sldMk cId="2103618214" sldId="9802"/>
            <ac:spMk id="94" creationId="{BEB86077-1D6D-E81E-BCB1-D85AD3551CA7}"/>
          </ac:spMkLst>
        </pc:spChg>
        <pc:spChg chg="add mod">
          <ac:chgData name="Robert, David Laurent (DI FA S SUP SPH)" userId="5007a9ee-182f-46ab-bc23-e9de1133d8e0" providerId="ADAL" clId="{00F6E8A5-D663-43E1-BED2-AB78C0064211}" dt="2022-11-18T10:17:22.012" v="844" actId="1037"/>
          <ac:spMkLst>
            <pc:docMk/>
            <pc:sldMk cId="2103618214" sldId="9802"/>
            <ac:spMk id="105" creationId="{B2FB0562-DE69-252F-640C-91F1DE5E41C6}"/>
          </ac:spMkLst>
        </pc:spChg>
        <pc:spChg chg="mod">
          <ac:chgData name="Robert, David Laurent (DI FA S SUP SPH)" userId="5007a9ee-182f-46ab-bc23-e9de1133d8e0" providerId="ADAL" clId="{00F6E8A5-D663-43E1-BED2-AB78C0064211}" dt="2022-11-18T10:17:22.012" v="844" actId="1037"/>
          <ac:spMkLst>
            <pc:docMk/>
            <pc:sldMk cId="2103618214" sldId="9802"/>
            <ac:spMk id="108" creationId="{06BD1883-3A97-6C47-A62F-CCDE47C465C8}"/>
          </ac:spMkLst>
        </pc:spChg>
        <pc:spChg chg="mod">
          <ac:chgData name="Robert, David Laurent (DI FA S SUP SPH)" userId="5007a9ee-182f-46ab-bc23-e9de1133d8e0" providerId="ADAL" clId="{00F6E8A5-D663-43E1-BED2-AB78C0064211}" dt="2022-11-18T10:17:22.012" v="844" actId="1037"/>
          <ac:spMkLst>
            <pc:docMk/>
            <pc:sldMk cId="2103618214" sldId="9802"/>
            <ac:spMk id="109" creationId="{C608350B-B5A1-6FB8-BF69-80B1A8653317}"/>
          </ac:spMkLst>
        </pc:spChg>
        <pc:spChg chg="mod">
          <ac:chgData name="Robert, David Laurent (DI FA S SUP SPH)" userId="5007a9ee-182f-46ab-bc23-e9de1133d8e0" providerId="ADAL" clId="{00F6E8A5-D663-43E1-BED2-AB78C0064211}" dt="2022-11-18T10:17:22.012" v="844" actId="1037"/>
          <ac:spMkLst>
            <pc:docMk/>
            <pc:sldMk cId="2103618214" sldId="9802"/>
            <ac:spMk id="111" creationId="{E2293191-7AFB-FDD4-D1DF-26CFFA2CCC0C}"/>
          </ac:spMkLst>
        </pc:spChg>
        <pc:spChg chg="mod">
          <ac:chgData name="Robert, David Laurent (DI FA S SUP SPH)" userId="5007a9ee-182f-46ab-bc23-e9de1133d8e0" providerId="ADAL" clId="{00F6E8A5-D663-43E1-BED2-AB78C0064211}" dt="2022-11-18T10:17:22.012" v="844" actId="1037"/>
          <ac:spMkLst>
            <pc:docMk/>
            <pc:sldMk cId="2103618214" sldId="9802"/>
            <ac:spMk id="112" creationId="{4404C1F4-48CB-D607-A00E-4446BAC762D4}"/>
          </ac:spMkLst>
        </pc:spChg>
        <pc:spChg chg="add mod">
          <ac:chgData name="Robert, David Laurent (DI FA S SUP SPH)" userId="5007a9ee-182f-46ab-bc23-e9de1133d8e0" providerId="ADAL" clId="{00F6E8A5-D663-43E1-BED2-AB78C0064211}" dt="2022-11-18T10:17:22.012" v="844" actId="1037"/>
          <ac:spMkLst>
            <pc:docMk/>
            <pc:sldMk cId="2103618214" sldId="9802"/>
            <ac:spMk id="113" creationId="{7924693B-2380-4301-A34E-8FD17D4E3964}"/>
          </ac:spMkLst>
        </pc:spChg>
        <pc:spChg chg="add mod">
          <ac:chgData name="Robert, David Laurent (DI FA S SUP SPH)" userId="5007a9ee-182f-46ab-bc23-e9de1133d8e0" providerId="ADAL" clId="{00F6E8A5-D663-43E1-BED2-AB78C0064211}" dt="2022-11-18T10:17:22.012" v="844" actId="1037"/>
          <ac:spMkLst>
            <pc:docMk/>
            <pc:sldMk cId="2103618214" sldId="9802"/>
            <ac:spMk id="114" creationId="{E4A29DC3-5F7A-F440-C811-025479D48BFF}"/>
          </ac:spMkLst>
        </pc:spChg>
        <pc:spChg chg="add mod">
          <ac:chgData name="Robert, David Laurent (DI FA S SUP SPH)" userId="5007a9ee-182f-46ab-bc23-e9de1133d8e0" providerId="ADAL" clId="{00F6E8A5-D663-43E1-BED2-AB78C0064211}" dt="2022-11-18T10:17:30.881" v="846" actId="1076"/>
          <ac:spMkLst>
            <pc:docMk/>
            <pc:sldMk cId="2103618214" sldId="9802"/>
            <ac:spMk id="115" creationId="{1C2A9127-F76A-207A-1529-B6EB61B5AF7C}"/>
          </ac:spMkLst>
        </pc:spChg>
        <pc:spChg chg="add mod">
          <ac:chgData name="Robert, David Laurent (DI FA S SUP SPH)" userId="5007a9ee-182f-46ab-bc23-e9de1133d8e0" providerId="ADAL" clId="{00F6E8A5-D663-43E1-BED2-AB78C0064211}" dt="2022-11-18T10:17:56.055" v="852" actId="1076"/>
          <ac:spMkLst>
            <pc:docMk/>
            <pc:sldMk cId="2103618214" sldId="9802"/>
            <ac:spMk id="116" creationId="{A482FF9C-2A0F-AB39-FE03-C4647754B6D2}"/>
          </ac:spMkLst>
        </pc:spChg>
        <pc:grpChg chg="add mod">
          <ac:chgData name="Robert, David Laurent (DI FA S SUP SPH)" userId="5007a9ee-182f-46ab-bc23-e9de1133d8e0" providerId="ADAL" clId="{00F6E8A5-D663-43E1-BED2-AB78C0064211}" dt="2022-11-18T10:17:18.082" v="838" actId="1037"/>
          <ac:grpSpMkLst>
            <pc:docMk/>
            <pc:sldMk cId="2103618214" sldId="9802"/>
            <ac:grpSpMk id="33" creationId="{EDD4C29D-C2BB-AD11-2705-DC8F7CA2E4F0}"/>
          </ac:grpSpMkLst>
        </pc:grpChg>
        <pc:grpChg chg="add mod">
          <ac:chgData name="Robert, David Laurent (DI FA S SUP SPH)" userId="5007a9ee-182f-46ab-bc23-e9de1133d8e0" providerId="ADAL" clId="{00F6E8A5-D663-43E1-BED2-AB78C0064211}" dt="2022-11-18T10:17:18.082" v="838" actId="1037"/>
          <ac:grpSpMkLst>
            <pc:docMk/>
            <pc:sldMk cId="2103618214" sldId="9802"/>
            <ac:grpSpMk id="36" creationId="{94FE8A95-9826-3D4A-0535-251AAB465290}"/>
          </ac:grpSpMkLst>
        </pc:grpChg>
        <pc:grpChg chg="add del mod">
          <ac:chgData name="Robert, David Laurent (DI FA S SUP SPH)" userId="5007a9ee-182f-46ab-bc23-e9de1133d8e0" providerId="ADAL" clId="{00F6E8A5-D663-43E1-BED2-AB78C0064211}" dt="2022-11-18T10:11:01.902" v="684" actId="478"/>
          <ac:grpSpMkLst>
            <pc:docMk/>
            <pc:sldMk cId="2103618214" sldId="9802"/>
            <ac:grpSpMk id="39" creationId="{77A79ABE-A34D-D54F-4C94-B71A82AD6AB7}"/>
          </ac:grpSpMkLst>
        </pc:grpChg>
        <pc:grpChg chg="add mod">
          <ac:chgData name="Robert, David Laurent (DI FA S SUP SPH)" userId="5007a9ee-182f-46ab-bc23-e9de1133d8e0" providerId="ADAL" clId="{00F6E8A5-D663-43E1-BED2-AB78C0064211}" dt="2022-11-18T10:17:18.082" v="838" actId="1037"/>
          <ac:grpSpMkLst>
            <pc:docMk/>
            <pc:sldMk cId="2103618214" sldId="9802"/>
            <ac:grpSpMk id="47" creationId="{A85C4FBC-670A-E313-9EF5-8C4E3FF73E11}"/>
          </ac:grpSpMkLst>
        </pc:grpChg>
        <pc:grpChg chg="add mod">
          <ac:chgData name="Robert, David Laurent (DI FA S SUP SPH)" userId="5007a9ee-182f-46ab-bc23-e9de1133d8e0" providerId="ADAL" clId="{00F6E8A5-D663-43E1-BED2-AB78C0064211}" dt="2022-11-18T10:17:18.082" v="838" actId="1037"/>
          <ac:grpSpMkLst>
            <pc:docMk/>
            <pc:sldMk cId="2103618214" sldId="9802"/>
            <ac:grpSpMk id="52" creationId="{3B23A991-208D-2569-13A2-228D5CABF127}"/>
          </ac:grpSpMkLst>
        </pc:grpChg>
        <pc:grpChg chg="add mod">
          <ac:chgData name="Robert, David Laurent (DI FA S SUP SPH)" userId="5007a9ee-182f-46ab-bc23-e9de1133d8e0" providerId="ADAL" clId="{00F6E8A5-D663-43E1-BED2-AB78C0064211}" dt="2022-11-18T10:17:22.012" v="844" actId="1037"/>
          <ac:grpSpMkLst>
            <pc:docMk/>
            <pc:sldMk cId="2103618214" sldId="9802"/>
            <ac:grpSpMk id="65" creationId="{EE2D0648-2BD4-1BE7-0B53-9D1F9C9DFB3B}"/>
          </ac:grpSpMkLst>
        </pc:grpChg>
        <pc:grpChg chg="mod">
          <ac:chgData name="Robert, David Laurent (DI FA S SUP SPH)" userId="5007a9ee-182f-46ab-bc23-e9de1133d8e0" providerId="ADAL" clId="{00F6E8A5-D663-43E1-BED2-AB78C0064211}" dt="2022-11-18T10:17:22.012" v="844" actId="1037"/>
          <ac:grpSpMkLst>
            <pc:docMk/>
            <pc:sldMk cId="2103618214" sldId="9802"/>
            <ac:grpSpMk id="68" creationId="{BC683620-47FC-B757-3502-D96D67B184C3}"/>
          </ac:grpSpMkLst>
        </pc:grpChg>
        <pc:grpChg chg="mod">
          <ac:chgData name="Robert, David Laurent (DI FA S SUP SPH)" userId="5007a9ee-182f-46ab-bc23-e9de1133d8e0" providerId="ADAL" clId="{00F6E8A5-D663-43E1-BED2-AB78C0064211}" dt="2022-11-18T10:17:22.012" v="844" actId="1037"/>
          <ac:grpSpMkLst>
            <pc:docMk/>
            <pc:sldMk cId="2103618214" sldId="9802"/>
            <ac:grpSpMk id="69" creationId="{998214DB-09EF-BF61-4508-EB50F0F62D21}"/>
          </ac:grpSpMkLst>
        </pc:grpChg>
        <pc:grpChg chg="mod">
          <ac:chgData name="Robert, David Laurent (DI FA S SUP SPH)" userId="5007a9ee-182f-46ab-bc23-e9de1133d8e0" providerId="ADAL" clId="{00F6E8A5-D663-43E1-BED2-AB78C0064211}" dt="2022-11-18T10:17:22.012" v="844" actId="1037"/>
          <ac:grpSpMkLst>
            <pc:docMk/>
            <pc:sldMk cId="2103618214" sldId="9802"/>
            <ac:grpSpMk id="70" creationId="{9CD58E72-2930-288F-3A02-097245ED1D27}"/>
          </ac:grpSpMkLst>
        </pc:grpChg>
        <pc:grpChg chg="add mod">
          <ac:chgData name="Robert, David Laurent (DI FA S SUP SPH)" userId="5007a9ee-182f-46ab-bc23-e9de1133d8e0" providerId="ADAL" clId="{00F6E8A5-D663-43E1-BED2-AB78C0064211}" dt="2022-11-18T10:17:22.012" v="844" actId="1037"/>
          <ac:grpSpMkLst>
            <pc:docMk/>
            <pc:sldMk cId="2103618214" sldId="9802"/>
            <ac:grpSpMk id="86" creationId="{DF45DFE1-FCCB-FFA6-D5F7-6311DA48140A}"/>
          </ac:grpSpMkLst>
        </pc:grpChg>
        <pc:grpChg chg="mod">
          <ac:chgData name="Robert, David Laurent (DI FA S SUP SPH)" userId="5007a9ee-182f-46ab-bc23-e9de1133d8e0" providerId="ADAL" clId="{00F6E8A5-D663-43E1-BED2-AB78C0064211}" dt="2022-11-18T10:17:22.012" v="844" actId="1037"/>
          <ac:grpSpMkLst>
            <pc:docMk/>
            <pc:sldMk cId="2103618214" sldId="9802"/>
            <ac:grpSpMk id="89" creationId="{F87A55BC-CFF3-DB73-0D00-165CB279299D}"/>
          </ac:grpSpMkLst>
        </pc:grpChg>
        <pc:grpChg chg="mod">
          <ac:chgData name="Robert, David Laurent (DI FA S SUP SPH)" userId="5007a9ee-182f-46ab-bc23-e9de1133d8e0" providerId="ADAL" clId="{00F6E8A5-D663-43E1-BED2-AB78C0064211}" dt="2022-11-18T10:17:22.012" v="844" actId="1037"/>
          <ac:grpSpMkLst>
            <pc:docMk/>
            <pc:sldMk cId="2103618214" sldId="9802"/>
            <ac:grpSpMk id="90" creationId="{BC36ADA0-4D39-110D-343E-E57569A2C095}"/>
          </ac:grpSpMkLst>
        </pc:grpChg>
        <pc:grpChg chg="mod">
          <ac:chgData name="Robert, David Laurent (DI FA S SUP SPH)" userId="5007a9ee-182f-46ab-bc23-e9de1133d8e0" providerId="ADAL" clId="{00F6E8A5-D663-43E1-BED2-AB78C0064211}" dt="2022-11-18T10:17:22.012" v="844" actId="1037"/>
          <ac:grpSpMkLst>
            <pc:docMk/>
            <pc:sldMk cId="2103618214" sldId="9802"/>
            <ac:grpSpMk id="91" creationId="{C8842074-1162-365B-9E48-DF9C06C5E00E}"/>
          </ac:grpSpMkLst>
        </pc:grpChg>
        <pc:grpChg chg="add mod">
          <ac:chgData name="Robert, David Laurent (DI FA S SUP SPH)" userId="5007a9ee-182f-46ab-bc23-e9de1133d8e0" providerId="ADAL" clId="{00F6E8A5-D663-43E1-BED2-AB78C0064211}" dt="2022-11-18T10:17:22.012" v="844" actId="1037"/>
          <ac:grpSpMkLst>
            <pc:docMk/>
            <pc:sldMk cId="2103618214" sldId="9802"/>
            <ac:grpSpMk id="107" creationId="{51B1347B-B424-CBF3-4D00-568FFAFC57D3}"/>
          </ac:grpSpMkLst>
        </pc:grpChg>
        <pc:grpChg chg="add mod">
          <ac:chgData name="Robert, David Laurent (DI FA S SUP SPH)" userId="5007a9ee-182f-46ab-bc23-e9de1133d8e0" providerId="ADAL" clId="{00F6E8A5-D663-43E1-BED2-AB78C0064211}" dt="2022-11-18T10:17:22.012" v="844" actId="1037"/>
          <ac:grpSpMkLst>
            <pc:docMk/>
            <pc:sldMk cId="2103618214" sldId="9802"/>
            <ac:grpSpMk id="110" creationId="{13204411-0564-B821-E9DD-87B20CE20A1C}"/>
          </ac:grpSpMkLst>
        </pc:grpChg>
        <pc:picChg chg="add mod">
          <ac:chgData name="Robert, David Laurent (DI FA S SUP SPH)" userId="5007a9ee-182f-46ab-bc23-e9de1133d8e0" providerId="ADAL" clId="{00F6E8A5-D663-43E1-BED2-AB78C0064211}" dt="2022-11-18T10:17:18.082" v="838" actId="1037"/>
          <ac:picMkLst>
            <pc:docMk/>
            <pc:sldMk cId="2103618214" sldId="9802"/>
            <ac:picMk id="14" creationId="{059B808B-C7D6-23B3-0D55-3A2C28A986B3}"/>
          </ac:picMkLst>
        </pc:picChg>
        <pc:picChg chg="add mod">
          <ac:chgData name="Robert, David Laurent (DI FA S SUP SPH)" userId="5007a9ee-182f-46ab-bc23-e9de1133d8e0" providerId="ADAL" clId="{00F6E8A5-D663-43E1-BED2-AB78C0064211}" dt="2022-11-18T10:17:18.082" v="838" actId="1037"/>
          <ac:picMkLst>
            <pc:docMk/>
            <pc:sldMk cId="2103618214" sldId="9802"/>
            <ac:picMk id="15" creationId="{25425F36-B6D9-3124-2D3F-EB577D634773}"/>
          </ac:picMkLst>
        </pc:picChg>
        <pc:picChg chg="add mod">
          <ac:chgData name="Robert, David Laurent (DI FA S SUP SPH)" userId="5007a9ee-182f-46ab-bc23-e9de1133d8e0" providerId="ADAL" clId="{00F6E8A5-D663-43E1-BED2-AB78C0064211}" dt="2022-11-18T10:17:18.082" v="838" actId="1037"/>
          <ac:picMkLst>
            <pc:docMk/>
            <pc:sldMk cId="2103618214" sldId="9802"/>
            <ac:picMk id="18" creationId="{6C69F15D-DB75-E71D-D2C0-401DEC62760B}"/>
          </ac:picMkLst>
        </pc:picChg>
        <pc:picChg chg="add mod">
          <ac:chgData name="Robert, David Laurent (DI FA S SUP SPH)" userId="5007a9ee-182f-46ab-bc23-e9de1133d8e0" providerId="ADAL" clId="{00F6E8A5-D663-43E1-BED2-AB78C0064211}" dt="2022-11-18T10:17:18.082" v="838" actId="1037"/>
          <ac:picMkLst>
            <pc:docMk/>
            <pc:sldMk cId="2103618214" sldId="9802"/>
            <ac:picMk id="19" creationId="{68C11C62-B650-8F1C-FAAC-F15567F9C339}"/>
          </ac:picMkLst>
        </pc:picChg>
        <pc:picChg chg="add mod">
          <ac:chgData name="Robert, David Laurent (DI FA S SUP SPH)" userId="5007a9ee-182f-46ab-bc23-e9de1133d8e0" providerId="ADAL" clId="{00F6E8A5-D663-43E1-BED2-AB78C0064211}" dt="2022-11-18T10:17:18.082" v="838" actId="1037"/>
          <ac:picMkLst>
            <pc:docMk/>
            <pc:sldMk cId="2103618214" sldId="9802"/>
            <ac:picMk id="20" creationId="{781D556B-5DD6-F344-F101-C0FB67D9BBB5}"/>
          </ac:picMkLst>
        </pc:picChg>
        <pc:picChg chg="add mod">
          <ac:chgData name="Robert, David Laurent (DI FA S SUP SPH)" userId="5007a9ee-182f-46ab-bc23-e9de1133d8e0" providerId="ADAL" clId="{00F6E8A5-D663-43E1-BED2-AB78C0064211}" dt="2022-11-18T10:17:18.082" v="838" actId="1037"/>
          <ac:picMkLst>
            <pc:docMk/>
            <pc:sldMk cId="2103618214" sldId="9802"/>
            <ac:picMk id="26" creationId="{C1974DA5-40C5-5474-6235-26CD491170D5}"/>
          </ac:picMkLst>
        </pc:picChg>
        <pc:picChg chg="add mod">
          <ac:chgData name="Robert, David Laurent (DI FA S SUP SPH)" userId="5007a9ee-182f-46ab-bc23-e9de1133d8e0" providerId="ADAL" clId="{00F6E8A5-D663-43E1-BED2-AB78C0064211}" dt="2022-11-18T10:17:18.082" v="838" actId="1037"/>
          <ac:picMkLst>
            <pc:docMk/>
            <pc:sldMk cId="2103618214" sldId="9802"/>
            <ac:picMk id="27" creationId="{5DEBB32B-EF41-E526-6C75-F626666111F5}"/>
          </ac:picMkLst>
        </pc:picChg>
        <pc:picChg chg="mod">
          <ac:chgData name="Robert, David Laurent (DI FA S SUP SPH)" userId="5007a9ee-182f-46ab-bc23-e9de1133d8e0" providerId="ADAL" clId="{00F6E8A5-D663-43E1-BED2-AB78C0064211}" dt="2022-11-18T10:17:22.012" v="844" actId="1037"/>
          <ac:picMkLst>
            <pc:docMk/>
            <pc:sldMk cId="2103618214" sldId="9802"/>
            <ac:picMk id="71" creationId="{88FE9721-EE8E-60A8-CC0E-062B0111C1BE}"/>
          </ac:picMkLst>
        </pc:picChg>
        <pc:picChg chg="mod">
          <ac:chgData name="Robert, David Laurent (DI FA S SUP SPH)" userId="5007a9ee-182f-46ab-bc23-e9de1133d8e0" providerId="ADAL" clId="{00F6E8A5-D663-43E1-BED2-AB78C0064211}" dt="2022-11-18T10:17:22.012" v="844" actId="1037"/>
          <ac:picMkLst>
            <pc:docMk/>
            <pc:sldMk cId="2103618214" sldId="9802"/>
            <ac:picMk id="74" creationId="{9CF452CF-2E39-C0BD-8475-E9C20CCE7787}"/>
          </ac:picMkLst>
        </pc:picChg>
        <pc:picChg chg="mod">
          <ac:chgData name="Robert, David Laurent (DI FA S SUP SPH)" userId="5007a9ee-182f-46ab-bc23-e9de1133d8e0" providerId="ADAL" clId="{00F6E8A5-D663-43E1-BED2-AB78C0064211}" dt="2022-11-18T10:17:22.012" v="844" actId="1037"/>
          <ac:picMkLst>
            <pc:docMk/>
            <pc:sldMk cId="2103618214" sldId="9802"/>
            <ac:picMk id="75" creationId="{3261C25F-7AEC-B771-F765-EDB6215A357C}"/>
          </ac:picMkLst>
        </pc:picChg>
        <pc:picChg chg="mod">
          <ac:chgData name="Robert, David Laurent (DI FA S SUP SPH)" userId="5007a9ee-182f-46ab-bc23-e9de1133d8e0" providerId="ADAL" clId="{00F6E8A5-D663-43E1-BED2-AB78C0064211}" dt="2022-11-18T10:17:22.012" v="844" actId="1037"/>
          <ac:picMkLst>
            <pc:docMk/>
            <pc:sldMk cId="2103618214" sldId="9802"/>
            <ac:picMk id="76" creationId="{053820A2-7CC0-B6D8-7670-E8A5D823F6E3}"/>
          </ac:picMkLst>
        </pc:picChg>
        <pc:picChg chg="mod">
          <ac:chgData name="Robert, David Laurent (DI FA S SUP SPH)" userId="5007a9ee-182f-46ab-bc23-e9de1133d8e0" providerId="ADAL" clId="{00F6E8A5-D663-43E1-BED2-AB78C0064211}" dt="2022-11-18T10:17:22.012" v="844" actId="1037"/>
          <ac:picMkLst>
            <pc:docMk/>
            <pc:sldMk cId="2103618214" sldId="9802"/>
            <ac:picMk id="77" creationId="{1C0B3157-DBFA-7A50-4E9B-B7DD3297010F}"/>
          </ac:picMkLst>
        </pc:picChg>
        <pc:picChg chg="mod">
          <ac:chgData name="Robert, David Laurent (DI FA S SUP SPH)" userId="5007a9ee-182f-46ab-bc23-e9de1133d8e0" providerId="ADAL" clId="{00F6E8A5-D663-43E1-BED2-AB78C0064211}" dt="2022-11-18T10:17:22.012" v="844" actId="1037"/>
          <ac:picMkLst>
            <pc:docMk/>
            <pc:sldMk cId="2103618214" sldId="9802"/>
            <ac:picMk id="78" creationId="{B98ACD5A-31C0-5CD6-46C8-56C78D6A4E50}"/>
          </ac:picMkLst>
        </pc:picChg>
        <pc:picChg chg="mod">
          <ac:chgData name="Robert, David Laurent (DI FA S SUP SPH)" userId="5007a9ee-182f-46ab-bc23-e9de1133d8e0" providerId="ADAL" clId="{00F6E8A5-D663-43E1-BED2-AB78C0064211}" dt="2022-11-18T10:17:22.012" v="844" actId="1037"/>
          <ac:picMkLst>
            <pc:docMk/>
            <pc:sldMk cId="2103618214" sldId="9802"/>
            <ac:picMk id="79" creationId="{537AA200-616C-BAAA-1A54-D6AF584DDA73}"/>
          </ac:picMkLst>
        </pc:picChg>
        <pc:picChg chg="add mod">
          <ac:chgData name="Robert, David Laurent (DI FA S SUP SPH)" userId="5007a9ee-182f-46ab-bc23-e9de1133d8e0" providerId="ADAL" clId="{00F6E8A5-D663-43E1-BED2-AB78C0064211}" dt="2022-11-18T10:17:22.012" v="844" actId="1037"/>
          <ac:picMkLst>
            <pc:docMk/>
            <pc:sldMk cId="2103618214" sldId="9802"/>
            <ac:picMk id="82" creationId="{615BE52E-1213-2EE6-8334-56FAF7E21ED6}"/>
          </ac:picMkLst>
        </pc:picChg>
        <pc:picChg chg="add mod">
          <ac:chgData name="Robert, David Laurent (DI FA S SUP SPH)" userId="5007a9ee-182f-46ab-bc23-e9de1133d8e0" providerId="ADAL" clId="{00F6E8A5-D663-43E1-BED2-AB78C0064211}" dt="2022-11-18T10:17:22.012" v="844" actId="1037"/>
          <ac:picMkLst>
            <pc:docMk/>
            <pc:sldMk cId="2103618214" sldId="9802"/>
            <ac:picMk id="85" creationId="{792CA88B-C1B7-5E19-39DE-B3F4E4A5B7BF}"/>
          </ac:picMkLst>
        </pc:picChg>
        <pc:picChg chg="mod">
          <ac:chgData name="Robert, David Laurent (DI FA S SUP SPH)" userId="5007a9ee-182f-46ab-bc23-e9de1133d8e0" providerId="ADAL" clId="{00F6E8A5-D663-43E1-BED2-AB78C0064211}" dt="2022-11-18T10:17:22.012" v="844" actId="1037"/>
          <ac:picMkLst>
            <pc:docMk/>
            <pc:sldMk cId="2103618214" sldId="9802"/>
            <ac:picMk id="92" creationId="{07AE77B2-062F-A3BD-E672-BF7F8AB34222}"/>
          </ac:picMkLst>
        </pc:picChg>
        <pc:picChg chg="mod">
          <ac:chgData name="Robert, David Laurent (DI FA S SUP SPH)" userId="5007a9ee-182f-46ab-bc23-e9de1133d8e0" providerId="ADAL" clId="{00F6E8A5-D663-43E1-BED2-AB78C0064211}" dt="2022-11-18T10:17:22.012" v="844" actId="1037"/>
          <ac:picMkLst>
            <pc:docMk/>
            <pc:sldMk cId="2103618214" sldId="9802"/>
            <ac:picMk id="95" creationId="{173005FA-FEC5-310B-93C2-8F41A80F4B03}"/>
          </ac:picMkLst>
        </pc:picChg>
        <pc:picChg chg="mod">
          <ac:chgData name="Robert, David Laurent (DI FA S SUP SPH)" userId="5007a9ee-182f-46ab-bc23-e9de1133d8e0" providerId="ADAL" clId="{00F6E8A5-D663-43E1-BED2-AB78C0064211}" dt="2022-11-18T10:17:22.012" v="844" actId="1037"/>
          <ac:picMkLst>
            <pc:docMk/>
            <pc:sldMk cId="2103618214" sldId="9802"/>
            <ac:picMk id="96" creationId="{02D47EEB-629B-0984-85E5-B708DCB1437C}"/>
          </ac:picMkLst>
        </pc:picChg>
        <pc:picChg chg="mod">
          <ac:chgData name="Robert, David Laurent (DI FA S SUP SPH)" userId="5007a9ee-182f-46ab-bc23-e9de1133d8e0" providerId="ADAL" clId="{00F6E8A5-D663-43E1-BED2-AB78C0064211}" dt="2022-11-18T10:17:22.012" v="844" actId="1037"/>
          <ac:picMkLst>
            <pc:docMk/>
            <pc:sldMk cId="2103618214" sldId="9802"/>
            <ac:picMk id="97" creationId="{1E220B27-A2E3-A303-796E-965355BC3A43}"/>
          </ac:picMkLst>
        </pc:picChg>
        <pc:picChg chg="mod">
          <ac:chgData name="Robert, David Laurent (DI FA S SUP SPH)" userId="5007a9ee-182f-46ab-bc23-e9de1133d8e0" providerId="ADAL" clId="{00F6E8A5-D663-43E1-BED2-AB78C0064211}" dt="2022-11-18T10:17:22.012" v="844" actId="1037"/>
          <ac:picMkLst>
            <pc:docMk/>
            <pc:sldMk cId="2103618214" sldId="9802"/>
            <ac:picMk id="98" creationId="{F09C8DFB-B31B-96E9-3BA2-ED12311726B5}"/>
          </ac:picMkLst>
        </pc:picChg>
        <pc:picChg chg="mod">
          <ac:chgData name="Robert, David Laurent (DI FA S SUP SPH)" userId="5007a9ee-182f-46ab-bc23-e9de1133d8e0" providerId="ADAL" clId="{00F6E8A5-D663-43E1-BED2-AB78C0064211}" dt="2022-11-18T10:17:22.012" v="844" actId="1037"/>
          <ac:picMkLst>
            <pc:docMk/>
            <pc:sldMk cId="2103618214" sldId="9802"/>
            <ac:picMk id="99" creationId="{31FE3785-66E4-5AB9-D207-9DDCBE183A8B}"/>
          </ac:picMkLst>
        </pc:picChg>
        <pc:picChg chg="mod">
          <ac:chgData name="Robert, David Laurent (DI FA S SUP SPH)" userId="5007a9ee-182f-46ab-bc23-e9de1133d8e0" providerId="ADAL" clId="{00F6E8A5-D663-43E1-BED2-AB78C0064211}" dt="2022-11-18T10:17:22.012" v="844" actId="1037"/>
          <ac:picMkLst>
            <pc:docMk/>
            <pc:sldMk cId="2103618214" sldId="9802"/>
            <ac:picMk id="100" creationId="{E5FD4D94-ECFA-009A-383B-20C0D167DB82}"/>
          </ac:picMkLst>
        </pc:picChg>
        <pc:picChg chg="add mod">
          <ac:chgData name="Robert, David Laurent (DI FA S SUP SPH)" userId="5007a9ee-182f-46ab-bc23-e9de1133d8e0" providerId="ADAL" clId="{00F6E8A5-D663-43E1-BED2-AB78C0064211}" dt="2022-11-18T10:17:22.012" v="844" actId="1037"/>
          <ac:picMkLst>
            <pc:docMk/>
            <pc:sldMk cId="2103618214" sldId="9802"/>
            <ac:picMk id="103" creationId="{FB43B048-E743-7F21-1E14-A15DADA983BA}"/>
          </ac:picMkLst>
        </pc:picChg>
        <pc:picChg chg="add mod">
          <ac:chgData name="Robert, David Laurent (DI FA S SUP SPH)" userId="5007a9ee-182f-46ab-bc23-e9de1133d8e0" providerId="ADAL" clId="{00F6E8A5-D663-43E1-BED2-AB78C0064211}" dt="2022-11-18T10:17:22.012" v="844" actId="1037"/>
          <ac:picMkLst>
            <pc:docMk/>
            <pc:sldMk cId="2103618214" sldId="9802"/>
            <ac:picMk id="106" creationId="{9AB05CF6-7E0D-D997-7BF5-17E64057046E}"/>
          </ac:picMkLst>
        </pc:picChg>
        <pc:cxnChg chg="add mod">
          <ac:chgData name="Robert, David Laurent (DI FA S SUP SPH)" userId="5007a9ee-182f-46ab-bc23-e9de1133d8e0" providerId="ADAL" clId="{00F6E8A5-D663-43E1-BED2-AB78C0064211}" dt="2022-11-18T10:17:18.082" v="838" actId="1037"/>
          <ac:cxnSpMkLst>
            <pc:docMk/>
            <pc:sldMk cId="2103618214" sldId="9802"/>
            <ac:cxnSpMk id="29" creationId="{7442E7FA-9CBC-C487-5968-3F64251E2D08}"/>
          </ac:cxnSpMkLst>
        </pc:cxnChg>
        <pc:cxnChg chg="add mod">
          <ac:chgData name="Robert, David Laurent (DI FA S SUP SPH)" userId="5007a9ee-182f-46ab-bc23-e9de1133d8e0" providerId="ADAL" clId="{00F6E8A5-D663-43E1-BED2-AB78C0064211}" dt="2022-11-18T10:17:18.082" v="838" actId="1037"/>
          <ac:cxnSpMkLst>
            <pc:docMk/>
            <pc:sldMk cId="2103618214" sldId="9802"/>
            <ac:cxnSpMk id="32" creationId="{2AB406F8-72AE-FC3E-AFF3-B19051173D36}"/>
          </ac:cxnSpMkLst>
        </pc:cxnChg>
        <pc:cxnChg chg="mod">
          <ac:chgData name="Robert, David Laurent (DI FA S SUP SPH)" userId="5007a9ee-182f-46ab-bc23-e9de1133d8e0" providerId="ADAL" clId="{00F6E8A5-D663-43E1-BED2-AB78C0064211}" dt="2022-11-18T10:17:22.012" v="844" actId="1037"/>
          <ac:cxnSpMkLst>
            <pc:docMk/>
            <pc:sldMk cId="2103618214" sldId="9802"/>
            <ac:cxnSpMk id="80" creationId="{5256FED5-10CA-178A-A010-73B548D73D95}"/>
          </ac:cxnSpMkLst>
        </pc:cxnChg>
        <pc:cxnChg chg="mod">
          <ac:chgData name="Robert, David Laurent (DI FA S SUP SPH)" userId="5007a9ee-182f-46ab-bc23-e9de1133d8e0" providerId="ADAL" clId="{00F6E8A5-D663-43E1-BED2-AB78C0064211}" dt="2022-11-18T10:17:22.012" v="844" actId="1037"/>
          <ac:cxnSpMkLst>
            <pc:docMk/>
            <pc:sldMk cId="2103618214" sldId="9802"/>
            <ac:cxnSpMk id="81" creationId="{3DA9D413-2145-5AB2-A29B-DACCB2318892}"/>
          </ac:cxnSpMkLst>
        </pc:cxnChg>
        <pc:cxnChg chg="add mod">
          <ac:chgData name="Robert, David Laurent (DI FA S SUP SPH)" userId="5007a9ee-182f-46ab-bc23-e9de1133d8e0" providerId="ADAL" clId="{00F6E8A5-D663-43E1-BED2-AB78C0064211}" dt="2022-11-18T10:17:22.012" v="844" actId="1037"/>
          <ac:cxnSpMkLst>
            <pc:docMk/>
            <pc:sldMk cId="2103618214" sldId="9802"/>
            <ac:cxnSpMk id="83" creationId="{AAF43E2D-CCD6-9E77-969F-7AF76237BC2B}"/>
          </ac:cxnSpMkLst>
        </pc:cxnChg>
        <pc:cxnChg chg="mod">
          <ac:chgData name="Robert, David Laurent (DI FA S SUP SPH)" userId="5007a9ee-182f-46ab-bc23-e9de1133d8e0" providerId="ADAL" clId="{00F6E8A5-D663-43E1-BED2-AB78C0064211}" dt="2022-11-18T10:17:22.012" v="844" actId="1037"/>
          <ac:cxnSpMkLst>
            <pc:docMk/>
            <pc:sldMk cId="2103618214" sldId="9802"/>
            <ac:cxnSpMk id="101" creationId="{D9ECCD30-6232-F5A3-3E03-113286793B78}"/>
          </ac:cxnSpMkLst>
        </pc:cxnChg>
        <pc:cxnChg chg="mod">
          <ac:chgData name="Robert, David Laurent (DI FA S SUP SPH)" userId="5007a9ee-182f-46ab-bc23-e9de1133d8e0" providerId="ADAL" clId="{00F6E8A5-D663-43E1-BED2-AB78C0064211}" dt="2022-11-18T10:17:22.012" v="844" actId="1037"/>
          <ac:cxnSpMkLst>
            <pc:docMk/>
            <pc:sldMk cId="2103618214" sldId="9802"/>
            <ac:cxnSpMk id="102" creationId="{1B8A4C12-1547-DA10-678D-C129A9273FC7}"/>
          </ac:cxnSpMkLst>
        </pc:cxnChg>
        <pc:cxnChg chg="add mod">
          <ac:chgData name="Robert, David Laurent (DI FA S SUP SPH)" userId="5007a9ee-182f-46ab-bc23-e9de1133d8e0" providerId="ADAL" clId="{00F6E8A5-D663-43E1-BED2-AB78C0064211}" dt="2022-11-18T10:17:22.012" v="844" actId="1037"/>
          <ac:cxnSpMkLst>
            <pc:docMk/>
            <pc:sldMk cId="2103618214" sldId="9802"/>
            <ac:cxnSpMk id="104" creationId="{92950BB1-CC6A-408B-D25E-A82F61649BB5}"/>
          </ac:cxnSpMkLst>
        </pc:cxnChg>
      </pc:sldChg>
    </pc:docChg>
  </pc:docChgLst>
  <pc:docChgLst>
    <pc:chgData name="Macher, Andreas (DI FA CTR PLC PPM)" userId="f1dcac62-7bef-43eb-91f0-927336a1714f" providerId="ADAL" clId="{2BD77424-8DF9-47DD-882B-3CF5330ACF06}"/>
    <pc:docChg chg="undo custSel addSld delSld modSld sldOrd modMainMaster modSection">
      <pc:chgData name="Macher, Andreas (DI FA CTR PLC PPM)" userId="f1dcac62-7bef-43eb-91f0-927336a1714f" providerId="ADAL" clId="{2BD77424-8DF9-47DD-882B-3CF5330ACF06}" dt="2022-05-02T08:19:21.505" v="1768" actId="1076"/>
      <pc:docMkLst>
        <pc:docMk/>
      </pc:docMkLst>
      <pc:sldChg chg="modSp mod">
        <pc:chgData name="Macher, Andreas (DI FA CTR PLC PPM)" userId="f1dcac62-7bef-43eb-91f0-927336a1714f" providerId="ADAL" clId="{2BD77424-8DF9-47DD-882B-3CF5330ACF06}" dt="2022-04-11T14:51:20.568" v="1763" actId="20577"/>
        <pc:sldMkLst>
          <pc:docMk/>
          <pc:sldMk cId="3044083358" sldId="268"/>
        </pc:sldMkLst>
        <pc:spChg chg="mod">
          <ac:chgData name="Macher, Andreas (DI FA CTR PLC PPM)" userId="f1dcac62-7bef-43eb-91f0-927336a1714f" providerId="ADAL" clId="{2BD77424-8DF9-47DD-882B-3CF5330ACF06}" dt="2022-04-11T12:31:59.135" v="1086"/>
          <ac:spMkLst>
            <pc:docMk/>
            <pc:sldMk cId="3044083358" sldId="268"/>
            <ac:spMk id="2" creationId="{7D86EBFB-CE6A-4758-896A-AAD8E1D08CC8}"/>
          </ac:spMkLst>
        </pc:spChg>
        <pc:spChg chg="mod">
          <ac:chgData name="Macher, Andreas (DI FA CTR PLC PPM)" userId="f1dcac62-7bef-43eb-91f0-927336a1714f" providerId="ADAL" clId="{2BD77424-8DF9-47DD-882B-3CF5330ACF06}" dt="2022-04-11T14:51:20.568" v="1763" actId="20577"/>
          <ac:spMkLst>
            <pc:docMk/>
            <pc:sldMk cId="3044083358" sldId="268"/>
            <ac:spMk id="3" creationId="{A8C0B1B3-7902-4A0F-A274-1F5878B8197A}"/>
          </ac:spMkLst>
        </pc:spChg>
      </pc:sldChg>
      <pc:sldChg chg="modSp">
        <pc:chgData name="Macher, Andreas (DI FA CTR PLC PPM)" userId="f1dcac62-7bef-43eb-91f0-927336a1714f" providerId="ADAL" clId="{2BD77424-8DF9-47DD-882B-3CF5330ACF06}" dt="2022-04-11T12:31:59.135" v="1086"/>
        <pc:sldMkLst>
          <pc:docMk/>
          <pc:sldMk cId="1880746461" sldId="271"/>
        </pc:sldMkLst>
        <pc:spChg chg="mod">
          <ac:chgData name="Macher, Andreas (DI FA CTR PLC PPM)" userId="f1dcac62-7bef-43eb-91f0-927336a1714f" providerId="ADAL" clId="{2BD77424-8DF9-47DD-882B-3CF5330ACF06}" dt="2022-04-11T12:31:59.135" v="1086"/>
          <ac:spMkLst>
            <pc:docMk/>
            <pc:sldMk cId="1880746461" sldId="271"/>
            <ac:spMk id="5" creationId="{48728F41-6187-45BF-9CF4-A5BB263B0080}"/>
          </ac:spMkLst>
        </pc:spChg>
      </pc:sldChg>
      <pc:sldChg chg="modSp">
        <pc:chgData name="Macher, Andreas (DI FA CTR PLC PPM)" userId="f1dcac62-7bef-43eb-91f0-927336a1714f" providerId="ADAL" clId="{2BD77424-8DF9-47DD-882B-3CF5330ACF06}" dt="2022-04-11T12:31:59.135" v="1086"/>
        <pc:sldMkLst>
          <pc:docMk/>
          <pc:sldMk cId="1915380295" sldId="297"/>
        </pc:sldMkLst>
        <pc:spChg chg="mod">
          <ac:chgData name="Macher, Andreas (DI FA CTR PLC PPM)" userId="f1dcac62-7bef-43eb-91f0-927336a1714f" providerId="ADAL" clId="{2BD77424-8DF9-47DD-882B-3CF5330ACF06}" dt="2022-04-11T12:31:59.135" v="1086"/>
          <ac:spMkLst>
            <pc:docMk/>
            <pc:sldMk cId="1915380295" sldId="297"/>
            <ac:spMk id="3" creationId="{773F1630-BA2E-4528-AF32-DB8419A4F3B5}"/>
          </ac:spMkLst>
        </pc:spChg>
      </pc:sldChg>
      <pc:sldChg chg="modSp">
        <pc:chgData name="Macher, Andreas (DI FA CTR PLC PPM)" userId="f1dcac62-7bef-43eb-91f0-927336a1714f" providerId="ADAL" clId="{2BD77424-8DF9-47DD-882B-3CF5330ACF06}" dt="2022-04-11T12:31:59.135" v="1086"/>
        <pc:sldMkLst>
          <pc:docMk/>
          <pc:sldMk cId="3063427251" sldId="309"/>
        </pc:sldMkLst>
        <pc:spChg chg="mod">
          <ac:chgData name="Macher, Andreas (DI FA CTR PLC PPM)" userId="f1dcac62-7bef-43eb-91f0-927336a1714f" providerId="ADAL" clId="{2BD77424-8DF9-47DD-882B-3CF5330ACF06}" dt="2022-04-11T12:31:59.135" v="1086"/>
          <ac:spMkLst>
            <pc:docMk/>
            <pc:sldMk cId="3063427251" sldId="309"/>
            <ac:spMk id="2" creationId="{5B64D186-2FA4-4B6C-A55E-5EAD51E916BA}"/>
          </ac:spMkLst>
        </pc:spChg>
      </pc:sldChg>
      <pc:sldChg chg="modSp">
        <pc:chgData name="Macher, Andreas (DI FA CTR PLC PPM)" userId="f1dcac62-7bef-43eb-91f0-927336a1714f" providerId="ADAL" clId="{2BD77424-8DF9-47DD-882B-3CF5330ACF06}" dt="2022-04-11T12:31:59.135" v="1086"/>
        <pc:sldMkLst>
          <pc:docMk/>
          <pc:sldMk cId="1151964296" sldId="310"/>
        </pc:sldMkLst>
        <pc:spChg chg="mod">
          <ac:chgData name="Macher, Andreas (DI FA CTR PLC PPM)" userId="f1dcac62-7bef-43eb-91f0-927336a1714f" providerId="ADAL" clId="{2BD77424-8DF9-47DD-882B-3CF5330ACF06}" dt="2022-04-11T12:31:59.135" v="1086"/>
          <ac:spMkLst>
            <pc:docMk/>
            <pc:sldMk cId="1151964296" sldId="310"/>
            <ac:spMk id="2" creationId="{6EA8BD4B-192C-4465-B5A0-A0040293A644}"/>
          </ac:spMkLst>
        </pc:spChg>
      </pc:sldChg>
      <pc:sldChg chg="modSp">
        <pc:chgData name="Macher, Andreas (DI FA CTR PLC PPM)" userId="f1dcac62-7bef-43eb-91f0-927336a1714f" providerId="ADAL" clId="{2BD77424-8DF9-47DD-882B-3CF5330ACF06}" dt="2022-04-11T12:31:59.135" v="1086"/>
        <pc:sldMkLst>
          <pc:docMk/>
          <pc:sldMk cId="874912756" sldId="311"/>
        </pc:sldMkLst>
        <pc:spChg chg="mod">
          <ac:chgData name="Macher, Andreas (DI FA CTR PLC PPM)" userId="f1dcac62-7bef-43eb-91f0-927336a1714f" providerId="ADAL" clId="{2BD77424-8DF9-47DD-882B-3CF5330ACF06}" dt="2022-04-11T12:31:59.135" v="1086"/>
          <ac:spMkLst>
            <pc:docMk/>
            <pc:sldMk cId="874912756" sldId="311"/>
            <ac:spMk id="2" creationId="{5EE94AED-5410-4BE5-B585-F17BA7EA012A}"/>
          </ac:spMkLst>
        </pc:spChg>
      </pc:sldChg>
      <pc:sldChg chg="modSp">
        <pc:chgData name="Macher, Andreas (DI FA CTR PLC PPM)" userId="f1dcac62-7bef-43eb-91f0-927336a1714f" providerId="ADAL" clId="{2BD77424-8DF9-47DD-882B-3CF5330ACF06}" dt="2022-04-11T12:31:59.135" v="1086"/>
        <pc:sldMkLst>
          <pc:docMk/>
          <pc:sldMk cId="2003098923" sldId="312"/>
        </pc:sldMkLst>
        <pc:spChg chg="mod">
          <ac:chgData name="Macher, Andreas (DI FA CTR PLC PPM)" userId="f1dcac62-7bef-43eb-91f0-927336a1714f" providerId="ADAL" clId="{2BD77424-8DF9-47DD-882B-3CF5330ACF06}" dt="2022-04-11T12:31:59.135" v="1086"/>
          <ac:spMkLst>
            <pc:docMk/>
            <pc:sldMk cId="2003098923" sldId="312"/>
            <ac:spMk id="2" creationId="{B32747B1-4957-4F10-A704-D1E2409143A2}"/>
          </ac:spMkLst>
        </pc:spChg>
      </pc:sldChg>
      <pc:sldChg chg="modSp">
        <pc:chgData name="Macher, Andreas (DI FA CTR PLC PPM)" userId="f1dcac62-7bef-43eb-91f0-927336a1714f" providerId="ADAL" clId="{2BD77424-8DF9-47DD-882B-3CF5330ACF06}" dt="2022-04-11T12:31:59.135" v="1086"/>
        <pc:sldMkLst>
          <pc:docMk/>
          <pc:sldMk cId="555682111" sldId="313"/>
        </pc:sldMkLst>
        <pc:spChg chg="mod">
          <ac:chgData name="Macher, Andreas (DI FA CTR PLC PPM)" userId="f1dcac62-7bef-43eb-91f0-927336a1714f" providerId="ADAL" clId="{2BD77424-8DF9-47DD-882B-3CF5330ACF06}" dt="2022-04-11T12:31:59.135" v="1086"/>
          <ac:spMkLst>
            <pc:docMk/>
            <pc:sldMk cId="555682111" sldId="313"/>
            <ac:spMk id="2" creationId="{6E3881A0-AE27-440B-85FF-039A5B808AC5}"/>
          </ac:spMkLst>
        </pc:spChg>
      </pc:sldChg>
      <pc:sldChg chg="modSp">
        <pc:chgData name="Macher, Andreas (DI FA CTR PLC PPM)" userId="f1dcac62-7bef-43eb-91f0-927336a1714f" providerId="ADAL" clId="{2BD77424-8DF9-47DD-882B-3CF5330ACF06}" dt="2022-04-11T12:31:59.135" v="1086"/>
        <pc:sldMkLst>
          <pc:docMk/>
          <pc:sldMk cId="2969443571" sldId="317"/>
        </pc:sldMkLst>
        <pc:spChg chg="mod">
          <ac:chgData name="Macher, Andreas (DI FA CTR PLC PPM)" userId="f1dcac62-7bef-43eb-91f0-927336a1714f" providerId="ADAL" clId="{2BD77424-8DF9-47DD-882B-3CF5330ACF06}" dt="2022-04-11T12:31:59.135" v="1086"/>
          <ac:spMkLst>
            <pc:docMk/>
            <pc:sldMk cId="2969443571" sldId="317"/>
            <ac:spMk id="4" creationId="{219E2082-A671-48FA-BA58-21BFEF63DFFA}"/>
          </ac:spMkLst>
        </pc:spChg>
      </pc:sldChg>
      <pc:sldChg chg="modSp">
        <pc:chgData name="Macher, Andreas (DI FA CTR PLC PPM)" userId="f1dcac62-7bef-43eb-91f0-927336a1714f" providerId="ADAL" clId="{2BD77424-8DF9-47DD-882B-3CF5330ACF06}" dt="2022-04-11T12:31:59.135" v="1086"/>
        <pc:sldMkLst>
          <pc:docMk/>
          <pc:sldMk cId="193405717" sldId="318"/>
        </pc:sldMkLst>
        <pc:spChg chg="mod">
          <ac:chgData name="Macher, Andreas (DI FA CTR PLC PPM)" userId="f1dcac62-7bef-43eb-91f0-927336a1714f" providerId="ADAL" clId="{2BD77424-8DF9-47DD-882B-3CF5330ACF06}" dt="2022-04-11T12:31:59.135" v="1086"/>
          <ac:spMkLst>
            <pc:docMk/>
            <pc:sldMk cId="193405717" sldId="318"/>
            <ac:spMk id="3" creationId="{63CC7659-698F-4181-8B32-A0140FB09738}"/>
          </ac:spMkLst>
        </pc:spChg>
      </pc:sldChg>
      <pc:sldChg chg="modSp">
        <pc:chgData name="Macher, Andreas (DI FA CTR PLC PPM)" userId="f1dcac62-7bef-43eb-91f0-927336a1714f" providerId="ADAL" clId="{2BD77424-8DF9-47DD-882B-3CF5330ACF06}" dt="2022-04-11T12:31:59.135" v="1086"/>
        <pc:sldMkLst>
          <pc:docMk/>
          <pc:sldMk cId="399913625" sldId="341"/>
        </pc:sldMkLst>
        <pc:spChg chg="mod">
          <ac:chgData name="Macher, Andreas (DI FA CTR PLC PPM)" userId="f1dcac62-7bef-43eb-91f0-927336a1714f" providerId="ADAL" clId="{2BD77424-8DF9-47DD-882B-3CF5330ACF06}" dt="2022-04-11T12:31:59.135" v="1086"/>
          <ac:spMkLst>
            <pc:docMk/>
            <pc:sldMk cId="399913625" sldId="341"/>
            <ac:spMk id="2" creationId="{15C1A62D-F920-48BB-B71A-F11DAC140589}"/>
          </ac:spMkLst>
        </pc:spChg>
      </pc:sldChg>
      <pc:sldChg chg="modSp">
        <pc:chgData name="Macher, Andreas (DI FA CTR PLC PPM)" userId="f1dcac62-7bef-43eb-91f0-927336a1714f" providerId="ADAL" clId="{2BD77424-8DF9-47DD-882B-3CF5330ACF06}" dt="2022-04-11T12:31:59.135" v="1086"/>
        <pc:sldMkLst>
          <pc:docMk/>
          <pc:sldMk cId="3071364467" sldId="344"/>
        </pc:sldMkLst>
        <pc:spChg chg="mod">
          <ac:chgData name="Macher, Andreas (DI FA CTR PLC PPM)" userId="f1dcac62-7bef-43eb-91f0-927336a1714f" providerId="ADAL" clId="{2BD77424-8DF9-47DD-882B-3CF5330ACF06}" dt="2022-04-11T12:31:59.135" v="1086"/>
          <ac:spMkLst>
            <pc:docMk/>
            <pc:sldMk cId="3071364467" sldId="344"/>
            <ac:spMk id="2" creationId="{ECAAA2C8-6FB4-4F59-9236-62F1B45144FC}"/>
          </ac:spMkLst>
        </pc:spChg>
      </pc:sldChg>
      <pc:sldChg chg="addSp delSp modSp mod">
        <pc:chgData name="Macher, Andreas (DI FA CTR PLC PPM)" userId="f1dcac62-7bef-43eb-91f0-927336a1714f" providerId="ADAL" clId="{2BD77424-8DF9-47DD-882B-3CF5330ACF06}" dt="2022-04-11T13:56:32.188" v="1750" actId="113"/>
        <pc:sldMkLst>
          <pc:docMk/>
          <pc:sldMk cId="2146974064" sldId="348"/>
        </pc:sldMkLst>
        <pc:spChg chg="mod">
          <ac:chgData name="Macher, Andreas (DI FA CTR PLC PPM)" userId="f1dcac62-7bef-43eb-91f0-927336a1714f" providerId="ADAL" clId="{2BD77424-8DF9-47DD-882B-3CF5330ACF06}" dt="2022-04-11T12:31:59.135" v="1086"/>
          <ac:spMkLst>
            <pc:docMk/>
            <pc:sldMk cId="2146974064" sldId="348"/>
            <ac:spMk id="2" creationId="{B2F31D39-A6F7-4DB4-B72E-942032227D97}"/>
          </ac:spMkLst>
        </pc:spChg>
        <pc:spChg chg="mod">
          <ac:chgData name="Macher, Andreas (DI FA CTR PLC PPM)" userId="f1dcac62-7bef-43eb-91f0-927336a1714f" providerId="ADAL" clId="{2BD77424-8DF9-47DD-882B-3CF5330ACF06}" dt="2022-04-11T13:52:05.779" v="1682" actId="20577"/>
          <ac:spMkLst>
            <pc:docMk/>
            <pc:sldMk cId="2146974064" sldId="348"/>
            <ac:spMk id="4" creationId="{00000000-0000-0000-0000-000000000000}"/>
          </ac:spMkLst>
        </pc:spChg>
        <pc:graphicFrameChg chg="modGraphic">
          <ac:chgData name="Macher, Andreas (DI FA CTR PLC PPM)" userId="f1dcac62-7bef-43eb-91f0-927336a1714f" providerId="ADAL" clId="{2BD77424-8DF9-47DD-882B-3CF5330ACF06}" dt="2022-04-11T13:56:32.188" v="1750" actId="113"/>
          <ac:graphicFrameMkLst>
            <pc:docMk/>
            <pc:sldMk cId="2146974064" sldId="348"/>
            <ac:graphicFrameMk id="9" creationId="{00000000-0000-0000-0000-000000000000}"/>
          </ac:graphicFrameMkLst>
        </pc:graphicFrameChg>
        <pc:cxnChg chg="add del mod">
          <ac:chgData name="Macher, Andreas (DI FA CTR PLC PPM)" userId="f1dcac62-7bef-43eb-91f0-927336a1714f" providerId="ADAL" clId="{2BD77424-8DF9-47DD-882B-3CF5330ACF06}" dt="2022-04-11T13:54:52.809" v="1702" actId="21"/>
          <ac:cxnSpMkLst>
            <pc:docMk/>
            <pc:sldMk cId="2146974064" sldId="348"/>
            <ac:cxnSpMk id="5" creationId="{C6BC7AF8-8DCE-4A7C-A476-C704AEE93BFC}"/>
          </ac:cxnSpMkLst>
        </pc:cxnChg>
        <pc:cxnChg chg="add del mod">
          <ac:chgData name="Macher, Andreas (DI FA CTR PLC PPM)" userId="f1dcac62-7bef-43eb-91f0-927336a1714f" providerId="ADAL" clId="{2BD77424-8DF9-47DD-882B-3CF5330ACF06}" dt="2022-04-11T13:54:52.809" v="1702" actId="21"/>
          <ac:cxnSpMkLst>
            <pc:docMk/>
            <pc:sldMk cId="2146974064" sldId="348"/>
            <ac:cxnSpMk id="6" creationId="{73D9EBF8-23DE-449E-AFAC-511FB14B8BE4}"/>
          </ac:cxnSpMkLst>
        </pc:cxnChg>
        <pc:cxnChg chg="add del mod">
          <ac:chgData name="Macher, Andreas (DI FA CTR PLC PPM)" userId="f1dcac62-7bef-43eb-91f0-927336a1714f" providerId="ADAL" clId="{2BD77424-8DF9-47DD-882B-3CF5330ACF06}" dt="2022-04-11T13:54:52.809" v="1702" actId="21"/>
          <ac:cxnSpMkLst>
            <pc:docMk/>
            <pc:sldMk cId="2146974064" sldId="348"/>
            <ac:cxnSpMk id="7" creationId="{FCE25B74-6190-4B1E-8F60-324510DDE720}"/>
          </ac:cxnSpMkLst>
        </pc:cxnChg>
      </pc:sldChg>
      <pc:sldChg chg="modSp del">
        <pc:chgData name="Macher, Andreas (DI FA CTR PLC PPM)" userId="f1dcac62-7bef-43eb-91f0-927336a1714f" providerId="ADAL" clId="{2BD77424-8DF9-47DD-882B-3CF5330ACF06}" dt="2022-04-11T13:53:29.578" v="1684" actId="47"/>
        <pc:sldMkLst>
          <pc:docMk/>
          <pc:sldMk cId="295657902" sldId="349"/>
        </pc:sldMkLst>
        <pc:spChg chg="mod">
          <ac:chgData name="Macher, Andreas (DI FA CTR PLC PPM)" userId="f1dcac62-7bef-43eb-91f0-927336a1714f" providerId="ADAL" clId="{2BD77424-8DF9-47DD-882B-3CF5330ACF06}" dt="2022-04-11T12:31:59.135" v="1086"/>
          <ac:spMkLst>
            <pc:docMk/>
            <pc:sldMk cId="295657902" sldId="349"/>
            <ac:spMk id="2" creationId="{1B76AFBB-2F78-4F52-B0C1-68962D0DDF29}"/>
          </ac:spMkLst>
        </pc:spChg>
      </pc:sldChg>
      <pc:sldChg chg="modSp">
        <pc:chgData name="Macher, Andreas (DI FA CTR PLC PPM)" userId="f1dcac62-7bef-43eb-91f0-927336a1714f" providerId="ADAL" clId="{2BD77424-8DF9-47DD-882B-3CF5330ACF06}" dt="2022-04-11T12:31:59.135" v="1086"/>
        <pc:sldMkLst>
          <pc:docMk/>
          <pc:sldMk cId="3826715043" sldId="350"/>
        </pc:sldMkLst>
        <pc:spChg chg="mod">
          <ac:chgData name="Macher, Andreas (DI FA CTR PLC PPM)" userId="f1dcac62-7bef-43eb-91f0-927336a1714f" providerId="ADAL" clId="{2BD77424-8DF9-47DD-882B-3CF5330ACF06}" dt="2022-04-11T12:31:59.135" v="1086"/>
          <ac:spMkLst>
            <pc:docMk/>
            <pc:sldMk cId="3826715043" sldId="350"/>
            <ac:spMk id="3" creationId="{38D101C9-5442-4E35-9BFD-3591529F0F77}"/>
          </ac:spMkLst>
        </pc:spChg>
      </pc:sldChg>
      <pc:sldChg chg="modSp mod">
        <pc:chgData name="Macher, Andreas (DI FA CTR PLC PPM)" userId="f1dcac62-7bef-43eb-91f0-927336a1714f" providerId="ADAL" clId="{2BD77424-8DF9-47DD-882B-3CF5330ACF06}" dt="2022-04-11T14:51:09.326" v="1762" actId="20577"/>
        <pc:sldMkLst>
          <pc:docMk/>
          <pc:sldMk cId="539676313" sldId="358"/>
        </pc:sldMkLst>
        <pc:spChg chg="mod">
          <ac:chgData name="Macher, Andreas (DI FA CTR PLC PPM)" userId="f1dcac62-7bef-43eb-91f0-927336a1714f" providerId="ADAL" clId="{2BD77424-8DF9-47DD-882B-3CF5330ACF06}" dt="2022-04-11T12:31:59.135" v="1086"/>
          <ac:spMkLst>
            <pc:docMk/>
            <pc:sldMk cId="539676313" sldId="358"/>
            <ac:spMk id="4" creationId="{3DD2FE0F-26C9-44A2-8E72-736EE0DE558E}"/>
          </ac:spMkLst>
        </pc:spChg>
        <pc:spChg chg="mod">
          <ac:chgData name="Macher, Andreas (DI FA CTR PLC PPM)" userId="f1dcac62-7bef-43eb-91f0-927336a1714f" providerId="ADAL" clId="{2BD77424-8DF9-47DD-882B-3CF5330ACF06}" dt="2022-04-11T14:51:09.326" v="1762" actId="20577"/>
          <ac:spMkLst>
            <pc:docMk/>
            <pc:sldMk cId="539676313" sldId="358"/>
            <ac:spMk id="7" creationId="{B0F1AA84-8232-42E6-A097-B5D82BFE58C8}"/>
          </ac:spMkLst>
        </pc:spChg>
      </pc:sldChg>
      <pc:sldChg chg="modSp">
        <pc:chgData name="Macher, Andreas (DI FA CTR PLC PPM)" userId="f1dcac62-7bef-43eb-91f0-927336a1714f" providerId="ADAL" clId="{2BD77424-8DF9-47DD-882B-3CF5330ACF06}" dt="2022-04-11T12:31:59.135" v="1086"/>
        <pc:sldMkLst>
          <pc:docMk/>
          <pc:sldMk cId="3113480645" sldId="661"/>
        </pc:sldMkLst>
        <pc:spChg chg="mod">
          <ac:chgData name="Macher, Andreas (DI FA CTR PLC PPM)" userId="f1dcac62-7bef-43eb-91f0-927336a1714f" providerId="ADAL" clId="{2BD77424-8DF9-47DD-882B-3CF5330ACF06}" dt="2022-04-11T12:31:59.135" v="1086"/>
          <ac:spMkLst>
            <pc:docMk/>
            <pc:sldMk cId="3113480645" sldId="661"/>
            <ac:spMk id="2" creationId="{DDF5808C-9C2D-4129-9E9A-F48BAFEA084C}"/>
          </ac:spMkLst>
        </pc:spChg>
      </pc:sldChg>
      <pc:sldChg chg="modSp">
        <pc:chgData name="Macher, Andreas (DI FA CTR PLC PPM)" userId="f1dcac62-7bef-43eb-91f0-927336a1714f" providerId="ADAL" clId="{2BD77424-8DF9-47DD-882B-3CF5330ACF06}" dt="2022-04-11T12:31:59.135" v="1086"/>
        <pc:sldMkLst>
          <pc:docMk/>
          <pc:sldMk cId="1679351195" sldId="662"/>
        </pc:sldMkLst>
        <pc:spChg chg="mod">
          <ac:chgData name="Macher, Andreas (DI FA CTR PLC PPM)" userId="f1dcac62-7bef-43eb-91f0-927336a1714f" providerId="ADAL" clId="{2BD77424-8DF9-47DD-882B-3CF5330ACF06}" dt="2022-04-11T12:31:59.135" v="1086"/>
          <ac:spMkLst>
            <pc:docMk/>
            <pc:sldMk cId="1679351195" sldId="662"/>
            <ac:spMk id="6" creationId="{650595C0-73CC-4CBD-A1E6-78A6C725B960}"/>
          </ac:spMkLst>
        </pc:spChg>
      </pc:sldChg>
      <pc:sldChg chg="modSp">
        <pc:chgData name="Macher, Andreas (DI FA CTR PLC PPM)" userId="f1dcac62-7bef-43eb-91f0-927336a1714f" providerId="ADAL" clId="{2BD77424-8DF9-47DD-882B-3CF5330ACF06}" dt="2022-04-11T12:31:59.135" v="1086"/>
        <pc:sldMkLst>
          <pc:docMk/>
          <pc:sldMk cId="3428021829" sldId="663"/>
        </pc:sldMkLst>
        <pc:spChg chg="mod">
          <ac:chgData name="Macher, Andreas (DI FA CTR PLC PPM)" userId="f1dcac62-7bef-43eb-91f0-927336a1714f" providerId="ADAL" clId="{2BD77424-8DF9-47DD-882B-3CF5330ACF06}" dt="2022-04-11T12:31:59.135" v="1086"/>
          <ac:spMkLst>
            <pc:docMk/>
            <pc:sldMk cId="3428021829" sldId="663"/>
            <ac:spMk id="4" creationId="{219E2082-A671-48FA-BA58-21BFEF63DFFA}"/>
          </ac:spMkLst>
        </pc:spChg>
      </pc:sldChg>
      <pc:sldChg chg="modSp">
        <pc:chgData name="Macher, Andreas (DI FA CTR PLC PPM)" userId="f1dcac62-7bef-43eb-91f0-927336a1714f" providerId="ADAL" clId="{2BD77424-8DF9-47DD-882B-3CF5330ACF06}" dt="2022-04-11T12:31:59.135" v="1086"/>
        <pc:sldMkLst>
          <pc:docMk/>
          <pc:sldMk cId="1410991824" sldId="664"/>
        </pc:sldMkLst>
        <pc:spChg chg="mod">
          <ac:chgData name="Macher, Andreas (DI FA CTR PLC PPM)" userId="f1dcac62-7bef-43eb-91f0-927336a1714f" providerId="ADAL" clId="{2BD77424-8DF9-47DD-882B-3CF5330ACF06}" dt="2022-04-11T12:31:59.135" v="1086"/>
          <ac:spMkLst>
            <pc:docMk/>
            <pc:sldMk cId="1410991824" sldId="664"/>
            <ac:spMk id="7" creationId="{C3B7250B-7290-4C5F-B566-B46174202AF9}"/>
          </ac:spMkLst>
        </pc:spChg>
      </pc:sldChg>
      <pc:sldChg chg="modSp">
        <pc:chgData name="Macher, Andreas (DI FA CTR PLC PPM)" userId="f1dcac62-7bef-43eb-91f0-927336a1714f" providerId="ADAL" clId="{2BD77424-8DF9-47DD-882B-3CF5330ACF06}" dt="2022-04-11T12:31:59.135" v="1086"/>
        <pc:sldMkLst>
          <pc:docMk/>
          <pc:sldMk cId="1652305453" sldId="684"/>
        </pc:sldMkLst>
        <pc:spChg chg="mod">
          <ac:chgData name="Macher, Andreas (DI FA CTR PLC PPM)" userId="f1dcac62-7bef-43eb-91f0-927336a1714f" providerId="ADAL" clId="{2BD77424-8DF9-47DD-882B-3CF5330ACF06}" dt="2022-04-11T12:31:59.135" v="1086"/>
          <ac:spMkLst>
            <pc:docMk/>
            <pc:sldMk cId="1652305453" sldId="684"/>
            <ac:spMk id="2" creationId="{E649E289-E72B-474F-BF5F-B9B87DBDD893}"/>
          </ac:spMkLst>
        </pc:spChg>
      </pc:sldChg>
      <pc:sldChg chg="modSp">
        <pc:chgData name="Macher, Andreas (DI FA CTR PLC PPM)" userId="f1dcac62-7bef-43eb-91f0-927336a1714f" providerId="ADAL" clId="{2BD77424-8DF9-47DD-882B-3CF5330ACF06}" dt="2022-04-11T12:31:59.135" v="1086"/>
        <pc:sldMkLst>
          <pc:docMk/>
          <pc:sldMk cId="2795113522" sldId="686"/>
        </pc:sldMkLst>
        <pc:spChg chg="mod">
          <ac:chgData name="Macher, Andreas (DI FA CTR PLC PPM)" userId="f1dcac62-7bef-43eb-91f0-927336a1714f" providerId="ADAL" clId="{2BD77424-8DF9-47DD-882B-3CF5330ACF06}" dt="2022-04-11T12:31:59.135" v="1086"/>
          <ac:spMkLst>
            <pc:docMk/>
            <pc:sldMk cId="2795113522" sldId="686"/>
            <ac:spMk id="2" creationId="{B002CB21-5B0A-49D3-BCC2-48E365D2B644}"/>
          </ac:spMkLst>
        </pc:spChg>
      </pc:sldChg>
      <pc:sldChg chg="modSp">
        <pc:chgData name="Macher, Andreas (DI FA CTR PLC PPM)" userId="f1dcac62-7bef-43eb-91f0-927336a1714f" providerId="ADAL" clId="{2BD77424-8DF9-47DD-882B-3CF5330ACF06}" dt="2022-04-11T12:31:59.135" v="1086"/>
        <pc:sldMkLst>
          <pc:docMk/>
          <pc:sldMk cId="2344237619" sldId="687"/>
        </pc:sldMkLst>
        <pc:spChg chg="mod">
          <ac:chgData name="Macher, Andreas (DI FA CTR PLC PPM)" userId="f1dcac62-7bef-43eb-91f0-927336a1714f" providerId="ADAL" clId="{2BD77424-8DF9-47DD-882B-3CF5330ACF06}" dt="2022-04-11T12:31:59.135" v="1086"/>
          <ac:spMkLst>
            <pc:docMk/>
            <pc:sldMk cId="2344237619" sldId="687"/>
            <ac:spMk id="2" creationId="{66E6378D-FB4E-459A-8B76-19C45298629C}"/>
          </ac:spMkLst>
        </pc:spChg>
      </pc:sldChg>
      <pc:sldChg chg="modSp">
        <pc:chgData name="Macher, Andreas (DI FA CTR PLC PPM)" userId="f1dcac62-7bef-43eb-91f0-927336a1714f" providerId="ADAL" clId="{2BD77424-8DF9-47DD-882B-3CF5330ACF06}" dt="2022-04-11T12:31:59.135" v="1086"/>
        <pc:sldMkLst>
          <pc:docMk/>
          <pc:sldMk cId="2763038369" sldId="688"/>
        </pc:sldMkLst>
        <pc:spChg chg="mod">
          <ac:chgData name="Macher, Andreas (DI FA CTR PLC PPM)" userId="f1dcac62-7bef-43eb-91f0-927336a1714f" providerId="ADAL" clId="{2BD77424-8DF9-47DD-882B-3CF5330ACF06}" dt="2022-04-11T12:31:59.135" v="1086"/>
          <ac:spMkLst>
            <pc:docMk/>
            <pc:sldMk cId="2763038369" sldId="688"/>
            <ac:spMk id="3" creationId="{879A3EAF-122B-420D-8C3B-ED1ED07E6A7A}"/>
          </ac:spMkLst>
        </pc:spChg>
      </pc:sldChg>
      <pc:sldChg chg="modSp">
        <pc:chgData name="Macher, Andreas (DI FA CTR PLC PPM)" userId="f1dcac62-7bef-43eb-91f0-927336a1714f" providerId="ADAL" clId="{2BD77424-8DF9-47DD-882B-3CF5330ACF06}" dt="2022-04-11T12:31:59.135" v="1086"/>
        <pc:sldMkLst>
          <pc:docMk/>
          <pc:sldMk cId="550556618" sldId="690"/>
        </pc:sldMkLst>
        <pc:spChg chg="mod">
          <ac:chgData name="Macher, Andreas (DI FA CTR PLC PPM)" userId="f1dcac62-7bef-43eb-91f0-927336a1714f" providerId="ADAL" clId="{2BD77424-8DF9-47DD-882B-3CF5330ACF06}" dt="2022-04-11T12:31:59.135" v="1086"/>
          <ac:spMkLst>
            <pc:docMk/>
            <pc:sldMk cId="550556618" sldId="690"/>
            <ac:spMk id="2" creationId="{C9E4E227-4D95-4AAC-986A-32B23B825D95}"/>
          </ac:spMkLst>
        </pc:spChg>
      </pc:sldChg>
      <pc:sldChg chg="modSp">
        <pc:chgData name="Macher, Andreas (DI FA CTR PLC PPM)" userId="f1dcac62-7bef-43eb-91f0-927336a1714f" providerId="ADAL" clId="{2BD77424-8DF9-47DD-882B-3CF5330ACF06}" dt="2022-04-11T12:31:59.135" v="1086"/>
        <pc:sldMkLst>
          <pc:docMk/>
          <pc:sldMk cId="807292061" sldId="691"/>
        </pc:sldMkLst>
        <pc:spChg chg="mod">
          <ac:chgData name="Macher, Andreas (DI FA CTR PLC PPM)" userId="f1dcac62-7bef-43eb-91f0-927336a1714f" providerId="ADAL" clId="{2BD77424-8DF9-47DD-882B-3CF5330ACF06}" dt="2022-04-11T12:31:59.135" v="1086"/>
          <ac:spMkLst>
            <pc:docMk/>
            <pc:sldMk cId="807292061" sldId="691"/>
            <ac:spMk id="2" creationId="{14B36D8B-A456-4817-BDD8-C29BA942C350}"/>
          </ac:spMkLst>
        </pc:spChg>
      </pc:sldChg>
      <pc:sldChg chg="modSp">
        <pc:chgData name="Macher, Andreas (DI FA CTR PLC PPM)" userId="f1dcac62-7bef-43eb-91f0-927336a1714f" providerId="ADAL" clId="{2BD77424-8DF9-47DD-882B-3CF5330ACF06}" dt="2022-04-11T12:31:59.135" v="1086"/>
        <pc:sldMkLst>
          <pc:docMk/>
          <pc:sldMk cId="1481423018" sldId="692"/>
        </pc:sldMkLst>
        <pc:spChg chg="mod">
          <ac:chgData name="Macher, Andreas (DI FA CTR PLC PPM)" userId="f1dcac62-7bef-43eb-91f0-927336a1714f" providerId="ADAL" clId="{2BD77424-8DF9-47DD-882B-3CF5330ACF06}" dt="2022-04-11T12:31:59.135" v="1086"/>
          <ac:spMkLst>
            <pc:docMk/>
            <pc:sldMk cId="1481423018" sldId="692"/>
            <ac:spMk id="3" creationId="{6FCA71D7-BA9E-490E-AA69-1D57A0EBC6A4}"/>
          </ac:spMkLst>
        </pc:spChg>
      </pc:sldChg>
      <pc:sldChg chg="modSp">
        <pc:chgData name="Macher, Andreas (DI FA CTR PLC PPM)" userId="f1dcac62-7bef-43eb-91f0-927336a1714f" providerId="ADAL" clId="{2BD77424-8DF9-47DD-882B-3CF5330ACF06}" dt="2022-04-11T12:31:59.135" v="1086"/>
        <pc:sldMkLst>
          <pc:docMk/>
          <pc:sldMk cId="1383762711" sldId="2050"/>
        </pc:sldMkLst>
        <pc:spChg chg="mod">
          <ac:chgData name="Macher, Andreas (DI FA CTR PLC PPM)" userId="f1dcac62-7bef-43eb-91f0-927336a1714f" providerId="ADAL" clId="{2BD77424-8DF9-47DD-882B-3CF5330ACF06}" dt="2022-04-11T12:31:59.135" v="1086"/>
          <ac:spMkLst>
            <pc:docMk/>
            <pc:sldMk cId="1383762711" sldId="2050"/>
            <ac:spMk id="2" creationId="{C3A4766A-9655-44D2-BD3C-D826CF2D065F}"/>
          </ac:spMkLst>
        </pc:spChg>
      </pc:sldChg>
      <pc:sldChg chg="modSp">
        <pc:chgData name="Macher, Andreas (DI FA CTR PLC PPM)" userId="f1dcac62-7bef-43eb-91f0-927336a1714f" providerId="ADAL" clId="{2BD77424-8DF9-47DD-882B-3CF5330ACF06}" dt="2022-04-11T12:31:59.135" v="1086"/>
        <pc:sldMkLst>
          <pc:docMk/>
          <pc:sldMk cId="3480331369" sldId="2052"/>
        </pc:sldMkLst>
        <pc:spChg chg="mod">
          <ac:chgData name="Macher, Andreas (DI FA CTR PLC PPM)" userId="f1dcac62-7bef-43eb-91f0-927336a1714f" providerId="ADAL" clId="{2BD77424-8DF9-47DD-882B-3CF5330ACF06}" dt="2022-04-11T12:31:59.135" v="1086"/>
          <ac:spMkLst>
            <pc:docMk/>
            <pc:sldMk cId="3480331369" sldId="2052"/>
            <ac:spMk id="2" creationId="{38B3B424-3CD7-416A-909E-FFE77304E267}"/>
          </ac:spMkLst>
        </pc:spChg>
      </pc:sldChg>
      <pc:sldChg chg="delSp modSp mod">
        <pc:chgData name="Macher, Andreas (DI FA CTR PLC PPM)" userId="f1dcac62-7bef-43eb-91f0-927336a1714f" providerId="ADAL" clId="{2BD77424-8DF9-47DD-882B-3CF5330ACF06}" dt="2022-04-11T12:40:10.333" v="1155" actId="478"/>
        <pc:sldMkLst>
          <pc:docMk/>
          <pc:sldMk cId="3901662827" sldId="2260"/>
        </pc:sldMkLst>
        <pc:spChg chg="mod">
          <ac:chgData name="Macher, Andreas (DI FA CTR PLC PPM)" userId="f1dcac62-7bef-43eb-91f0-927336a1714f" providerId="ADAL" clId="{2BD77424-8DF9-47DD-882B-3CF5330ACF06}" dt="2022-04-11T12:31:59.135" v="1086"/>
          <ac:spMkLst>
            <pc:docMk/>
            <pc:sldMk cId="3901662827" sldId="2260"/>
            <ac:spMk id="2" creationId="{FC3625B7-6E71-4862-8687-E4ED1A58BD31}"/>
          </ac:spMkLst>
        </pc:spChg>
        <pc:spChg chg="del">
          <ac:chgData name="Macher, Andreas (DI FA CTR PLC PPM)" userId="f1dcac62-7bef-43eb-91f0-927336a1714f" providerId="ADAL" clId="{2BD77424-8DF9-47DD-882B-3CF5330ACF06}" dt="2022-04-11T12:40:10.333" v="1155" actId="478"/>
          <ac:spMkLst>
            <pc:docMk/>
            <pc:sldMk cId="3901662827" sldId="2260"/>
            <ac:spMk id="31" creationId="{F1F99F23-5EA2-4B34-8D4F-E59AEDFCE589}"/>
          </ac:spMkLst>
        </pc:spChg>
      </pc:sldChg>
      <pc:sldChg chg="delSp modSp mod">
        <pc:chgData name="Macher, Andreas (DI FA CTR PLC PPM)" userId="f1dcac62-7bef-43eb-91f0-927336a1714f" providerId="ADAL" clId="{2BD77424-8DF9-47DD-882B-3CF5330ACF06}" dt="2022-04-11T12:40:32.809" v="1156" actId="478"/>
        <pc:sldMkLst>
          <pc:docMk/>
          <pc:sldMk cId="3330227079" sldId="2261"/>
        </pc:sldMkLst>
        <pc:spChg chg="mod">
          <ac:chgData name="Macher, Andreas (DI FA CTR PLC PPM)" userId="f1dcac62-7bef-43eb-91f0-927336a1714f" providerId="ADAL" clId="{2BD77424-8DF9-47DD-882B-3CF5330ACF06}" dt="2022-04-11T12:31:59.135" v="1086"/>
          <ac:spMkLst>
            <pc:docMk/>
            <pc:sldMk cId="3330227079" sldId="2261"/>
            <ac:spMk id="3" creationId="{E731705F-F442-4FEB-BCD4-D26AC77B7CC0}"/>
          </ac:spMkLst>
        </pc:spChg>
        <pc:spChg chg="del">
          <ac:chgData name="Macher, Andreas (DI FA CTR PLC PPM)" userId="f1dcac62-7bef-43eb-91f0-927336a1714f" providerId="ADAL" clId="{2BD77424-8DF9-47DD-882B-3CF5330ACF06}" dt="2022-04-11T12:40:32.809" v="1156" actId="478"/>
          <ac:spMkLst>
            <pc:docMk/>
            <pc:sldMk cId="3330227079" sldId="2261"/>
            <ac:spMk id="4" creationId="{0B3FE377-767F-46C9-86CB-8721E6ED6308}"/>
          </ac:spMkLst>
        </pc:spChg>
      </pc:sldChg>
      <pc:sldChg chg="modSp">
        <pc:chgData name="Macher, Andreas (DI FA CTR PLC PPM)" userId="f1dcac62-7bef-43eb-91f0-927336a1714f" providerId="ADAL" clId="{2BD77424-8DF9-47DD-882B-3CF5330ACF06}" dt="2022-04-11T12:31:59.135" v="1086"/>
        <pc:sldMkLst>
          <pc:docMk/>
          <pc:sldMk cId="1590747071" sldId="2263"/>
        </pc:sldMkLst>
        <pc:spChg chg="mod">
          <ac:chgData name="Macher, Andreas (DI FA CTR PLC PPM)" userId="f1dcac62-7bef-43eb-91f0-927336a1714f" providerId="ADAL" clId="{2BD77424-8DF9-47DD-882B-3CF5330ACF06}" dt="2022-04-11T12:31:59.135" v="1086"/>
          <ac:spMkLst>
            <pc:docMk/>
            <pc:sldMk cId="1590747071" sldId="2263"/>
            <ac:spMk id="6" creationId="{DE5AD193-5C9E-46F0-A576-1031AC64F59A}"/>
          </ac:spMkLst>
        </pc:spChg>
      </pc:sldChg>
      <pc:sldChg chg="modSp">
        <pc:chgData name="Macher, Andreas (DI FA CTR PLC PPM)" userId="f1dcac62-7bef-43eb-91f0-927336a1714f" providerId="ADAL" clId="{2BD77424-8DF9-47DD-882B-3CF5330ACF06}" dt="2022-04-11T12:31:59.135" v="1086"/>
        <pc:sldMkLst>
          <pc:docMk/>
          <pc:sldMk cId="1719323245" sldId="2264"/>
        </pc:sldMkLst>
        <pc:spChg chg="mod">
          <ac:chgData name="Macher, Andreas (DI FA CTR PLC PPM)" userId="f1dcac62-7bef-43eb-91f0-927336a1714f" providerId="ADAL" clId="{2BD77424-8DF9-47DD-882B-3CF5330ACF06}" dt="2022-04-11T12:31:59.135" v="1086"/>
          <ac:spMkLst>
            <pc:docMk/>
            <pc:sldMk cId="1719323245" sldId="2264"/>
            <ac:spMk id="8" creationId="{C523D5B4-854A-4D56-90DC-13E830AADC5C}"/>
          </ac:spMkLst>
        </pc:spChg>
      </pc:sldChg>
      <pc:sldChg chg="modSp">
        <pc:chgData name="Macher, Andreas (DI FA CTR PLC PPM)" userId="f1dcac62-7bef-43eb-91f0-927336a1714f" providerId="ADAL" clId="{2BD77424-8DF9-47DD-882B-3CF5330ACF06}" dt="2022-04-11T12:31:59.135" v="1086"/>
        <pc:sldMkLst>
          <pc:docMk/>
          <pc:sldMk cId="1861422214" sldId="2268"/>
        </pc:sldMkLst>
        <pc:spChg chg="mod">
          <ac:chgData name="Macher, Andreas (DI FA CTR PLC PPM)" userId="f1dcac62-7bef-43eb-91f0-927336a1714f" providerId="ADAL" clId="{2BD77424-8DF9-47DD-882B-3CF5330ACF06}" dt="2022-04-11T12:31:59.135" v="1086"/>
          <ac:spMkLst>
            <pc:docMk/>
            <pc:sldMk cId="1861422214" sldId="2268"/>
            <ac:spMk id="4" creationId="{6FEF260C-8092-48FF-B9F4-F05B4D8D9F17}"/>
          </ac:spMkLst>
        </pc:spChg>
      </pc:sldChg>
      <pc:sldChg chg="modSp">
        <pc:chgData name="Macher, Andreas (DI FA CTR PLC PPM)" userId="f1dcac62-7bef-43eb-91f0-927336a1714f" providerId="ADAL" clId="{2BD77424-8DF9-47DD-882B-3CF5330ACF06}" dt="2022-04-11T12:31:59.135" v="1086"/>
        <pc:sldMkLst>
          <pc:docMk/>
          <pc:sldMk cId="1403879467" sldId="2269"/>
        </pc:sldMkLst>
        <pc:spChg chg="mod">
          <ac:chgData name="Macher, Andreas (DI FA CTR PLC PPM)" userId="f1dcac62-7bef-43eb-91f0-927336a1714f" providerId="ADAL" clId="{2BD77424-8DF9-47DD-882B-3CF5330ACF06}" dt="2022-04-11T12:31:59.135" v="1086"/>
          <ac:spMkLst>
            <pc:docMk/>
            <pc:sldMk cId="1403879467" sldId="2269"/>
            <ac:spMk id="4" creationId="{D91E3BB7-4E19-4AA9-BCD4-9D492EF6C525}"/>
          </ac:spMkLst>
        </pc:spChg>
      </pc:sldChg>
      <pc:sldChg chg="modSp">
        <pc:chgData name="Macher, Andreas (DI FA CTR PLC PPM)" userId="f1dcac62-7bef-43eb-91f0-927336a1714f" providerId="ADAL" clId="{2BD77424-8DF9-47DD-882B-3CF5330ACF06}" dt="2022-04-11T12:31:59.135" v="1086"/>
        <pc:sldMkLst>
          <pc:docMk/>
          <pc:sldMk cId="2126092131" sldId="2283"/>
        </pc:sldMkLst>
        <pc:spChg chg="mod">
          <ac:chgData name="Macher, Andreas (DI FA CTR PLC PPM)" userId="f1dcac62-7bef-43eb-91f0-927336a1714f" providerId="ADAL" clId="{2BD77424-8DF9-47DD-882B-3CF5330ACF06}" dt="2022-04-11T12:31:59.135" v="1086"/>
          <ac:spMkLst>
            <pc:docMk/>
            <pc:sldMk cId="2126092131" sldId="2283"/>
            <ac:spMk id="2" creationId="{18A2DB4B-FE85-458A-8817-E52BD7A503EC}"/>
          </ac:spMkLst>
        </pc:spChg>
      </pc:sldChg>
      <pc:sldChg chg="modSp">
        <pc:chgData name="Macher, Andreas (DI FA CTR PLC PPM)" userId="f1dcac62-7bef-43eb-91f0-927336a1714f" providerId="ADAL" clId="{2BD77424-8DF9-47DD-882B-3CF5330ACF06}" dt="2022-04-11T12:31:59.135" v="1086"/>
        <pc:sldMkLst>
          <pc:docMk/>
          <pc:sldMk cId="2344732622" sldId="2284"/>
        </pc:sldMkLst>
        <pc:spChg chg="mod">
          <ac:chgData name="Macher, Andreas (DI FA CTR PLC PPM)" userId="f1dcac62-7bef-43eb-91f0-927336a1714f" providerId="ADAL" clId="{2BD77424-8DF9-47DD-882B-3CF5330ACF06}" dt="2022-04-11T12:31:59.135" v="1086"/>
          <ac:spMkLst>
            <pc:docMk/>
            <pc:sldMk cId="2344732622" sldId="2284"/>
            <ac:spMk id="5" creationId="{DB9B0745-E87E-44A4-B686-868773688415}"/>
          </ac:spMkLst>
        </pc:spChg>
      </pc:sldChg>
      <pc:sldChg chg="modSp">
        <pc:chgData name="Macher, Andreas (DI FA CTR PLC PPM)" userId="f1dcac62-7bef-43eb-91f0-927336a1714f" providerId="ADAL" clId="{2BD77424-8DF9-47DD-882B-3CF5330ACF06}" dt="2022-04-11T12:31:59.135" v="1086"/>
        <pc:sldMkLst>
          <pc:docMk/>
          <pc:sldMk cId="2205172182" sldId="2290"/>
        </pc:sldMkLst>
        <pc:spChg chg="mod">
          <ac:chgData name="Macher, Andreas (DI FA CTR PLC PPM)" userId="f1dcac62-7bef-43eb-91f0-927336a1714f" providerId="ADAL" clId="{2BD77424-8DF9-47DD-882B-3CF5330ACF06}" dt="2022-04-11T12:31:59.135" v="1086"/>
          <ac:spMkLst>
            <pc:docMk/>
            <pc:sldMk cId="2205172182" sldId="2290"/>
            <ac:spMk id="7" creationId="{371D2911-70D1-4644-86F5-3E6CB56DB1E5}"/>
          </ac:spMkLst>
        </pc:spChg>
      </pc:sldChg>
      <pc:sldChg chg="delSp modSp mod">
        <pc:chgData name="Macher, Andreas (DI FA CTR PLC PPM)" userId="f1dcac62-7bef-43eb-91f0-927336a1714f" providerId="ADAL" clId="{2BD77424-8DF9-47DD-882B-3CF5330ACF06}" dt="2022-04-11T13:09:11.189" v="1232" actId="478"/>
        <pc:sldMkLst>
          <pc:docMk/>
          <pc:sldMk cId="2635649584" sldId="2291"/>
        </pc:sldMkLst>
        <pc:spChg chg="mod">
          <ac:chgData name="Macher, Andreas (DI FA CTR PLC PPM)" userId="f1dcac62-7bef-43eb-91f0-927336a1714f" providerId="ADAL" clId="{2BD77424-8DF9-47DD-882B-3CF5330ACF06}" dt="2022-04-11T12:31:59.135" v="1086"/>
          <ac:spMkLst>
            <pc:docMk/>
            <pc:sldMk cId="2635649584" sldId="2291"/>
            <ac:spMk id="2" creationId="{25A4033A-708D-43C3-B9CD-3E72050A421C}"/>
          </ac:spMkLst>
        </pc:spChg>
        <pc:spChg chg="del">
          <ac:chgData name="Macher, Andreas (DI FA CTR PLC PPM)" userId="f1dcac62-7bef-43eb-91f0-927336a1714f" providerId="ADAL" clId="{2BD77424-8DF9-47DD-882B-3CF5330ACF06}" dt="2022-04-11T13:09:11.189" v="1232" actId="478"/>
          <ac:spMkLst>
            <pc:docMk/>
            <pc:sldMk cId="2635649584" sldId="2291"/>
            <ac:spMk id="10" creationId="{F5C6482B-2B62-4DDB-9D9E-00662051276E}"/>
          </ac:spMkLst>
        </pc:spChg>
      </pc:sldChg>
      <pc:sldChg chg="modSp">
        <pc:chgData name="Macher, Andreas (DI FA CTR PLC PPM)" userId="f1dcac62-7bef-43eb-91f0-927336a1714f" providerId="ADAL" clId="{2BD77424-8DF9-47DD-882B-3CF5330ACF06}" dt="2022-04-11T12:31:59.135" v="1086"/>
        <pc:sldMkLst>
          <pc:docMk/>
          <pc:sldMk cId="1844276181" sldId="2292"/>
        </pc:sldMkLst>
        <pc:spChg chg="mod">
          <ac:chgData name="Macher, Andreas (DI FA CTR PLC PPM)" userId="f1dcac62-7bef-43eb-91f0-927336a1714f" providerId="ADAL" clId="{2BD77424-8DF9-47DD-882B-3CF5330ACF06}" dt="2022-04-11T12:31:59.135" v="1086"/>
          <ac:spMkLst>
            <pc:docMk/>
            <pc:sldMk cId="1844276181" sldId="2292"/>
            <ac:spMk id="4" creationId="{0D96217A-E2F4-4D8C-B72A-6F4A3AD3626E}"/>
          </ac:spMkLst>
        </pc:spChg>
      </pc:sldChg>
      <pc:sldChg chg="modSp">
        <pc:chgData name="Macher, Andreas (DI FA CTR PLC PPM)" userId="f1dcac62-7bef-43eb-91f0-927336a1714f" providerId="ADAL" clId="{2BD77424-8DF9-47DD-882B-3CF5330ACF06}" dt="2022-04-11T12:31:59.135" v="1086"/>
        <pc:sldMkLst>
          <pc:docMk/>
          <pc:sldMk cId="3015034799" sldId="2293"/>
        </pc:sldMkLst>
        <pc:spChg chg="mod">
          <ac:chgData name="Macher, Andreas (DI FA CTR PLC PPM)" userId="f1dcac62-7bef-43eb-91f0-927336a1714f" providerId="ADAL" clId="{2BD77424-8DF9-47DD-882B-3CF5330ACF06}" dt="2022-04-11T12:31:59.135" v="1086"/>
          <ac:spMkLst>
            <pc:docMk/>
            <pc:sldMk cId="3015034799" sldId="2293"/>
            <ac:spMk id="4" creationId="{27605680-6566-43CE-94E2-FDAB77787E13}"/>
          </ac:spMkLst>
        </pc:spChg>
      </pc:sldChg>
      <pc:sldChg chg="modSp">
        <pc:chgData name="Macher, Andreas (DI FA CTR PLC PPM)" userId="f1dcac62-7bef-43eb-91f0-927336a1714f" providerId="ADAL" clId="{2BD77424-8DF9-47DD-882B-3CF5330ACF06}" dt="2022-04-11T12:31:59.135" v="1086"/>
        <pc:sldMkLst>
          <pc:docMk/>
          <pc:sldMk cId="1218701123" sldId="2297"/>
        </pc:sldMkLst>
        <pc:spChg chg="mod">
          <ac:chgData name="Macher, Andreas (DI FA CTR PLC PPM)" userId="f1dcac62-7bef-43eb-91f0-927336a1714f" providerId="ADAL" clId="{2BD77424-8DF9-47DD-882B-3CF5330ACF06}" dt="2022-04-11T12:31:59.135" v="1086"/>
          <ac:spMkLst>
            <pc:docMk/>
            <pc:sldMk cId="1218701123" sldId="2297"/>
            <ac:spMk id="2" creationId="{FB6E8433-8910-4215-8221-7BF8396D9E39}"/>
          </ac:spMkLst>
        </pc:spChg>
      </pc:sldChg>
      <pc:sldChg chg="delSp modSp mod">
        <pc:chgData name="Macher, Andreas (DI FA CTR PLC PPM)" userId="f1dcac62-7bef-43eb-91f0-927336a1714f" providerId="ADAL" clId="{2BD77424-8DF9-47DD-882B-3CF5330ACF06}" dt="2022-04-11T13:12:52.523" v="1233" actId="478"/>
        <pc:sldMkLst>
          <pc:docMk/>
          <pc:sldMk cId="1664206843" sldId="9056"/>
        </pc:sldMkLst>
        <pc:spChg chg="mod">
          <ac:chgData name="Macher, Andreas (DI FA CTR PLC PPM)" userId="f1dcac62-7bef-43eb-91f0-927336a1714f" providerId="ADAL" clId="{2BD77424-8DF9-47DD-882B-3CF5330ACF06}" dt="2022-04-11T12:31:59.135" v="1086"/>
          <ac:spMkLst>
            <pc:docMk/>
            <pc:sldMk cId="1664206843" sldId="9056"/>
            <ac:spMk id="7" creationId="{A97FA142-AEF2-4969-9546-6F9F66FFBF74}"/>
          </ac:spMkLst>
        </pc:spChg>
        <pc:spChg chg="del">
          <ac:chgData name="Macher, Andreas (DI FA CTR PLC PPM)" userId="f1dcac62-7bef-43eb-91f0-927336a1714f" providerId="ADAL" clId="{2BD77424-8DF9-47DD-882B-3CF5330ACF06}" dt="2022-04-11T13:12:52.523" v="1233" actId="478"/>
          <ac:spMkLst>
            <pc:docMk/>
            <pc:sldMk cId="1664206843" sldId="9056"/>
            <ac:spMk id="10" creationId="{F339272D-EAA7-4B8D-87F4-D7153C897835}"/>
          </ac:spMkLst>
        </pc:spChg>
      </pc:sldChg>
      <pc:sldChg chg="modSp">
        <pc:chgData name="Macher, Andreas (DI FA CTR PLC PPM)" userId="f1dcac62-7bef-43eb-91f0-927336a1714f" providerId="ADAL" clId="{2BD77424-8DF9-47DD-882B-3CF5330ACF06}" dt="2022-04-11T12:31:59.135" v="1086"/>
        <pc:sldMkLst>
          <pc:docMk/>
          <pc:sldMk cId="533990801" sldId="9058"/>
        </pc:sldMkLst>
        <pc:spChg chg="mod">
          <ac:chgData name="Macher, Andreas (DI FA CTR PLC PPM)" userId="f1dcac62-7bef-43eb-91f0-927336a1714f" providerId="ADAL" clId="{2BD77424-8DF9-47DD-882B-3CF5330ACF06}" dt="2022-04-11T12:31:59.135" v="1086"/>
          <ac:spMkLst>
            <pc:docMk/>
            <pc:sldMk cId="533990801" sldId="9058"/>
            <ac:spMk id="2" creationId="{ECA9CC7E-0051-4F3D-964A-597F40082307}"/>
          </ac:spMkLst>
        </pc:spChg>
      </pc:sldChg>
      <pc:sldChg chg="modSp">
        <pc:chgData name="Macher, Andreas (DI FA CTR PLC PPM)" userId="f1dcac62-7bef-43eb-91f0-927336a1714f" providerId="ADAL" clId="{2BD77424-8DF9-47DD-882B-3CF5330ACF06}" dt="2022-04-11T12:31:59.135" v="1086"/>
        <pc:sldMkLst>
          <pc:docMk/>
          <pc:sldMk cId="3983460591" sldId="9059"/>
        </pc:sldMkLst>
        <pc:spChg chg="mod">
          <ac:chgData name="Macher, Andreas (DI FA CTR PLC PPM)" userId="f1dcac62-7bef-43eb-91f0-927336a1714f" providerId="ADAL" clId="{2BD77424-8DF9-47DD-882B-3CF5330ACF06}" dt="2022-04-11T12:31:59.135" v="1086"/>
          <ac:spMkLst>
            <pc:docMk/>
            <pc:sldMk cId="3983460591" sldId="9059"/>
            <ac:spMk id="4" creationId="{BB8A2101-D900-4F75-BEC6-89913B7C2D20}"/>
          </ac:spMkLst>
        </pc:spChg>
      </pc:sldChg>
      <pc:sldChg chg="modSp">
        <pc:chgData name="Macher, Andreas (DI FA CTR PLC PPM)" userId="f1dcac62-7bef-43eb-91f0-927336a1714f" providerId="ADAL" clId="{2BD77424-8DF9-47DD-882B-3CF5330ACF06}" dt="2022-04-11T12:31:59.135" v="1086"/>
        <pc:sldMkLst>
          <pc:docMk/>
          <pc:sldMk cId="2438124206" sldId="9061"/>
        </pc:sldMkLst>
        <pc:spChg chg="mod">
          <ac:chgData name="Macher, Andreas (DI FA CTR PLC PPM)" userId="f1dcac62-7bef-43eb-91f0-927336a1714f" providerId="ADAL" clId="{2BD77424-8DF9-47DD-882B-3CF5330ACF06}" dt="2022-04-11T12:31:59.135" v="1086"/>
          <ac:spMkLst>
            <pc:docMk/>
            <pc:sldMk cId="2438124206" sldId="9061"/>
            <ac:spMk id="3" creationId="{B8893336-141C-46AB-8984-16D9E82672EB}"/>
          </ac:spMkLst>
        </pc:spChg>
      </pc:sldChg>
      <pc:sldChg chg="modSp">
        <pc:chgData name="Macher, Andreas (DI FA CTR PLC PPM)" userId="f1dcac62-7bef-43eb-91f0-927336a1714f" providerId="ADAL" clId="{2BD77424-8DF9-47DD-882B-3CF5330ACF06}" dt="2022-04-11T12:31:59.135" v="1086"/>
        <pc:sldMkLst>
          <pc:docMk/>
          <pc:sldMk cId="2320109583" sldId="9062"/>
        </pc:sldMkLst>
        <pc:spChg chg="mod">
          <ac:chgData name="Macher, Andreas (DI FA CTR PLC PPM)" userId="f1dcac62-7bef-43eb-91f0-927336a1714f" providerId="ADAL" clId="{2BD77424-8DF9-47DD-882B-3CF5330ACF06}" dt="2022-04-11T12:31:59.135" v="1086"/>
          <ac:spMkLst>
            <pc:docMk/>
            <pc:sldMk cId="2320109583" sldId="9062"/>
            <ac:spMk id="11" creationId="{422F3569-10A9-4B0E-B5AE-276F3D31E5E3}"/>
          </ac:spMkLst>
        </pc:spChg>
      </pc:sldChg>
      <pc:sldChg chg="modSp">
        <pc:chgData name="Macher, Andreas (DI FA CTR PLC PPM)" userId="f1dcac62-7bef-43eb-91f0-927336a1714f" providerId="ADAL" clId="{2BD77424-8DF9-47DD-882B-3CF5330ACF06}" dt="2022-04-11T12:31:59.135" v="1086"/>
        <pc:sldMkLst>
          <pc:docMk/>
          <pc:sldMk cId="4248381990" sldId="9064"/>
        </pc:sldMkLst>
        <pc:spChg chg="mod">
          <ac:chgData name="Macher, Andreas (DI FA CTR PLC PPM)" userId="f1dcac62-7bef-43eb-91f0-927336a1714f" providerId="ADAL" clId="{2BD77424-8DF9-47DD-882B-3CF5330ACF06}" dt="2022-04-11T12:31:59.135" v="1086"/>
          <ac:spMkLst>
            <pc:docMk/>
            <pc:sldMk cId="4248381990" sldId="9064"/>
            <ac:spMk id="2" creationId="{C431EEF0-7B34-494C-85FD-2B492BC7CBF8}"/>
          </ac:spMkLst>
        </pc:spChg>
      </pc:sldChg>
      <pc:sldChg chg="modSp">
        <pc:chgData name="Macher, Andreas (DI FA CTR PLC PPM)" userId="f1dcac62-7bef-43eb-91f0-927336a1714f" providerId="ADAL" clId="{2BD77424-8DF9-47DD-882B-3CF5330ACF06}" dt="2022-04-11T12:31:59.135" v="1086"/>
        <pc:sldMkLst>
          <pc:docMk/>
          <pc:sldMk cId="2604767646" sldId="9068"/>
        </pc:sldMkLst>
        <pc:spChg chg="mod">
          <ac:chgData name="Macher, Andreas (DI FA CTR PLC PPM)" userId="f1dcac62-7bef-43eb-91f0-927336a1714f" providerId="ADAL" clId="{2BD77424-8DF9-47DD-882B-3CF5330ACF06}" dt="2022-04-11T12:31:59.135" v="1086"/>
          <ac:spMkLst>
            <pc:docMk/>
            <pc:sldMk cId="2604767646" sldId="9068"/>
            <ac:spMk id="2" creationId="{CDA80B1A-F138-458D-A20E-8AC049F6CF3A}"/>
          </ac:spMkLst>
        </pc:spChg>
      </pc:sldChg>
      <pc:sldChg chg="modSp">
        <pc:chgData name="Macher, Andreas (DI FA CTR PLC PPM)" userId="f1dcac62-7bef-43eb-91f0-927336a1714f" providerId="ADAL" clId="{2BD77424-8DF9-47DD-882B-3CF5330ACF06}" dt="2022-04-11T12:31:59.135" v="1086"/>
        <pc:sldMkLst>
          <pc:docMk/>
          <pc:sldMk cId="801858518" sldId="9069"/>
        </pc:sldMkLst>
        <pc:spChg chg="mod">
          <ac:chgData name="Macher, Andreas (DI FA CTR PLC PPM)" userId="f1dcac62-7bef-43eb-91f0-927336a1714f" providerId="ADAL" clId="{2BD77424-8DF9-47DD-882B-3CF5330ACF06}" dt="2022-04-11T12:31:59.135" v="1086"/>
          <ac:spMkLst>
            <pc:docMk/>
            <pc:sldMk cId="801858518" sldId="9069"/>
            <ac:spMk id="6" creationId="{52486D80-3DF7-470D-823E-765DCE86C853}"/>
          </ac:spMkLst>
        </pc:spChg>
      </pc:sldChg>
      <pc:sldChg chg="modSp">
        <pc:chgData name="Macher, Andreas (DI FA CTR PLC PPM)" userId="f1dcac62-7bef-43eb-91f0-927336a1714f" providerId="ADAL" clId="{2BD77424-8DF9-47DD-882B-3CF5330ACF06}" dt="2022-04-11T12:31:59.135" v="1086"/>
        <pc:sldMkLst>
          <pc:docMk/>
          <pc:sldMk cId="2259490612" sldId="9070"/>
        </pc:sldMkLst>
        <pc:spChg chg="mod">
          <ac:chgData name="Macher, Andreas (DI FA CTR PLC PPM)" userId="f1dcac62-7bef-43eb-91f0-927336a1714f" providerId="ADAL" clId="{2BD77424-8DF9-47DD-882B-3CF5330ACF06}" dt="2022-04-11T12:31:59.135" v="1086"/>
          <ac:spMkLst>
            <pc:docMk/>
            <pc:sldMk cId="2259490612" sldId="9070"/>
            <ac:spMk id="8" creationId="{F2EAC137-5742-431A-A52C-DF5A6EB5B926}"/>
          </ac:spMkLst>
        </pc:spChg>
      </pc:sldChg>
      <pc:sldChg chg="modSp">
        <pc:chgData name="Macher, Andreas (DI FA CTR PLC PPM)" userId="f1dcac62-7bef-43eb-91f0-927336a1714f" providerId="ADAL" clId="{2BD77424-8DF9-47DD-882B-3CF5330ACF06}" dt="2022-04-11T12:31:59.135" v="1086"/>
        <pc:sldMkLst>
          <pc:docMk/>
          <pc:sldMk cId="284463888" sldId="9071"/>
        </pc:sldMkLst>
        <pc:spChg chg="mod">
          <ac:chgData name="Macher, Andreas (DI FA CTR PLC PPM)" userId="f1dcac62-7bef-43eb-91f0-927336a1714f" providerId="ADAL" clId="{2BD77424-8DF9-47DD-882B-3CF5330ACF06}" dt="2022-04-11T12:31:59.135" v="1086"/>
          <ac:spMkLst>
            <pc:docMk/>
            <pc:sldMk cId="284463888" sldId="9071"/>
            <ac:spMk id="2" creationId="{D207E5E7-9D9C-466F-A631-B49B5ACB5B5A}"/>
          </ac:spMkLst>
        </pc:spChg>
      </pc:sldChg>
      <pc:sldChg chg="modSp">
        <pc:chgData name="Macher, Andreas (DI FA CTR PLC PPM)" userId="f1dcac62-7bef-43eb-91f0-927336a1714f" providerId="ADAL" clId="{2BD77424-8DF9-47DD-882B-3CF5330ACF06}" dt="2022-04-11T12:31:59.135" v="1086"/>
        <pc:sldMkLst>
          <pc:docMk/>
          <pc:sldMk cId="578210998" sldId="9072"/>
        </pc:sldMkLst>
        <pc:spChg chg="mod">
          <ac:chgData name="Macher, Andreas (DI FA CTR PLC PPM)" userId="f1dcac62-7bef-43eb-91f0-927336a1714f" providerId="ADAL" clId="{2BD77424-8DF9-47DD-882B-3CF5330ACF06}" dt="2022-04-11T12:31:59.135" v="1086"/>
          <ac:spMkLst>
            <pc:docMk/>
            <pc:sldMk cId="578210998" sldId="9072"/>
            <ac:spMk id="2" creationId="{0342A3D6-98FE-48A7-AFE2-71450107450D}"/>
          </ac:spMkLst>
        </pc:spChg>
      </pc:sldChg>
      <pc:sldChg chg="modSp">
        <pc:chgData name="Macher, Andreas (DI FA CTR PLC PPM)" userId="f1dcac62-7bef-43eb-91f0-927336a1714f" providerId="ADAL" clId="{2BD77424-8DF9-47DD-882B-3CF5330ACF06}" dt="2022-04-11T12:31:59.135" v="1086"/>
        <pc:sldMkLst>
          <pc:docMk/>
          <pc:sldMk cId="4153753026" sldId="9073"/>
        </pc:sldMkLst>
        <pc:spChg chg="mod">
          <ac:chgData name="Macher, Andreas (DI FA CTR PLC PPM)" userId="f1dcac62-7bef-43eb-91f0-927336a1714f" providerId="ADAL" clId="{2BD77424-8DF9-47DD-882B-3CF5330ACF06}" dt="2022-04-11T12:31:59.135" v="1086"/>
          <ac:spMkLst>
            <pc:docMk/>
            <pc:sldMk cId="4153753026" sldId="9073"/>
            <ac:spMk id="2" creationId="{8E888A1E-9B92-4BE5-87D5-650A66A200BE}"/>
          </ac:spMkLst>
        </pc:spChg>
      </pc:sldChg>
      <pc:sldChg chg="modSp">
        <pc:chgData name="Macher, Andreas (DI FA CTR PLC PPM)" userId="f1dcac62-7bef-43eb-91f0-927336a1714f" providerId="ADAL" clId="{2BD77424-8DF9-47DD-882B-3CF5330ACF06}" dt="2022-04-11T12:31:59.135" v="1086"/>
        <pc:sldMkLst>
          <pc:docMk/>
          <pc:sldMk cId="770987840" sldId="9074"/>
        </pc:sldMkLst>
        <pc:spChg chg="mod">
          <ac:chgData name="Macher, Andreas (DI FA CTR PLC PPM)" userId="f1dcac62-7bef-43eb-91f0-927336a1714f" providerId="ADAL" clId="{2BD77424-8DF9-47DD-882B-3CF5330ACF06}" dt="2022-04-11T12:31:59.135" v="1086"/>
          <ac:spMkLst>
            <pc:docMk/>
            <pc:sldMk cId="770987840" sldId="9074"/>
            <ac:spMk id="2" creationId="{46C0F81E-DF60-4B7F-BE86-EF8766A42506}"/>
          </ac:spMkLst>
        </pc:spChg>
      </pc:sldChg>
      <pc:sldChg chg="modSp">
        <pc:chgData name="Macher, Andreas (DI FA CTR PLC PPM)" userId="f1dcac62-7bef-43eb-91f0-927336a1714f" providerId="ADAL" clId="{2BD77424-8DF9-47DD-882B-3CF5330ACF06}" dt="2022-04-11T12:31:59.135" v="1086"/>
        <pc:sldMkLst>
          <pc:docMk/>
          <pc:sldMk cId="3586329819" sldId="9075"/>
        </pc:sldMkLst>
        <pc:spChg chg="mod">
          <ac:chgData name="Macher, Andreas (DI FA CTR PLC PPM)" userId="f1dcac62-7bef-43eb-91f0-927336a1714f" providerId="ADAL" clId="{2BD77424-8DF9-47DD-882B-3CF5330ACF06}" dt="2022-04-11T12:31:59.135" v="1086"/>
          <ac:spMkLst>
            <pc:docMk/>
            <pc:sldMk cId="3586329819" sldId="9075"/>
            <ac:spMk id="2" creationId="{365578C7-C65B-4D7F-8524-F7725092B59F}"/>
          </ac:spMkLst>
        </pc:spChg>
      </pc:sldChg>
      <pc:sldChg chg="modSp">
        <pc:chgData name="Macher, Andreas (DI FA CTR PLC PPM)" userId="f1dcac62-7bef-43eb-91f0-927336a1714f" providerId="ADAL" clId="{2BD77424-8DF9-47DD-882B-3CF5330ACF06}" dt="2022-04-11T12:31:59.135" v="1086"/>
        <pc:sldMkLst>
          <pc:docMk/>
          <pc:sldMk cId="413719169" sldId="9076"/>
        </pc:sldMkLst>
        <pc:spChg chg="mod">
          <ac:chgData name="Macher, Andreas (DI FA CTR PLC PPM)" userId="f1dcac62-7bef-43eb-91f0-927336a1714f" providerId="ADAL" clId="{2BD77424-8DF9-47DD-882B-3CF5330ACF06}" dt="2022-04-11T12:31:59.135" v="1086"/>
          <ac:spMkLst>
            <pc:docMk/>
            <pc:sldMk cId="413719169" sldId="9076"/>
            <ac:spMk id="2" creationId="{2005AA33-0C58-4946-9A8A-DD06B903F947}"/>
          </ac:spMkLst>
        </pc:spChg>
      </pc:sldChg>
      <pc:sldChg chg="modSp">
        <pc:chgData name="Macher, Andreas (DI FA CTR PLC PPM)" userId="f1dcac62-7bef-43eb-91f0-927336a1714f" providerId="ADAL" clId="{2BD77424-8DF9-47DD-882B-3CF5330ACF06}" dt="2022-04-11T12:31:59.135" v="1086"/>
        <pc:sldMkLst>
          <pc:docMk/>
          <pc:sldMk cId="2085356520" sldId="9077"/>
        </pc:sldMkLst>
        <pc:spChg chg="mod">
          <ac:chgData name="Macher, Andreas (DI FA CTR PLC PPM)" userId="f1dcac62-7bef-43eb-91f0-927336a1714f" providerId="ADAL" clId="{2BD77424-8DF9-47DD-882B-3CF5330ACF06}" dt="2022-04-11T12:31:59.135" v="1086"/>
          <ac:spMkLst>
            <pc:docMk/>
            <pc:sldMk cId="2085356520" sldId="9077"/>
            <ac:spMk id="2" creationId="{9AAAA657-3212-44EE-8156-A9E51026DD06}"/>
          </ac:spMkLst>
        </pc:spChg>
      </pc:sldChg>
      <pc:sldChg chg="modSp mod">
        <pc:chgData name="Macher, Andreas (DI FA CTR PLC PPM)" userId="f1dcac62-7bef-43eb-91f0-927336a1714f" providerId="ADAL" clId="{2BD77424-8DF9-47DD-882B-3CF5330ACF06}" dt="2022-04-11T13:56:13.315" v="1749" actId="20577"/>
        <pc:sldMkLst>
          <pc:docMk/>
          <pc:sldMk cId="284753482" sldId="9078"/>
        </pc:sldMkLst>
        <pc:spChg chg="mod">
          <ac:chgData name="Macher, Andreas (DI FA CTR PLC PPM)" userId="f1dcac62-7bef-43eb-91f0-927336a1714f" providerId="ADAL" clId="{2BD77424-8DF9-47DD-882B-3CF5330ACF06}" dt="2022-04-11T12:31:59.135" v="1086"/>
          <ac:spMkLst>
            <pc:docMk/>
            <pc:sldMk cId="284753482" sldId="9078"/>
            <ac:spMk id="2" creationId="{E8D68C40-B993-49D3-A187-201A4112CC9B}"/>
          </ac:spMkLst>
        </pc:spChg>
        <pc:spChg chg="mod">
          <ac:chgData name="Macher, Andreas (DI FA CTR PLC PPM)" userId="f1dcac62-7bef-43eb-91f0-927336a1714f" providerId="ADAL" clId="{2BD77424-8DF9-47DD-882B-3CF5330ACF06}" dt="2022-04-11T13:56:13.315" v="1749" actId="20577"/>
          <ac:spMkLst>
            <pc:docMk/>
            <pc:sldMk cId="284753482" sldId="9078"/>
            <ac:spMk id="4" creationId="{A645F354-40D6-4D3D-BA93-7A74F09635B4}"/>
          </ac:spMkLst>
        </pc:spChg>
      </pc:sldChg>
      <pc:sldChg chg="modSp">
        <pc:chgData name="Macher, Andreas (DI FA CTR PLC PPM)" userId="f1dcac62-7bef-43eb-91f0-927336a1714f" providerId="ADAL" clId="{2BD77424-8DF9-47DD-882B-3CF5330ACF06}" dt="2022-04-11T12:31:59.135" v="1086"/>
        <pc:sldMkLst>
          <pc:docMk/>
          <pc:sldMk cId="3598062986" sldId="9079"/>
        </pc:sldMkLst>
        <pc:spChg chg="mod">
          <ac:chgData name="Macher, Andreas (DI FA CTR PLC PPM)" userId="f1dcac62-7bef-43eb-91f0-927336a1714f" providerId="ADAL" clId="{2BD77424-8DF9-47DD-882B-3CF5330ACF06}" dt="2022-04-11T12:31:59.135" v="1086"/>
          <ac:spMkLst>
            <pc:docMk/>
            <pc:sldMk cId="3598062986" sldId="9079"/>
            <ac:spMk id="2" creationId="{D5039AA6-48B4-4810-8C4C-2BC4443AA2B1}"/>
          </ac:spMkLst>
        </pc:spChg>
      </pc:sldChg>
      <pc:sldChg chg="modSp">
        <pc:chgData name="Macher, Andreas (DI FA CTR PLC PPM)" userId="f1dcac62-7bef-43eb-91f0-927336a1714f" providerId="ADAL" clId="{2BD77424-8DF9-47DD-882B-3CF5330ACF06}" dt="2022-04-11T12:31:59.135" v="1086"/>
        <pc:sldMkLst>
          <pc:docMk/>
          <pc:sldMk cId="3404595908" sldId="9080"/>
        </pc:sldMkLst>
        <pc:spChg chg="mod">
          <ac:chgData name="Macher, Andreas (DI FA CTR PLC PPM)" userId="f1dcac62-7bef-43eb-91f0-927336a1714f" providerId="ADAL" clId="{2BD77424-8DF9-47DD-882B-3CF5330ACF06}" dt="2022-04-11T12:31:59.135" v="1086"/>
          <ac:spMkLst>
            <pc:docMk/>
            <pc:sldMk cId="3404595908" sldId="9080"/>
            <ac:spMk id="2" creationId="{5621555C-8BD1-4654-B595-DEF017CBEB2A}"/>
          </ac:spMkLst>
        </pc:spChg>
      </pc:sldChg>
      <pc:sldChg chg="modSp">
        <pc:chgData name="Macher, Andreas (DI FA CTR PLC PPM)" userId="f1dcac62-7bef-43eb-91f0-927336a1714f" providerId="ADAL" clId="{2BD77424-8DF9-47DD-882B-3CF5330ACF06}" dt="2022-04-11T12:31:59.135" v="1086"/>
        <pc:sldMkLst>
          <pc:docMk/>
          <pc:sldMk cId="503801981" sldId="9081"/>
        </pc:sldMkLst>
        <pc:spChg chg="mod">
          <ac:chgData name="Macher, Andreas (DI FA CTR PLC PPM)" userId="f1dcac62-7bef-43eb-91f0-927336a1714f" providerId="ADAL" clId="{2BD77424-8DF9-47DD-882B-3CF5330ACF06}" dt="2022-04-11T12:31:59.135" v="1086"/>
          <ac:spMkLst>
            <pc:docMk/>
            <pc:sldMk cId="503801981" sldId="9081"/>
            <ac:spMk id="5" creationId="{7ED6083C-7139-4825-B96C-2B9370BDCF96}"/>
          </ac:spMkLst>
        </pc:spChg>
      </pc:sldChg>
      <pc:sldChg chg="delSp modSp mod">
        <pc:chgData name="Macher, Andreas (DI FA CTR PLC PPM)" userId="f1dcac62-7bef-43eb-91f0-927336a1714f" providerId="ADAL" clId="{2BD77424-8DF9-47DD-882B-3CF5330ACF06}" dt="2022-04-11T13:13:46.676" v="1237" actId="14100"/>
        <pc:sldMkLst>
          <pc:docMk/>
          <pc:sldMk cId="5489862" sldId="9082"/>
        </pc:sldMkLst>
        <pc:spChg chg="mod">
          <ac:chgData name="Macher, Andreas (DI FA CTR PLC PPM)" userId="f1dcac62-7bef-43eb-91f0-927336a1714f" providerId="ADAL" clId="{2BD77424-8DF9-47DD-882B-3CF5330ACF06}" dt="2022-04-11T12:31:59.135" v="1086"/>
          <ac:spMkLst>
            <pc:docMk/>
            <pc:sldMk cId="5489862" sldId="9082"/>
            <ac:spMk id="5" creationId="{0E54C4E3-642E-40AC-9BDA-90BEFDE2557E}"/>
          </ac:spMkLst>
        </pc:spChg>
        <pc:spChg chg="del">
          <ac:chgData name="Macher, Andreas (DI FA CTR PLC PPM)" userId="f1dcac62-7bef-43eb-91f0-927336a1714f" providerId="ADAL" clId="{2BD77424-8DF9-47DD-882B-3CF5330ACF06}" dt="2022-04-11T13:13:18.354" v="1234" actId="478"/>
          <ac:spMkLst>
            <pc:docMk/>
            <pc:sldMk cId="5489862" sldId="9082"/>
            <ac:spMk id="10" creationId="{A481C9BD-B327-4BEF-8603-35EE699F40C3}"/>
          </ac:spMkLst>
        </pc:spChg>
        <pc:spChg chg="del">
          <ac:chgData name="Macher, Andreas (DI FA CTR PLC PPM)" userId="f1dcac62-7bef-43eb-91f0-927336a1714f" providerId="ADAL" clId="{2BD77424-8DF9-47DD-882B-3CF5330ACF06}" dt="2022-04-11T13:13:22.601" v="1235" actId="478"/>
          <ac:spMkLst>
            <pc:docMk/>
            <pc:sldMk cId="5489862" sldId="9082"/>
            <ac:spMk id="11" creationId="{08D18B86-A06D-4E0B-A9AA-C8AEFFB00BD8}"/>
          </ac:spMkLst>
        </pc:spChg>
        <pc:graphicFrameChg chg="modGraphic">
          <ac:chgData name="Macher, Andreas (DI FA CTR PLC PPM)" userId="f1dcac62-7bef-43eb-91f0-927336a1714f" providerId="ADAL" clId="{2BD77424-8DF9-47DD-882B-3CF5330ACF06}" dt="2022-04-11T13:13:46.676" v="1237" actId="14100"/>
          <ac:graphicFrameMkLst>
            <pc:docMk/>
            <pc:sldMk cId="5489862" sldId="9082"/>
            <ac:graphicFrameMk id="8" creationId="{CF5797E9-4B2B-4830-BCE2-BB34D3472BFF}"/>
          </ac:graphicFrameMkLst>
        </pc:graphicFrameChg>
      </pc:sldChg>
      <pc:sldChg chg="modSp">
        <pc:chgData name="Macher, Andreas (DI FA CTR PLC PPM)" userId="f1dcac62-7bef-43eb-91f0-927336a1714f" providerId="ADAL" clId="{2BD77424-8DF9-47DD-882B-3CF5330ACF06}" dt="2022-04-11T12:31:59.135" v="1086"/>
        <pc:sldMkLst>
          <pc:docMk/>
          <pc:sldMk cId="1957441726" sldId="9083"/>
        </pc:sldMkLst>
        <pc:spChg chg="mod">
          <ac:chgData name="Macher, Andreas (DI FA CTR PLC PPM)" userId="f1dcac62-7bef-43eb-91f0-927336a1714f" providerId="ADAL" clId="{2BD77424-8DF9-47DD-882B-3CF5330ACF06}" dt="2022-04-11T12:31:59.135" v="1086"/>
          <ac:spMkLst>
            <pc:docMk/>
            <pc:sldMk cId="1957441726" sldId="9083"/>
            <ac:spMk id="5" creationId="{CF5E7DD3-A48D-4ACC-9CC7-044261F0053F}"/>
          </ac:spMkLst>
        </pc:spChg>
      </pc:sldChg>
      <pc:sldChg chg="modSp">
        <pc:chgData name="Macher, Andreas (DI FA CTR PLC PPM)" userId="f1dcac62-7bef-43eb-91f0-927336a1714f" providerId="ADAL" clId="{2BD77424-8DF9-47DD-882B-3CF5330ACF06}" dt="2022-04-11T12:31:59.135" v="1086"/>
        <pc:sldMkLst>
          <pc:docMk/>
          <pc:sldMk cId="50364721" sldId="9084"/>
        </pc:sldMkLst>
        <pc:spChg chg="mod">
          <ac:chgData name="Macher, Andreas (DI FA CTR PLC PPM)" userId="f1dcac62-7bef-43eb-91f0-927336a1714f" providerId="ADAL" clId="{2BD77424-8DF9-47DD-882B-3CF5330ACF06}" dt="2022-04-11T12:31:59.135" v="1086"/>
          <ac:spMkLst>
            <pc:docMk/>
            <pc:sldMk cId="50364721" sldId="9084"/>
            <ac:spMk id="5" creationId="{348CDABB-F0BB-402D-9D9D-FA665DB829D9}"/>
          </ac:spMkLst>
        </pc:spChg>
      </pc:sldChg>
      <pc:sldChg chg="modSp">
        <pc:chgData name="Macher, Andreas (DI FA CTR PLC PPM)" userId="f1dcac62-7bef-43eb-91f0-927336a1714f" providerId="ADAL" clId="{2BD77424-8DF9-47DD-882B-3CF5330ACF06}" dt="2022-04-11T12:31:59.135" v="1086"/>
        <pc:sldMkLst>
          <pc:docMk/>
          <pc:sldMk cId="1619253116" sldId="9086"/>
        </pc:sldMkLst>
        <pc:spChg chg="mod">
          <ac:chgData name="Macher, Andreas (DI FA CTR PLC PPM)" userId="f1dcac62-7bef-43eb-91f0-927336a1714f" providerId="ADAL" clId="{2BD77424-8DF9-47DD-882B-3CF5330ACF06}" dt="2022-04-11T12:31:59.135" v="1086"/>
          <ac:spMkLst>
            <pc:docMk/>
            <pc:sldMk cId="1619253116" sldId="9086"/>
            <ac:spMk id="5" creationId="{4347BA07-C4CB-4652-8DE3-3C97213854C2}"/>
          </ac:spMkLst>
        </pc:spChg>
      </pc:sldChg>
      <pc:sldChg chg="modSp">
        <pc:chgData name="Macher, Andreas (DI FA CTR PLC PPM)" userId="f1dcac62-7bef-43eb-91f0-927336a1714f" providerId="ADAL" clId="{2BD77424-8DF9-47DD-882B-3CF5330ACF06}" dt="2022-04-11T12:31:59.135" v="1086"/>
        <pc:sldMkLst>
          <pc:docMk/>
          <pc:sldMk cId="4040070563" sldId="9087"/>
        </pc:sldMkLst>
        <pc:spChg chg="mod">
          <ac:chgData name="Macher, Andreas (DI FA CTR PLC PPM)" userId="f1dcac62-7bef-43eb-91f0-927336a1714f" providerId="ADAL" clId="{2BD77424-8DF9-47DD-882B-3CF5330ACF06}" dt="2022-04-11T12:31:59.135" v="1086"/>
          <ac:spMkLst>
            <pc:docMk/>
            <pc:sldMk cId="4040070563" sldId="9087"/>
            <ac:spMk id="3" creationId="{A1CB4388-9E19-4E16-9DD5-0A87B1239024}"/>
          </ac:spMkLst>
        </pc:spChg>
      </pc:sldChg>
      <pc:sldChg chg="modSp">
        <pc:chgData name="Macher, Andreas (DI FA CTR PLC PPM)" userId="f1dcac62-7bef-43eb-91f0-927336a1714f" providerId="ADAL" clId="{2BD77424-8DF9-47DD-882B-3CF5330ACF06}" dt="2022-04-11T12:31:59.135" v="1086"/>
        <pc:sldMkLst>
          <pc:docMk/>
          <pc:sldMk cId="2707752696" sldId="9091"/>
        </pc:sldMkLst>
        <pc:spChg chg="mod">
          <ac:chgData name="Macher, Andreas (DI FA CTR PLC PPM)" userId="f1dcac62-7bef-43eb-91f0-927336a1714f" providerId="ADAL" clId="{2BD77424-8DF9-47DD-882B-3CF5330ACF06}" dt="2022-04-11T12:31:59.135" v="1086"/>
          <ac:spMkLst>
            <pc:docMk/>
            <pc:sldMk cId="2707752696" sldId="9091"/>
            <ac:spMk id="2" creationId="{7540EA21-2211-4181-BD05-95D33FA0048E}"/>
          </ac:spMkLst>
        </pc:spChg>
      </pc:sldChg>
      <pc:sldChg chg="modSp">
        <pc:chgData name="Macher, Andreas (DI FA CTR PLC PPM)" userId="f1dcac62-7bef-43eb-91f0-927336a1714f" providerId="ADAL" clId="{2BD77424-8DF9-47DD-882B-3CF5330ACF06}" dt="2022-04-11T12:31:59.135" v="1086"/>
        <pc:sldMkLst>
          <pc:docMk/>
          <pc:sldMk cId="2189993690" sldId="9092"/>
        </pc:sldMkLst>
        <pc:spChg chg="mod">
          <ac:chgData name="Macher, Andreas (DI FA CTR PLC PPM)" userId="f1dcac62-7bef-43eb-91f0-927336a1714f" providerId="ADAL" clId="{2BD77424-8DF9-47DD-882B-3CF5330ACF06}" dt="2022-04-11T12:31:59.135" v="1086"/>
          <ac:spMkLst>
            <pc:docMk/>
            <pc:sldMk cId="2189993690" sldId="9092"/>
            <ac:spMk id="2" creationId="{1BDC51F0-290C-4FAD-ACB4-C7192735F031}"/>
          </ac:spMkLst>
        </pc:spChg>
      </pc:sldChg>
      <pc:sldChg chg="delSp modSp mod">
        <pc:chgData name="Macher, Andreas (DI FA CTR PLC PPM)" userId="f1dcac62-7bef-43eb-91f0-927336a1714f" providerId="ADAL" clId="{2BD77424-8DF9-47DD-882B-3CF5330ACF06}" dt="2022-04-11T13:02:12.594" v="1230" actId="478"/>
        <pc:sldMkLst>
          <pc:docMk/>
          <pc:sldMk cId="1689199822" sldId="9093"/>
        </pc:sldMkLst>
        <pc:spChg chg="mod">
          <ac:chgData name="Macher, Andreas (DI FA CTR PLC PPM)" userId="f1dcac62-7bef-43eb-91f0-927336a1714f" providerId="ADAL" clId="{2BD77424-8DF9-47DD-882B-3CF5330ACF06}" dt="2022-04-11T12:31:59.135" v="1086"/>
          <ac:spMkLst>
            <pc:docMk/>
            <pc:sldMk cId="1689199822" sldId="9093"/>
            <ac:spMk id="2" creationId="{DA935E28-64B4-4C36-8613-5F20B5486FFD}"/>
          </ac:spMkLst>
        </pc:spChg>
        <pc:spChg chg="mod">
          <ac:chgData name="Macher, Andreas (DI FA CTR PLC PPM)" userId="f1dcac62-7bef-43eb-91f0-927336a1714f" providerId="ADAL" clId="{2BD77424-8DF9-47DD-882B-3CF5330ACF06}" dt="2022-04-11T12:30:08.350" v="1084" actId="207"/>
          <ac:spMkLst>
            <pc:docMk/>
            <pc:sldMk cId="1689199822" sldId="9093"/>
            <ac:spMk id="52" creationId="{6E7C709C-077B-4D95-87E1-272F4846DB0E}"/>
          </ac:spMkLst>
        </pc:spChg>
        <pc:spChg chg="del">
          <ac:chgData name="Macher, Andreas (DI FA CTR PLC PPM)" userId="f1dcac62-7bef-43eb-91f0-927336a1714f" providerId="ADAL" clId="{2BD77424-8DF9-47DD-882B-3CF5330ACF06}" dt="2022-04-11T13:02:12.594" v="1230" actId="478"/>
          <ac:spMkLst>
            <pc:docMk/>
            <pc:sldMk cId="1689199822" sldId="9093"/>
            <ac:spMk id="57" creationId="{CE8B387A-26A8-4436-9718-7D61B13A63E8}"/>
          </ac:spMkLst>
        </pc:spChg>
      </pc:sldChg>
      <pc:sldChg chg="delSp modSp mod">
        <pc:chgData name="Macher, Andreas (DI FA CTR PLC PPM)" userId="f1dcac62-7bef-43eb-91f0-927336a1714f" providerId="ADAL" clId="{2BD77424-8DF9-47DD-882B-3CF5330ACF06}" dt="2022-04-11T13:02:15.394" v="1231" actId="478"/>
        <pc:sldMkLst>
          <pc:docMk/>
          <pc:sldMk cId="561793657" sldId="9094"/>
        </pc:sldMkLst>
        <pc:spChg chg="mod">
          <ac:chgData name="Macher, Andreas (DI FA CTR PLC PPM)" userId="f1dcac62-7bef-43eb-91f0-927336a1714f" providerId="ADAL" clId="{2BD77424-8DF9-47DD-882B-3CF5330ACF06}" dt="2022-04-11T12:31:59.135" v="1086"/>
          <ac:spMkLst>
            <pc:docMk/>
            <pc:sldMk cId="561793657" sldId="9094"/>
            <ac:spMk id="2" creationId="{D2BE2524-C783-476F-B65C-1E9D92B68189}"/>
          </ac:spMkLst>
        </pc:spChg>
        <pc:spChg chg="del">
          <ac:chgData name="Macher, Andreas (DI FA CTR PLC PPM)" userId="f1dcac62-7bef-43eb-91f0-927336a1714f" providerId="ADAL" clId="{2BD77424-8DF9-47DD-882B-3CF5330ACF06}" dt="2022-04-11T13:02:15.394" v="1231" actId="478"/>
          <ac:spMkLst>
            <pc:docMk/>
            <pc:sldMk cId="561793657" sldId="9094"/>
            <ac:spMk id="70" creationId="{AE490905-2BF9-4F96-8035-3A690B85FD79}"/>
          </ac:spMkLst>
        </pc:spChg>
      </pc:sldChg>
      <pc:sldChg chg="delSp modSp mod">
        <pc:chgData name="Macher, Andreas (DI FA CTR PLC PPM)" userId="f1dcac62-7bef-43eb-91f0-927336a1714f" providerId="ADAL" clId="{2BD77424-8DF9-47DD-882B-3CF5330ACF06}" dt="2022-04-11T13:02:09.390" v="1229" actId="478"/>
        <pc:sldMkLst>
          <pc:docMk/>
          <pc:sldMk cId="2355069529" sldId="9095"/>
        </pc:sldMkLst>
        <pc:spChg chg="mod">
          <ac:chgData name="Macher, Andreas (DI FA CTR PLC PPM)" userId="f1dcac62-7bef-43eb-91f0-927336a1714f" providerId="ADAL" clId="{2BD77424-8DF9-47DD-882B-3CF5330ACF06}" dt="2022-04-11T12:31:59.135" v="1086"/>
          <ac:spMkLst>
            <pc:docMk/>
            <pc:sldMk cId="2355069529" sldId="9095"/>
            <ac:spMk id="2" creationId="{181A6D00-20FA-4813-A728-A57E5C6F5E62}"/>
          </ac:spMkLst>
        </pc:spChg>
        <pc:spChg chg="mod">
          <ac:chgData name="Macher, Andreas (DI FA CTR PLC PPM)" userId="f1dcac62-7bef-43eb-91f0-927336a1714f" providerId="ADAL" clId="{2BD77424-8DF9-47DD-882B-3CF5330ACF06}" dt="2022-04-11T12:30:59.678" v="1085" actId="207"/>
          <ac:spMkLst>
            <pc:docMk/>
            <pc:sldMk cId="2355069529" sldId="9095"/>
            <ac:spMk id="52" creationId="{6E7C709C-077B-4D95-87E1-272F4846DB0E}"/>
          </ac:spMkLst>
        </pc:spChg>
        <pc:spChg chg="del">
          <ac:chgData name="Macher, Andreas (DI FA CTR PLC PPM)" userId="f1dcac62-7bef-43eb-91f0-927336a1714f" providerId="ADAL" clId="{2BD77424-8DF9-47DD-882B-3CF5330ACF06}" dt="2022-04-11T13:02:09.390" v="1229" actId="478"/>
          <ac:spMkLst>
            <pc:docMk/>
            <pc:sldMk cId="2355069529" sldId="9095"/>
            <ac:spMk id="94" creationId="{14F31C9A-9B18-49D2-8878-B8BBEC52B22A}"/>
          </ac:spMkLst>
        </pc:spChg>
      </pc:sldChg>
      <pc:sldChg chg="modSp">
        <pc:chgData name="Macher, Andreas (DI FA CTR PLC PPM)" userId="f1dcac62-7bef-43eb-91f0-927336a1714f" providerId="ADAL" clId="{2BD77424-8DF9-47DD-882B-3CF5330ACF06}" dt="2022-04-11T12:31:59.135" v="1086"/>
        <pc:sldMkLst>
          <pc:docMk/>
          <pc:sldMk cId="2198788560" sldId="9096"/>
        </pc:sldMkLst>
        <pc:spChg chg="mod">
          <ac:chgData name="Macher, Andreas (DI FA CTR PLC PPM)" userId="f1dcac62-7bef-43eb-91f0-927336a1714f" providerId="ADAL" clId="{2BD77424-8DF9-47DD-882B-3CF5330ACF06}" dt="2022-04-11T12:31:59.135" v="1086"/>
          <ac:spMkLst>
            <pc:docMk/>
            <pc:sldMk cId="2198788560" sldId="9096"/>
            <ac:spMk id="7" creationId="{05448BBD-D420-47DC-BFA6-DC62789711FE}"/>
          </ac:spMkLst>
        </pc:spChg>
      </pc:sldChg>
      <pc:sldChg chg="modSp">
        <pc:chgData name="Macher, Andreas (DI FA CTR PLC PPM)" userId="f1dcac62-7bef-43eb-91f0-927336a1714f" providerId="ADAL" clId="{2BD77424-8DF9-47DD-882B-3CF5330ACF06}" dt="2022-04-11T12:31:59.135" v="1086"/>
        <pc:sldMkLst>
          <pc:docMk/>
          <pc:sldMk cId="2298461894" sldId="9097"/>
        </pc:sldMkLst>
        <pc:spChg chg="mod">
          <ac:chgData name="Macher, Andreas (DI FA CTR PLC PPM)" userId="f1dcac62-7bef-43eb-91f0-927336a1714f" providerId="ADAL" clId="{2BD77424-8DF9-47DD-882B-3CF5330ACF06}" dt="2022-04-11T12:31:59.135" v="1086"/>
          <ac:spMkLst>
            <pc:docMk/>
            <pc:sldMk cId="2298461894" sldId="9097"/>
            <ac:spMk id="2" creationId="{AE4304C3-7775-4955-9532-EAFA5BB5626C}"/>
          </ac:spMkLst>
        </pc:spChg>
      </pc:sldChg>
      <pc:sldChg chg="modSp">
        <pc:chgData name="Macher, Andreas (DI FA CTR PLC PPM)" userId="f1dcac62-7bef-43eb-91f0-927336a1714f" providerId="ADAL" clId="{2BD77424-8DF9-47DD-882B-3CF5330ACF06}" dt="2022-04-11T12:31:59.135" v="1086"/>
        <pc:sldMkLst>
          <pc:docMk/>
          <pc:sldMk cId="1950884183" sldId="9098"/>
        </pc:sldMkLst>
        <pc:spChg chg="mod">
          <ac:chgData name="Macher, Andreas (DI FA CTR PLC PPM)" userId="f1dcac62-7bef-43eb-91f0-927336a1714f" providerId="ADAL" clId="{2BD77424-8DF9-47DD-882B-3CF5330ACF06}" dt="2022-04-11T12:31:59.135" v="1086"/>
          <ac:spMkLst>
            <pc:docMk/>
            <pc:sldMk cId="1950884183" sldId="9098"/>
            <ac:spMk id="2" creationId="{196E13CE-8251-4246-A490-E06CB7249D32}"/>
          </ac:spMkLst>
        </pc:spChg>
      </pc:sldChg>
      <pc:sldChg chg="modSp">
        <pc:chgData name="Macher, Andreas (DI FA CTR PLC PPM)" userId="f1dcac62-7bef-43eb-91f0-927336a1714f" providerId="ADAL" clId="{2BD77424-8DF9-47DD-882B-3CF5330ACF06}" dt="2022-04-11T12:31:59.135" v="1086"/>
        <pc:sldMkLst>
          <pc:docMk/>
          <pc:sldMk cId="222559270" sldId="9099"/>
        </pc:sldMkLst>
        <pc:spChg chg="mod">
          <ac:chgData name="Macher, Andreas (DI FA CTR PLC PPM)" userId="f1dcac62-7bef-43eb-91f0-927336a1714f" providerId="ADAL" clId="{2BD77424-8DF9-47DD-882B-3CF5330ACF06}" dt="2022-04-11T12:31:59.135" v="1086"/>
          <ac:spMkLst>
            <pc:docMk/>
            <pc:sldMk cId="222559270" sldId="9099"/>
            <ac:spMk id="2" creationId="{1C0CC14D-0E58-4645-954C-174A92FBB5FE}"/>
          </ac:spMkLst>
        </pc:spChg>
      </pc:sldChg>
      <pc:sldChg chg="modSp">
        <pc:chgData name="Macher, Andreas (DI FA CTR PLC PPM)" userId="f1dcac62-7bef-43eb-91f0-927336a1714f" providerId="ADAL" clId="{2BD77424-8DF9-47DD-882B-3CF5330ACF06}" dt="2022-04-11T12:31:59.135" v="1086"/>
        <pc:sldMkLst>
          <pc:docMk/>
          <pc:sldMk cId="2852176689" sldId="9100"/>
        </pc:sldMkLst>
        <pc:spChg chg="mod">
          <ac:chgData name="Macher, Andreas (DI FA CTR PLC PPM)" userId="f1dcac62-7bef-43eb-91f0-927336a1714f" providerId="ADAL" clId="{2BD77424-8DF9-47DD-882B-3CF5330ACF06}" dt="2022-04-11T12:31:59.135" v="1086"/>
          <ac:spMkLst>
            <pc:docMk/>
            <pc:sldMk cId="2852176689" sldId="9100"/>
            <ac:spMk id="2" creationId="{0EA98454-BDFE-4F28-980F-9A3F0A79C44B}"/>
          </ac:spMkLst>
        </pc:spChg>
      </pc:sldChg>
      <pc:sldChg chg="modSp">
        <pc:chgData name="Macher, Andreas (DI FA CTR PLC PPM)" userId="f1dcac62-7bef-43eb-91f0-927336a1714f" providerId="ADAL" clId="{2BD77424-8DF9-47DD-882B-3CF5330ACF06}" dt="2022-04-11T12:31:59.135" v="1086"/>
        <pc:sldMkLst>
          <pc:docMk/>
          <pc:sldMk cId="2890106603" sldId="9101"/>
        </pc:sldMkLst>
        <pc:spChg chg="mod">
          <ac:chgData name="Macher, Andreas (DI FA CTR PLC PPM)" userId="f1dcac62-7bef-43eb-91f0-927336a1714f" providerId="ADAL" clId="{2BD77424-8DF9-47DD-882B-3CF5330ACF06}" dt="2022-04-11T12:31:59.135" v="1086"/>
          <ac:spMkLst>
            <pc:docMk/>
            <pc:sldMk cId="2890106603" sldId="9101"/>
            <ac:spMk id="17" creationId="{D34698A1-18EA-456A-9A06-8F95ABDCD8DC}"/>
          </ac:spMkLst>
        </pc:spChg>
      </pc:sldChg>
      <pc:sldChg chg="modSp">
        <pc:chgData name="Macher, Andreas (DI FA CTR PLC PPM)" userId="f1dcac62-7bef-43eb-91f0-927336a1714f" providerId="ADAL" clId="{2BD77424-8DF9-47DD-882B-3CF5330ACF06}" dt="2022-04-11T12:31:59.135" v="1086"/>
        <pc:sldMkLst>
          <pc:docMk/>
          <pc:sldMk cId="804454323" sldId="9102"/>
        </pc:sldMkLst>
        <pc:spChg chg="mod">
          <ac:chgData name="Macher, Andreas (DI FA CTR PLC PPM)" userId="f1dcac62-7bef-43eb-91f0-927336a1714f" providerId="ADAL" clId="{2BD77424-8DF9-47DD-882B-3CF5330ACF06}" dt="2022-04-11T12:31:59.135" v="1086"/>
          <ac:spMkLst>
            <pc:docMk/>
            <pc:sldMk cId="804454323" sldId="9102"/>
            <ac:spMk id="5" creationId="{CDC0545B-C88D-4E20-B4B7-A620FC2D9258}"/>
          </ac:spMkLst>
        </pc:spChg>
      </pc:sldChg>
      <pc:sldChg chg="modSp">
        <pc:chgData name="Macher, Andreas (DI FA CTR PLC PPM)" userId="f1dcac62-7bef-43eb-91f0-927336a1714f" providerId="ADAL" clId="{2BD77424-8DF9-47DD-882B-3CF5330ACF06}" dt="2022-04-11T12:31:59.135" v="1086"/>
        <pc:sldMkLst>
          <pc:docMk/>
          <pc:sldMk cId="1275722678" sldId="9103"/>
        </pc:sldMkLst>
        <pc:spChg chg="mod">
          <ac:chgData name="Macher, Andreas (DI FA CTR PLC PPM)" userId="f1dcac62-7bef-43eb-91f0-927336a1714f" providerId="ADAL" clId="{2BD77424-8DF9-47DD-882B-3CF5330ACF06}" dt="2022-04-11T12:31:59.135" v="1086"/>
          <ac:spMkLst>
            <pc:docMk/>
            <pc:sldMk cId="1275722678" sldId="9103"/>
            <ac:spMk id="4" creationId="{18097E91-2EA3-46A4-9A14-3722B7B1098B}"/>
          </ac:spMkLst>
        </pc:spChg>
      </pc:sldChg>
      <pc:sldChg chg="modSp">
        <pc:chgData name="Macher, Andreas (DI FA CTR PLC PPM)" userId="f1dcac62-7bef-43eb-91f0-927336a1714f" providerId="ADAL" clId="{2BD77424-8DF9-47DD-882B-3CF5330ACF06}" dt="2022-04-11T12:31:59.135" v="1086"/>
        <pc:sldMkLst>
          <pc:docMk/>
          <pc:sldMk cId="233742774" sldId="9104"/>
        </pc:sldMkLst>
        <pc:spChg chg="mod">
          <ac:chgData name="Macher, Andreas (DI FA CTR PLC PPM)" userId="f1dcac62-7bef-43eb-91f0-927336a1714f" providerId="ADAL" clId="{2BD77424-8DF9-47DD-882B-3CF5330ACF06}" dt="2022-04-11T12:31:59.135" v="1086"/>
          <ac:spMkLst>
            <pc:docMk/>
            <pc:sldMk cId="233742774" sldId="9104"/>
            <ac:spMk id="4" creationId="{FEEE8ED1-ACD5-40D5-B45F-99F11A43AAE6}"/>
          </ac:spMkLst>
        </pc:spChg>
      </pc:sldChg>
      <pc:sldChg chg="modSp">
        <pc:chgData name="Macher, Andreas (DI FA CTR PLC PPM)" userId="f1dcac62-7bef-43eb-91f0-927336a1714f" providerId="ADAL" clId="{2BD77424-8DF9-47DD-882B-3CF5330ACF06}" dt="2022-04-11T12:31:59.135" v="1086"/>
        <pc:sldMkLst>
          <pc:docMk/>
          <pc:sldMk cId="1588646750" sldId="9107"/>
        </pc:sldMkLst>
        <pc:spChg chg="mod">
          <ac:chgData name="Macher, Andreas (DI FA CTR PLC PPM)" userId="f1dcac62-7bef-43eb-91f0-927336a1714f" providerId="ADAL" clId="{2BD77424-8DF9-47DD-882B-3CF5330ACF06}" dt="2022-04-11T12:31:59.135" v="1086"/>
          <ac:spMkLst>
            <pc:docMk/>
            <pc:sldMk cId="1588646750" sldId="9107"/>
            <ac:spMk id="3" creationId="{27EE03A8-10F8-421E-B741-D4470D1296A7}"/>
          </ac:spMkLst>
        </pc:spChg>
      </pc:sldChg>
      <pc:sldChg chg="modSp">
        <pc:chgData name="Macher, Andreas (DI FA CTR PLC PPM)" userId="f1dcac62-7bef-43eb-91f0-927336a1714f" providerId="ADAL" clId="{2BD77424-8DF9-47DD-882B-3CF5330ACF06}" dt="2022-04-11T12:31:59.135" v="1086"/>
        <pc:sldMkLst>
          <pc:docMk/>
          <pc:sldMk cId="1946802598" sldId="9108"/>
        </pc:sldMkLst>
        <pc:spChg chg="mod">
          <ac:chgData name="Macher, Andreas (DI FA CTR PLC PPM)" userId="f1dcac62-7bef-43eb-91f0-927336a1714f" providerId="ADAL" clId="{2BD77424-8DF9-47DD-882B-3CF5330ACF06}" dt="2022-04-11T12:31:59.135" v="1086"/>
          <ac:spMkLst>
            <pc:docMk/>
            <pc:sldMk cId="1946802598" sldId="9108"/>
            <ac:spMk id="2" creationId="{DA2690FB-9D9E-4168-ACCD-CF87154F6E62}"/>
          </ac:spMkLst>
        </pc:spChg>
      </pc:sldChg>
      <pc:sldChg chg="modSp">
        <pc:chgData name="Macher, Andreas (DI FA CTR PLC PPM)" userId="f1dcac62-7bef-43eb-91f0-927336a1714f" providerId="ADAL" clId="{2BD77424-8DF9-47DD-882B-3CF5330ACF06}" dt="2022-04-11T12:31:59.135" v="1086"/>
        <pc:sldMkLst>
          <pc:docMk/>
          <pc:sldMk cId="1932148143" sldId="9109"/>
        </pc:sldMkLst>
        <pc:spChg chg="mod">
          <ac:chgData name="Macher, Andreas (DI FA CTR PLC PPM)" userId="f1dcac62-7bef-43eb-91f0-927336a1714f" providerId="ADAL" clId="{2BD77424-8DF9-47DD-882B-3CF5330ACF06}" dt="2022-04-11T12:31:59.135" v="1086"/>
          <ac:spMkLst>
            <pc:docMk/>
            <pc:sldMk cId="1932148143" sldId="9109"/>
            <ac:spMk id="2" creationId="{F53D8DE7-59D9-45CD-A489-CC468BD2F3CF}"/>
          </ac:spMkLst>
        </pc:spChg>
      </pc:sldChg>
      <pc:sldChg chg="modSp">
        <pc:chgData name="Macher, Andreas (DI FA CTR PLC PPM)" userId="f1dcac62-7bef-43eb-91f0-927336a1714f" providerId="ADAL" clId="{2BD77424-8DF9-47DD-882B-3CF5330ACF06}" dt="2022-04-11T12:31:59.135" v="1086"/>
        <pc:sldMkLst>
          <pc:docMk/>
          <pc:sldMk cId="111665078" sldId="9110"/>
        </pc:sldMkLst>
        <pc:spChg chg="mod">
          <ac:chgData name="Macher, Andreas (DI FA CTR PLC PPM)" userId="f1dcac62-7bef-43eb-91f0-927336a1714f" providerId="ADAL" clId="{2BD77424-8DF9-47DD-882B-3CF5330ACF06}" dt="2022-04-11T12:31:59.135" v="1086"/>
          <ac:spMkLst>
            <pc:docMk/>
            <pc:sldMk cId="111665078" sldId="9110"/>
            <ac:spMk id="2" creationId="{412127C7-E09C-4465-B722-C40C39DCC465}"/>
          </ac:spMkLst>
        </pc:spChg>
      </pc:sldChg>
      <pc:sldChg chg="modSp">
        <pc:chgData name="Macher, Andreas (DI FA CTR PLC PPM)" userId="f1dcac62-7bef-43eb-91f0-927336a1714f" providerId="ADAL" clId="{2BD77424-8DF9-47DD-882B-3CF5330ACF06}" dt="2022-04-11T12:31:59.135" v="1086"/>
        <pc:sldMkLst>
          <pc:docMk/>
          <pc:sldMk cId="1465856675" sldId="9111"/>
        </pc:sldMkLst>
        <pc:spChg chg="mod">
          <ac:chgData name="Macher, Andreas (DI FA CTR PLC PPM)" userId="f1dcac62-7bef-43eb-91f0-927336a1714f" providerId="ADAL" clId="{2BD77424-8DF9-47DD-882B-3CF5330ACF06}" dt="2022-04-11T12:31:59.135" v="1086"/>
          <ac:spMkLst>
            <pc:docMk/>
            <pc:sldMk cId="1465856675" sldId="9111"/>
            <ac:spMk id="4" creationId="{4D796605-74A7-4258-841E-D43D8E5FDAC3}"/>
          </ac:spMkLst>
        </pc:spChg>
      </pc:sldChg>
      <pc:sldChg chg="modSp">
        <pc:chgData name="Macher, Andreas (DI FA CTR PLC PPM)" userId="f1dcac62-7bef-43eb-91f0-927336a1714f" providerId="ADAL" clId="{2BD77424-8DF9-47DD-882B-3CF5330ACF06}" dt="2022-04-11T12:31:59.135" v="1086"/>
        <pc:sldMkLst>
          <pc:docMk/>
          <pc:sldMk cId="3150031831" sldId="9112"/>
        </pc:sldMkLst>
        <pc:spChg chg="mod">
          <ac:chgData name="Macher, Andreas (DI FA CTR PLC PPM)" userId="f1dcac62-7bef-43eb-91f0-927336a1714f" providerId="ADAL" clId="{2BD77424-8DF9-47DD-882B-3CF5330ACF06}" dt="2022-04-11T12:31:59.135" v="1086"/>
          <ac:spMkLst>
            <pc:docMk/>
            <pc:sldMk cId="3150031831" sldId="9112"/>
            <ac:spMk id="3" creationId="{DC67D8DB-77B1-4BC0-8B35-9BB21AD59DFC}"/>
          </ac:spMkLst>
        </pc:spChg>
      </pc:sldChg>
      <pc:sldChg chg="modSp">
        <pc:chgData name="Macher, Andreas (DI FA CTR PLC PPM)" userId="f1dcac62-7bef-43eb-91f0-927336a1714f" providerId="ADAL" clId="{2BD77424-8DF9-47DD-882B-3CF5330ACF06}" dt="2022-04-11T12:31:59.135" v="1086"/>
        <pc:sldMkLst>
          <pc:docMk/>
          <pc:sldMk cId="3876607279" sldId="9113"/>
        </pc:sldMkLst>
        <pc:spChg chg="mod">
          <ac:chgData name="Macher, Andreas (DI FA CTR PLC PPM)" userId="f1dcac62-7bef-43eb-91f0-927336a1714f" providerId="ADAL" clId="{2BD77424-8DF9-47DD-882B-3CF5330ACF06}" dt="2022-04-11T12:31:59.135" v="1086"/>
          <ac:spMkLst>
            <pc:docMk/>
            <pc:sldMk cId="3876607279" sldId="9113"/>
            <ac:spMk id="3" creationId="{7D154929-9D5F-4F0E-951D-F74D0205BCFC}"/>
          </ac:spMkLst>
        </pc:spChg>
      </pc:sldChg>
      <pc:sldChg chg="modSp">
        <pc:chgData name="Macher, Andreas (DI FA CTR PLC PPM)" userId="f1dcac62-7bef-43eb-91f0-927336a1714f" providerId="ADAL" clId="{2BD77424-8DF9-47DD-882B-3CF5330ACF06}" dt="2022-04-11T12:31:59.135" v="1086"/>
        <pc:sldMkLst>
          <pc:docMk/>
          <pc:sldMk cId="1218739668" sldId="9114"/>
        </pc:sldMkLst>
        <pc:spChg chg="mod">
          <ac:chgData name="Macher, Andreas (DI FA CTR PLC PPM)" userId="f1dcac62-7bef-43eb-91f0-927336a1714f" providerId="ADAL" clId="{2BD77424-8DF9-47DD-882B-3CF5330ACF06}" dt="2022-04-11T12:31:59.135" v="1086"/>
          <ac:spMkLst>
            <pc:docMk/>
            <pc:sldMk cId="1218739668" sldId="9114"/>
            <ac:spMk id="2" creationId="{ED8B2D1D-4D5E-4D13-BDCE-7BD07800F483}"/>
          </ac:spMkLst>
        </pc:spChg>
      </pc:sldChg>
      <pc:sldChg chg="modSp del">
        <pc:chgData name="Macher, Andreas (DI FA CTR PLC PPM)" userId="f1dcac62-7bef-43eb-91f0-927336a1714f" providerId="ADAL" clId="{2BD77424-8DF9-47DD-882B-3CF5330ACF06}" dt="2022-04-11T13:57:00.538" v="1751" actId="47"/>
        <pc:sldMkLst>
          <pc:docMk/>
          <pc:sldMk cId="580498844" sldId="9115"/>
        </pc:sldMkLst>
        <pc:spChg chg="mod">
          <ac:chgData name="Macher, Andreas (DI FA CTR PLC PPM)" userId="f1dcac62-7bef-43eb-91f0-927336a1714f" providerId="ADAL" clId="{2BD77424-8DF9-47DD-882B-3CF5330ACF06}" dt="2022-04-11T12:31:59.135" v="1086"/>
          <ac:spMkLst>
            <pc:docMk/>
            <pc:sldMk cId="580498844" sldId="9115"/>
            <ac:spMk id="3" creationId="{7BD10837-A058-4969-B64A-216B85DA8E39}"/>
          </ac:spMkLst>
        </pc:spChg>
      </pc:sldChg>
      <pc:sldChg chg="addSp delSp modSp mod">
        <pc:chgData name="Macher, Andreas (DI FA CTR PLC PPM)" userId="f1dcac62-7bef-43eb-91f0-927336a1714f" providerId="ADAL" clId="{2BD77424-8DF9-47DD-882B-3CF5330ACF06}" dt="2022-05-02T08:19:21.505" v="1768" actId="1076"/>
        <pc:sldMkLst>
          <pc:docMk/>
          <pc:sldMk cId="95143713" sldId="9116"/>
        </pc:sldMkLst>
        <pc:spChg chg="mod">
          <ac:chgData name="Macher, Andreas (DI FA CTR PLC PPM)" userId="f1dcac62-7bef-43eb-91f0-927336a1714f" providerId="ADAL" clId="{2BD77424-8DF9-47DD-882B-3CF5330ACF06}" dt="2022-04-11T12:31:59.135" v="1086"/>
          <ac:spMkLst>
            <pc:docMk/>
            <pc:sldMk cId="95143713" sldId="9116"/>
            <ac:spMk id="3" creationId="{E731705F-F442-4FEB-BCD4-D26AC77B7CC0}"/>
          </ac:spMkLst>
        </pc:spChg>
        <pc:spChg chg="del">
          <ac:chgData name="Macher, Andreas (DI FA CTR PLC PPM)" userId="f1dcac62-7bef-43eb-91f0-927336a1714f" providerId="ADAL" clId="{2BD77424-8DF9-47DD-882B-3CF5330ACF06}" dt="2022-04-11T12:40:53.690" v="1157" actId="478"/>
          <ac:spMkLst>
            <pc:docMk/>
            <pc:sldMk cId="95143713" sldId="9116"/>
            <ac:spMk id="4" creationId="{0B3FE377-767F-46C9-86CB-8721E6ED6308}"/>
          </ac:spMkLst>
        </pc:spChg>
        <pc:picChg chg="add mod">
          <ac:chgData name="Macher, Andreas (DI FA CTR PLC PPM)" userId="f1dcac62-7bef-43eb-91f0-927336a1714f" providerId="ADAL" clId="{2BD77424-8DF9-47DD-882B-3CF5330ACF06}" dt="2022-05-02T08:19:21.505" v="1768" actId="1076"/>
          <ac:picMkLst>
            <pc:docMk/>
            <pc:sldMk cId="95143713" sldId="9116"/>
            <ac:picMk id="4" creationId="{547816BA-E4F8-4513-B7F7-36B537511CC3}"/>
          </ac:picMkLst>
        </pc:picChg>
        <pc:picChg chg="del">
          <ac:chgData name="Macher, Andreas (DI FA CTR PLC PPM)" userId="f1dcac62-7bef-43eb-91f0-927336a1714f" providerId="ADAL" clId="{2BD77424-8DF9-47DD-882B-3CF5330ACF06}" dt="2022-05-02T08:19:08.878" v="1764" actId="478"/>
          <ac:picMkLst>
            <pc:docMk/>
            <pc:sldMk cId="95143713" sldId="9116"/>
            <ac:picMk id="34" creationId="{00000000-0000-0000-0000-000000000000}"/>
          </ac:picMkLst>
        </pc:picChg>
      </pc:sldChg>
      <pc:sldChg chg="delSp modSp mod">
        <pc:chgData name="Macher, Andreas (DI FA CTR PLC PPM)" userId="f1dcac62-7bef-43eb-91f0-927336a1714f" providerId="ADAL" clId="{2BD77424-8DF9-47DD-882B-3CF5330ACF06}" dt="2022-04-11T12:41:37.710" v="1158" actId="478"/>
        <pc:sldMkLst>
          <pc:docMk/>
          <pc:sldMk cId="1429298440" sldId="9117"/>
        </pc:sldMkLst>
        <pc:spChg chg="mod">
          <ac:chgData name="Macher, Andreas (DI FA CTR PLC PPM)" userId="f1dcac62-7bef-43eb-91f0-927336a1714f" providerId="ADAL" clId="{2BD77424-8DF9-47DD-882B-3CF5330ACF06}" dt="2022-04-11T12:31:59.135" v="1086"/>
          <ac:spMkLst>
            <pc:docMk/>
            <pc:sldMk cId="1429298440" sldId="9117"/>
            <ac:spMk id="2" creationId="{412127C7-E09C-4465-B722-C40C39DCC465}"/>
          </ac:spMkLst>
        </pc:spChg>
        <pc:spChg chg="del">
          <ac:chgData name="Macher, Andreas (DI FA CTR PLC PPM)" userId="f1dcac62-7bef-43eb-91f0-927336a1714f" providerId="ADAL" clId="{2BD77424-8DF9-47DD-882B-3CF5330ACF06}" dt="2022-04-11T12:41:37.710" v="1158" actId="478"/>
          <ac:spMkLst>
            <pc:docMk/>
            <pc:sldMk cId="1429298440" sldId="9117"/>
            <ac:spMk id="7" creationId="{3097A133-E402-4F2E-87DA-2CD0499E9B55}"/>
          </ac:spMkLst>
        </pc:spChg>
      </pc:sldChg>
      <pc:sldChg chg="addSp delSp modSp mod">
        <pc:chgData name="Macher, Andreas (DI FA CTR PLC PPM)" userId="f1dcac62-7bef-43eb-91f0-927336a1714f" providerId="ADAL" clId="{2BD77424-8DF9-47DD-882B-3CF5330ACF06}" dt="2022-04-11T13:01:10.167" v="1228" actId="478"/>
        <pc:sldMkLst>
          <pc:docMk/>
          <pc:sldMk cId="3438213007" sldId="9120"/>
        </pc:sldMkLst>
        <pc:spChg chg="mod">
          <ac:chgData name="Macher, Andreas (DI FA CTR PLC PPM)" userId="f1dcac62-7bef-43eb-91f0-927336a1714f" providerId="ADAL" clId="{2BD77424-8DF9-47DD-882B-3CF5330ACF06}" dt="2022-04-11T13:00:37.649" v="1223" actId="1076"/>
          <ac:spMkLst>
            <pc:docMk/>
            <pc:sldMk cId="3438213007" sldId="9120"/>
            <ac:spMk id="4" creationId="{626F0DC5-7AEE-42DA-849A-672A51E94E56}"/>
          </ac:spMkLst>
        </pc:spChg>
        <pc:spChg chg="del">
          <ac:chgData name="Macher, Andreas (DI FA CTR PLC PPM)" userId="f1dcac62-7bef-43eb-91f0-927336a1714f" providerId="ADAL" clId="{2BD77424-8DF9-47DD-882B-3CF5330ACF06}" dt="2022-04-11T13:01:10.167" v="1228" actId="478"/>
          <ac:spMkLst>
            <pc:docMk/>
            <pc:sldMk cId="3438213007" sldId="9120"/>
            <ac:spMk id="6" creationId="{F5A8F430-901E-4453-9314-4C9534924CFB}"/>
          </ac:spMkLst>
        </pc:spChg>
        <pc:spChg chg="add mod">
          <ac:chgData name="Macher, Andreas (DI FA CTR PLC PPM)" userId="f1dcac62-7bef-43eb-91f0-927336a1714f" providerId="ADAL" clId="{2BD77424-8DF9-47DD-882B-3CF5330ACF06}" dt="2022-04-11T13:00:46.360" v="1224" actId="790"/>
          <ac:spMkLst>
            <pc:docMk/>
            <pc:sldMk cId="3438213007" sldId="9120"/>
            <ac:spMk id="20" creationId="{86E1ADB2-DC5B-434E-86E3-97483F8C42F6}"/>
          </ac:spMkLst>
        </pc:spChg>
        <pc:spChg chg="add mod">
          <ac:chgData name="Macher, Andreas (DI FA CTR PLC PPM)" userId="f1dcac62-7bef-43eb-91f0-927336a1714f" providerId="ADAL" clId="{2BD77424-8DF9-47DD-882B-3CF5330ACF06}" dt="2022-04-11T13:00:46.360" v="1224" actId="790"/>
          <ac:spMkLst>
            <pc:docMk/>
            <pc:sldMk cId="3438213007" sldId="9120"/>
            <ac:spMk id="21" creationId="{13FC4C09-4981-4D3E-A8C0-750EE0222966}"/>
          </ac:spMkLst>
        </pc:spChg>
        <pc:spChg chg="mod">
          <ac:chgData name="Macher, Andreas (DI FA CTR PLC PPM)" userId="f1dcac62-7bef-43eb-91f0-927336a1714f" providerId="ADAL" clId="{2BD77424-8DF9-47DD-882B-3CF5330ACF06}" dt="2022-04-11T13:01:00.427" v="1225" actId="108"/>
          <ac:spMkLst>
            <pc:docMk/>
            <pc:sldMk cId="3438213007" sldId="9120"/>
            <ac:spMk id="49" creationId="{13B326CA-0861-4F02-9A8E-92642FC62044}"/>
          </ac:spMkLst>
        </pc:spChg>
        <pc:spChg chg="mod">
          <ac:chgData name="Macher, Andreas (DI FA CTR PLC PPM)" userId="f1dcac62-7bef-43eb-91f0-927336a1714f" providerId="ADAL" clId="{2BD77424-8DF9-47DD-882B-3CF5330ACF06}" dt="2022-04-11T13:01:03.934" v="1226" actId="108"/>
          <ac:spMkLst>
            <pc:docMk/>
            <pc:sldMk cId="3438213007" sldId="9120"/>
            <ac:spMk id="52" creationId="{FD3302A9-B583-45DF-B2F7-D831F0569D9E}"/>
          </ac:spMkLst>
        </pc:spChg>
        <pc:spChg chg="mod">
          <ac:chgData name="Macher, Andreas (DI FA CTR PLC PPM)" userId="f1dcac62-7bef-43eb-91f0-927336a1714f" providerId="ADAL" clId="{2BD77424-8DF9-47DD-882B-3CF5330ACF06}" dt="2022-04-11T13:01:06.584" v="1227" actId="108"/>
          <ac:spMkLst>
            <pc:docMk/>
            <pc:sldMk cId="3438213007" sldId="9120"/>
            <ac:spMk id="70" creationId="{0CAC8CD6-A408-487F-8F39-E9F6D42DD271}"/>
          </ac:spMkLst>
        </pc:spChg>
      </pc:sldChg>
      <pc:sldChg chg="addSp delSp modSp mod">
        <pc:chgData name="Macher, Andreas (DI FA CTR PLC PPM)" userId="f1dcac62-7bef-43eb-91f0-927336a1714f" providerId="ADAL" clId="{2BD77424-8DF9-47DD-882B-3CF5330ACF06}" dt="2022-04-11T13:56:03.453" v="1747" actId="20577"/>
        <pc:sldMkLst>
          <pc:docMk/>
          <pc:sldMk cId="1588417255" sldId="9122"/>
        </pc:sldMkLst>
        <pc:spChg chg="mod">
          <ac:chgData name="Macher, Andreas (DI FA CTR PLC PPM)" userId="f1dcac62-7bef-43eb-91f0-927336a1714f" providerId="ADAL" clId="{2BD77424-8DF9-47DD-882B-3CF5330ACF06}" dt="2022-04-11T12:35:58.893" v="1152" actId="1076"/>
          <ac:spMkLst>
            <pc:docMk/>
            <pc:sldMk cId="1588417255" sldId="9122"/>
            <ac:spMk id="2" creationId="{D844B46B-66FB-4F76-8B0E-37D7D4617D33}"/>
          </ac:spMkLst>
        </pc:spChg>
        <pc:spChg chg="mod">
          <ac:chgData name="Macher, Andreas (DI FA CTR PLC PPM)" userId="f1dcac62-7bef-43eb-91f0-927336a1714f" providerId="ADAL" clId="{2BD77424-8DF9-47DD-882B-3CF5330ACF06}" dt="2022-04-11T12:31:59.135" v="1086"/>
          <ac:spMkLst>
            <pc:docMk/>
            <pc:sldMk cId="1588417255" sldId="9122"/>
            <ac:spMk id="3" creationId="{06245AF5-1AE3-49EC-B4ED-2C4EC9A6E5FC}"/>
          </ac:spMkLst>
        </pc:spChg>
        <pc:spChg chg="add mod">
          <ac:chgData name="Macher, Andreas (DI FA CTR PLC PPM)" userId="f1dcac62-7bef-43eb-91f0-927336a1714f" providerId="ADAL" clId="{2BD77424-8DF9-47DD-882B-3CF5330ACF06}" dt="2022-04-11T12:35:34.250" v="1148" actId="164"/>
          <ac:spMkLst>
            <pc:docMk/>
            <pc:sldMk cId="1588417255" sldId="9122"/>
            <ac:spMk id="4" creationId="{CD68AC5B-6786-442D-BD2F-8D1D5FAE971E}"/>
          </ac:spMkLst>
        </pc:spChg>
        <pc:spChg chg="mod">
          <ac:chgData name="Macher, Andreas (DI FA CTR PLC PPM)" userId="f1dcac62-7bef-43eb-91f0-927336a1714f" providerId="ADAL" clId="{2BD77424-8DF9-47DD-882B-3CF5330ACF06}" dt="2022-04-11T13:56:03.453" v="1747" actId="20577"/>
          <ac:spMkLst>
            <pc:docMk/>
            <pc:sldMk cId="1588417255" sldId="9122"/>
            <ac:spMk id="6" creationId="{6A170028-9FA8-4B43-9B25-027AA705A688}"/>
          </ac:spMkLst>
        </pc:spChg>
        <pc:spChg chg="del mod">
          <ac:chgData name="Macher, Andreas (DI FA CTR PLC PPM)" userId="f1dcac62-7bef-43eb-91f0-927336a1714f" providerId="ADAL" clId="{2BD77424-8DF9-47DD-882B-3CF5330ACF06}" dt="2022-04-11T12:36:12.369" v="1153" actId="478"/>
          <ac:spMkLst>
            <pc:docMk/>
            <pc:sldMk cId="1588417255" sldId="9122"/>
            <ac:spMk id="8" creationId="{E302CC84-C803-4E53-8BDB-7DA9CF3C4063}"/>
          </ac:spMkLst>
        </pc:spChg>
        <pc:spChg chg="add mod">
          <ac:chgData name="Macher, Andreas (DI FA CTR PLC PPM)" userId="f1dcac62-7bef-43eb-91f0-927336a1714f" providerId="ADAL" clId="{2BD77424-8DF9-47DD-882B-3CF5330ACF06}" dt="2022-04-11T12:35:34.250" v="1148" actId="164"/>
          <ac:spMkLst>
            <pc:docMk/>
            <pc:sldMk cId="1588417255" sldId="9122"/>
            <ac:spMk id="9" creationId="{015C2906-29EB-4182-88BA-70D160E3C6AA}"/>
          </ac:spMkLst>
        </pc:spChg>
        <pc:spChg chg="mod">
          <ac:chgData name="Macher, Andreas (DI FA CTR PLC PPM)" userId="f1dcac62-7bef-43eb-91f0-927336a1714f" providerId="ADAL" clId="{2BD77424-8DF9-47DD-882B-3CF5330ACF06}" dt="2022-04-11T12:35:37.837" v="1149"/>
          <ac:spMkLst>
            <pc:docMk/>
            <pc:sldMk cId="1588417255" sldId="9122"/>
            <ac:spMk id="12" creationId="{73F8E1B0-3176-4A03-823C-31434E2D0D5D}"/>
          </ac:spMkLst>
        </pc:spChg>
        <pc:spChg chg="mod">
          <ac:chgData name="Macher, Andreas (DI FA CTR PLC PPM)" userId="f1dcac62-7bef-43eb-91f0-927336a1714f" providerId="ADAL" clId="{2BD77424-8DF9-47DD-882B-3CF5330ACF06}" dt="2022-04-11T12:35:37.837" v="1149"/>
          <ac:spMkLst>
            <pc:docMk/>
            <pc:sldMk cId="1588417255" sldId="9122"/>
            <ac:spMk id="13" creationId="{FF507D7C-1A19-41CD-9AA6-875E6D4807A4}"/>
          </ac:spMkLst>
        </pc:spChg>
        <pc:grpChg chg="add del mod">
          <ac:chgData name="Macher, Andreas (DI FA CTR PLC PPM)" userId="f1dcac62-7bef-43eb-91f0-927336a1714f" providerId="ADAL" clId="{2BD77424-8DF9-47DD-882B-3CF5330ACF06}" dt="2022-04-11T12:36:12.369" v="1153" actId="478"/>
          <ac:grpSpMkLst>
            <pc:docMk/>
            <pc:sldMk cId="1588417255" sldId="9122"/>
            <ac:grpSpMk id="10" creationId="{15AD2E93-FF66-4440-9C10-32D9BA5F2B78}"/>
          </ac:grpSpMkLst>
        </pc:grpChg>
        <pc:grpChg chg="add del mod">
          <ac:chgData name="Macher, Andreas (DI FA CTR PLC PPM)" userId="f1dcac62-7bef-43eb-91f0-927336a1714f" providerId="ADAL" clId="{2BD77424-8DF9-47DD-882B-3CF5330ACF06}" dt="2022-04-11T12:37:12.719" v="1154" actId="478"/>
          <ac:grpSpMkLst>
            <pc:docMk/>
            <pc:sldMk cId="1588417255" sldId="9122"/>
            <ac:grpSpMk id="11" creationId="{C9ADB1DE-84C8-4B63-A95F-1F4BC169E77C}"/>
          </ac:grpSpMkLst>
        </pc:grpChg>
      </pc:sldChg>
      <pc:sldChg chg="addSp delSp modSp mod">
        <pc:chgData name="Macher, Andreas (DI FA CTR PLC PPM)" userId="f1dcac62-7bef-43eb-91f0-927336a1714f" providerId="ADAL" clId="{2BD77424-8DF9-47DD-882B-3CF5330ACF06}" dt="2022-04-11T12:51:49.184" v="1159" actId="478"/>
        <pc:sldMkLst>
          <pc:docMk/>
          <pc:sldMk cId="3634715590" sldId="9124"/>
        </pc:sldMkLst>
        <pc:spChg chg="mod">
          <ac:chgData name="Macher, Andreas (DI FA CTR PLC PPM)" userId="f1dcac62-7bef-43eb-91f0-927336a1714f" providerId="ADAL" clId="{2BD77424-8DF9-47DD-882B-3CF5330ACF06}" dt="2022-04-11T11:44:34.616" v="815" actId="1036"/>
          <ac:spMkLst>
            <pc:docMk/>
            <pc:sldMk cId="3634715590" sldId="9124"/>
            <ac:spMk id="2" creationId="{88A5B28F-FA42-49C8-95C5-2209FCC106C5}"/>
          </ac:spMkLst>
        </pc:spChg>
        <pc:spChg chg="add mod">
          <ac:chgData name="Macher, Andreas (DI FA CTR PLC PPM)" userId="f1dcac62-7bef-43eb-91f0-927336a1714f" providerId="ADAL" clId="{2BD77424-8DF9-47DD-882B-3CF5330ACF06}" dt="2022-04-11T11:44:34.616" v="815" actId="1036"/>
          <ac:spMkLst>
            <pc:docMk/>
            <pc:sldMk cId="3634715590" sldId="9124"/>
            <ac:spMk id="3" creationId="{F3747195-329E-4766-8327-86A86661611E}"/>
          </ac:spMkLst>
        </pc:spChg>
        <pc:spChg chg="mod">
          <ac:chgData name="Macher, Andreas (DI FA CTR PLC PPM)" userId="f1dcac62-7bef-43eb-91f0-927336a1714f" providerId="ADAL" clId="{2BD77424-8DF9-47DD-882B-3CF5330ACF06}" dt="2022-04-11T12:31:59.135" v="1086"/>
          <ac:spMkLst>
            <pc:docMk/>
            <pc:sldMk cId="3634715590" sldId="9124"/>
            <ac:spMk id="4" creationId="{626F0DC5-7AEE-42DA-849A-672A51E94E56}"/>
          </ac:spMkLst>
        </pc:spChg>
        <pc:spChg chg="del">
          <ac:chgData name="Macher, Andreas (DI FA CTR PLC PPM)" userId="f1dcac62-7bef-43eb-91f0-927336a1714f" providerId="ADAL" clId="{2BD77424-8DF9-47DD-882B-3CF5330ACF06}" dt="2022-04-08T13:32:57.692" v="379" actId="478"/>
          <ac:spMkLst>
            <pc:docMk/>
            <pc:sldMk cId="3634715590" sldId="9124"/>
            <ac:spMk id="6" creationId="{F5A8F430-901E-4453-9314-4C9534924CFB}"/>
          </ac:spMkLst>
        </pc:spChg>
        <pc:spChg chg="mod">
          <ac:chgData name="Macher, Andreas (DI FA CTR PLC PPM)" userId="f1dcac62-7bef-43eb-91f0-927336a1714f" providerId="ADAL" clId="{2BD77424-8DF9-47DD-882B-3CF5330ACF06}" dt="2022-04-11T11:44:34.616" v="815" actId="1036"/>
          <ac:spMkLst>
            <pc:docMk/>
            <pc:sldMk cId="3634715590" sldId="9124"/>
            <ac:spMk id="9" creationId="{0D980E39-E9A3-40A7-AAD0-4D60AD7C60E3}"/>
          </ac:spMkLst>
        </pc:spChg>
        <pc:spChg chg="mod">
          <ac:chgData name="Macher, Andreas (DI FA CTR PLC PPM)" userId="f1dcac62-7bef-43eb-91f0-927336a1714f" providerId="ADAL" clId="{2BD77424-8DF9-47DD-882B-3CF5330ACF06}" dt="2022-04-11T11:44:34.616" v="815" actId="1036"/>
          <ac:spMkLst>
            <pc:docMk/>
            <pc:sldMk cId="3634715590" sldId="9124"/>
            <ac:spMk id="10" creationId="{38FE3D16-A682-43EF-A405-AEE47046542A}"/>
          </ac:spMkLst>
        </pc:spChg>
        <pc:spChg chg="mod">
          <ac:chgData name="Macher, Andreas (DI FA CTR PLC PPM)" userId="f1dcac62-7bef-43eb-91f0-927336a1714f" providerId="ADAL" clId="{2BD77424-8DF9-47DD-882B-3CF5330ACF06}" dt="2022-04-11T11:44:34.616" v="815" actId="1036"/>
          <ac:spMkLst>
            <pc:docMk/>
            <pc:sldMk cId="3634715590" sldId="9124"/>
            <ac:spMk id="11" creationId="{DC439FA8-C617-410D-A860-A79DF75BB216}"/>
          </ac:spMkLst>
        </pc:spChg>
        <pc:spChg chg="del">
          <ac:chgData name="Macher, Andreas (DI FA CTR PLC PPM)" userId="f1dcac62-7bef-43eb-91f0-927336a1714f" providerId="ADAL" clId="{2BD77424-8DF9-47DD-882B-3CF5330ACF06}" dt="2022-04-11T11:21:25.544" v="476" actId="478"/>
          <ac:spMkLst>
            <pc:docMk/>
            <pc:sldMk cId="3634715590" sldId="9124"/>
            <ac:spMk id="16" creationId="{8BB4E131-4B44-4608-9FE7-CC68DDAB1158}"/>
          </ac:spMkLst>
        </pc:spChg>
        <pc:spChg chg="mod">
          <ac:chgData name="Macher, Andreas (DI FA CTR PLC PPM)" userId="f1dcac62-7bef-43eb-91f0-927336a1714f" providerId="ADAL" clId="{2BD77424-8DF9-47DD-882B-3CF5330ACF06}" dt="2022-04-11T11:44:34.616" v="815" actId="1036"/>
          <ac:spMkLst>
            <pc:docMk/>
            <pc:sldMk cId="3634715590" sldId="9124"/>
            <ac:spMk id="19" creationId="{6ADB2E78-B8FA-4FB7-9020-C75231CE1B58}"/>
          </ac:spMkLst>
        </pc:spChg>
        <pc:spChg chg="mod">
          <ac:chgData name="Macher, Andreas (DI FA CTR PLC PPM)" userId="f1dcac62-7bef-43eb-91f0-927336a1714f" providerId="ADAL" clId="{2BD77424-8DF9-47DD-882B-3CF5330ACF06}" dt="2022-04-11T11:44:34.616" v="815" actId="1036"/>
          <ac:spMkLst>
            <pc:docMk/>
            <pc:sldMk cId="3634715590" sldId="9124"/>
            <ac:spMk id="22" creationId="{43018C34-30D7-4A9B-AA95-980F2FB56C20}"/>
          </ac:spMkLst>
        </pc:spChg>
        <pc:spChg chg="mod">
          <ac:chgData name="Macher, Andreas (DI FA CTR PLC PPM)" userId="f1dcac62-7bef-43eb-91f0-927336a1714f" providerId="ADAL" clId="{2BD77424-8DF9-47DD-882B-3CF5330ACF06}" dt="2022-04-11T11:44:34.616" v="815" actId="1036"/>
          <ac:spMkLst>
            <pc:docMk/>
            <pc:sldMk cId="3634715590" sldId="9124"/>
            <ac:spMk id="25" creationId="{78FEFE82-367B-4560-B8BF-A78AAFC05775}"/>
          </ac:spMkLst>
        </pc:spChg>
        <pc:spChg chg="mod">
          <ac:chgData name="Macher, Andreas (DI FA CTR PLC PPM)" userId="f1dcac62-7bef-43eb-91f0-927336a1714f" providerId="ADAL" clId="{2BD77424-8DF9-47DD-882B-3CF5330ACF06}" dt="2022-04-11T11:44:34.616" v="815" actId="1036"/>
          <ac:spMkLst>
            <pc:docMk/>
            <pc:sldMk cId="3634715590" sldId="9124"/>
            <ac:spMk id="28" creationId="{0B1DFB12-E7BD-4097-A265-54C26178A822}"/>
          </ac:spMkLst>
        </pc:spChg>
        <pc:spChg chg="mod">
          <ac:chgData name="Macher, Andreas (DI FA CTR PLC PPM)" userId="f1dcac62-7bef-43eb-91f0-927336a1714f" providerId="ADAL" clId="{2BD77424-8DF9-47DD-882B-3CF5330ACF06}" dt="2022-04-11T11:44:34.616" v="815" actId="1036"/>
          <ac:spMkLst>
            <pc:docMk/>
            <pc:sldMk cId="3634715590" sldId="9124"/>
            <ac:spMk id="29" creationId="{8C778B68-10ED-4AFD-A9F8-F66F4D041813}"/>
          </ac:spMkLst>
        </pc:spChg>
        <pc:spChg chg="mod">
          <ac:chgData name="Macher, Andreas (DI FA CTR PLC PPM)" userId="f1dcac62-7bef-43eb-91f0-927336a1714f" providerId="ADAL" clId="{2BD77424-8DF9-47DD-882B-3CF5330ACF06}" dt="2022-04-11T11:44:34.616" v="815" actId="1036"/>
          <ac:spMkLst>
            <pc:docMk/>
            <pc:sldMk cId="3634715590" sldId="9124"/>
            <ac:spMk id="30" creationId="{43D392F7-6529-47E3-9AD9-FDC2D474FB93}"/>
          </ac:spMkLst>
        </pc:spChg>
        <pc:spChg chg="mod">
          <ac:chgData name="Macher, Andreas (DI FA CTR PLC PPM)" userId="f1dcac62-7bef-43eb-91f0-927336a1714f" providerId="ADAL" clId="{2BD77424-8DF9-47DD-882B-3CF5330ACF06}" dt="2022-04-11T11:44:34.616" v="815" actId="1036"/>
          <ac:spMkLst>
            <pc:docMk/>
            <pc:sldMk cId="3634715590" sldId="9124"/>
            <ac:spMk id="35" creationId="{A720E156-A4F7-470D-AD70-38F794E8E5E1}"/>
          </ac:spMkLst>
        </pc:spChg>
        <pc:spChg chg="mod">
          <ac:chgData name="Macher, Andreas (DI FA CTR PLC PPM)" userId="f1dcac62-7bef-43eb-91f0-927336a1714f" providerId="ADAL" clId="{2BD77424-8DF9-47DD-882B-3CF5330ACF06}" dt="2022-04-11T11:44:34.616" v="815" actId="1036"/>
          <ac:spMkLst>
            <pc:docMk/>
            <pc:sldMk cId="3634715590" sldId="9124"/>
            <ac:spMk id="36" creationId="{7A19D7DF-68AB-4371-84A0-4852D5A8C127}"/>
          </ac:spMkLst>
        </pc:spChg>
        <pc:spChg chg="mod">
          <ac:chgData name="Macher, Andreas (DI FA CTR PLC PPM)" userId="f1dcac62-7bef-43eb-91f0-927336a1714f" providerId="ADAL" clId="{2BD77424-8DF9-47DD-882B-3CF5330ACF06}" dt="2022-04-11T11:44:34.616" v="815" actId="1036"/>
          <ac:spMkLst>
            <pc:docMk/>
            <pc:sldMk cId="3634715590" sldId="9124"/>
            <ac:spMk id="37" creationId="{5205A3E6-2DBA-4CD6-8275-A241C4EEB89B}"/>
          </ac:spMkLst>
        </pc:spChg>
        <pc:spChg chg="mod">
          <ac:chgData name="Macher, Andreas (DI FA CTR PLC PPM)" userId="f1dcac62-7bef-43eb-91f0-927336a1714f" providerId="ADAL" clId="{2BD77424-8DF9-47DD-882B-3CF5330ACF06}" dt="2022-04-11T11:44:34.616" v="815" actId="1036"/>
          <ac:spMkLst>
            <pc:docMk/>
            <pc:sldMk cId="3634715590" sldId="9124"/>
            <ac:spMk id="38" creationId="{6E634356-1446-4EB1-80F9-C79C3326153B}"/>
          </ac:spMkLst>
        </pc:spChg>
        <pc:spChg chg="del mod">
          <ac:chgData name="Macher, Andreas (DI FA CTR PLC PPM)" userId="f1dcac62-7bef-43eb-91f0-927336a1714f" providerId="ADAL" clId="{2BD77424-8DF9-47DD-882B-3CF5330ACF06}" dt="2022-04-11T11:33:40.966" v="505" actId="478"/>
          <ac:spMkLst>
            <pc:docMk/>
            <pc:sldMk cId="3634715590" sldId="9124"/>
            <ac:spMk id="39" creationId="{4FF5E2D3-BC1C-4EFC-9851-2E252617B76C}"/>
          </ac:spMkLst>
        </pc:spChg>
        <pc:spChg chg="mod">
          <ac:chgData name="Macher, Andreas (DI FA CTR PLC PPM)" userId="f1dcac62-7bef-43eb-91f0-927336a1714f" providerId="ADAL" clId="{2BD77424-8DF9-47DD-882B-3CF5330ACF06}" dt="2022-04-11T11:44:34.616" v="815" actId="1036"/>
          <ac:spMkLst>
            <pc:docMk/>
            <pc:sldMk cId="3634715590" sldId="9124"/>
            <ac:spMk id="40" creationId="{62193807-2387-4D96-B25B-2ACF8BA5F327}"/>
          </ac:spMkLst>
        </pc:spChg>
        <pc:spChg chg="add del mod">
          <ac:chgData name="Macher, Andreas (DI FA CTR PLC PPM)" userId="f1dcac62-7bef-43eb-91f0-927336a1714f" providerId="ADAL" clId="{2BD77424-8DF9-47DD-882B-3CF5330ACF06}" dt="2022-04-11T12:51:49.184" v="1159" actId="478"/>
          <ac:spMkLst>
            <pc:docMk/>
            <pc:sldMk cId="3634715590" sldId="9124"/>
            <ac:spMk id="41" creationId="{E349F2A0-CE49-41B4-BB39-50BB72B522CC}"/>
          </ac:spMkLst>
        </pc:spChg>
        <pc:spChg chg="add mod">
          <ac:chgData name="Macher, Andreas (DI FA CTR PLC PPM)" userId="f1dcac62-7bef-43eb-91f0-927336a1714f" providerId="ADAL" clId="{2BD77424-8DF9-47DD-882B-3CF5330ACF06}" dt="2022-04-11T11:44:34.616" v="815" actId="1036"/>
          <ac:spMkLst>
            <pc:docMk/>
            <pc:sldMk cId="3634715590" sldId="9124"/>
            <ac:spMk id="42" creationId="{96A75AF8-A913-4BB4-BF56-CA0C2FA6761F}"/>
          </ac:spMkLst>
        </pc:spChg>
        <pc:spChg chg="mod">
          <ac:chgData name="Macher, Andreas (DI FA CTR PLC PPM)" userId="f1dcac62-7bef-43eb-91f0-927336a1714f" providerId="ADAL" clId="{2BD77424-8DF9-47DD-882B-3CF5330ACF06}" dt="2022-04-11T11:44:34.616" v="815" actId="1036"/>
          <ac:spMkLst>
            <pc:docMk/>
            <pc:sldMk cId="3634715590" sldId="9124"/>
            <ac:spMk id="46" creationId="{F79F78F0-3247-4A5A-B842-CEE4187383F4}"/>
          </ac:spMkLst>
        </pc:spChg>
        <pc:spChg chg="mod">
          <ac:chgData name="Macher, Andreas (DI FA CTR PLC PPM)" userId="f1dcac62-7bef-43eb-91f0-927336a1714f" providerId="ADAL" clId="{2BD77424-8DF9-47DD-882B-3CF5330ACF06}" dt="2022-04-11T11:44:34.616" v="815" actId="1036"/>
          <ac:spMkLst>
            <pc:docMk/>
            <pc:sldMk cId="3634715590" sldId="9124"/>
            <ac:spMk id="47" creationId="{1AC061A9-10B2-4355-BF7C-DE66DBE5249D}"/>
          </ac:spMkLst>
        </pc:spChg>
        <pc:spChg chg="mod">
          <ac:chgData name="Macher, Andreas (DI FA CTR PLC PPM)" userId="f1dcac62-7bef-43eb-91f0-927336a1714f" providerId="ADAL" clId="{2BD77424-8DF9-47DD-882B-3CF5330ACF06}" dt="2022-04-11T11:44:34.616" v="815" actId="1036"/>
          <ac:spMkLst>
            <pc:docMk/>
            <pc:sldMk cId="3634715590" sldId="9124"/>
            <ac:spMk id="50" creationId="{6DD6A835-EA9E-4889-9948-85A158C41504}"/>
          </ac:spMkLst>
        </pc:spChg>
        <pc:spChg chg="mod">
          <ac:chgData name="Macher, Andreas (DI FA CTR PLC PPM)" userId="f1dcac62-7bef-43eb-91f0-927336a1714f" providerId="ADAL" clId="{2BD77424-8DF9-47DD-882B-3CF5330ACF06}" dt="2022-04-11T11:44:34.616" v="815" actId="1036"/>
          <ac:spMkLst>
            <pc:docMk/>
            <pc:sldMk cId="3634715590" sldId="9124"/>
            <ac:spMk id="51" creationId="{44E00E0F-D030-46BD-89A9-BC5BEE7BC845}"/>
          </ac:spMkLst>
        </pc:spChg>
        <pc:spChg chg="mod">
          <ac:chgData name="Macher, Andreas (DI FA CTR PLC PPM)" userId="f1dcac62-7bef-43eb-91f0-927336a1714f" providerId="ADAL" clId="{2BD77424-8DF9-47DD-882B-3CF5330ACF06}" dt="2022-04-11T11:44:34.616" v="815" actId="1036"/>
          <ac:spMkLst>
            <pc:docMk/>
            <pc:sldMk cId="3634715590" sldId="9124"/>
            <ac:spMk id="55" creationId="{E99A2151-C3ED-4216-84B9-7093216A3922}"/>
          </ac:spMkLst>
        </pc:spChg>
        <pc:spChg chg="del mod">
          <ac:chgData name="Macher, Andreas (DI FA CTR PLC PPM)" userId="f1dcac62-7bef-43eb-91f0-927336a1714f" providerId="ADAL" clId="{2BD77424-8DF9-47DD-882B-3CF5330ACF06}" dt="2022-04-11T11:33:35.347" v="504" actId="478"/>
          <ac:spMkLst>
            <pc:docMk/>
            <pc:sldMk cId="3634715590" sldId="9124"/>
            <ac:spMk id="58" creationId="{B7DEAB63-EF88-42C1-A843-52E2CC0513CA}"/>
          </ac:spMkLst>
        </pc:spChg>
        <pc:spChg chg="mod">
          <ac:chgData name="Macher, Andreas (DI FA CTR PLC PPM)" userId="f1dcac62-7bef-43eb-91f0-927336a1714f" providerId="ADAL" clId="{2BD77424-8DF9-47DD-882B-3CF5330ACF06}" dt="2022-04-11T11:44:34.616" v="815" actId="1036"/>
          <ac:spMkLst>
            <pc:docMk/>
            <pc:sldMk cId="3634715590" sldId="9124"/>
            <ac:spMk id="61" creationId="{D9C66E46-C988-498D-AECD-7CA2CE0F32EC}"/>
          </ac:spMkLst>
        </pc:spChg>
        <pc:spChg chg="mod">
          <ac:chgData name="Macher, Andreas (DI FA CTR PLC PPM)" userId="f1dcac62-7bef-43eb-91f0-927336a1714f" providerId="ADAL" clId="{2BD77424-8DF9-47DD-882B-3CF5330ACF06}" dt="2022-04-11T11:44:34.616" v="815" actId="1036"/>
          <ac:spMkLst>
            <pc:docMk/>
            <pc:sldMk cId="3634715590" sldId="9124"/>
            <ac:spMk id="64" creationId="{3A7C8888-E716-497D-908C-77520494B1C0}"/>
          </ac:spMkLst>
        </pc:spChg>
        <pc:spChg chg="mod">
          <ac:chgData name="Macher, Andreas (DI FA CTR PLC PPM)" userId="f1dcac62-7bef-43eb-91f0-927336a1714f" providerId="ADAL" clId="{2BD77424-8DF9-47DD-882B-3CF5330ACF06}" dt="2022-04-11T11:44:34.616" v="815" actId="1036"/>
          <ac:spMkLst>
            <pc:docMk/>
            <pc:sldMk cId="3634715590" sldId="9124"/>
            <ac:spMk id="66" creationId="{81A91DA1-3BD8-4C55-8CD6-918EF71E5176}"/>
          </ac:spMkLst>
        </pc:spChg>
        <pc:spChg chg="mod">
          <ac:chgData name="Macher, Andreas (DI FA CTR PLC PPM)" userId="f1dcac62-7bef-43eb-91f0-927336a1714f" providerId="ADAL" clId="{2BD77424-8DF9-47DD-882B-3CF5330ACF06}" dt="2022-04-11T11:44:34.616" v="815" actId="1036"/>
          <ac:spMkLst>
            <pc:docMk/>
            <pc:sldMk cId="3634715590" sldId="9124"/>
            <ac:spMk id="67" creationId="{42024AE8-0DBC-4CDB-BB87-61EDDC50FF6F}"/>
          </ac:spMkLst>
        </pc:spChg>
        <pc:spChg chg="mod">
          <ac:chgData name="Macher, Andreas (DI FA CTR PLC PPM)" userId="f1dcac62-7bef-43eb-91f0-927336a1714f" providerId="ADAL" clId="{2BD77424-8DF9-47DD-882B-3CF5330ACF06}" dt="2022-04-11T11:41:14.854" v="698" actId="1035"/>
          <ac:spMkLst>
            <pc:docMk/>
            <pc:sldMk cId="3634715590" sldId="9124"/>
            <ac:spMk id="68" creationId="{787B6039-5DFA-4534-BE43-7C30825326E2}"/>
          </ac:spMkLst>
        </pc:spChg>
        <pc:picChg chg="add mod">
          <ac:chgData name="Macher, Andreas (DI FA CTR PLC PPM)" userId="f1dcac62-7bef-43eb-91f0-927336a1714f" providerId="ADAL" clId="{2BD77424-8DF9-47DD-882B-3CF5330ACF06}" dt="2022-04-11T11:44:34.616" v="815" actId="1036"/>
          <ac:picMkLst>
            <pc:docMk/>
            <pc:sldMk cId="3634715590" sldId="9124"/>
            <ac:picMk id="7" creationId="{9697ED0D-3DEC-49AA-B4E1-6175583EA7A5}"/>
          </ac:picMkLst>
        </pc:picChg>
        <pc:picChg chg="mod">
          <ac:chgData name="Macher, Andreas (DI FA CTR PLC PPM)" userId="f1dcac62-7bef-43eb-91f0-927336a1714f" providerId="ADAL" clId="{2BD77424-8DF9-47DD-882B-3CF5330ACF06}" dt="2022-04-11T11:44:34.616" v="815" actId="1036"/>
          <ac:picMkLst>
            <pc:docMk/>
            <pc:sldMk cId="3634715590" sldId="9124"/>
            <ac:picMk id="33" creationId="{2610F2A6-65ED-4C3E-B52A-8B43B8EC874B}"/>
          </ac:picMkLst>
        </pc:picChg>
        <pc:picChg chg="mod">
          <ac:chgData name="Macher, Andreas (DI FA CTR PLC PPM)" userId="f1dcac62-7bef-43eb-91f0-927336a1714f" providerId="ADAL" clId="{2BD77424-8DF9-47DD-882B-3CF5330ACF06}" dt="2022-04-11T11:44:34.616" v="815" actId="1036"/>
          <ac:picMkLst>
            <pc:docMk/>
            <pc:sldMk cId="3634715590" sldId="9124"/>
            <ac:picMk id="34" creationId="{5B5F4409-3F04-4BBF-A7B0-B2353DB8CDEA}"/>
          </ac:picMkLst>
        </pc:picChg>
        <pc:cxnChg chg="add del">
          <ac:chgData name="Macher, Andreas (DI FA CTR PLC PPM)" userId="f1dcac62-7bef-43eb-91f0-927336a1714f" providerId="ADAL" clId="{2BD77424-8DF9-47DD-882B-3CF5330ACF06}" dt="2022-04-11T11:42:49.049" v="735" actId="21"/>
          <ac:cxnSpMkLst>
            <pc:docMk/>
            <pc:sldMk cId="3634715590" sldId="9124"/>
            <ac:cxnSpMk id="8" creationId="{3D3D4F00-2B3D-4C79-B003-CA5B61C91FF7}"/>
          </ac:cxnSpMkLst>
        </pc:cxnChg>
        <pc:cxnChg chg="add del mod">
          <ac:chgData name="Macher, Andreas (DI FA CTR PLC PPM)" userId="f1dcac62-7bef-43eb-91f0-927336a1714f" providerId="ADAL" clId="{2BD77424-8DF9-47DD-882B-3CF5330ACF06}" dt="2022-04-11T11:42:49.049" v="735" actId="21"/>
          <ac:cxnSpMkLst>
            <pc:docMk/>
            <pc:sldMk cId="3634715590" sldId="9124"/>
            <ac:cxnSpMk id="43" creationId="{533353AE-08E0-47FF-A55C-348EA0599A76}"/>
          </ac:cxnSpMkLst>
        </pc:cxnChg>
        <pc:cxnChg chg="add del mod">
          <ac:chgData name="Macher, Andreas (DI FA CTR PLC PPM)" userId="f1dcac62-7bef-43eb-91f0-927336a1714f" providerId="ADAL" clId="{2BD77424-8DF9-47DD-882B-3CF5330ACF06}" dt="2022-04-11T11:44:59.268" v="829" actId="21"/>
          <ac:cxnSpMkLst>
            <pc:docMk/>
            <pc:sldMk cId="3634715590" sldId="9124"/>
            <ac:cxnSpMk id="44" creationId="{D3D927C7-E546-4130-84AE-9106369D4E3A}"/>
          </ac:cxnSpMkLst>
        </pc:cxnChg>
      </pc:sldChg>
      <pc:sldChg chg="modSp del mod">
        <pc:chgData name="Macher, Andreas (DI FA CTR PLC PPM)" userId="f1dcac62-7bef-43eb-91f0-927336a1714f" providerId="ADAL" clId="{2BD77424-8DF9-47DD-882B-3CF5330ACF06}" dt="2022-04-08T13:33:21.247" v="383" actId="47"/>
        <pc:sldMkLst>
          <pc:docMk/>
          <pc:sldMk cId="1363286284" sldId="9125"/>
        </pc:sldMkLst>
        <pc:spChg chg="mod">
          <ac:chgData name="Macher, Andreas (DI FA CTR PLC PPM)" userId="f1dcac62-7bef-43eb-91f0-927336a1714f" providerId="ADAL" clId="{2BD77424-8DF9-47DD-882B-3CF5330ACF06}" dt="2022-04-08T13:23:28.229" v="297" actId="1036"/>
          <ac:spMkLst>
            <pc:docMk/>
            <pc:sldMk cId="1363286284" sldId="9125"/>
            <ac:spMk id="28" creationId="{0B1DFB12-E7BD-4097-A265-54C26178A822}"/>
          </ac:spMkLst>
        </pc:spChg>
      </pc:sldChg>
      <pc:sldChg chg="addSp delSp modSp add mod">
        <pc:chgData name="Macher, Andreas (DI FA CTR PLC PPM)" userId="f1dcac62-7bef-43eb-91f0-927336a1714f" providerId="ADAL" clId="{2BD77424-8DF9-47DD-882B-3CF5330ACF06}" dt="2022-04-11T12:51:52.914" v="1160" actId="478"/>
        <pc:sldMkLst>
          <pc:docMk/>
          <pc:sldMk cId="3453994472" sldId="9126"/>
        </pc:sldMkLst>
        <pc:spChg chg="del">
          <ac:chgData name="Macher, Andreas (DI FA CTR PLC PPM)" userId="f1dcac62-7bef-43eb-91f0-927336a1714f" providerId="ADAL" clId="{2BD77424-8DF9-47DD-882B-3CF5330ACF06}" dt="2022-04-11T11:35:42.620" v="520" actId="478"/>
          <ac:spMkLst>
            <pc:docMk/>
            <pc:sldMk cId="3453994472" sldId="9126"/>
            <ac:spMk id="2" creationId="{88A5B28F-FA42-49C8-95C5-2209FCC106C5}"/>
          </ac:spMkLst>
        </pc:spChg>
        <pc:spChg chg="del mod">
          <ac:chgData name="Macher, Andreas (DI FA CTR PLC PPM)" userId="f1dcac62-7bef-43eb-91f0-927336a1714f" providerId="ADAL" clId="{2BD77424-8DF9-47DD-882B-3CF5330ACF06}" dt="2022-04-11T11:46:26.956" v="907" actId="478"/>
          <ac:spMkLst>
            <pc:docMk/>
            <pc:sldMk cId="3453994472" sldId="9126"/>
            <ac:spMk id="4" creationId="{626F0DC5-7AEE-42DA-849A-672A51E94E56}"/>
          </ac:spMkLst>
        </pc:spChg>
        <pc:spChg chg="mod">
          <ac:chgData name="Macher, Andreas (DI FA CTR PLC PPM)" userId="f1dcac62-7bef-43eb-91f0-927336a1714f" providerId="ADAL" clId="{2BD77424-8DF9-47DD-882B-3CF5330ACF06}" dt="2022-04-08T12:59:48.415" v="3"/>
          <ac:spMkLst>
            <pc:docMk/>
            <pc:sldMk cId="3453994472" sldId="9126"/>
            <ac:spMk id="5" creationId="{062CE1CF-53A5-432F-BF9A-2769E50D8001}"/>
          </ac:spMkLst>
        </pc:spChg>
        <pc:spChg chg="del">
          <ac:chgData name="Macher, Andreas (DI FA CTR PLC PPM)" userId="f1dcac62-7bef-43eb-91f0-927336a1714f" providerId="ADAL" clId="{2BD77424-8DF9-47DD-882B-3CF5330ACF06}" dt="2022-04-08T13:33:01.805" v="381" actId="478"/>
          <ac:spMkLst>
            <pc:docMk/>
            <pc:sldMk cId="3453994472" sldId="9126"/>
            <ac:spMk id="6" creationId="{F5A8F430-901E-4453-9314-4C9534924CFB}"/>
          </ac:spMkLst>
        </pc:spChg>
        <pc:spChg chg="mod">
          <ac:chgData name="Macher, Andreas (DI FA CTR PLC PPM)" userId="f1dcac62-7bef-43eb-91f0-927336a1714f" providerId="ADAL" clId="{2BD77424-8DF9-47DD-882B-3CF5330ACF06}" dt="2022-04-11T11:45:14.168" v="864" actId="1035"/>
          <ac:spMkLst>
            <pc:docMk/>
            <pc:sldMk cId="3453994472" sldId="9126"/>
            <ac:spMk id="9" creationId="{0D980E39-E9A3-40A7-AAD0-4D60AD7C60E3}"/>
          </ac:spMkLst>
        </pc:spChg>
        <pc:spChg chg="mod">
          <ac:chgData name="Macher, Andreas (DI FA CTR PLC PPM)" userId="f1dcac62-7bef-43eb-91f0-927336a1714f" providerId="ADAL" clId="{2BD77424-8DF9-47DD-882B-3CF5330ACF06}" dt="2022-04-11T11:45:14.168" v="864" actId="1035"/>
          <ac:spMkLst>
            <pc:docMk/>
            <pc:sldMk cId="3453994472" sldId="9126"/>
            <ac:spMk id="10" creationId="{38FE3D16-A682-43EF-A405-AEE47046542A}"/>
          </ac:spMkLst>
        </pc:spChg>
        <pc:spChg chg="mod">
          <ac:chgData name="Macher, Andreas (DI FA CTR PLC PPM)" userId="f1dcac62-7bef-43eb-91f0-927336a1714f" providerId="ADAL" clId="{2BD77424-8DF9-47DD-882B-3CF5330ACF06}" dt="2022-04-11T11:45:14.168" v="864" actId="1035"/>
          <ac:spMkLst>
            <pc:docMk/>
            <pc:sldMk cId="3453994472" sldId="9126"/>
            <ac:spMk id="11" creationId="{DC439FA8-C617-410D-A860-A79DF75BB216}"/>
          </ac:spMkLst>
        </pc:spChg>
        <pc:spChg chg="del">
          <ac:chgData name="Macher, Andreas (DI FA CTR PLC PPM)" userId="f1dcac62-7bef-43eb-91f0-927336a1714f" providerId="ADAL" clId="{2BD77424-8DF9-47DD-882B-3CF5330ACF06}" dt="2022-04-11T11:35:42.620" v="520" actId="478"/>
          <ac:spMkLst>
            <pc:docMk/>
            <pc:sldMk cId="3453994472" sldId="9126"/>
            <ac:spMk id="16" creationId="{8BB4E131-4B44-4608-9FE7-CC68DDAB1158}"/>
          </ac:spMkLst>
        </pc:spChg>
        <pc:spChg chg="del">
          <ac:chgData name="Macher, Andreas (DI FA CTR PLC PPM)" userId="f1dcac62-7bef-43eb-91f0-927336a1714f" providerId="ADAL" clId="{2BD77424-8DF9-47DD-882B-3CF5330ACF06}" dt="2022-04-11T11:35:42.620" v="520" actId="478"/>
          <ac:spMkLst>
            <pc:docMk/>
            <pc:sldMk cId="3453994472" sldId="9126"/>
            <ac:spMk id="19" creationId="{6ADB2E78-B8FA-4FB7-9020-C75231CE1B58}"/>
          </ac:spMkLst>
        </pc:spChg>
        <pc:spChg chg="mod">
          <ac:chgData name="Macher, Andreas (DI FA CTR PLC PPM)" userId="f1dcac62-7bef-43eb-91f0-927336a1714f" providerId="ADAL" clId="{2BD77424-8DF9-47DD-882B-3CF5330ACF06}" dt="2022-04-11T11:55:31.456" v="1068" actId="14100"/>
          <ac:spMkLst>
            <pc:docMk/>
            <pc:sldMk cId="3453994472" sldId="9126"/>
            <ac:spMk id="22" creationId="{43018C34-30D7-4A9B-AA95-980F2FB56C20}"/>
          </ac:spMkLst>
        </pc:spChg>
        <pc:spChg chg="del">
          <ac:chgData name="Macher, Andreas (DI FA CTR PLC PPM)" userId="f1dcac62-7bef-43eb-91f0-927336a1714f" providerId="ADAL" clId="{2BD77424-8DF9-47DD-882B-3CF5330ACF06}" dt="2022-04-08T13:17:09.122" v="51" actId="478"/>
          <ac:spMkLst>
            <pc:docMk/>
            <pc:sldMk cId="3453994472" sldId="9126"/>
            <ac:spMk id="25" creationId="{78FEFE82-367B-4560-B8BF-A78AAFC05775}"/>
          </ac:spMkLst>
        </pc:spChg>
        <pc:spChg chg="mod">
          <ac:chgData name="Macher, Andreas (DI FA CTR PLC PPM)" userId="f1dcac62-7bef-43eb-91f0-927336a1714f" providerId="ADAL" clId="{2BD77424-8DF9-47DD-882B-3CF5330ACF06}" dt="2022-04-11T11:45:14.168" v="864" actId="1035"/>
          <ac:spMkLst>
            <pc:docMk/>
            <pc:sldMk cId="3453994472" sldId="9126"/>
            <ac:spMk id="28" creationId="{0B1DFB12-E7BD-4097-A265-54C26178A822}"/>
          </ac:spMkLst>
        </pc:spChg>
        <pc:spChg chg="mod">
          <ac:chgData name="Macher, Andreas (DI FA CTR PLC PPM)" userId="f1dcac62-7bef-43eb-91f0-927336a1714f" providerId="ADAL" clId="{2BD77424-8DF9-47DD-882B-3CF5330ACF06}" dt="2022-04-11T11:45:14.168" v="864" actId="1035"/>
          <ac:spMkLst>
            <pc:docMk/>
            <pc:sldMk cId="3453994472" sldId="9126"/>
            <ac:spMk id="29" creationId="{8C778B68-10ED-4AFD-A9F8-F66F4D041813}"/>
          </ac:spMkLst>
        </pc:spChg>
        <pc:spChg chg="mod">
          <ac:chgData name="Macher, Andreas (DI FA CTR PLC PPM)" userId="f1dcac62-7bef-43eb-91f0-927336a1714f" providerId="ADAL" clId="{2BD77424-8DF9-47DD-882B-3CF5330ACF06}" dt="2022-04-11T11:45:14.168" v="864" actId="1035"/>
          <ac:spMkLst>
            <pc:docMk/>
            <pc:sldMk cId="3453994472" sldId="9126"/>
            <ac:spMk id="30" creationId="{43D392F7-6529-47E3-9AD9-FDC2D474FB93}"/>
          </ac:spMkLst>
        </pc:spChg>
        <pc:spChg chg="mod">
          <ac:chgData name="Macher, Andreas (DI FA CTR PLC PPM)" userId="f1dcac62-7bef-43eb-91f0-927336a1714f" providerId="ADAL" clId="{2BD77424-8DF9-47DD-882B-3CF5330ACF06}" dt="2022-04-11T11:45:14.168" v="864" actId="1035"/>
          <ac:spMkLst>
            <pc:docMk/>
            <pc:sldMk cId="3453994472" sldId="9126"/>
            <ac:spMk id="35" creationId="{A720E156-A4F7-470D-AD70-38F794E8E5E1}"/>
          </ac:spMkLst>
        </pc:spChg>
        <pc:spChg chg="mod">
          <ac:chgData name="Macher, Andreas (DI FA CTR PLC PPM)" userId="f1dcac62-7bef-43eb-91f0-927336a1714f" providerId="ADAL" clId="{2BD77424-8DF9-47DD-882B-3CF5330ACF06}" dt="2022-04-11T11:45:14.168" v="864" actId="1035"/>
          <ac:spMkLst>
            <pc:docMk/>
            <pc:sldMk cId="3453994472" sldId="9126"/>
            <ac:spMk id="36" creationId="{7A19D7DF-68AB-4371-84A0-4852D5A8C127}"/>
          </ac:spMkLst>
        </pc:spChg>
        <pc:spChg chg="add del mod">
          <ac:chgData name="Macher, Andreas (DI FA CTR PLC PPM)" userId="f1dcac62-7bef-43eb-91f0-927336a1714f" providerId="ADAL" clId="{2BD77424-8DF9-47DD-882B-3CF5330ACF06}" dt="2022-04-11T11:45:14.168" v="864" actId="1035"/>
          <ac:spMkLst>
            <pc:docMk/>
            <pc:sldMk cId="3453994472" sldId="9126"/>
            <ac:spMk id="37" creationId="{5205A3E6-2DBA-4CD6-8275-A241C4EEB89B}"/>
          </ac:spMkLst>
        </pc:spChg>
        <pc:spChg chg="add del mod">
          <ac:chgData name="Macher, Andreas (DI FA CTR PLC PPM)" userId="f1dcac62-7bef-43eb-91f0-927336a1714f" providerId="ADAL" clId="{2BD77424-8DF9-47DD-882B-3CF5330ACF06}" dt="2022-04-11T11:46:45.880" v="909" actId="478"/>
          <ac:spMkLst>
            <pc:docMk/>
            <pc:sldMk cId="3453994472" sldId="9126"/>
            <ac:spMk id="38" creationId="{6E634356-1446-4EB1-80F9-C79C3326153B}"/>
          </ac:spMkLst>
        </pc:spChg>
        <pc:spChg chg="del mod">
          <ac:chgData name="Macher, Andreas (DI FA CTR PLC PPM)" userId="f1dcac62-7bef-43eb-91f0-927336a1714f" providerId="ADAL" clId="{2BD77424-8DF9-47DD-882B-3CF5330ACF06}" dt="2022-04-08T13:42:09.346" v="419" actId="478"/>
          <ac:spMkLst>
            <pc:docMk/>
            <pc:sldMk cId="3453994472" sldId="9126"/>
            <ac:spMk id="39" creationId="{4FF5E2D3-BC1C-4EFC-9851-2E252617B76C}"/>
          </ac:spMkLst>
        </pc:spChg>
        <pc:spChg chg="mod">
          <ac:chgData name="Macher, Andreas (DI FA CTR PLC PPM)" userId="f1dcac62-7bef-43eb-91f0-927336a1714f" providerId="ADAL" clId="{2BD77424-8DF9-47DD-882B-3CF5330ACF06}" dt="2022-04-11T11:45:14.168" v="864" actId="1035"/>
          <ac:spMkLst>
            <pc:docMk/>
            <pc:sldMk cId="3453994472" sldId="9126"/>
            <ac:spMk id="40" creationId="{62193807-2387-4D96-B25B-2ACF8BA5F327}"/>
          </ac:spMkLst>
        </pc:spChg>
        <pc:spChg chg="add del mod ord">
          <ac:chgData name="Macher, Andreas (DI FA CTR PLC PPM)" userId="f1dcac62-7bef-43eb-91f0-927336a1714f" providerId="ADAL" clId="{2BD77424-8DF9-47DD-882B-3CF5330ACF06}" dt="2022-04-11T11:52:36.944" v="1047" actId="478"/>
          <ac:spMkLst>
            <pc:docMk/>
            <pc:sldMk cId="3453994472" sldId="9126"/>
            <ac:spMk id="41" creationId="{C0FFB248-4061-4C7D-90B9-BCBC525ED7F9}"/>
          </ac:spMkLst>
        </pc:spChg>
        <pc:spChg chg="add del mod ord">
          <ac:chgData name="Macher, Andreas (DI FA CTR PLC PPM)" userId="f1dcac62-7bef-43eb-91f0-927336a1714f" providerId="ADAL" clId="{2BD77424-8DF9-47DD-882B-3CF5330ACF06}" dt="2022-04-11T11:47:00.496" v="912" actId="478"/>
          <ac:spMkLst>
            <pc:docMk/>
            <pc:sldMk cId="3453994472" sldId="9126"/>
            <ac:spMk id="42" creationId="{268B4013-E136-428B-89F5-98D7539329DF}"/>
          </ac:spMkLst>
        </pc:spChg>
        <pc:spChg chg="add mod">
          <ac:chgData name="Macher, Andreas (DI FA CTR PLC PPM)" userId="f1dcac62-7bef-43eb-91f0-927336a1714f" providerId="ADAL" clId="{2BD77424-8DF9-47DD-882B-3CF5330ACF06}" dt="2022-04-11T11:45:14.168" v="864" actId="1035"/>
          <ac:spMkLst>
            <pc:docMk/>
            <pc:sldMk cId="3453994472" sldId="9126"/>
            <ac:spMk id="43" creationId="{432F7FDD-3A9F-4230-8426-C0AF5E1F67F3}"/>
          </ac:spMkLst>
        </pc:spChg>
        <pc:spChg chg="add del mod">
          <ac:chgData name="Macher, Andreas (DI FA CTR PLC PPM)" userId="f1dcac62-7bef-43eb-91f0-927336a1714f" providerId="ADAL" clId="{2BD77424-8DF9-47DD-882B-3CF5330ACF06}" dt="2022-04-08T13:28:10.653" v="301" actId="478"/>
          <ac:spMkLst>
            <pc:docMk/>
            <pc:sldMk cId="3453994472" sldId="9126"/>
            <ac:spMk id="44" creationId="{A9534C87-CAD2-4B66-8980-B4541566E4A2}"/>
          </ac:spMkLst>
        </pc:spChg>
        <pc:spChg chg="add del mod ord">
          <ac:chgData name="Macher, Andreas (DI FA CTR PLC PPM)" userId="f1dcac62-7bef-43eb-91f0-927336a1714f" providerId="ADAL" clId="{2BD77424-8DF9-47DD-882B-3CF5330ACF06}" dt="2022-04-11T11:36:28.580" v="527" actId="478"/>
          <ac:spMkLst>
            <pc:docMk/>
            <pc:sldMk cId="3453994472" sldId="9126"/>
            <ac:spMk id="45" creationId="{7DBFD491-ACA3-4C2D-9BB9-A84F403EE686}"/>
          </ac:spMkLst>
        </pc:spChg>
        <pc:spChg chg="del mod">
          <ac:chgData name="Macher, Andreas (DI FA CTR PLC PPM)" userId="f1dcac62-7bef-43eb-91f0-927336a1714f" providerId="ADAL" clId="{2BD77424-8DF9-47DD-882B-3CF5330ACF06}" dt="2022-04-11T06:43:09.125" v="422" actId="478"/>
          <ac:spMkLst>
            <pc:docMk/>
            <pc:sldMk cId="3453994472" sldId="9126"/>
            <ac:spMk id="46" creationId="{F79F78F0-3247-4A5A-B842-CEE4187383F4}"/>
          </ac:spMkLst>
        </pc:spChg>
        <pc:spChg chg="del mod">
          <ac:chgData name="Macher, Andreas (DI FA CTR PLC PPM)" userId="f1dcac62-7bef-43eb-91f0-927336a1714f" providerId="ADAL" clId="{2BD77424-8DF9-47DD-882B-3CF5330ACF06}" dt="2022-04-11T06:43:09.125" v="422" actId="478"/>
          <ac:spMkLst>
            <pc:docMk/>
            <pc:sldMk cId="3453994472" sldId="9126"/>
            <ac:spMk id="47" creationId="{1AC061A9-10B2-4355-BF7C-DE66DBE5249D}"/>
          </ac:spMkLst>
        </pc:spChg>
        <pc:spChg chg="add mod">
          <ac:chgData name="Macher, Andreas (DI FA CTR PLC PPM)" userId="f1dcac62-7bef-43eb-91f0-927336a1714f" providerId="ADAL" clId="{2BD77424-8DF9-47DD-882B-3CF5330ACF06}" dt="2022-04-11T11:55:14.405" v="1058" actId="554"/>
          <ac:spMkLst>
            <pc:docMk/>
            <pc:sldMk cId="3453994472" sldId="9126"/>
            <ac:spMk id="48" creationId="{73089AB3-B26E-4766-BAA3-1F499871B75F}"/>
          </ac:spMkLst>
        </pc:spChg>
        <pc:spChg chg="add del mod">
          <ac:chgData name="Macher, Andreas (DI FA CTR PLC PPM)" userId="f1dcac62-7bef-43eb-91f0-927336a1714f" providerId="ADAL" clId="{2BD77424-8DF9-47DD-882B-3CF5330ACF06}" dt="2022-04-08T13:28:35.244" v="306" actId="478"/>
          <ac:spMkLst>
            <pc:docMk/>
            <pc:sldMk cId="3453994472" sldId="9126"/>
            <ac:spMk id="48" creationId="{AB8CF3D4-46AC-4B4B-928F-978B49199426}"/>
          </ac:spMkLst>
        </pc:spChg>
        <pc:spChg chg="add mod">
          <ac:chgData name="Macher, Andreas (DI FA CTR PLC PPM)" userId="f1dcac62-7bef-43eb-91f0-927336a1714f" providerId="ADAL" clId="{2BD77424-8DF9-47DD-882B-3CF5330ACF06}" dt="2022-04-11T11:53:19.002" v="1050" actId="14100"/>
          <ac:spMkLst>
            <pc:docMk/>
            <pc:sldMk cId="3453994472" sldId="9126"/>
            <ac:spMk id="49" creationId="{7053FD4D-0E84-4D07-85B4-4A12810621D5}"/>
          </ac:spMkLst>
        </pc:spChg>
        <pc:spChg chg="mod">
          <ac:chgData name="Macher, Andreas (DI FA CTR PLC PPM)" userId="f1dcac62-7bef-43eb-91f0-927336a1714f" providerId="ADAL" clId="{2BD77424-8DF9-47DD-882B-3CF5330ACF06}" dt="2022-04-11T11:55:40.460" v="1082" actId="1038"/>
          <ac:spMkLst>
            <pc:docMk/>
            <pc:sldMk cId="3453994472" sldId="9126"/>
            <ac:spMk id="50" creationId="{6DD6A835-EA9E-4889-9948-85A158C41504}"/>
          </ac:spMkLst>
        </pc:spChg>
        <pc:spChg chg="del mod">
          <ac:chgData name="Macher, Andreas (DI FA CTR PLC PPM)" userId="f1dcac62-7bef-43eb-91f0-927336a1714f" providerId="ADAL" clId="{2BD77424-8DF9-47DD-882B-3CF5330ACF06}" dt="2022-04-11T11:45:49.892" v="868" actId="478"/>
          <ac:spMkLst>
            <pc:docMk/>
            <pc:sldMk cId="3453994472" sldId="9126"/>
            <ac:spMk id="51" creationId="{44E00E0F-D030-46BD-89A9-BC5BEE7BC845}"/>
          </ac:spMkLst>
        </pc:spChg>
        <pc:spChg chg="add mod">
          <ac:chgData name="Macher, Andreas (DI FA CTR PLC PPM)" userId="f1dcac62-7bef-43eb-91f0-927336a1714f" providerId="ADAL" clId="{2BD77424-8DF9-47DD-882B-3CF5330ACF06}" dt="2022-04-11T11:45:14.168" v="864" actId="1035"/>
          <ac:spMkLst>
            <pc:docMk/>
            <pc:sldMk cId="3453994472" sldId="9126"/>
            <ac:spMk id="52" creationId="{F0B9F76D-7BED-4DC7-A6AF-C581B93C7CE8}"/>
          </ac:spMkLst>
        </pc:spChg>
        <pc:spChg chg="add del mod">
          <ac:chgData name="Macher, Andreas (DI FA CTR PLC PPM)" userId="f1dcac62-7bef-43eb-91f0-927336a1714f" providerId="ADAL" clId="{2BD77424-8DF9-47DD-882B-3CF5330ACF06}" dt="2022-04-08T13:18:22.995" v="188" actId="478"/>
          <ac:spMkLst>
            <pc:docMk/>
            <pc:sldMk cId="3453994472" sldId="9126"/>
            <ac:spMk id="53" creationId="{248DDB22-F893-408E-BDC6-D6DE7D76C4AE}"/>
          </ac:spMkLst>
        </pc:spChg>
        <pc:spChg chg="add del mod">
          <ac:chgData name="Macher, Andreas (DI FA CTR PLC PPM)" userId="f1dcac62-7bef-43eb-91f0-927336a1714f" providerId="ADAL" clId="{2BD77424-8DF9-47DD-882B-3CF5330ACF06}" dt="2022-04-11T11:45:49.892" v="868" actId="478"/>
          <ac:spMkLst>
            <pc:docMk/>
            <pc:sldMk cId="3453994472" sldId="9126"/>
            <ac:spMk id="53" creationId="{348D2565-41C3-4F67-A7CB-E1E7FE814095}"/>
          </ac:spMkLst>
        </pc:spChg>
        <pc:spChg chg="add mod">
          <ac:chgData name="Macher, Andreas (DI FA CTR PLC PPM)" userId="f1dcac62-7bef-43eb-91f0-927336a1714f" providerId="ADAL" clId="{2BD77424-8DF9-47DD-882B-3CF5330ACF06}" dt="2022-04-11T11:55:28.749" v="1067" actId="14100"/>
          <ac:spMkLst>
            <pc:docMk/>
            <pc:sldMk cId="3453994472" sldId="9126"/>
            <ac:spMk id="54" creationId="{BF5C554F-BCFB-4C89-8641-E40E326DC1A5}"/>
          </ac:spMkLst>
        </pc:spChg>
        <pc:spChg chg="del">
          <ac:chgData name="Macher, Andreas (DI FA CTR PLC PPM)" userId="f1dcac62-7bef-43eb-91f0-927336a1714f" providerId="ADAL" clId="{2BD77424-8DF9-47DD-882B-3CF5330ACF06}" dt="2022-04-11T11:35:42.620" v="520" actId="478"/>
          <ac:spMkLst>
            <pc:docMk/>
            <pc:sldMk cId="3453994472" sldId="9126"/>
            <ac:spMk id="55" creationId="{E99A2151-C3ED-4216-84B9-7093216A3922}"/>
          </ac:spMkLst>
        </pc:spChg>
        <pc:spChg chg="add mod">
          <ac:chgData name="Macher, Andreas (DI FA CTR PLC PPM)" userId="f1dcac62-7bef-43eb-91f0-927336a1714f" providerId="ADAL" clId="{2BD77424-8DF9-47DD-882B-3CF5330ACF06}" dt="2022-04-11T11:45:14.168" v="864" actId="1035"/>
          <ac:spMkLst>
            <pc:docMk/>
            <pc:sldMk cId="3453994472" sldId="9126"/>
            <ac:spMk id="56" creationId="{DC9956CC-78D9-4DC8-9385-5FB52A9F518F}"/>
          </ac:spMkLst>
        </pc:spChg>
        <pc:spChg chg="add mod">
          <ac:chgData name="Macher, Andreas (DI FA CTR PLC PPM)" userId="f1dcac62-7bef-43eb-91f0-927336a1714f" providerId="ADAL" clId="{2BD77424-8DF9-47DD-882B-3CF5330ACF06}" dt="2022-04-11T11:54:58.472" v="1057" actId="1037"/>
          <ac:spMkLst>
            <pc:docMk/>
            <pc:sldMk cId="3453994472" sldId="9126"/>
            <ac:spMk id="57" creationId="{474EAB04-C205-4C2A-9E31-DC6EA8197497}"/>
          </ac:spMkLst>
        </pc:spChg>
        <pc:spChg chg="add mod">
          <ac:chgData name="Macher, Andreas (DI FA CTR PLC PPM)" userId="f1dcac62-7bef-43eb-91f0-927336a1714f" providerId="ADAL" clId="{2BD77424-8DF9-47DD-882B-3CF5330ACF06}" dt="2022-04-11T11:45:14.168" v="864" actId="1035"/>
          <ac:spMkLst>
            <pc:docMk/>
            <pc:sldMk cId="3453994472" sldId="9126"/>
            <ac:spMk id="58" creationId="{4F9B18F1-EC1E-4D0C-AF89-DDA7C44B5B03}"/>
          </ac:spMkLst>
        </pc:spChg>
        <pc:spChg chg="del">
          <ac:chgData name="Macher, Andreas (DI FA CTR PLC PPM)" userId="f1dcac62-7bef-43eb-91f0-927336a1714f" providerId="ADAL" clId="{2BD77424-8DF9-47DD-882B-3CF5330ACF06}" dt="2022-04-08T13:42:09.346" v="419" actId="478"/>
          <ac:spMkLst>
            <pc:docMk/>
            <pc:sldMk cId="3453994472" sldId="9126"/>
            <ac:spMk id="58" creationId="{B7DEAB63-EF88-42C1-A843-52E2CC0513CA}"/>
          </ac:spMkLst>
        </pc:spChg>
        <pc:spChg chg="add mod">
          <ac:chgData name="Macher, Andreas (DI FA CTR PLC PPM)" userId="f1dcac62-7bef-43eb-91f0-927336a1714f" providerId="ADAL" clId="{2BD77424-8DF9-47DD-882B-3CF5330ACF06}" dt="2022-04-11T11:45:14.168" v="864" actId="1035"/>
          <ac:spMkLst>
            <pc:docMk/>
            <pc:sldMk cId="3453994472" sldId="9126"/>
            <ac:spMk id="59" creationId="{BD20338A-D190-4A85-A786-CFE70E619223}"/>
          </ac:spMkLst>
        </pc:spChg>
        <pc:spChg chg="add mod">
          <ac:chgData name="Macher, Andreas (DI FA CTR PLC PPM)" userId="f1dcac62-7bef-43eb-91f0-927336a1714f" providerId="ADAL" clId="{2BD77424-8DF9-47DD-882B-3CF5330ACF06}" dt="2022-04-11T11:45:14.168" v="864" actId="1035"/>
          <ac:spMkLst>
            <pc:docMk/>
            <pc:sldMk cId="3453994472" sldId="9126"/>
            <ac:spMk id="60" creationId="{104D4D22-823B-409A-AA70-F607686693AB}"/>
          </ac:spMkLst>
        </pc:spChg>
        <pc:spChg chg="mod">
          <ac:chgData name="Macher, Andreas (DI FA CTR PLC PPM)" userId="f1dcac62-7bef-43eb-91f0-927336a1714f" providerId="ADAL" clId="{2BD77424-8DF9-47DD-882B-3CF5330ACF06}" dt="2022-04-11T11:45:14.168" v="864" actId="1035"/>
          <ac:spMkLst>
            <pc:docMk/>
            <pc:sldMk cId="3453994472" sldId="9126"/>
            <ac:spMk id="61" creationId="{D9C66E46-C988-498D-AECD-7CA2CE0F32EC}"/>
          </ac:spMkLst>
        </pc:spChg>
        <pc:spChg chg="add mod ord">
          <ac:chgData name="Macher, Andreas (DI FA CTR PLC PPM)" userId="f1dcac62-7bef-43eb-91f0-927336a1714f" providerId="ADAL" clId="{2BD77424-8DF9-47DD-882B-3CF5330ACF06}" dt="2022-04-11T11:53:15.029" v="1049" actId="14100"/>
          <ac:spMkLst>
            <pc:docMk/>
            <pc:sldMk cId="3453994472" sldId="9126"/>
            <ac:spMk id="62" creationId="{F948E975-EB59-4C66-8D21-287D993E5082}"/>
          </ac:spMkLst>
        </pc:spChg>
        <pc:spChg chg="add del mod">
          <ac:chgData name="Macher, Andreas (DI FA CTR PLC PPM)" userId="f1dcac62-7bef-43eb-91f0-927336a1714f" providerId="ADAL" clId="{2BD77424-8DF9-47DD-882B-3CF5330ACF06}" dt="2022-04-11T12:51:52.914" v="1160" actId="478"/>
          <ac:spMkLst>
            <pc:docMk/>
            <pc:sldMk cId="3453994472" sldId="9126"/>
            <ac:spMk id="63" creationId="{31AE0B11-489C-412B-AB7A-A71DAAC766D5}"/>
          </ac:spMkLst>
        </pc:spChg>
        <pc:spChg chg="mod">
          <ac:chgData name="Macher, Andreas (DI FA CTR PLC PPM)" userId="f1dcac62-7bef-43eb-91f0-927336a1714f" providerId="ADAL" clId="{2BD77424-8DF9-47DD-882B-3CF5330ACF06}" dt="2022-04-11T11:45:14.168" v="864" actId="1035"/>
          <ac:spMkLst>
            <pc:docMk/>
            <pc:sldMk cId="3453994472" sldId="9126"/>
            <ac:spMk id="64" creationId="{3A7C8888-E716-497D-908C-77520494B1C0}"/>
          </ac:spMkLst>
        </pc:spChg>
        <pc:spChg chg="add del mod">
          <ac:chgData name="Macher, Andreas (DI FA CTR PLC PPM)" userId="f1dcac62-7bef-43eb-91f0-927336a1714f" providerId="ADAL" clId="{2BD77424-8DF9-47DD-882B-3CF5330ACF06}" dt="2022-04-11T11:35:42.620" v="520" actId="478"/>
          <ac:spMkLst>
            <pc:docMk/>
            <pc:sldMk cId="3453994472" sldId="9126"/>
            <ac:spMk id="65" creationId="{AD9464AC-4C11-4463-8B1F-78FC9E06EAA9}"/>
          </ac:spMkLst>
        </pc:spChg>
        <pc:spChg chg="mod">
          <ac:chgData name="Macher, Andreas (DI FA CTR PLC PPM)" userId="f1dcac62-7bef-43eb-91f0-927336a1714f" providerId="ADAL" clId="{2BD77424-8DF9-47DD-882B-3CF5330ACF06}" dt="2022-04-11T11:45:14.168" v="864" actId="1035"/>
          <ac:spMkLst>
            <pc:docMk/>
            <pc:sldMk cId="3453994472" sldId="9126"/>
            <ac:spMk id="66" creationId="{81A91DA1-3BD8-4C55-8CD6-918EF71E5176}"/>
          </ac:spMkLst>
        </pc:spChg>
        <pc:spChg chg="mod">
          <ac:chgData name="Macher, Andreas (DI FA CTR PLC PPM)" userId="f1dcac62-7bef-43eb-91f0-927336a1714f" providerId="ADAL" clId="{2BD77424-8DF9-47DD-882B-3CF5330ACF06}" dt="2022-04-11T11:45:14.168" v="864" actId="1035"/>
          <ac:spMkLst>
            <pc:docMk/>
            <pc:sldMk cId="3453994472" sldId="9126"/>
            <ac:spMk id="67" creationId="{42024AE8-0DBC-4CDB-BB87-61EDDC50FF6F}"/>
          </ac:spMkLst>
        </pc:spChg>
        <pc:spChg chg="mod">
          <ac:chgData name="Macher, Andreas (DI FA CTR PLC PPM)" userId="f1dcac62-7bef-43eb-91f0-927336a1714f" providerId="ADAL" clId="{2BD77424-8DF9-47DD-882B-3CF5330ACF06}" dt="2022-04-11T11:50:34.107" v="1000" actId="6549"/>
          <ac:spMkLst>
            <pc:docMk/>
            <pc:sldMk cId="3453994472" sldId="9126"/>
            <ac:spMk id="68" creationId="{787B6039-5DFA-4534-BE43-7C30825326E2}"/>
          </ac:spMkLst>
        </pc:spChg>
        <pc:spChg chg="add del mod">
          <ac:chgData name="Macher, Andreas (DI FA CTR PLC PPM)" userId="f1dcac62-7bef-43eb-91f0-927336a1714f" providerId="ADAL" clId="{2BD77424-8DF9-47DD-882B-3CF5330ACF06}" dt="2022-04-11T11:35:42.620" v="520" actId="478"/>
          <ac:spMkLst>
            <pc:docMk/>
            <pc:sldMk cId="3453994472" sldId="9126"/>
            <ac:spMk id="69" creationId="{F25180F0-A7D0-40D5-9F9B-63EE3E512726}"/>
          </ac:spMkLst>
        </pc:spChg>
        <pc:spChg chg="add mod">
          <ac:chgData name="Macher, Andreas (DI FA CTR PLC PPM)" userId="f1dcac62-7bef-43eb-91f0-927336a1714f" providerId="ADAL" clId="{2BD77424-8DF9-47DD-882B-3CF5330ACF06}" dt="2022-04-11T11:45:14.168" v="864" actId="1035"/>
          <ac:spMkLst>
            <pc:docMk/>
            <pc:sldMk cId="3453994472" sldId="9126"/>
            <ac:spMk id="71" creationId="{41F3D8D2-ADE5-418C-83D4-8F47EBCB7DA1}"/>
          </ac:spMkLst>
        </pc:spChg>
        <pc:spChg chg="add mod">
          <ac:chgData name="Macher, Andreas (DI FA CTR PLC PPM)" userId="f1dcac62-7bef-43eb-91f0-927336a1714f" providerId="ADAL" clId="{2BD77424-8DF9-47DD-882B-3CF5330ACF06}" dt="2022-04-11T11:45:14.168" v="864" actId="1035"/>
          <ac:spMkLst>
            <pc:docMk/>
            <pc:sldMk cId="3453994472" sldId="9126"/>
            <ac:spMk id="72" creationId="{02B7C2CB-1AA8-41DD-B480-E005982777D1}"/>
          </ac:spMkLst>
        </pc:spChg>
        <pc:spChg chg="add mod">
          <ac:chgData name="Macher, Andreas (DI FA CTR PLC PPM)" userId="f1dcac62-7bef-43eb-91f0-927336a1714f" providerId="ADAL" clId="{2BD77424-8DF9-47DD-882B-3CF5330ACF06}" dt="2022-04-11T11:48:30.161" v="991" actId="1036"/>
          <ac:spMkLst>
            <pc:docMk/>
            <pc:sldMk cId="3453994472" sldId="9126"/>
            <ac:spMk id="74" creationId="{3EAC1363-7D3E-4AC8-807C-21653BC44871}"/>
          </ac:spMkLst>
        </pc:spChg>
        <pc:spChg chg="add mod">
          <ac:chgData name="Macher, Andreas (DI FA CTR PLC PPM)" userId="f1dcac62-7bef-43eb-91f0-927336a1714f" providerId="ADAL" clId="{2BD77424-8DF9-47DD-882B-3CF5330ACF06}" dt="2022-04-11T11:45:43.542" v="867"/>
          <ac:spMkLst>
            <pc:docMk/>
            <pc:sldMk cId="3453994472" sldId="9126"/>
            <ac:spMk id="79" creationId="{916C0350-146B-412E-92FC-E05B6AB6FDDD}"/>
          </ac:spMkLst>
        </pc:spChg>
        <pc:spChg chg="add mod">
          <ac:chgData name="Macher, Andreas (DI FA CTR PLC PPM)" userId="f1dcac62-7bef-43eb-91f0-927336a1714f" providerId="ADAL" clId="{2BD77424-8DF9-47DD-882B-3CF5330ACF06}" dt="2022-04-11T11:55:40.460" v="1082" actId="1038"/>
          <ac:spMkLst>
            <pc:docMk/>
            <pc:sldMk cId="3453994472" sldId="9126"/>
            <ac:spMk id="80" creationId="{F36F8703-0A2C-4264-A102-DA94E407DE57}"/>
          </ac:spMkLst>
        </pc:spChg>
        <pc:spChg chg="add del mod">
          <ac:chgData name="Macher, Andreas (DI FA CTR PLC PPM)" userId="f1dcac62-7bef-43eb-91f0-927336a1714f" providerId="ADAL" clId="{2BD77424-8DF9-47DD-882B-3CF5330ACF06}" dt="2022-04-11T11:48:19.759" v="977" actId="478"/>
          <ac:spMkLst>
            <pc:docMk/>
            <pc:sldMk cId="3453994472" sldId="9126"/>
            <ac:spMk id="81" creationId="{44C0DD59-1BE0-4E73-8615-4A87909A3DC4}"/>
          </ac:spMkLst>
        </pc:spChg>
        <pc:spChg chg="add mod">
          <ac:chgData name="Macher, Andreas (DI FA CTR PLC PPM)" userId="f1dcac62-7bef-43eb-91f0-927336a1714f" providerId="ADAL" clId="{2BD77424-8DF9-47DD-882B-3CF5330ACF06}" dt="2022-04-11T11:46:18.553" v="906"/>
          <ac:spMkLst>
            <pc:docMk/>
            <pc:sldMk cId="3453994472" sldId="9126"/>
            <ac:spMk id="82" creationId="{BECF1E04-34E7-4767-BE20-79712D15168F}"/>
          </ac:spMkLst>
        </pc:spChg>
        <pc:spChg chg="add mod">
          <ac:chgData name="Macher, Andreas (DI FA CTR PLC PPM)" userId="f1dcac62-7bef-43eb-91f0-927336a1714f" providerId="ADAL" clId="{2BD77424-8DF9-47DD-882B-3CF5330ACF06}" dt="2022-04-11T12:31:59.135" v="1086"/>
          <ac:spMkLst>
            <pc:docMk/>
            <pc:sldMk cId="3453994472" sldId="9126"/>
            <ac:spMk id="83" creationId="{D1D28502-590D-4C29-9988-AAC3DF0976BF}"/>
          </ac:spMkLst>
        </pc:spChg>
        <pc:spChg chg="add mod">
          <ac:chgData name="Macher, Andreas (DI FA CTR PLC PPM)" userId="f1dcac62-7bef-43eb-91f0-927336a1714f" providerId="ADAL" clId="{2BD77424-8DF9-47DD-882B-3CF5330ACF06}" dt="2022-04-11T11:46:46.597" v="910"/>
          <ac:spMkLst>
            <pc:docMk/>
            <pc:sldMk cId="3453994472" sldId="9126"/>
            <ac:spMk id="84" creationId="{D52D561D-BBBE-405D-A8AE-1B9A02D79DF0}"/>
          </ac:spMkLst>
        </pc:spChg>
        <pc:spChg chg="add mod">
          <ac:chgData name="Macher, Andreas (DI FA CTR PLC PPM)" userId="f1dcac62-7bef-43eb-91f0-927336a1714f" providerId="ADAL" clId="{2BD77424-8DF9-47DD-882B-3CF5330ACF06}" dt="2022-04-11T11:53:04.039" v="1048" actId="1076"/>
          <ac:spMkLst>
            <pc:docMk/>
            <pc:sldMk cId="3453994472" sldId="9126"/>
            <ac:spMk id="85" creationId="{D6FF047E-A4EF-48B1-B0EE-3C7F10A7BB07}"/>
          </ac:spMkLst>
        </pc:spChg>
        <pc:spChg chg="add mod">
          <ac:chgData name="Macher, Andreas (DI FA CTR PLC PPM)" userId="f1dcac62-7bef-43eb-91f0-927336a1714f" providerId="ADAL" clId="{2BD77424-8DF9-47DD-882B-3CF5330ACF06}" dt="2022-04-11T11:49:39.447" v="999" actId="1076"/>
          <ac:spMkLst>
            <pc:docMk/>
            <pc:sldMk cId="3453994472" sldId="9126"/>
            <ac:spMk id="86" creationId="{0A358B95-64EE-47B0-8EFD-B7AF18F5450D}"/>
          </ac:spMkLst>
        </pc:spChg>
        <pc:spChg chg="add mod">
          <ac:chgData name="Macher, Andreas (DI FA CTR PLC PPM)" userId="f1dcac62-7bef-43eb-91f0-927336a1714f" providerId="ADAL" clId="{2BD77424-8DF9-47DD-882B-3CF5330ACF06}" dt="2022-04-11T11:51:45.875" v="1046" actId="1076"/>
          <ac:spMkLst>
            <pc:docMk/>
            <pc:sldMk cId="3453994472" sldId="9126"/>
            <ac:spMk id="87" creationId="{B5A9F57A-DFEF-413E-B168-86DDEB6F055D}"/>
          </ac:spMkLst>
        </pc:spChg>
        <pc:picChg chg="mod">
          <ac:chgData name="Macher, Andreas (DI FA CTR PLC PPM)" userId="f1dcac62-7bef-43eb-91f0-927336a1714f" providerId="ADAL" clId="{2BD77424-8DF9-47DD-882B-3CF5330ACF06}" dt="2022-04-11T11:45:14.168" v="864" actId="1035"/>
          <ac:picMkLst>
            <pc:docMk/>
            <pc:sldMk cId="3453994472" sldId="9126"/>
            <ac:picMk id="33" creationId="{2610F2A6-65ED-4C3E-B52A-8B43B8EC874B}"/>
          </ac:picMkLst>
        </pc:picChg>
        <pc:picChg chg="mod">
          <ac:chgData name="Macher, Andreas (DI FA CTR PLC PPM)" userId="f1dcac62-7bef-43eb-91f0-927336a1714f" providerId="ADAL" clId="{2BD77424-8DF9-47DD-882B-3CF5330ACF06}" dt="2022-04-11T11:45:14.168" v="864" actId="1035"/>
          <ac:picMkLst>
            <pc:docMk/>
            <pc:sldMk cId="3453994472" sldId="9126"/>
            <ac:picMk id="34" creationId="{5B5F4409-3F04-4BBF-A7B0-B2353DB8CDEA}"/>
          </ac:picMkLst>
        </pc:picChg>
        <pc:picChg chg="add del mod">
          <ac:chgData name="Macher, Andreas (DI FA CTR PLC PPM)" userId="f1dcac62-7bef-43eb-91f0-927336a1714f" providerId="ADAL" clId="{2BD77424-8DF9-47DD-882B-3CF5330ACF06}" dt="2022-04-11T11:35:42.620" v="520" actId="478"/>
          <ac:picMkLst>
            <pc:docMk/>
            <pc:sldMk cId="3453994472" sldId="9126"/>
            <ac:picMk id="70" creationId="{7128DB58-E5E8-49CC-9BAD-17FB279F1C5A}"/>
          </ac:picMkLst>
        </pc:picChg>
        <pc:picChg chg="add mod">
          <ac:chgData name="Macher, Andreas (DI FA CTR PLC PPM)" userId="f1dcac62-7bef-43eb-91f0-927336a1714f" providerId="ADAL" clId="{2BD77424-8DF9-47DD-882B-3CF5330ACF06}" dt="2022-04-11T11:45:14.168" v="864" actId="1035"/>
          <ac:picMkLst>
            <pc:docMk/>
            <pc:sldMk cId="3453994472" sldId="9126"/>
            <ac:picMk id="73" creationId="{38AE55E8-1F39-4456-9E8C-E5B5EC9498B1}"/>
          </ac:picMkLst>
        </pc:picChg>
        <pc:cxnChg chg="add del mod">
          <ac:chgData name="Macher, Andreas (DI FA CTR PLC PPM)" userId="f1dcac62-7bef-43eb-91f0-927336a1714f" providerId="ADAL" clId="{2BD77424-8DF9-47DD-882B-3CF5330ACF06}" dt="2022-04-11T11:43:04.115" v="737" actId="478"/>
          <ac:cxnSpMkLst>
            <pc:docMk/>
            <pc:sldMk cId="3453994472" sldId="9126"/>
            <ac:cxnSpMk id="75" creationId="{A6AED0F3-9FC1-4168-9572-132B28D8D1F9}"/>
          </ac:cxnSpMkLst>
        </pc:cxnChg>
        <pc:cxnChg chg="add del mod">
          <ac:chgData name="Macher, Andreas (DI FA CTR PLC PPM)" userId="f1dcac62-7bef-43eb-91f0-927336a1714f" providerId="ADAL" clId="{2BD77424-8DF9-47DD-882B-3CF5330ACF06}" dt="2022-04-11T11:44:13.678" v="789" actId="21"/>
          <ac:cxnSpMkLst>
            <pc:docMk/>
            <pc:sldMk cId="3453994472" sldId="9126"/>
            <ac:cxnSpMk id="76" creationId="{0CBE4D65-5D9D-47BD-AC79-6A4DDEDD5D0F}"/>
          </ac:cxnSpMkLst>
        </pc:cxnChg>
        <pc:cxnChg chg="add del mod">
          <ac:chgData name="Macher, Andreas (DI FA CTR PLC PPM)" userId="f1dcac62-7bef-43eb-91f0-927336a1714f" providerId="ADAL" clId="{2BD77424-8DF9-47DD-882B-3CF5330ACF06}" dt="2022-04-11T11:44:51.853" v="827"/>
          <ac:cxnSpMkLst>
            <pc:docMk/>
            <pc:sldMk cId="3453994472" sldId="9126"/>
            <ac:cxnSpMk id="77" creationId="{4AF2C884-2F29-4AA0-95C6-8DF2DA7521BE}"/>
          </ac:cxnSpMkLst>
        </pc:cxnChg>
        <pc:cxnChg chg="add del mod">
          <ac:chgData name="Macher, Andreas (DI FA CTR PLC PPM)" userId="f1dcac62-7bef-43eb-91f0-927336a1714f" providerId="ADAL" clId="{2BD77424-8DF9-47DD-882B-3CF5330ACF06}" dt="2022-04-11T11:45:22.884" v="865" actId="478"/>
          <ac:cxnSpMkLst>
            <pc:docMk/>
            <pc:sldMk cId="3453994472" sldId="9126"/>
            <ac:cxnSpMk id="78" creationId="{C30CE779-CD04-45CF-ADCF-77E5BCA358CB}"/>
          </ac:cxnSpMkLst>
        </pc:cxnChg>
      </pc:sldChg>
      <pc:sldChg chg="addSp delSp modSp add mod ord">
        <pc:chgData name="Macher, Andreas (DI FA CTR PLC PPM)" userId="f1dcac62-7bef-43eb-91f0-927336a1714f" providerId="ADAL" clId="{2BD77424-8DF9-47DD-882B-3CF5330ACF06}" dt="2022-04-11T14:19:51.273" v="1761" actId="20577"/>
        <pc:sldMkLst>
          <pc:docMk/>
          <pc:sldMk cId="936343421" sldId="9127"/>
        </pc:sldMkLst>
        <pc:spChg chg="del">
          <ac:chgData name="Macher, Andreas (DI FA CTR PLC PPM)" userId="f1dcac62-7bef-43eb-91f0-927336a1714f" providerId="ADAL" clId="{2BD77424-8DF9-47DD-882B-3CF5330ACF06}" dt="2022-04-11T13:44:37.586" v="1513" actId="478"/>
          <ac:spMkLst>
            <pc:docMk/>
            <pc:sldMk cId="936343421" sldId="9127"/>
            <ac:spMk id="3" creationId="{C9786373-235C-4B0D-8A04-B12FCAA145C7}"/>
          </ac:spMkLst>
        </pc:spChg>
        <pc:spChg chg="mod">
          <ac:chgData name="Macher, Andreas (DI FA CTR PLC PPM)" userId="f1dcac62-7bef-43eb-91f0-927336a1714f" providerId="ADAL" clId="{2BD77424-8DF9-47DD-882B-3CF5330ACF06}" dt="2022-04-11T13:51:40.563" v="1664" actId="20577"/>
          <ac:spMkLst>
            <pc:docMk/>
            <pc:sldMk cId="936343421" sldId="9127"/>
            <ac:spMk id="4" creationId="{00000000-0000-0000-0000-000000000000}"/>
          </ac:spMkLst>
        </pc:spChg>
        <pc:spChg chg="del mod">
          <ac:chgData name="Macher, Andreas (DI FA CTR PLC PPM)" userId="f1dcac62-7bef-43eb-91f0-927336a1714f" providerId="ADAL" clId="{2BD77424-8DF9-47DD-882B-3CF5330ACF06}" dt="2022-04-11T13:44:26.243" v="1512" actId="478"/>
          <ac:spMkLst>
            <pc:docMk/>
            <pc:sldMk cId="936343421" sldId="9127"/>
            <ac:spMk id="6" creationId="{921C110C-4273-4264-8E97-12EEDFA598B4}"/>
          </ac:spMkLst>
        </pc:spChg>
        <pc:graphicFrameChg chg="mod modGraphic">
          <ac:chgData name="Macher, Andreas (DI FA CTR PLC PPM)" userId="f1dcac62-7bef-43eb-91f0-927336a1714f" providerId="ADAL" clId="{2BD77424-8DF9-47DD-882B-3CF5330ACF06}" dt="2022-04-11T14:19:51.273" v="1761" actId="20577"/>
          <ac:graphicFrameMkLst>
            <pc:docMk/>
            <pc:sldMk cId="936343421" sldId="9127"/>
            <ac:graphicFrameMk id="5" creationId="{00000000-0000-0000-0000-000000000000}"/>
          </ac:graphicFrameMkLst>
        </pc:graphicFrameChg>
        <pc:cxnChg chg="add del mod">
          <ac:chgData name="Macher, Andreas (DI FA CTR PLC PPM)" userId="f1dcac62-7bef-43eb-91f0-927336a1714f" providerId="ADAL" clId="{2BD77424-8DF9-47DD-882B-3CF5330ACF06}" dt="2022-04-11T13:54:11.068" v="1697" actId="21"/>
          <ac:cxnSpMkLst>
            <pc:docMk/>
            <pc:sldMk cId="936343421" sldId="9127"/>
            <ac:cxnSpMk id="8" creationId="{6CF0FA7B-2A8E-444B-A9F3-791002AFCB7C}"/>
          </ac:cxnSpMkLst>
        </pc:cxnChg>
        <pc:cxnChg chg="add del mod">
          <ac:chgData name="Macher, Andreas (DI FA CTR PLC PPM)" userId="f1dcac62-7bef-43eb-91f0-927336a1714f" providerId="ADAL" clId="{2BD77424-8DF9-47DD-882B-3CF5330ACF06}" dt="2022-04-11T13:54:11.068" v="1697" actId="21"/>
          <ac:cxnSpMkLst>
            <pc:docMk/>
            <pc:sldMk cId="936343421" sldId="9127"/>
            <ac:cxnSpMk id="9" creationId="{A512CBD7-A633-41C8-9CD5-6F3A1E8315D2}"/>
          </ac:cxnSpMkLst>
        </pc:cxnChg>
        <pc:cxnChg chg="add del mod">
          <ac:chgData name="Macher, Andreas (DI FA CTR PLC PPM)" userId="f1dcac62-7bef-43eb-91f0-927336a1714f" providerId="ADAL" clId="{2BD77424-8DF9-47DD-882B-3CF5330ACF06}" dt="2022-04-11T13:54:11.068" v="1697" actId="21"/>
          <ac:cxnSpMkLst>
            <pc:docMk/>
            <pc:sldMk cId="936343421" sldId="9127"/>
            <ac:cxnSpMk id="10" creationId="{DB462A21-F4AB-49D4-8A48-7AAF7EC479FE}"/>
          </ac:cxnSpMkLst>
        </pc:cxnChg>
      </pc:sldChg>
      <pc:sldMasterChg chg="modSp modSldLayout">
        <pc:chgData name="Macher, Andreas (DI FA CTR PLC PPM)" userId="f1dcac62-7bef-43eb-91f0-927336a1714f" providerId="ADAL" clId="{2BD77424-8DF9-47DD-882B-3CF5330ACF06}" dt="2022-04-11T12:31:59.135" v="1086"/>
        <pc:sldMasterMkLst>
          <pc:docMk/>
          <pc:sldMasterMk cId="1698585145" sldId="2147483648"/>
        </pc:sldMasterMkLst>
        <pc:spChg chg="mod">
          <ac:chgData name="Macher, Andreas (DI FA CTR PLC PPM)" userId="f1dcac62-7bef-43eb-91f0-927336a1714f" providerId="ADAL" clId="{2BD77424-8DF9-47DD-882B-3CF5330ACF06}" dt="2022-04-11T12:31:59.135" v="1086"/>
          <ac:spMkLst>
            <pc:docMk/>
            <pc:sldMasterMk cId="1698585145" sldId="2147483648"/>
            <ac:spMk id="5" creationId="{4F5CAFE5-0972-49AB-B42B-7C613C153AFE}"/>
          </ac:spMkLst>
        </pc:spChg>
        <pc:sldLayoutChg chg="modSp">
          <pc:chgData name="Macher, Andreas (DI FA CTR PLC PPM)" userId="f1dcac62-7bef-43eb-91f0-927336a1714f" providerId="ADAL" clId="{2BD77424-8DF9-47DD-882B-3CF5330ACF06}" dt="2022-04-11T12:31:59.135" v="1086"/>
          <pc:sldLayoutMkLst>
            <pc:docMk/>
            <pc:sldMasterMk cId="1698585145" sldId="2147483648"/>
            <pc:sldLayoutMk cId="1842942607" sldId="2147483650"/>
          </pc:sldLayoutMkLst>
          <pc:spChg chg="mod">
            <ac:chgData name="Macher, Andreas (DI FA CTR PLC PPM)" userId="f1dcac62-7bef-43eb-91f0-927336a1714f" providerId="ADAL" clId="{2BD77424-8DF9-47DD-882B-3CF5330ACF06}" dt="2022-04-11T12:31:59.135" v="1086"/>
            <ac:spMkLst>
              <pc:docMk/>
              <pc:sldMasterMk cId="1698585145" sldId="2147483648"/>
              <pc:sldLayoutMk cId="1842942607" sldId="2147483650"/>
              <ac:spMk id="5" creationId="{E519D384-FA09-4D60-95A8-589F157A93F4}"/>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408848882" sldId="2147483652"/>
          </pc:sldLayoutMkLst>
          <pc:spChg chg="mod">
            <ac:chgData name="Macher, Andreas (DI FA CTR PLC PPM)" userId="f1dcac62-7bef-43eb-91f0-927336a1714f" providerId="ADAL" clId="{2BD77424-8DF9-47DD-882B-3CF5330ACF06}" dt="2022-04-11T12:31:59.135" v="1086"/>
            <ac:spMkLst>
              <pc:docMk/>
              <pc:sldMasterMk cId="1698585145" sldId="2147483648"/>
              <pc:sldLayoutMk cId="408848882" sldId="2147483652"/>
              <ac:spMk id="3" creationId="{33756E69-CA2F-47EC-9D32-CB09C4CD83F1}"/>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2943002918" sldId="2147483655"/>
          </pc:sldLayoutMkLst>
          <pc:spChg chg="mod">
            <ac:chgData name="Macher, Andreas (DI FA CTR PLC PPM)" userId="f1dcac62-7bef-43eb-91f0-927336a1714f" providerId="ADAL" clId="{2BD77424-8DF9-47DD-882B-3CF5330ACF06}" dt="2022-04-11T12:31:59.135" v="1086"/>
            <ac:spMkLst>
              <pc:docMk/>
              <pc:sldMasterMk cId="1698585145" sldId="2147483648"/>
              <pc:sldLayoutMk cId="2943002918" sldId="2147483655"/>
              <ac:spMk id="9" creationId="{8C6E0B19-DC70-4D19-9A56-05E87567F196}"/>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1907654598" sldId="2147483665"/>
          </pc:sldLayoutMkLst>
          <pc:spChg chg="mod">
            <ac:chgData name="Macher, Andreas (DI FA CTR PLC PPM)" userId="f1dcac62-7bef-43eb-91f0-927336a1714f" providerId="ADAL" clId="{2BD77424-8DF9-47DD-882B-3CF5330ACF06}" dt="2022-04-11T12:31:59.135" v="1086"/>
            <ac:spMkLst>
              <pc:docMk/>
              <pc:sldMasterMk cId="1698585145" sldId="2147483648"/>
              <pc:sldLayoutMk cId="1907654598" sldId="2147483665"/>
              <ac:spMk id="5" creationId="{7367E6C0-4D2C-4C5F-86D8-A2CFF0EB3D6A}"/>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951439580" sldId="2147483666"/>
          </pc:sldLayoutMkLst>
          <pc:spChg chg="mod">
            <ac:chgData name="Macher, Andreas (DI FA CTR PLC PPM)" userId="f1dcac62-7bef-43eb-91f0-927336a1714f" providerId="ADAL" clId="{2BD77424-8DF9-47DD-882B-3CF5330ACF06}" dt="2022-04-11T12:31:59.135" v="1086"/>
            <ac:spMkLst>
              <pc:docMk/>
              <pc:sldMasterMk cId="1698585145" sldId="2147483648"/>
              <pc:sldLayoutMk cId="951439580" sldId="2147483666"/>
              <ac:spMk id="6" creationId="{33A503D1-D234-4258-9A03-D858B10BA46D}"/>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2009199822" sldId="2147483677"/>
          </pc:sldLayoutMkLst>
          <pc:spChg chg="mod">
            <ac:chgData name="Macher, Andreas (DI FA CTR PLC PPM)" userId="f1dcac62-7bef-43eb-91f0-927336a1714f" providerId="ADAL" clId="{2BD77424-8DF9-47DD-882B-3CF5330ACF06}" dt="2022-04-11T12:31:59.135" v="1086"/>
            <ac:spMkLst>
              <pc:docMk/>
              <pc:sldMasterMk cId="1698585145" sldId="2147483648"/>
              <pc:sldLayoutMk cId="2009199822" sldId="2147483677"/>
              <ac:spMk id="4" creationId="{F80D0117-50BB-4A8D-AD28-794FFDA35404}"/>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4100799088" sldId="2147483678"/>
          </pc:sldLayoutMkLst>
          <pc:spChg chg="mod">
            <ac:chgData name="Macher, Andreas (DI FA CTR PLC PPM)" userId="f1dcac62-7bef-43eb-91f0-927336a1714f" providerId="ADAL" clId="{2BD77424-8DF9-47DD-882B-3CF5330ACF06}" dt="2022-04-11T12:31:59.135" v="1086"/>
            <ac:spMkLst>
              <pc:docMk/>
              <pc:sldMasterMk cId="1698585145" sldId="2147483648"/>
              <pc:sldLayoutMk cId="4100799088" sldId="2147483678"/>
              <ac:spMk id="8" creationId="{3279A350-3BB2-4CA2-A422-8F5A951F6F64}"/>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3664610299" sldId="2147483680"/>
          </pc:sldLayoutMkLst>
          <pc:spChg chg="mod">
            <ac:chgData name="Macher, Andreas (DI FA CTR PLC PPM)" userId="f1dcac62-7bef-43eb-91f0-927336a1714f" providerId="ADAL" clId="{2BD77424-8DF9-47DD-882B-3CF5330ACF06}" dt="2022-04-11T12:31:59.135" v="1086"/>
            <ac:spMkLst>
              <pc:docMk/>
              <pc:sldMasterMk cId="1698585145" sldId="2147483648"/>
              <pc:sldLayoutMk cId="3664610299" sldId="2147483680"/>
              <ac:spMk id="5" creationId="{2BA12055-C879-45E9-A105-2B26D233C9D4}"/>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2263419937" sldId="2147483681"/>
          </pc:sldLayoutMkLst>
          <pc:spChg chg="mod">
            <ac:chgData name="Macher, Andreas (DI FA CTR PLC PPM)" userId="f1dcac62-7bef-43eb-91f0-927336a1714f" providerId="ADAL" clId="{2BD77424-8DF9-47DD-882B-3CF5330ACF06}" dt="2022-04-11T12:31:59.135" v="1086"/>
            <ac:spMkLst>
              <pc:docMk/>
              <pc:sldMasterMk cId="1698585145" sldId="2147483648"/>
              <pc:sldLayoutMk cId="2263419937" sldId="2147483681"/>
              <ac:spMk id="2" creationId="{6AEDD147-ACC0-4A9C-9043-90612765C0FA}"/>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1316416684" sldId="2147483682"/>
          </pc:sldLayoutMkLst>
          <pc:spChg chg="mod">
            <ac:chgData name="Macher, Andreas (DI FA CTR PLC PPM)" userId="f1dcac62-7bef-43eb-91f0-927336a1714f" providerId="ADAL" clId="{2BD77424-8DF9-47DD-882B-3CF5330ACF06}" dt="2022-04-11T12:31:59.135" v="1086"/>
            <ac:spMkLst>
              <pc:docMk/>
              <pc:sldMasterMk cId="1698585145" sldId="2147483648"/>
              <pc:sldLayoutMk cId="1316416684" sldId="2147483682"/>
              <ac:spMk id="2" creationId="{09BD8BE5-BFF2-469D-8B93-9556FCC45CF1}"/>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460158245" sldId="2147483687"/>
          </pc:sldLayoutMkLst>
          <pc:spChg chg="mod">
            <ac:chgData name="Macher, Andreas (DI FA CTR PLC PPM)" userId="f1dcac62-7bef-43eb-91f0-927336a1714f" providerId="ADAL" clId="{2BD77424-8DF9-47DD-882B-3CF5330ACF06}" dt="2022-04-11T12:31:59.135" v="1086"/>
            <ac:spMkLst>
              <pc:docMk/>
              <pc:sldMasterMk cId="1698585145" sldId="2147483648"/>
              <pc:sldLayoutMk cId="460158245" sldId="2147483687"/>
              <ac:spMk id="6" creationId="{91FCCEDD-7521-4BD5-8A32-A62DA6246709}"/>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2460512140" sldId="2147483690"/>
          </pc:sldLayoutMkLst>
          <pc:spChg chg="mod">
            <ac:chgData name="Macher, Andreas (DI FA CTR PLC PPM)" userId="f1dcac62-7bef-43eb-91f0-927336a1714f" providerId="ADAL" clId="{2BD77424-8DF9-47DD-882B-3CF5330ACF06}" dt="2022-04-11T12:31:59.135" v="1086"/>
            <ac:spMkLst>
              <pc:docMk/>
              <pc:sldMasterMk cId="1698585145" sldId="2147483648"/>
              <pc:sldLayoutMk cId="2460512140" sldId="2147483690"/>
              <ac:spMk id="2" creationId="{EC4F35EF-AC94-4800-9CB7-CA49CAFDD249}"/>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4004534516" sldId="2147483691"/>
          </pc:sldLayoutMkLst>
          <pc:spChg chg="mod">
            <ac:chgData name="Macher, Andreas (DI FA CTR PLC PPM)" userId="f1dcac62-7bef-43eb-91f0-927336a1714f" providerId="ADAL" clId="{2BD77424-8DF9-47DD-882B-3CF5330ACF06}" dt="2022-04-11T12:31:59.135" v="1086"/>
            <ac:spMkLst>
              <pc:docMk/>
              <pc:sldMasterMk cId="1698585145" sldId="2147483648"/>
              <pc:sldLayoutMk cId="4004534516" sldId="2147483691"/>
              <ac:spMk id="5" creationId="{16495290-0795-4AB1-8AEA-2BB78678362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1106083221" sldId="2147483692"/>
          </pc:sldLayoutMkLst>
          <pc:spChg chg="mod">
            <ac:chgData name="Macher, Andreas (DI FA CTR PLC PPM)" userId="f1dcac62-7bef-43eb-91f0-927336a1714f" providerId="ADAL" clId="{2BD77424-8DF9-47DD-882B-3CF5330ACF06}" dt="2022-04-11T12:31:59.135" v="1086"/>
            <ac:spMkLst>
              <pc:docMk/>
              <pc:sldMasterMk cId="1698585145" sldId="2147483648"/>
              <pc:sldLayoutMk cId="1106083221" sldId="2147483692"/>
              <ac:spMk id="5" creationId="{E4BECE54-DDA8-4D2C-8A02-4C8E3E1585E1}"/>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2912428891" sldId="2147483694"/>
          </pc:sldLayoutMkLst>
          <pc:spChg chg="mod">
            <ac:chgData name="Macher, Andreas (DI FA CTR PLC PPM)" userId="f1dcac62-7bef-43eb-91f0-927336a1714f" providerId="ADAL" clId="{2BD77424-8DF9-47DD-882B-3CF5330ACF06}" dt="2022-04-11T12:31:59.135" v="1086"/>
            <ac:spMkLst>
              <pc:docMk/>
              <pc:sldMasterMk cId="1698585145" sldId="2147483648"/>
              <pc:sldLayoutMk cId="2912428891" sldId="2147483694"/>
              <ac:spMk id="3" creationId="{9CEA2FAD-1597-4F5C-878D-02CB854024F3}"/>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448910675" sldId="2147483697"/>
          </pc:sldLayoutMkLst>
          <pc:spChg chg="mod">
            <ac:chgData name="Macher, Andreas (DI FA CTR PLC PPM)" userId="f1dcac62-7bef-43eb-91f0-927336a1714f" providerId="ADAL" clId="{2BD77424-8DF9-47DD-882B-3CF5330ACF06}" dt="2022-04-11T12:31:59.135" v="1086"/>
            <ac:spMkLst>
              <pc:docMk/>
              <pc:sldMasterMk cId="1698585145" sldId="2147483648"/>
              <pc:sldLayoutMk cId="448910675" sldId="2147483697"/>
              <ac:spMk id="6" creationId="{E613FA68-C74A-4621-9563-250388EBCC8B}"/>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2503860774" sldId="2147483698"/>
          </pc:sldLayoutMkLst>
          <pc:spChg chg="mod">
            <ac:chgData name="Macher, Andreas (DI FA CTR PLC PPM)" userId="f1dcac62-7bef-43eb-91f0-927336a1714f" providerId="ADAL" clId="{2BD77424-8DF9-47DD-882B-3CF5330ACF06}" dt="2022-04-11T12:31:59.135" v="1086"/>
            <ac:spMkLst>
              <pc:docMk/>
              <pc:sldMasterMk cId="1698585145" sldId="2147483648"/>
              <pc:sldLayoutMk cId="2503860774" sldId="2147483698"/>
              <ac:spMk id="6" creationId="{1DF6F0C8-00D9-4034-B3CC-D376702BE1C8}"/>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674823635" sldId="2147483708"/>
          </pc:sldLayoutMkLst>
          <pc:spChg chg="mod">
            <ac:chgData name="Macher, Andreas (DI FA CTR PLC PPM)" userId="f1dcac62-7bef-43eb-91f0-927336a1714f" providerId="ADAL" clId="{2BD77424-8DF9-47DD-882B-3CF5330ACF06}" dt="2022-04-11T12:31:59.135" v="1086"/>
            <ac:spMkLst>
              <pc:docMk/>
              <pc:sldMasterMk cId="1698585145" sldId="2147483648"/>
              <pc:sldLayoutMk cId="674823635" sldId="2147483708"/>
              <ac:spMk id="5" creationId="{16495290-0795-4AB1-8AEA-2BB78678362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4014279886" sldId="2147483709"/>
          </pc:sldLayoutMkLst>
          <pc:spChg chg="mod">
            <ac:chgData name="Macher, Andreas (DI FA CTR PLC PPM)" userId="f1dcac62-7bef-43eb-91f0-927336a1714f" providerId="ADAL" clId="{2BD77424-8DF9-47DD-882B-3CF5330ACF06}" dt="2022-04-11T12:31:59.135" v="1086"/>
            <ac:spMkLst>
              <pc:docMk/>
              <pc:sldMasterMk cId="1698585145" sldId="2147483648"/>
              <pc:sldLayoutMk cId="4014279886" sldId="2147483709"/>
              <ac:spMk id="4" creationId="{F80D0117-50BB-4A8D-AD28-794FFDA35404}"/>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271878887" sldId="2147483711"/>
          </pc:sldLayoutMkLst>
          <pc:spChg chg="mod">
            <ac:chgData name="Macher, Andreas (DI FA CTR PLC PPM)" userId="f1dcac62-7bef-43eb-91f0-927336a1714f" providerId="ADAL" clId="{2BD77424-8DF9-47DD-882B-3CF5330ACF06}" dt="2022-04-11T12:31:59.135" v="1086"/>
            <ac:spMkLst>
              <pc:docMk/>
              <pc:sldMasterMk cId="1698585145" sldId="2147483648"/>
              <pc:sldLayoutMk cId="271878887" sldId="2147483711"/>
              <ac:spMk id="2" creationId="{39F9E844-3827-4B6C-9CB5-13C9A70DCD4D}"/>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2026250594" sldId="2147483717"/>
          </pc:sldLayoutMkLst>
          <pc:spChg chg="mod">
            <ac:chgData name="Macher, Andreas (DI FA CTR PLC PPM)" userId="f1dcac62-7bef-43eb-91f0-927336a1714f" providerId="ADAL" clId="{2BD77424-8DF9-47DD-882B-3CF5330ACF06}" dt="2022-04-11T12:31:59.135" v="1086"/>
            <ac:spMkLst>
              <pc:docMk/>
              <pc:sldMasterMk cId="1698585145" sldId="2147483648"/>
              <pc:sldLayoutMk cId="2026250594" sldId="2147483717"/>
              <ac:spMk id="2" creationId="{36983F93-FD6F-4DAC-8F23-D4EF00A04206}"/>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1273117948" sldId="2147483719"/>
          </pc:sldLayoutMkLst>
          <pc:spChg chg="mod">
            <ac:chgData name="Macher, Andreas (DI FA CTR PLC PPM)" userId="f1dcac62-7bef-43eb-91f0-927336a1714f" providerId="ADAL" clId="{2BD77424-8DF9-47DD-882B-3CF5330ACF06}" dt="2022-04-11T12:31:59.135" v="1086"/>
            <ac:spMkLst>
              <pc:docMk/>
              <pc:sldMasterMk cId="1698585145" sldId="2147483648"/>
              <pc:sldLayoutMk cId="1273117948" sldId="2147483719"/>
              <ac:spMk id="2" creationId="{36983F93-FD6F-4DAC-8F23-D4EF00A04206}"/>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2024961563" sldId="2147483720"/>
          </pc:sldLayoutMkLst>
          <pc:spChg chg="mod">
            <ac:chgData name="Macher, Andreas (DI FA CTR PLC PPM)" userId="f1dcac62-7bef-43eb-91f0-927336a1714f" providerId="ADAL" clId="{2BD77424-8DF9-47DD-882B-3CF5330ACF06}" dt="2022-04-11T12:31:59.135" v="1086"/>
            <ac:spMkLst>
              <pc:docMk/>
              <pc:sldMasterMk cId="1698585145" sldId="2147483648"/>
              <pc:sldLayoutMk cId="2024961563" sldId="2147483720"/>
              <ac:spMk id="2" creationId="{36983F93-FD6F-4DAC-8F23-D4EF00A04206}"/>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2813591464" sldId="2147483721"/>
          </pc:sldLayoutMkLst>
          <pc:spChg chg="mod">
            <ac:chgData name="Macher, Andreas (DI FA CTR PLC PPM)" userId="f1dcac62-7bef-43eb-91f0-927336a1714f" providerId="ADAL" clId="{2BD77424-8DF9-47DD-882B-3CF5330ACF06}" dt="2022-04-11T12:31:59.135" v="1086"/>
            <ac:spMkLst>
              <pc:docMk/>
              <pc:sldMasterMk cId="1698585145" sldId="2147483648"/>
              <pc:sldLayoutMk cId="2813591464" sldId="2147483721"/>
              <ac:spMk id="2" creationId="{36983F93-FD6F-4DAC-8F23-D4EF00A04206}"/>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3165426006" sldId="2147483722"/>
          </pc:sldLayoutMkLst>
          <pc:spChg chg="mod">
            <ac:chgData name="Macher, Andreas (DI FA CTR PLC PPM)" userId="f1dcac62-7bef-43eb-91f0-927336a1714f" providerId="ADAL" clId="{2BD77424-8DF9-47DD-882B-3CF5330ACF06}" dt="2022-04-11T12:31:59.135" v="1086"/>
            <ac:spMkLst>
              <pc:docMk/>
              <pc:sldMasterMk cId="1698585145" sldId="2147483648"/>
              <pc:sldLayoutMk cId="3165426006" sldId="2147483722"/>
              <ac:spMk id="2" creationId="{36983F93-FD6F-4DAC-8F23-D4EF00A04206}"/>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845533663" sldId="2147483723"/>
          </pc:sldLayoutMkLst>
          <pc:spChg chg="mod">
            <ac:chgData name="Macher, Andreas (DI FA CTR PLC PPM)" userId="f1dcac62-7bef-43eb-91f0-927336a1714f" providerId="ADAL" clId="{2BD77424-8DF9-47DD-882B-3CF5330ACF06}" dt="2022-04-11T12:31:59.135" v="1086"/>
            <ac:spMkLst>
              <pc:docMk/>
              <pc:sldMasterMk cId="1698585145" sldId="2147483648"/>
              <pc:sldLayoutMk cId="845533663" sldId="2147483723"/>
              <ac:spMk id="2" creationId="{36983F93-FD6F-4DAC-8F23-D4EF00A04206}"/>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4099078185" sldId="2147483724"/>
          </pc:sldLayoutMkLst>
          <pc:spChg chg="mod">
            <ac:chgData name="Macher, Andreas (DI FA CTR PLC PPM)" userId="f1dcac62-7bef-43eb-91f0-927336a1714f" providerId="ADAL" clId="{2BD77424-8DF9-47DD-882B-3CF5330ACF06}" dt="2022-04-11T12:31:59.135" v="1086"/>
            <ac:spMkLst>
              <pc:docMk/>
              <pc:sldMasterMk cId="1698585145" sldId="2147483648"/>
              <pc:sldLayoutMk cId="4099078185" sldId="2147483724"/>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1218475109" sldId="2147483725"/>
          </pc:sldLayoutMkLst>
          <pc:spChg chg="mod">
            <ac:chgData name="Macher, Andreas (DI FA CTR PLC PPM)" userId="f1dcac62-7bef-43eb-91f0-927336a1714f" providerId="ADAL" clId="{2BD77424-8DF9-47DD-882B-3CF5330ACF06}" dt="2022-04-11T12:31:59.135" v="1086"/>
            <ac:spMkLst>
              <pc:docMk/>
              <pc:sldMasterMk cId="1698585145" sldId="2147483648"/>
              <pc:sldLayoutMk cId="1218475109" sldId="2147483725"/>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1999428441" sldId="2147483726"/>
          </pc:sldLayoutMkLst>
          <pc:spChg chg="mod">
            <ac:chgData name="Macher, Andreas (DI FA CTR PLC PPM)" userId="f1dcac62-7bef-43eb-91f0-927336a1714f" providerId="ADAL" clId="{2BD77424-8DF9-47DD-882B-3CF5330ACF06}" dt="2022-04-11T12:31:59.135" v="1086"/>
            <ac:spMkLst>
              <pc:docMk/>
              <pc:sldMasterMk cId="1698585145" sldId="2147483648"/>
              <pc:sldLayoutMk cId="1999428441" sldId="2147483726"/>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912665376" sldId="2147483727"/>
          </pc:sldLayoutMkLst>
          <pc:spChg chg="mod">
            <ac:chgData name="Macher, Andreas (DI FA CTR PLC PPM)" userId="f1dcac62-7bef-43eb-91f0-927336a1714f" providerId="ADAL" clId="{2BD77424-8DF9-47DD-882B-3CF5330ACF06}" dt="2022-04-11T12:31:59.135" v="1086"/>
            <ac:spMkLst>
              <pc:docMk/>
              <pc:sldMasterMk cId="1698585145" sldId="2147483648"/>
              <pc:sldLayoutMk cId="912665376" sldId="2147483727"/>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484892092" sldId="2147483728"/>
          </pc:sldLayoutMkLst>
          <pc:spChg chg="mod">
            <ac:chgData name="Macher, Andreas (DI FA CTR PLC PPM)" userId="f1dcac62-7bef-43eb-91f0-927336a1714f" providerId="ADAL" clId="{2BD77424-8DF9-47DD-882B-3CF5330ACF06}" dt="2022-04-11T12:31:59.135" v="1086"/>
            <ac:spMkLst>
              <pc:docMk/>
              <pc:sldMasterMk cId="1698585145" sldId="2147483648"/>
              <pc:sldLayoutMk cId="484892092" sldId="2147483728"/>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1190604795" sldId="2147483729"/>
          </pc:sldLayoutMkLst>
          <pc:spChg chg="mod">
            <ac:chgData name="Macher, Andreas (DI FA CTR PLC PPM)" userId="f1dcac62-7bef-43eb-91f0-927336a1714f" providerId="ADAL" clId="{2BD77424-8DF9-47DD-882B-3CF5330ACF06}" dt="2022-04-11T12:31:59.135" v="1086"/>
            <ac:spMkLst>
              <pc:docMk/>
              <pc:sldMasterMk cId="1698585145" sldId="2147483648"/>
              <pc:sldLayoutMk cId="1190604795" sldId="2147483729"/>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2530377729" sldId="2147483731"/>
          </pc:sldLayoutMkLst>
          <pc:spChg chg="mod">
            <ac:chgData name="Macher, Andreas (DI FA CTR PLC PPM)" userId="f1dcac62-7bef-43eb-91f0-927336a1714f" providerId="ADAL" clId="{2BD77424-8DF9-47DD-882B-3CF5330ACF06}" dt="2022-04-11T12:31:59.135" v="1086"/>
            <ac:spMkLst>
              <pc:docMk/>
              <pc:sldMasterMk cId="1698585145" sldId="2147483648"/>
              <pc:sldLayoutMk cId="2530377729" sldId="2147483731"/>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1852824290" sldId="2147483732"/>
          </pc:sldLayoutMkLst>
          <pc:spChg chg="mod">
            <ac:chgData name="Macher, Andreas (DI FA CTR PLC PPM)" userId="f1dcac62-7bef-43eb-91f0-927336a1714f" providerId="ADAL" clId="{2BD77424-8DF9-47DD-882B-3CF5330ACF06}" dt="2022-04-11T12:31:59.135" v="1086"/>
            <ac:spMkLst>
              <pc:docMk/>
              <pc:sldMasterMk cId="1698585145" sldId="2147483648"/>
              <pc:sldLayoutMk cId="1852824290" sldId="2147483732"/>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3298325662" sldId="2147483733"/>
          </pc:sldLayoutMkLst>
          <pc:spChg chg="mod">
            <ac:chgData name="Macher, Andreas (DI FA CTR PLC PPM)" userId="f1dcac62-7bef-43eb-91f0-927336a1714f" providerId="ADAL" clId="{2BD77424-8DF9-47DD-882B-3CF5330ACF06}" dt="2022-04-11T12:31:59.135" v="1086"/>
            <ac:spMkLst>
              <pc:docMk/>
              <pc:sldMasterMk cId="1698585145" sldId="2147483648"/>
              <pc:sldLayoutMk cId="3298325662" sldId="2147483733"/>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3197361711" sldId="2147483734"/>
          </pc:sldLayoutMkLst>
          <pc:spChg chg="mod">
            <ac:chgData name="Macher, Andreas (DI FA CTR PLC PPM)" userId="f1dcac62-7bef-43eb-91f0-927336a1714f" providerId="ADAL" clId="{2BD77424-8DF9-47DD-882B-3CF5330ACF06}" dt="2022-04-11T12:31:59.135" v="1086"/>
            <ac:spMkLst>
              <pc:docMk/>
              <pc:sldMasterMk cId="1698585145" sldId="2147483648"/>
              <pc:sldLayoutMk cId="3197361711" sldId="2147483734"/>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1870889376" sldId="2147483735"/>
          </pc:sldLayoutMkLst>
          <pc:spChg chg="mod">
            <ac:chgData name="Macher, Andreas (DI FA CTR PLC PPM)" userId="f1dcac62-7bef-43eb-91f0-927336a1714f" providerId="ADAL" clId="{2BD77424-8DF9-47DD-882B-3CF5330ACF06}" dt="2022-04-11T12:31:59.135" v="1086"/>
            <ac:spMkLst>
              <pc:docMk/>
              <pc:sldMasterMk cId="1698585145" sldId="2147483648"/>
              <pc:sldLayoutMk cId="1870889376" sldId="2147483735"/>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4042990506" sldId="2147483736"/>
          </pc:sldLayoutMkLst>
          <pc:spChg chg="mod">
            <ac:chgData name="Macher, Andreas (DI FA CTR PLC PPM)" userId="f1dcac62-7bef-43eb-91f0-927336a1714f" providerId="ADAL" clId="{2BD77424-8DF9-47DD-882B-3CF5330ACF06}" dt="2022-04-11T12:31:59.135" v="1086"/>
            <ac:spMkLst>
              <pc:docMk/>
              <pc:sldMasterMk cId="1698585145" sldId="2147483648"/>
              <pc:sldLayoutMk cId="4042990506" sldId="2147483736"/>
              <ac:spMk id="5" creationId="{EDBCA456-A643-45C8-9383-5A06099EB621}"/>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2294859123" sldId="2147483737"/>
          </pc:sldLayoutMkLst>
          <pc:spChg chg="mod">
            <ac:chgData name="Macher, Andreas (DI FA CTR PLC PPM)" userId="f1dcac62-7bef-43eb-91f0-927336a1714f" providerId="ADAL" clId="{2BD77424-8DF9-47DD-882B-3CF5330ACF06}" dt="2022-04-11T12:31:59.135" v="1086"/>
            <ac:spMkLst>
              <pc:docMk/>
              <pc:sldMasterMk cId="1698585145" sldId="2147483648"/>
              <pc:sldLayoutMk cId="2294859123" sldId="2147483737"/>
              <ac:spMk id="5" creationId="{21031E7D-E514-484A-9CCD-52A9C2222261}"/>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416322106" sldId="2147483738"/>
          </pc:sldLayoutMkLst>
          <pc:spChg chg="mod">
            <ac:chgData name="Macher, Andreas (DI FA CTR PLC PPM)" userId="f1dcac62-7bef-43eb-91f0-927336a1714f" providerId="ADAL" clId="{2BD77424-8DF9-47DD-882B-3CF5330ACF06}" dt="2022-04-11T12:31:59.135" v="1086"/>
            <ac:spMkLst>
              <pc:docMk/>
              <pc:sldMasterMk cId="1698585145" sldId="2147483648"/>
              <pc:sldLayoutMk cId="416322106" sldId="2147483738"/>
              <ac:spMk id="5" creationId="{1498F1A9-6241-4523-AFBC-C74F3AA4AC35}"/>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1455111089" sldId="2147483739"/>
          </pc:sldLayoutMkLst>
          <pc:spChg chg="mod">
            <ac:chgData name="Macher, Andreas (DI FA CTR PLC PPM)" userId="f1dcac62-7bef-43eb-91f0-927336a1714f" providerId="ADAL" clId="{2BD77424-8DF9-47DD-882B-3CF5330ACF06}" dt="2022-04-11T12:31:59.135" v="1086"/>
            <ac:spMkLst>
              <pc:docMk/>
              <pc:sldMasterMk cId="1698585145" sldId="2147483648"/>
              <pc:sldLayoutMk cId="1455111089" sldId="2147483739"/>
              <ac:spMk id="5" creationId="{EDBCA456-A643-45C8-9383-5A06099EB621}"/>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3943902260" sldId="2147483740"/>
          </pc:sldLayoutMkLst>
          <pc:spChg chg="mod">
            <ac:chgData name="Macher, Andreas (DI FA CTR PLC PPM)" userId="f1dcac62-7bef-43eb-91f0-927336a1714f" providerId="ADAL" clId="{2BD77424-8DF9-47DD-882B-3CF5330ACF06}" dt="2022-04-11T12:31:59.135" v="1086"/>
            <ac:spMkLst>
              <pc:docMk/>
              <pc:sldMasterMk cId="1698585145" sldId="2147483648"/>
              <pc:sldLayoutMk cId="3943902260" sldId="2147483740"/>
              <ac:spMk id="5" creationId="{21031E7D-E514-484A-9CCD-52A9C2222261}"/>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3868036727" sldId="2147483741"/>
          </pc:sldLayoutMkLst>
          <pc:spChg chg="mod">
            <ac:chgData name="Macher, Andreas (DI FA CTR PLC PPM)" userId="f1dcac62-7bef-43eb-91f0-927336a1714f" providerId="ADAL" clId="{2BD77424-8DF9-47DD-882B-3CF5330ACF06}" dt="2022-04-11T12:31:59.135" v="1086"/>
            <ac:spMkLst>
              <pc:docMk/>
              <pc:sldMasterMk cId="1698585145" sldId="2147483648"/>
              <pc:sldLayoutMk cId="3868036727" sldId="2147483741"/>
              <ac:spMk id="5" creationId="{1498F1A9-6241-4523-AFBC-C74F3AA4AC35}"/>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2968626746" sldId="2147483742"/>
          </pc:sldLayoutMkLst>
          <pc:spChg chg="mod">
            <ac:chgData name="Macher, Andreas (DI FA CTR PLC PPM)" userId="f1dcac62-7bef-43eb-91f0-927336a1714f" providerId="ADAL" clId="{2BD77424-8DF9-47DD-882B-3CF5330ACF06}" dt="2022-04-11T12:31:59.135" v="1086"/>
            <ac:spMkLst>
              <pc:docMk/>
              <pc:sldMasterMk cId="1698585145" sldId="2147483648"/>
              <pc:sldLayoutMk cId="2968626746" sldId="2147483742"/>
              <ac:spMk id="9" creationId="{8C6E0B19-DC70-4D19-9A56-05E87567F196}"/>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643747429" sldId="2147483744"/>
          </pc:sldLayoutMkLst>
          <pc:spChg chg="mod">
            <ac:chgData name="Macher, Andreas (DI FA CTR PLC PPM)" userId="f1dcac62-7bef-43eb-91f0-927336a1714f" providerId="ADAL" clId="{2BD77424-8DF9-47DD-882B-3CF5330ACF06}" dt="2022-04-11T12:31:59.135" v="1086"/>
            <ac:spMkLst>
              <pc:docMk/>
              <pc:sldMasterMk cId="1698585145" sldId="2147483648"/>
              <pc:sldLayoutMk cId="643747429" sldId="2147483744"/>
              <ac:spMk id="9" creationId="{8C6E0B19-DC70-4D19-9A56-05E87567F196}"/>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1835673491" sldId="2147483745"/>
          </pc:sldLayoutMkLst>
          <pc:spChg chg="mod">
            <ac:chgData name="Macher, Andreas (DI FA CTR PLC PPM)" userId="f1dcac62-7bef-43eb-91f0-927336a1714f" providerId="ADAL" clId="{2BD77424-8DF9-47DD-882B-3CF5330ACF06}" dt="2022-04-11T12:31:59.135" v="1086"/>
            <ac:spMkLst>
              <pc:docMk/>
              <pc:sldMasterMk cId="1698585145" sldId="2147483648"/>
              <pc:sldLayoutMk cId="1835673491" sldId="2147483745"/>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1622225975" sldId="2147483746"/>
          </pc:sldLayoutMkLst>
          <pc:spChg chg="mod">
            <ac:chgData name="Macher, Andreas (DI FA CTR PLC PPM)" userId="f1dcac62-7bef-43eb-91f0-927336a1714f" providerId="ADAL" clId="{2BD77424-8DF9-47DD-882B-3CF5330ACF06}" dt="2022-04-11T12:31:59.135" v="1086"/>
            <ac:spMkLst>
              <pc:docMk/>
              <pc:sldMasterMk cId="1698585145" sldId="2147483648"/>
              <pc:sldLayoutMk cId="1622225975" sldId="2147483746"/>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689486995" sldId="2147483747"/>
          </pc:sldLayoutMkLst>
          <pc:spChg chg="mod">
            <ac:chgData name="Macher, Andreas (DI FA CTR PLC PPM)" userId="f1dcac62-7bef-43eb-91f0-927336a1714f" providerId="ADAL" clId="{2BD77424-8DF9-47DD-882B-3CF5330ACF06}" dt="2022-04-11T12:31:59.135" v="1086"/>
            <ac:spMkLst>
              <pc:docMk/>
              <pc:sldMasterMk cId="1698585145" sldId="2147483648"/>
              <pc:sldLayoutMk cId="689486995" sldId="2147483747"/>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3589911172" sldId="2147483748"/>
          </pc:sldLayoutMkLst>
          <pc:spChg chg="mod">
            <ac:chgData name="Macher, Andreas (DI FA CTR PLC PPM)" userId="f1dcac62-7bef-43eb-91f0-927336a1714f" providerId="ADAL" clId="{2BD77424-8DF9-47DD-882B-3CF5330ACF06}" dt="2022-04-11T12:31:59.135" v="1086"/>
            <ac:spMkLst>
              <pc:docMk/>
              <pc:sldMasterMk cId="1698585145" sldId="2147483648"/>
              <pc:sldLayoutMk cId="3589911172" sldId="2147483748"/>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2880196282" sldId="2147483749"/>
          </pc:sldLayoutMkLst>
          <pc:spChg chg="mod">
            <ac:chgData name="Macher, Andreas (DI FA CTR PLC PPM)" userId="f1dcac62-7bef-43eb-91f0-927336a1714f" providerId="ADAL" clId="{2BD77424-8DF9-47DD-882B-3CF5330ACF06}" dt="2022-04-11T12:31:59.135" v="1086"/>
            <ac:spMkLst>
              <pc:docMk/>
              <pc:sldMasterMk cId="1698585145" sldId="2147483648"/>
              <pc:sldLayoutMk cId="2880196282" sldId="2147483749"/>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3741647543" sldId="2147483750"/>
          </pc:sldLayoutMkLst>
          <pc:spChg chg="mod">
            <ac:chgData name="Macher, Andreas (DI FA CTR PLC PPM)" userId="f1dcac62-7bef-43eb-91f0-927336a1714f" providerId="ADAL" clId="{2BD77424-8DF9-47DD-882B-3CF5330ACF06}" dt="2022-04-11T12:31:59.135" v="1086"/>
            <ac:spMkLst>
              <pc:docMk/>
              <pc:sldMasterMk cId="1698585145" sldId="2147483648"/>
              <pc:sldLayoutMk cId="3741647543" sldId="2147483750"/>
              <ac:spMk id="4" creationId="{B61796B2-8510-42B4-A5F7-E1FE5FCE45A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2937550611" sldId="2147483751"/>
          </pc:sldLayoutMkLst>
          <pc:spChg chg="mod">
            <ac:chgData name="Macher, Andreas (DI FA CTR PLC PPM)" userId="f1dcac62-7bef-43eb-91f0-927336a1714f" providerId="ADAL" clId="{2BD77424-8DF9-47DD-882B-3CF5330ACF06}" dt="2022-04-11T12:31:59.135" v="1086"/>
            <ac:spMkLst>
              <pc:docMk/>
              <pc:sldMasterMk cId="1698585145" sldId="2147483648"/>
              <pc:sldLayoutMk cId="2937550611" sldId="2147483751"/>
              <ac:spMk id="5" creationId="{16495290-0795-4AB1-8AEA-2BB786783622}"/>
            </ac:spMkLst>
          </pc:spChg>
        </pc:sldLayoutChg>
        <pc:sldLayoutChg chg="modSp">
          <pc:chgData name="Macher, Andreas (DI FA CTR PLC PPM)" userId="f1dcac62-7bef-43eb-91f0-927336a1714f" providerId="ADAL" clId="{2BD77424-8DF9-47DD-882B-3CF5330ACF06}" dt="2022-04-11T12:31:59.135" v="1086"/>
          <pc:sldLayoutMkLst>
            <pc:docMk/>
            <pc:sldMasterMk cId="1698585145" sldId="2147483648"/>
            <pc:sldLayoutMk cId="3514875898" sldId="2147483752"/>
          </pc:sldLayoutMkLst>
          <pc:spChg chg="mod">
            <ac:chgData name="Macher, Andreas (DI FA CTR PLC PPM)" userId="f1dcac62-7bef-43eb-91f0-927336a1714f" providerId="ADAL" clId="{2BD77424-8DF9-47DD-882B-3CF5330ACF06}" dt="2022-04-11T12:31:59.135" v="1086"/>
            <ac:spMkLst>
              <pc:docMk/>
              <pc:sldMasterMk cId="1698585145" sldId="2147483648"/>
              <pc:sldLayoutMk cId="3514875898" sldId="2147483752"/>
              <ac:spMk id="5" creationId="{E4BECE54-DDA8-4D2C-8A02-4C8E3E1585E1}"/>
            </ac:spMkLst>
          </pc:spChg>
        </pc:sldLayoutChg>
      </pc:sldMasterChg>
    </pc:docChg>
  </pc:docChgLst>
  <pc:docChgLst>
    <pc:chgData name="Macher, Andreas (DI FA CTR PLC PPM)" userId="f1dcac62-7bef-43eb-91f0-927336a1714f" providerId="ADAL" clId="{5B710B73-F6D6-4A7D-9276-5384056BD54A}"/>
    <pc:docChg chg="undo redo custSel addSld delSld modSld sldOrd modMainMaster modSection">
      <pc:chgData name="Macher, Andreas (DI FA CTR PLC PPM)" userId="f1dcac62-7bef-43eb-91f0-927336a1714f" providerId="ADAL" clId="{5B710B73-F6D6-4A7D-9276-5384056BD54A}" dt="2022-11-23T12:35:18.781" v="9092" actId="12"/>
      <pc:docMkLst>
        <pc:docMk/>
      </pc:docMkLst>
      <pc:sldChg chg="modSp">
        <pc:chgData name="Macher, Andreas (DI FA CTR PLC PPM)" userId="f1dcac62-7bef-43eb-91f0-927336a1714f" providerId="ADAL" clId="{5B710B73-F6D6-4A7D-9276-5384056BD54A}" dt="2022-11-23T12:21:55.580" v="8996"/>
        <pc:sldMkLst>
          <pc:docMk/>
          <pc:sldMk cId="3044083358" sldId="268"/>
        </pc:sldMkLst>
        <pc:spChg chg="mod">
          <ac:chgData name="Macher, Andreas (DI FA CTR PLC PPM)" userId="f1dcac62-7bef-43eb-91f0-927336a1714f" providerId="ADAL" clId="{5B710B73-F6D6-4A7D-9276-5384056BD54A}" dt="2022-11-23T12:21:55.580" v="8996"/>
          <ac:spMkLst>
            <pc:docMk/>
            <pc:sldMk cId="3044083358" sldId="268"/>
            <ac:spMk id="2" creationId="{7D86EBFB-CE6A-4758-896A-AAD8E1D08CC8}"/>
          </ac:spMkLst>
        </pc:spChg>
      </pc:sldChg>
      <pc:sldChg chg="delSp modSp mod chgLayout">
        <pc:chgData name="Macher, Andreas (DI FA CTR PLC PPM)" userId="f1dcac62-7bef-43eb-91f0-927336a1714f" providerId="ADAL" clId="{5B710B73-F6D6-4A7D-9276-5384056BD54A}" dt="2022-11-23T12:21:55.580" v="8996"/>
        <pc:sldMkLst>
          <pc:docMk/>
          <pc:sldMk cId="1915380295" sldId="297"/>
        </pc:sldMkLst>
        <pc:spChg chg="mod ord">
          <ac:chgData name="Macher, Andreas (DI FA CTR PLC PPM)" userId="f1dcac62-7bef-43eb-91f0-927336a1714f" providerId="ADAL" clId="{5B710B73-F6D6-4A7D-9276-5384056BD54A}" dt="2022-11-07T20:30:22.886" v="6228" actId="700"/>
          <ac:spMkLst>
            <pc:docMk/>
            <pc:sldMk cId="1915380295" sldId="297"/>
            <ac:spMk id="2" creationId="{00000000-0000-0000-0000-000000000000}"/>
          </ac:spMkLst>
        </pc:spChg>
        <pc:spChg chg="mod ord">
          <ac:chgData name="Macher, Andreas (DI FA CTR PLC PPM)" userId="f1dcac62-7bef-43eb-91f0-927336a1714f" providerId="ADAL" clId="{5B710B73-F6D6-4A7D-9276-5384056BD54A}" dt="2022-11-23T12:21:55.580" v="8996"/>
          <ac:spMkLst>
            <pc:docMk/>
            <pc:sldMk cId="1915380295" sldId="297"/>
            <ac:spMk id="3" creationId="{773F1630-BA2E-4528-AF32-DB8419A4F3B5}"/>
          </ac:spMkLst>
        </pc:spChg>
        <pc:spChg chg="del">
          <ac:chgData name="Macher, Andreas (DI FA CTR PLC PPM)" userId="f1dcac62-7bef-43eb-91f0-927336a1714f" providerId="ADAL" clId="{5B710B73-F6D6-4A7D-9276-5384056BD54A}" dt="2022-11-22T15:56:19.817" v="8040" actId="478"/>
          <ac:spMkLst>
            <pc:docMk/>
            <pc:sldMk cId="1915380295" sldId="297"/>
            <ac:spMk id="5" creationId="{C89BC245-46E9-438A-7F08-AF797DA05457}"/>
          </ac:spMkLst>
        </pc:spChg>
        <pc:spChg chg="del">
          <ac:chgData name="Macher, Andreas (DI FA CTR PLC PPM)" userId="f1dcac62-7bef-43eb-91f0-927336a1714f" providerId="ADAL" clId="{5B710B73-F6D6-4A7D-9276-5384056BD54A}" dt="2022-11-07T20:31:02.518" v="6231" actId="478"/>
          <ac:spMkLst>
            <pc:docMk/>
            <pc:sldMk cId="1915380295" sldId="297"/>
            <ac:spMk id="28" creationId="{00000000-0000-0000-0000-000000000000}"/>
          </ac:spMkLst>
        </pc:spChg>
        <pc:spChg chg="del">
          <ac:chgData name="Macher, Andreas (DI FA CTR PLC PPM)" userId="f1dcac62-7bef-43eb-91f0-927336a1714f" providerId="ADAL" clId="{5B710B73-F6D6-4A7D-9276-5384056BD54A}" dt="2022-11-07T20:31:02.518" v="6231" actId="478"/>
          <ac:spMkLst>
            <pc:docMk/>
            <pc:sldMk cId="1915380295" sldId="297"/>
            <ac:spMk id="31" creationId="{00000000-0000-0000-0000-000000000000}"/>
          </ac:spMkLst>
        </pc:spChg>
        <pc:spChg chg="mod">
          <ac:chgData name="Macher, Andreas (DI FA CTR PLC PPM)" userId="f1dcac62-7bef-43eb-91f0-927336a1714f" providerId="ADAL" clId="{5B710B73-F6D6-4A7D-9276-5384056BD54A}" dt="2022-11-07T20:30:43.324" v="6229" actId="207"/>
          <ac:spMkLst>
            <pc:docMk/>
            <pc:sldMk cId="1915380295" sldId="297"/>
            <ac:spMk id="35" creationId="{00000000-0000-0000-0000-000000000000}"/>
          </ac:spMkLst>
        </pc:spChg>
        <pc:spChg chg="mod">
          <ac:chgData name="Macher, Andreas (DI FA CTR PLC PPM)" userId="f1dcac62-7bef-43eb-91f0-927336a1714f" providerId="ADAL" clId="{5B710B73-F6D6-4A7D-9276-5384056BD54A}" dt="2022-11-22T15:56:03.848" v="8038" actId="20577"/>
          <ac:spMkLst>
            <pc:docMk/>
            <pc:sldMk cId="1915380295" sldId="297"/>
            <ac:spMk id="41" creationId="{00000000-0000-0000-0000-000000000000}"/>
          </ac:spMkLst>
        </pc:spChg>
        <pc:spChg chg="mod">
          <ac:chgData name="Macher, Andreas (DI FA CTR PLC PPM)" userId="f1dcac62-7bef-43eb-91f0-927336a1714f" providerId="ADAL" clId="{5B710B73-F6D6-4A7D-9276-5384056BD54A}" dt="2022-11-07T20:30:50.819" v="6230" actId="207"/>
          <ac:spMkLst>
            <pc:docMk/>
            <pc:sldMk cId="1915380295" sldId="297"/>
            <ac:spMk id="45" creationId="{00000000-0000-0000-0000-000000000000}"/>
          </ac:spMkLst>
        </pc:spChg>
        <pc:spChg chg="mod">
          <ac:chgData name="Macher, Andreas (DI FA CTR PLC PPM)" userId="f1dcac62-7bef-43eb-91f0-927336a1714f" providerId="ADAL" clId="{5B710B73-F6D6-4A7D-9276-5384056BD54A}" dt="2022-11-22T15:56:30.339" v="8046" actId="1036"/>
          <ac:spMkLst>
            <pc:docMk/>
            <pc:sldMk cId="1915380295" sldId="297"/>
            <ac:spMk id="52" creationId="{00000000-0000-0000-0000-000000000000}"/>
          </ac:spMkLst>
        </pc:spChg>
        <pc:spChg chg="mod">
          <ac:chgData name="Macher, Andreas (DI FA CTR PLC PPM)" userId="f1dcac62-7bef-43eb-91f0-927336a1714f" providerId="ADAL" clId="{5B710B73-F6D6-4A7D-9276-5384056BD54A}" dt="2022-11-22T15:56:30.339" v="8046" actId="1036"/>
          <ac:spMkLst>
            <pc:docMk/>
            <pc:sldMk cId="1915380295" sldId="297"/>
            <ac:spMk id="58" creationId="{00000000-0000-0000-0000-000000000000}"/>
          </ac:spMkLst>
        </pc:spChg>
        <pc:grpChg chg="del">
          <ac:chgData name="Macher, Andreas (DI FA CTR PLC PPM)" userId="f1dcac62-7bef-43eb-91f0-927336a1714f" providerId="ADAL" clId="{5B710B73-F6D6-4A7D-9276-5384056BD54A}" dt="2022-11-07T20:31:02.518" v="6231" actId="478"/>
          <ac:grpSpMkLst>
            <pc:docMk/>
            <pc:sldMk cId="1915380295" sldId="297"/>
            <ac:grpSpMk id="46" creationId="{00000000-0000-0000-0000-000000000000}"/>
          </ac:grpSpMkLst>
        </pc:grpChg>
        <pc:grpChg chg="mod">
          <ac:chgData name="Macher, Andreas (DI FA CTR PLC PPM)" userId="f1dcac62-7bef-43eb-91f0-927336a1714f" providerId="ADAL" clId="{5B710B73-F6D6-4A7D-9276-5384056BD54A}" dt="2022-11-22T15:56:30.339" v="8046" actId="1036"/>
          <ac:grpSpMkLst>
            <pc:docMk/>
            <pc:sldMk cId="1915380295" sldId="297"/>
            <ac:grpSpMk id="47" creationId="{00000000-0000-0000-0000-000000000000}"/>
          </ac:grpSpMkLst>
        </pc:grpChg>
        <pc:cxnChg chg="del">
          <ac:chgData name="Macher, Andreas (DI FA CTR PLC PPM)" userId="f1dcac62-7bef-43eb-91f0-927336a1714f" providerId="ADAL" clId="{5B710B73-F6D6-4A7D-9276-5384056BD54A}" dt="2022-11-22T15:56:11.254" v="8039" actId="478"/>
          <ac:cxnSpMkLst>
            <pc:docMk/>
            <pc:sldMk cId="1915380295" sldId="297"/>
            <ac:cxnSpMk id="7" creationId="{5CC19680-1693-FFE1-5244-89815212F455}"/>
          </ac:cxnSpMkLst>
        </pc:cxnChg>
        <pc:cxnChg chg="mod">
          <ac:chgData name="Macher, Andreas (DI FA CTR PLC PPM)" userId="f1dcac62-7bef-43eb-91f0-927336a1714f" providerId="ADAL" clId="{5B710B73-F6D6-4A7D-9276-5384056BD54A}" dt="2022-11-22T15:56:30.339" v="8046" actId="1036"/>
          <ac:cxnSpMkLst>
            <pc:docMk/>
            <pc:sldMk cId="1915380295" sldId="297"/>
            <ac:cxnSpMk id="37" creationId="{00000000-0000-0000-0000-000000000000}"/>
          </ac:cxnSpMkLst>
        </pc:cxnChg>
        <pc:cxnChg chg="del">
          <ac:chgData name="Macher, Andreas (DI FA CTR PLC PPM)" userId="f1dcac62-7bef-43eb-91f0-927336a1714f" providerId="ADAL" clId="{5B710B73-F6D6-4A7D-9276-5384056BD54A}" dt="2022-11-07T20:31:02.518" v="6231" actId="478"/>
          <ac:cxnSpMkLst>
            <pc:docMk/>
            <pc:sldMk cId="1915380295" sldId="297"/>
            <ac:cxnSpMk id="50" creationId="{00000000-0000-0000-0000-000000000000}"/>
          </ac:cxnSpMkLst>
        </pc:cxnChg>
      </pc:sldChg>
      <pc:sldChg chg="del">
        <pc:chgData name="Macher, Andreas (DI FA CTR PLC PPM)" userId="f1dcac62-7bef-43eb-91f0-927336a1714f" providerId="ADAL" clId="{5B710B73-F6D6-4A7D-9276-5384056BD54A}" dt="2022-10-26T11:33:11.594" v="1742" actId="47"/>
        <pc:sldMkLst>
          <pc:docMk/>
          <pc:sldMk cId="3063427251" sldId="309"/>
        </pc:sldMkLst>
      </pc:sldChg>
      <pc:sldChg chg="modSp del mod">
        <pc:chgData name="Macher, Andreas (DI FA CTR PLC PPM)" userId="f1dcac62-7bef-43eb-91f0-927336a1714f" providerId="ADAL" clId="{5B710B73-F6D6-4A7D-9276-5384056BD54A}" dt="2022-10-26T11:36:36.121" v="1743" actId="47"/>
        <pc:sldMkLst>
          <pc:docMk/>
          <pc:sldMk cId="1151964296" sldId="310"/>
        </pc:sldMkLst>
        <pc:spChg chg="mod">
          <ac:chgData name="Macher, Andreas (DI FA CTR PLC PPM)" userId="f1dcac62-7bef-43eb-91f0-927336a1714f" providerId="ADAL" clId="{5B710B73-F6D6-4A7D-9276-5384056BD54A}" dt="2022-10-26T08:07:06.269" v="132" actId="6549"/>
          <ac:spMkLst>
            <pc:docMk/>
            <pc:sldMk cId="1151964296" sldId="310"/>
            <ac:spMk id="248" creationId="{00000000-0000-0000-0000-000000000000}"/>
          </ac:spMkLst>
        </pc:spChg>
      </pc:sldChg>
      <pc:sldChg chg="del">
        <pc:chgData name="Macher, Andreas (DI FA CTR PLC PPM)" userId="f1dcac62-7bef-43eb-91f0-927336a1714f" providerId="ADAL" clId="{5B710B73-F6D6-4A7D-9276-5384056BD54A}" dt="2022-10-26T14:13:42.285" v="3339" actId="2696"/>
        <pc:sldMkLst>
          <pc:docMk/>
          <pc:sldMk cId="874912756" sldId="311"/>
        </pc:sldMkLst>
      </pc:sldChg>
      <pc:sldChg chg="del">
        <pc:chgData name="Macher, Andreas (DI FA CTR PLC PPM)" userId="f1dcac62-7bef-43eb-91f0-927336a1714f" providerId="ADAL" clId="{5B710B73-F6D6-4A7D-9276-5384056BD54A}" dt="2022-10-26T14:13:47.133" v="3340" actId="2696"/>
        <pc:sldMkLst>
          <pc:docMk/>
          <pc:sldMk cId="2003098923" sldId="312"/>
        </pc:sldMkLst>
      </pc:sldChg>
      <pc:sldChg chg="del">
        <pc:chgData name="Macher, Andreas (DI FA CTR PLC PPM)" userId="f1dcac62-7bef-43eb-91f0-927336a1714f" providerId="ADAL" clId="{5B710B73-F6D6-4A7D-9276-5384056BD54A}" dt="2022-10-26T14:13:57.018" v="3341" actId="2696"/>
        <pc:sldMkLst>
          <pc:docMk/>
          <pc:sldMk cId="555682111" sldId="313"/>
        </pc:sldMkLst>
      </pc:sldChg>
      <pc:sldChg chg="modSp mod">
        <pc:chgData name="Macher, Andreas (DI FA CTR PLC PPM)" userId="f1dcac62-7bef-43eb-91f0-927336a1714f" providerId="ADAL" clId="{5B710B73-F6D6-4A7D-9276-5384056BD54A}" dt="2022-11-23T12:21:55.580" v="8996"/>
        <pc:sldMkLst>
          <pc:docMk/>
          <pc:sldMk cId="2969443571" sldId="317"/>
        </pc:sldMkLst>
        <pc:spChg chg="mod">
          <ac:chgData name="Macher, Andreas (DI FA CTR PLC PPM)" userId="f1dcac62-7bef-43eb-91f0-927336a1714f" providerId="ADAL" clId="{5B710B73-F6D6-4A7D-9276-5384056BD54A}" dt="2022-11-23T12:21:55.580" v="8996"/>
          <ac:spMkLst>
            <pc:docMk/>
            <pc:sldMk cId="2969443571" sldId="317"/>
            <ac:spMk id="4" creationId="{219E2082-A671-48FA-BA58-21BFEF63DFFA}"/>
          </ac:spMkLst>
        </pc:spChg>
      </pc:sldChg>
      <pc:sldChg chg="addSp modSp mod chgLayout">
        <pc:chgData name="Macher, Andreas (DI FA CTR PLC PPM)" userId="f1dcac62-7bef-43eb-91f0-927336a1714f" providerId="ADAL" clId="{5B710B73-F6D6-4A7D-9276-5384056BD54A}" dt="2022-11-23T12:21:55.580" v="8996"/>
        <pc:sldMkLst>
          <pc:docMk/>
          <pc:sldMk cId="193405717" sldId="318"/>
        </pc:sldMkLst>
        <pc:spChg chg="mod ord">
          <ac:chgData name="Macher, Andreas (DI FA CTR PLC PPM)" userId="f1dcac62-7bef-43eb-91f0-927336a1714f" providerId="ADAL" clId="{5B710B73-F6D6-4A7D-9276-5384056BD54A}" dt="2022-11-23T12:21:55.580" v="8996"/>
          <ac:spMkLst>
            <pc:docMk/>
            <pc:sldMk cId="193405717" sldId="318"/>
            <ac:spMk id="3" creationId="{63CC7659-698F-4181-8B32-A0140FB09738}"/>
          </ac:spMkLst>
        </pc:spChg>
        <pc:spChg chg="mod ord">
          <ac:chgData name="Macher, Andreas (DI FA CTR PLC PPM)" userId="f1dcac62-7bef-43eb-91f0-927336a1714f" providerId="ADAL" clId="{5B710B73-F6D6-4A7D-9276-5384056BD54A}" dt="2022-11-07T21:23:06.920" v="6774" actId="700"/>
          <ac:spMkLst>
            <pc:docMk/>
            <pc:sldMk cId="193405717" sldId="318"/>
            <ac:spMk id="4" creationId="{00000000-0000-0000-0000-000000000000}"/>
          </ac:spMkLst>
        </pc:spChg>
        <pc:spChg chg="add mod ord">
          <ac:chgData name="Macher, Andreas (DI FA CTR PLC PPM)" userId="f1dcac62-7bef-43eb-91f0-927336a1714f" providerId="ADAL" clId="{5B710B73-F6D6-4A7D-9276-5384056BD54A}" dt="2022-11-07T21:23:51.191" v="6782" actId="14100"/>
          <ac:spMkLst>
            <pc:docMk/>
            <pc:sldMk cId="193405717" sldId="318"/>
            <ac:spMk id="5" creationId="{74232347-DBC5-F1B0-B2AB-B39CDB0460BB}"/>
          </ac:spMkLst>
        </pc:spChg>
        <pc:spChg chg="mod">
          <ac:chgData name="Macher, Andreas (DI FA CTR PLC PPM)" userId="f1dcac62-7bef-43eb-91f0-927336a1714f" providerId="ADAL" clId="{5B710B73-F6D6-4A7D-9276-5384056BD54A}" dt="2022-11-07T21:23:28.155" v="6778" actId="208"/>
          <ac:spMkLst>
            <pc:docMk/>
            <pc:sldMk cId="193405717" sldId="318"/>
            <ac:spMk id="89" creationId="{606378A6-2EA8-439B-B39C-D6F9D2C2F744}"/>
          </ac:spMkLst>
        </pc:spChg>
        <pc:spChg chg="mod">
          <ac:chgData name="Macher, Andreas (DI FA CTR PLC PPM)" userId="f1dcac62-7bef-43eb-91f0-927336a1714f" providerId="ADAL" clId="{5B710B73-F6D6-4A7D-9276-5384056BD54A}" dt="2022-11-07T21:23:28.155" v="6778" actId="208"/>
          <ac:spMkLst>
            <pc:docMk/>
            <pc:sldMk cId="193405717" sldId="318"/>
            <ac:spMk id="92" creationId="{D7E56D36-9A8D-4035-8C8D-16744D01B2F7}"/>
          </ac:spMkLst>
        </pc:spChg>
        <pc:spChg chg="mod">
          <ac:chgData name="Macher, Andreas (DI FA CTR PLC PPM)" userId="f1dcac62-7bef-43eb-91f0-927336a1714f" providerId="ADAL" clId="{5B710B73-F6D6-4A7D-9276-5384056BD54A}" dt="2022-11-16T13:48:56.520" v="7515" actId="207"/>
          <ac:spMkLst>
            <pc:docMk/>
            <pc:sldMk cId="193405717" sldId="318"/>
            <ac:spMk id="150" creationId="{00000000-0000-0000-0000-000000000000}"/>
          </ac:spMkLst>
        </pc:spChg>
        <pc:spChg chg="mod">
          <ac:chgData name="Macher, Andreas (DI FA CTR PLC PPM)" userId="f1dcac62-7bef-43eb-91f0-927336a1714f" providerId="ADAL" clId="{5B710B73-F6D6-4A7D-9276-5384056BD54A}" dt="2022-11-07T21:23:42.643" v="6780" actId="1076"/>
          <ac:spMkLst>
            <pc:docMk/>
            <pc:sldMk cId="193405717" sldId="318"/>
            <ac:spMk id="255" creationId="{5506CB93-9D4B-4DB5-967B-AC5171D28C23}"/>
          </ac:spMkLst>
        </pc:spChg>
        <pc:spChg chg="mod">
          <ac:chgData name="Macher, Andreas (DI FA CTR PLC PPM)" userId="f1dcac62-7bef-43eb-91f0-927336a1714f" providerId="ADAL" clId="{5B710B73-F6D6-4A7D-9276-5384056BD54A}" dt="2022-11-07T21:23:44.779" v="6781" actId="14100"/>
          <ac:spMkLst>
            <pc:docMk/>
            <pc:sldMk cId="193405717" sldId="318"/>
            <ac:spMk id="269" creationId="{E8A9DA03-3444-4B75-BFB2-EF2655594665}"/>
          </ac:spMkLst>
        </pc:spChg>
        <pc:spChg chg="mod">
          <ac:chgData name="Macher, Andreas (DI FA CTR PLC PPM)" userId="f1dcac62-7bef-43eb-91f0-927336a1714f" providerId="ADAL" clId="{5B710B73-F6D6-4A7D-9276-5384056BD54A}" dt="2022-11-07T21:23:28.155" v="6778" actId="208"/>
          <ac:spMkLst>
            <pc:docMk/>
            <pc:sldMk cId="193405717" sldId="318"/>
            <ac:spMk id="270" creationId="{524EB7DC-BDC3-4D17-939D-F6786A6C54BF}"/>
          </ac:spMkLst>
        </pc:spChg>
        <pc:spChg chg="mod">
          <ac:chgData name="Macher, Andreas (DI FA CTR PLC PPM)" userId="f1dcac62-7bef-43eb-91f0-927336a1714f" providerId="ADAL" clId="{5B710B73-F6D6-4A7D-9276-5384056BD54A}" dt="2022-11-07T21:23:28.155" v="6778" actId="208"/>
          <ac:spMkLst>
            <pc:docMk/>
            <pc:sldMk cId="193405717" sldId="318"/>
            <ac:spMk id="271" creationId="{68ADA59F-34B6-46B0-BE92-43F4A52E68E8}"/>
          </ac:spMkLst>
        </pc:spChg>
        <pc:spChg chg="mod">
          <ac:chgData name="Macher, Andreas (DI FA CTR PLC PPM)" userId="f1dcac62-7bef-43eb-91f0-927336a1714f" providerId="ADAL" clId="{5B710B73-F6D6-4A7D-9276-5384056BD54A}" dt="2022-11-07T21:23:28.155" v="6778" actId="208"/>
          <ac:spMkLst>
            <pc:docMk/>
            <pc:sldMk cId="193405717" sldId="318"/>
            <ac:spMk id="272" creationId="{F292F151-57E3-4B58-9627-8BA7502A9135}"/>
          </ac:spMkLst>
        </pc:spChg>
        <pc:picChg chg="mod">
          <ac:chgData name="Macher, Andreas (DI FA CTR PLC PPM)" userId="f1dcac62-7bef-43eb-91f0-927336a1714f" providerId="ADAL" clId="{5B710B73-F6D6-4A7D-9276-5384056BD54A}" dt="2022-11-07T21:23:21.407" v="6777" actId="207"/>
          <ac:picMkLst>
            <pc:docMk/>
            <pc:sldMk cId="193405717" sldId="318"/>
            <ac:picMk id="118" creationId="{982958C2-9B13-4D0D-8AA7-C32D7D965048}"/>
          </ac:picMkLst>
        </pc:picChg>
        <pc:picChg chg="mod">
          <ac:chgData name="Macher, Andreas (DI FA CTR PLC PPM)" userId="f1dcac62-7bef-43eb-91f0-927336a1714f" providerId="ADAL" clId="{5B710B73-F6D6-4A7D-9276-5384056BD54A}" dt="2022-11-07T21:23:21.407" v="6777" actId="207"/>
          <ac:picMkLst>
            <pc:docMk/>
            <pc:sldMk cId="193405717" sldId="318"/>
            <ac:picMk id="119" creationId="{8F4C0E65-60EC-4E49-A4D8-C8C86093DE99}"/>
          </ac:picMkLst>
        </pc:picChg>
      </pc:sldChg>
      <pc:sldChg chg="addSp delSp modSp del mod chgLayout">
        <pc:chgData name="Macher, Andreas (DI FA CTR PLC PPM)" userId="f1dcac62-7bef-43eb-91f0-927336a1714f" providerId="ADAL" clId="{5B710B73-F6D6-4A7D-9276-5384056BD54A}" dt="2022-11-07T20:42:00.449" v="6313" actId="47"/>
        <pc:sldMkLst>
          <pc:docMk/>
          <pc:sldMk cId="399913625" sldId="341"/>
        </pc:sldMkLst>
        <pc:spChg chg="mod ord">
          <ac:chgData name="Macher, Andreas (DI FA CTR PLC PPM)" userId="f1dcac62-7bef-43eb-91f0-927336a1714f" providerId="ADAL" clId="{5B710B73-F6D6-4A7D-9276-5384056BD54A}" dt="2022-11-07T20:38:25.947" v="6268" actId="700"/>
          <ac:spMkLst>
            <pc:docMk/>
            <pc:sldMk cId="399913625" sldId="341"/>
            <ac:spMk id="2" creationId="{15C1A62D-F920-48BB-B71A-F11DAC140589}"/>
          </ac:spMkLst>
        </pc:spChg>
        <pc:spChg chg="mod ord">
          <ac:chgData name="Macher, Andreas (DI FA CTR PLC PPM)" userId="f1dcac62-7bef-43eb-91f0-927336a1714f" providerId="ADAL" clId="{5B710B73-F6D6-4A7D-9276-5384056BD54A}" dt="2022-11-07T20:38:25.947" v="6268" actId="700"/>
          <ac:spMkLst>
            <pc:docMk/>
            <pc:sldMk cId="399913625" sldId="341"/>
            <ac:spMk id="4" creationId="{00000000-0000-0000-0000-000000000000}"/>
          </ac:spMkLst>
        </pc:spChg>
        <pc:grpChg chg="del">
          <ac:chgData name="Macher, Andreas (DI FA CTR PLC PPM)" userId="f1dcac62-7bef-43eb-91f0-927336a1714f" providerId="ADAL" clId="{5B710B73-F6D6-4A7D-9276-5384056BD54A}" dt="2022-10-26T07:54:16.795" v="50" actId="478"/>
          <ac:grpSpMkLst>
            <pc:docMk/>
            <pc:sldMk cId="399913625" sldId="341"/>
            <ac:grpSpMk id="86" creationId="{196972B0-B8DD-4718-A31B-3C86C953037B}"/>
          </ac:grpSpMkLst>
        </pc:grpChg>
        <pc:graphicFrameChg chg="mod modGraphic">
          <ac:chgData name="Macher, Andreas (DI FA CTR PLC PPM)" userId="f1dcac62-7bef-43eb-91f0-927336a1714f" providerId="ADAL" clId="{5B710B73-F6D6-4A7D-9276-5384056BD54A}" dt="2022-10-26T08:00:42.520" v="130" actId="404"/>
          <ac:graphicFrameMkLst>
            <pc:docMk/>
            <pc:sldMk cId="399913625" sldId="341"/>
            <ac:graphicFrameMk id="6" creationId="{00000000-0000-0000-0000-000000000000}"/>
          </ac:graphicFrameMkLst>
        </pc:graphicFrameChg>
        <pc:picChg chg="add mod">
          <ac:chgData name="Macher, Andreas (DI FA CTR PLC PPM)" userId="f1dcac62-7bef-43eb-91f0-927336a1714f" providerId="ADAL" clId="{5B710B73-F6D6-4A7D-9276-5384056BD54A}" dt="2022-11-07T15:42:04.395" v="5532" actId="1037"/>
          <ac:picMkLst>
            <pc:docMk/>
            <pc:sldMk cId="399913625" sldId="341"/>
            <ac:picMk id="5" creationId="{1F5D3652-C034-1C88-4700-69978487FD1C}"/>
          </ac:picMkLst>
        </pc:picChg>
        <pc:picChg chg="add del mod">
          <ac:chgData name="Macher, Andreas (DI FA CTR PLC PPM)" userId="f1dcac62-7bef-43eb-91f0-927336a1714f" providerId="ADAL" clId="{5B710B73-F6D6-4A7D-9276-5384056BD54A}" dt="2022-11-07T15:40:56.953" v="5517" actId="478"/>
          <ac:picMkLst>
            <pc:docMk/>
            <pc:sldMk cId="399913625" sldId="341"/>
            <ac:picMk id="14" creationId="{82C44A9E-35BE-0B49-5E1F-61E043416BBD}"/>
          </ac:picMkLst>
        </pc:picChg>
        <pc:picChg chg="add mod">
          <ac:chgData name="Macher, Andreas (DI FA CTR PLC PPM)" userId="f1dcac62-7bef-43eb-91f0-927336a1714f" providerId="ADAL" clId="{5B710B73-F6D6-4A7D-9276-5384056BD54A}" dt="2022-11-07T15:41:22.221" v="5519" actId="1076"/>
          <ac:picMkLst>
            <pc:docMk/>
            <pc:sldMk cId="399913625" sldId="341"/>
            <ac:picMk id="16" creationId="{D362FB7E-E6E0-CE87-8F2D-647E48AE5EA2}"/>
          </ac:picMkLst>
        </pc:picChg>
        <pc:picChg chg="add mod ord">
          <ac:chgData name="Macher, Andreas (DI FA CTR PLC PPM)" userId="f1dcac62-7bef-43eb-91f0-927336a1714f" providerId="ADAL" clId="{5B710B73-F6D6-4A7D-9276-5384056BD54A}" dt="2022-11-07T15:41:38.163" v="5524" actId="1076"/>
          <ac:picMkLst>
            <pc:docMk/>
            <pc:sldMk cId="399913625" sldId="341"/>
            <ac:picMk id="17" creationId="{7010835F-9F04-E772-2BA3-D2FAC38C8893}"/>
          </ac:picMkLst>
        </pc:picChg>
        <pc:picChg chg="add mod">
          <ac:chgData name="Macher, Andreas (DI FA CTR PLC PPM)" userId="f1dcac62-7bef-43eb-91f0-927336a1714f" providerId="ADAL" clId="{5B710B73-F6D6-4A7D-9276-5384056BD54A}" dt="2022-11-07T15:43:02.972" v="5535" actId="1076"/>
          <ac:picMkLst>
            <pc:docMk/>
            <pc:sldMk cId="399913625" sldId="341"/>
            <ac:picMk id="19" creationId="{AAF36CC7-D3F7-DFB4-D117-1549ECCF3797}"/>
          </ac:picMkLst>
        </pc:picChg>
        <pc:picChg chg="del mod">
          <ac:chgData name="Macher, Andreas (DI FA CTR PLC PPM)" userId="f1dcac62-7bef-43eb-91f0-927336a1714f" providerId="ADAL" clId="{5B710B73-F6D6-4A7D-9276-5384056BD54A}" dt="2022-11-07T15:42:57.700" v="5533" actId="478"/>
          <ac:picMkLst>
            <pc:docMk/>
            <pc:sldMk cId="399913625" sldId="341"/>
            <ac:picMk id="80" creationId="{186F6B1F-EECB-4CF0-912B-12B8B7E77434}"/>
          </ac:picMkLst>
        </pc:picChg>
        <pc:picChg chg="del mod">
          <ac:chgData name="Macher, Andreas (DI FA CTR PLC PPM)" userId="f1dcac62-7bef-43eb-91f0-927336a1714f" providerId="ADAL" clId="{5B710B73-F6D6-4A7D-9276-5384056BD54A}" dt="2022-11-07T15:39:46.601" v="5510" actId="478"/>
          <ac:picMkLst>
            <pc:docMk/>
            <pc:sldMk cId="399913625" sldId="341"/>
            <ac:picMk id="81" creationId="{BA83CBF7-7342-4181-9E29-9AA27CFD376B}"/>
          </ac:picMkLst>
        </pc:picChg>
        <pc:picChg chg="del mod">
          <ac:chgData name="Macher, Andreas (DI FA CTR PLC PPM)" userId="f1dcac62-7bef-43eb-91f0-927336a1714f" providerId="ADAL" clId="{5B710B73-F6D6-4A7D-9276-5384056BD54A}" dt="2022-11-07T15:40:46.982" v="5513" actId="478"/>
          <ac:picMkLst>
            <pc:docMk/>
            <pc:sldMk cId="399913625" sldId="341"/>
            <ac:picMk id="82" creationId="{F65F6836-525A-491B-A617-D57B31AB447E}"/>
          </ac:picMkLst>
        </pc:picChg>
        <pc:picChg chg="del mod">
          <ac:chgData name="Macher, Andreas (DI FA CTR PLC PPM)" userId="f1dcac62-7bef-43eb-91f0-927336a1714f" providerId="ADAL" clId="{5B710B73-F6D6-4A7D-9276-5384056BD54A}" dt="2022-11-07T15:41:25.166" v="5520" actId="478"/>
          <ac:picMkLst>
            <pc:docMk/>
            <pc:sldMk cId="399913625" sldId="341"/>
            <ac:picMk id="83" creationId="{BC7F4721-C932-46F0-AF9A-B9F74DC43C62}"/>
          </ac:picMkLst>
        </pc:picChg>
      </pc:sldChg>
      <pc:sldChg chg="addSp modSp mod chgLayout">
        <pc:chgData name="Macher, Andreas (DI FA CTR PLC PPM)" userId="f1dcac62-7bef-43eb-91f0-927336a1714f" providerId="ADAL" clId="{5B710B73-F6D6-4A7D-9276-5384056BD54A}" dt="2022-11-23T12:21:55.580" v="8996"/>
        <pc:sldMkLst>
          <pc:docMk/>
          <pc:sldMk cId="2146974064" sldId="348"/>
        </pc:sldMkLst>
        <pc:spChg chg="mod ord">
          <ac:chgData name="Macher, Andreas (DI FA CTR PLC PPM)" userId="f1dcac62-7bef-43eb-91f0-927336a1714f" providerId="ADAL" clId="{5B710B73-F6D6-4A7D-9276-5384056BD54A}" dt="2022-11-23T12:21:55.580" v="8996"/>
          <ac:spMkLst>
            <pc:docMk/>
            <pc:sldMk cId="2146974064" sldId="348"/>
            <ac:spMk id="2" creationId="{B2F31D39-A6F7-4DB4-B72E-942032227D97}"/>
          </ac:spMkLst>
        </pc:spChg>
        <pc:spChg chg="mod ord">
          <ac:chgData name="Macher, Andreas (DI FA CTR PLC PPM)" userId="f1dcac62-7bef-43eb-91f0-927336a1714f" providerId="ADAL" clId="{5B710B73-F6D6-4A7D-9276-5384056BD54A}" dt="2022-11-23T12:12:41.530" v="8904" actId="1076"/>
          <ac:spMkLst>
            <pc:docMk/>
            <pc:sldMk cId="2146974064" sldId="348"/>
            <ac:spMk id="4" creationId="{00000000-0000-0000-0000-000000000000}"/>
          </ac:spMkLst>
        </pc:spChg>
        <pc:spChg chg="mod">
          <ac:chgData name="Macher, Andreas (DI FA CTR PLC PPM)" userId="f1dcac62-7bef-43eb-91f0-927336a1714f" providerId="ADAL" clId="{5B710B73-F6D6-4A7D-9276-5384056BD54A}" dt="2022-11-23T12:12:38.047" v="8902"/>
          <ac:spMkLst>
            <pc:docMk/>
            <pc:sldMk cId="2146974064" sldId="348"/>
            <ac:spMk id="5" creationId="{84A14E98-39FA-CB69-F395-75B3CD3B7474}"/>
          </ac:spMkLst>
        </pc:spChg>
        <pc:spChg chg="mod">
          <ac:chgData name="Macher, Andreas (DI FA CTR PLC PPM)" userId="f1dcac62-7bef-43eb-91f0-927336a1714f" providerId="ADAL" clId="{5B710B73-F6D6-4A7D-9276-5384056BD54A}" dt="2022-11-23T12:12:38.047" v="8902"/>
          <ac:spMkLst>
            <pc:docMk/>
            <pc:sldMk cId="2146974064" sldId="348"/>
            <ac:spMk id="6" creationId="{C9195F27-4A7B-3E57-8135-79F864D90FDA}"/>
          </ac:spMkLst>
        </pc:spChg>
        <pc:grpChg chg="add mod">
          <ac:chgData name="Macher, Andreas (DI FA CTR PLC PPM)" userId="f1dcac62-7bef-43eb-91f0-927336a1714f" providerId="ADAL" clId="{5B710B73-F6D6-4A7D-9276-5384056BD54A}" dt="2022-11-23T12:12:47.692" v="8905" actId="1076"/>
          <ac:grpSpMkLst>
            <pc:docMk/>
            <pc:sldMk cId="2146974064" sldId="348"/>
            <ac:grpSpMk id="3" creationId="{E3AD1D2E-E414-B7C2-BF6B-C2F9395EDE42}"/>
          </ac:grpSpMkLst>
        </pc:grpChg>
        <pc:graphicFrameChg chg="mod modGraphic">
          <ac:chgData name="Macher, Andreas (DI FA CTR PLC PPM)" userId="f1dcac62-7bef-43eb-91f0-927336a1714f" providerId="ADAL" clId="{5B710B73-F6D6-4A7D-9276-5384056BD54A}" dt="2022-11-07T15:51:28.315" v="6223" actId="20577"/>
          <ac:graphicFrameMkLst>
            <pc:docMk/>
            <pc:sldMk cId="2146974064" sldId="348"/>
            <ac:graphicFrameMk id="9" creationId="{00000000-0000-0000-0000-000000000000}"/>
          </ac:graphicFrameMkLst>
        </pc:graphicFrameChg>
      </pc:sldChg>
      <pc:sldChg chg="modSp mod chgLayout">
        <pc:chgData name="Macher, Andreas (DI FA CTR PLC PPM)" userId="f1dcac62-7bef-43eb-91f0-927336a1714f" providerId="ADAL" clId="{5B710B73-F6D6-4A7D-9276-5384056BD54A}" dt="2022-11-23T12:21:55.580" v="8996"/>
        <pc:sldMkLst>
          <pc:docMk/>
          <pc:sldMk cId="539676313" sldId="358"/>
        </pc:sldMkLst>
        <pc:spChg chg="mod ord">
          <ac:chgData name="Macher, Andreas (DI FA CTR PLC PPM)" userId="f1dcac62-7bef-43eb-91f0-927336a1714f" providerId="ADAL" clId="{5B710B73-F6D6-4A7D-9276-5384056BD54A}" dt="2022-11-23T12:21:55.580" v="8996"/>
          <ac:spMkLst>
            <pc:docMk/>
            <pc:sldMk cId="539676313" sldId="358"/>
            <ac:spMk id="4" creationId="{3DD2FE0F-26C9-44A2-8E72-736EE0DE558E}"/>
          </ac:spMkLst>
        </pc:spChg>
        <pc:spChg chg="mod ord">
          <ac:chgData name="Macher, Andreas (DI FA CTR PLC PPM)" userId="f1dcac62-7bef-43eb-91f0-927336a1714f" providerId="ADAL" clId="{5B710B73-F6D6-4A7D-9276-5384056BD54A}" dt="2022-11-07T21:35:05.789" v="6849" actId="700"/>
          <ac:spMkLst>
            <pc:docMk/>
            <pc:sldMk cId="539676313" sldId="358"/>
            <ac:spMk id="6" creationId="{D4F1BB0F-7015-47A8-B11D-F42FBD661E59}"/>
          </ac:spMkLst>
        </pc:spChg>
        <pc:spChg chg="mod ord">
          <ac:chgData name="Macher, Andreas (DI FA CTR PLC PPM)" userId="f1dcac62-7bef-43eb-91f0-927336a1714f" providerId="ADAL" clId="{5B710B73-F6D6-4A7D-9276-5384056BD54A}" dt="2022-11-07T21:35:11.396" v="6850" actId="1076"/>
          <ac:spMkLst>
            <pc:docMk/>
            <pc:sldMk cId="539676313" sldId="358"/>
            <ac:spMk id="7" creationId="{B0F1AA84-8232-42E6-A097-B5D82BFE58C8}"/>
          </ac:spMkLst>
        </pc:spChg>
      </pc:sldChg>
      <pc:sldChg chg="addSp delSp modSp add mod chgLayout">
        <pc:chgData name="Macher, Andreas (DI FA CTR PLC PPM)" userId="f1dcac62-7bef-43eb-91f0-927336a1714f" providerId="ADAL" clId="{5B710B73-F6D6-4A7D-9276-5384056BD54A}" dt="2022-11-23T12:34:21.733" v="9088" actId="12"/>
        <pc:sldMkLst>
          <pc:docMk/>
          <pc:sldMk cId="859629943" sldId="559"/>
        </pc:sldMkLst>
        <pc:spChg chg="del mod">
          <ac:chgData name="Macher, Andreas (DI FA CTR PLC PPM)" userId="f1dcac62-7bef-43eb-91f0-927336a1714f" providerId="ADAL" clId="{5B710B73-F6D6-4A7D-9276-5384056BD54A}" dt="2022-11-04T12:58:48.191" v="3916" actId="478"/>
          <ac:spMkLst>
            <pc:docMk/>
            <pc:sldMk cId="859629943" sldId="559"/>
            <ac:spMk id="3" creationId="{07095AAC-3EC8-4119-A63C-4DA1D3D3A456}"/>
          </ac:spMkLst>
        </pc:spChg>
        <pc:spChg chg="add del mod">
          <ac:chgData name="Macher, Andreas (DI FA CTR PLC PPM)" userId="f1dcac62-7bef-43eb-91f0-927336a1714f" providerId="ADAL" clId="{5B710B73-F6D6-4A7D-9276-5384056BD54A}" dt="2022-11-16T13:26:05.282" v="7146" actId="478"/>
          <ac:spMkLst>
            <pc:docMk/>
            <pc:sldMk cId="859629943" sldId="559"/>
            <ac:spMk id="3" creationId="{E15EE206-9716-DCFE-6763-66823F71DF4B}"/>
          </ac:spMkLst>
        </pc:spChg>
        <pc:spChg chg="mod">
          <ac:chgData name="Macher, Andreas (DI FA CTR PLC PPM)" userId="f1dcac62-7bef-43eb-91f0-927336a1714f" providerId="ADAL" clId="{5B710B73-F6D6-4A7D-9276-5384056BD54A}" dt="2022-11-04T12:59:42.249" v="3918"/>
          <ac:spMkLst>
            <pc:docMk/>
            <pc:sldMk cId="859629943" sldId="559"/>
            <ac:spMk id="6" creationId="{BF3F8CB7-E85E-788A-88ED-FF5DAB3A8F9B}"/>
          </ac:spMkLst>
        </pc:spChg>
        <pc:spChg chg="mod">
          <ac:chgData name="Macher, Andreas (DI FA CTR PLC PPM)" userId="f1dcac62-7bef-43eb-91f0-927336a1714f" providerId="ADAL" clId="{5B710B73-F6D6-4A7D-9276-5384056BD54A}" dt="2022-11-04T12:59:42.249" v="3918"/>
          <ac:spMkLst>
            <pc:docMk/>
            <pc:sldMk cId="859629943" sldId="559"/>
            <ac:spMk id="7" creationId="{14B47B4C-6B45-B718-7AB5-F7800CD2BFD6}"/>
          </ac:spMkLst>
        </pc:spChg>
        <pc:spChg chg="add mod">
          <ac:chgData name="Macher, Andreas (DI FA CTR PLC PPM)" userId="f1dcac62-7bef-43eb-91f0-927336a1714f" providerId="ADAL" clId="{5B710B73-F6D6-4A7D-9276-5384056BD54A}" dt="2022-11-04T13:01:35.526" v="4029" actId="1076"/>
          <ac:spMkLst>
            <pc:docMk/>
            <pc:sldMk cId="859629943" sldId="559"/>
            <ac:spMk id="8" creationId="{8293D094-6092-CD4A-E191-F256B65587F7}"/>
          </ac:spMkLst>
        </pc:spChg>
        <pc:spChg chg="mod">
          <ac:chgData name="Macher, Andreas (DI FA CTR PLC PPM)" userId="f1dcac62-7bef-43eb-91f0-927336a1714f" providerId="ADAL" clId="{5B710B73-F6D6-4A7D-9276-5384056BD54A}" dt="2022-11-23T12:11:57.665" v="8899"/>
          <ac:spMkLst>
            <pc:docMk/>
            <pc:sldMk cId="859629943" sldId="559"/>
            <ac:spMk id="9" creationId="{10DE72EB-D319-B640-5664-FB4B0ACB3E94}"/>
          </ac:spMkLst>
        </pc:spChg>
        <pc:spChg chg="add mod">
          <ac:chgData name="Macher, Andreas (DI FA CTR PLC PPM)" userId="f1dcac62-7bef-43eb-91f0-927336a1714f" providerId="ADAL" clId="{5B710B73-F6D6-4A7D-9276-5384056BD54A}" dt="2022-11-23T12:34:21.733" v="9088" actId="12"/>
          <ac:spMkLst>
            <pc:docMk/>
            <pc:sldMk cId="859629943" sldId="559"/>
            <ac:spMk id="10" creationId="{215EB6A2-9ACD-5E4C-5391-7C1223FB2586}"/>
          </ac:spMkLst>
        </pc:spChg>
        <pc:spChg chg="add del mod">
          <ac:chgData name="Macher, Andreas (DI FA CTR PLC PPM)" userId="f1dcac62-7bef-43eb-91f0-927336a1714f" providerId="ADAL" clId="{5B710B73-F6D6-4A7D-9276-5384056BD54A}" dt="2022-11-04T13:02:46.808" v="4087" actId="478"/>
          <ac:spMkLst>
            <pc:docMk/>
            <pc:sldMk cId="859629943" sldId="559"/>
            <ac:spMk id="10" creationId="{2D924F96-2419-0B1B-7636-8D59E93B0C31}"/>
          </ac:spMkLst>
        </pc:spChg>
        <pc:spChg chg="add del mod">
          <ac:chgData name="Macher, Andreas (DI FA CTR PLC PPM)" userId="f1dcac62-7bef-43eb-91f0-927336a1714f" providerId="ADAL" clId="{5B710B73-F6D6-4A7D-9276-5384056BD54A}" dt="2022-11-04T13:02:34.473" v="4037"/>
          <ac:spMkLst>
            <pc:docMk/>
            <pc:sldMk cId="859629943" sldId="559"/>
            <ac:spMk id="11" creationId="{2A9D9ACD-B751-0B43-98E4-5B4A6F7CF3C0}"/>
          </ac:spMkLst>
        </pc:spChg>
        <pc:spChg chg="mod">
          <ac:chgData name="Macher, Andreas (DI FA CTR PLC PPM)" userId="f1dcac62-7bef-43eb-91f0-927336a1714f" providerId="ADAL" clId="{5B710B73-F6D6-4A7D-9276-5384056BD54A}" dt="2022-11-23T12:11:57.665" v="8899"/>
          <ac:spMkLst>
            <pc:docMk/>
            <pc:sldMk cId="859629943" sldId="559"/>
            <ac:spMk id="11" creationId="{A7EB6420-7B29-EAD7-6DDE-EB97D20A7725}"/>
          </ac:spMkLst>
        </pc:spChg>
        <pc:spChg chg="mod ord">
          <ac:chgData name="Macher, Andreas (DI FA CTR PLC PPM)" userId="f1dcac62-7bef-43eb-91f0-927336a1714f" providerId="ADAL" clId="{5B710B73-F6D6-4A7D-9276-5384056BD54A}" dt="2022-11-16T13:26:42.934" v="7153" actId="207"/>
          <ac:spMkLst>
            <pc:docMk/>
            <pc:sldMk cId="859629943" sldId="559"/>
            <ac:spMk id="17" creationId="{53162B3C-5F3F-41C9-BE5E-E56271362AD6}"/>
          </ac:spMkLst>
        </pc:spChg>
        <pc:spChg chg="add mod">
          <ac:chgData name="Macher, Andreas (DI FA CTR PLC PPM)" userId="f1dcac62-7bef-43eb-91f0-927336a1714f" providerId="ADAL" clId="{5B710B73-F6D6-4A7D-9276-5384056BD54A}" dt="2022-11-23T12:21:55.580" v="8996"/>
          <ac:spMkLst>
            <pc:docMk/>
            <pc:sldMk cId="859629943" sldId="559"/>
            <ac:spMk id="19" creationId="{6D4A85FB-709B-E522-F43C-30CB52D80E4D}"/>
          </ac:spMkLst>
        </pc:spChg>
        <pc:grpChg chg="add mod">
          <ac:chgData name="Macher, Andreas (DI FA CTR PLC PPM)" userId="f1dcac62-7bef-43eb-91f0-927336a1714f" providerId="ADAL" clId="{5B710B73-F6D6-4A7D-9276-5384056BD54A}" dt="2022-11-23T12:12:05.692" v="8901" actId="1076"/>
          <ac:grpSpMkLst>
            <pc:docMk/>
            <pc:sldMk cId="859629943" sldId="559"/>
            <ac:grpSpMk id="2" creationId="{4701B4D9-7880-911C-E5F3-2470E9107817}"/>
          </ac:grpSpMkLst>
        </pc:grpChg>
        <pc:grpChg chg="add del mod">
          <ac:chgData name="Macher, Andreas (DI FA CTR PLC PPM)" userId="f1dcac62-7bef-43eb-91f0-927336a1714f" providerId="ADAL" clId="{5B710B73-F6D6-4A7D-9276-5384056BD54A}" dt="2022-11-23T12:11:56.673" v="8898" actId="478"/>
          <ac:grpSpMkLst>
            <pc:docMk/>
            <pc:sldMk cId="859629943" sldId="559"/>
            <ac:grpSpMk id="4" creationId="{DD9A95A6-9EDD-0D47-88C6-ECEFE7404702}"/>
          </ac:grpSpMkLst>
        </pc:grpChg>
        <pc:graphicFrameChg chg="del mod modGraphic">
          <ac:chgData name="Macher, Andreas (DI FA CTR PLC PPM)" userId="f1dcac62-7bef-43eb-91f0-927336a1714f" providerId="ADAL" clId="{5B710B73-F6D6-4A7D-9276-5384056BD54A}" dt="2022-11-16T13:58:27.611" v="7654" actId="478"/>
          <ac:graphicFrameMkLst>
            <pc:docMk/>
            <pc:sldMk cId="859629943" sldId="559"/>
            <ac:graphicFrameMk id="2" creationId="{AB0E7CB8-26E7-4EB1-9E79-D9EC25FFC6E7}"/>
          </ac:graphicFrameMkLst>
        </pc:graphicFrameChg>
        <pc:graphicFrameChg chg="add mod ord modGraphic">
          <ac:chgData name="Macher, Andreas (DI FA CTR PLC PPM)" userId="f1dcac62-7bef-43eb-91f0-927336a1714f" providerId="ADAL" clId="{5B710B73-F6D6-4A7D-9276-5384056BD54A}" dt="2022-11-16T13:59:18.522" v="7683" actId="14734"/>
          <ac:graphicFrameMkLst>
            <pc:docMk/>
            <pc:sldMk cId="859629943" sldId="559"/>
            <ac:graphicFrameMk id="3" creationId="{938D73B4-AAA1-C0D8-3429-656CE78515FD}"/>
          </ac:graphicFrameMkLst>
        </pc:graphicFrameChg>
        <pc:graphicFrameChg chg="del mod modGraphic">
          <ac:chgData name="Macher, Andreas (DI FA CTR PLC PPM)" userId="f1dcac62-7bef-43eb-91f0-927336a1714f" providerId="ADAL" clId="{5B710B73-F6D6-4A7D-9276-5384056BD54A}" dt="2022-11-16T13:26:30.892" v="7152" actId="478"/>
          <ac:graphicFrameMkLst>
            <pc:docMk/>
            <pc:sldMk cId="859629943" sldId="559"/>
            <ac:graphicFrameMk id="9" creationId="{00000000-0000-0000-0000-000000000000}"/>
          </ac:graphicFrameMkLst>
        </pc:graphicFrameChg>
        <pc:graphicFrameChg chg="add del mod">
          <ac:chgData name="Macher, Andreas (DI FA CTR PLC PPM)" userId="f1dcac62-7bef-43eb-91f0-927336a1714f" providerId="ADAL" clId="{5B710B73-F6D6-4A7D-9276-5384056BD54A}" dt="2022-11-16T13:56:52.563" v="7590" actId="478"/>
          <ac:graphicFrameMkLst>
            <pc:docMk/>
            <pc:sldMk cId="859629943" sldId="559"/>
            <ac:graphicFrameMk id="9" creationId="{7CC347A2-7D15-58F5-C21E-A4A9CF09F422}"/>
          </ac:graphicFrameMkLst>
        </pc:graphicFrameChg>
        <pc:graphicFrameChg chg="add del mod">
          <ac:chgData name="Macher, Andreas (DI FA CTR PLC PPM)" userId="f1dcac62-7bef-43eb-91f0-927336a1714f" providerId="ADAL" clId="{5B710B73-F6D6-4A7D-9276-5384056BD54A}" dt="2022-11-16T13:57:03.327" v="7593" actId="478"/>
          <ac:graphicFrameMkLst>
            <pc:docMk/>
            <pc:sldMk cId="859629943" sldId="559"/>
            <ac:graphicFrameMk id="11" creationId="{D50C9025-D55C-7493-86E4-7B627410FAF2}"/>
          </ac:graphicFrameMkLst>
        </pc:graphicFrameChg>
        <pc:picChg chg="add del mod">
          <ac:chgData name="Macher, Andreas (DI FA CTR PLC PPM)" userId="f1dcac62-7bef-43eb-91f0-927336a1714f" providerId="ADAL" clId="{5B710B73-F6D6-4A7D-9276-5384056BD54A}" dt="2022-11-16T13:59:42.890" v="7684" actId="478"/>
          <ac:picMkLst>
            <pc:docMk/>
            <pc:sldMk cId="859629943" sldId="559"/>
            <ac:picMk id="13" creationId="{7712F89C-B982-A37B-B38B-89AF72434161}"/>
          </ac:picMkLst>
        </pc:picChg>
        <pc:picChg chg="mod">
          <ac:chgData name="Macher, Andreas (DI FA CTR PLC PPM)" userId="f1dcac62-7bef-43eb-91f0-927336a1714f" providerId="ADAL" clId="{5B710B73-F6D6-4A7D-9276-5384056BD54A}" dt="2022-11-16T13:59:09.908" v="7680" actId="1037"/>
          <ac:picMkLst>
            <pc:docMk/>
            <pc:sldMk cId="859629943" sldId="559"/>
            <ac:picMk id="30" creationId="{61B267A1-2D8A-4CF1-9B96-BA3B57DACBCF}"/>
          </ac:picMkLst>
        </pc:picChg>
        <pc:picChg chg="mod">
          <ac:chgData name="Macher, Andreas (DI FA CTR PLC PPM)" userId="f1dcac62-7bef-43eb-91f0-927336a1714f" providerId="ADAL" clId="{5B710B73-F6D6-4A7D-9276-5384056BD54A}" dt="2022-11-16T13:59:09.908" v="7680" actId="1037"/>
          <ac:picMkLst>
            <pc:docMk/>
            <pc:sldMk cId="859629943" sldId="559"/>
            <ac:picMk id="31" creationId="{05C52158-0F91-4CCB-9822-F6E55CAE19E9}"/>
          </ac:picMkLst>
        </pc:picChg>
        <pc:picChg chg="mod">
          <ac:chgData name="Macher, Andreas (DI FA CTR PLC PPM)" userId="f1dcac62-7bef-43eb-91f0-927336a1714f" providerId="ADAL" clId="{5B710B73-F6D6-4A7D-9276-5384056BD54A}" dt="2022-11-16T13:59:09.908" v="7680" actId="1037"/>
          <ac:picMkLst>
            <pc:docMk/>
            <pc:sldMk cId="859629943" sldId="559"/>
            <ac:picMk id="32" creationId="{727F44F0-71A3-494F-B5AD-3F806F0BA8EE}"/>
          </ac:picMkLst>
        </pc:picChg>
      </pc:sldChg>
      <pc:sldChg chg="addSp delSp modSp mod chgLayout">
        <pc:chgData name="Macher, Andreas (DI FA CTR PLC PPM)" userId="f1dcac62-7bef-43eb-91f0-927336a1714f" providerId="ADAL" clId="{5B710B73-F6D6-4A7D-9276-5384056BD54A}" dt="2022-11-23T12:21:55.580" v="8996"/>
        <pc:sldMkLst>
          <pc:docMk/>
          <pc:sldMk cId="3113480645" sldId="661"/>
        </pc:sldMkLst>
        <pc:spChg chg="mod ord">
          <ac:chgData name="Macher, Andreas (DI FA CTR PLC PPM)" userId="f1dcac62-7bef-43eb-91f0-927336a1714f" providerId="ADAL" clId="{5B710B73-F6D6-4A7D-9276-5384056BD54A}" dt="2022-11-23T12:21:55.580" v="8996"/>
          <ac:spMkLst>
            <pc:docMk/>
            <pc:sldMk cId="3113480645" sldId="661"/>
            <ac:spMk id="2" creationId="{DDF5808C-9C2D-4129-9E9A-F48BAFEA084C}"/>
          </ac:spMkLst>
        </pc:spChg>
        <pc:spChg chg="mod">
          <ac:chgData name="Macher, Andreas (DI FA CTR PLC PPM)" userId="f1dcac62-7bef-43eb-91f0-927336a1714f" providerId="ADAL" clId="{5B710B73-F6D6-4A7D-9276-5384056BD54A}" dt="2022-11-23T12:13:11.199" v="8906"/>
          <ac:spMkLst>
            <pc:docMk/>
            <pc:sldMk cId="3113480645" sldId="661"/>
            <ac:spMk id="5" creationId="{3B3DDAE4-4120-4498-8677-DE3A32AD353C}"/>
          </ac:spMkLst>
        </pc:spChg>
        <pc:spChg chg="mod ord">
          <ac:chgData name="Macher, Andreas (DI FA CTR PLC PPM)" userId="f1dcac62-7bef-43eb-91f0-927336a1714f" providerId="ADAL" clId="{5B710B73-F6D6-4A7D-9276-5384056BD54A}" dt="2022-11-16T13:35:25.174" v="7198" actId="700"/>
          <ac:spMkLst>
            <pc:docMk/>
            <pc:sldMk cId="3113480645" sldId="661"/>
            <ac:spMk id="6" creationId="{00000000-0000-0000-0000-000000000000}"/>
          </ac:spMkLst>
        </pc:spChg>
        <pc:spChg chg="mod">
          <ac:chgData name="Macher, Andreas (DI FA CTR PLC PPM)" userId="f1dcac62-7bef-43eb-91f0-927336a1714f" providerId="ADAL" clId="{5B710B73-F6D6-4A7D-9276-5384056BD54A}" dt="2022-11-23T12:13:11.199" v="8906"/>
          <ac:spMkLst>
            <pc:docMk/>
            <pc:sldMk cId="3113480645" sldId="661"/>
            <ac:spMk id="7" creationId="{679F5BC0-7562-849B-4A85-EC553F70774C}"/>
          </ac:spMkLst>
        </pc:spChg>
        <pc:spChg chg="mod">
          <ac:chgData name="Macher, Andreas (DI FA CTR PLC PPM)" userId="f1dcac62-7bef-43eb-91f0-927336a1714f" providerId="ADAL" clId="{5B710B73-F6D6-4A7D-9276-5384056BD54A}" dt="2022-11-23T12:13:21.157" v="8908"/>
          <ac:spMkLst>
            <pc:docMk/>
            <pc:sldMk cId="3113480645" sldId="661"/>
            <ac:spMk id="11" creationId="{A994601E-D682-79B0-0558-5D5539901468}"/>
          </ac:spMkLst>
        </pc:spChg>
        <pc:spChg chg="mod">
          <ac:chgData name="Macher, Andreas (DI FA CTR PLC PPM)" userId="f1dcac62-7bef-43eb-91f0-927336a1714f" providerId="ADAL" clId="{5B710B73-F6D6-4A7D-9276-5384056BD54A}" dt="2022-11-23T12:13:21.157" v="8908"/>
          <ac:spMkLst>
            <pc:docMk/>
            <pc:sldMk cId="3113480645" sldId="661"/>
            <ac:spMk id="12" creationId="{481E4F7C-FEE4-DCAF-77EF-C4FE4248F47F}"/>
          </ac:spMkLst>
        </pc:spChg>
        <pc:spChg chg="mod">
          <ac:chgData name="Macher, Andreas (DI FA CTR PLC PPM)" userId="f1dcac62-7bef-43eb-91f0-927336a1714f" providerId="ADAL" clId="{5B710B73-F6D6-4A7D-9276-5384056BD54A}" dt="2022-11-23T12:13:38.652" v="8912"/>
          <ac:spMkLst>
            <pc:docMk/>
            <pc:sldMk cId="3113480645" sldId="661"/>
            <ac:spMk id="14" creationId="{7C16A9D5-EF26-6D5E-3B88-F2588CB8AD31}"/>
          </ac:spMkLst>
        </pc:spChg>
        <pc:spChg chg="mod">
          <ac:chgData name="Macher, Andreas (DI FA CTR PLC PPM)" userId="f1dcac62-7bef-43eb-91f0-927336a1714f" providerId="ADAL" clId="{5B710B73-F6D6-4A7D-9276-5384056BD54A}" dt="2022-11-23T12:13:38.652" v="8912"/>
          <ac:spMkLst>
            <pc:docMk/>
            <pc:sldMk cId="3113480645" sldId="661"/>
            <ac:spMk id="15" creationId="{EEFC1013-6E51-CB65-080F-C43414EBDE29}"/>
          </ac:spMkLst>
        </pc:spChg>
        <pc:spChg chg="mod ord">
          <ac:chgData name="Macher, Andreas (DI FA CTR PLC PPM)" userId="f1dcac62-7bef-43eb-91f0-927336a1714f" providerId="ADAL" clId="{5B710B73-F6D6-4A7D-9276-5384056BD54A}" dt="2022-11-16T13:35:25.174" v="7198" actId="700"/>
          <ac:spMkLst>
            <pc:docMk/>
            <pc:sldMk cId="3113480645" sldId="661"/>
            <ac:spMk id="54283" creationId="{455B99D0-BD88-4335-9ABC-516D8FBD8D07}"/>
          </ac:spMkLst>
        </pc:spChg>
        <pc:spChg chg="mod ord">
          <ac:chgData name="Macher, Andreas (DI FA CTR PLC PPM)" userId="f1dcac62-7bef-43eb-91f0-927336a1714f" providerId="ADAL" clId="{5B710B73-F6D6-4A7D-9276-5384056BD54A}" dt="2022-11-16T16:04:18.413" v="7836" actId="20577"/>
          <ac:spMkLst>
            <pc:docMk/>
            <pc:sldMk cId="3113480645" sldId="661"/>
            <ac:spMk id="54284" creationId="{09B9FC6C-8060-4313-81AF-B97CD2AEF02A}"/>
          </ac:spMkLst>
        </pc:spChg>
        <pc:grpChg chg="add mod">
          <ac:chgData name="Macher, Andreas (DI FA CTR PLC PPM)" userId="f1dcac62-7bef-43eb-91f0-927336a1714f" providerId="ADAL" clId="{5B710B73-F6D6-4A7D-9276-5384056BD54A}" dt="2022-11-23T12:13:33.893" v="8910" actId="1076"/>
          <ac:grpSpMkLst>
            <pc:docMk/>
            <pc:sldMk cId="3113480645" sldId="661"/>
            <ac:grpSpMk id="4" creationId="{674CD74B-7F21-ECD7-2ED3-8E7548505E87}"/>
          </ac:grpSpMkLst>
        </pc:grpChg>
        <pc:grpChg chg="add mod">
          <ac:chgData name="Macher, Andreas (DI FA CTR PLC PPM)" userId="f1dcac62-7bef-43eb-91f0-927336a1714f" providerId="ADAL" clId="{5B710B73-F6D6-4A7D-9276-5384056BD54A}" dt="2022-11-23T12:13:36.224" v="8911" actId="1076"/>
          <ac:grpSpMkLst>
            <pc:docMk/>
            <pc:sldMk cId="3113480645" sldId="661"/>
            <ac:grpSpMk id="10" creationId="{7ABCC944-2CE5-FB7F-2406-BC3F89564792}"/>
          </ac:grpSpMkLst>
        </pc:grpChg>
        <pc:grpChg chg="add mod">
          <ac:chgData name="Macher, Andreas (DI FA CTR PLC PPM)" userId="f1dcac62-7bef-43eb-91f0-927336a1714f" providerId="ADAL" clId="{5B710B73-F6D6-4A7D-9276-5384056BD54A}" dt="2022-11-23T12:13:51.889" v="8913" actId="1076"/>
          <ac:grpSpMkLst>
            <pc:docMk/>
            <pc:sldMk cId="3113480645" sldId="661"/>
            <ac:grpSpMk id="13" creationId="{DE3F6E0A-7D44-8DBD-70F4-19B83116E2BB}"/>
          </ac:grpSpMkLst>
        </pc:grpChg>
        <pc:cxnChg chg="add mod">
          <ac:chgData name="Macher, Andreas (DI FA CTR PLC PPM)" userId="f1dcac62-7bef-43eb-91f0-927336a1714f" providerId="ADAL" clId="{5B710B73-F6D6-4A7D-9276-5384056BD54A}" dt="2022-11-16T16:04:29.866" v="7838" actId="1036"/>
          <ac:cxnSpMkLst>
            <pc:docMk/>
            <pc:sldMk cId="3113480645" sldId="661"/>
            <ac:cxnSpMk id="3" creationId="{0243483E-C803-4E9C-21C5-540A02811939}"/>
          </ac:cxnSpMkLst>
        </pc:cxnChg>
        <pc:cxnChg chg="del mod">
          <ac:chgData name="Macher, Andreas (DI FA CTR PLC PPM)" userId="f1dcac62-7bef-43eb-91f0-927336a1714f" providerId="ADAL" clId="{5B710B73-F6D6-4A7D-9276-5384056BD54A}" dt="2022-11-03T13:54:55.370" v="3420" actId="478"/>
          <ac:cxnSpMkLst>
            <pc:docMk/>
            <pc:sldMk cId="3113480645" sldId="661"/>
            <ac:cxnSpMk id="7" creationId="{00000000-0000-0000-0000-000000000000}"/>
          </ac:cxnSpMkLst>
        </pc:cxnChg>
        <pc:cxnChg chg="mod">
          <ac:chgData name="Macher, Andreas (DI FA CTR PLC PPM)" userId="f1dcac62-7bef-43eb-91f0-927336a1714f" providerId="ADAL" clId="{5B710B73-F6D6-4A7D-9276-5384056BD54A}" dt="2022-11-16T16:04:29.866" v="7838" actId="1036"/>
          <ac:cxnSpMkLst>
            <pc:docMk/>
            <pc:sldMk cId="3113480645" sldId="661"/>
            <ac:cxnSpMk id="8" creationId="{00000000-0000-0000-0000-000000000000}"/>
          </ac:cxnSpMkLst>
        </pc:cxnChg>
        <pc:cxnChg chg="mod">
          <ac:chgData name="Macher, Andreas (DI FA CTR PLC PPM)" userId="f1dcac62-7bef-43eb-91f0-927336a1714f" providerId="ADAL" clId="{5B710B73-F6D6-4A7D-9276-5384056BD54A}" dt="2022-11-16T16:04:34.094" v="7841" actId="1036"/>
          <ac:cxnSpMkLst>
            <pc:docMk/>
            <pc:sldMk cId="3113480645" sldId="661"/>
            <ac:cxnSpMk id="9" creationId="{00000000-0000-0000-0000-000000000000}"/>
          </ac:cxnSpMkLst>
        </pc:cxnChg>
      </pc:sldChg>
      <pc:sldChg chg="addSp delSp modSp mod chgLayout">
        <pc:chgData name="Macher, Andreas (DI FA CTR PLC PPM)" userId="f1dcac62-7bef-43eb-91f0-927336a1714f" providerId="ADAL" clId="{5B710B73-F6D6-4A7D-9276-5384056BD54A}" dt="2022-11-23T12:21:55.580" v="8996"/>
        <pc:sldMkLst>
          <pc:docMk/>
          <pc:sldMk cId="1679351195" sldId="662"/>
        </pc:sldMkLst>
        <pc:spChg chg="mod ord">
          <ac:chgData name="Macher, Andreas (DI FA CTR PLC PPM)" userId="f1dcac62-7bef-43eb-91f0-927336a1714f" providerId="ADAL" clId="{5B710B73-F6D6-4A7D-9276-5384056BD54A}" dt="2022-11-07T20:30:11.049" v="6227" actId="700"/>
          <ac:spMkLst>
            <pc:docMk/>
            <pc:sldMk cId="1679351195" sldId="662"/>
            <ac:spMk id="2" creationId="{00000000-0000-0000-0000-000000000000}"/>
          </ac:spMkLst>
        </pc:spChg>
        <pc:spChg chg="mod ord">
          <ac:chgData name="Macher, Andreas (DI FA CTR PLC PPM)" userId="f1dcac62-7bef-43eb-91f0-927336a1714f" providerId="ADAL" clId="{5B710B73-F6D6-4A7D-9276-5384056BD54A}" dt="2022-11-23T12:21:55.580" v="8996"/>
          <ac:spMkLst>
            <pc:docMk/>
            <pc:sldMk cId="1679351195" sldId="662"/>
            <ac:spMk id="6" creationId="{650595C0-73CC-4CBD-A1E6-78A6C725B960}"/>
          </ac:spMkLst>
        </pc:spChg>
        <pc:spChg chg="mod">
          <ac:chgData name="Macher, Andreas (DI FA CTR PLC PPM)" userId="f1dcac62-7bef-43eb-91f0-927336a1714f" providerId="ADAL" clId="{5B710B73-F6D6-4A7D-9276-5384056BD54A}" dt="2022-11-07T13:15:29.482" v="4152" actId="11"/>
          <ac:spMkLst>
            <pc:docMk/>
            <pc:sldMk cId="1679351195" sldId="662"/>
            <ac:spMk id="12297" creationId="{00000000-0000-0000-0000-000000000000}"/>
          </ac:spMkLst>
        </pc:spChg>
        <pc:cxnChg chg="add mod">
          <ac:chgData name="Macher, Andreas (DI FA CTR PLC PPM)" userId="f1dcac62-7bef-43eb-91f0-927336a1714f" providerId="ADAL" clId="{5B710B73-F6D6-4A7D-9276-5384056BD54A}" dt="2022-11-16T16:05:01.687" v="7845" actId="14100"/>
          <ac:cxnSpMkLst>
            <pc:docMk/>
            <pc:sldMk cId="1679351195" sldId="662"/>
            <ac:cxnSpMk id="3" creationId="{D122F793-5EDA-9102-67BC-ACAF54039F8B}"/>
          </ac:cxnSpMkLst>
        </pc:cxnChg>
        <pc:cxnChg chg="add mod">
          <ac:chgData name="Macher, Andreas (DI FA CTR PLC PPM)" userId="f1dcac62-7bef-43eb-91f0-927336a1714f" providerId="ADAL" clId="{5B710B73-F6D6-4A7D-9276-5384056BD54A}" dt="2022-11-16T16:05:10.955" v="7848" actId="1076"/>
          <ac:cxnSpMkLst>
            <pc:docMk/>
            <pc:sldMk cId="1679351195" sldId="662"/>
            <ac:cxnSpMk id="7" creationId="{F0AED2E6-6789-3875-4E3D-9CADF791719E}"/>
          </ac:cxnSpMkLst>
        </pc:cxnChg>
        <pc:cxnChg chg="del">
          <ac:chgData name="Macher, Andreas (DI FA CTR PLC PPM)" userId="f1dcac62-7bef-43eb-91f0-927336a1714f" providerId="ADAL" clId="{5B710B73-F6D6-4A7D-9276-5384056BD54A}" dt="2022-11-16T16:04:56.447" v="7843" actId="478"/>
          <ac:cxnSpMkLst>
            <pc:docMk/>
            <pc:sldMk cId="1679351195" sldId="662"/>
            <ac:cxnSpMk id="8" creationId="{1DFD67DD-78A7-4D65-9E39-DFA479B911E5}"/>
          </ac:cxnSpMkLst>
        </pc:cxnChg>
        <pc:cxnChg chg="add mod">
          <ac:chgData name="Macher, Andreas (DI FA CTR PLC PPM)" userId="f1dcac62-7bef-43eb-91f0-927336a1714f" providerId="ADAL" clId="{5B710B73-F6D6-4A7D-9276-5384056BD54A}" dt="2022-11-16T16:05:17.937" v="7851" actId="1076"/>
          <ac:cxnSpMkLst>
            <pc:docMk/>
            <pc:sldMk cId="1679351195" sldId="662"/>
            <ac:cxnSpMk id="9" creationId="{9A3715A7-6169-F7C3-365D-86307D7A3BE1}"/>
          </ac:cxnSpMkLst>
        </pc:cxnChg>
        <pc:cxnChg chg="del">
          <ac:chgData name="Macher, Andreas (DI FA CTR PLC PPM)" userId="f1dcac62-7bef-43eb-91f0-927336a1714f" providerId="ADAL" clId="{5B710B73-F6D6-4A7D-9276-5384056BD54A}" dt="2022-11-16T16:05:03.300" v="7846" actId="478"/>
          <ac:cxnSpMkLst>
            <pc:docMk/>
            <pc:sldMk cId="1679351195" sldId="662"/>
            <ac:cxnSpMk id="18" creationId="{9E1CA0EF-7241-472C-B8B9-A6ED5877C795}"/>
          </ac:cxnSpMkLst>
        </pc:cxnChg>
        <pc:cxnChg chg="del">
          <ac:chgData name="Macher, Andreas (DI FA CTR PLC PPM)" userId="f1dcac62-7bef-43eb-91f0-927336a1714f" providerId="ADAL" clId="{5B710B73-F6D6-4A7D-9276-5384056BD54A}" dt="2022-11-16T16:05:13.391" v="7849" actId="478"/>
          <ac:cxnSpMkLst>
            <pc:docMk/>
            <pc:sldMk cId="1679351195" sldId="662"/>
            <ac:cxnSpMk id="23" creationId="{1DFD67DD-78A7-4D65-9E39-DFA479B911E5}"/>
          </ac:cxnSpMkLst>
        </pc:cxnChg>
      </pc:sldChg>
      <pc:sldChg chg="modSp mod">
        <pc:chgData name="Macher, Andreas (DI FA CTR PLC PPM)" userId="f1dcac62-7bef-43eb-91f0-927336a1714f" providerId="ADAL" clId="{5B710B73-F6D6-4A7D-9276-5384056BD54A}" dt="2022-11-23T12:21:55.580" v="8996"/>
        <pc:sldMkLst>
          <pc:docMk/>
          <pc:sldMk cId="3428021829" sldId="663"/>
        </pc:sldMkLst>
        <pc:spChg chg="mod">
          <ac:chgData name="Macher, Andreas (DI FA CTR PLC PPM)" userId="f1dcac62-7bef-43eb-91f0-927336a1714f" providerId="ADAL" clId="{5B710B73-F6D6-4A7D-9276-5384056BD54A}" dt="2022-11-23T12:21:55.580" v="8996"/>
          <ac:spMkLst>
            <pc:docMk/>
            <pc:sldMk cId="3428021829" sldId="663"/>
            <ac:spMk id="4" creationId="{219E2082-A671-48FA-BA58-21BFEF63DFFA}"/>
          </ac:spMkLst>
        </pc:spChg>
      </pc:sldChg>
      <pc:sldChg chg="addSp delSp modSp mod chgLayout">
        <pc:chgData name="Macher, Andreas (DI FA CTR PLC PPM)" userId="f1dcac62-7bef-43eb-91f0-927336a1714f" providerId="ADAL" clId="{5B710B73-F6D6-4A7D-9276-5384056BD54A}" dt="2022-11-23T12:21:55.580" v="8996"/>
        <pc:sldMkLst>
          <pc:docMk/>
          <pc:sldMk cId="1410991824" sldId="664"/>
        </pc:sldMkLst>
        <pc:spChg chg="mod ord">
          <ac:chgData name="Macher, Andreas (DI FA CTR PLC PPM)" userId="f1dcac62-7bef-43eb-91f0-927336a1714f" providerId="ADAL" clId="{5B710B73-F6D6-4A7D-9276-5384056BD54A}" dt="2022-11-07T20:33:53.148" v="6257" actId="700"/>
          <ac:spMkLst>
            <pc:docMk/>
            <pc:sldMk cId="1410991824" sldId="664"/>
            <ac:spMk id="2" creationId="{CC6EA291-5052-4D3F-B45C-835C6DF8BE10}"/>
          </ac:spMkLst>
        </pc:spChg>
        <pc:spChg chg="del mod">
          <ac:chgData name="Macher, Andreas (DI FA CTR PLC PPM)" userId="f1dcac62-7bef-43eb-91f0-927336a1714f" providerId="ADAL" clId="{5B710B73-F6D6-4A7D-9276-5384056BD54A}" dt="2022-11-07T20:34:16.734" v="6262" actId="478"/>
          <ac:spMkLst>
            <pc:docMk/>
            <pc:sldMk cId="1410991824" sldId="664"/>
            <ac:spMk id="4" creationId="{D446ABA3-F7D6-4401-9172-5F5C7E9D7F97}"/>
          </ac:spMkLst>
        </pc:spChg>
        <pc:spChg chg="del mod">
          <ac:chgData name="Macher, Andreas (DI FA CTR PLC PPM)" userId="f1dcac62-7bef-43eb-91f0-927336a1714f" providerId="ADAL" clId="{5B710B73-F6D6-4A7D-9276-5384056BD54A}" dt="2022-11-16T16:09:42.696" v="7908" actId="478"/>
          <ac:spMkLst>
            <pc:docMk/>
            <pc:sldMk cId="1410991824" sldId="664"/>
            <ac:spMk id="5" creationId="{4391C8F4-4C69-4AA8-8607-DC4045211468}"/>
          </ac:spMkLst>
        </pc:spChg>
        <pc:spChg chg="mod ord">
          <ac:chgData name="Macher, Andreas (DI FA CTR PLC PPM)" userId="f1dcac62-7bef-43eb-91f0-927336a1714f" providerId="ADAL" clId="{5B710B73-F6D6-4A7D-9276-5384056BD54A}" dt="2022-11-23T12:21:55.580" v="8996"/>
          <ac:spMkLst>
            <pc:docMk/>
            <pc:sldMk cId="1410991824" sldId="664"/>
            <ac:spMk id="7" creationId="{C3B7250B-7290-4C5F-B566-B46174202AF9}"/>
          </ac:spMkLst>
        </pc:spChg>
        <pc:spChg chg="mod">
          <ac:chgData name="Macher, Andreas (DI FA CTR PLC PPM)" userId="f1dcac62-7bef-43eb-91f0-927336a1714f" providerId="ADAL" clId="{5B710B73-F6D6-4A7D-9276-5384056BD54A}" dt="2022-11-07T20:34:22.974" v="6264" actId="6549"/>
          <ac:spMkLst>
            <pc:docMk/>
            <pc:sldMk cId="1410991824" sldId="664"/>
            <ac:spMk id="8" creationId="{ABD24BB6-0BDC-184E-433A-C2EAD000FD60}"/>
          </ac:spMkLst>
        </pc:spChg>
        <pc:spChg chg="mod">
          <ac:chgData name="Macher, Andreas (DI FA CTR PLC PPM)" userId="f1dcac62-7bef-43eb-91f0-927336a1714f" providerId="ADAL" clId="{5B710B73-F6D6-4A7D-9276-5384056BD54A}" dt="2022-11-07T20:34:27.666" v="6266" actId="6549"/>
          <ac:spMkLst>
            <pc:docMk/>
            <pc:sldMk cId="1410991824" sldId="664"/>
            <ac:spMk id="10" creationId="{F05AB073-18CA-4E15-9E2F-BD9450A6A511}"/>
          </ac:spMkLst>
        </pc:spChg>
        <pc:spChg chg="mod">
          <ac:chgData name="Macher, Andreas (DI FA CTR PLC PPM)" userId="f1dcac62-7bef-43eb-91f0-927336a1714f" providerId="ADAL" clId="{5B710B73-F6D6-4A7D-9276-5384056BD54A}" dt="2022-11-07T20:34:00.508" v="6258" actId="207"/>
          <ac:spMkLst>
            <pc:docMk/>
            <pc:sldMk cId="1410991824" sldId="664"/>
            <ac:spMk id="12" creationId="{7D5EACCB-CF69-861E-37D1-468437E56310}"/>
          </ac:spMkLst>
        </pc:spChg>
        <pc:spChg chg="mod">
          <ac:chgData name="Macher, Andreas (DI FA CTR PLC PPM)" userId="f1dcac62-7bef-43eb-91f0-927336a1714f" providerId="ADAL" clId="{5B710B73-F6D6-4A7D-9276-5384056BD54A}" dt="2022-11-07T20:34:00.508" v="6258" actId="207"/>
          <ac:spMkLst>
            <pc:docMk/>
            <pc:sldMk cId="1410991824" sldId="664"/>
            <ac:spMk id="13" creationId="{37BAD22E-5A3F-8B64-83D1-8A323686C96C}"/>
          </ac:spMkLst>
        </pc:spChg>
        <pc:spChg chg="mod">
          <ac:chgData name="Macher, Andreas (DI FA CTR PLC PPM)" userId="f1dcac62-7bef-43eb-91f0-927336a1714f" providerId="ADAL" clId="{5B710B73-F6D6-4A7D-9276-5384056BD54A}" dt="2022-11-07T20:34:00.508" v="6258" actId="207"/>
          <ac:spMkLst>
            <pc:docMk/>
            <pc:sldMk cId="1410991824" sldId="664"/>
            <ac:spMk id="16" creationId="{7C856B78-F653-A501-D4D9-AFBBA67AC1BB}"/>
          </ac:spMkLst>
        </pc:spChg>
        <pc:spChg chg="mod">
          <ac:chgData name="Macher, Andreas (DI FA CTR PLC PPM)" userId="f1dcac62-7bef-43eb-91f0-927336a1714f" providerId="ADAL" clId="{5B710B73-F6D6-4A7D-9276-5384056BD54A}" dt="2022-11-07T20:34:00.508" v="6258" actId="207"/>
          <ac:spMkLst>
            <pc:docMk/>
            <pc:sldMk cId="1410991824" sldId="664"/>
            <ac:spMk id="17" creationId="{A862B115-6B1F-8307-8F14-F8EEECE66715}"/>
          </ac:spMkLst>
        </pc:spChg>
        <pc:spChg chg="mod">
          <ac:chgData name="Macher, Andreas (DI FA CTR PLC PPM)" userId="f1dcac62-7bef-43eb-91f0-927336a1714f" providerId="ADAL" clId="{5B710B73-F6D6-4A7D-9276-5384056BD54A}" dt="2022-11-07T20:34:00.508" v="6258" actId="207"/>
          <ac:spMkLst>
            <pc:docMk/>
            <pc:sldMk cId="1410991824" sldId="664"/>
            <ac:spMk id="19" creationId="{2937AD64-5A9C-4A1E-9DDE-0EC72F3F31A5}"/>
          </ac:spMkLst>
        </pc:spChg>
        <pc:spChg chg="mod">
          <ac:chgData name="Macher, Andreas (DI FA CTR PLC PPM)" userId="f1dcac62-7bef-43eb-91f0-927336a1714f" providerId="ADAL" clId="{5B710B73-F6D6-4A7D-9276-5384056BD54A}" dt="2022-11-07T20:34:00.508" v="6258" actId="207"/>
          <ac:spMkLst>
            <pc:docMk/>
            <pc:sldMk cId="1410991824" sldId="664"/>
            <ac:spMk id="20" creationId="{A133CDFF-98A4-495E-982F-13AAE4B2E238}"/>
          </ac:spMkLst>
        </pc:spChg>
        <pc:spChg chg="mod">
          <ac:chgData name="Macher, Andreas (DI FA CTR PLC PPM)" userId="f1dcac62-7bef-43eb-91f0-927336a1714f" providerId="ADAL" clId="{5B710B73-F6D6-4A7D-9276-5384056BD54A}" dt="2022-11-07T20:34:00.508" v="6258" actId="207"/>
          <ac:spMkLst>
            <pc:docMk/>
            <pc:sldMk cId="1410991824" sldId="664"/>
            <ac:spMk id="21" creationId="{3CEB087D-5FF7-44AE-8326-2F6BF8892697}"/>
          </ac:spMkLst>
        </pc:spChg>
        <pc:spChg chg="add mod">
          <ac:chgData name="Macher, Andreas (DI FA CTR PLC PPM)" userId="f1dcac62-7bef-43eb-91f0-927336a1714f" providerId="ADAL" clId="{5B710B73-F6D6-4A7D-9276-5384056BD54A}" dt="2022-11-16T16:09:39.515" v="7907" actId="1076"/>
          <ac:spMkLst>
            <pc:docMk/>
            <pc:sldMk cId="1410991824" sldId="664"/>
            <ac:spMk id="25" creationId="{CFF4545D-72B8-3D9A-8872-0A2098FA1508}"/>
          </ac:spMkLst>
        </pc:spChg>
        <pc:spChg chg="add mod">
          <ac:chgData name="Macher, Andreas (DI FA CTR PLC PPM)" userId="f1dcac62-7bef-43eb-91f0-927336a1714f" providerId="ADAL" clId="{5B710B73-F6D6-4A7D-9276-5384056BD54A}" dt="2022-11-16T16:10:06.579" v="7926" actId="207"/>
          <ac:spMkLst>
            <pc:docMk/>
            <pc:sldMk cId="1410991824" sldId="664"/>
            <ac:spMk id="26" creationId="{448808C6-CBD1-38FA-DCA9-2DFD6872F761}"/>
          </ac:spMkLst>
        </pc:spChg>
        <pc:spChg chg="del mod">
          <ac:chgData name="Macher, Andreas (DI FA CTR PLC PPM)" userId="f1dcac62-7bef-43eb-91f0-927336a1714f" providerId="ADAL" clId="{5B710B73-F6D6-4A7D-9276-5384056BD54A}" dt="2022-11-16T16:09:33.959" v="7906" actId="478"/>
          <ac:spMkLst>
            <pc:docMk/>
            <pc:sldMk cId="1410991824" sldId="664"/>
            <ac:spMk id="127" creationId="{50255018-8CB7-4824-BA4D-FEFB0A6AFB66}"/>
          </ac:spMkLst>
        </pc:spChg>
        <pc:spChg chg="mod">
          <ac:chgData name="Macher, Andreas (DI FA CTR PLC PPM)" userId="f1dcac62-7bef-43eb-91f0-927336a1714f" providerId="ADAL" clId="{5B710B73-F6D6-4A7D-9276-5384056BD54A}" dt="2022-11-07T20:34:00.508" v="6258" actId="207"/>
          <ac:spMkLst>
            <pc:docMk/>
            <pc:sldMk cId="1410991824" sldId="664"/>
            <ac:spMk id="160" creationId="{7E61CE12-15A7-40A0-9AEE-27367071DAC9}"/>
          </ac:spMkLst>
        </pc:spChg>
        <pc:spChg chg="mod">
          <ac:chgData name="Macher, Andreas (DI FA CTR PLC PPM)" userId="f1dcac62-7bef-43eb-91f0-927336a1714f" providerId="ADAL" clId="{5B710B73-F6D6-4A7D-9276-5384056BD54A}" dt="2022-11-07T20:34:00.508" v="6258" actId="207"/>
          <ac:spMkLst>
            <pc:docMk/>
            <pc:sldMk cId="1410991824" sldId="664"/>
            <ac:spMk id="161" creationId="{9C313AC7-467E-4D14-B35E-11AE7697348C}"/>
          </ac:spMkLst>
        </pc:spChg>
        <pc:spChg chg="mod">
          <ac:chgData name="Macher, Andreas (DI FA CTR PLC PPM)" userId="f1dcac62-7bef-43eb-91f0-927336a1714f" providerId="ADAL" clId="{5B710B73-F6D6-4A7D-9276-5384056BD54A}" dt="2022-11-07T20:34:00.508" v="6258" actId="207"/>
          <ac:spMkLst>
            <pc:docMk/>
            <pc:sldMk cId="1410991824" sldId="664"/>
            <ac:spMk id="162" creationId="{34147FCE-28AF-4435-9F76-768A9BA99138}"/>
          </ac:spMkLst>
        </pc:spChg>
        <pc:picChg chg="add del mod">
          <ac:chgData name="Macher, Andreas (DI FA CTR PLC PPM)" userId="f1dcac62-7bef-43eb-91f0-927336a1714f" providerId="ADAL" clId="{5B710B73-F6D6-4A7D-9276-5384056BD54A}" dt="2022-11-07T15:53:07.088" v="6225"/>
          <ac:picMkLst>
            <pc:docMk/>
            <pc:sldMk cId="1410991824" sldId="664"/>
            <ac:picMk id="3" creationId="{4DFFBFB8-065A-BB54-A636-831E8492B517}"/>
          </ac:picMkLst>
        </pc:picChg>
        <pc:picChg chg="add mod">
          <ac:chgData name="Macher, Andreas (DI FA CTR PLC PPM)" userId="f1dcac62-7bef-43eb-91f0-927336a1714f" providerId="ADAL" clId="{5B710B73-F6D6-4A7D-9276-5384056BD54A}" dt="2022-11-16T16:10:11.563" v="7937" actId="1036"/>
          <ac:picMkLst>
            <pc:docMk/>
            <pc:sldMk cId="1410991824" sldId="664"/>
            <ac:picMk id="3" creationId="{D5A67ABC-793E-87C1-A228-58D04804F888}"/>
          </ac:picMkLst>
        </pc:picChg>
        <pc:picChg chg="del">
          <ac:chgData name="Macher, Andreas (DI FA CTR PLC PPM)" userId="f1dcac62-7bef-43eb-91f0-927336a1714f" providerId="ADAL" clId="{5B710B73-F6D6-4A7D-9276-5384056BD54A}" dt="2022-11-07T20:34:04.764" v="6259" actId="478"/>
          <ac:picMkLst>
            <pc:docMk/>
            <pc:sldMk cId="1410991824" sldId="664"/>
            <ac:picMk id="9" creationId="{BCC6DF57-9829-404A-9FCB-A88E738C26BB}"/>
          </ac:picMkLst>
        </pc:picChg>
        <pc:picChg chg="del">
          <ac:chgData name="Macher, Andreas (DI FA CTR PLC PPM)" userId="f1dcac62-7bef-43eb-91f0-927336a1714f" providerId="ADAL" clId="{5B710B73-F6D6-4A7D-9276-5384056BD54A}" dt="2022-11-07T20:34:06.425" v="6260" actId="478"/>
          <ac:picMkLst>
            <pc:docMk/>
            <pc:sldMk cId="1410991824" sldId="664"/>
            <ac:picMk id="11" creationId="{EF1ED417-CB92-407E-8E48-A578332BD712}"/>
          </ac:picMkLst>
        </pc:picChg>
        <pc:picChg chg="add mod">
          <ac:chgData name="Macher, Andreas (DI FA CTR PLC PPM)" userId="f1dcac62-7bef-43eb-91f0-927336a1714f" providerId="ADAL" clId="{5B710B73-F6D6-4A7D-9276-5384056BD54A}" dt="2022-11-16T16:10:11.563" v="7937" actId="1036"/>
          <ac:picMkLst>
            <pc:docMk/>
            <pc:sldMk cId="1410991824" sldId="664"/>
            <ac:picMk id="24" creationId="{75D65B7D-487B-2165-C369-7192D179BA31}"/>
          </ac:picMkLst>
        </pc:picChg>
        <pc:cxnChg chg="add del mod">
          <ac:chgData name="Macher, Andreas (DI FA CTR PLC PPM)" userId="f1dcac62-7bef-43eb-91f0-927336a1714f" providerId="ADAL" clId="{5B710B73-F6D6-4A7D-9276-5384056BD54A}" dt="2022-11-16T16:05:53.398" v="7866" actId="21"/>
          <ac:cxnSpMkLst>
            <pc:docMk/>
            <pc:sldMk cId="1410991824" sldId="664"/>
            <ac:cxnSpMk id="4" creationId="{FEA79F94-3BDA-94C2-0C3F-DBEA5D490AD1}"/>
          </ac:cxnSpMkLst>
        </pc:cxnChg>
        <pc:cxnChg chg="mod">
          <ac:chgData name="Macher, Andreas (DI FA CTR PLC PPM)" userId="f1dcac62-7bef-43eb-91f0-927336a1714f" providerId="ADAL" clId="{5B710B73-F6D6-4A7D-9276-5384056BD54A}" dt="2022-11-16T16:05:50.826" v="7865" actId="14100"/>
          <ac:cxnSpMkLst>
            <pc:docMk/>
            <pc:sldMk cId="1410991824" sldId="664"/>
            <ac:cxnSpMk id="6" creationId="{01332141-D8B7-4541-9113-87F60117E2DB}"/>
          </ac:cxnSpMkLst>
        </pc:cxnChg>
        <pc:cxnChg chg="add del mod">
          <ac:chgData name="Macher, Andreas (DI FA CTR PLC PPM)" userId="f1dcac62-7bef-43eb-91f0-927336a1714f" providerId="ADAL" clId="{5B710B73-F6D6-4A7D-9276-5384056BD54A}" dt="2022-11-16T16:06:20.175" v="7874" actId="21"/>
          <ac:cxnSpMkLst>
            <pc:docMk/>
            <pc:sldMk cId="1410991824" sldId="664"/>
            <ac:cxnSpMk id="11" creationId="{BFE478D5-82A8-96A5-2845-20A90364DFED}"/>
          </ac:cxnSpMkLst>
        </pc:cxnChg>
        <pc:cxnChg chg="mod">
          <ac:chgData name="Macher, Andreas (DI FA CTR PLC PPM)" userId="f1dcac62-7bef-43eb-91f0-927336a1714f" providerId="ADAL" clId="{5B710B73-F6D6-4A7D-9276-5384056BD54A}" dt="2022-11-16T16:06:17.507" v="7873" actId="108"/>
          <ac:cxnSpMkLst>
            <pc:docMk/>
            <pc:sldMk cId="1410991824" sldId="664"/>
            <ac:cxnSpMk id="14" creationId="{49D8EFBC-FF5E-3BAF-AE3E-F58A5261253D}"/>
          </ac:cxnSpMkLst>
        </pc:cxnChg>
        <pc:cxnChg chg="mod">
          <ac:chgData name="Macher, Andreas (DI FA CTR PLC PPM)" userId="f1dcac62-7bef-43eb-91f0-927336a1714f" providerId="ADAL" clId="{5B710B73-F6D6-4A7D-9276-5384056BD54A}" dt="2022-11-16T16:05:35.453" v="7856" actId="108"/>
          <ac:cxnSpMkLst>
            <pc:docMk/>
            <pc:sldMk cId="1410991824" sldId="664"/>
            <ac:cxnSpMk id="18" creationId="{5900FCDA-29FC-096F-57DE-2EC15320650E}"/>
          </ac:cxnSpMkLst>
        </pc:cxnChg>
        <pc:cxnChg chg="mod">
          <ac:chgData name="Macher, Andreas (DI FA CTR PLC PPM)" userId="f1dcac62-7bef-43eb-91f0-927336a1714f" providerId="ADAL" clId="{5B710B73-F6D6-4A7D-9276-5384056BD54A}" dt="2022-11-16T16:05:36.642" v="7857" actId="108"/>
          <ac:cxnSpMkLst>
            <pc:docMk/>
            <pc:sldMk cId="1410991824" sldId="664"/>
            <ac:cxnSpMk id="22" creationId="{16B4CCE8-1ABB-900A-EDFD-0422179AFAC0}"/>
          </ac:cxnSpMkLst>
        </pc:cxnChg>
        <pc:cxnChg chg="mod">
          <ac:chgData name="Macher, Andreas (DI FA CTR PLC PPM)" userId="f1dcac62-7bef-43eb-91f0-927336a1714f" providerId="ADAL" clId="{5B710B73-F6D6-4A7D-9276-5384056BD54A}" dt="2022-11-16T16:05:37.444" v="7858" actId="108"/>
          <ac:cxnSpMkLst>
            <pc:docMk/>
            <pc:sldMk cId="1410991824" sldId="664"/>
            <ac:cxnSpMk id="23" creationId="{0597597E-2AA6-02FE-958A-6673F09F881F}"/>
          </ac:cxnSpMkLst>
        </pc:cxnChg>
        <pc:cxnChg chg="mod">
          <ac:chgData name="Macher, Andreas (DI FA CTR PLC PPM)" userId="f1dcac62-7bef-43eb-91f0-927336a1714f" providerId="ADAL" clId="{5B710B73-F6D6-4A7D-9276-5384056BD54A}" dt="2022-11-16T16:05:43.212" v="7864" actId="108"/>
          <ac:cxnSpMkLst>
            <pc:docMk/>
            <pc:sldMk cId="1410991824" sldId="664"/>
            <ac:cxnSpMk id="29" creationId="{820EC475-3C30-2566-4709-F32FC21D17AF}"/>
          </ac:cxnSpMkLst>
        </pc:cxnChg>
        <pc:cxnChg chg="mod">
          <ac:chgData name="Macher, Andreas (DI FA CTR PLC PPM)" userId="f1dcac62-7bef-43eb-91f0-927336a1714f" providerId="ADAL" clId="{5B710B73-F6D6-4A7D-9276-5384056BD54A}" dt="2022-11-16T16:05:42.208" v="7863" actId="108"/>
          <ac:cxnSpMkLst>
            <pc:docMk/>
            <pc:sldMk cId="1410991824" sldId="664"/>
            <ac:cxnSpMk id="30" creationId="{46A1BD74-CC4E-1DC3-C516-0CBC3AA42276}"/>
          </ac:cxnSpMkLst>
        </pc:cxnChg>
        <pc:cxnChg chg="mod">
          <ac:chgData name="Macher, Andreas (DI FA CTR PLC PPM)" userId="f1dcac62-7bef-43eb-91f0-927336a1714f" providerId="ADAL" clId="{5B710B73-F6D6-4A7D-9276-5384056BD54A}" dt="2022-11-16T16:05:41.437" v="7862" actId="108"/>
          <ac:cxnSpMkLst>
            <pc:docMk/>
            <pc:sldMk cId="1410991824" sldId="664"/>
            <ac:cxnSpMk id="31" creationId="{C5C4506C-4788-53B3-49E8-58E18497C3BC}"/>
          </ac:cxnSpMkLst>
        </pc:cxnChg>
        <pc:cxnChg chg="mod">
          <ac:chgData name="Macher, Andreas (DI FA CTR PLC PPM)" userId="f1dcac62-7bef-43eb-91f0-927336a1714f" providerId="ADAL" clId="{5B710B73-F6D6-4A7D-9276-5384056BD54A}" dt="2022-11-16T16:05:40.026" v="7861" actId="108"/>
          <ac:cxnSpMkLst>
            <pc:docMk/>
            <pc:sldMk cId="1410991824" sldId="664"/>
            <ac:cxnSpMk id="64" creationId="{C3F4BC87-F879-54BF-C2A8-DF55A20DBC9C}"/>
          </ac:cxnSpMkLst>
        </pc:cxnChg>
        <pc:cxnChg chg="mod">
          <ac:chgData name="Macher, Andreas (DI FA CTR PLC PPM)" userId="f1dcac62-7bef-43eb-91f0-927336a1714f" providerId="ADAL" clId="{5B710B73-F6D6-4A7D-9276-5384056BD54A}" dt="2022-11-16T16:05:38.964" v="7860" actId="108"/>
          <ac:cxnSpMkLst>
            <pc:docMk/>
            <pc:sldMk cId="1410991824" sldId="664"/>
            <ac:cxnSpMk id="65" creationId="{8721E8DE-AC6B-992E-B5D8-4A900511808E}"/>
          </ac:cxnSpMkLst>
        </pc:cxnChg>
        <pc:cxnChg chg="mod">
          <ac:chgData name="Macher, Andreas (DI FA CTR PLC PPM)" userId="f1dcac62-7bef-43eb-91f0-927336a1714f" providerId="ADAL" clId="{5B710B73-F6D6-4A7D-9276-5384056BD54A}" dt="2022-11-16T16:06:04.487" v="7869" actId="108"/>
          <ac:cxnSpMkLst>
            <pc:docMk/>
            <pc:sldMk cId="1410991824" sldId="664"/>
            <ac:cxnSpMk id="120" creationId="{3A3CB4B2-57B3-4B76-B65F-E19530D7D788}"/>
          </ac:cxnSpMkLst>
        </pc:cxnChg>
        <pc:cxnChg chg="mod">
          <ac:chgData name="Macher, Andreas (DI FA CTR PLC PPM)" userId="f1dcac62-7bef-43eb-91f0-927336a1714f" providerId="ADAL" clId="{5B710B73-F6D6-4A7D-9276-5384056BD54A}" dt="2022-11-16T16:06:14.298" v="7870" actId="108"/>
          <ac:cxnSpMkLst>
            <pc:docMk/>
            <pc:sldMk cId="1410991824" sldId="664"/>
            <ac:cxnSpMk id="121" creationId="{1DCB343F-E01D-4A44-8A63-6A6377F4674D}"/>
          </ac:cxnSpMkLst>
        </pc:cxnChg>
        <pc:cxnChg chg="mod">
          <ac:chgData name="Macher, Andreas (DI FA CTR PLC PPM)" userId="f1dcac62-7bef-43eb-91f0-927336a1714f" providerId="ADAL" clId="{5B710B73-F6D6-4A7D-9276-5384056BD54A}" dt="2022-11-16T16:06:15.501" v="7871" actId="108"/>
          <ac:cxnSpMkLst>
            <pc:docMk/>
            <pc:sldMk cId="1410991824" sldId="664"/>
            <ac:cxnSpMk id="122" creationId="{F497D3D4-5917-47E2-B9E9-5E62152C8837}"/>
          </ac:cxnSpMkLst>
        </pc:cxnChg>
        <pc:cxnChg chg="mod">
          <ac:chgData name="Macher, Andreas (DI FA CTR PLC PPM)" userId="f1dcac62-7bef-43eb-91f0-927336a1714f" providerId="ADAL" clId="{5B710B73-F6D6-4A7D-9276-5384056BD54A}" dt="2022-11-16T16:06:16.418" v="7872" actId="108"/>
          <ac:cxnSpMkLst>
            <pc:docMk/>
            <pc:sldMk cId="1410991824" sldId="664"/>
            <ac:cxnSpMk id="123" creationId="{2F34B469-D1BA-44B8-9556-ABF1FDD33795}"/>
          </ac:cxnSpMkLst>
        </pc:cxnChg>
        <pc:cxnChg chg="mod">
          <ac:chgData name="Macher, Andreas (DI FA CTR PLC PPM)" userId="f1dcac62-7bef-43eb-91f0-927336a1714f" providerId="ADAL" clId="{5B710B73-F6D6-4A7D-9276-5384056BD54A}" dt="2022-11-16T16:05:30.407" v="7854" actId="108"/>
          <ac:cxnSpMkLst>
            <pc:docMk/>
            <pc:sldMk cId="1410991824" sldId="664"/>
            <ac:cxnSpMk id="165" creationId="{E73C731C-A4F4-4A16-90DE-67C5B7BEAC70}"/>
          </ac:cxnSpMkLst>
        </pc:cxnChg>
        <pc:cxnChg chg="mod">
          <ac:chgData name="Macher, Andreas (DI FA CTR PLC PPM)" userId="f1dcac62-7bef-43eb-91f0-927336a1714f" providerId="ADAL" clId="{5B710B73-F6D6-4A7D-9276-5384056BD54A}" dt="2022-11-16T16:05:34.371" v="7855" actId="108"/>
          <ac:cxnSpMkLst>
            <pc:docMk/>
            <pc:sldMk cId="1410991824" sldId="664"/>
            <ac:cxnSpMk id="166" creationId="{ACA4FFA4-F1ED-46C1-8D13-A3D93C77D028}"/>
          </ac:cxnSpMkLst>
        </pc:cxnChg>
      </pc:sldChg>
      <pc:sldChg chg="addSp modSp mod chgLayout">
        <pc:chgData name="Macher, Andreas (DI FA CTR PLC PPM)" userId="f1dcac62-7bef-43eb-91f0-927336a1714f" providerId="ADAL" clId="{5B710B73-F6D6-4A7D-9276-5384056BD54A}" dt="2022-11-23T12:21:55.580" v="8996"/>
        <pc:sldMkLst>
          <pc:docMk/>
          <pc:sldMk cId="1652305453" sldId="684"/>
        </pc:sldMkLst>
        <pc:spChg chg="mod ord">
          <ac:chgData name="Macher, Andreas (DI FA CTR PLC PPM)" userId="f1dcac62-7bef-43eb-91f0-927336a1714f" providerId="ADAL" clId="{5B710B73-F6D6-4A7D-9276-5384056BD54A}" dt="2022-11-23T12:21:55.580" v="8996"/>
          <ac:spMkLst>
            <pc:docMk/>
            <pc:sldMk cId="1652305453" sldId="684"/>
            <ac:spMk id="2" creationId="{E649E289-E72B-474F-BF5F-B9B87DBDD893}"/>
          </ac:spMkLst>
        </pc:spChg>
        <pc:spChg chg="mod">
          <ac:chgData name="Macher, Andreas (DI FA CTR PLC PPM)" userId="f1dcac62-7bef-43eb-91f0-927336a1714f" providerId="ADAL" clId="{5B710B73-F6D6-4A7D-9276-5384056BD54A}" dt="2022-11-16T13:08:32.569" v="6880" actId="207"/>
          <ac:spMkLst>
            <pc:docMk/>
            <pc:sldMk cId="1652305453" sldId="684"/>
            <ac:spMk id="3" creationId="{8951D3B9-7361-4030-A0FE-E2C23F936794}"/>
          </ac:spMkLst>
        </pc:spChg>
        <pc:spChg chg="mod ord">
          <ac:chgData name="Macher, Andreas (DI FA CTR PLC PPM)" userId="f1dcac62-7bef-43eb-91f0-927336a1714f" providerId="ADAL" clId="{5B710B73-F6D6-4A7D-9276-5384056BD54A}" dt="2022-11-16T13:08:23.811" v="6879" actId="700"/>
          <ac:spMkLst>
            <pc:docMk/>
            <pc:sldMk cId="1652305453" sldId="684"/>
            <ac:spMk id="4" creationId="{00000000-0000-0000-0000-000000000000}"/>
          </ac:spMkLst>
        </pc:spChg>
        <pc:spChg chg="add mod ord">
          <ac:chgData name="Macher, Andreas (DI FA CTR PLC PPM)" userId="f1dcac62-7bef-43eb-91f0-927336a1714f" providerId="ADAL" clId="{5B710B73-F6D6-4A7D-9276-5384056BD54A}" dt="2022-11-16T13:50:38.794" v="7520" actId="14100"/>
          <ac:spMkLst>
            <pc:docMk/>
            <pc:sldMk cId="1652305453" sldId="684"/>
            <ac:spMk id="5" creationId="{39374AF3-D151-C6E4-9CBE-95BEA3CBF371}"/>
          </ac:spMkLst>
        </pc:spChg>
        <pc:spChg chg="add mod ord">
          <ac:chgData name="Macher, Andreas (DI FA CTR PLC PPM)" userId="f1dcac62-7bef-43eb-91f0-927336a1714f" providerId="ADAL" clId="{5B710B73-F6D6-4A7D-9276-5384056BD54A}" dt="2022-11-16T13:09:23.537" v="6891" actId="167"/>
          <ac:spMkLst>
            <pc:docMk/>
            <pc:sldMk cId="1652305453" sldId="684"/>
            <ac:spMk id="6" creationId="{711AB8C9-6D45-D166-4364-7235A6214A36}"/>
          </ac:spMkLst>
        </pc:spChg>
        <pc:spChg chg="mod">
          <ac:chgData name="Macher, Andreas (DI FA CTR PLC PPM)" userId="f1dcac62-7bef-43eb-91f0-927336a1714f" providerId="ADAL" clId="{5B710B73-F6D6-4A7D-9276-5384056BD54A}" dt="2022-11-16T13:09:37.342" v="6910" actId="1036"/>
          <ac:spMkLst>
            <pc:docMk/>
            <pc:sldMk cId="1652305453" sldId="684"/>
            <ac:spMk id="95" creationId="{00000000-0000-0000-0000-000000000000}"/>
          </ac:spMkLst>
        </pc:spChg>
        <pc:spChg chg="mod">
          <ac:chgData name="Macher, Andreas (DI FA CTR PLC PPM)" userId="f1dcac62-7bef-43eb-91f0-927336a1714f" providerId="ADAL" clId="{5B710B73-F6D6-4A7D-9276-5384056BD54A}" dt="2022-11-16T13:09:02.138" v="6885" actId="207"/>
          <ac:spMkLst>
            <pc:docMk/>
            <pc:sldMk cId="1652305453" sldId="684"/>
            <ac:spMk id="122" creationId="{F8EBBCB3-AC83-4B21-BF3D-03C72DA594D5}"/>
          </ac:spMkLst>
        </pc:spChg>
        <pc:spChg chg="mod">
          <ac:chgData name="Macher, Andreas (DI FA CTR PLC PPM)" userId="f1dcac62-7bef-43eb-91f0-927336a1714f" providerId="ADAL" clId="{5B710B73-F6D6-4A7D-9276-5384056BD54A}" dt="2022-11-16T13:09:02.138" v="6885" actId="207"/>
          <ac:spMkLst>
            <pc:docMk/>
            <pc:sldMk cId="1652305453" sldId="684"/>
            <ac:spMk id="123" creationId="{942022F2-65F9-4A2B-8815-62D63C0C6F48}"/>
          </ac:spMkLst>
        </pc:spChg>
        <pc:spChg chg="mod">
          <ac:chgData name="Macher, Andreas (DI FA CTR PLC PPM)" userId="f1dcac62-7bef-43eb-91f0-927336a1714f" providerId="ADAL" clId="{5B710B73-F6D6-4A7D-9276-5384056BD54A}" dt="2022-11-16T13:09:05.173" v="6886" actId="207"/>
          <ac:spMkLst>
            <pc:docMk/>
            <pc:sldMk cId="1652305453" sldId="684"/>
            <ac:spMk id="153" creationId="{0EC16612-4FA8-430A-AE9E-3BB6977ABD20}"/>
          </ac:spMkLst>
        </pc:spChg>
        <pc:spChg chg="mod">
          <ac:chgData name="Macher, Andreas (DI FA CTR PLC PPM)" userId="f1dcac62-7bef-43eb-91f0-927336a1714f" providerId="ADAL" clId="{5B710B73-F6D6-4A7D-9276-5384056BD54A}" dt="2022-11-16T13:09:05.173" v="6886" actId="207"/>
          <ac:spMkLst>
            <pc:docMk/>
            <pc:sldMk cId="1652305453" sldId="684"/>
            <ac:spMk id="154" creationId="{0ABCB912-F6F0-4C71-96F6-C2023BA0684A}"/>
          </ac:spMkLst>
        </pc:spChg>
        <pc:grpChg chg="mod">
          <ac:chgData name="Macher, Andreas (DI FA CTR PLC PPM)" userId="f1dcac62-7bef-43eb-91f0-927336a1714f" providerId="ADAL" clId="{5B710B73-F6D6-4A7D-9276-5384056BD54A}" dt="2022-11-16T13:09:02.138" v="6885" actId="207"/>
          <ac:grpSpMkLst>
            <pc:docMk/>
            <pc:sldMk cId="1652305453" sldId="684"/>
            <ac:grpSpMk id="119" creationId="{61C2E6C1-4E8B-4BDC-ABBE-68DA385461E2}"/>
          </ac:grpSpMkLst>
        </pc:grpChg>
        <pc:grpChg chg="mod">
          <ac:chgData name="Macher, Andreas (DI FA CTR PLC PPM)" userId="f1dcac62-7bef-43eb-91f0-927336a1714f" providerId="ADAL" clId="{5B710B73-F6D6-4A7D-9276-5384056BD54A}" dt="2022-11-16T13:09:02.138" v="6885" actId="207"/>
          <ac:grpSpMkLst>
            <pc:docMk/>
            <pc:sldMk cId="1652305453" sldId="684"/>
            <ac:grpSpMk id="120" creationId="{D574E8C8-A3BD-4084-B10F-F693B7A69F9F}"/>
          </ac:grpSpMkLst>
        </pc:grpChg>
        <pc:grpChg chg="mod">
          <ac:chgData name="Macher, Andreas (DI FA CTR PLC PPM)" userId="f1dcac62-7bef-43eb-91f0-927336a1714f" providerId="ADAL" clId="{5B710B73-F6D6-4A7D-9276-5384056BD54A}" dt="2022-11-16T13:09:02.138" v="6885" actId="207"/>
          <ac:grpSpMkLst>
            <pc:docMk/>
            <pc:sldMk cId="1652305453" sldId="684"/>
            <ac:grpSpMk id="121" creationId="{5F60A264-4BCF-4846-BB22-403385C3A08D}"/>
          </ac:grpSpMkLst>
        </pc:grpChg>
        <pc:grpChg chg="mod">
          <ac:chgData name="Macher, Andreas (DI FA CTR PLC PPM)" userId="f1dcac62-7bef-43eb-91f0-927336a1714f" providerId="ADAL" clId="{5B710B73-F6D6-4A7D-9276-5384056BD54A}" dt="2022-11-16T13:09:05.173" v="6886" actId="207"/>
          <ac:grpSpMkLst>
            <pc:docMk/>
            <pc:sldMk cId="1652305453" sldId="684"/>
            <ac:grpSpMk id="150" creationId="{2840A8B9-16FA-40B4-9312-E58C0372951C}"/>
          </ac:grpSpMkLst>
        </pc:grpChg>
        <pc:grpChg chg="mod">
          <ac:chgData name="Macher, Andreas (DI FA CTR PLC PPM)" userId="f1dcac62-7bef-43eb-91f0-927336a1714f" providerId="ADAL" clId="{5B710B73-F6D6-4A7D-9276-5384056BD54A}" dt="2022-11-16T13:09:05.173" v="6886" actId="207"/>
          <ac:grpSpMkLst>
            <pc:docMk/>
            <pc:sldMk cId="1652305453" sldId="684"/>
            <ac:grpSpMk id="151" creationId="{558872AC-9A24-4C8F-BD9E-BE4BB7AEA42B}"/>
          </ac:grpSpMkLst>
        </pc:grpChg>
        <pc:grpChg chg="mod">
          <ac:chgData name="Macher, Andreas (DI FA CTR PLC PPM)" userId="f1dcac62-7bef-43eb-91f0-927336a1714f" providerId="ADAL" clId="{5B710B73-F6D6-4A7D-9276-5384056BD54A}" dt="2022-11-16T13:09:05.173" v="6886" actId="207"/>
          <ac:grpSpMkLst>
            <pc:docMk/>
            <pc:sldMk cId="1652305453" sldId="684"/>
            <ac:grpSpMk id="152" creationId="{4EF162DF-6F52-491D-9519-8853431FC9E6}"/>
          </ac:grpSpMkLst>
        </pc:grpChg>
        <pc:picChg chg="mod">
          <ac:chgData name="Macher, Andreas (DI FA CTR PLC PPM)" userId="f1dcac62-7bef-43eb-91f0-927336a1714f" providerId="ADAL" clId="{5B710B73-F6D6-4A7D-9276-5384056BD54A}" dt="2022-11-16T13:09:32.178" v="6901" actId="1036"/>
          <ac:picMkLst>
            <pc:docMk/>
            <pc:sldMk cId="1652305453" sldId="684"/>
            <ac:picMk id="94" creationId="{00000000-0000-0000-0000-000000000000}"/>
          </ac:picMkLst>
        </pc:picChg>
        <pc:picChg chg="mod">
          <ac:chgData name="Macher, Andreas (DI FA CTR PLC PPM)" userId="f1dcac62-7bef-43eb-91f0-927336a1714f" providerId="ADAL" clId="{5B710B73-F6D6-4A7D-9276-5384056BD54A}" dt="2022-11-16T13:09:02.138" v="6885" actId="207"/>
          <ac:picMkLst>
            <pc:docMk/>
            <pc:sldMk cId="1652305453" sldId="684"/>
            <ac:picMk id="124" creationId="{386AF825-69B8-4BFC-B51D-94B60AB40A37}"/>
          </ac:picMkLst>
        </pc:picChg>
        <pc:picChg chg="mod">
          <ac:chgData name="Macher, Andreas (DI FA CTR PLC PPM)" userId="f1dcac62-7bef-43eb-91f0-927336a1714f" providerId="ADAL" clId="{5B710B73-F6D6-4A7D-9276-5384056BD54A}" dt="2022-11-16T13:09:02.138" v="6885" actId="207"/>
          <ac:picMkLst>
            <pc:docMk/>
            <pc:sldMk cId="1652305453" sldId="684"/>
            <ac:picMk id="125" creationId="{87178666-8BA2-48AA-8CC6-796AB0FDD5EA}"/>
          </ac:picMkLst>
        </pc:picChg>
        <pc:picChg chg="mod">
          <ac:chgData name="Macher, Andreas (DI FA CTR PLC PPM)" userId="f1dcac62-7bef-43eb-91f0-927336a1714f" providerId="ADAL" clId="{5B710B73-F6D6-4A7D-9276-5384056BD54A}" dt="2022-11-16T13:09:02.138" v="6885" actId="207"/>
          <ac:picMkLst>
            <pc:docMk/>
            <pc:sldMk cId="1652305453" sldId="684"/>
            <ac:picMk id="126" creationId="{F8BACBFC-AB3C-48E5-9EDD-2A33135D563B}"/>
          </ac:picMkLst>
        </pc:picChg>
        <pc:picChg chg="mod">
          <ac:chgData name="Macher, Andreas (DI FA CTR PLC PPM)" userId="f1dcac62-7bef-43eb-91f0-927336a1714f" providerId="ADAL" clId="{5B710B73-F6D6-4A7D-9276-5384056BD54A}" dt="2022-11-16T13:09:02.138" v="6885" actId="207"/>
          <ac:picMkLst>
            <pc:docMk/>
            <pc:sldMk cId="1652305453" sldId="684"/>
            <ac:picMk id="127" creationId="{8A29D17D-7A9A-4880-8ED9-1180DC4116A2}"/>
          </ac:picMkLst>
        </pc:picChg>
        <pc:picChg chg="mod">
          <ac:chgData name="Macher, Andreas (DI FA CTR PLC PPM)" userId="f1dcac62-7bef-43eb-91f0-927336a1714f" providerId="ADAL" clId="{5B710B73-F6D6-4A7D-9276-5384056BD54A}" dt="2022-11-16T13:09:02.138" v="6885" actId="207"/>
          <ac:picMkLst>
            <pc:docMk/>
            <pc:sldMk cId="1652305453" sldId="684"/>
            <ac:picMk id="128" creationId="{375A8B6E-A7D7-4759-88F2-8A08B5BF6E47}"/>
          </ac:picMkLst>
        </pc:picChg>
        <pc:picChg chg="mod">
          <ac:chgData name="Macher, Andreas (DI FA CTR PLC PPM)" userId="f1dcac62-7bef-43eb-91f0-927336a1714f" providerId="ADAL" clId="{5B710B73-F6D6-4A7D-9276-5384056BD54A}" dt="2022-11-16T13:09:02.138" v="6885" actId="207"/>
          <ac:picMkLst>
            <pc:docMk/>
            <pc:sldMk cId="1652305453" sldId="684"/>
            <ac:picMk id="129" creationId="{DAB81C3A-AAEA-4147-B9EF-62C256826219}"/>
          </ac:picMkLst>
        </pc:picChg>
        <pc:picChg chg="mod">
          <ac:chgData name="Macher, Andreas (DI FA CTR PLC PPM)" userId="f1dcac62-7bef-43eb-91f0-927336a1714f" providerId="ADAL" clId="{5B710B73-F6D6-4A7D-9276-5384056BD54A}" dt="2022-11-16T13:09:05.173" v="6886" actId="207"/>
          <ac:picMkLst>
            <pc:docMk/>
            <pc:sldMk cId="1652305453" sldId="684"/>
            <ac:picMk id="155" creationId="{1C098141-FCF5-4B40-9F39-73333646CD7F}"/>
          </ac:picMkLst>
        </pc:picChg>
        <pc:picChg chg="mod">
          <ac:chgData name="Macher, Andreas (DI FA CTR PLC PPM)" userId="f1dcac62-7bef-43eb-91f0-927336a1714f" providerId="ADAL" clId="{5B710B73-F6D6-4A7D-9276-5384056BD54A}" dt="2022-11-16T13:09:05.173" v="6886" actId="207"/>
          <ac:picMkLst>
            <pc:docMk/>
            <pc:sldMk cId="1652305453" sldId="684"/>
            <ac:picMk id="156" creationId="{5928C986-D925-482C-9247-D8EBD0BA0B04}"/>
          </ac:picMkLst>
        </pc:picChg>
        <pc:picChg chg="mod">
          <ac:chgData name="Macher, Andreas (DI FA CTR PLC PPM)" userId="f1dcac62-7bef-43eb-91f0-927336a1714f" providerId="ADAL" clId="{5B710B73-F6D6-4A7D-9276-5384056BD54A}" dt="2022-11-16T13:09:05.173" v="6886" actId="207"/>
          <ac:picMkLst>
            <pc:docMk/>
            <pc:sldMk cId="1652305453" sldId="684"/>
            <ac:picMk id="157" creationId="{AC692D8C-4B40-4831-9EBE-3034BFE83EF6}"/>
          </ac:picMkLst>
        </pc:picChg>
        <pc:picChg chg="mod">
          <ac:chgData name="Macher, Andreas (DI FA CTR PLC PPM)" userId="f1dcac62-7bef-43eb-91f0-927336a1714f" providerId="ADAL" clId="{5B710B73-F6D6-4A7D-9276-5384056BD54A}" dt="2022-11-16T13:09:05.173" v="6886" actId="207"/>
          <ac:picMkLst>
            <pc:docMk/>
            <pc:sldMk cId="1652305453" sldId="684"/>
            <ac:picMk id="158" creationId="{9476CDF1-4F64-4486-BE51-F3408D82F380}"/>
          </ac:picMkLst>
        </pc:picChg>
        <pc:picChg chg="mod">
          <ac:chgData name="Macher, Andreas (DI FA CTR PLC PPM)" userId="f1dcac62-7bef-43eb-91f0-927336a1714f" providerId="ADAL" clId="{5B710B73-F6D6-4A7D-9276-5384056BD54A}" dt="2022-11-16T13:09:05.173" v="6886" actId="207"/>
          <ac:picMkLst>
            <pc:docMk/>
            <pc:sldMk cId="1652305453" sldId="684"/>
            <ac:picMk id="159" creationId="{215EC52F-0BB5-4808-A9AB-A78F8C634DC8}"/>
          </ac:picMkLst>
        </pc:picChg>
        <pc:picChg chg="mod">
          <ac:chgData name="Macher, Andreas (DI FA CTR PLC PPM)" userId="f1dcac62-7bef-43eb-91f0-927336a1714f" providerId="ADAL" clId="{5B710B73-F6D6-4A7D-9276-5384056BD54A}" dt="2022-11-16T13:09:05.173" v="6886" actId="207"/>
          <ac:picMkLst>
            <pc:docMk/>
            <pc:sldMk cId="1652305453" sldId="684"/>
            <ac:picMk id="160" creationId="{236C30E2-7B16-406C-9C6B-3C170C1C6150}"/>
          </ac:picMkLst>
        </pc:picChg>
        <pc:cxnChg chg="mod">
          <ac:chgData name="Macher, Andreas (DI FA CTR PLC PPM)" userId="f1dcac62-7bef-43eb-91f0-927336a1714f" providerId="ADAL" clId="{5B710B73-F6D6-4A7D-9276-5384056BD54A}" dt="2022-11-16T13:09:32.178" v="6901" actId="1036"/>
          <ac:cxnSpMkLst>
            <pc:docMk/>
            <pc:sldMk cId="1652305453" sldId="684"/>
            <ac:cxnSpMk id="98" creationId="{00000000-0000-0000-0000-000000000000}"/>
          </ac:cxnSpMkLst>
        </pc:cxnChg>
      </pc:sldChg>
      <pc:sldChg chg="addSp modSp mod chgLayout">
        <pc:chgData name="Macher, Andreas (DI FA CTR PLC PPM)" userId="f1dcac62-7bef-43eb-91f0-927336a1714f" providerId="ADAL" clId="{5B710B73-F6D6-4A7D-9276-5384056BD54A}" dt="2022-11-23T12:21:55.580" v="8996"/>
        <pc:sldMkLst>
          <pc:docMk/>
          <pc:sldMk cId="3480331369" sldId="2052"/>
        </pc:sldMkLst>
        <pc:spChg chg="mod ord">
          <ac:chgData name="Macher, Andreas (DI FA CTR PLC PPM)" userId="f1dcac62-7bef-43eb-91f0-927336a1714f" providerId="ADAL" clId="{5B710B73-F6D6-4A7D-9276-5384056BD54A}" dt="2022-11-23T12:21:55.580" v="8996"/>
          <ac:spMkLst>
            <pc:docMk/>
            <pc:sldMk cId="3480331369" sldId="2052"/>
            <ac:spMk id="2" creationId="{38B3B424-3CD7-416A-909E-FFE77304E267}"/>
          </ac:spMkLst>
        </pc:spChg>
        <pc:spChg chg="add mod ord">
          <ac:chgData name="Macher, Andreas (DI FA CTR PLC PPM)" userId="f1dcac62-7bef-43eb-91f0-927336a1714f" providerId="ADAL" clId="{5B710B73-F6D6-4A7D-9276-5384056BD54A}" dt="2022-11-07T21:22:11.807" v="6768" actId="14100"/>
          <ac:spMkLst>
            <pc:docMk/>
            <pc:sldMk cId="3480331369" sldId="2052"/>
            <ac:spMk id="3" creationId="{A2C90951-267D-FDEB-DD5B-BD7954E61AB8}"/>
          </ac:spMkLst>
        </pc:spChg>
        <pc:spChg chg="mod ord">
          <ac:chgData name="Macher, Andreas (DI FA CTR PLC PPM)" userId="f1dcac62-7bef-43eb-91f0-927336a1714f" providerId="ADAL" clId="{5B710B73-F6D6-4A7D-9276-5384056BD54A}" dt="2022-11-07T21:21:56.758" v="6765" actId="700"/>
          <ac:spMkLst>
            <pc:docMk/>
            <pc:sldMk cId="3480331369" sldId="2052"/>
            <ac:spMk id="4" creationId="{00000000-0000-0000-0000-000000000000}"/>
          </ac:spMkLst>
        </pc:spChg>
        <pc:spChg chg="mod">
          <ac:chgData name="Macher, Andreas (DI FA CTR PLC PPM)" userId="f1dcac62-7bef-43eb-91f0-927336a1714f" providerId="ADAL" clId="{5B710B73-F6D6-4A7D-9276-5384056BD54A}" dt="2022-11-07T21:22:43.435" v="6772" actId="208"/>
          <ac:spMkLst>
            <pc:docMk/>
            <pc:sldMk cId="3480331369" sldId="2052"/>
            <ac:spMk id="89" creationId="{606378A6-2EA8-439B-B39C-D6F9D2C2F744}"/>
          </ac:spMkLst>
        </pc:spChg>
        <pc:spChg chg="mod">
          <ac:chgData name="Macher, Andreas (DI FA CTR PLC PPM)" userId="f1dcac62-7bef-43eb-91f0-927336a1714f" providerId="ADAL" clId="{5B710B73-F6D6-4A7D-9276-5384056BD54A}" dt="2022-11-07T21:22:43.435" v="6772" actId="208"/>
          <ac:spMkLst>
            <pc:docMk/>
            <pc:sldMk cId="3480331369" sldId="2052"/>
            <ac:spMk id="94" creationId="{32B9320B-49BB-4EA4-8B78-1CD98EE1AACE}"/>
          </ac:spMkLst>
        </pc:spChg>
        <pc:spChg chg="mod">
          <ac:chgData name="Macher, Andreas (DI FA CTR PLC PPM)" userId="f1dcac62-7bef-43eb-91f0-927336a1714f" providerId="ADAL" clId="{5B710B73-F6D6-4A7D-9276-5384056BD54A}" dt="2022-11-16T13:48:50.622" v="7514" actId="207"/>
          <ac:spMkLst>
            <pc:docMk/>
            <pc:sldMk cId="3480331369" sldId="2052"/>
            <ac:spMk id="150" creationId="{00000000-0000-0000-0000-000000000000}"/>
          </ac:spMkLst>
        </pc:spChg>
        <pc:spChg chg="mod">
          <ac:chgData name="Macher, Andreas (DI FA CTR PLC PPM)" userId="f1dcac62-7bef-43eb-91f0-927336a1714f" providerId="ADAL" clId="{5B710B73-F6D6-4A7D-9276-5384056BD54A}" dt="2022-11-07T21:22:22.934" v="6769" actId="207"/>
          <ac:spMkLst>
            <pc:docMk/>
            <pc:sldMk cId="3480331369" sldId="2052"/>
            <ac:spMk id="269" creationId="{E8A9DA03-3444-4B75-BFB2-EF2655594665}"/>
          </ac:spMkLst>
        </pc:spChg>
        <pc:spChg chg="mod">
          <ac:chgData name="Macher, Andreas (DI FA CTR PLC PPM)" userId="f1dcac62-7bef-43eb-91f0-927336a1714f" providerId="ADAL" clId="{5B710B73-F6D6-4A7D-9276-5384056BD54A}" dt="2022-11-07T21:22:43.435" v="6772" actId="208"/>
          <ac:spMkLst>
            <pc:docMk/>
            <pc:sldMk cId="3480331369" sldId="2052"/>
            <ac:spMk id="271" creationId="{68ADA59F-34B6-46B0-BE92-43F4A52E68E8}"/>
          </ac:spMkLst>
        </pc:spChg>
        <pc:picChg chg="mod">
          <ac:chgData name="Macher, Andreas (DI FA CTR PLC PPM)" userId="f1dcac62-7bef-43eb-91f0-927336a1714f" providerId="ADAL" clId="{5B710B73-F6D6-4A7D-9276-5384056BD54A}" dt="2022-11-07T21:22:29.136" v="6770" actId="207"/>
          <ac:picMkLst>
            <pc:docMk/>
            <pc:sldMk cId="3480331369" sldId="2052"/>
            <ac:picMk id="99" creationId="{3939E5B6-08CC-4FAF-8139-90A1299AD6B8}"/>
          </ac:picMkLst>
        </pc:picChg>
        <pc:picChg chg="mod">
          <ac:chgData name="Macher, Andreas (DI FA CTR PLC PPM)" userId="f1dcac62-7bef-43eb-91f0-927336a1714f" providerId="ADAL" clId="{5B710B73-F6D6-4A7D-9276-5384056BD54A}" dt="2022-11-07T21:22:31.917" v="6771" actId="207"/>
          <ac:picMkLst>
            <pc:docMk/>
            <pc:sldMk cId="3480331369" sldId="2052"/>
            <ac:picMk id="100" creationId="{3B4C5FE5-A449-4876-8124-2A8414E430C4}"/>
          </ac:picMkLst>
        </pc:picChg>
        <pc:picChg chg="mod">
          <ac:chgData name="Macher, Andreas (DI FA CTR PLC PPM)" userId="f1dcac62-7bef-43eb-91f0-927336a1714f" providerId="ADAL" clId="{5B710B73-F6D6-4A7D-9276-5384056BD54A}" dt="2022-11-23T12:18:06.808" v="8992" actId="207"/>
          <ac:picMkLst>
            <pc:docMk/>
            <pc:sldMk cId="3480331369" sldId="2052"/>
            <ac:picMk id="257" creationId="{24AC1366-4AD1-4E62-9FC3-26A1F2A94123}"/>
          </ac:picMkLst>
        </pc:picChg>
      </pc:sldChg>
      <pc:sldChg chg="modSp mod chgLayout">
        <pc:chgData name="Macher, Andreas (DI FA CTR PLC PPM)" userId="f1dcac62-7bef-43eb-91f0-927336a1714f" providerId="ADAL" clId="{5B710B73-F6D6-4A7D-9276-5384056BD54A}" dt="2022-11-23T12:21:55.580" v="8996"/>
        <pc:sldMkLst>
          <pc:docMk/>
          <pc:sldMk cId="1590747071" sldId="2263"/>
        </pc:sldMkLst>
        <pc:spChg chg="mod ord">
          <ac:chgData name="Macher, Andreas (DI FA CTR PLC PPM)" userId="f1dcac62-7bef-43eb-91f0-927336a1714f" providerId="ADAL" clId="{5B710B73-F6D6-4A7D-9276-5384056BD54A}" dt="2022-11-16T13:33:40.923" v="7182" actId="700"/>
          <ac:spMkLst>
            <pc:docMk/>
            <pc:sldMk cId="1590747071" sldId="2263"/>
            <ac:spMk id="2" creationId="{6913450F-B8AF-4043-A4DA-13E1101317A0}"/>
          </ac:spMkLst>
        </pc:spChg>
        <pc:spChg chg="mod">
          <ac:chgData name="Macher, Andreas (DI FA CTR PLC PPM)" userId="f1dcac62-7bef-43eb-91f0-927336a1714f" providerId="ADAL" clId="{5B710B73-F6D6-4A7D-9276-5384056BD54A}" dt="2022-11-16T13:33:48.382" v="7183" actId="207"/>
          <ac:spMkLst>
            <pc:docMk/>
            <pc:sldMk cId="1590747071" sldId="2263"/>
            <ac:spMk id="5" creationId="{38379885-7FE6-41AC-9B12-C22402904664}"/>
          </ac:spMkLst>
        </pc:spChg>
        <pc:spChg chg="mod ord">
          <ac:chgData name="Macher, Andreas (DI FA CTR PLC PPM)" userId="f1dcac62-7bef-43eb-91f0-927336a1714f" providerId="ADAL" clId="{5B710B73-F6D6-4A7D-9276-5384056BD54A}" dt="2022-11-23T12:21:55.580" v="8996"/>
          <ac:spMkLst>
            <pc:docMk/>
            <pc:sldMk cId="1590747071" sldId="2263"/>
            <ac:spMk id="6" creationId="{DE5AD193-5C9E-46F0-A576-1031AC64F59A}"/>
          </ac:spMkLst>
        </pc:spChg>
      </pc:sldChg>
      <pc:sldChg chg="addSp delSp modSp mod chgLayout">
        <pc:chgData name="Macher, Andreas (DI FA CTR PLC PPM)" userId="f1dcac62-7bef-43eb-91f0-927336a1714f" providerId="ADAL" clId="{5B710B73-F6D6-4A7D-9276-5384056BD54A}" dt="2022-11-23T12:21:55.580" v="8996"/>
        <pc:sldMkLst>
          <pc:docMk/>
          <pc:sldMk cId="1719323245" sldId="2264"/>
        </pc:sldMkLst>
        <pc:spChg chg="mod ord">
          <ac:chgData name="Macher, Andreas (DI FA CTR PLC PPM)" userId="f1dcac62-7bef-43eb-91f0-927336a1714f" providerId="ADAL" clId="{5B710B73-F6D6-4A7D-9276-5384056BD54A}" dt="2022-11-07T21:26:31.025" v="6792" actId="700"/>
          <ac:spMkLst>
            <pc:docMk/>
            <pc:sldMk cId="1719323245" sldId="2264"/>
            <ac:spMk id="2" creationId="{186329C1-22AD-4964-AEC4-ED1759148634}"/>
          </ac:spMkLst>
        </pc:spChg>
        <pc:spChg chg="mod">
          <ac:chgData name="Macher, Andreas (DI FA CTR PLC PPM)" userId="f1dcac62-7bef-43eb-91f0-927336a1714f" providerId="ADAL" clId="{5B710B73-F6D6-4A7D-9276-5384056BD54A}" dt="2022-11-07T21:26:39.511" v="6793" actId="207"/>
          <ac:spMkLst>
            <pc:docMk/>
            <pc:sldMk cId="1719323245" sldId="2264"/>
            <ac:spMk id="3" creationId="{7FD5372B-755E-4194-8F8B-E32A04DC5B8F}"/>
          </ac:spMkLst>
        </pc:spChg>
        <pc:spChg chg="mod ord">
          <ac:chgData name="Macher, Andreas (DI FA CTR PLC PPM)" userId="f1dcac62-7bef-43eb-91f0-927336a1714f" providerId="ADAL" clId="{5B710B73-F6D6-4A7D-9276-5384056BD54A}" dt="2022-11-23T12:21:55.580" v="8996"/>
          <ac:spMkLst>
            <pc:docMk/>
            <pc:sldMk cId="1719323245" sldId="2264"/>
            <ac:spMk id="8" creationId="{C523D5B4-854A-4D56-90DC-13E830AADC5C}"/>
          </ac:spMkLst>
        </pc:spChg>
        <pc:spChg chg="add mod ord">
          <ac:chgData name="Macher, Andreas (DI FA CTR PLC PPM)" userId="f1dcac62-7bef-43eb-91f0-927336a1714f" providerId="ADAL" clId="{5B710B73-F6D6-4A7D-9276-5384056BD54A}" dt="2022-11-07T21:28:46.588" v="6804" actId="167"/>
          <ac:spMkLst>
            <pc:docMk/>
            <pc:sldMk cId="1719323245" sldId="2264"/>
            <ac:spMk id="14" creationId="{BB7FDB07-2A43-4E05-17CA-7CB5A3C30231}"/>
          </ac:spMkLst>
        </pc:spChg>
        <pc:spChg chg="add mod ord">
          <ac:chgData name="Macher, Andreas (DI FA CTR PLC PPM)" userId="f1dcac62-7bef-43eb-91f0-927336a1714f" providerId="ADAL" clId="{5B710B73-F6D6-4A7D-9276-5384056BD54A}" dt="2022-11-07T21:29:12.241" v="6809" actId="167"/>
          <ac:spMkLst>
            <pc:docMk/>
            <pc:sldMk cId="1719323245" sldId="2264"/>
            <ac:spMk id="23" creationId="{0B2C1DAE-B77C-30D1-118B-F1F1F7C00B39}"/>
          </ac:spMkLst>
        </pc:spChg>
        <pc:spChg chg="mod">
          <ac:chgData name="Macher, Andreas (DI FA CTR PLC PPM)" userId="f1dcac62-7bef-43eb-91f0-927336a1714f" providerId="ADAL" clId="{5B710B73-F6D6-4A7D-9276-5384056BD54A}" dt="2022-11-07T21:28:51.507" v="6805" actId="14100"/>
          <ac:spMkLst>
            <pc:docMk/>
            <pc:sldMk cId="1719323245" sldId="2264"/>
            <ac:spMk id="29" creationId="{C1A46A97-091D-42E8-8C82-C452DE745A76}"/>
          </ac:spMkLst>
        </pc:spChg>
        <pc:spChg chg="add mod ord">
          <ac:chgData name="Macher, Andreas (DI FA CTR PLC PPM)" userId="f1dcac62-7bef-43eb-91f0-927336a1714f" providerId="ADAL" clId="{5B710B73-F6D6-4A7D-9276-5384056BD54A}" dt="2022-11-16T15:57:02.430" v="7767" actId="14100"/>
          <ac:spMkLst>
            <pc:docMk/>
            <pc:sldMk cId="1719323245" sldId="2264"/>
            <ac:spMk id="30" creationId="{D7A365FE-04D2-EDD0-DD76-F3793C8478D1}"/>
          </ac:spMkLst>
        </pc:spChg>
        <pc:spChg chg="mod">
          <ac:chgData name="Macher, Andreas (DI FA CTR PLC PPM)" userId="f1dcac62-7bef-43eb-91f0-927336a1714f" providerId="ADAL" clId="{5B710B73-F6D6-4A7D-9276-5384056BD54A}" dt="2022-11-16T15:57:50.500" v="7776" actId="208"/>
          <ac:spMkLst>
            <pc:docMk/>
            <pc:sldMk cId="1719323245" sldId="2264"/>
            <ac:spMk id="36" creationId="{E49D0944-7CFD-4279-AC40-1B13BE2F4271}"/>
          </ac:spMkLst>
        </pc:spChg>
        <pc:spChg chg="mod">
          <ac:chgData name="Macher, Andreas (DI FA CTR PLC PPM)" userId="f1dcac62-7bef-43eb-91f0-927336a1714f" providerId="ADAL" clId="{5B710B73-F6D6-4A7D-9276-5384056BD54A}" dt="2022-11-16T15:57:50.500" v="7776" actId="208"/>
          <ac:spMkLst>
            <pc:docMk/>
            <pc:sldMk cId="1719323245" sldId="2264"/>
            <ac:spMk id="37" creationId="{A5CBFEBF-2D6B-40D8-B962-78F4B7C6A151}"/>
          </ac:spMkLst>
        </pc:spChg>
        <pc:spChg chg="add mod ord">
          <ac:chgData name="Macher, Andreas (DI FA CTR PLC PPM)" userId="f1dcac62-7bef-43eb-91f0-927336a1714f" providerId="ADAL" clId="{5B710B73-F6D6-4A7D-9276-5384056BD54A}" dt="2022-11-16T15:57:19.277" v="7772" actId="14100"/>
          <ac:spMkLst>
            <pc:docMk/>
            <pc:sldMk cId="1719323245" sldId="2264"/>
            <ac:spMk id="38" creationId="{D3716509-83B3-A968-4AFE-A8869F07A961}"/>
          </ac:spMkLst>
        </pc:spChg>
        <pc:spChg chg="mod">
          <ac:chgData name="Macher, Andreas (DI FA CTR PLC PPM)" userId="f1dcac62-7bef-43eb-91f0-927336a1714f" providerId="ADAL" clId="{5B710B73-F6D6-4A7D-9276-5384056BD54A}" dt="2022-11-07T21:29:15.455" v="6810" actId="14100"/>
          <ac:spMkLst>
            <pc:docMk/>
            <pc:sldMk cId="1719323245" sldId="2264"/>
            <ac:spMk id="97" creationId="{A32507B4-E991-464D-8E7A-96EFF5C2B612}"/>
          </ac:spMkLst>
        </pc:spChg>
        <pc:spChg chg="mod">
          <ac:chgData name="Macher, Andreas (DI FA CTR PLC PPM)" userId="f1dcac62-7bef-43eb-91f0-927336a1714f" providerId="ADAL" clId="{5B710B73-F6D6-4A7D-9276-5384056BD54A}" dt="2022-11-16T15:57:53.510" v="7777" actId="208"/>
          <ac:spMkLst>
            <pc:docMk/>
            <pc:sldMk cId="1719323245" sldId="2264"/>
            <ac:spMk id="107" creationId="{925E1082-D2CF-447F-92FE-612DC38444D1}"/>
          </ac:spMkLst>
        </pc:spChg>
        <pc:spChg chg="mod">
          <ac:chgData name="Macher, Andreas (DI FA CTR PLC PPM)" userId="f1dcac62-7bef-43eb-91f0-927336a1714f" providerId="ADAL" clId="{5B710B73-F6D6-4A7D-9276-5384056BD54A}" dt="2022-11-16T15:57:53.510" v="7777" actId="208"/>
          <ac:spMkLst>
            <pc:docMk/>
            <pc:sldMk cId="1719323245" sldId="2264"/>
            <ac:spMk id="108" creationId="{148A04C6-51B2-4AC6-A6C9-B22BB1D4A882}"/>
          </ac:spMkLst>
        </pc:spChg>
        <pc:spChg chg="mod">
          <ac:chgData name="Macher, Andreas (DI FA CTR PLC PPM)" userId="f1dcac62-7bef-43eb-91f0-927336a1714f" providerId="ADAL" clId="{5B710B73-F6D6-4A7D-9276-5384056BD54A}" dt="2022-11-16T15:57:28.355" v="7773" actId="208"/>
          <ac:spMkLst>
            <pc:docMk/>
            <pc:sldMk cId="1719323245" sldId="2264"/>
            <ac:spMk id="119" creationId="{7A0A296C-15B7-48A0-818F-2442B405B2B9}"/>
          </ac:spMkLst>
        </pc:spChg>
        <pc:spChg chg="mod">
          <ac:chgData name="Macher, Andreas (DI FA CTR PLC PPM)" userId="f1dcac62-7bef-43eb-91f0-927336a1714f" providerId="ADAL" clId="{5B710B73-F6D6-4A7D-9276-5384056BD54A}" dt="2022-11-16T15:57:37.136" v="7774" actId="208"/>
          <ac:spMkLst>
            <pc:docMk/>
            <pc:sldMk cId="1719323245" sldId="2264"/>
            <ac:spMk id="120" creationId="{6790AEE6-C456-4B2C-BE74-A3132835EB9D}"/>
          </ac:spMkLst>
        </pc:spChg>
        <pc:grpChg chg="mod">
          <ac:chgData name="Macher, Andreas (DI FA CTR PLC PPM)" userId="f1dcac62-7bef-43eb-91f0-927336a1714f" providerId="ADAL" clId="{5B710B73-F6D6-4A7D-9276-5384056BD54A}" dt="2022-11-07T21:27:46.981" v="6796" actId="207"/>
          <ac:grpSpMkLst>
            <pc:docMk/>
            <pc:sldMk cId="1719323245" sldId="2264"/>
            <ac:grpSpMk id="19" creationId="{CBB301E6-A27D-475A-B991-9393ACB27070}"/>
          </ac:grpSpMkLst>
        </pc:grpChg>
        <pc:grpChg chg="mod">
          <ac:chgData name="Macher, Andreas (DI FA CTR PLC PPM)" userId="f1dcac62-7bef-43eb-91f0-927336a1714f" providerId="ADAL" clId="{5B710B73-F6D6-4A7D-9276-5384056BD54A}" dt="2022-11-07T21:27:46.981" v="6796" actId="207"/>
          <ac:grpSpMkLst>
            <pc:docMk/>
            <pc:sldMk cId="1719323245" sldId="2264"/>
            <ac:grpSpMk id="24" creationId="{E3892F4E-5AE8-4947-B67E-CFD16725343A}"/>
          </ac:grpSpMkLst>
        </pc:grpChg>
        <pc:grpChg chg="mod">
          <ac:chgData name="Macher, Andreas (DI FA CTR PLC PPM)" userId="f1dcac62-7bef-43eb-91f0-927336a1714f" providerId="ADAL" clId="{5B710B73-F6D6-4A7D-9276-5384056BD54A}" dt="2022-11-16T13:50:18.425" v="7518" actId="207"/>
          <ac:grpSpMkLst>
            <pc:docMk/>
            <pc:sldMk cId="1719323245" sldId="2264"/>
            <ac:grpSpMk id="35" creationId="{FF8A8FFC-D1BE-4814-8358-F0A3385674E8}"/>
          </ac:grpSpMkLst>
        </pc:grpChg>
        <pc:grpChg chg="mod">
          <ac:chgData name="Macher, Andreas (DI FA CTR PLC PPM)" userId="f1dcac62-7bef-43eb-91f0-927336a1714f" providerId="ADAL" clId="{5B710B73-F6D6-4A7D-9276-5384056BD54A}" dt="2022-11-07T21:27:51.067" v="6797" actId="207"/>
          <ac:grpSpMkLst>
            <pc:docMk/>
            <pc:sldMk cId="1719323245" sldId="2264"/>
            <ac:grpSpMk id="88" creationId="{9EDB8959-2EC5-4714-85F3-E9AB12475607}"/>
          </ac:grpSpMkLst>
        </pc:grpChg>
        <pc:grpChg chg="mod">
          <ac:chgData name="Macher, Andreas (DI FA CTR PLC PPM)" userId="f1dcac62-7bef-43eb-91f0-927336a1714f" providerId="ADAL" clId="{5B710B73-F6D6-4A7D-9276-5384056BD54A}" dt="2022-11-07T21:27:51.067" v="6797" actId="207"/>
          <ac:grpSpMkLst>
            <pc:docMk/>
            <pc:sldMk cId="1719323245" sldId="2264"/>
            <ac:grpSpMk id="92" creationId="{E2DEB0E7-41FE-4193-AC6F-77F6A30AFFAB}"/>
          </ac:grpSpMkLst>
        </pc:grpChg>
        <pc:grpChg chg="mod">
          <ac:chgData name="Macher, Andreas (DI FA CTR PLC PPM)" userId="f1dcac62-7bef-43eb-91f0-927336a1714f" providerId="ADAL" clId="{5B710B73-F6D6-4A7D-9276-5384056BD54A}" dt="2022-11-16T13:50:21.604" v="7519" actId="207"/>
          <ac:grpSpMkLst>
            <pc:docMk/>
            <pc:sldMk cId="1719323245" sldId="2264"/>
            <ac:grpSpMk id="106" creationId="{169BCDC4-3656-47A6-971A-5E132C2876AF}"/>
          </ac:grpSpMkLst>
        </pc:grpChg>
        <pc:picChg chg="mod">
          <ac:chgData name="Macher, Andreas (DI FA CTR PLC PPM)" userId="f1dcac62-7bef-43eb-91f0-927336a1714f" providerId="ADAL" clId="{5B710B73-F6D6-4A7D-9276-5384056BD54A}" dt="2022-11-07T21:29:22.850" v="6812" actId="207"/>
          <ac:picMkLst>
            <pc:docMk/>
            <pc:sldMk cId="1719323245" sldId="2264"/>
            <ac:picMk id="18" creationId="{342FEF61-C52A-4567-8185-11445A29E011}"/>
          </ac:picMkLst>
        </pc:picChg>
        <pc:picChg chg="mod">
          <ac:chgData name="Macher, Andreas (DI FA CTR PLC PPM)" userId="f1dcac62-7bef-43eb-91f0-927336a1714f" providerId="ADAL" clId="{5B710B73-F6D6-4A7D-9276-5384056BD54A}" dt="2022-11-07T21:27:46.981" v="6796" actId="207"/>
          <ac:picMkLst>
            <pc:docMk/>
            <pc:sldMk cId="1719323245" sldId="2264"/>
            <ac:picMk id="20" creationId="{22A77961-32DA-42E9-ABF7-B26013DAA738}"/>
          </ac:picMkLst>
        </pc:picChg>
        <pc:picChg chg="mod">
          <ac:chgData name="Macher, Andreas (DI FA CTR PLC PPM)" userId="f1dcac62-7bef-43eb-91f0-927336a1714f" providerId="ADAL" clId="{5B710B73-F6D6-4A7D-9276-5384056BD54A}" dt="2022-11-07T21:27:46.981" v="6796" actId="207"/>
          <ac:picMkLst>
            <pc:docMk/>
            <pc:sldMk cId="1719323245" sldId="2264"/>
            <ac:picMk id="21" creationId="{8C797E70-8769-4439-994F-E6A73D33AC29}"/>
          </ac:picMkLst>
        </pc:picChg>
        <pc:picChg chg="mod">
          <ac:chgData name="Macher, Andreas (DI FA CTR PLC PPM)" userId="f1dcac62-7bef-43eb-91f0-927336a1714f" providerId="ADAL" clId="{5B710B73-F6D6-4A7D-9276-5384056BD54A}" dt="2022-11-07T21:27:46.981" v="6796" actId="207"/>
          <ac:picMkLst>
            <pc:docMk/>
            <pc:sldMk cId="1719323245" sldId="2264"/>
            <ac:picMk id="22" creationId="{37BE63EA-7543-4A64-AB8D-8A2724073D11}"/>
          </ac:picMkLst>
        </pc:picChg>
        <pc:picChg chg="mod">
          <ac:chgData name="Macher, Andreas (DI FA CTR PLC PPM)" userId="f1dcac62-7bef-43eb-91f0-927336a1714f" providerId="ADAL" clId="{5B710B73-F6D6-4A7D-9276-5384056BD54A}" dt="2022-11-07T21:27:46.981" v="6796" actId="207"/>
          <ac:picMkLst>
            <pc:docMk/>
            <pc:sldMk cId="1719323245" sldId="2264"/>
            <ac:picMk id="25" creationId="{C6A5E8BE-B22B-492D-96E8-E6B551C6FA90}"/>
          </ac:picMkLst>
        </pc:picChg>
        <pc:picChg chg="mod">
          <ac:chgData name="Macher, Andreas (DI FA CTR PLC PPM)" userId="f1dcac62-7bef-43eb-91f0-927336a1714f" providerId="ADAL" clId="{5B710B73-F6D6-4A7D-9276-5384056BD54A}" dt="2022-11-07T21:27:46.981" v="6796" actId="207"/>
          <ac:picMkLst>
            <pc:docMk/>
            <pc:sldMk cId="1719323245" sldId="2264"/>
            <ac:picMk id="26" creationId="{F42E5D77-C493-4C75-8F36-43E520ED7440}"/>
          </ac:picMkLst>
        </pc:picChg>
        <pc:picChg chg="mod">
          <ac:chgData name="Macher, Andreas (DI FA CTR PLC PPM)" userId="f1dcac62-7bef-43eb-91f0-927336a1714f" providerId="ADAL" clId="{5B710B73-F6D6-4A7D-9276-5384056BD54A}" dt="2022-11-07T21:27:46.981" v="6796" actId="207"/>
          <ac:picMkLst>
            <pc:docMk/>
            <pc:sldMk cId="1719323245" sldId="2264"/>
            <ac:picMk id="27" creationId="{2B2DFAA5-046C-4DE0-AD29-86B3982270A7}"/>
          </ac:picMkLst>
        </pc:picChg>
        <pc:picChg chg="add del mod">
          <ac:chgData name="Macher, Andreas (DI FA CTR PLC PPM)" userId="f1dcac62-7bef-43eb-91f0-927336a1714f" providerId="ADAL" clId="{5B710B73-F6D6-4A7D-9276-5384056BD54A}" dt="2022-11-07T21:28:11.125" v="6799" actId="478"/>
          <ac:picMkLst>
            <pc:docMk/>
            <pc:sldMk cId="1719323245" sldId="2264"/>
            <ac:picMk id="82" creationId="{C01B0686-3199-4F8E-A51B-2AE6C5F0F013}"/>
          </ac:picMkLst>
        </pc:picChg>
        <pc:picChg chg="del">
          <ac:chgData name="Macher, Andreas (DI FA CTR PLC PPM)" userId="f1dcac62-7bef-43eb-91f0-927336a1714f" providerId="ADAL" clId="{5B710B73-F6D6-4A7D-9276-5384056BD54A}" dt="2022-11-07T21:28:57.497" v="6806" actId="478"/>
          <ac:picMkLst>
            <pc:docMk/>
            <pc:sldMk cId="1719323245" sldId="2264"/>
            <ac:picMk id="83" creationId="{E89CD620-9B77-433B-9CDD-3CC7B82D852C}"/>
          </ac:picMkLst>
        </pc:picChg>
        <pc:picChg chg="mod">
          <ac:chgData name="Macher, Andreas (DI FA CTR PLC PPM)" userId="f1dcac62-7bef-43eb-91f0-927336a1714f" providerId="ADAL" clId="{5B710B73-F6D6-4A7D-9276-5384056BD54A}" dt="2022-11-07T21:27:51.067" v="6797" actId="207"/>
          <ac:picMkLst>
            <pc:docMk/>
            <pc:sldMk cId="1719323245" sldId="2264"/>
            <ac:picMk id="89" creationId="{208F6DD4-2754-43B4-8286-E8835643375E}"/>
          </ac:picMkLst>
        </pc:picChg>
        <pc:picChg chg="mod">
          <ac:chgData name="Macher, Andreas (DI FA CTR PLC PPM)" userId="f1dcac62-7bef-43eb-91f0-927336a1714f" providerId="ADAL" clId="{5B710B73-F6D6-4A7D-9276-5384056BD54A}" dt="2022-11-07T21:27:51.067" v="6797" actId="207"/>
          <ac:picMkLst>
            <pc:docMk/>
            <pc:sldMk cId="1719323245" sldId="2264"/>
            <ac:picMk id="90" creationId="{A8B33EB0-4D8A-4574-A107-95F4247828A4}"/>
          </ac:picMkLst>
        </pc:picChg>
        <pc:picChg chg="mod">
          <ac:chgData name="Macher, Andreas (DI FA CTR PLC PPM)" userId="f1dcac62-7bef-43eb-91f0-927336a1714f" providerId="ADAL" clId="{5B710B73-F6D6-4A7D-9276-5384056BD54A}" dt="2022-11-07T21:27:51.067" v="6797" actId="207"/>
          <ac:picMkLst>
            <pc:docMk/>
            <pc:sldMk cId="1719323245" sldId="2264"/>
            <ac:picMk id="91" creationId="{E3FB1DAC-654E-40BE-9B94-D127D0E6588A}"/>
          </ac:picMkLst>
        </pc:picChg>
        <pc:picChg chg="mod">
          <ac:chgData name="Macher, Andreas (DI FA CTR PLC PPM)" userId="f1dcac62-7bef-43eb-91f0-927336a1714f" providerId="ADAL" clId="{5B710B73-F6D6-4A7D-9276-5384056BD54A}" dt="2022-11-07T21:27:51.067" v="6797" actId="207"/>
          <ac:picMkLst>
            <pc:docMk/>
            <pc:sldMk cId="1719323245" sldId="2264"/>
            <ac:picMk id="93" creationId="{D9D2364A-1C38-4AAE-BD29-5E7A18F82A34}"/>
          </ac:picMkLst>
        </pc:picChg>
        <pc:picChg chg="mod">
          <ac:chgData name="Macher, Andreas (DI FA CTR PLC PPM)" userId="f1dcac62-7bef-43eb-91f0-927336a1714f" providerId="ADAL" clId="{5B710B73-F6D6-4A7D-9276-5384056BD54A}" dt="2022-11-07T21:27:51.067" v="6797" actId="207"/>
          <ac:picMkLst>
            <pc:docMk/>
            <pc:sldMk cId="1719323245" sldId="2264"/>
            <ac:picMk id="94" creationId="{286F5684-23BF-48BF-AB2B-BD220554D659}"/>
          </ac:picMkLst>
        </pc:picChg>
        <pc:picChg chg="mod">
          <ac:chgData name="Macher, Andreas (DI FA CTR PLC PPM)" userId="f1dcac62-7bef-43eb-91f0-927336a1714f" providerId="ADAL" clId="{5B710B73-F6D6-4A7D-9276-5384056BD54A}" dt="2022-11-07T21:27:51.067" v="6797" actId="207"/>
          <ac:picMkLst>
            <pc:docMk/>
            <pc:sldMk cId="1719323245" sldId="2264"/>
            <ac:picMk id="95" creationId="{655251D8-DAC6-4C45-9728-144F8F486114}"/>
          </ac:picMkLst>
        </pc:picChg>
        <pc:picChg chg="mod">
          <ac:chgData name="Macher, Andreas (DI FA CTR PLC PPM)" userId="f1dcac62-7bef-43eb-91f0-927336a1714f" providerId="ADAL" clId="{5B710B73-F6D6-4A7D-9276-5384056BD54A}" dt="2022-11-07T21:29:22.850" v="6812" actId="207"/>
          <ac:picMkLst>
            <pc:docMk/>
            <pc:sldMk cId="1719323245" sldId="2264"/>
            <ac:picMk id="105" creationId="{6B6F6F74-9EB6-41E9-AA29-478F98C191B9}"/>
          </ac:picMkLst>
        </pc:picChg>
        <pc:cxnChg chg="del">
          <ac:chgData name="Macher, Andreas (DI FA CTR PLC PPM)" userId="f1dcac62-7bef-43eb-91f0-927336a1714f" providerId="ADAL" clId="{5B710B73-F6D6-4A7D-9276-5384056BD54A}" dt="2022-11-16T15:56:52.557" v="7765" actId="478"/>
          <ac:cxnSpMkLst>
            <pc:docMk/>
            <pc:sldMk cId="1719323245" sldId="2264"/>
            <ac:cxnSpMk id="80" creationId="{C9761E42-0B18-48E1-9C16-5847A06B812D}"/>
          </ac:cxnSpMkLst>
        </pc:cxnChg>
      </pc:sldChg>
      <pc:sldChg chg="modSp mod chgLayout">
        <pc:chgData name="Macher, Andreas (DI FA CTR PLC PPM)" userId="f1dcac62-7bef-43eb-91f0-927336a1714f" providerId="ADAL" clId="{5B710B73-F6D6-4A7D-9276-5384056BD54A}" dt="2022-11-23T12:21:55.580" v="8996"/>
        <pc:sldMkLst>
          <pc:docMk/>
          <pc:sldMk cId="1861422214" sldId="2268"/>
        </pc:sldMkLst>
        <pc:spChg chg="mod ord">
          <ac:chgData name="Macher, Andreas (DI FA CTR PLC PPM)" userId="f1dcac62-7bef-43eb-91f0-927336a1714f" providerId="ADAL" clId="{5B710B73-F6D6-4A7D-9276-5384056BD54A}" dt="2022-11-07T21:29:35.724" v="6813" actId="700"/>
          <ac:spMkLst>
            <pc:docMk/>
            <pc:sldMk cId="1861422214" sldId="2268"/>
            <ac:spMk id="2" creationId="{7980785A-DA26-4196-962D-7E4B25B22C39}"/>
          </ac:spMkLst>
        </pc:spChg>
        <pc:spChg chg="mod ord">
          <ac:chgData name="Macher, Andreas (DI FA CTR PLC PPM)" userId="f1dcac62-7bef-43eb-91f0-927336a1714f" providerId="ADAL" clId="{5B710B73-F6D6-4A7D-9276-5384056BD54A}" dt="2022-11-23T12:21:55.580" v="8996"/>
          <ac:spMkLst>
            <pc:docMk/>
            <pc:sldMk cId="1861422214" sldId="2268"/>
            <ac:spMk id="4" creationId="{6FEF260C-8092-48FF-B9F4-F05B4D8D9F17}"/>
          </ac:spMkLst>
        </pc:spChg>
        <pc:spChg chg="mod">
          <ac:chgData name="Macher, Andreas (DI FA CTR PLC PPM)" userId="f1dcac62-7bef-43eb-91f0-927336a1714f" providerId="ADAL" clId="{5B710B73-F6D6-4A7D-9276-5384056BD54A}" dt="2022-11-07T21:29:44.526" v="6814" actId="207"/>
          <ac:spMkLst>
            <pc:docMk/>
            <pc:sldMk cId="1861422214" sldId="2268"/>
            <ac:spMk id="9" creationId="{C7814ECD-DD28-452F-9738-31BB100554D2}"/>
          </ac:spMkLst>
        </pc:spChg>
        <pc:spChg chg="mod">
          <ac:chgData name="Macher, Andreas (DI FA CTR PLC PPM)" userId="f1dcac62-7bef-43eb-91f0-927336a1714f" providerId="ADAL" clId="{5B710B73-F6D6-4A7D-9276-5384056BD54A}" dt="2022-11-07T21:29:44.526" v="6814" actId="207"/>
          <ac:spMkLst>
            <pc:docMk/>
            <pc:sldMk cId="1861422214" sldId="2268"/>
            <ac:spMk id="11" creationId="{4DBF4DCA-92C5-46FF-A639-E5162933A694}"/>
          </ac:spMkLst>
        </pc:spChg>
        <pc:spChg chg="mod">
          <ac:chgData name="Macher, Andreas (DI FA CTR PLC PPM)" userId="f1dcac62-7bef-43eb-91f0-927336a1714f" providerId="ADAL" clId="{5B710B73-F6D6-4A7D-9276-5384056BD54A}" dt="2022-11-07T21:29:44.526" v="6814" actId="207"/>
          <ac:spMkLst>
            <pc:docMk/>
            <pc:sldMk cId="1861422214" sldId="2268"/>
            <ac:spMk id="12" creationId="{DD66570E-1D94-4F33-9014-7C807479510E}"/>
          </ac:spMkLst>
        </pc:spChg>
      </pc:sldChg>
      <pc:sldChg chg="addSp delSp modSp mod chgLayout">
        <pc:chgData name="Macher, Andreas (DI FA CTR PLC PPM)" userId="f1dcac62-7bef-43eb-91f0-927336a1714f" providerId="ADAL" clId="{5B710B73-F6D6-4A7D-9276-5384056BD54A}" dt="2022-11-23T12:21:55.580" v="8996"/>
        <pc:sldMkLst>
          <pc:docMk/>
          <pc:sldMk cId="1403879467" sldId="2269"/>
        </pc:sldMkLst>
        <pc:spChg chg="mod ord">
          <ac:chgData name="Macher, Andreas (DI FA CTR PLC PPM)" userId="f1dcac62-7bef-43eb-91f0-927336a1714f" providerId="ADAL" clId="{5B710B73-F6D6-4A7D-9276-5384056BD54A}" dt="2022-11-07T21:29:53.401" v="6815" actId="700"/>
          <ac:spMkLst>
            <pc:docMk/>
            <pc:sldMk cId="1403879467" sldId="2269"/>
            <ac:spMk id="2" creationId="{07E44D9C-7002-467B-B752-D8B89DE2D908}"/>
          </ac:spMkLst>
        </pc:spChg>
        <pc:spChg chg="mod ord">
          <ac:chgData name="Macher, Andreas (DI FA CTR PLC PPM)" userId="f1dcac62-7bef-43eb-91f0-927336a1714f" providerId="ADAL" clId="{5B710B73-F6D6-4A7D-9276-5384056BD54A}" dt="2022-11-23T12:21:55.580" v="8996"/>
          <ac:spMkLst>
            <pc:docMk/>
            <pc:sldMk cId="1403879467" sldId="2269"/>
            <ac:spMk id="4" creationId="{D91E3BB7-4E19-4AA9-BCD4-9D492EF6C525}"/>
          </ac:spMkLst>
        </pc:spChg>
        <pc:spChg chg="mod">
          <ac:chgData name="Macher, Andreas (DI FA CTR PLC PPM)" userId="f1dcac62-7bef-43eb-91f0-927336a1714f" providerId="ADAL" clId="{5B710B73-F6D6-4A7D-9276-5384056BD54A}" dt="2022-11-07T21:30:13.671" v="6817" actId="207"/>
          <ac:spMkLst>
            <pc:docMk/>
            <pc:sldMk cId="1403879467" sldId="2269"/>
            <ac:spMk id="6" creationId="{3E237FFE-BF83-4124-BFB6-2AED269D87DB}"/>
          </ac:spMkLst>
        </pc:spChg>
        <pc:spChg chg="add mod ord">
          <ac:chgData name="Macher, Andreas (DI FA CTR PLC PPM)" userId="f1dcac62-7bef-43eb-91f0-927336a1714f" providerId="ADAL" clId="{5B710B73-F6D6-4A7D-9276-5384056BD54A}" dt="2022-11-16T15:58:51.187" v="7787" actId="14100"/>
          <ac:spMkLst>
            <pc:docMk/>
            <pc:sldMk cId="1403879467" sldId="2269"/>
            <ac:spMk id="7" creationId="{0AF56C72-27B6-61E8-F4B3-FE8469CCC829}"/>
          </ac:spMkLst>
        </pc:spChg>
        <pc:spChg chg="add mod ord">
          <ac:chgData name="Macher, Andreas (DI FA CTR PLC PPM)" userId="f1dcac62-7bef-43eb-91f0-927336a1714f" providerId="ADAL" clId="{5B710B73-F6D6-4A7D-9276-5384056BD54A}" dt="2022-11-16T15:58:56.874" v="7788" actId="14100"/>
          <ac:spMkLst>
            <pc:docMk/>
            <pc:sldMk cId="1403879467" sldId="2269"/>
            <ac:spMk id="11" creationId="{A8F9E000-E5B7-B5C5-E285-CE9958436208}"/>
          </ac:spMkLst>
        </pc:spChg>
        <pc:spChg chg="mod">
          <ac:chgData name="Macher, Andreas (DI FA CTR PLC PPM)" userId="f1dcac62-7bef-43eb-91f0-927336a1714f" providerId="ADAL" clId="{5B710B73-F6D6-4A7D-9276-5384056BD54A}" dt="2022-11-07T21:30:13.671" v="6817" actId="207"/>
          <ac:spMkLst>
            <pc:docMk/>
            <pc:sldMk cId="1403879467" sldId="2269"/>
            <ac:spMk id="40" creationId="{6972699C-D812-4AA7-B5C5-7D9295FF2A15}"/>
          </ac:spMkLst>
        </pc:spChg>
        <pc:spChg chg="mod">
          <ac:chgData name="Macher, Andreas (DI FA CTR PLC PPM)" userId="f1dcac62-7bef-43eb-91f0-927336a1714f" providerId="ADAL" clId="{5B710B73-F6D6-4A7D-9276-5384056BD54A}" dt="2022-11-07T21:30:06.926" v="6816" actId="207"/>
          <ac:spMkLst>
            <pc:docMk/>
            <pc:sldMk cId="1403879467" sldId="2269"/>
            <ac:spMk id="60" creationId="{EBABDB4A-0482-408F-B35F-219BCD97487A}"/>
          </ac:spMkLst>
        </pc:spChg>
        <pc:cxnChg chg="del">
          <ac:chgData name="Macher, Andreas (DI FA CTR PLC PPM)" userId="f1dcac62-7bef-43eb-91f0-927336a1714f" providerId="ADAL" clId="{5B710B73-F6D6-4A7D-9276-5384056BD54A}" dt="2022-11-16T15:58:34.219" v="7785" actId="478"/>
          <ac:cxnSpMkLst>
            <pc:docMk/>
            <pc:sldMk cId="1403879467" sldId="2269"/>
            <ac:cxnSpMk id="38" creationId="{C58D9EF8-1C3B-4DDC-8FC5-A8131468928C}"/>
          </ac:cxnSpMkLst>
        </pc:cxnChg>
      </pc:sldChg>
      <pc:sldChg chg="delSp modSp del mod chgLayout">
        <pc:chgData name="Macher, Andreas (DI FA CTR PLC PPM)" userId="f1dcac62-7bef-43eb-91f0-927336a1714f" providerId="ADAL" clId="{5B710B73-F6D6-4A7D-9276-5384056BD54A}" dt="2022-11-22T16:14:37.456" v="8440" actId="47"/>
        <pc:sldMkLst>
          <pc:docMk/>
          <pc:sldMk cId="2126092131" sldId="2283"/>
        </pc:sldMkLst>
        <pc:spChg chg="mod ord">
          <ac:chgData name="Macher, Andreas (DI FA CTR PLC PPM)" userId="f1dcac62-7bef-43eb-91f0-927336a1714f" providerId="ADAL" clId="{5B710B73-F6D6-4A7D-9276-5384056BD54A}" dt="2022-11-07T20:43:33.203" v="6321" actId="790"/>
          <ac:spMkLst>
            <pc:docMk/>
            <pc:sldMk cId="2126092131" sldId="2283"/>
            <ac:spMk id="2" creationId="{18A2DB4B-FE85-458A-8817-E52BD7A503EC}"/>
          </ac:spMkLst>
        </pc:spChg>
        <pc:spChg chg="mod ord">
          <ac:chgData name="Macher, Andreas (DI FA CTR PLC PPM)" userId="f1dcac62-7bef-43eb-91f0-927336a1714f" providerId="ADAL" clId="{5B710B73-F6D6-4A7D-9276-5384056BD54A}" dt="2022-11-07T20:42:18.942" v="6315" actId="700"/>
          <ac:spMkLst>
            <pc:docMk/>
            <pc:sldMk cId="2126092131" sldId="2283"/>
            <ac:spMk id="4" creationId="{00000000-0000-0000-0000-000000000000}"/>
          </ac:spMkLst>
        </pc:spChg>
        <pc:spChg chg="del">
          <ac:chgData name="Macher, Andreas (DI FA CTR PLC PPM)" userId="f1dcac62-7bef-43eb-91f0-927336a1714f" providerId="ADAL" clId="{5B710B73-F6D6-4A7D-9276-5384056BD54A}" dt="2022-10-26T08:02:06.517" v="131" actId="478"/>
          <ac:spMkLst>
            <pc:docMk/>
            <pc:sldMk cId="2126092131" sldId="2283"/>
            <ac:spMk id="9" creationId="{923899C3-9096-CE12-6EC4-D27D29A753D4}"/>
          </ac:spMkLst>
        </pc:spChg>
        <pc:graphicFrameChg chg="modGraphic">
          <ac:chgData name="Macher, Andreas (DI FA CTR PLC PPM)" userId="f1dcac62-7bef-43eb-91f0-927336a1714f" providerId="ADAL" clId="{5B710B73-F6D6-4A7D-9276-5384056BD54A}" dt="2022-11-16T16:12:17.684" v="7948" actId="207"/>
          <ac:graphicFrameMkLst>
            <pc:docMk/>
            <pc:sldMk cId="2126092131" sldId="2283"/>
            <ac:graphicFrameMk id="3" creationId="{5498F197-193A-4990-871A-FBECFB81C0AD}"/>
          </ac:graphicFrameMkLst>
        </pc:graphicFrameChg>
      </pc:sldChg>
      <pc:sldChg chg="addSp modSp mod chgLayout">
        <pc:chgData name="Macher, Andreas (DI FA CTR PLC PPM)" userId="f1dcac62-7bef-43eb-91f0-927336a1714f" providerId="ADAL" clId="{5B710B73-F6D6-4A7D-9276-5384056BD54A}" dt="2022-11-23T12:21:55.580" v="8996"/>
        <pc:sldMkLst>
          <pc:docMk/>
          <pc:sldMk cId="2344732622" sldId="2284"/>
        </pc:sldMkLst>
        <pc:spChg chg="mod">
          <ac:chgData name="Macher, Andreas (DI FA CTR PLC PPM)" userId="f1dcac62-7bef-43eb-91f0-927336a1714f" providerId="ADAL" clId="{5B710B73-F6D6-4A7D-9276-5384056BD54A}" dt="2022-11-16T15:51:25.097" v="7725" actId="208"/>
          <ac:spMkLst>
            <pc:docMk/>
            <pc:sldMk cId="2344732622" sldId="2284"/>
            <ac:spMk id="3" creationId="{EEB1137E-969C-491C-BD2F-EA15D69CABC8}"/>
          </ac:spMkLst>
        </pc:spChg>
        <pc:spChg chg="mod ord">
          <ac:chgData name="Macher, Andreas (DI FA CTR PLC PPM)" userId="f1dcac62-7bef-43eb-91f0-927336a1714f" providerId="ADAL" clId="{5B710B73-F6D6-4A7D-9276-5384056BD54A}" dt="2022-11-07T21:20:32.241" v="6755" actId="700"/>
          <ac:spMkLst>
            <pc:docMk/>
            <pc:sldMk cId="2344732622" sldId="2284"/>
            <ac:spMk id="4" creationId="{00000000-0000-0000-0000-000000000000}"/>
          </ac:spMkLst>
        </pc:spChg>
        <pc:spChg chg="mod ord">
          <ac:chgData name="Macher, Andreas (DI FA CTR PLC PPM)" userId="f1dcac62-7bef-43eb-91f0-927336a1714f" providerId="ADAL" clId="{5B710B73-F6D6-4A7D-9276-5384056BD54A}" dt="2022-11-23T12:21:55.580" v="8996"/>
          <ac:spMkLst>
            <pc:docMk/>
            <pc:sldMk cId="2344732622" sldId="2284"/>
            <ac:spMk id="5" creationId="{DB9B0745-E87E-44A4-B686-868773688415}"/>
          </ac:spMkLst>
        </pc:spChg>
        <pc:spChg chg="add mod ord">
          <ac:chgData name="Macher, Andreas (DI FA CTR PLC PPM)" userId="f1dcac62-7bef-43eb-91f0-927336a1714f" providerId="ADAL" clId="{5B710B73-F6D6-4A7D-9276-5384056BD54A}" dt="2022-11-07T21:21:19.419" v="6762" actId="167"/>
          <ac:spMkLst>
            <pc:docMk/>
            <pc:sldMk cId="2344732622" sldId="2284"/>
            <ac:spMk id="6" creationId="{557A2D1E-7E4A-8953-00D9-31C2B4A012E8}"/>
          </ac:spMkLst>
        </pc:spChg>
        <pc:spChg chg="mod">
          <ac:chgData name="Macher, Andreas (DI FA CTR PLC PPM)" userId="f1dcac62-7bef-43eb-91f0-927336a1714f" providerId="ADAL" clId="{5B710B73-F6D6-4A7D-9276-5384056BD54A}" dt="2022-11-07T21:21:40.911" v="6764" actId="207"/>
          <ac:spMkLst>
            <pc:docMk/>
            <pc:sldMk cId="2344732622" sldId="2284"/>
            <ac:spMk id="63" creationId="{05DEEB05-17E6-449F-92AF-C8FC3ABF09BA}"/>
          </ac:spMkLst>
        </pc:spChg>
        <pc:spChg chg="mod">
          <ac:chgData name="Macher, Andreas (DI FA CTR PLC PPM)" userId="f1dcac62-7bef-43eb-91f0-927336a1714f" providerId="ADAL" clId="{5B710B73-F6D6-4A7D-9276-5384056BD54A}" dt="2022-11-07T21:21:36.785" v="6763" actId="207"/>
          <ac:spMkLst>
            <pc:docMk/>
            <pc:sldMk cId="2344732622" sldId="2284"/>
            <ac:spMk id="64" creationId="{818AB751-EEAE-4744-BA93-C34011140920}"/>
          </ac:spMkLst>
        </pc:spChg>
        <pc:spChg chg="mod">
          <ac:chgData name="Macher, Andreas (DI FA CTR PLC PPM)" userId="f1dcac62-7bef-43eb-91f0-927336a1714f" providerId="ADAL" clId="{5B710B73-F6D6-4A7D-9276-5384056BD54A}" dt="2022-11-07T21:21:00.419" v="6758" actId="207"/>
          <ac:spMkLst>
            <pc:docMk/>
            <pc:sldMk cId="2344732622" sldId="2284"/>
            <ac:spMk id="83" creationId="{08EAC1FE-5F3B-40E1-B6AD-04DBA01E6489}"/>
          </ac:spMkLst>
        </pc:spChg>
        <pc:spChg chg="mod">
          <ac:chgData name="Macher, Andreas (DI FA CTR PLC PPM)" userId="f1dcac62-7bef-43eb-91f0-927336a1714f" providerId="ADAL" clId="{5B710B73-F6D6-4A7D-9276-5384056BD54A}" dt="2022-11-07T21:22:51.980" v="6773" actId="208"/>
          <ac:spMkLst>
            <pc:docMk/>
            <pc:sldMk cId="2344732622" sldId="2284"/>
            <ac:spMk id="87" creationId="{5B386531-717D-45F2-B113-7508168EA691}"/>
          </ac:spMkLst>
        </pc:spChg>
        <pc:spChg chg="mod">
          <ac:chgData name="Macher, Andreas (DI FA CTR PLC PPM)" userId="f1dcac62-7bef-43eb-91f0-927336a1714f" providerId="ADAL" clId="{5B710B73-F6D6-4A7D-9276-5384056BD54A}" dt="2022-11-16T15:51:28.448" v="7726" actId="208"/>
          <ac:spMkLst>
            <pc:docMk/>
            <pc:sldMk cId="2344732622" sldId="2284"/>
            <ac:spMk id="90" creationId="{2D011003-70B6-4BB7-A240-67A3958559A3}"/>
          </ac:spMkLst>
        </pc:spChg>
        <pc:spChg chg="mod">
          <ac:chgData name="Macher, Andreas (DI FA CTR PLC PPM)" userId="f1dcac62-7bef-43eb-91f0-927336a1714f" providerId="ADAL" clId="{5B710B73-F6D6-4A7D-9276-5384056BD54A}" dt="2022-11-07T21:22:51.980" v="6773" actId="208"/>
          <ac:spMkLst>
            <pc:docMk/>
            <pc:sldMk cId="2344732622" sldId="2284"/>
            <ac:spMk id="94" creationId="{32B9320B-49BB-4EA4-8B78-1CD98EE1AACE}"/>
          </ac:spMkLst>
        </pc:spChg>
        <pc:spChg chg="mod">
          <ac:chgData name="Macher, Andreas (DI FA CTR PLC PPM)" userId="f1dcac62-7bef-43eb-91f0-927336a1714f" providerId="ADAL" clId="{5B710B73-F6D6-4A7D-9276-5384056BD54A}" dt="2022-11-16T13:48:45.129" v="7513" actId="207"/>
          <ac:spMkLst>
            <pc:docMk/>
            <pc:sldMk cId="2344732622" sldId="2284"/>
            <ac:spMk id="150" creationId="{00000000-0000-0000-0000-000000000000}"/>
          </ac:spMkLst>
        </pc:spChg>
        <pc:spChg chg="mod">
          <ac:chgData name="Macher, Andreas (DI FA CTR PLC PPM)" userId="f1dcac62-7bef-43eb-91f0-927336a1714f" providerId="ADAL" clId="{5B710B73-F6D6-4A7D-9276-5384056BD54A}" dt="2022-11-07T21:22:51.980" v="6773" actId="208"/>
          <ac:spMkLst>
            <pc:docMk/>
            <pc:sldMk cId="2344732622" sldId="2284"/>
            <ac:spMk id="271" creationId="{68ADA59F-34B6-46B0-BE92-43F4A52E68E8}"/>
          </ac:spMkLst>
        </pc:spChg>
        <pc:grpChg chg="mod">
          <ac:chgData name="Macher, Andreas (DI FA CTR PLC PPM)" userId="f1dcac62-7bef-43eb-91f0-927336a1714f" providerId="ADAL" clId="{5B710B73-F6D6-4A7D-9276-5384056BD54A}" dt="2022-11-07T21:20:44.912" v="6756" actId="207"/>
          <ac:grpSpMkLst>
            <pc:docMk/>
            <pc:sldMk cId="2344732622" sldId="2284"/>
            <ac:grpSpMk id="62" creationId="{0767C5E2-64F4-4722-893A-ED7C811DE01C}"/>
          </ac:grpSpMkLst>
        </pc:grpChg>
        <pc:grpChg chg="mod">
          <ac:chgData name="Macher, Andreas (DI FA CTR PLC PPM)" userId="f1dcac62-7bef-43eb-91f0-927336a1714f" providerId="ADAL" clId="{5B710B73-F6D6-4A7D-9276-5384056BD54A}" dt="2022-11-07T21:21:00.419" v="6758" actId="207"/>
          <ac:grpSpMkLst>
            <pc:docMk/>
            <pc:sldMk cId="2344732622" sldId="2284"/>
            <ac:grpSpMk id="81" creationId="{2AB4A6B9-F93A-47F7-BFA8-EEE1A3140DFC}"/>
          </ac:grpSpMkLst>
        </pc:grpChg>
        <pc:picChg chg="mod">
          <ac:chgData name="Macher, Andreas (DI FA CTR PLC PPM)" userId="f1dcac62-7bef-43eb-91f0-927336a1714f" providerId="ADAL" clId="{5B710B73-F6D6-4A7D-9276-5384056BD54A}" dt="2022-11-23T12:17:51.734" v="8990" actId="207"/>
          <ac:picMkLst>
            <pc:docMk/>
            <pc:sldMk cId="2344732622" sldId="2284"/>
            <ac:picMk id="70" creationId="{644EC118-B3E6-4F17-A057-A763CDB1D713}"/>
          </ac:picMkLst>
        </pc:picChg>
        <pc:picChg chg="mod">
          <ac:chgData name="Macher, Andreas (DI FA CTR PLC PPM)" userId="f1dcac62-7bef-43eb-91f0-927336a1714f" providerId="ADAL" clId="{5B710B73-F6D6-4A7D-9276-5384056BD54A}" dt="2022-11-23T12:17:51.734" v="8990" actId="207"/>
          <ac:picMkLst>
            <pc:docMk/>
            <pc:sldMk cId="2344732622" sldId="2284"/>
            <ac:picMk id="71" creationId="{9B967DB7-0801-482C-B528-330A1301732E}"/>
          </ac:picMkLst>
        </pc:picChg>
        <pc:picChg chg="mod">
          <ac:chgData name="Macher, Andreas (DI FA CTR PLC PPM)" userId="f1dcac62-7bef-43eb-91f0-927336a1714f" providerId="ADAL" clId="{5B710B73-F6D6-4A7D-9276-5384056BD54A}" dt="2022-11-23T12:17:51.734" v="8990" actId="207"/>
          <ac:picMkLst>
            <pc:docMk/>
            <pc:sldMk cId="2344732622" sldId="2284"/>
            <ac:picMk id="72" creationId="{FD4460D4-5805-49FA-8918-7608073222D6}"/>
          </ac:picMkLst>
        </pc:picChg>
        <pc:picChg chg="mod">
          <ac:chgData name="Macher, Andreas (DI FA CTR PLC PPM)" userId="f1dcac62-7bef-43eb-91f0-927336a1714f" providerId="ADAL" clId="{5B710B73-F6D6-4A7D-9276-5384056BD54A}" dt="2022-11-23T12:17:56.532" v="8991" actId="207"/>
          <ac:picMkLst>
            <pc:docMk/>
            <pc:sldMk cId="2344732622" sldId="2284"/>
            <ac:picMk id="73" creationId="{A5298AA9-EAE8-4280-8618-02FE46538917}"/>
          </ac:picMkLst>
        </pc:picChg>
        <pc:picChg chg="mod">
          <ac:chgData name="Macher, Andreas (DI FA CTR PLC PPM)" userId="f1dcac62-7bef-43eb-91f0-927336a1714f" providerId="ADAL" clId="{5B710B73-F6D6-4A7D-9276-5384056BD54A}" dt="2022-11-23T12:17:56.532" v="8991" actId="207"/>
          <ac:picMkLst>
            <pc:docMk/>
            <pc:sldMk cId="2344732622" sldId="2284"/>
            <ac:picMk id="74" creationId="{A873CFA8-D639-47DF-805D-C47DCE3E6995}"/>
          </ac:picMkLst>
        </pc:picChg>
        <pc:picChg chg="mod">
          <ac:chgData name="Macher, Andreas (DI FA CTR PLC PPM)" userId="f1dcac62-7bef-43eb-91f0-927336a1714f" providerId="ADAL" clId="{5B710B73-F6D6-4A7D-9276-5384056BD54A}" dt="2022-11-23T12:17:56.532" v="8991" actId="207"/>
          <ac:picMkLst>
            <pc:docMk/>
            <pc:sldMk cId="2344732622" sldId="2284"/>
            <ac:picMk id="75" creationId="{7C679936-BC9B-461A-AE8E-05E4ABA29480}"/>
          </ac:picMkLst>
        </pc:picChg>
        <pc:picChg chg="mod">
          <ac:chgData name="Macher, Andreas (DI FA CTR PLC PPM)" userId="f1dcac62-7bef-43eb-91f0-927336a1714f" providerId="ADAL" clId="{5B710B73-F6D6-4A7D-9276-5384056BD54A}" dt="2022-11-07T21:21:00.419" v="6758" actId="207"/>
          <ac:picMkLst>
            <pc:docMk/>
            <pc:sldMk cId="2344732622" sldId="2284"/>
            <ac:picMk id="82" creationId="{6CBD1B8F-4221-4708-AD59-70791E252C5F}"/>
          </ac:picMkLst>
        </pc:picChg>
      </pc:sldChg>
      <pc:sldChg chg="modSp mod chgLayout">
        <pc:chgData name="Macher, Andreas (DI FA CTR PLC PPM)" userId="f1dcac62-7bef-43eb-91f0-927336a1714f" providerId="ADAL" clId="{5B710B73-F6D6-4A7D-9276-5384056BD54A}" dt="2022-11-23T12:21:55.580" v="8996"/>
        <pc:sldMkLst>
          <pc:docMk/>
          <pc:sldMk cId="2205172182" sldId="2290"/>
        </pc:sldMkLst>
        <pc:spChg chg="mod ord">
          <ac:chgData name="Macher, Andreas (DI FA CTR PLC PPM)" userId="f1dcac62-7bef-43eb-91f0-927336a1714f" providerId="ADAL" clId="{5B710B73-F6D6-4A7D-9276-5384056BD54A}" dt="2022-11-07T21:26:04.425" v="6789" actId="700"/>
          <ac:spMkLst>
            <pc:docMk/>
            <pc:sldMk cId="2205172182" sldId="2290"/>
            <ac:spMk id="2" creationId="{186329C1-22AD-4964-AEC4-ED1759148634}"/>
          </ac:spMkLst>
        </pc:spChg>
        <pc:spChg chg="mod">
          <ac:chgData name="Macher, Andreas (DI FA CTR PLC PPM)" userId="f1dcac62-7bef-43eb-91f0-927336a1714f" providerId="ADAL" clId="{5B710B73-F6D6-4A7D-9276-5384056BD54A}" dt="2022-11-07T21:26:23.994" v="6791" actId="207"/>
          <ac:spMkLst>
            <pc:docMk/>
            <pc:sldMk cId="2205172182" sldId="2290"/>
            <ac:spMk id="3" creationId="{7FD5372B-755E-4194-8F8B-E32A04DC5B8F}"/>
          </ac:spMkLst>
        </pc:spChg>
        <pc:spChg chg="mod">
          <ac:chgData name="Macher, Andreas (DI FA CTR PLC PPM)" userId="f1dcac62-7bef-43eb-91f0-927336a1714f" providerId="ADAL" clId="{5B710B73-F6D6-4A7D-9276-5384056BD54A}" dt="2022-11-16T15:56:25.821" v="7760" actId="207"/>
          <ac:spMkLst>
            <pc:docMk/>
            <pc:sldMk cId="2205172182" sldId="2290"/>
            <ac:spMk id="4" creationId="{A1BD8AF7-4F15-433B-B982-DCD78924ABAE}"/>
          </ac:spMkLst>
        </pc:spChg>
        <pc:spChg chg="mod ord">
          <ac:chgData name="Macher, Andreas (DI FA CTR PLC PPM)" userId="f1dcac62-7bef-43eb-91f0-927336a1714f" providerId="ADAL" clId="{5B710B73-F6D6-4A7D-9276-5384056BD54A}" dt="2022-11-23T12:21:55.580" v="8996"/>
          <ac:spMkLst>
            <pc:docMk/>
            <pc:sldMk cId="2205172182" sldId="2290"/>
            <ac:spMk id="7" creationId="{371D2911-70D1-4644-86F5-3E6CB56DB1E5}"/>
          </ac:spMkLst>
        </pc:spChg>
      </pc:sldChg>
      <pc:sldChg chg="modSp mod chgLayout">
        <pc:chgData name="Macher, Andreas (DI FA CTR PLC PPM)" userId="f1dcac62-7bef-43eb-91f0-927336a1714f" providerId="ADAL" clId="{5B710B73-F6D6-4A7D-9276-5384056BD54A}" dt="2022-11-23T12:21:55.580" v="8996"/>
        <pc:sldMkLst>
          <pc:docMk/>
          <pc:sldMk cId="630145559" sldId="2291"/>
        </pc:sldMkLst>
        <pc:spChg chg="mod ord">
          <ac:chgData name="Macher, Andreas (DI FA CTR PLC PPM)" userId="f1dcac62-7bef-43eb-91f0-927336a1714f" providerId="ADAL" clId="{5B710B73-F6D6-4A7D-9276-5384056BD54A}" dt="2022-11-23T12:21:55.580" v="8996"/>
          <ac:spMkLst>
            <pc:docMk/>
            <pc:sldMk cId="630145559" sldId="2291"/>
            <ac:spMk id="2" creationId="{25A4033A-708D-43C3-B9CD-3E72050A421C}"/>
          </ac:spMkLst>
        </pc:spChg>
        <pc:spChg chg="mod ord">
          <ac:chgData name="Macher, Andreas (DI FA CTR PLC PPM)" userId="f1dcac62-7bef-43eb-91f0-927336a1714f" providerId="ADAL" clId="{5B710B73-F6D6-4A7D-9276-5384056BD54A}" dt="2022-11-16T13:36:15.255" v="7221" actId="207"/>
          <ac:spMkLst>
            <pc:docMk/>
            <pc:sldMk cId="630145559" sldId="2291"/>
            <ac:spMk id="5" creationId="{00000000-0000-0000-0000-000000000000}"/>
          </ac:spMkLst>
        </pc:spChg>
        <pc:spChg chg="mod">
          <ac:chgData name="Macher, Andreas (DI FA CTR PLC PPM)" userId="f1dcac62-7bef-43eb-91f0-927336a1714f" providerId="ADAL" clId="{5B710B73-F6D6-4A7D-9276-5384056BD54A}" dt="2022-11-07T13:19:20.265" v="4251" actId="5793"/>
          <ac:spMkLst>
            <pc:docMk/>
            <pc:sldMk cId="630145559" sldId="2291"/>
            <ac:spMk id="144" creationId="{112ABD75-D812-4C1E-9295-CC8D865B2F35}"/>
          </ac:spMkLst>
        </pc:spChg>
      </pc:sldChg>
      <pc:sldChg chg="addSp modSp mod chgLayout">
        <pc:chgData name="Macher, Andreas (DI FA CTR PLC PPM)" userId="f1dcac62-7bef-43eb-91f0-927336a1714f" providerId="ADAL" clId="{5B710B73-F6D6-4A7D-9276-5384056BD54A}" dt="2022-11-23T12:21:55.580" v="8996"/>
        <pc:sldMkLst>
          <pc:docMk/>
          <pc:sldMk cId="4271667069" sldId="2297"/>
        </pc:sldMkLst>
        <pc:spChg chg="mod ord">
          <ac:chgData name="Macher, Andreas (DI FA CTR PLC PPM)" userId="f1dcac62-7bef-43eb-91f0-927336a1714f" providerId="ADAL" clId="{5B710B73-F6D6-4A7D-9276-5384056BD54A}" dt="2022-11-23T12:21:55.580" v="8996"/>
          <ac:spMkLst>
            <pc:docMk/>
            <pc:sldMk cId="4271667069" sldId="2297"/>
            <ac:spMk id="2" creationId="{FB6E8433-8910-4215-8221-7BF8396D9E39}"/>
          </ac:spMkLst>
        </pc:spChg>
        <pc:spChg chg="add mod ord">
          <ac:chgData name="Macher, Andreas (DI FA CTR PLC PPM)" userId="f1dcac62-7bef-43eb-91f0-927336a1714f" providerId="ADAL" clId="{5B710B73-F6D6-4A7D-9276-5384056BD54A}" dt="2022-11-07T21:34:32.528" v="6846" actId="167"/>
          <ac:spMkLst>
            <pc:docMk/>
            <pc:sldMk cId="4271667069" sldId="2297"/>
            <ac:spMk id="3" creationId="{FDACFC30-5E3F-C865-B48F-CE9BAE85667A}"/>
          </ac:spMkLst>
        </pc:spChg>
        <pc:spChg chg="mod ord">
          <ac:chgData name="Macher, Andreas (DI FA CTR PLC PPM)" userId="f1dcac62-7bef-43eb-91f0-927336a1714f" providerId="ADAL" clId="{5B710B73-F6D6-4A7D-9276-5384056BD54A}" dt="2022-11-16T13:36:53.832" v="7226" actId="207"/>
          <ac:spMkLst>
            <pc:docMk/>
            <pc:sldMk cId="4271667069" sldId="2297"/>
            <ac:spMk id="5" creationId="{00000000-0000-0000-0000-000000000000}"/>
          </ac:spMkLst>
        </pc:spChg>
        <pc:spChg chg="mod">
          <ac:chgData name="Macher, Andreas (DI FA CTR PLC PPM)" userId="f1dcac62-7bef-43eb-91f0-927336a1714f" providerId="ADAL" clId="{5B710B73-F6D6-4A7D-9276-5384056BD54A}" dt="2022-11-16T16:00:51.855" v="7799" actId="14100"/>
          <ac:spMkLst>
            <pc:docMk/>
            <pc:sldMk cId="4271667069" sldId="2297"/>
            <ac:spMk id="22" creationId="{6C67A62B-CF95-4DD2-A8EC-8B8C88EF4BC0}"/>
          </ac:spMkLst>
        </pc:spChg>
        <pc:spChg chg="mod">
          <ac:chgData name="Macher, Andreas (DI FA CTR PLC PPM)" userId="f1dcac62-7bef-43eb-91f0-927336a1714f" providerId="ADAL" clId="{5B710B73-F6D6-4A7D-9276-5384056BD54A}" dt="2022-11-16T13:52:23.078" v="7549" actId="404"/>
          <ac:spMkLst>
            <pc:docMk/>
            <pc:sldMk cId="4271667069" sldId="2297"/>
            <ac:spMk id="44" creationId="{E5692FC3-D771-46E7-A4FD-B90C81905D81}"/>
          </ac:spMkLst>
        </pc:spChg>
        <pc:grpChg chg="mod">
          <ac:chgData name="Macher, Andreas (DI FA CTR PLC PPM)" userId="f1dcac62-7bef-43eb-91f0-927336a1714f" providerId="ADAL" clId="{5B710B73-F6D6-4A7D-9276-5384056BD54A}" dt="2022-11-07T21:34:41.125" v="6847" actId="207"/>
          <ac:grpSpMkLst>
            <pc:docMk/>
            <pc:sldMk cId="4271667069" sldId="2297"/>
            <ac:grpSpMk id="24" creationId="{22808D66-B8F2-4EE1-9A6C-E94742A2AAF3}"/>
          </ac:grpSpMkLst>
        </pc:grpChg>
      </pc:sldChg>
      <pc:sldChg chg="addSp delSp modSp mod chgLayout">
        <pc:chgData name="Macher, Andreas (DI FA CTR PLC PPM)" userId="f1dcac62-7bef-43eb-91f0-927336a1714f" providerId="ADAL" clId="{5B710B73-F6D6-4A7D-9276-5384056BD54A}" dt="2022-11-23T12:21:55.580" v="8996"/>
        <pc:sldMkLst>
          <pc:docMk/>
          <pc:sldMk cId="1664206843" sldId="9056"/>
        </pc:sldMkLst>
        <pc:spChg chg="mod ord">
          <ac:chgData name="Macher, Andreas (DI FA CTR PLC PPM)" userId="f1dcac62-7bef-43eb-91f0-927336a1714f" providerId="ADAL" clId="{5B710B73-F6D6-4A7D-9276-5384056BD54A}" dt="2022-11-16T13:33:58.382" v="7184" actId="700"/>
          <ac:spMkLst>
            <pc:docMk/>
            <pc:sldMk cId="1664206843" sldId="9056"/>
            <ac:spMk id="2" creationId="{E4859F7C-5D68-4030-AD44-297043C0F3E8}"/>
          </ac:spMkLst>
        </pc:spChg>
        <pc:spChg chg="mod">
          <ac:chgData name="Macher, Andreas (DI FA CTR PLC PPM)" userId="f1dcac62-7bef-43eb-91f0-927336a1714f" providerId="ADAL" clId="{5B710B73-F6D6-4A7D-9276-5384056BD54A}" dt="2022-11-16T13:34:05.680" v="7185" actId="207"/>
          <ac:spMkLst>
            <pc:docMk/>
            <pc:sldMk cId="1664206843" sldId="9056"/>
            <ac:spMk id="6" creationId="{EAD859B3-9C24-4CAE-B00B-5F913CCE6C3A}"/>
          </ac:spMkLst>
        </pc:spChg>
        <pc:spChg chg="mod ord">
          <ac:chgData name="Macher, Andreas (DI FA CTR PLC PPM)" userId="f1dcac62-7bef-43eb-91f0-927336a1714f" providerId="ADAL" clId="{5B710B73-F6D6-4A7D-9276-5384056BD54A}" dt="2022-11-23T12:21:55.580" v="8996"/>
          <ac:spMkLst>
            <pc:docMk/>
            <pc:sldMk cId="1664206843" sldId="9056"/>
            <ac:spMk id="7" creationId="{A97FA142-AEF2-4969-9546-6F9F66FFBF74}"/>
          </ac:spMkLst>
        </pc:spChg>
        <pc:spChg chg="add del mod">
          <ac:chgData name="Macher, Andreas (DI FA CTR PLC PPM)" userId="f1dcac62-7bef-43eb-91f0-927336a1714f" providerId="ADAL" clId="{5B710B73-F6D6-4A7D-9276-5384056BD54A}" dt="2022-11-16T13:34:07.651" v="7188"/>
          <ac:spMkLst>
            <pc:docMk/>
            <pc:sldMk cId="1664206843" sldId="9056"/>
            <ac:spMk id="10" creationId="{76D9C61F-472C-F4D7-0D06-3CFB645F36D1}"/>
          </ac:spMkLst>
        </pc:spChg>
      </pc:sldChg>
      <pc:sldChg chg="addSp delSp modSp mod chgLayout">
        <pc:chgData name="Macher, Andreas (DI FA CTR PLC PPM)" userId="f1dcac62-7bef-43eb-91f0-927336a1714f" providerId="ADAL" clId="{5B710B73-F6D6-4A7D-9276-5384056BD54A}" dt="2022-11-23T12:21:55.580" v="8996"/>
        <pc:sldMkLst>
          <pc:docMk/>
          <pc:sldMk cId="1501404703" sldId="9062"/>
        </pc:sldMkLst>
        <pc:spChg chg="mod ord">
          <ac:chgData name="Macher, Andreas (DI FA CTR PLC PPM)" userId="f1dcac62-7bef-43eb-91f0-927336a1714f" providerId="ADAL" clId="{5B710B73-F6D6-4A7D-9276-5384056BD54A}" dt="2022-11-16T13:36:43.238" v="7223" actId="207"/>
          <ac:spMkLst>
            <pc:docMk/>
            <pc:sldMk cId="1501404703" sldId="9062"/>
            <ac:spMk id="5" creationId="{00000000-0000-0000-0000-000000000000}"/>
          </ac:spMkLst>
        </pc:spChg>
        <pc:spChg chg="add del mod">
          <ac:chgData name="Macher, Andreas (DI FA CTR PLC PPM)" userId="f1dcac62-7bef-43eb-91f0-927336a1714f" providerId="ADAL" clId="{5B710B73-F6D6-4A7D-9276-5384056BD54A}" dt="2022-11-16T13:11:44.977" v="6941"/>
          <ac:spMkLst>
            <pc:docMk/>
            <pc:sldMk cId="1501404703" sldId="9062"/>
            <ac:spMk id="10" creationId="{61A0B192-B0CF-D4DC-99A7-43EB60B18A20}"/>
          </ac:spMkLst>
        </pc:spChg>
        <pc:spChg chg="mod ord">
          <ac:chgData name="Macher, Andreas (DI FA CTR PLC PPM)" userId="f1dcac62-7bef-43eb-91f0-927336a1714f" providerId="ADAL" clId="{5B710B73-F6D6-4A7D-9276-5384056BD54A}" dt="2022-11-23T12:21:55.580" v="8996"/>
          <ac:spMkLst>
            <pc:docMk/>
            <pc:sldMk cId="1501404703" sldId="9062"/>
            <ac:spMk id="11" creationId="{422F3569-10A9-4B0E-B5AE-276F3D31E5E3}"/>
          </ac:spMkLst>
        </pc:spChg>
        <pc:spChg chg="mod">
          <ac:chgData name="Macher, Andreas (DI FA CTR PLC PPM)" userId="f1dcac62-7bef-43eb-91f0-927336a1714f" providerId="ADAL" clId="{5B710B73-F6D6-4A7D-9276-5384056BD54A}" dt="2022-11-16T13:51:49.902" v="7546" actId="6549"/>
          <ac:spMkLst>
            <pc:docMk/>
            <pc:sldMk cId="1501404703" sldId="9062"/>
            <ac:spMk id="14" creationId="{54FD86FB-7FEB-4DD8-8EE5-9E2C0CC8A209}"/>
          </ac:spMkLst>
        </pc:spChg>
        <pc:spChg chg="add mod ord">
          <ac:chgData name="Macher, Andreas (DI FA CTR PLC PPM)" userId="f1dcac62-7bef-43eb-91f0-927336a1714f" providerId="ADAL" clId="{5B710B73-F6D6-4A7D-9276-5384056BD54A}" dt="2022-11-16T13:11:58.757" v="6944" actId="167"/>
          <ac:spMkLst>
            <pc:docMk/>
            <pc:sldMk cId="1501404703" sldId="9062"/>
            <ac:spMk id="22" creationId="{65620D30-96FD-4564-2ABA-1264076D8428}"/>
          </ac:spMkLst>
        </pc:spChg>
        <pc:spChg chg="mod">
          <ac:chgData name="Macher, Andreas (DI FA CTR PLC PPM)" userId="f1dcac62-7bef-43eb-91f0-927336a1714f" providerId="ADAL" clId="{5B710B73-F6D6-4A7D-9276-5384056BD54A}" dt="2022-11-23T12:19:19.328" v="8994"/>
          <ac:spMkLst>
            <pc:docMk/>
            <pc:sldMk cId="1501404703" sldId="9062"/>
            <ac:spMk id="58" creationId="{2DC81830-B7E3-8C66-467C-7406616D3256}"/>
          </ac:spMkLst>
        </pc:spChg>
        <pc:spChg chg="mod">
          <ac:chgData name="Macher, Andreas (DI FA CTR PLC PPM)" userId="f1dcac62-7bef-43eb-91f0-927336a1714f" providerId="ADAL" clId="{5B710B73-F6D6-4A7D-9276-5384056BD54A}" dt="2022-11-23T12:19:19.328" v="8994"/>
          <ac:spMkLst>
            <pc:docMk/>
            <pc:sldMk cId="1501404703" sldId="9062"/>
            <ac:spMk id="59" creationId="{DBFE6107-7804-E0F4-F379-677E0DC7A492}"/>
          </ac:spMkLst>
        </pc:spChg>
        <pc:grpChg chg="mod">
          <ac:chgData name="Macher, Andreas (DI FA CTR PLC PPM)" userId="f1dcac62-7bef-43eb-91f0-927336a1714f" providerId="ADAL" clId="{5B710B73-F6D6-4A7D-9276-5384056BD54A}" dt="2022-11-07T21:32:43.536" v="6833" actId="207"/>
          <ac:grpSpMkLst>
            <pc:docMk/>
            <pc:sldMk cId="1501404703" sldId="9062"/>
            <ac:grpSpMk id="4" creationId="{3BDA862B-7B46-4D03-A361-205403A82722}"/>
          </ac:grpSpMkLst>
        </pc:grpChg>
        <pc:grpChg chg="add mod">
          <ac:chgData name="Macher, Andreas (DI FA CTR PLC PPM)" userId="f1dcac62-7bef-43eb-91f0-927336a1714f" providerId="ADAL" clId="{5B710B73-F6D6-4A7D-9276-5384056BD54A}" dt="2022-11-23T12:19:23.711" v="8995" actId="1076"/>
          <ac:grpSpMkLst>
            <pc:docMk/>
            <pc:sldMk cId="1501404703" sldId="9062"/>
            <ac:grpSpMk id="10" creationId="{A05D50DA-47BE-1C70-F542-75ECDF4FFF9B}"/>
          </ac:grpSpMkLst>
        </pc:grpChg>
        <pc:grpChg chg="del">
          <ac:chgData name="Macher, Andreas (DI FA CTR PLC PPM)" userId="f1dcac62-7bef-43eb-91f0-927336a1714f" providerId="ADAL" clId="{5B710B73-F6D6-4A7D-9276-5384056BD54A}" dt="2022-11-23T12:19:18.557" v="8993" actId="478"/>
          <ac:grpSpMkLst>
            <pc:docMk/>
            <pc:sldMk cId="1501404703" sldId="9062"/>
            <ac:grpSpMk id="15" creationId="{86E1F3CB-8AE4-4EC2-BD4F-D16966E73897}"/>
          </ac:grpSpMkLst>
        </pc:grpChg>
        <pc:graphicFrameChg chg="modGraphic">
          <ac:chgData name="Macher, Andreas (DI FA CTR PLC PPM)" userId="f1dcac62-7bef-43eb-91f0-927336a1714f" providerId="ADAL" clId="{5B710B73-F6D6-4A7D-9276-5384056BD54A}" dt="2022-11-07T21:32:39.510" v="6832" actId="207"/>
          <ac:graphicFrameMkLst>
            <pc:docMk/>
            <pc:sldMk cId="1501404703" sldId="9062"/>
            <ac:graphicFrameMk id="3" creationId="{83276DA6-0006-416E-809E-193192D181EE}"/>
          </ac:graphicFrameMkLst>
        </pc:graphicFrameChg>
        <pc:picChg chg="mod">
          <ac:chgData name="Macher, Andreas (DI FA CTR PLC PPM)" userId="f1dcac62-7bef-43eb-91f0-927336a1714f" providerId="ADAL" clId="{5B710B73-F6D6-4A7D-9276-5384056BD54A}" dt="2022-11-07T21:33:02.583" v="6834" actId="207"/>
          <ac:picMkLst>
            <pc:docMk/>
            <pc:sldMk cId="1501404703" sldId="9062"/>
            <ac:picMk id="23" creationId="{56F856C2-DBED-46C5-AE2F-23CD2823E4B2}"/>
          </ac:picMkLst>
        </pc:picChg>
        <pc:picChg chg="mod">
          <ac:chgData name="Macher, Andreas (DI FA CTR PLC PPM)" userId="f1dcac62-7bef-43eb-91f0-927336a1714f" providerId="ADAL" clId="{5B710B73-F6D6-4A7D-9276-5384056BD54A}" dt="2022-11-07T21:33:02.583" v="6834" actId="207"/>
          <ac:picMkLst>
            <pc:docMk/>
            <pc:sldMk cId="1501404703" sldId="9062"/>
            <ac:picMk id="24" creationId="{5290B23B-3D05-466A-AAB7-07BCEE111328}"/>
          </ac:picMkLst>
        </pc:picChg>
        <pc:picChg chg="mod">
          <ac:chgData name="Macher, Andreas (DI FA CTR PLC PPM)" userId="f1dcac62-7bef-43eb-91f0-927336a1714f" providerId="ADAL" clId="{5B710B73-F6D6-4A7D-9276-5384056BD54A}" dt="2022-11-07T21:33:02.583" v="6834" actId="207"/>
          <ac:picMkLst>
            <pc:docMk/>
            <pc:sldMk cId="1501404703" sldId="9062"/>
            <ac:picMk id="25" creationId="{FD294112-9EC2-4B90-A3BA-BAD1F44F824B}"/>
          </ac:picMkLst>
        </pc:picChg>
        <pc:picChg chg="mod">
          <ac:chgData name="Macher, Andreas (DI FA CTR PLC PPM)" userId="f1dcac62-7bef-43eb-91f0-927336a1714f" providerId="ADAL" clId="{5B710B73-F6D6-4A7D-9276-5384056BD54A}" dt="2022-11-07T21:33:02.583" v="6834" actId="207"/>
          <ac:picMkLst>
            <pc:docMk/>
            <pc:sldMk cId="1501404703" sldId="9062"/>
            <ac:picMk id="26" creationId="{6257E5DD-053A-4D2A-9107-0726EA0FBAA8}"/>
          </ac:picMkLst>
        </pc:picChg>
        <pc:picChg chg="mod">
          <ac:chgData name="Macher, Andreas (DI FA CTR PLC PPM)" userId="f1dcac62-7bef-43eb-91f0-927336a1714f" providerId="ADAL" clId="{5B710B73-F6D6-4A7D-9276-5384056BD54A}" dt="2022-11-07T21:33:02.583" v="6834" actId="207"/>
          <ac:picMkLst>
            <pc:docMk/>
            <pc:sldMk cId="1501404703" sldId="9062"/>
            <ac:picMk id="27" creationId="{F129404D-9147-4232-8DD3-9078C19F3CD6}"/>
          </ac:picMkLst>
        </pc:picChg>
        <pc:picChg chg="mod">
          <ac:chgData name="Macher, Andreas (DI FA CTR PLC PPM)" userId="f1dcac62-7bef-43eb-91f0-927336a1714f" providerId="ADAL" clId="{5B710B73-F6D6-4A7D-9276-5384056BD54A}" dt="2022-11-07T21:33:02.583" v="6834" actId="207"/>
          <ac:picMkLst>
            <pc:docMk/>
            <pc:sldMk cId="1501404703" sldId="9062"/>
            <ac:picMk id="28" creationId="{A6929F4B-1BD4-4A64-B86D-6D38527C3D4B}"/>
          </ac:picMkLst>
        </pc:picChg>
        <pc:picChg chg="mod">
          <ac:chgData name="Macher, Andreas (DI FA CTR PLC PPM)" userId="f1dcac62-7bef-43eb-91f0-927336a1714f" providerId="ADAL" clId="{5B710B73-F6D6-4A7D-9276-5384056BD54A}" dt="2022-11-07T21:33:13.549" v="6835" actId="207"/>
          <ac:picMkLst>
            <pc:docMk/>
            <pc:sldMk cId="1501404703" sldId="9062"/>
            <ac:picMk id="36" creationId="{E362960F-26D0-47DF-92A0-C9D23D8BB35B}"/>
          </ac:picMkLst>
        </pc:picChg>
        <pc:picChg chg="mod">
          <ac:chgData name="Macher, Andreas (DI FA CTR PLC PPM)" userId="f1dcac62-7bef-43eb-91f0-927336a1714f" providerId="ADAL" clId="{5B710B73-F6D6-4A7D-9276-5384056BD54A}" dt="2022-11-07T21:33:13.549" v="6835" actId="207"/>
          <ac:picMkLst>
            <pc:docMk/>
            <pc:sldMk cId="1501404703" sldId="9062"/>
            <ac:picMk id="37" creationId="{58A606C2-C89C-4BFA-8E85-2EAB4DEACF8F}"/>
          </ac:picMkLst>
        </pc:picChg>
        <pc:picChg chg="mod">
          <ac:chgData name="Macher, Andreas (DI FA CTR PLC PPM)" userId="f1dcac62-7bef-43eb-91f0-927336a1714f" providerId="ADAL" clId="{5B710B73-F6D6-4A7D-9276-5384056BD54A}" dt="2022-11-07T21:33:13.549" v="6835" actId="207"/>
          <ac:picMkLst>
            <pc:docMk/>
            <pc:sldMk cId="1501404703" sldId="9062"/>
            <ac:picMk id="38" creationId="{F3AD57F7-9B2D-447F-9DED-97239A536F97}"/>
          </ac:picMkLst>
        </pc:picChg>
        <pc:picChg chg="mod">
          <ac:chgData name="Macher, Andreas (DI FA CTR PLC PPM)" userId="f1dcac62-7bef-43eb-91f0-927336a1714f" providerId="ADAL" clId="{5B710B73-F6D6-4A7D-9276-5384056BD54A}" dt="2022-11-07T21:33:13.549" v="6835" actId="207"/>
          <ac:picMkLst>
            <pc:docMk/>
            <pc:sldMk cId="1501404703" sldId="9062"/>
            <ac:picMk id="39" creationId="{8FA3A405-4B26-4C45-8340-41A55F032354}"/>
          </ac:picMkLst>
        </pc:picChg>
        <pc:picChg chg="mod">
          <ac:chgData name="Macher, Andreas (DI FA CTR PLC PPM)" userId="f1dcac62-7bef-43eb-91f0-927336a1714f" providerId="ADAL" clId="{5B710B73-F6D6-4A7D-9276-5384056BD54A}" dt="2022-11-07T21:33:13.549" v="6835" actId="207"/>
          <ac:picMkLst>
            <pc:docMk/>
            <pc:sldMk cId="1501404703" sldId="9062"/>
            <ac:picMk id="40" creationId="{73ABB6FE-E98D-4A38-BC74-1F96E6F2A621}"/>
          </ac:picMkLst>
        </pc:picChg>
        <pc:picChg chg="mod">
          <ac:chgData name="Macher, Andreas (DI FA CTR PLC PPM)" userId="f1dcac62-7bef-43eb-91f0-927336a1714f" providerId="ADAL" clId="{5B710B73-F6D6-4A7D-9276-5384056BD54A}" dt="2022-11-07T21:33:13.549" v="6835" actId="207"/>
          <ac:picMkLst>
            <pc:docMk/>
            <pc:sldMk cId="1501404703" sldId="9062"/>
            <ac:picMk id="41" creationId="{F9DC2C78-3180-41CA-B17C-F6A54511C7E5}"/>
          </ac:picMkLst>
        </pc:picChg>
        <pc:picChg chg="mod">
          <ac:chgData name="Macher, Andreas (DI FA CTR PLC PPM)" userId="f1dcac62-7bef-43eb-91f0-927336a1714f" providerId="ADAL" clId="{5B710B73-F6D6-4A7D-9276-5384056BD54A}" dt="2022-11-07T21:33:24.006" v="6836" actId="207"/>
          <ac:picMkLst>
            <pc:docMk/>
            <pc:sldMk cId="1501404703" sldId="9062"/>
            <ac:picMk id="50" creationId="{C93993B5-A7F5-413A-8520-DE658C942940}"/>
          </ac:picMkLst>
        </pc:picChg>
        <pc:picChg chg="mod">
          <ac:chgData name="Macher, Andreas (DI FA CTR PLC PPM)" userId="f1dcac62-7bef-43eb-91f0-927336a1714f" providerId="ADAL" clId="{5B710B73-F6D6-4A7D-9276-5384056BD54A}" dt="2022-11-07T21:33:24.006" v="6836" actId="207"/>
          <ac:picMkLst>
            <pc:docMk/>
            <pc:sldMk cId="1501404703" sldId="9062"/>
            <ac:picMk id="51" creationId="{14B9C0F8-6D5D-44D1-AF3D-B51A097C7690}"/>
          </ac:picMkLst>
        </pc:picChg>
        <pc:picChg chg="mod">
          <ac:chgData name="Macher, Andreas (DI FA CTR PLC PPM)" userId="f1dcac62-7bef-43eb-91f0-927336a1714f" providerId="ADAL" clId="{5B710B73-F6D6-4A7D-9276-5384056BD54A}" dt="2022-11-07T21:33:24.006" v="6836" actId="207"/>
          <ac:picMkLst>
            <pc:docMk/>
            <pc:sldMk cId="1501404703" sldId="9062"/>
            <ac:picMk id="52" creationId="{7A4B750B-A63E-4550-9D5E-217A6C3A77EF}"/>
          </ac:picMkLst>
        </pc:picChg>
        <pc:picChg chg="mod">
          <ac:chgData name="Macher, Andreas (DI FA CTR PLC PPM)" userId="f1dcac62-7bef-43eb-91f0-927336a1714f" providerId="ADAL" clId="{5B710B73-F6D6-4A7D-9276-5384056BD54A}" dt="2022-11-07T21:33:24.006" v="6836" actId="207"/>
          <ac:picMkLst>
            <pc:docMk/>
            <pc:sldMk cId="1501404703" sldId="9062"/>
            <ac:picMk id="53" creationId="{4C4F009B-642F-4333-94DA-41A4574BA2B0}"/>
          </ac:picMkLst>
        </pc:picChg>
        <pc:picChg chg="mod">
          <ac:chgData name="Macher, Andreas (DI FA CTR PLC PPM)" userId="f1dcac62-7bef-43eb-91f0-927336a1714f" providerId="ADAL" clId="{5B710B73-F6D6-4A7D-9276-5384056BD54A}" dt="2022-11-07T21:33:24.006" v="6836" actId="207"/>
          <ac:picMkLst>
            <pc:docMk/>
            <pc:sldMk cId="1501404703" sldId="9062"/>
            <ac:picMk id="54" creationId="{C536E0E7-9CD7-4278-8E0A-C85139A1F78D}"/>
          </ac:picMkLst>
        </pc:picChg>
        <pc:picChg chg="mod">
          <ac:chgData name="Macher, Andreas (DI FA CTR PLC PPM)" userId="f1dcac62-7bef-43eb-91f0-927336a1714f" providerId="ADAL" clId="{5B710B73-F6D6-4A7D-9276-5384056BD54A}" dt="2022-11-07T21:33:24.006" v="6836" actId="207"/>
          <ac:picMkLst>
            <pc:docMk/>
            <pc:sldMk cId="1501404703" sldId="9062"/>
            <ac:picMk id="55" creationId="{BFACB610-C776-43AE-B6D1-137C5586D341}"/>
          </ac:picMkLst>
        </pc:picChg>
      </pc:sldChg>
      <pc:sldChg chg="modSp mod chgLayout">
        <pc:chgData name="Macher, Andreas (DI FA CTR PLC PPM)" userId="f1dcac62-7bef-43eb-91f0-927336a1714f" providerId="ADAL" clId="{5B710B73-F6D6-4A7D-9276-5384056BD54A}" dt="2022-11-23T12:27:38.103" v="9003" actId="207"/>
        <pc:sldMkLst>
          <pc:docMk/>
          <pc:sldMk cId="4248381990" sldId="9064"/>
        </pc:sldMkLst>
        <pc:spChg chg="mod ord">
          <ac:chgData name="Macher, Andreas (DI FA CTR PLC PPM)" userId="f1dcac62-7bef-43eb-91f0-927336a1714f" providerId="ADAL" clId="{5B710B73-F6D6-4A7D-9276-5384056BD54A}" dt="2022-11-23T12:21:55.580" v="8996"/>
          <ac:spMkLst>
            <pc:docMk/>
            <pc:sldMk cId="4248381990" sldId="9064"/>
            <ac:spMk id="2" creationId="{C431EEF0-7B34-494C-85FD-2B492BC7CBF8}"/>
          </ac:spMkLst>
        </pc:spChg>
        <pc:spChg chg="mod ord">
          <ac:chgData name="Macher, Andreas (DI FA CTR PLC PPM)" userId="f1dcac62-7bef-43eb-91f0-927336a1714f" providerId="ADAL" clId="{5B710B73-F6D6-4A7D-9276-5384056BD54A}" dt="2022-11-16T13:36:35.596" v="7222" actId="207"/>
          <ac:spMkLst>
            <pc:docMk/>
            <pc:sldMk cId="4248381990" sldId="9064"/>
            <ac:spMk id="3" creationId="{1ED91481-81E0-4C81-B23F-4EC55BEBA8B7}"/>
          </ac:spMkLst>
        </pc:spChg>
        <pc:spChg chg="mod">
          <ac:chgData name="Macher, Andreas (DI FA CTR PLC PPM)" userId="f1dcac62-7bef-43eb-91f0-927336a1714f" providerId="ADAL" clId="{5B710B73-F6D6-4A7D-9276-5384056BD54A}" dt="2022-11-23T12:27:38.103" v="9003" actId="207"/>
          <ac:spMkLst>
            <pc:docMk/>
            <pc:sldMk cId="4248381990" sldId="9064"/>
            <ac:spMk id="9" creationId="{8D5E9831-B894-4CF1-9866-AA85570D809F}"/>
          </ac:spMkLst>
        </pc:spChg>
        <pc:spChg chg="mod">
          <ac:chgData name="Macher, Andreas (DI FA CTR PLC PPM)" userId="f1dcac62-7bef-43eb-91f0-927336a1714f" providerId="ADAL" clId="{5B710B73-F6D6-4A7D-9276-5384056BD54A}" dt="2022-11-23T12:27:38.103" v="9003" actId="207"/>
          <ac:spMkLst>
            <pc:docMk/>
            <pc:sldMk cId="4248381990" sldId="9064"/>
            <ac:spMk id="10" creationId="{4FA2938D-98F9-42CE-9249-005E415E3A5D}"/>
          </ac:spMkLst>
        </pc:spChg>
        <pc:spChg chg="mod">
          <ac:chgData name="Macher, Andreas (DI FA CTR PLC PPM)" userId="f1dcac62-7bef-43eb-91f0-927336a1714f" providerId="ADAL" clId="{5B710B73-F6D6-4A7D-9276-5384056BD54A}" dt="2022-11-23T12:27:38.103" v="9003" actId="207"/>
          <ac:spMkLst>
            <pc:docMk/>
            <pc:sldMk cId="4248381990" sldId="9064"/>
            <ac:spMk id="11" creationId="{0D6AEF35-6894-4152-8FC7-B296E5EF2A85}"/>
          </ac:spMkLst>
        </pc:spChg>
        <pc:spChg chg="mod">
          <ac:chgData name="Macher, Andreas (DI FA CTR PLC PPM)" userId="f1dcac62-7bef-43eb-91f0-927336a1714f" providerId="ADAL" clId="{5B710B73-F6D6-4A7D-9276-5384056BD54A}" dt="2022-11-23T12:27:38.103" v="9003" actId="207"/>
          <ac:spMkLst>
            <pc:docMk/>
            <pc:sldMk cId="4248381990" sldId="9064"/>
            <ac:spMk id="14" creationId="{0994A3A6-C7D6-44A6-9459-631CC08AB872}"/>
          </ac:spMkLst>
        </pc:spChg>
        <pc:spChg chg="mod">
          <ac:chgData name="Macher, Andreas (DI FA CTR PLC PPM)" userId="f1dcac62-7bef-43eb-91f0-927336a1714f" providerId="ADAL" clId="{5B710B73-F6D6-4A7D-9276-5384056BD54A}" dt="2022-11-07T21:31:16.448" v="6821" actId="207"/>
          <ac:spMkLst>
            <pc:docMk/>
            <pc:sldMk cId="4248381990" sldId="9064"/>
            <ac:spMk id="15" creationId="{F9B32128-737B-4EA2-820F-D3AF0CAB89B0}"/>
          </ac:spMkLst>
        </pc:spChg>
        <pc:spChg chg="mod">
          <ac:chgData name="Macher, Andreas (DI FA CTR PLC PPM)" userId="f1dcac62-7bef-43eb-91f0-927336a1714f" providerId="ADAL" clId="{5B710B73-F6D6-4A7D-9276-5384056BD54A}" dt="2022-11-07T21:31:16.448" v="6821" actId="207"/>
          <ac:spMkLst>
            <pc:docMk/>
            <pc:sldMk cId="4248381990" sldId="9064"/>
            <ac:spMk id="17" creationId="{39E0A4C9-69D6-4D56-B874-BE71AE2D510E}"/>
          </ac:spMkLst>
        </pc:spChg>
      </pc:sldChg>
      <pc:sldChg chg="modSp mod">
        <pc:chgData name="Macher, Andreas (DI FA CTR PLC PPM)" userId="f1dcac62-7bef-43eb-91f0-927336a1714f" providerId="ADAL" clId="{5B710B73-F6D6-4A7D-9276-5384056BD54A}" dt="2022-11-23T12:21:55.580" v="8996"/>
        <pc:sldMkLst>
          <pc:docMk/>
          <pc:sldMk cId="578210998" sldId="9072"/>
        </pc:sldMkLst>
        <pc:spChg chg="mod">
          <ac:chgData name="Macher, Andreas (DI FA CTR PLC PPM)" userId="f1dcac62-7bef-43eb-91f0-927336a1714f" providerId="ADAL" clId="{5B710B73-F6D6-4A7D-9276-5384056BD54A}" dt="2022-11-23T12:21:55.580" v="8996"/>
          <ac:spMkLst>
            <pc:docMk/>
            <pc:sldMk cId="578210998" sldId="9072"/>
            <ac:spMk id="2" creationId="{0342A3D6-98FE-48A7-AFE2-71450107450D}"/>
          </ac:spMkLst>
        </pc:spChg>
      </pc:sldChg>
      <pc:sldChg chg="modSp">
        <pc:chgData name="Macher, Andreas (DI FA CTR PLC PPM)" userId="f1dcac62-7bef-43eb-91f0-927336a1714f" providerId="ADAL" clId="{5B710B73-F6D6-4A7D-9276-5384056BD54A}" dt="2022-11-23T12:21:55.580" v="8996"/>
        <pc:sldMkLst>
          <pc:docMk/>
          <pc:sldMk cId="4153753026" sldId="9073"/>
        </pc:sldMkLst>
        <pc:spChg chg="mod">
          <ac:chgData name="Macher, Andreas (DI FA CTR PLC PPM)" userId="f1dcac62-7bef-43eb-91f0-927336a1714f" providerId="ADAL" clId="{5B710B73-F6D6-4A7D-9276-5384056BD54A}" dt="2022-11-23T12:21:55.580" v="8996"/>
          <ac:spMkLst>
            <pc:docMk/>
            <pc:sldMk cId="4153753026" sldId="9073"/>
            <ac:spMk id="2" creationId="{8E888A1E-9B92-4BE5-87D5-650A66A200BE}"/>
          </ac:spMkLst>
        </pc:spChg>
      </pc:sldChg>
      <pc:sldChg chg="modSp">
        <pc:chgData name="Macher, Andreas (DI FA CTR PLC PPM)" userId="f1dcac62-7bef-43eb-91f0-927336a1714f" providerId="ADAL" clId="{5B710B73-F6D6-4A7D-9276-5384056BD54A}" dt="2022-11-23T12:21:55.580" v="8996"/>
        <pc:sldMkLst>
          <pc:docMk/>
          <pc:sldMk cId="3586329819" sldId="9075"/>
        </pc:sldMkLst>
        <pc:spChg chg="mod">
          <ac:chgData name="Macher, Andreas (DI FA CTR PLC PPM)" userId="f1dcac62-7bef-43eb-91f0-927336a1714f" providerId="ADAL" clId="{5B710B73-F6D6-4A7D-9276-5384056BD54A}" dt="2022-11-23T12:21:55.580" v="8996"/>
          <ac:spMkLst>
            <pc:docMk/>
            <pc:sldMk cId="3586329819" sldId="9075"/>
            <ac:spMk id="2" creationId="{365578C7-C65B-4D7F-8524-F7725092B59F}"/>
          </ac:spMkLst>
        </pc:spChg>
      </pc:sldChg>
      <pc:sldChg chg="delSp modSp mod">
        <pc:chgData name="Macher, Andreas (DI FA CTR PLC PPM)" userId="f1dcac62-7bef-43eb-91f0-927336a1714f" providerId="ADAL" clId="{5B710B73-F6D6-4A7D-9276-5384056BD54A}" dt="2022-11-23T12:21:55.580" v="8996"/>
        <pc:sldMkLst>
          <pc:docMk/>
          <pc:sldMk cId="413719169" sldId="9076"/>
        </pc:sldMkLst>
        <pc:spChg chg="mod">
          <ac:chgData name="Macher, Andreas (DI FA CTR PLC PPM)" userId="f1dcac62-7bef-43eb-91f0-927336a1714f" providerId="ADAL" clId="{5B710B73-F6D6-4A7D-9276-5384056BD54A}" dt="2022-11-23T12:21:55.580" v="8996"/>
          <ac:spMkLst>
            <pc:docMk/>
            <pc:sldMk cId="413719169" sldId="9076"/>
            <ac:spMk id="2" creationId="{2005AA33-0C58-4946-9A8A-DD06B903F947}"/>
          </ac:spMkLst>
        </pc:spChg>
        <pc:spChg chg="del">
          <ac:chgData name="Macher, Andreas (DI FA CTR PLC PPM)" userId="f1dcac62-7bef-43eb-91f0-927336a1714f" providerId="ADAL" clId="{5B710B73-F6D6-4A7D-9276-5384056BD54A}" dt="2022-11-03T13:50:47.624" v="3346" actId="478"/>
          <ac:spMkLst>
            <pc:docMk/>
            <pc:sldMk cId="413719169" sldId="9076"/>
            <ac:spMk id="3" creationId="{5A6A7D38-BD9F-4BD9-8773-31420C498619}"/>
          </ac:spMkLst>
        </pc:spChg>
      </pc:sldChg>
      <pc:sldChg chg="modSp">
        <pc:chgData name="Macher, Andreas (DI FA CTR PLC PPM)" userId="f1dcac62-7bef-43eb-91f0-927336a1714f" providerId="ADAL" clId="{5B710B73-F6D6-4A7D-9276-5384056BD54A}" dt="2022-11-23T12:21:55.580" v="8996"/>
        <pc:sldMkLst>
          <pc:docMk/>
          <pc:sldMk cId="2085356520" sldId="9077"/>
        </pc:sldMkLst>
        <pc:spChg chg="mod">
          <ac:chgData name="Macher, Andreas (DI FA CTR PLC PPM)" userId="f1dcac62-7bef-43eb-91f0-927336a1714f" providerId="ADAL" clId="{5B710B73-F6D6-4A7D-9276-5384056BD54A}" dt="2022-11-23T12:21:55.580" v="8996"/>
          <ac:spMkLst>
            <pc:docMk/>
            <pc:sldMk cId="2085356520" sldId="9077"/>
            <ac:spMk id="2" creationId="{9AAAA657-3212-44EE-8156-A9E51026DD06}"/>
          </ac:spMkLst>
        </pc:spChg>
      </pc:sldChg>
      <pc:sldChg chg="modSp">
        <pc:chgData name="Macher, Andreas (DI FA CTR PLC PPM)" userId="f1dcac62-7bef-43eb-91f0-927336a1714f" providerId="ADAL" clId="{5B710B73-F6D6-4A7D-9276-5384056BD54A}" dt="2022-11-23T12:21:55.580" v="8996"/>
        <pc:sldMkLst>
          <pc:docMk/>
          <pc:sldMk cId="284753482" sldId="9078"/>
        </pc:sldMkLst>
        <pc:spChg chg="mod">
          <ac:chgData name="Macher, Andreas (DI FA CTR PLC PPM)" userId="f1dcac62-7bef-43eb-91f0-927336a1714f" providerId="ADAL" clId="{5B710B73-F6D6-4A7D-9276-5384056BD54A}" dt="2022-11-23T12:21:55.580" v="8996"/>
          <ac:spMkLst>
            <pc:docMk/>
            <pc:sldMk cId="284753482" sldId="9078"/>
            <ac:spMk id="2" creationId="{E8D68C40-B993-49D3-A187-201A4112CC9B}"/>
          </ac:spMkLst>
        </pc:spChg>
      </pc:sldChg>
      <pc:sldChg chg="modSp">
        <pc:chgData name="Macher, Andreas (DI FA CTR PLC PPM)" userId="f1dcac62-7bef-43eb-91f0-927336a1714f" providerId="ADAL" clId="{5B710B73-F6D6-4A7D-9276-5384056BD54A}" dt="2022-11-23T12:21:55.580" v="8996"/>
        <pc:sldMkLst>
          <pc:docMk/>
          <pc:sldMk cId="3598062986" sldId="9079"/>
        </pc:sldMkLst>
        <pc:spChg chg="mod">
          <ac:chgData name="Macher, Andreas (DI FA CTR PLC PPM)" userId="f1dcac62-7bef-43eb-91f0-927336a1714f" providerId="ADAL" clId="{5B710B73-F6D6-4A7D-9276-5384056BD54A}" dt="2022-11-23T12:21:55.580" v="8996"/>
          <ac:spMkLst>
            <pc:docMk/>
            <pc:sldMk cId="3598062986" sldId="9079"/>
            <ac:spMk id="2" creationId="{D5039AA6-48B4-4810-8C4C-2BC4443AA2B1}"/>
          </ac:spMkLst>
        </pc:spChg>
      </pc:sldChg>
      <pc:sldChg chg="modSp mod chgLayout">
        <pc:chgData name="Macher, Andreas (DI FA CTR PLC PPM)" userId="f1dcac62-7bef-43eb-91f0-927336a1714f" providerId="ADAL" clId="{5B710B73-F6D6-4A7D-9276-5384056BD54A}" dt="2022-11-23T12:21:55.580" v="8996"/>
        <pc:sldMkLst>
          <pc:docMk/>
          <pc:sldMk cId="5489862" sldId="9082"/>
        </pc:sldMkLst>
        <pc:spChg chg="mod ord">
          <ac:chgData name="Macher, Andreas (DI FA CTR PLC PPM)" userId="f1dcac62-7bef-43eb-91f0-927336a1714f" providerId="ADAL" clId="{5B710B73-F6D6-4A7D-9276-5384056BD54A}" dt="2022-11-16T13:34:29.281" v="7190" actId="700"/>
          <ac:spMkLst>
            <pc:docMk/>
            <pc:sldMk cId="5489862" sldId="9082"/>
            <ac:spMk id="2" creationId="{E4859F7C-5D68-4030-AD44-297043C0F3E8}"/>
          </ac:spMkLst>
        </pc:spChg>
        <pc:spChg chg="mod ord">
          <ac:chgData name="Macher, Andreas (DI FA CTR PLC PPM)" userId="f1dcac62-7bef-43eb-91f0-927336a1714f" providerId="ADAL" clId="{5B710B73-F6D6-4A7D-9276-5384056BD54A}" dt="2022-11-23T12:21:55.580" v="8996"/>
          <ac:spMkLst>
            <pc:docMk/>
            <pc:sldMk cId="5489862" sldId="9082"/>
            <ac:spMk id="5" creationId="{0E54C4E3-642E-40AC-9BDA-90BEFDE2557E}"/>
          </ac:spMkLst>
        </pc:spChg>
        <pc:graphicFrameChg chg="mod modGraphic">
          <ac:chgData name="Macher, Andreas (DI FA CTR PLC PPM)" userId="f1dcac62-7bef-43eb-91f0-927336a1714f" providerId="ADAL" clId="{5B710B73-F6D6-4A7D-9276-5384056BD54A}" dt="2022-11-23T10:32:09.027" v="8503" actId="6549"/>
          <ac:graphicFrameMkLst>
            <pc:docMk/>
            <pc:sldMk cId="5489862" sldId="9082"/>
            <ac:graphicFrameMk id="8" creationId="{CF5797E9-4B2B-4830-BCE2-BB34D3472BFF}"/>
          </ac:graphicFrameMkLst>
        </pc:graphicFrameChg>
      </pc:sldChg>
      <pc:sldChg chg="modSp mod chgLayout">
        <pc:chgData name="Macher, Andreas (DI FA CTR PLC PPM)" userId="f1dcac62-7bef-43eb-91f0-927336a1714f" providerId="ADAL" clId="{5B710B73-F6D6-4A7D-9276-5384056BD54A}" dt="2022-11-23T12:21:55.580" v="8996"/>
        <pc:sldMkLst>
          <pc:docMk/>
          <pc:sldMk cId="1957441726" sldId="9083"/>
        </pc:sldMkLst>
        <pc:spChg chg="mod ord">
          <ac:chgData name="Macher, Andreas (DI FA CTR PLC PPM)" userId="f1dcac62-7bef-43eb-91f0-927336a1714f" providerId="ADAL" clId="{5B710B73-F6D6-4A7D-9276-5384056BD54A}" dt="2022-11-16T13:34:35.597" v="7191" actId="700"/>
          <ac:spMkLst>
            <pc:docMk/>
            <pc:sldMk cId="1957441726" sldId="9083"/>
            <ac:spMk id="2" creationId="{E4859F7C-5D68-4030-AD44-297043C0F3E8}"/>
          </ac:spMkLst>
        </pc:spChg>
        <pc:spChg chg="mod ord">
          <ac:chgData name="Macher, Andreas (DI FA CTR PLC PPM)" userId="f1dcac62-7bef-43eb-91f0-927336a1714f" providerId="ADAL" clId="{5B710B73-F6D6-4A7D-9276-5384056BD54A}" dt="2022-11-23T12:21:55.580" v="8996"/>
          <ac:spMkLst>
            <pc:docMk/>
            <pc:sldMk cId="1957441726" sldId="9083"/>
            <ac:spMk id="5" creationId="{CF5E7DD3-A48D-4ACC-9CC7-044261F0053F}"/>
          </ac:spMkLst>
        </pc:spChg>
      </pc:sldChg>
      <pc:sldChg chg="modSp mod chgLayout">
        <pc:chgData name="Macher, Andreas (DI FA CTR PLC PPM)" userId="f1dcac62-7bef-43eb-91f0-927336a1714f" providerId="ADAL" clId="{5B710B73-F6D6-4A7D-9276-5384056BD54A}" dt="2022-11-23T12:35:18.781" v="9092" actId="12"/>
        <pc:sldMkLst>
          <pc:docMk/>
          <pc:sldMk cId="50364721" sldId="9084"/>
        </pc:sldMkLst>
        <pc:spChg chg="mod ord">
          <ac:chgData name="Macher, Andreas (DI FA CTR PLC PPM)" userId="f1dcac62-7bef-43eb-91f0-927336a1714f" providerId="ADAL" clId="{5B710B73-F6D6-4A7D-9276-5384056BD54A}" dt="2022-11-16T13:34:20.890" v="7189" actId="700"/>
          <ac:spMkLst>
            <pc:docMk/>
            <pc:sldMk cId="50364721" sldId="9084"/>
            <ac:spMk id="2" creationId="{E4859F7C-5D68-4030-AD44-297043C0F3E8}"/>
          </ac:spMkLst>
        </pc:spChg>
        <pc:spChg chg="mod ord">
          <ac:chgData name="Macher, Andreas (DI FA CTR PLC PPM)" userId="f1dcac62-7bef-43eb-91f0-927336a1714f" providerId="ADAL" clId="{5B710B73-F6D6-4A7D-9276-5384056BD54A}" dt="2022-11-23T12:21:55.580" v="8996"/>
          <ac:spMkLst>
            <pc:docMk/>
            <pc:sldMk cId="50364721" sldId="9084"/>
            <ac:spMk id="5" creationId="{348CDABB-F0BB-402D-9D9D-FA665DB829D9}"/>
          </ac:spMkLst>
        </pc:spChg>
        <pc:spChg chg="mod">
          <ac:chgData name="Macher, Andreas (DI FA CTR PLC PPM)" userId="f1dcac62-7bef-43eb-91f0-927336a1714f" providerId="ADAL" clId="{5B710B73-F6D6-4A7D-9276-5384056BD54A}" dt="2022-11-23T12:35:18.781" v="9092" actId="12"/>
          <ac:spMkLst>
            <pc:docMk/>
            <pc:sldMk cId="50364721" sldId="9084"/>
            <ac:spMk id="8" creationId="{1A671946-7B79-4CCB-AEBA-DDA155AF3943}"/>
          </ac:spMkLst>
        </pc:spChg>
      </pc:sldChg>
      <pc:sldChg chg="modSp mod chgLayout">
        <pc:chgData name="Macher, Andreas (DI FA CTR PLC PPM)" userId="f1dcac62-7bef-43eb-91f0-927336a1714f" providerId="ADAL" clId="{5B710B73-F6D6-4A7D-9276-5384056BD54A}" dt="2022-11-23T12:21:55.580" v="8996"/>
        <pc:sldMkLst>
          <pc:docMk/>
          <pc:sldMk cId="1619253116" sldId="9086"/>
        </pc:sldMkLst>
        <pc:spChg chg="mod ord">
          <ac:chgData name="Macher, Andreas (DI FA CTR PLC PPM)" userId="f1dcac62-7bef-43eb-91f0-927336a1714f" providerId="ADAL" clId="{5B710B73-F6D6-4A7D-9276-5384056BD54A}" dt="2022-11-07T21:31:32.640" v="6824" actId="700"/>
          <ac:spMkLst>
            <pc:docMk/>
            <pc:sldMk cId="1619253116" sldId="9086"/>
            <ac:spMk id="3" creationId="{1ED91481-81E0-4C81-B23F-4EC55BEBA8B7}"/>
          </ac:spMkLst>
        </pc:spChg>
        <pc:spChg chg="mod">
          <ac:chgData name="Macher, Andreas (DI FA CTR PLC PPM)" userId="f1dcac62-7bef-43eb-91f0-927336a1714f" providerId="ADAL" clId="{5B710B73-F6D6-4A7D-9276-5384056BD54A}" dt="2022-11-07T21:31:38.437" v="6825" actId="207"/>
          <ac:spMkLst>
            <pc:docMk/>
            <pc:sldMk cId="1619253116" sldId="9086"/>
            <ac:spMk id="4" creationId="{90687BCA-8090-4BB6-B7FE-C5D76A43CFB3}"/>
          </ac:spMkLst>
        </pc:spChg>
        <pc:spChg chg="mod ord">
          <ac:chgData name="Macher, Andreas (DI FA CTR PLC PPM)" userId="f1dcac62-7bef-43eb-91f0-927336a1714f" providerId="ADAL" clId="{5B710B73-F6D6-4A7D-9276-5384056BD54A}" dt="2022-11-23T12:21:55.580" v="8996"/>
          <ac:spMkLst>
            <pc:docMk/>
            <pc:sldMk cId="1619253116" sldId="9086"/>
            <ac:spMk id="5" creationId="{4347BA07-C4CB-4652-8DE3-3C97213854C2}"/>
          </ac:spMkLst>
        </pc:spChg>
      </pc:sldChg>
      <pc:sldChg chg="addSp modSp mod chgLayout">
        <pc:chgData name="Macher, Andreas (DI FA CTR PLC PPM)" userId="f1dcac62-7bef-43eb-91f0-927336a1714f" providerId="ADAL" clId="{5B710B73-F6D6-4A7D-9276-5384056BD54A}" dt="2022-11-23T12:21:55.580" v="8996"/>
        <pc:sldMkLst>
          <pc:docMk/>
          <pc:sldMk cId="4040070563" sldId="9087"/>
        </pc:sldMkLst>
        <pc:spChg chg="mod ord">
          <ac:chgData name="Macher, Andreas (DI FA CTR PLC PPM)" userId="f1dcac62-7bef-43eb-91f0-927336a1714f" providerId="ADAL" clId="{5B710B73-F6D6-4A7D-9276-5384056BD54A}" dt="2022-11-23T12:21:55.580" v="8996"/>
          <ac:spMkLst>
            <pc:docMk/>
            <pc:sldMk cId="4040070563" sldId="9087"/>
            <ac:spMk id="3" creationId="{A1CB4388-9E19-4E16-9DD5-0A87B1239024}"/>
          </ac:spMkLst>
        </pc:spChg>
        <pc:spChg chg="mod ord">
          <ac:chgData name="Macher, Andreas (DI FA CTR PLC PPM)" userId="f1dcac62-7bef-43eb-91f0-927336a1714f" providerId="ADAL" clId="{5B710B73-F6D6-4A7D-9276-5384056BD54A}" dt="2022-11-07T21:13:10.008" v="6613" actId="700"/>
          <ac:spMkLst>
            <pc:docMk/>
            <pc:sldMk cId="4040070563" sldId="9087"/>
            <ac:spMk id="4" creationId="{00000000-0000-0000-0000-000000000000}"/>
          </ac:spMkLst>
        </pc:spChg>
        <pc:spChg chg="add mod ord">
          <ac:chgData name="Macher, Andreas (DI FA CTR PLC PPM)" userId="f1dcac62-7bef-43eb-91f0-927336a1714f" providerId="ADAL" clId="{5B710B73-F6D6-4A7D-9276-5384056BD54A}" dt="2022-11-07T21:13:30.396" v="6616" actId="167"/>
          <ac:spMkLst>
            <pc:docMk/>
            <pc:sldMk cId="4040070563" sldId="9087"/>
            <ac:spMk id="6" creationId="{61C9387D-3785-23E5-D646-D85C095EEDC1}"/>
          </ac:spMkLst>
        </pc:spChg>
        <pc:spChg chg="mod">
          <ac:chgData name="Macher, Andreas (DI FA CTR PLC PPM)" userId="f1dcac62-7bef-43eb-91f0-927336a1714f" providerId="ADAL" clId="{5B710B73-F6D6-4A7D-9276-5384056BD54A}" dt="2022-11-07T21:15:47.720" v="6635" actId="207"/>
          <ac:spMkLst>
            <pc:docMk/>
            <pc:sldMk cId="4040070563" sldId="9087"/>
            <ac:spMk id="62" creationId="{958B7D1C-2380-4BC8-85B5-E50FD0CD638F}"/>
          </ac:spMkLst>
        </pc:spChg>
        <pc:spChg chg="mod">
          <ac:chgData name="Macher, Andreas (DI FA CTR PLC PPM)" userId="f1dcac62-7bef-43eb-91f0-927336a1714f" providerId="ADAL" clId="{5B710B73-F6D6-4A7D-9276-5384056BD54A}" dt="2022-11-07T21:15:47.720" v="6635" actId="207"/>
          <ac:spMkLst>
            <pc:docMk/>
            <pc:sldMk cId="4040070563" sldId="9087"/>
            <ac:spMk id="98" creationId="{00000000-0000-0000-0000-000000000000}"/>
          </ac:spMkLst>
        </pc:spChg>
        <pc:spChg chg="mod">
          <ac:chgData name="Macher, Andreas (DI FA CTR PLC PPM)" userId="f1dcac62-7bef-43eb-91f0-927336a1714f" providerId="ADAL" clId="{5B710B73-F6D6-4A7D-9276-5384056BD54A}" dt="2022-11-07T21:13:36.951" v="6617" actId="207"/>
          <ac:spMkLst>
            <pc:docMk/>
            <pc:sldMk cId="4040070563" sldId="9087"/>
            <ac:spMk id="104" creationId="{B9F8E643-3FE6-423F-A3AC-39C42C78B9A6}"/>
          </ac:spMkLst>
        </pc:spChg>
        <pc:spChg chg="mod">
          <ac:chgData name="Macher, Andreas (DI FA CTR PLC PPM)" userId="f1dcac62-7bef-43eb-91f0-927336a1714f" providerId="ADAL" clId="{5B710B73-F6D6-4A7D-9276-5384056BD54A}" dt="2022-11-07T21:13:36.951" v="6617" actId="207"/>
          <ac:spMkLst>
            <pc:docMk/>
            <pc:sldMk cId="4040070563" sldId="9087"/>
            <ac:spMk id="105" creationId="{4F5D554B-7679-45FD-9363-8AC45960B3FB}"/>
          </ac:spMkLst>
        </pc:spChg>
        <pc:spChg chg="mod">
          <ac:chgData name="Macher, Andreas (DI FA CTR PLC PPM)" userId="f1dcac62-7bef-43eb-91f0-927336a1714f" providerId="ADAL" clId="{5B710B73-F6D6-4A7D-9276-5384056BD54A}" dt="2022-11-07T21:13:50.920" v="6619" actId="207"/>
          <ac:spMkLst>
            <pc:docMk/>
            <pc:sldMk cId="4040070563" sldId="9087"/>
            <ac:spMk id="115" creationId="{39F32EEE-EB2E-4C8D-BB33-CB91CCAFA9D5}"/>
          </ac:spMkLst>
        </pc:spChg>
        <pc:spChg chg="mod">
          <ac:chgData name="Macher, Andreas (DI FA CTR PLC PPM)" userId="f1dcac62-7bef-43eb-91f0-927336a1714f" providerId="ADAL" clId="{5B710B73-F6D6-4A7D-9276-5384056BD54A}" dt="2022-11-07T21:13:50.920" v="6619" actId="207"/>
          <ac:spMkLst>
            <pc:docMk/>
            <pc:sldMk cId="4040070563" sldId="9087"/>
            <ac:spMk id="116" creationId="{FE8497EF-4BF5-45E4-96D6-1244811D0FD2}"/>
          </ac:spMkLst>
        </pc:spChg>
        <pc:grpChg chg="mod">
          <ac:chgData name="Macher, Andreas (DI FA CTR PLC PPM)" userId="f1dcac62-7bef-43eb-91f0-927336a1714f" providerId="ADAL" clId="{5B710B73-F6D6-4A7D-9276-5384056BD54A}" dt="2022-11-07T21:13:36.951" v="6617" actId="207"/>
          <ac:grpSpMkLst>
            <pc:docMk/>
            <pc:sldMk cId="4040070563" sldId="9087"/>
            <ac:grpSpMk id="101" creationId="{AF98AA7D-5ED6-4DE1-84B1-3C634D56B8B8}"/>
          </ac:grpSpMkLst>
        </pc:grpChg>
        <pc:grpChg chg="mod">
          <ac:chgData name="Macher, Andreas (DI FA CTR PLC PPM)" userId="f1dcac62-7bef-43eb-91f0-927336a1714f" providerId="ADAL" clId="{5B710B73-F6D6-4A7D-9276-5384056BD54A}" dt="2022-11-07T21:13:36.951" v="6617" actId="207"/>
          <ac:grpSpMkLst>
            <pc:docMk/>
            <pc:sldMk cId="4040070563" sldId="9087"/>
            <ac:grpSpMk id="102" creationId="{8A50578E-071A-4329-9B74-8C91FF8C8FC7}"/>
          </ac:grpSpMkLst>
        </pc:grpChg>
        <pc:grpChg chg="mod">
          <ac:chgData name="Macher, Andreas (DI FA CTR PLC PPM)" userId="f1dcac62-7bef-43eb-91f0-927336a1714f" providerId="ADAL" clId="{5B710B73-F6D6-4A7D-9276-5384056BD54A}" dt="2022-11-07T21:13:36.951" v="6617" actId="207"/>
          <ac:grpSpMkLst>
            <pc:docMk/>
            <pc:sldMk cId="4040070563" sldId="9087"/>
            <ac:grpSpMk id="103" creationId="{127B06E7-BD99-48ED-8538-26C0109A1D73}"/>
          </ac:grpSpMkLst>
        </pc:grpChg>
        <pc:picChg chg="mod">
          <ac:chgData name="Macher, Andreas (DI FA CTR PLC PPM)" userId="f1dcac62-7bef-43eb-91f0-927336a1714f" providerId="ADAL" clId="{5B710B73-F6D6-4A7D-9276-5384056BD54A}" dt="2022-11-07T21:13:36.951" v="6617" actId="207"/>
          <ac:picMkLst>
            <pc:docMk/>
            <pc:sldMk cId="4040070563" sldId="9087"/>
            <ac:picMk id="107" creationId="{654B94E8-3F3A-4F2E-B67C-517FD6DA01A9}"/>
          </ac:picMkLst>
        </pc:picChg>
        <pc:picChg chg="mod">
          <ac:chgData name="Macher, Andreas (DI FA CTR PLC PPM)" userId="f1dcac62-7bef-43eb-91f0-927336a1714f" providerId="ADAL" clId="{5B710B73-F6D6-4A7D-9276-5384056BD54A}" dt="2022-11-07T21:13:36.951" v="6617" actId="207"/>
          <ac:picMkLst>
            <pc:docMk/>
            <pc:sldMk cId="4040070563" sldId="9087"/>
            <ac:picMk id="108" creationId="{D43B41E8-2567-417C-A654-D26784BF58C1}"/>
          </ac:picMkLst>
        </pc:picChg>
        <pc:picChg chg="mod">
          <ac:chgData name="Macher, Andreas (DI FA CTR PLC PPM)" userId="f1dcac62-7bef-43eb-91f0-927336a1714f" providerId="ADAL" clId="{5B710B73-F6D6-4A7D-9276-5384056BD54A}" dt="2022-11-07T21:13:36.951" v="6617" actId="207"/>
          <ac:picMkLst>
            <pc:docMk/>
            <pc:sldMk cId="4040070563" sldId="9087"/>
            <ac:picMk id="109" creationId="{BC30A32C-F5D2-42A3-8399-B57D96B38548}"/>
          </ac:picMkLst>
        </pc:picChg>
        <pc:picChg chg="mod">
          <ac:chgData name="Macher, Andreas (DI FA CTR PLC PPM)" userId="f1dcac62-7bef-43eb-91f0-927336a1714f" providerId="ADAL" clId="{5B710B73-F6D6-4A7D-9276-5384056BD54A}" dt="2022-11-07T21:13:36.951" v="6617" actId="207"/>
          <ac:picMkLst>
            <pc:docMk/>
            <pc:sldMk cId="4040070563" sldId="9087"/>
            <ac:picMk id="110" creationId="{964445CC-ADC3-4954-BFCB-B51D2314EE86}"/>
          </ac:picMkLst>
        </pc:picChg>
        <pc:picChg chg="mod">
          <ac:chgData name="Macher, Andreas (DI FA CTR PLC PPM)" userId="f1dcac62-7bef-43eb-91f0-927336a1714f" providerId="ADAL" clId="{5B710B73-F6D6-4A7D-9276-5384056BD54A}" dt="2022-11-07T21:13:36.951" v="6617" actId="207"/>
          <ac:picMkLst>
            <pc:docMk/>
            <pc:sldMk cId="4040070563" sldId="9087"/>
            <ac:picMk id="111" creationId="{33EDD6F6-D558-45A4-AE84-F3D0AE5128EE}"/>
          </ac:picMkLst>
        </pc:picChg>
        <pc:picChg chg="mod">
          <ac:chgData name="Macher, Andreas (DI FA CTR PLC PPM)" userId="f1dcac62-7bef-43eb-91f0-927336a1714f" providerId="ADAL" clId="{5B710B73-F6D6-4A7D-9276-5384056BD54A}" dt="2022-11-07T21:13:36.951" v="6617" actId="207"/>
          <ac:picMkLst>
            <pc:docMk/>
            <pc:sldMk cId="4040070563" sldId="9087"/>
            <ac:picMk id="112" creationId="{DAA299DF-BFB4-4793-8EA9-42E43ADA2A39}"/>
          </ac:picMkLst>
        </pc:picChg>
      </pc:sldChg>
      <pc:sldChg chg="addSp modSp mod chgLayout">
        <pc:chgData name="Macher, Andreas (DI FA CTR PLC PPM)" userId="f1dcac62-7bef-43eb-91f0-927336a1714f" providerId="ADAL" clId="{5B710B73-F6D6-4A7D-9276-5384056BD54A}" dt="2022-11-23T12:21:55.580" v="8996"/>
        <pc:sldMkLst>
          <pc:docMk/>
          <pc:sldMk cId="2707752696" sldId="9091"/>
        </pc:sldMkLst>
        <pc:spChg chg="mod ord">
          <ac:chgData name="Macher, Andreas (DI FA CTR PLC PPM)" userId="f1dcac62-7bef-43eb-91f0-927336a1714f" providerId="ADAL" clId="{5B710B73-F6D6-4A7D-9276-5384056BD54A}" dt="2022-11-23T12:21:55.580" v="8996"/>
          <ac:spMkLst>
            <pc:docMk/>
            <pc:sldMk cId="2707752696" sldId="9091"/>
            <ac:spMk id="2" creationId="{7540EA21-2211-4181-BD05-95D33FA0048E}"/>
          </ac:spMkLst>
        </pc:spChg>
        <pc:spChg chg="add mod ord">
          <ac:chgData name="Macher, Andreas (DI FA CTR PLC PPM)" userId="f1dcac62-7bef-43eb-91f0-927336a1714f" providerId="ADAL" clId="{5B710B73-F6D6-4A7D-9276-5384056BD54A}" dt="2022-11-07T21:16:00.237" v="6637" actId="1035"/>
          <ac:spMkLst>
            <pc:docMk/>
            <pc:sldMk cId="2707752696" sldId="9091"/>
            <ac:spMk id="3" creationId="{40534647-9ED3-8A34-0083-B54A651288E4}"/>
          </ac:spMkLst>
        </pc:spChg>
        <pc:spChg chg="mod ord">
          <ac:chgData name="Macher, Andreas (DI FA CTR PLC PPM)" userId="f1dcac62-7bef-43eb-91f0-927336a1714f" providerId="ADAL" clId="{5B710B73-F6D6-4A7D-9276-5384056BD54A}" dt="2022-11-07T21:14:08.286" v="6620" actId="700"/>
          <ac:spMkLst>
            <pc:docMk/>
            <pc:sldMk cId="2707752696" sldId="9091"/>
            <ac:spMk id="4" creationId="{00000000-0000-0000-0000-000000000000}"/>
          </ac:spMkLst>
        </pc:spChg>
        <pc:spChg chg="mod">
          <ac:chgData name="Macher, Andreas (DI FA CTR PLC PPM)" userId="f1dcac62-7bef-43eb-91f0-927336a1714f" providerId="ADAL" clId="{5B710B73-F6D6-4A7D-9276-5384056BD54A}" dt="2022-11-07T21:15:37.227" v="6634" actId="207"/>
          <ac:spMkLst>
            <pc:docMk/>
            <pc:sldMk cId="2707752696" sldId="9091"/>
            <ac:spMk id="62" creationId="{958B7D1C-2380-4BC8-85B5-E50FD0CD638F}"/>
          </ac:spMkLst>
        </pc:spChg>
        <pc:spChg chg="mod">
          <ac:chgData name="Macher, Andreas (DI FA CTR PLC PPM)" userId="f1dcac62-7bef-43eb-91f0-927336a1714f" providerId="ADAL" clId="{5B710B73-F6D6-4A7D-9276-5384056BD54A}" dt="2022-11-16T13:47:53.087" v="7510" actId="113"/>
          <ac:spMkLst>
            <pc:docMk/>
            <pc:sldMk cId="2707752696" sldId="9091"/>
            <ac:spMk id="70" creationId="{CD804CBA-9100-4D67-B751-4737EE73D5E7}"/>
          </ac:spMkLst>
        </pc:spChg>
        <pc:spChg chg="mod">
          <ac:chgData name="Macher, Andreas (DI FA CTR PLC PPM)" userId="f1dcac62-7bef-43eb-91f0-927336a1714f" providerId="ADAL" clId="{5B710B73-F6D6-4A7D-9276-5384056BD54A}" dt="2022-11-07T21:15:37.227" v="6634" actId="207"/>
          <ac:spMkLst>
            <pc:docMk/>
            <pc:sldMk cId="2707752696" sldId="9091"/>
            <ac:spMk id="98" creationId="{00000000-0000-0000-0000-000000000000}"/>
          </ac:spMkLst>
        </pc:spChg>
        <pc:spChg chg="mod">
          <ac:chgData name="Macher, Andreas (DI FA CTR PLC PPM)" userId="f1dcac62-7bef-43eb-91f0-927336a1714f" providerId="ADAL" clId="{5B710B73-F6D6-4A7D-9276-5384056BD54A}" dt="2022-11-07T21:14:50.482" v="6627" actId="207"/>
          <ac:spMkLst>
            <pc:docMk/>
            <pc:sldMk cId="2707752696" sldId="9091"/>
            <ac:spMk id="104" creationId="{B9F8E643-3FE6-423F-A3AC-39C42C78B9A6}"/>
          </ac:spMkLst>
        </pc:spChg>
        <pc:spChg chg="mod">
          <ac:chgData name="Macher, Andreas (DI FA CTR PLC PPM)" userId="f1dcac62-7bef-43eb-91f0-927336a1714f" providerId="ADAL" clId="{5B710B73-F6D6-4A7D-9276-5384056BD54A}" dt="2022-11-07T21:14:50.482" v="6627" actId="207"/>
          <ac:spMkLst>
            <pc:docMk/>
            <pc:sldMk cId="2707752696" sldId="9091"/>
            <ac:spMk id="105" creationId="{4F5D554B-7679-45FD-9363-8AC45960B3FB}"/>
          </ac:spMkLst>
        </pc:spChg>
        <pc:spChg chg="mod">
          <ac:chgData name="Macher, Andreas (DI FA CTR PLC PPM)" userId="f1dcac62-7bef-43eb-91f0-927336a1714f" providerId="ADAL" clId="{5B710B73-F6D6-4A7D-9276-5384056BD54A}" dt="2022-11-07T21:14:46.115" v="6626" actId="207"/>
          <ac:spMkLst>
            <pc:docMk/>
            <pc:sldMk cId="2707752696" sldId="9091"/>
            <ac:spMk id="115" creationId="{39F32EEE-EB2E-4C8D-BB33-CB91CCAFA9D5}"/>
          </ac:spMkLst>
        </pc:spChg>
        <pc:spChg chg="mod">
          <ac:chgData name="Macher, Andreas (DI FA CTR PLC PPM)" userId="f1dcac62-7bef-43eb-91f0-927336a1714f" providerId="ADAL" clId="{5B710B73-F6D6-4A7D-9276-5384056BD54A}" dt="2022-11-07T21:14:46.115" v="6626" actId="207"/>
          <ac:spMkLst>
            <pc:docMk/>
            <pc:sldMk cId="2707752696" sldId="9091"/>
            <ac:spMk id="116" creationId="{FE8497EF-4BF5-45E4-96D6-1244811D0FD2}"/>
          </ac:spMkLst>
        </pc:spChg>
        <pc:grpChg chg="mod ord">
          <ac:chgData name="Macher, Andreas (DI FA CTR PLC PPM)" userId="f1dcac62-7bef-43eb-91f0-927336a1714f" providerId="ADAL" clId="{5B710B73-F6D6-4A7D-9276-5384056BD54A}" dt="2022-11-07T21:16:00.237" v="6637" actId="1035"/>
          <ac:grpSpMkLst>
            <pc:docMk/>
            <pc:sldMk cId="2707752696" sldId="9091"/>
            <ac:grpSpMk id="52" creationId="{0FA29353-5BC0-4506-B167-A76DF3EC01DE}"/>
          </ac:grpSpMkLst>
        </pc:grpChg>
        <pc:grpChg chg="mod">
          <ac:chgData name="Macher, Andreas (DI FA CTR PLC PPM)" userId="f1dcac62-7bef-43eb-91f0-927336a1714f" providerId="ADAL" clId="{5B710B73-F6D6-4A7D-9276-5384056BD54A}" dt="2022-11-07T21:14:50.482" v="6627" actId="207"/>
          <ac:grpSpMkLst>
            <pc:docMk/>
            <pc:sldMk cId="2707752696" sldId="9091"/>
            <ac:grpSpMk id="101" creationId="{AF98AA7D-5ED6-4DE1-84B1-3C634D56B8B8}"/>
          </ac:grpSpMkLst>
        </pc:grpChg>
        <pc:grpChg chg="mod">
          <ac:chgData name="Macher, Andreas (DI FA CTR PLC PPM)" userId="f1dcac62-7bef-43eb-91f0-927336a1714f" providerId="ADAL" clId="{5B710B73-F6D6-4A7D-9276-5384056BD54A}" dt="2022-11-07T21:14:50.482" v="6627" actId="207"/>
          <ac:grpSpMkLst>
            <pc:docMk/>
            <pc:sldMk cId="2707752696" sldId="9091"/>
            <ac:grpSpMk id="102" creationId="{8A50578E-071A-4329-9B74-8C91FF8C8FC7}"/>
          </ac:grpSpMkLst>
        </pc:grpChg>
        <pc:grpChg chg="mod">
          <ac:chgData name="Macher, Andreas (DI FA CTR PLC PPM)" userId="f1dcac62-7bef-43eb-91f0-927336a1714f" providerId="ADAL" clId="{5B710B73-F6D6-4A7D-9276-5384056BD54A}" dt="2022-11-07T21:14:50.482" v="6627" actId="207"/>
          <ac:grpSpMkLst>
            <pc:docMk/>
            <pc:sldMk cId="2707752696" sldId="9091"/>
            <ac:grpSpMk id="103" creationId="{127B06E7-BD99-48ED-8538-26C0109A1D73}"/>
          </ac:grpSpMkLst>
        </pc:grpChg>
        <pc:picChg chg="mod">
          <ac:chgData name="Macher, Andreas (DI FA CTR PLC PPM)" userId="f1dcac62-7bef-43eb-91f0-927336a1714f" providerId="ADAL" clId="{5B710B73-F6D6-4A7D-9276-5384056BD54A}" dt="2022-11-07T21:15:18.426" v="6632" actId="207"/>
          <ac:picMkLst>
            <pc:docMk/>
            <pc:sldMk cId="2707752696" sldId="9091"/>
            <ac:picMk id="65" creationId="{92822C45-E393-4BC0-822B-85B910BD1BBC}"/>
          </ac:picMkLst>
        </pc:picChg>
        <pc:picChg chg="mod">
          <ac:chgData name="Macher, Andreas (DI FA CTR PLC PPM)" userId="f1dcac62-7bef-43eb-91f0-927336a1714f" providerId="ADAL" clId="{5B710B73-F6D6-4A7D-9276-5384056BD54A}" dt="2022-11-07T21:15:18.426" v="6632" actId="207"/>
          <ac:picMkLst>
            <pc:docMk/>
            <pc:sldMk cId="2707752696" sldId="9091"/>
            <ac:picMk id="66" creationId="{259A7BCE-ECC4-42F0-907E-D44FCF9B4784}"/>
          </ac:picMkLst>
        </pc:picChg>
        <pc:picChg chg="mod">
          <ac:chgData name="Macher, Andreas (DI FA CTR PLC PPM)" userId="f1dcac62-7bef-43eb-91f0-927336a1714f" providerId="ADAL" clId="{5B710B73-F6D6-4A7D-9276-5384056BD54A}" dt="2022-11-07T21:15:18.426" v="6632" actId="207"/>
          <ac:picMkLst>
            <pc:docMk/>
            <pc:sldMk cId="2707752696" sldId="9091"/>
            <ac:picMk id="67" creationId="{2D7980B0-BFD9-49BC-BDAF-5C51ECB033FD}"/>
          </ac:picMkLst>
        </pc:picChg>
        <pc:picChg chg="mod">
          <ac:chgData name="Macher, Andreas (DI FA CTR PLC PPM)" userId="f1dcac62-7bef-43eb-91f0-927336a1714f" providerId="ADAL" clId="{5B710B73-F6D6-4A7D-9276-5384056BD54A}" dt="2022-11-07T21:14:50.482" v="6627" actId="207"/>
          <ac:picMkLst>
            <pc:docMk/>
            <pc:sldMk cId="2707752696" sldId="9091"/>
            <ac:picMk id="107" creationId="{654B94E8-3F3A-4F2E-B67C-517FD6DA01A9}"/>
          </ac:picMkLst>
        </pc:picChg>
        <pc:picChg chg="mod">
          <ac:chgData name="Macher, Andreas (DI FA CTR PLC PPM)" userId="f1dcac62-7bef-43eb-91f0-927336a1714f" providerId="ADAL" clId="{5B710B73-F6D6-4A7D-9276-5384056BD54A}" dt="2022-11-07T21:14:50.482" v="6627" actId="207"/>
          <ac:picMkLst>
            <pc:docMk/>
            <pc:sldMk cId="2707752696" sldId="9091"/>
            <ac:picMk id="108" creationId="{D43B41E8-2567-417C-A654-D26784BF58C1}"/>
          </ac:picMkLst>
        </pc:picChg>
        <pc:picChg chg="mod">
          <ac:chgData name="Macher, Andreas (DI FA CTR PLC PPM)" userId="f1dcac62-7bef-43eb-91f0-927336a1714f" providerId="ADAL" clId="{5B710B73-F6D6-4A7D-9276-5384056BD54A}" dt="2022-11-07T21:14:50.482" v="6627" actId="207"/>
          <ac:picMkLst>
            <pc:docMk/>
            <pc:sldMk cId="2707752696" sldId="9091"/>
            <ac:picMk id="109" creationId="{BC30A32C-F5D2-42A3-8399-B57D96B38548}"/>
          </ac:picMkLst>
        </pc:picChg>
        <pc:picChg chg="mod">
          <ac:chgData name="Macher, Andreas (DI FA CTR PLC PPM)" userId="f1dcac62-7bef-43eb-91f0-927336a1714f" providerId="ADAL" clId="{5B710B73-F6D6-4A7D-9276-5384056BD54A}" dt="2022-11-07T21:14:50.482" v="6627" actId="207"/>
          <ac:picMkLst>
            <pc:docMk/>
            <pc:sldMk cId="2707752696" sldId="9091"/>
            <ac:picMk id="110" creationId="{964445CC-ADC3-4954-BFCB-B51D2314EE86}"/>
          </ac:picMkLst>
        </pc:picChg>
        <pc:picChg chg="mod">
          <ac:chgData name="Macher, Andreas (DI FA CTR PLC PPM)" userId="f1dcac62-7bef-43eb-91f0-927336a1714f" providerId="ADAL" clId="{5B710B73-F6D6-4A7D-9276-5384056BD54A}" dt="2022-11-07T21:14:50.482" v="6627" actId="207"/>
          <ac:picMkLst>
            <pc:docMk/>
            <pc:sldMk cId="2707752696" sldId="9091"/>
            <ac:picMk id="111" creationId="{33EDD6F6-D558-45A4-AE84-F3D0AE5128EE}"/>
          </ac:picMkLst>
        </pc:picChg>
        <pc:picChg chg="mod">
          <ac:chgData name="Macher, Andreas (DI FA CTR PLC PPM)" userId="f1dcac62-7bef-43eb-91f0-927336a1714f" providerId="ADAL" clId="{5B710B73-F6D6-4A7D-9276-5384056BD54A}" dt="2022-11-07T21:14:50.482" v="6627" actId="207"/>
          <ac:picMkLst>
            <pc:docMk/>
            <pc:sldMk cId="2707752696" sldId="9091"/>
            <ac:picMk id="112" creationId="{DAA299DF-BFB4-4793-8EA9-42E43ADA2A39}"/>
          </ac:picMkLst>
        </pc:picChg>
      </pc:sldChg>
      <pc:sldChg chg="addSp delSp modSp mod chgLayout">
        <pc:chgData name="Macher, Andreas (DI FA CTR PLC PPM)" userId="f1dcac62-7bef-43eb-91f0-927336a1714f" providerId="ADAL" clId="{5B710B73-F6D6-4A7D-9276-5384056BD54A}" dt="2022-11-23T12:26:35.102" v="9001" actId="207"/>
        <pc:sldMkLst>
          <pc:docMk/>
          <pc:sldMk cId="2189993690" sldId="9092"/>
        </pc:sldMkLst>
        <pc:spChg chg="mod ord">
          <ac:chgData name="Macher, Andreas (DI FA CTR PLC PPM)" userId="f1dcac62-7bef-43eb-91f0-927336a1714f" providerId="ADAL" clId="{5B710B73-F6D6-4A7D-9276-5384056BD54A}" dt="2022-11-23T12:21:55.580" v="8996"/>
          <ac:spMkLst>
            <pc:docMk/>
            <pc:sldMk cId="2189993690" sldId="9092"/>
            <ac:spMk id="2" creationId="{1BDC51F0-290C-4FAD-ACB4-C7192735F031}"/>
          </ac:spMkLst>
        </pc:spChg>
        <pc:spChg chg="add mod ord">
          <ac:chgData name="Macher, Andreas (DI FA CTR PLC PPM)" userId="f1dcac62-7bef-43eb-91f0-927336a1714f" providerId="ADAL" clId="{5B710B73-F6D6-4A7D-9276-5384056BD54A}" dt="2022-11-07T21:16:21.754" v="6641" actId="167"/>
          <ac:spMkLst>
            <pc:docMk/>
            <pc:sldMk cId="2189993690" sldId="9092"/>
            <ac:spMk id="3" creationId="{D94D59EE-98D0-8266-E2A3-867F2D74C161}"/>
          </ac:spMkLst>
        </pc:spChg>
        <pc:spChg chg="mod ord">
          <ac:chgData name="Macher, Andreas (DI FA CTR PLC PPM)" userId="f1dcac62-7bef-43eb-91f0-927336a1714f" providerId="ADAL" clId="{5B710B73-F6D6-4A7D-9276-5384056BD54A}" dt="2022-11-07T21:16:08.812" v="6638" actId="700"/>
          <ac:spMkLst>
            <pc:docMk/>
            <pc:sldMk cId="2189993690" sldId="9092"/>
            <ac:spMk id="4" creationId="{00000000-0000-0000-0000-000000000000}"/>
          </ac:spMkLst>
        </pc:spChg>
        <pc:spChg chg="mod">
          <ac:chgData name="Macher, Andreas (DI FA CTR PLC PPM)" userId="f1dcac62-7bef-43eb-91f0-927336a1714f" providerId="ADAL" clId="{5B710B73-F6D6-4A7D-9276-5384056BD54A}" dt="2022-11-23T12:26:35.102" v="9001" actId="207"/>
          <ac:spMkLst>
            <pc:docMk/>
            <pc:sldMk cId="2189993690" sldId="9092"/>
            <ac:spMk id="9" creationId="{A8761C9B-62E1-1A06-337D-8FA6737DD20D}"/>
          </ac:spMkLst>
        </pc:spChg>
        <pc:spChg chg="del mod">
          <ac:chgData name="Macher, Andreas (DI FA CTR PLC PPM)" userId="f1dcac62-7bef-43eb-91f0-927336a1714f" providerId="ADAL" clId="{5B710B73-F6D6-4A7D-9276-5384056BD54A}" dt="2022-11-23T12:26:29.452" v="9000" actId="478"/>
          <ac:spMkLst>
            <pc:docMk/>
            <pc:sldMk cId="2189993690" sldId="9092"/>
            <ac:spMk id="59" creationId="{969291C8-4848-4E23-A2E0-471766143C60}"/>
          </ac:spMkLst>
        </pc:spChg>
        <pc:spChg chg="mod">
          <ac:chgData name="Macher, Andreas (DI FA CTR PLC PPM)" userId="f1dcac62-7bef-43eb-91f0-927336a1714f" providerId="ADAL" clId="{5B710B73-F6D6-4A7D-9276-5384056BD54A}" dt="2022-11-07T21:16:38.714" v="6644" actId="207"/>
          <ac:spMkLst>
            <pc:docMk/>
            <pc:sldMk cId="2189993690" sldId="9092"/>
            <ac:spMk id="62" creationId="{958B7D1C-2380-4BC8-85B5-E50FD0CD638F}"/>
          </ac:spMkLst>
        </pc:spChg>
        <pc:spChg chg="mod">
          <ac:chgData name="Macher, Andreas (DI FA CTR PLC PPM)" userId="f1dcac62-7bef-43eb-91f0-927336a1714f" providerId="ADAL" clId="{5B710B73-F6D6-4A7D-9276-5384056BD54A}" dt="2022-11-16T13:48:02.807" v="7511" actId="207"/>
          <ac:spMkLst>
            <pc:docMk/>
            <pc:sldMk cId="2189993690" sldId="9092"/>
            <ac:spMk id="70" creationId="{CD804CBA-9100-4D67-B751-4737EE73D5E7}"/>
          </ac:spMkLst>
        </pc:spChg>
        <pc:spChg chg="mod">
          <ac:chgData name="Macher, Andreas (DI FA CTR PLC PPM)" userId="f1dcac62-7bef-43eb-91f0-927336a1714f" providerId="ADAL" clId="{5B710B73-F6D6-4A7D-9276-5384056BD54A}" dt="2022-11-07T21:16:38.714" v="6644" actId="207"/>
          <ac:spMkLst>
            <pc:docMk/>
            <pc:sldMk cId="2189993690" sldId="9092"/>
            <ac:spMk id="98" creationId="{00000000-0000-0000-0000-000000000000}"/>
          </ac:spMkLst>
        </pc:spChg>
        <pc:spChg chg="mod">
          <ac:chgData name="Macher, Andreas (DI FA CTR PLC PPM)" userId="f1dcac62-7bef-43eb-91f0-927336a1714f" providerId="ADAL" clId="{5B710B73-F6D6-4A7D-9276-5384056BD54A}" dt="2022-11-07T21:16:47.106" v="6646" actId="207"/>
          <ac:spMkLst>
            <pc:docMk/>
            <pc:sldMk cId="2189993690" sldId="9092"/>
            <ac:spMk id="104" creationId="{B9F8E643-3FE6-423F-A3AC-39C42C78B9A6}"/>
          </ac:spMkLst>
        </pc:spChg>
        <pc:spChg chg="mod">
          <ac:chgData name="Macher, Andreas (DI FA CTR PLC PPM)" userId="f1dcac62-7bef-43eb-91f0-927336a1714f" providerId="ADAL" clId="{5B710B73-F6D6-4A7D-9276-5384056BD54A}" dt="2022-11-07T21:16:47.106" v="6646" actId="207"/>
          <ac:spMkLst>
            <pc:docMk/>
            <pc:sldMk cId="2189993690" sldId="9092"/>
            <ac:spMk id="105" creationId="{4F5D554B-7679-45FD-9363-8AC45960B3FB}"/>
          </ac:spMkLst>
        </pc:spChg>
        <pc:spChg chg="mod">
          <ac:chgData name="Macher, Andreas (DI FA CTR PLC PPM)" userId="f1dcac62-7bef-43eb-91f0-927336a1714f" providerId="ADAL" clId="{5B710B73-F6D6-4A7D-9276-5384056BD54A}" dt="2022-11-07T21:16:43.906" v="6645" actId="207"/>
          <ac:spMkLst>
            <pc:docMk/>
            <pc:sldMk cId="2189993690" sldId="9092"/>
            <ac:spMk id="115" creationId="{39F32EEE-EB2E-4C8D-BB33-CB91CCAFA9D5}"/>
          </ac:spMkLst>
        </pc:spChg>
        <pc:grpChg chg="add mod ord">
          <ac:chgData name="Macher, Andreas (DI FA CTR PLC PPM)" userId="f1dcac62-7bef-43eb-91f0-927336a1714f" providerId="ADAL" clId="{5B710B73-F6D6-4A7D-9276-5384056BD54A}" dt="2022-11-07T21:16:29.033" v="6643" actId="166"/>
          <ac:grpSpMkLst>
            <pc:docMk/>
            <pc:sldMk cId="2189993690" sldId="9092"/>
            <ac:grpSpMk id="5" creationId="{FA60EDBA-6249-97BD-2E24-2D76638B0443}"/>
          </ac:grpSpMkLst>
        </pc:grpChg>
        <pc:grpChg chg="del">
          <ac:chgData name="Macher, Andreas (DI FA CTR PLC PPM)" userId="f1dcac62-7bef-43eb-91f0-927336a1714f" providerId="ADAL" clId="{5B710B73-F6D6-4A7D-9276-5384056BD54A}" dt="2022-11-07T21:16:16.265" v="6640" actId="478"/>
          <ac:grpSpMkLst>
            <pc:docMk/>
            <pc:sldMk cId="2189993690" sldId="9092"/>
            <ac:grpSpMk id="52" creationId="{0FA29353-5BC0-4506-B167-A76DF3EC01DE}"/>
          </ac:grpSpMkLst>
        </pc:grpChg>
        <pc:grpChg chg="mod">
          <ac:chgData name="Macher, Andreas (DI FA CTR PLC PPM)" userId="f1dcac62-7bef-43eb-91f0-927336a1714f" providerId="ADAL" clId="{5B710B73-F6D6-4A7D-9276-5384056BD54A}" dt="2022-11-07T21:16:47.106" v="6646" actId="207"/>
          <ac:grpSpMkLst>
            <pc:docMk/>
            <pc:sldMk cId="2189993690" sldId="9092"/>
            <ac:grpSpMk id="101" creationId="{AF98AA7D-5ED6-4DE1-84B1-3C634D56B8B8}"/>
          </ac:grpSpMkLst>
        </pc:grpChg>
        <pc:grpChg chg="mod">
          <ac:chgData name="Macher, Andreas (DI FA CTR PLC PPM)" userId="f1dcac62-7bef-43eb-91f0-927336a1714f" providerId="ADAL" clId="{5B710B73-F6D6-4A7D-9276-5384056BD54A}" dt="2022-11-07T21:16:47.106" v="6646" actId="207"/>
          <ac:grpSpMkLst>
            <pc:docMk/>
            <pc:sldMk cId="2189993690" sldId="9092"/>
            <ac:grpSpMk id="102" creationId="{8A50578E-071A-4329-9B74-8C91FF8C8FC7}"/>
          </ac:grpSpMkLst>
        </pc:grpChg>
        <pc:grpChg chg="mod">
          <ac:chgData name="Macher, Andreas (DI FA CTR PLC PPM)" userId="f1dcac62-7bef-43eb-91f0-927336a1714f" providerId="ADAL" clId="{5B710B73-F6D6-4A7D-9276-5384056BD54A}" dt="2022-11-07T21:16:47.106" v="6646" actId="207"/>
          <ac:grpSpMkLst>
            <pc:docMk/>
            <pc:sldMk cId="2189993690" sldId="9092"/>
            <ac:grpSpMk id="103" creationId="{127B06E7-BD99-48ED-8538-26C0109A1D73}"/>
          </ac:grpSpMkLst>
        </pc:grpChg>
        <pc:picChg chg="mod">
          <ac:chgData name="Macher, Andreas (DI FA CTR PLC PPM)" userId="f1dcac62-7bef-43eb-91f0-927336a1714f" providerId="ADAL" clId="{5B710B73-F6D6-4A7D-9276-5384056BD54A}" dt="2022-11-07T21:16:26.333" v="6642" actId="207"/>
          <ac:picMkLst>
            <pc:docMk/>
            <pc:sldMk cId="2189993690" sldId="9092"/>
            <ac:picMk id="6" creationId="{9AFC382C-F9A2-C10C-9830-3FB3CD38CAC7}"/>
          </ac:picMkLst>
        </pc:picChg>
        <pc:picChg chg="mod">
          <ac:chgData name="Macher, Andreas (DI FA CTR PLC PPM)" userId="f1dcac62-7bef-43eb-91f0-927336a1714f" providerId="ADAL" clId="{5B710B73-F6D6-4A7D-9276-5384056BD54A}" dt="2022-11-07T21:16:26.333" v="6642" actId="207"/>
          <ac:picMkLst>
            <pc:docMk/>
            <pc:sldMk cId="2189993690" sldId="9092"/>
            <ac:picMk id="7" creationId="{C4426CB0-177A-1C23-C08B-7BE0C673BD69}"/>
          </ac:picMkLst>
        </pc:picChg>
        <pc:picChg chg="mod">
          <ac:chgData name="Macher, Andreas (DI FA CTR PLC PPM)" userId="f1dcac62-7bef-43eb-91f0-927336a1714f" providerId="ADAL" clId="{5B710B73-F6D6-4A7D-9276-5384056BD54A}" dt="2022-11-07T21:16:26.333" v="6642" actId="207"/>
          <ac:picMkLst>
            <pc:docMk/>
            <pc:sldMk cId="2189993690" sldId="9092"/>
            <ac:picMk id="8" creationId="{CB64C6AE-88A3-A64F-965B-50E8F351E1E3}"/>
          </ac:picMkLst>
        </pc:picChg>
        <pc:picChg chg="mod">
          <ac:chgData name="Macher, Andreas (DI FA CTR PLC PPM)" userId="f1dcac62-7bef-43eb-91f0-927336a1714f" providerId="ADAL" clId="{5B710B73-F6D6-4A7D-9276-5384056BD54A}" dt="2022-11-07T21:16:47.106" v="6646" actId="207"/>
          <ac:picMkLst>
            <pc:docMk/>
            <pc:sldMk cId="2189993690" sldId="9092"/>
            <ac:picMk id="107" creationId="{654B94E8-3F3A-4F2E-B67C-517FD6DA01A9}"/>
          </ac:picMkLst>
        </pc:picChg>
        <pc:picChg chg="mod">
          <ac:chgData name="Macher, Andreas (DI FA CTR PLC PPM)" userId="f1dcac62-7bef-43eb-91f0-927336a1714f" providerId="ADAL" clId="{5B710B73-F6D6-4A7D-9276-5384056BD54A}" dt="2022-11-07T21:16:47.106" v="6646" actId="207"/>
          <ac:picMkLst>
            <pc:docMk/>
            <pc:sldMk cId="2189993690" sldId="9092"/>
            <ac:picMk id="108" creationId="{D43B41E8-2567-417C-A654-D26784BF58C1}"/>
          </ac:picMkLst>
        </pc:picChg>
        <pc:picChg chg="mod">
          <ac:chgData name="Macher, Andreas (DI FA CTR PLC PPM)" userId="f1dcac62-7bef-43eb-91f0-927336a1714f" providerId="ADAL" clId="{5B710B73-F6D6-4A7D-9276-5384056BD54A}" dt="2022-11-07T21:16:47.106" v="6646" actId="207"/>
          <ac:picMkLst>
            <pc:docMk/>
            <pc:sldMk cId="2189993690" sldId="9092"/>
            <ac:picMk id="109" creationId="{BC30A32C-F5D2-42A3-8399-B57D96B38548}"/>
          </ac:picMkLst>
        </pc:picChg>
        <pc:picChg chg="mod">
          <ac:chgData name="Macher, Andreas (DI FA CTR PLC PPM)" userId="f1dcac62-7bef-43eb-91f0-927336a1714f" providerId="ADAL" clId="{5B710B73-F6D6-4A7D-9276-5384056BD54A}" dt="2022-11-07T21:16:47.106" v="6646" actId="207"/>
          <ac:picMkLst>
            <pc:docMk/>
            <pc:sldMk cId="2189993690" sldId="9092"/>
            <ac:picMk id="110" creationId="{964445CC-ADC3-4954-BFCB-B51D2314EE86}"/>
          </ac:picMkLst>
        </pc:picChg>
        <pc:picChg chg="mod">
          <ac:chgData name="Macher, Andreas (DI FA CTR PLC PPM)" userId="f1dcac62-7bef-43eb-91f0-927336a1714f" providerId="ADAL" clId="{5B710B73-F6D6-4A7D-9276-5384056BD54A}" dt="2022-11-07T21:16:47.106" v="6646" actId="207"/>
          <ac:picMkLst>
            <pc:docMk/>
            <pc:sldMk cId="2189993690" sldId="9092"/>
            <ac:picMk id="111" creationId="{33EDD6F6-D558-45A4-AE84-F3D0AE5128EE}"/>
          </ac:picMkLst>
        </pc:picChg>
        <pc:picChg chg="mod">
          <ac:chgData name="Macher, Andreas (DI FA CTR PLC PPM)" userId="f1dcac62-7bef-43eb-91f0-927336a1714f" providerId="ADAL" clId="{5B710B73-F6D6-4A7D-9276-5384056BD54A}" dt="2022-11-07T21:16:47.106" v="6646" actId="207"/>
          <ac:picMkLst>
            <pc:docMk/>
            <pc:sldMk cId="2189993690" sldId="9092"/>
            <ac:picMk id="112" creationId="{DAA299DF-BFB4-4793-8EA9-42E43ADA2A39}"/>
          </ac:picMkLst>
        </pc:picChg>
      </pc:sldChg>
      <pc:sldChg chg="addSp delSp modSp mod chgLayout">
        <pc:chgData name="Macher, Andreas (DI FA CTR PLC PPM)" userId="f1dcac62-7bef-43eb-91f0-927336a1714f" providerId="ADAL" clId="{5B710B73-F6D6-4A7D-9276-5384056BD54A}" dt="2022-11-23T12:21:55.580" v="8996"/>
        <pc:sldMkLst>
          <pc:docMk/>
          <pc:sldMk cId="1689199822" sldId="9093"/>
        </pc:sldMkLst>
        <pc:spChg chg="mod ord">
          <ac:chgData name="Macher, Andreas (DI FA CTR PLC PPM)" userId="f1dcac62-7bef-43eb-91f0-927336a1714f" providerId="ADAL" clId="{5B710B73-F6D6-4A7D-9276-5384056BD54A}" dt="2022-11-23T12:21:55.580" v="8996"/>
          <ac:spMkLst>
            <pc:docMk/>
            <pc:sldMk cId="1689199822" sldId="9093"/>
            <ac:spMk id="2" creationId="{DA935E28-64B4-4C36-8613-5F20B5486FFD}"/>
          </ac:spMkLst>
        </pc:spChg>
        <pc:spChg chg="mod ord">
          <ac:chgData name="Macher, Andreas (DI FA CTR PLC PPM)" userId="f1dcac62-7bef-43eb-91f0-927336a1714f" providerId="ADAL" clId="{5B710B73-F6D6-4A7D-9276-5384056BD54A}" dt="2022-11-16T13:10:24.425" v="6916" actId="700"/>
          <ac:spMkLst>
            <pc:docMk/>
            <pc:sldMk cId="1689199822" sldId="9093"/>
            <ac:spMk id="4" creationId="{00000000-0000-0000-0000-000000000000}"/>
          </ac:spMkLst>
        </pc:spChg>
        <pc:spChg chg="add mod ord">
          <ac:chgData name="Macher, Andreas (DI FA CTR PLC PPM)" userId="f1dcac62-7bef-43eb-91f0-927336a1714f" providerId="ADAL" clId="{5B710B73-F6D6-4A7D-9276-5384056BD54A}" dt="2022-11-16T13:10:31.368" v="6918" actId="167"/>
          <ac:spMkLst>
            <pc:docMk/>
            <pc:sldMk cId="1689199822" sldId="9093"/>
            <ac:spMk id="5" creationId="{859FDF9C-9DD4-7C28-08B2-067C3141AC62}"/>
          </ac:spMkLst>
        </pc:spChg>
        <pc:spChg chg="del">
          <ac:chgData name="Macher, Andreas (DI FA CTR PLC PPM)" userId="f1dcac62-7bef-43eb-91f0-927336a1714f" providerId="ADAL" clId="{5B710B73-F6D6-4A7D-9276-5384056BD54A}" dt="2022-11-22T16:18:59.750" v="8494" actId="478"/>
          <ac:spMkLst>
            <pc:docMk/>
            <pc:sldMk cId="1689199822" sldId="9093"/>
            <ac:spMk id="6" creationId="{72B03757-D174-111A-779E-8693E4F065AD}"/>
          </ac:spMkLst>
        </pc:spChg>
        <pc:spChg chg="add del mod">
          <ac:chgData name="Macher, Andreas (DI FA CTR PLC PPM)" userId="f1dcac62-7bef-43eb-91f0-927336a1714f" providerId="ADAL" clId="{5B710B73-F6D6-4A7D-9276-5384056BD54A}" dt="2022-11-16T13:11:17.907" v="6938"/>
          <ac:spMkLst>
            <pc:docMk/>
            <pc:sldMk cId="1689199822" sldId="9093"/>
            <ac:spMk id="6" creationId="{AA88DA74-6228-A8A2-1082-314B85F1DAA1}"/>
          </ac:spMkLst>
        </pc:spChg>
        <pc:spChg chg="add mod">
          <ac:chgData name="Macher, Andreas (DI FA CTR PLC PPM)" userId="f1dcac62-7bef-43eb-91f0-927336a1714f" providerId="ADAL" clId="{5B710B73-F6D6-4A7D-9276-5384056BD54A}" dt="2022-11-16T13:11:22.115" v="6939"/>
          <ac:spMkLst>
            <pc:docMk/>
            <pc:sldMk cId="1689199822" sldId="9093"/>
            <ac:spMk id="7" creationId="{03E356B0-D912-8E81-10D9-EB134DDC3727}"/>
          </ac:spMkLst>
        </pc:spChg>
        <pc:spChg chg="mod">
          <ac:chgData name="Macher, Andreas (DI FA CTR PLC PPM)" userId="f1dcac62-7bef-43eb-91f0-927336a1714f" providerId="ADAL" clId="{5B710B73-F6D6-4A7D-9276-5384056BD54A}" dt="2022-11-22T16:19:05.825" v="8496" actId="5793"/>
          <ac:spMkLst>
            <pc:docMk/>
            <pc:sldMk cId="1689199822" sldId="9093"/>
            <ac:spMk id="52" creationId="{6E7C709C-077B-4D95-87E1-272F4846DB0E}"/>
          </ac:spMkLst>
        </pc:spChg>
        <pc:spChg chg="mod">
          <ac:chgData name="Macher, Andreas (DI FA CTR PLC PPM)" userId="f1dcac62-7bef-43eb-91f0-927336a1714f" providerId="ADAL" clId="{5B710B73-F6D6-4A7D-9276-5384056BD54A}" dt="2022-11-16T13:10:50.400" v="6926" actId="166"/>
          <ac:spMkLst>
            <pc:docMk/>
            <pc:sldMk cId="1689199822" sldId="9093"/>
            <ac:spMk id="95" creationId="{00000000-0000-0000-0000-000000000000}"/>
          </ac:spMkLst>
        </pc:spChg>
        <pc:picChg chg="mod">
          <ac:chgData name="Macher, Andreas (DI FA CTR PLC PPM)" userId="f1dcac62-7bef-43eb-91f0-927336a1714f" providerId="ADAL" clId="{5B710B73-F6D6-4A7D-9276-5384056BD54A}" dt="2022-11-16T13:10:50.400" v="6926" actId="166"/>
          <ac:picMkLst>
            <pc:docMk/>
            <pc:sldMk cId="1689199822" sldId="9093"/>
            <ac:picMk id="94" creationId="{00000000-0000-0000-0000-000000000000}"/>
          </ac:picMkLst>
        </pc:picChg>
      </pc:sldChg>
      <pc:sldChg chg="addSp delSp modSp mod chgLayout">
        <pc:chgData name="Macher, Andreas (DI FA CTR PLC PPM)" userId="f1dcac62-7bef-43eb-91f0-927336a1714f" providerId="ADAL" clId="{5B710B73-F6D6-4A7D-9276-5384056BD54A}" dt="2022-11-23T12:21:55.580" v="8996"/>
        <pc:sldMkLst>
          <pc:docMk/>
          <pc:sldMk cId="561793657" sldId="9094"/>
        </pc:sldMkLst>
        <pc:spChg chg="mod ord">
          <ac:chgData name="Macher, Andreas (DI FA CTR PLC PPM)" userId="f1dcac62-7bef-43eb-91f0-927336a1714f" providerId="ADAL" clId="{5B710B73-F6D6-4A7D-9276-5384056BD54A}" dt="2022-11-23T12:21:55.580" v="8996"/>
          <ac:spMkLst>
            <pc:docMk/>
            <pc:sldMk cId="561793657" sldId="9094"/>
            <ac:spMk id="2" creationId="{D2BE2524-C783-476F-B65C-1E9D92B68189}"/>
          </ac:spMkLst>
        </pc:spChg>
        <pc:spChg chg="mod">
          <ac:chgData name="Macher, Andreas (DI FA CTR PLC PPM)" userId="f1dcac62-7bef-43eb-91f0-927336a1714f" providerId="ADAL" clId="{5B710B73-F6D6-4A7D-9276-5384056BD54A}" dt="2022-11-16T13:11:06.664" v="6936" actId="1036"/>
          <ac:spMkLst>
            <pc:docMk/>
            <pc:sldMk cId="561793657" sldId="9094"/>
            <ac:spMk id="3" creationId="{AD9C517E-B42B-2998-1D42-0CB1E3F92C0D}"/>
          </ac:spMkLst>
        </pc:spChg>
        <pc:spChg chg="mod ord">
          <ac:chgData name="Macher, Andreas (DI FA CTR PLC PPM)" userId="f1dcac62-7bef-43eb-91f0-927336a1714f" providerId="ADAL" clId="{5B710B73-F6D6-4A7D-9276-5384056BD54A}" dt="2022-11-16T13:10:57.810" v="6927" actId="700"/>
          <ac:spMkLst>
            <pc:docMk/>
            <pc:sldMk cId="561793657" sldId="9094"/>
            <ac:spMk id="4" creationId="{00000000-0000-0000-0000-000000000000}"/>
          </ac:spMkLst>
        </pc:spChg>
        <pc:spChg chg="add mod ord">
          <ac:chgData name="Macher, Andreas (DI FA CTR PLC PPM)" userId="f1dcac62-7bef-43eb-91f0-927336a1714f" providerId="ADAL" clId="{5B710B73-F6D6-4A7D-9276-5384056BD54A}" dt="2022-11-16T13:11:01.105" v="6929" actId="167"/>
          <ac:spMkLst>
            <pc:docMk/>
            <pc:sldMk cId="561793657" sldId="9094"/>
            <ac:spMk id="5" creationId="{8D93A9BB-8E86-FC7E-95F1-A956B822D7F8}"/>
          </ac:spMkLst>
        </pc:spChg>
        <pc:spChg chg="del">
          <ac:chgData name="Macher, Andreas (DI FA CTR PLC PPM)" userId="f1dcac62-7bef-43eb-91f0-927336a1714f" providerId="ADAL" clId="{5B710B73-F6D6-4A7D-9276-5384056BD54A}" dt="2022-11-22T16:19:13.588" v="8497" actId="478"/>
          <ac:spMkLst>
            <pc:docMk/>
            <pc:sldMk cId="561793657" sldId="9094"/>
            <ac:spMk id="8" creationId="{B70F86FC-F7A0-FB35-E6A5-0B01CB396A49}"/>
          </ac:spMkLst>
        </pc:spChg>
        <pc:spChg chg="mod">
          <ac:chgData name="Macher, Andreas (DI FA CTR PLC PPM)" userId="f1dcac62-7bef-43eb-91f0-927336a1714f" providerId="ADAL" clId="{5B710B73-F6D6-4A7D-9276-5384056BD54A}" dt="2022-11-22T16:19:17.022" v="8498" actId="20577"/>
          <ac:spMkLst>
            <pc:docMk/>
            <pc:sldMk cId="561793657" sldId="9094"/>
            <ac:spMk id="52" creationId="{6E7C709C-077B-4D95-87E1-272F4846DB0E}"/>
          </ac:spMkLst>
        </pc:spChg>
        <pc:spChg chg="mod">
          <ac:chgData name="Macher, Andreas (DI FA CTR PLC PPM)" userId="f1dcac62-7bef-43eb-91f0-927336a1714f" providerId="ADAL" clId="{5B710B73-F6D6-4A7D-9276-5384056BD54A}" dt="2022-11-16T13:11:06.664" v="6936" actId="1036"/>
          <ac:spMkLst>
            <pc:docMk/>
            <pc:sldMk cId="561793657" sldId="9094"/>
            <ac:spMk id="95" creationId="{00000000-0000-0000-0000-000000000000}"/>
          </ac:spMkLst>
        </pc:spChg>
        <pc:picChg chg="mod">
          <ac:chgData name="Macher, Andreas (DI FA CTR PLC PPM)" userId="f1dcac62-7bef-43eb-91f0-927336a1714f" providerId="ADAL" clId="{5B710B73-F6D6-4A7D-9276-5384056BD54A}" dt="2022-11-16T13:11:06.664" v="6936" actId="1036"/>
          <ac:picMkLst>
            <pc:docMk/>
            <pc:sldMk cId="561793657" sldId="9094"/>
            <ac:picMk id="94" creationId="{00000000-0000-0000-0000-000000000000}"/>
          </ac:picMkLst>
        </pc:picChg>
      </pc:sldChg>
      <pc:sldChg chg="addSp delSp modSp mod chgLayout">
        <pc:chgData name="Macher, Andreas (DI FA CTR PLC PPM)" userId="f1dcac62-7bef-43eb-91f0-927336a1714f" providerId="ADAL" clId="{5B710B73-F6D6-4A7D-9276-5384056BD54A}" dt="2022-11-23T12:21:55.580" v="8996"/>
        <pc:sldMkLst>
          <pc:docMk/>
          <pc:sldMk cId="2355069529" sldId="9095"/>
        </pc:sldMkLst>
        <pc:spChg chg="mod ord">
          <ac:chgData name="Macher, Andreas (DI FA CTR PLC PPM)" userId="f1dcac62-7bef-43eb-91f0-927336a1714f" providerId="ADAL" clId="{5B710B73-F6D6-4A7D-9276-5384056BD54A}" dt="2022-11-23T12:21:55.580" v="8996"/>
          <ac:spMkLst>
            <pc:docMk/>
            <pc:sldMk cId="2355069529" sldId="9095"/>
            <ac:spMk id="2" creationId="{181A6D00-20FA-4813-A728-A57E5C6F5E62}"/>
          </ac:spMkLst>
        </pc:spChg>
        <pc:spChg chg="mod ord">
          <ac:chgData name="Macher, Andreas (DI FA CTR PLC PPM)" userId="f1dcac62-7bef-43eb-91f0-927336a1714f" providerId="ADAL" clId="{5B710B73-F6D6-4A7D-9276-5384056BD54A}" dt="2022-11-16T13:09:54.021" v="6911" actId="700"/>
          <ac:spMkLst>
            <pc:docMk/>
            <pc:sldMk cId="2355069529" sldId="9095"/>
            <ac:spMk id="4" creationId="{00000000-0000-0000-0000-000000000000}"/>
          </ac:spMkLst>
        </pc:spChg>
        <pc:spChg chg="add mod">
          <ac:chgData name="Macher, Andreas (DI FA CTR PLC PPM)" userId="f1dcac62-7bef-43eb-91f0-927336a1714f" providerId="ADAL" clId="{5B710B73-F6D6-4A7D-9276-5384056BD54A}" dt="2022-11-16T13:10:10.327" v="6915" actId="167"/>
          <ac:spMkLst>
            <pc:docMk/>
            <pc:sldMk cId="2355069529" sldId="9095"/>
            <ac:spMk id="5" creationId="{BCBF1FE9-C5A1-BF5A-2801-FD660D80B267}"/>
          </ac:spMkLst>
        </pc:spChg>
        <pc:spChg chg="add mod">
          <ac:chgData name="Macher, Andreas (DI FA CTR PLC PPM)" userId="f1dcac62-7bef-43eb-91f0-927336a1714f" providerId="ADAL" clId="{5B710B73-F6D6-4A7D-9276-5384056BD54A}" dt="2022-11-16T13:10:10.327" v="6915" actId="167"/>
          <ac:spMkLst>
            <pc:docMk/>
            <pc:sldMk cId="2355069529" sldId="9095"/>
            <ac:spMk id="7" creationId="{E0B3B738-9BEE-2489-9B42-A1C985855EF4}"/>
          </ac:spMkLst>
        </pc:spChg>
        <pc:spChg chg="del">
          <ac:chgData name="Macher, Andreas (DI FA CTR PLC PPM)" userId="f1dcac62-7bef-43eb-91f0-927336a1714f" providerId="ADAL" clId="{5B710B73-F6D6-4A7D-9276-5384056BD54A}" dt="2022-11-22T16:18:46.820" v="8492" actId="478"/>
          <ac:spMkLst>
            <pc:docMk/>
            <pc:sldMk cId="2355069529" sldId="9095"/>
            <ac:spMk id="8" creationId="{2B1B3102-2363-54B0-11F6-6EB2F59B7C08}"/>
          </ac:spMkLst>
        </pc:spChg>
        <pc:spChg chg="mod">
          <ac:chgData name="Macher, Andreas (DI FA CTR PLC PPM)" userId="f1dcac62-7bef-43eb-91f0-927336a1714f" providerId="ADAL" clId="{5B710B73-F6D6-4A7D-9276-5384056BD54A}" dt="2022-11-22T16:18:52.696" v="8493" actId="20577"/>
          <ac:spMkLst>
            <pc:docMk/>
            <pc:sldMk cId="2355069529" sldId="9095"/>
            <ac:spMk id="52" creationId="{6E7C709C-077B-4D95-87E1-272F4846DB0E}"/>
          </ac:spMkLst>
        </pc:spChg>
        <pc:spChg chg="del">
          <ac:chgData name="Macher, Andreas (DI FA CTR PLC PPM)" userId="f1dcac62-7bef-43eb-91f0-927336a1714f" providerId="ADAL" clId="{5B710B73-F6D6-4A7D-9276-5384056BD54A}" dt="2022-11-16T13:10:07.608" v="6913" actId="478"/>
          <ac:spMkLst>
            <pc:docMk/>
            <pc:sldMk cId="2355069529" sldId="9095"/>
            <ac:spMk id="95" creationId="{00000000-0000-0000-0000-000000000000}"/>
          </ac:spMkLst>
        </pc:spChg>
        <pc:spChg chg="del">
          <ac:chgData name="Macher, Andreas (DI FA CTR PLC PPM)" userId="f1dcac62-7bef-43eb-91f0-927336a1714f" providerId="ADAL" clId="{5B710B73-F6D6-4A7D-9276-5384056BD54A}" dt="2022-11-16T13:10:05.191" v="6912" actId="478"/>
          <ac:spMkLst>
            <pc:docMk/>
            <pc:sldMk cId="2355069529" sldId="9095"/>
            <ac:spMk id="100" creationId="{CC7A6E69-7CBA-4C8D-80F0-E8F9BC192AD8}"/>
          </ac:spMkLst>
        </pc:spChg>
        <pc:picChg chg="add mod">
          <ac:chgData name="Macher, Andreas (DI FA CTR PLC PPM)" userId="f1dcac62-7bef-43eb-91f0-927336a1714f" providerId="ADAL" clId="{5B710B73-F6D6-4A7D-9276-5384056BD54A}" dt="2022-11-16T13:10:10.327" v="6915" actId="167"/>
          <ac:picMkLst>
            <pc:docMk/>
            <pc:sldMk cId="2355069529" sldId="9095"/>
            <ac:picMk id="6" creationId="{4AE4B791-D391-AB63-A06D-BD0F4E38E43B}"/>
          </ac:picMkLst>
        </pc:picChg>
        <pc:picChg chg="del">
          <ac:chgData name="Macher, Andreas (DI FA CTR PLC PPM)" userId="f1dcac62-7bef-43eb-91f0-927336a1714f" providerId="ADAL" clId="{5B710B73-F6D6-4A7D-9276-5384056BD54A}" dt="2022-11-16T13:10:05.191" v="6912" actId="478"/>
          <ac:picMkLst>
            <pc:docMk/>
            <pc:sldMk cId="2355069529" sldId="9095"/>
            <ac:picMk id="84" creationId="{FB7C08EC-0307-4484-AEE2-AE638C33C075}"/>
          </ac:picMkLst>
        </pc:picChg>
      </pc:sldChg>
      <pc:sldChg chg="modSp mod chgLayout">
        <pc:chgData name="Macher, Andreas (DI FA CTR PLC PPM)" userId="f1dcac62-7bef-43eb-91f0-927336a1714f" providerId="ADAL" clId="{5B710B73-F6D6-4A7D-9276-5384056BD54A}" dt="2022-11-23T12:21:55.580" v="8996"/>
        <pc:sldMkLst>
          <pc:docMk/>
          <pc:sldMk cId="2198788560" sldId="9096"/>
        </pc:sldMkLst>
        <pc:spChg chg="mod ord">
          <ac:chgData name="Macher, Andreas (DI FA CTR PLC PPM)" userId="f1dcac62-7bef-43eb-91f0-927336a1714f" providerId="ADAL" clId="{5B710B73-F6D6-4A7D-9276-5384056BD54A}" dt="2022-11-16T13:34:41.271" v="7192" actId="700"/>
          <ac:spMkLst>
            <pc:docMk/>
            <pc:sldMk cId="2198788560" sldId="9096"/>
            <ac:spMk id="2" creationId="{C40D2886-83B9-4596-9AE2-5539432B3997}"/>
          </ac:spMkLst>
        </pc:spChg>
        <pc:spChg chg="mod">
          <ac:chgData name="Macher, Andreas (DI FA CTR PLC PPM)" userId="f1dcac62-7bef-43eb-91f0-927336a1714f" providerId="ADAL" clId="{5B710B73-F6D6-4A7D-9276-5384056BD54A}" dt="2022-11-16T13:34:44.967" v="7193" actId="207"/>
          <ac:spMkLst>
            <pc:docMk/>
            <pc:sldMk cId="2198788560" sldId="9096"/>
            <ac:spMk id="5" creationId="{393AB2D4-361F-4731-A431-E6599B88C2FB}"/>
          </ac:spMkLst>
        </pc:spChg>
        <pc:spChg chg="mod ord">
          <ac:chgData name="Macher, Andreas (DI FA CTR PLC PPM)" userId="f1dcac62-7bef-43eb-91f0-927336a1714f" providerId="ADAL" clId="{5B710B73-F6D6-4A7D-9276-5384056BD54A}" dt="2022-11-23T12:21:55.580" v="8996"/>
          <ac:spMkLst>
            <pc:docMk/>
            <pc:sldMk cId="2198788560" sldId="9096"/>
            <ac:spMk id="7" creationId="{05448BBD-D420-47DC-BFA6-DC62789711FE}"/>
          </ac:spMkLst>
        </pc:spChg>
      </pc:sldChg>
      <pc:sldChg chg="addSp delSp modSp mod modAnim chgLayout">
        <pc:chgData name="Macher, Andreas (DI FA CTR PLC PPM)" userId="f1dcac62-7bef-43eb-91f0-927336a1714f" providerId="ADAL" clId="{5B710B73-F6D6-4A7D-9276-5384056BD54A}" dt="2022-11-23T12:21:55.580" v="8996"/>
        <pc:sldMkLst>
          <pc:docMk/>
          <pc:sldMk cId="2298461894" sldId="9097"/>
        </pc:sldMkLst>
        <pc:spChg chg="mod ord">
          <ac:chgData name="Macher, Andreas (DI FA CTR PLC PPM)" userId="f1dcac62-7bef-43eb-91f0-927336a1714f" providerId="ADAL" clId="{5B710B73-F6D6-4A7D-9276-5384056BD54A}" dt="2022-11-23T12:21:55.580" v="8996"/>
          <ac:spMkLst>
            <pc:docMk/>
            <pc:sldMk cId="2298461894" sldId="9097"/>
            <ac:spMk id="2" creationId="{AE4304C3-7775-4955-9532-EAFA5BB5626C}"/>
          </ac:spMkLst>
        </pc:spChg>
        <pc:spChg chg="mod ord">
          <ac:chgData name="Macher, Andreas (DI FA CTR PLC PPM)" userId="f1dcac62-7bef-43eb-91f0-927336a1714f" providerId="ADAL" clId="{5B710B73-F6D6-4A7D-9276-5384056BD54A}" dt="2022-11-07T20:55:00.465" v="6470" actId="700"/>
          <ac:spMkLst>
            <pc:docMk/>
            <pc:sldMk cId="2298461894" sldId="9097"/>
            <ac:spMk id="4" creationId="{00000000-0000-0000-0000-000000000000}"/>
          </ac:spMkLst>
        </pc:spChg>
        <pc:spChg chg="mod">
          <ac:chgData name="Macher, Andreas (DI FA CTR PLC PPM)" userId="f1dcac62-7bef-43eb-91f0-927336a1714f" providerId="ADAL" clId="{5B710B73-F6D6-4A7D-9276-5384056BD54A}" dt="2022-10-26T11:53:12.793" v="2085" actId="1035"/>
          <ac:spMkLst>
            <pc:docMk/>
            <pc:sldMk cId="2298461894" sldId="9097"/>
            <ac:spMk id="6" creationId="{E1AB713C-E042-5A80-CD12-B8290C60A69D}"/>
          </ac:spMkLst>
        </pc:spChg>
        <pc:spChg chg="mod">
          <ac:chgData name="Macher, Andreas (DI FA CTR PLC PPM)" userId="f1dcac62-7bef-43eb-91f0-927336a1714f" providerId="ADAL" clId="{5B710B73-F6D6-4A7D-9276-5384056BD54A}" dt="2022-10-26T11:53:12.793" v="2085" actId="1035"/>
          <ac:spMkLst>
            <pc:docMk/>
            <pc:sldMk cId="2298461894" sldId="9097"/>
            <ac:spMk id="7" creationId="{16EA8848-2AEA-DE20-DC9B-E8CC8911A6B8}"/>
          </ac:spMkLst>
        </pc:spChg>
        <pc:spChg chg="mod">
          <ac:chgData name="Macher, Andreas (DI FA CTR PLC PPM)" userId="f1dcac62-7bef-43eb-91f0-927336a1714f" providerId="ADAL" clId="{5B710B73-F6D6-4A7D-9276-5384056BD54A}" dt="2022-10-26T11:53:12.793" v="2085" actId="1035"/>
          <ac:spMkLst>
            <pc:docMk/>
            <pc:sldMk cId="2298461894" sldId="9097"/>
            <ac:spMk id="8" creationId="{A33D8CF3-42D6-8554-4589-402D5C8D96BE}"/>
          </ac:spMkLst>
        </pc:spChg>
        <pc:spChg chg="mod">
          <ac:chgData name="Macher, Andreas (DI FA CTR PLC PPM)" userId="f1dcac62-7bef-43eb-91f0-927336a1714f" providerId="ADAL" clId="{5B710B73-F6D6-4A7D-9276-5384056BD54A}" dt="2022-10-26T11:53:12.793" v="2085" actId="1035"/>
          <ac:spMkLst>
            <pc:docMk/>
            <pc:sldMk cId="2298461894" sldId="9097"/>
            <ac:spMk id="11" creationId="{A3D67D71-CFD8-F1A4-3637-C9B52E788C31}"/>
          </ac:spMkLst>
        </pc:spChg>
        <pc:spChg chg="mod">
          <ac:chgData name="Macher, Andreas (DI FA CTR PLC PPM)" userId="f1dcac62-7bef-43eb-91f0-927336a1714f" providerId="ADAL" clId="{5B710B73-F6D6-4A7D-9276-5384056BD54A}" dt="2022-10-26T11:53:12.793" v="2085" actId="1035"/>
          <ac:spMkLst>
            <pc:docMk/>
            <pc:sldMk cId="2298461894" sldId="9097"/>
            <ac:spMk id="12" creationId="{64EDCCF2-B86F-CD68-40D7-F736863102F8}"/>
          </ac:spMkLst>
        </pc:spChg>
        <pc:spChg chg="add del mod">
          <ac:chgData name="Macher, Andreas (DI FA CTR PLC PPM)" userId="f1dcac62-7bef-43eb-91f0-927336a1714f" providerId="ADAL" clId="{5B710B73-F6D6-4A7D-9276-5384056BD54A}" dt="2022-11-16T16:08:27.943" v="7889" actId="478"/>
          <ac:spMkLst>
            <pc:docMk/>
            <pc:sldMk cId="2298461894" sldId="9097"/>
            <ac:spMk id="21" creationId="{22048223-84A6-F3BD-0CD7-BADF67CB68AA}"/>
          </ac:spMkLst>
        </pc:spChg>
        <pc:spChg chg="del">
          <ac:chgData name="Macher, Andreas (DI FA CTR PLC PPM)" userId="f1dcac62-7bef-43eb-91f0-927336a1714f" providerId="ADAL" clId="{5B710B73-F6D6-4A7D-9276-5384056BD54A}" dt="2022-11-22T16:15:49.607" v="8457" actId="478"/>
          <ac:spMkLst>
            <pc:docMk/>
            <pc:sldMk cId="2298461894" sldId="9097"/>
            <ac:spMk id="21" creationId="{512BF43C-6E2E-8663-3225-C6B07FE3E8ED}"/>
          </ac:spMkLst>
        </pc:spChg>
        <pc:spChg chg="add mod ord">
          <ac:chgData name="Macher, Andreas (DI FA CTR PLC PPM)" userId="f1dcac62-7bef-43eb-91f0-927336a1714f" providerId="ADAL" clId="{5B710B73-F6D6-4A7D-9276-5384056BD54A}" dt="2022-11-07T20:56:40.316" v="6482" actId="14100"/>
          <ac:spMkLst>
            <pc:docMk/>
            <pc:sldMk cId="2298461894" sldId="9097"/>
            <ac:spMk id="22" creationId="{246CC3B7-DF3B-F040-7B75-2276CBA355ED}"/>
          </ac:spMkLst>
        </pc:spChg>
        <pc:spChg chg="add del mod topLvl">
          <ac:chgData name="Macher, Andreas (DI FA CTR PLC PPM)" userId="f1dcac62-7bef-43eb-91f0-927336a1714f" providerId="ADAL" clId="{5B710B73-F6D6-4A7D-9276-5384056BD54A}" dt="2022-10-26T13:47:56.351" v="2648" actId="478"/>
          <ac:spMkLst>
            <pc:docMk/>
            <pc:sldMk cId="2298461894" sldId="9097"/>
            <ac:spMk id="22" creationId="{8CA8734C-6541-F6E4-D65E-539EA5C21CE5}"/>
          </ac:spMkLst>
        </pc:spChg>
        <pc:spChg chg="add mod ord">
          <ac:chgData name="Macher, Andreas (DI FA CTR PLC PPM)" userId="f1dcac62-7bef-43eb-91f0-927336a1714f" providerId="ADAL" clId="{5B710B73-F6D6-4A7D-9276-5384056BD54A}" dt="2022-11-07T20:56:51.784" v="6485" actId="167"/>
          <ac:spMkLst>
            <pc:docMk/>
            <pc:sldMk cId="2298461894" sldId="9097"/>
            <ac:spMk id="23" creationId="{19434741-66A3-4708-C8CF-BF7FA020160A}"/>
          </ac:spMkLst>
        </pc:spChg>
        <pc:spChg chg="add mod ord">
          <ac:chgData name="Macher, Andreas (DI FA CTR PLC PPM)" userId="f1dcac62-7bef-43eb-91f0-927336a1714f" providerId="ADAL" clId="{5B710B73-F6D6-4A7D-9276-5384056BD54A}" dt="2022-11-07T20:57:15.338" v="6490" actId="167"/>
          <ac:spMkLst>
            <pc:docMk/>
            <pc:sldMk cId="2298461894" sldId="9097"/>
            <ac:spMk id="24" creationId="{8DB3EEA2-C9E6-5021-90AF-4798DD756113}"/>
          </ac:spMkLst>
        </pc:spChg>
        <pc:spChg chg="mod">
          <ac:chgData name="Macher, Andreas (DI FA CTR PLC PPM)" userId="f1dcac62-7bef-43eb-91f0-927336a1714f" providerId="ADAL" clId="{5B710B73-F6D6-4A7D-9276-5384056BD54A}" dt="2022-10-26T13:47:52.992" v="2647" actId="165"/>
          <ac:spMkLst>
            <pc:docMk/>
            <pc:sldMk cId="2298461894" sldId="9097"/>
            <ac:spMk id="24" creationId="{B5A8E5BE-6F43-0637-8397-597323C2BD59}"/>
          </ac:spMkLst>
        </pc:spChg>
        <pc:spChg chg="add mod ord">
          <ac:chgData name="Macher, Andreas (DI FA CTR PLC PPM)" userId="f1dcac62-7bef-43eb-91f0-927336a1714f" providerId="ADAL" clId="{5B710B73-F6D6-4A7D-9276-5384056BD54A}" dt="2022-11-07T20:59:03.476" v="6504" actId="14100"/>
          <ac:spMkLst>
            <pc:docMk/>
            <pc:sldMk cId="2298461894" sldId="9097"/>
            <ac:spMk id="25" creationId="{56510497-9919-6928-4A7A-C96559C216A5}"/>
          </ac:spMkLst>
        </pc:spChg>
        <pc:spChg chg="mod">
          <ac:chgData name="Macher, Andreas (DI FA CTR PLC PPM)" userId="f1dcac62-7bef-43eb-91f0-927336a1714f" providerId="ADAL" clId="{5B710B73-F6D6-4A7D-9276-5384056BD54A}" dt="2022-10-26T13:47:52.992" v="2647" actId="165"/>
          <ac:spMkLst>
            <pc:docMk/>
            <pc:sldMk cId="2298461894" sldId="9097"/>
            <ac:spMk id="25" creationId="{766E0B13-032A-D204-CEE5-244F4782B5F9}"/>
          </ac:spMkLst>
        </pc:spChg>
        <pc:spChg chg="add mod ord">
          <ac:chgData name="Macher, Andreas (DI FA CTR PLC PPM)" userId="f1dcac62-7bef-43eb-91f0-927336a1714f" providerId="ADAL" clId="{5B710B73-F6D6-4A7D-9276-5384056BD54A}" dt="2022-11-07T20:59:03.476" v="6504" actId="14100"/>
          <ac:spMkLst>
            <pc:docMk/>
            <pc:sldMk cId="2298461894" sldId="9097"/>
            <ac:spMk id="26" creationId="{06BFD360-E90D-0C19-54CE-BB34B319527A}"/>
          </ac:spMkLst>
        </pc:spChg>
        <pc:spChg chg="mod">
          <ac:chgData name="Macher, Andreas (DI FA CTR PLC PPM)" userId="f1dcac62-7bef-43eb-91f0-927336a1714f" providerId="ADAL" clId="{5B710B73-F6D6-4A7D-9276-5384056BD54A}" dt="2022-10-26T13:47:52.992" v="2647" actId="165"/>
          <ac:spMkLst>
            <pc:docMk/>
            <pc:sldMk cId="2298461894" sldId="9097"/>
            <ac:spMk id="26" creationId="{63741CDB-4EED-340B-300D-FE976ED7858C}"/>
          </ac:spMkLst>
        </pc:spChg>
        <pc:spChg chg="add mod topLvl">
          <ac:chgData name="Macher, Andreas (DI FA CTR PLC PPM)" userId="f1dcac62-7bef-43eb-91f0-927336a1714f" providerId="ADAL" clId="{5B710B73-F6D6-4A7D-9276-5384056BD54A}" dt="2022-11-07T20:56:34.649" v="6481" actId="207"/>
          <ac:spMkLst>
            <pc:docMk/>
            <pc:sldMk cId="2298461894" sldId="9097"/>
            <ac:spMk id="27" creationId="{5CA707BA-4150-37B1-CB87-9E3278E94B1F}"/>
          </ac:spMkLst>
        </pc:spChg>
        <pc:spChg chg="add mod topLvl">
          <ac:chgData name="Macher, Andreas (DI FA CTR PLC PPM)" userId="f1dcac62-7bef-43eb-91f0-927336a1714f" providerId="ADAL" clId="{5B710B73-F6D6-4A7D-9276-5384056BD54A}" dt="2022-11-07T20:56:34.649" v="6481" actId="207"/>
          <ac:spMkLst>
            <pc:docMk/>
            <pc:sldMk cId="2298461894" sldId="9097"/>
            <ac:spMk id="28" creationId="{23674974-96F5-1185-D955-1728D9AC822F}"/>
          </ac:spMkLst>
        </pc:spChg>
        <pc:spChg chg="add mod ord">
          <ac:chgData name="Macher, Andreas (DI FA CTR PLC PPM)" userId="f1dcac62-7bef-43eb-91f0-927336a1714f" providerId="ADAL" clId="{5B710B73-F6D6-4A7D-9276-5384056BD54A}" dt="2022-11-07T20:59:03.476" v="6504" actId="14100"/>
          <ac:spMkLst>
            <pc:docMk/>
            <pc:sldMk cId="2298461894" sldId="9097"/>
            <ac:spMk id="29" creationId="{C89AB6E4-7ADC-5310-3102-2F3C2E0E2CF6}"/>
          </ac:spMkLst>
        </pc:spChg>
        <pc:spChg chg="del topLvl">
          <ac:chgData name="Macher, Andreas (DI FA CTR PLC PPM)" userId="f1dcac62-7bef-43eb-91f0-927336a1714f" providerId="ADAL" clId="{5B710B73-F6D6-4A7D-9276-5384056BD54A}" dt="2022-11-22T16:15:58.631" v="8462" actId="478"/>
          <ac:spMkLst>
            <pc:docMk/>
            <pc:sldMk cId="2298461894" sldId="9097"/>
            <ac:spMk id="31" creationId="{A06B0756-AEDA-EAFE-824D-917D330C828C}"/>
          </ac:spMkLst>
        </pc:spChg>
        <pc:spChg chg="add mod topLvl">
          <ac:chgData name="Macher, Andreas (DI FA CTR PLC PPM)" userId="f1dcac62-7bef-43eb-91f0-927336a1714f" providerId="ADAL" clId="{5B710B73-F6D6-4A7D-9276-5384056BD54A}" dt="2022-10-26T13:47:52.992" v="2647" actId="165"/>
          <ac:spMkLst>
            <pc:docMk/>
            <pc:sldMk cId="2298461894" sldId="9097"/>
            <ac:spMk id="195" creationId="{734A3145-C1D5-6147-A53E-CB212E01E61B}"/>
          </ac:spMkLst>
        </pc:spChg>
        <pc:spChg chg="add mod topLvl">
          <ac:chgData name="Macher, Andreas (DI FA CTR PLC PPM)" userId="f1dcac62-7bef-43eb-91f0-927336a1714f" providerId="ADAL" clId="{5B710B73-F6D6-4A7D-9276-5384056BD54A}" dt="2022-10-26T13:47:52.992" v="2647" actId="165"/>
          <ac:spMkLst>
            <pc:docMk/>
            <pc:sldMk cId="2298461894" sldId="9097"/>
            <ac:spMk id="196" creationId="{6D121528-EBBA-5612-B7CE-4961837E721B}"/>
          </ac:spMkLst>
        </pc:spChg>
        <pc:spChg chg="del">
          <ac:chgData name="Macher, Andreas (DI FA CTR PLC PPM)" userId="f1dcac62-7bef-43eb-91f0-927336a1714f" providerId="ADAL" clId="{5B710B73-F6D6-4A7D-9276-5384056BD54A}" dt="2022-10-26T11:38:27.200" v="1818" actId="478"/>
          <ac:spMkLst>
            <pc:docMk/>
            <pc:sldMk cId="2298461894" sldId="9097"/>
            <ac:spMk id="232" creationId="{A8A87230-1AF9-4576-98BB-2C3C287F416F}"/>
          </ac:spMkLst>
        </pc:spChg>
        <pc:spChg chg="del">
          <ac:chgData name="Macher, Andreas (DI FA CTR PLC PPM)" userId="f1dcac62-7bef-43eb-91f0-927336a1714f" providerId="ADAL" clId="{5B710B73-F6D6-4A7D-9276-5384056BD54A}" dt="2022-10-26T11:38:27.200" v="1818" actId="478"/>
          <ac:spMkLst>
            <pc:docMk/>
            <pc:sldMk cId="2298461894" sldId="9097"/>
            <ac:spMk id="239" creationId="{93CB4863-A593-4CE2-A540-172DD9C8D0D4}"/>
          </ac:spMkLst>
        </pc:spChg>
        <pc:spChg chg="del">
          <ac:chgData name="Macher, Andreas (DI FA CTR PLC PPM)" userId="f1dcac62-7bef-43eb-91f0-927336a1714f" providerId="ADAL" clId="{5B710B73-F6D6-4A7D-9276-5384056BD54A}" dt="2022-10-26T11:38:27.200" v="1818" actId="478"/>
          <ac:spMkLst>
            <pc:docMk/>
            <pc:sldMk cId="2298461894" sldId="9097"/>
            <ac:spMk id="240" creationId="{BF9BF08F-538A-4406-BBB9-931325A5C1BD}"/>
          </ac:spMkLst>
        </pc:spChg>
        <pc:spChg chg="del">
          <ac:chgData name="Macher, Andreas (DI FA CTR PLC PPM)" userId="f1dcac62-7bef-43eb-91f0-927336a1714f" providerId="ADAL" clId="{5B710B73-F6D6-4A7D-9276-5384056BD54A}" dt="2022-10-26T11:38:27.200" v="1818" actId="478"/>
          <ac:spMkLst>
            <pc:docMk/>
            <pc:sldMk cId="2298461894" sldId="9097"/>
            <ac:spMk id="245" creationId="{7BF7379A-9CE6-44D5-AB09-AF7D5F9FF79F}"/>
          </ac:spMkLst>
        </pc:spChg>
        <pc:spChg chg="del">
          <ac:chgData name="Macher, Andreas (DI FA CTR PLC PPM)" userId="f1dcac62-7bef-43eb-91f0-927336a1714f" providerId="ADAL" clId="{5B710B73-F6D6-4A7D-9276-5384056BD54A}" dt="2022-10-26T11:38:27.200" v="1818" actId="478"/>
          <ac:spMkLst>
            <pc:docMk/>
            <pc:sldMk cId="2298461894" sldId="9097"/>
            <ac:spMk id="249" creationId="{AAFF0111-4003-467F-91AC-FC9A674D819E}"/>
          </ac:spMkLst>
        </pc:spChg>
        <pc:spChg chg="del">
          <ac:chgData name="Macher, Andreas (DI FA CTR PLC PPM)" userId="f1dcac62-7bef-43eb-91f0-927336a1714f" providerId="ADAL" clId="{5B710B73-F6D6-4A7D-9276-5384056BD54A}" dt="2022-10-26T11:38:27.200" v="1818" actId="478"/>
          <ac:spMkLst>
            <pc:docMk/>
            <pc:sldMk cId="2298461894" sldId="9097"/>
            <ac:spMk id="250" creationId="{507C74F2-1082-4DC8-8231-5DE817C320AD}"/>
          </ac:spMkLst>
        </pc:spChg>
        <pc:spChg chg="del">
          <ac:chgData name="Macher, Andreas (DI FA CTR PLC PPM)" userId="f1dcac62-7bef-43eb-91f0-927336a1714f" providerId="ADAL" clId="{5B710B73-F6D6-4A7D-9276-5384056BD54A}" dt="2022-10-26T11:38:27.200" v="1818" actId="478"/>
          <ac:spMkLst>
            <pc:docMk/>
            <pc:sldMk cId="2298461894" sldId="9097"/>
            <ac:spMk id="251" creationId="{8A5673F9-3EE7-42ED-A62A-49ED9BFB64BC}"/>
          </ac:spMkLst>
        </pc:spChg>
        <pc:spChg chg="del">
          <ac:chgData name="Macher, Andreas (DI FA CTR PLC PPM)" userId="f1dcac62-7bef-43eb-91f0-927336a1714f" providerId="ADAL" clId="{5B710B73-F6D6-4A7D-9276-5384056BD54A}" dt="2022-10-26T11:38:27.200" v="1818" actId="478"/>
          <ac:spMkLst>
            <pc:docMk/>
            <pc:sldMk cId="2298461894" sldId="9097"/>
            <ac:spMk id="252" creationId="{1C82A3B5-B73D-4757-BC56-AB1B2C897BC9}"/>
          </ac:spMkLst>
        </pc:spChg>
        <pc:spChg chg="del">
          <ac:chgData name="Macher, Andreas (DI FA CTR PLC PPM)" userId="f1dcac62-7bef-43eb-91f0-927336a1714f" providerId="ADAL" clId="{5B710B73-F6D6-4A7D-9276-5384056BD54A}" dt="2022-10-26T11:38:27.200" v="1818" actId="478"/>
          <ac:spMkLst>
            <pc:docMk/>
            <pc:sldMk cId="2298461894" sldId="9097"/>
            <ac:spMk id="254" creationId="{EFE06015-A5D3-4ABA-9643-26B7DE9DE422}"/>
          </ac:spMkLst>
        </pc:spChg>
        <pc:spChg chg="del">
          <ac:chgData name="Macher, Andreas (DI FA CTR PLC PPM)" userId="f1dcac62-7bef-43eb-91f0-927336a1714f" providerId="ADAL" clId="{5B710B73-F6D6-4A7D-9276-5384056BD54A}" dt="2022-10-26T11:38:27.200" v="1818" actId="478"/>
          <ac:spMkLst>
            <pc:docMk/>
            <pc:sldMk cId="2298461894" sldId="9097"/>
            <ac:spMk id="255" creationId="{CCEDF273-930B-4807-9924-A003CE67EE11}"/>
          </ac:spMkLst>
        </pc:spChg>
        <pc:spChg chg="del mod topLvl">
          <ac:chgData name="Macher, Andreas (DI FA CTR PLC PPM)" userId="f1dcac62-7bef-43eb-91f0-927336a1714f" providerId="ADAL" clId="{5B710B73-F6D6-4A7D-9276-5384056BD54A}" dt="2022-11-22T16:15:57.532" v="8461" actId="478"/>
          <ac:spMkLst>
            <pc:docMk/>
            <pc:sldMk cId="2298461894" sldId="9097"/>
            <ac:spMk id="256" creationId="{E3ED0059-7CFD-F540-63C5-2FBF5A2DBB74}"/>
          </ac:spMkLst>
        </pc:spChg>
        <pc:spChg chg="add mod">
          <ac:chgData name="Macher, Andreas (DI FA CTR PLC PPM)" userId="f1dcac62-7bef-43eb-91f0-927336a1714f" providerId="ADAL" clId="{5B710B73-F6D6-4A7D-9276-5384056BD54A}" dt="2022-11-07T20:58:20.114" v="6499" actId="1076"/>
          <ac:spMkLst>
            <pc:docMk/>
            <pc:sldMk cId="2298461894" sldId="9097"/>
            <ac:spMk id="257" creationId="{A340BF12-5C66-CFB2-1A5A-276E2CBC3FCA}"/>
          </ac:spMkLst>
        </pc:spChg>
        <pc:spChg chg="add mod">
          <ac:chgData name="Macher, Andreas (DI FA CTR PLC PPM)" userId="f1dcac62-7bef-43eb-91f0-927336a1714f" providerId="ADAL" clId="{5B710B73-F6D6-4A7D-9276-5384056BD54A}" dt="2022-11-07T20:58:20.114" v="6499" actId="1076"/>
          <ac:spMkLst>
            <pc:docMk/>
            <pc:sldMk cId="2298461894" sldId="9097"/>
            <ac:spMk id="260" creationId="{392DBE5B-6252-7AEB-1420-4B16D4B57A41}"/>
          </ac:spMkLst>
        </pc:spChg>
        <pc:spChg chg="mod">
          <ac:chgData name="Macher, Andreas (DI FA CTR PLC PPM)" userId="f1dcac62-7bef-43eb-91f0-927336a1714f" providerId="ADAL" clId="{5B710B73-F6D6-4A7D-9276-5384056BD54A}" dt="2022-10-26T11:53:12.793" v="2085" actId="1035"/>
          <ac:spMkLst>
            <pc:docMk/>
            <pc:sldMk cId="2298461894" sldId="9097"/>
            <ac:spMk id="262" creationId="{8B1576EA-E43F-A8AA-B746-32BCBB427F6C}"/>
          </ac:spMkLst>
        </pc:spChg>
        <pc:spChg chg="add mod">
          <ac:chgData name="Macher, Andreas (DI FA CTR PLC PPM)" userId="f1dcac62-7bef-43eb-91f0-927336a1714f" providerId="ADAL" clId="{5B710B73-F6D6-4A7D-9276-5384056BD54A}" dt="2022-11-16T16:08:28.316" v="7890"/>
          <ac:spMkLst>
            <pc:docMk/>
            <pc:sldMk cId="2298461894" sldId="9097"/>
            <ac:spMk id="264" creationId="{81F764F4-6EC6-194D-F6C4-3D5BF34ADB34}"/>
          </ac:spMkLst>
        </pc:spChg>
        <pc:spChg chg="del mod">
          <ac:chgData name="Macher, Andreas (DI FA CTR PLC PPM)" userId="f1dcac62-7bef-43eb-91f0-927336a1714f" providerId="ADAL" clId="{5B710B73-F6D6-4A7D-9276-5384056BD54A}" dt="2022-10-26T11:40:42.453" v="1838" actId="478"/>
          <ac:spMkLst>
            <pc:docMk/>
            <pc:sldMk cId="2298461894" sldId="9097"/>
            <ac:spMk id="264" creationId="{E8846041-570E-B94C-D130-F892728C7FA0}"/>
          </ac:spMkLst>
        </pc:spChg>
        <pc:spChg chg="mod">
          <ac:chgData name="Macher, Andreas (DI FA CTR PLC PPM)" userId="f1dcac62-7bef-43eb-91f0-927336a1714f" providerId="ADAL" clId="{5B710B73-F6D6-4A7D-9276-5384056BD54A}" dt="2022-10-26T11:53:12.793" v="2085" actId="1035"/>
          <ac:spMkLst>
            <pc:docMk/>
            <pc:sldMk cId="2298461894" sldId="9097"/>
            <ac:spMk id="265" creationId="{61D7D8FD-D046-2971-18CF-F83F532BA062}"/>
          </ac:spMkLst>
        </pc:spChg>
        <pc:spChg chg="mod">
          <ac:chgData name="Macher, Andreas (DI FA CTR PLC PPM)" userId="f1dcac62-7bef-43eb-91f0-927336a1714f" providerId="ADAL" clId="{5B710B73-F6D6-4A7D-9276-5384056BD54A}" dt="2022-10-26T11:53:12.793" v="2085" actId="1035"/>
          <ac:spMkLst>
            <pc:docMk/>
            <pc:sldMk cId="2298461894" sldId="9097"/>
            <ac:spMk id="268" creationId="{BC7C8CD2-C3A6-7009-F34B-FF5FE7BDEB1C}"/>
          </ac:spMkLst>
        </pc:spChg>
        <pc:spChg chg="del mod">
          <ac:chgData name="Macher, Andreas (DI FA CTR PLC PPM)" userId="f1dcac62-7bef-43eb-91f0-927336a1714f" providerId="ADAL" clId="{5B710B73-F6D6-4A7D-9276-5384056BD54A}" dt="2022-10-26T11:40:38.208" v="1837" actId="478"/>
          <ac:spMkLst>
            <pc:docMk/>
            <pc:sldMk cId="2298461894" sldId="9097"/>
            <ac:spMk id="269" creationId="{82DAA071-C4DC-3FED-A7EC-0A4281CA8EA4}"/>
          </ac:spMkLst>
        </pc:spChg>
        <pc:spChg chg="del topLvl">
          <ac:chgData name="Macher, Andreas (DI FA CTR PLC PPM)" userId="f1dcac62-7bef-43eb-91f0-927336a1714f" providerId="ADAL" clId="{5B710B73-F6D6-4A7D-9276-5384056BD54A}" dt="2022-11-22T16:15:54.755" v="8460" actId="478"/>
          <ac:spMkLst>
            <pc:docMk/>
            <pc:sldMk cId="2298461894" sldId="9097"/>
            <ac:spMk id="276" creationId="{2643D492-0FB7-C17C-6A75-21B5566A0B6B}"/>
          </ac:spMkLst>
        </pc:spChg>
        <pc:spChg chg="mod">
          <ac:chgData name="Macher, Andreas (DI FA CTR PLC PPM)" userId="f1dcac62-7bef-43eb-91f0-927336a1714f" providerId="ADAL" clId="{5B710B73-F6D6-4A7D-9276-5384056BD54A}" dt="2022-10-26T11:53:12.793" v="2085" actId="1035"/>
          <ac:spMkLst>
            <pc:docMk/>
            <pc:sldMk cId="2298461894" sldId="9097"/>
            <ac:spMk id="281" creationId="{964A58A3-553B-6830-5EE3-AF1558B2B23C}"/>
          </ac:spMkLst>
        </pc:spChg>
        <pc:spChg chg="mod">
          <ac:chgData name="Macher, Andreas (DI FA CTR PLC PPM)" userId="f1dcac62-7bef-43eb-91f0-927336a1714f" providerId="ADAL" clId="{5B710B73-F6D6-4A7D-9276-5384056BD54A}" dt="2022-11-07T20:57:20.913" v="6491" actId="207"/>
          <ac:spMkLst>
            <pc:docMk/>
            <pc:sldMk cId="2298461894" sldId="9097"/>
            <ac:spMk id="282" creationId="{14B6B828-15B7-4018-48E6-203A29B1E891}"/>
          </ac:spMkLst>
        </pc:spChg>
        <pc:spChg chg="del mod">
          <ac:chgData name="Macher, Andreas (DI FA CTR PLC PPM)" userId="f1dcac62-7bef-43eb-91f0-927336a1714f" providerId="ADAL" clId="{5B710B73-F6D6-4A7D-9276-5384056BD54A}" dt="2022-11-07T20:57:27.941" v="6492" actId="478"/>
          <ac:spMkLst>
            <pc:docMk/>
            <pc:sldMk cId="2298461894" sldId="9097"/>
            <ac:spMk id="283" creationId="{5C07A4FD-51AF-DAE3-36B2-FA17C1728DC4}"/>
          </ac:spMkLst>
        </pc:spChg>
        <pc:spChg chg="add mod">
          <ac:chgData name="Macher, Andreas (DI FA CTR PLC PPM)" userId="f1dcac62-7bef-43eb-91f0-927336a1714f" providerId="ADAL" clId="{5B710B73-F6D6-4A7D-9276-5384056BD54A}" dt="2022-11-07T20:58:11.872" v="6497" actId="1076"/>
          <ac:spMkLst>
            <pc:docMk/>
            <pc:sldMk cId="2298461894" sldId="9097"/>
            <ac:spMk id="284" creationId="{CB74631C-79C3-CE9C-1654-A14C90EFB6E6}"/>
          </ac:spMkLst>
        </pc:spChg>
        <pc:spChg chg="del mod topLvl">
          <ac:chgData name="Macher, Andreas (DI FA CTR PLC PPM)" userId="f1dcac62-7bef-43eb-91f0-927336a1714f" providerId="ADAL" clId="{5B710B73-F6D6-4A7D-9276-5384056BD54A}" dt="2022-11-22T16:15:53.331" v="8459" actId="478"/>
          <ac:spMkLst>
            <pc:docMk/>
            <pc:sldMk cId="2298461894" sldId="9097"/>
            <ac:spMk id="287" creationId="{777E5052-944C-FFC5-EF4C-F08BBCB1351C}"/>
          </ac:spMkLst>
        </pc:spChg>
        <pc:spChg chg="del mod topLvl">
          <ac:chgData name="Macher, Andreas (DI FA CTR PLC PPM)" userId="f1dcac62-7bef-43eb-91f0-927336a1714f" providerId="ADAL" clId="{5B710B73-F6D6-4A7D-9276-5384056BD54A}" dt="2022-10-26T13:57:09.960" v="2722" actId="478"/>
          <ac:spMkLst>
            <pc:docMk/>
            <pc:sldMk cId="2298461894" sldId="9097"/>
            <ac:spMk id="288" creationId="{2E044D94-6FF6-F703-5940-D8CBFF556225}"/>
          </ac:spMkLst>
        </pc:spChg>
        <pc:spChg chg="del topLvl">
          <ac:chgData name="Macher, Andreas (DI FA CTR PLC PPM)" userId="f1dcac62-7bef-43eb-91f0-927336a1714f" providerId="ADAL" clId="{5B710B73-F6D6-4A7D-9276-5384056BD54A}" dt="2022-11-22T16:16:02.826" v="8464" actId="478"/>
          <ac:spMkLst>
            <pc:docMk/>
            <pc:sldMk cId="2298461894" sldId="9097"/>
            <ac:spMk id="289" creationId="{EA11B208-F859-93E2-B7DF-D95053AB8F5E}"/>
          </ac:spMkLst>
        </pc:spChg>
        <pc:spChg chg="del mod topLvl">
          <ac:chgData name="Macher, Andreas (DI FA CTR PLC PPM)" userId="f1dcac62-7bef-43eb-91f0-927336a1714f" providerId="ADAL" clId="{5B710B73-F6D6-4A7D-9276-5384056BD54A}" dt="2022-11-22T16:16:01.603" v="8463" actId="478"/>
          <ac:spMkLst>
            <pc:docMk/>
            <pc:sldMk cId="2298461894" sldId="9097"/>
            <ac:spMk id="290" creationId="{63A751A0-35A7-BD64-0E04-A2B14766CC9A}"/>
          </ac:spMkLst>
        </pc:spChg>
        <pc:spChg chg="mod topLvl">
          <ac:chgData name="Macher, Andreas (DI FA CTR PLC PPM)" userId="f1dcac62-7bef-43eb-91f0-927336a1714f" providerId="ADAL" clId="{5B710B73-F6D6-4A7D-9276-5384056BD54A}" dt="2022-10-26T13:57:04.441" v="2720" actId="165"/>
          <ac:spMkLst>
            <pc:docMk/>
            <pc:sldMk cId="2298461894" sldId="9097"/>
            <ac:spMk id="291" creationId="{1790F7CD-A4E6-69EE-AD71-2DD9B294C556}"/>
          </ac:spMkLst>
        </pc:spChg>
        <pc:spChg chg="mod topLvl">
          <ac:chgData name="Macher, Andreas (DI FA CTR PLC PPM)" userId="f1dcac62-7bef-43eb-91f0-927336a1714f" providerId="ADAL" clId="{5B710B73-F6D6-4A7D-9276-5384056BD54A}" dt="2022-10-26T13:57:04.441" v="2720" actId="165"/>
          <ac:spMkLst>
            <pc:docMk/>
            <pc:sldMk cId="2298461894" sldId="9097"/>
            <ac:spMk id="292" creationId="{337120A2-EE57-CCF6-88A4-8A40A84DB80E}"/>
          </ac:spMkLst>
        </pc:spChg>
        <pc:spChg chg="mod topLvl">
          <ac:chgData name="Macher, Andreas (DI FA CTR PLC PPM)" userId="f1dcac62-7bef-43eb-91f0-927336a1714f" providerId="ADAL" clId="{5B710B73-F6D6-4A7D-9276-5384056BD54A}" dt="2022-10-26T13:57:04.441" v="2720" actId="165"/>
          <ac:spMkLst>
            <pc:docMk/>
            <pc:sldMk cId="2298461894" sldId="9097"/>
            <ac:spMk id="295" creationId="{0BFD3321-5E0C-527E-3265-08F4A0CC10A0}"/>
          </ac:spMkLst>
        </pc:spChg>
        <pc:spChg chg="mod topLvl">
          <ac:chgData name="Macher, Andreas (DI FA CTR PLC PPM)" userId="f1dcac62-7bef-43eb-91f0-927336a1714f" providerId="ADAL" clId="{5B710B73-F6D6-4A7D-9276-5384056BD54A}" dt="2022-10-26T13:57:04.441" v="2720" actId="165"/>
          <ac:spMkLst>
            <pc:docMk/>
            <pc:sldMk cId="2298461894" sldId="9097"/>
            <ac:spMk id="296" creationId="{A9F4EAE8-02B2-3FFD-F35C-D977ABD62BED}"/>
          </ac:spMkLst>
        </pc:spChg>
        <pc:spChg chg="add mod">
          <ac:chgData name="Macher, Andreas (DI FA CTR PLC PPM)" userId="f1dcac62-7bef-43eb-91f0-927336a1714f" providerId="ADAL" clId="{5B710B73-F6D6-4A7D-9276-5384056BD54A}" dt="2022-10-26T11:56:14.622" v="2113" actId="1036"/>
          <ac:spMkLst>
            <pc:docMk/>
            <pc:sldMk cId="2298461894" sldId="9097"/>
            <ac:spMk id="313" creationId="{78463DCF-DEBF-974C-58B7-9F70F668FD80}"/>
          </ac:spMkLst>
        </pc:spChg>
        <pc:spChg chg="mod">
          <ac:chgData name="Macher, Andreas (DI FA CTR PLC PPM)" userId="f1dcac62-7bef-43eb-91f0-927336a1714f" providerId="ADAL" clId="{5B710B73-F6D6-4A7D-9276-5384056BD54A}" dt="2022-10-26T11:56:14.622" v="2113" actId="1036"/>
          <ac:spMkLst>
            <pc:docMk/>
            <pc:sldMk cId="2298461894" sldId="9097"/>
            <ac:spMk id="315" creationId="{DE1FCF9D-C5A6-E952-ADCC-8374A162C49A}"/>
          </ac:spMkLst>
        </pc:spChg>
        <pc:spChg chg="mod">
          <ac:chgData name="Macher, Andreas (DI FA CTR PLC PPM)" userId="f1dcac62-7bef-43eb-91f0-927336a1714f" providerId="ADAL" clId="{5B710B73-F6D6-4A7D-9276-5384056BD54A}" dt="2022-11-07T20:58:31.261" v="6500" actId="207"/>
          <ac:spMkLst>
            <pc:docMk/>
            <pc:sldMk cId="2298461894" sldId="9097"/>
            <ac:spMk id="316" creationId="{0E11C01D-BBEA-D5F8-3B62-2488281D2220}"/>
          </ac:spMkLst>
        </pc:spChg>
        <pc:spChg chg="mod">
          <ac:chgData name="Macher, Andreas (DI FA CTR PLC PPM)" userId="f1dcac62-7bef-43eb-91f0-927336a1714f" providerId="ADAL" clId="{5B710B73-F6D6-4A7D-9276-5384056BD54A}" dt="2022-11-07T20:58:39.765" v="6501" actId="207"/>
          <ac:spMkLst>
            <pc:docMk/>
            <pc:sldMk cId="2298461894" sldId="9097"/>
            <ac:spMk id="317" creationId="{5C4C8894-5BBA-26C1-1214-210FEB6FAAE0}"/>
          </ac:spMkLst>
        </pc:spChg>
        <pc:spChg chg="add mod">
          <ac:chgData name="Macher, Andreas (DI FA CTR PLC PPM)" userId="f1dcac62-7bef-43eb-91f0-927336a1714f" providerId="ADAL" clId="{5B710B73-F6D6-4A7D-9276-5384056BD54A}" dt="2022-10-26T11:56:14.622" v="2113" actId="1036"/>
          <ac:spMkLst>
            <pc:docMk/>
            <pc:sldMk cId="2298461894" sldId="9097"/>
            <ac:spMk id="318" creationId="{1CB14370-8E04-7CA5-984C-A9B7F2C2A4C7}"/>
          </ac:spMkLst>
        </pc:spChg>
        <pc:spChg chg="add mod">
          <ac:chgData name="Macher, Andreas (DI FA CTR PLC PPM)" userId="f1dcac62-7bef-43eb-91f0-927336a1714f" providerId="ADAL" clId="{5B710B73-F6D6-4A7D-9276-5384056BD54A}" dt="2022-10-26T11:56:14.622" v="2113" actId="1036"/>
          <ac:spMkLst>
            <pc:docMk/>
            <pc:sldMk cId="2298461894" sldId="9097"/>
            <ac:spMk id="319" creationId="{B7C8DA23-0A55-1FB6-E9E7-DED2F3FC01F5}"/>
          </ac:spMkLst>
        </pc:spChg>
        <pc:spChg chg="add mod">
          <ac:chgData name="Macher, Andreas (DI FA CTR PLC PPM)" userId="f1dcac62-7bef-43eb-91f0-927336a1714f" providerId="ADAL" clId="{5B710B73-F6D6-4A7D-9276-5384056BD54A}" dt="2022-10-26T11:56:14.622" v="2113" actId="1036"/>
          <ac:spMkLst>
            <pc:docMk/>
            <pc:sldMk cId="2298461894" sldId="9097"/>
            <ac:spMk id="326" creationId="{2FD67715-3BBF-3F3E-D56A-9DC6D7C1F35D}"/>
          </ac:spMkLst>
        </pc:spChg>
        <pc:spChg chg="add mod">
          <ac:chgData name="Macher, Andreas (DI FA CTR PLC PPM)" userId="f1dcac62-7bef-43eb-91f0-927336a1714f" providerId="ADAL" clId="{5B710B73-F6D6-4A7D-9276-5384056BD54A}" dt="2022-10-26T11:56:14.622" v="2113" actId="1036"/>
          <ac:spMkLst>
            <pc:docMk/>
            <pc:sldMk cId="2298461894" sldId="9097"/>
            <ac:spMk id="327" creationId="{7A5106F3-A757-D62E-D831-5F258186BD96}"/>
          </ac:spMkLst>
        </pc:spChg>
        <pc:spChg chg="add del mod">
          <ac:chgData name="Macher, Andreas (DI FA CTR PLC PPM)" userId="f1dcac62-7bef-43eb-91f0-927336a1714f" providerId="ADAL" clId="{5B710B73-F6D6-4A7D-9276-5384056BD54A}" dt="2022-10-26T11:53:42.453" v="2087" actId="478"/>
          <ac:spMkLst>
            <pc:docMk/>
            <pc:sldMk cId="2298461894" sldId="9097"/>
            <ac:spMk id="332" creationId="{B994CA76-2060-358E-C470-2E2A9CDF2F35}"/>
          </ac:spMkLst>
        </pc:spChg>
        <pc:spChg chg="add mod">
          <ac:chgData name="Macher, Andreas (DI FA CTR PLC PPM)" userId="f1dcac62-7bef-43eb-91f0-927336a1714f" providerId="ADAL" clId="{5B710B73-F6D6-4A7D-9276-5384056BD54A}" dt="2022-10-26T11:56:14.622" v="2113" actId="1036"/>
          <ac:spMkLst>
            <pc:docMk/>
            <pc:sldMk cId="2298461894" sldId="9097"/>
            <ac:spMk id="345" creationId="{02B49DDF-9C0A-2F74-12A9-342428E827E2}"/>
          </ac:spMkLst>
        </pc:spChg>
        <pc:spChg chg="mod">
          <ac:chgData name="Macher, Andreas (DI FA CTR PLC PPM)" userId="f1dcac62-7bef-43eb-91f0-927336a1714f" providerId="ADAL" clId="{5B710B73-F6D6-4A7D-9276-5384056BD54A}" dt="2022-10-26T11:56:14.622" v="2113" actId="1036"/>
          <ac:spMkLst>
            <pc:docMk/>
            <pc:sldMk cId="2298461894" sldId="9097"/>
            <ac:spMk id="350" creationId="{131CDED0-15AF-E95F-08A1-5FB0C1D40432}"/>
          </ac:spMkLst>
        </pc:spChg>
        <pc:spChg chg="del mod">
          <ac:chgData name="Macher, Andreas (DI FA CTR PLC PPM)" userId="f1dcac62-7bef-43eb-91f0-927336a1714f" providerId="ADAL" clId="{5B710B73-F6D6-4A7D-9276-5384056BD54A}" dt="2022-10-26T11:43:11.466" v="1878" actId="478"/>
          <ac:spMkLst>
            <pc:docMk/>
            <pc:sldMk cId="2298461894" sldId="9097"/>
            <ac:spMk id="352" creationId="{35CBA557-8CAB-2F07-B9C5-7225B38CF38C}"/>
          </ac:spMkLst>
        </pc:spChg>
        <pc:spChg chg="mod">
          <ac:chgData name="Macher, Andreas (DI FA CTR PLC PPM)" userId="f1dcac62-7bef-43eb-91f0-927336a1714f" providerId="ADAL" clId="{5B710B73-F6D6-4A7D-9276-5384056BD54A}" dt="2022-10-26T11:56:14.622" v="2113" actId="1036"/>
          <ac:spMkLst>
            <pc:docMk/>
            <pc:sldMk cId="2298461894" sldId="9097"/>
            <ac:spMk id="353" creationId="{05E7B15D-BF07-CC03-CBCA-BF80BA7451C1}"/>
          </ac:spMkLst>
        </pc:spChg>
        <pc:spChg chg="mod">
          <ac:chgData name="Macher, Andreas (DI FA CTR PLC PPM)" userId="f1dcac62-7bef-43eb-91f0-927336a1714f" providerId="ADAL" clId="{5B710B73-F6D6-4A7D-9276-5384056BD54A}" dt="2022-10-26T11:56:14.622" v="2113" actId="1036"/>
          <ac:spMkLst>
            <pc:docMk/>
            <pc:sldMk cId="2298461894" sldId="9097"/>
            <ac:spMk id="356" creationId="{B7F35589-B9D6-B5DF-AD43-5BC60A29634C}"/>
          </ac:spMkLst>
        </pc:spChg>
        <pc:spChg chg="del mod">
          <ac:chgData name="Macher, Andreas (DI FA CTR PLC PPM)" userId="f1dcac62-7bef-43eb-91f0-927336a1714f" providerId="ADAL" clId="{5B710B73-F6D6-4A7D-9276-5384056BD54A}" dt="2022-10-26T11:43:13.241" v="1879" actId="478"/>
          <ac:spMkLst>
            <pc:docMk/>
            <pc:sldMk cId="2298461894" sldId="9097"/>
            <ac:spMk id="357" creationId="{4E5C30D4-34F6-E1B1-E998-52A53A46F963}"/>
          </ac:spMkLst>
        </pc:spChg>
        <pc:spChg chg="del mod">
          <ac:chgData name="Macher, Andreas (DI FA CTR PLC PPM)" userId="f1dcac62-7bef-43eb-91f0-927336a1714f" providerId="ADAL" clId="{5B710B73-F6D6-4A7D-9276-5384056BD54A}" dt="2022-10-26T11:53:44.775" v="2088" actId="478"/>
          <ac:spMkLst>
            <pc:docMk/>
            <pc:sldMk cId="2298461894" sldId="9097"/>
            <ac:spMk id="362" creationId="{53E891EA-751C-8E3C-4162-3C0909348B0F}"/>
          </ac:spMkLst>
        </pc:spChg>
        <pc:spChg chg="mod">
          <ac:chgData name="Macher, Andreas (DI FA CTR PLC PPM)" userId="f1dcac62-7bef-43eb-91f0-927336a1714f" providerId="ADAL" clId="{5B710B73-F6D6-4A7D-9276-5384056BD54A}" dt="2022-10-26T11:56:14.622" v="2113" actId="1036"/>
          <ac:spMkLst>
            <pc:docMk/>
            <pc:sldMk cId="2298461894" sldId="9097"/>
            <ac:spMk id="364" creationId="{B1010F19-585D-E441-A9BA-DDAD0CA13082}"/>
          </ac:spMkLst>
        </pc:spChg>
        <pc:spChg chg="mod">
          <ac:chgData name="Macher, Andreas (DI FA CTR PLC PPM)" userId="f1dcac62-7bef-43eb-91f0-927336a1714f" providerId="ADAL" clId="{5B710B73-F6D6-4A7D-9276-5384056BD54A}" dt="2022-10-26T11:56:14.622" v="2113" actId="1036"/>
          <ac:spMkLst>
            <pc:docMk/>
            <pc:sldMk cId="2298461894" sldId="9097"/>
            <ac:spMk id="382" creationId="{9C6076FE-4FA0-A905-82D3-0785D083FEBB}"/>
          </ac:spMkLst>
        </pc:spChg>
        <pc:spChg chg="mod">
          <ac:chgData name="Macher, Andreas (DI FA CTR PLC PPM)" userId="f1dcac62-7bef-43eb-91f0-927336a1714f" providerId="ADAL" clId="{5B710B73-F6D6-4A7D-9276-5384056BD54A}" dt="2022-11-07T20:58:44.016" v="6502" actId="207"/>
          <ac:spMkLst>
            <pc:docMk/>
            <pc:sldMk cId="2298461894" sldId="9097"/>
            <ac:spMk id="383" creationId="{4F04F79E-DFBC-70C6-C34B-DDCB9D395C7D}"/>
          </ac:spMkLst>
        </pc:spChg>
        <pc:spChg chg="mod">
          <ac:chgData name="Macher, Andreas (DI FA CTR PLC PPM)" userId="f1dcac62-7bef-43eb-91f0-927336a1714f" providerId="ADAL" clId="{5B710B73-F6D6-4A7D-9276-5384056BD54A}" dt="2022-11-07T20:58:50.220" v="6503" actId="207"/>
          <ac:spMkLst>
            <pc:docMk/>
            <pc:sldMk cId="2298461894" sldId="9097"/>
            <ac:spMk id="384" creationId="{E2E85C43-984B-5182-C378-688FE6F1D727}"/>
          </ac:spMkLst>
        </pc:spChg>
        <pc:spChg chg="add mod">
          <ac:chgData name="Macher, Andreas (DI FA CTR PLC PPM)" userId="f1dcac62-7bef-43eb-91f0-927336a1714f" providerId="ADAL" clId="{5B710B73-F6D6-4A7D-9276-5384056BD54A}" dt="2022-11-16T16:07:40.112" v="7885" actId="207"/>
          <ac:spMkLst>
            <pc:docMk/>
            <pc:sldMk cId="2298461894" sldId="9097"/>
            <ac:spMk id="386" creationId="{C8674459-F4FB-603E-3966-E5546FDA999A}"/>
          </ac:spMkLst>
        </pc:spChg>
        <pc:spChg chg="add mod">
          <ac:chgData name="Macher, Andreas (DI FA CTR PLC PPM)" userId="f1dcac62-7bef-43eb-91f0-927336a1714f" providerId="ADAL" clId="{5B710B73-F6D6-4A7D-9276-5384056BD54A}" dt="2022-11-16T16:07:12.694" v="7882" actId="207"/>
          <ac:spMkLst>
            <pc:docMk/>
            <pc:sldMk cId="2298461894" sldId="9097"/>
            <ac:spMk id="387" creationId="{3503F1FE-9683-5098-7F33-9FF804975DA3}"/>
          </ac:spMkLst>
        </pc:spChg>
        <pc:spChg chg="add mod">
          <ac:chgData name="Macher, Andreas (DI FA CTR PLC PPM)" userId="f1dcac62-7bef-43eb-91f0-927336a1714f" providerId="ADAL" clId="{5B710B73-F6D6-4A7D-9276-5384056BD54A}" dt="2022-11-07T20:57:01.333" v="6487" actId="207"/>
          <ac:spMkLst>
            <pc:docMk/>
            <pc:sldMk cId="2298461894" sldId="9097"/>
            <ac:spMk id="388" creationId="{8E52AF72-3564-4AE5-9D31-181D37F2A216}"/>
          </ac:spMkLst>
        </pc:spChg>
        <pc:spChg chg="add mod">
          <ac:chgData name="Macher, Andreas (DI FA CTR PLC PPM)" userId="f1dcac62-7bef-43eb-91f0-927336a1714f" providerId="ADAL" clId="{5B710B73-F6D6-4A7D-9276-5384056BD54A}" dt="2022-11-07T21:03:08.575" v="6535" actId="1076"/>
          <ac:spMkLst>
            <pc:docMk/>
            <pc:sldMk cId="2298461894" sldId="9097"/>
            <ac:spMk id="389" creationId="{43146D93-CF0D-5EB2-B4BF-99099E9EBF8A}"/>
          </ac:spMkLst>
        </pc:spChg>
        <pc:spChg chg="add mod">
          <ac:chgData name="Macher, Andreas (DI FA CTR PLC PPM)" userId="f1dcac62-7bef-43eb-91f0-927336a1714f" providerId="ADAL" clId="{5B710B73-F6D6-4A7D-9276-5384056BD54A}" dt="2022-11-07T21:03:26.322" v="6538" actId="1076"/>
          <ac:spMkLst>
            <pc:docMk/>
            <pc:sldMk cId="2298461894" sldId="9097"/>
            <ac:spMk id="390" creationId="{D5A49815-7B4B-7D0A-59DE-CFA34A972FD2}"/>
          </ac:spMkLst>
        </pc:spChg>
        <pc:spChg chg="add mod">
          <ac:chgData name="Macher, Andreas (DI FA CTR PLC PPM)" userId="f1dcac62-7bef-43eb-91f0-927336a1714f" providerId="ADAL" clId="{5B710B73-F6D6-4A7D-9276-5384056BD54A}" dt="2022-11-07T21:03:15.171" v="6536" actId="1076"/>
          <ac:spMkLst>
            <pc:docMk/>
            <pc:sldMk cId="2298461894" sldId="9097"/>
            <ac:spMk id="391" creationId="{28B168FB-6801-5594-AC18-C70D5215439D}"/>
          </ac:spMkLst>
        </pc:spChg>
        <pc:grpChg chg="add mod">
          <ac:chgData name="Macher, Andreas (DI FA CTR PLC PPM)" userId="f1dcac62-7bef-43eb-91f0-927336a1714f" providerId="ADAL" clId="{5B710B73-F6D6-4A7D-9276-5384056BD54A}" dt="2022-10-26T11:53:12.793" v="2085" actId="1035"/>
          <ac:grpSpMkLst>
            <pc:docMk/>
            <pc:sldMk cId="2298461894" sldId="9097"/>
            <ac:grpSpMk id="3" creationId="{3AADA93F-03ED-F213-8A4D-832B4C1E8143}"/>
          </ac:grpSpMkLst>
        </pc:grpChg>
        <pc:grpChg chg="mod">
          <ac:chgData name="Macher, Andreas (DI FA CTR PLC PPM)" userId="f1dcac62-7bef-43eb-91f0-927336a1714f" providerId="ADAL" clId="{5B710B73-F6D6-4A7D-9276-5384056BD54A}" dt="2022-10-26T11:53:12.793" v="2085" actId="1035"/>
          <ac:grpSpMkLst>
            <pc:docMk/>
            <pc:sldMk cId="2298461894" sldId="9097"/>
            <ac:grpSpMk id="10" creationId="{973FB228-D3DD-C868-B4B2-2519B85B68E6}"/>
          </ac:grpSpMkLst>
        </pc:grpChg>
        <pc:grpChg chg="add del mod topLvl">
          <ac:chgData name="Macher, Andreas (DI FA CTR PLC PPM)" userId="f1dcac62-7bef-43eb-91f0-927336a1714f" providerId="ADAL" clId="{5B710B73-F6D6-4A7D-9276-5384056BD54A}" dt="2022-10-26T13:48:00.975" v="2652" actId="478"/>
          <ac:grpSpMkLst>
            <pc:docMk/>
            <pc:sldMk cId="2298461894" sldId="9097"/>
            <ac:grpSpMk id="23" creationId="{A25F322E-5DBB-181A-323A-C33B41B35F96}"/>
          </ac:grpSpMkLst>
        </pc:grpChg>
        <pc:grpChg chg="add del mod topLvl">
          <ac:chgData name="Macher, Andreas (DI FA CTR PLC PPM)" userId="f1dcac62-7bef-43eb-91f0-927336a1714f" providerId="ADAL" clId="{5B710B73-F6D6-4A7D-9276-5384056BD54A}" dt="2022-10-26T13:48:04.607" v="2655" actId="478"/>
          <ac:grpSpMkLst>
            <pc:docMk/>
            <pc:sldMk cId="2298461894" sldId="9097"/>
            <ac:grpSpMk id="30" creationId="{402F7CBD-4422-8DD0-9EDA-76F71E7093FE}"/>
          </ac:grpSpMkLst>
        </pc:grpChg>
        <pc:grpChg chg="del">
          <ac:chgData name="Macher, Andreas (DI FA CTR PLC PPM)" userId="f1dcac62-7bef-43eb-91f0-927336a1714f" providerId="ADAL" clId="{5B710B73-F6D6-4A7D-9276-5384056BD54A}" dt="2022-11-22T16:15:57.532" v="8461" actId="478"/>
          <ac:grpSpMkLst>
            <pc:docMk/>
            <pc:sldMk cId="2298461894" sldId="9097"/>
            <ac:grpSpMk id="30" creationId="{F12504E1-0286-6E10-C0E1-BCAC87BBBB45}"/>
          </ac:grpSpMkLst>
        </pc:grpChg>
        <pc:grpChg chg="del">
          <ac:chgData name="Macher, Andreas (DI FA CTR PLC PPM)" userId="f1dcac62-7bef-43eb-91f0-927336a1714f" providerId="ADAL" clId="{5B710B73-F6D6-4A7D-9276-5384056BD54A}" dt="2022-10-26T11:38:27.200" v="1818" actId="478"/>
          <ac:grpSpMkLst>
            <pc:docMk/>
            <pc:sldMk cId="2298461894" sldId="9097"/>
            <ac:grpSpMk id="200" creationId="{8F12C1E8-C6B1-4F3A-B7BC-F24B4796CBAF}"/>
          </ac:grpSpMkLst>
        </pc:grpChg>
        <pc:grpChg chg="del">
          <ac:chgData name="Macher, Andreas (DI FA CTR PLC PPM)" userId="f1dcac62-7bef-43eb-91f0-927336a1714f" providerId="ADAL" clId="{5B710B73-F6D6-4A7D-9276-5384056BD54A}" dt="2022-10-26T11:38:27.200" v="1818" actId="478"/>
          <ac:grpSpMkLst>
            <pc:docMk/>
            <pc:sldMk cId="2298461894" sldId="9097"/>
            <ac:grpSpMk id="205" creationId="{B624A402-6D3E-48C3-AD73-646B56182539}"/>
          </ac:grpSpMkLst>
        </pc:grpChg>
        <pc:grpChg chg="del">
          <ac:chgData name="Macher, Andreas (DI FA CTR PLC PPM)" userId="f1dcac62-7bef-43eb-91f0-927336a1714f" providerId="ADAL" clId="{5B710B73-F6D6-4A7D-9276-5384056BD54A}" dt="2022-10-26T11:38:27.200" v="1818" actId="478"/>
          <ac:grpSpMkLst>
            <pc:docMk/>
            <pc:sldMk cId="2298461894" sldId="9097"/>
            <ac:grpSpMk id="210" creationId="{5437500B-DC3A-4466-A8B2-5438782C8A73}"/>
          </ac:grpSpMkLst>
        </pc:grpChg>
        <pc:grpChg chg="del">
          <ac:chgData name="Macher, Andreas (DI FA CTR PLC PPM)" userId="f1dcac62-7bef-43eb-91f0-927336a1714f" providerId="ADAL" clId="{5B710B73-F6D6-4A7D-9276-5384056BD54A}" dt="2022-10-26T11:38:27.200" v="1818" actId="478"/>
          <ac:grpSpMkLst>
            <pc:docMk/>
            <pc:sldMk cId="2298461894" sldId="9097"/>
            <ac:grpSpMk id="214" creationId="{A60F7571-C67B-40B1-90B3-FA0E9EDC637C}"/>
          </ac:grpSpMkLst>
        </pc:grpChg>
        <pc:grpChg chg="del">
          <ac:chgData name="Macher, Andreas (DI FA CTR PLC PPM)" userId="f1dcac62-7bef-43eb-91f0-927336a1714f" providerId="ADAL" clId="{5B710B73-F6D6-4A7D-9276-5384056BD54A}" dt="2022-10-26T11:38:27.200" v="1818" actId="478"/>
          <ac:grpSpMkLst>
            <pc:docMk/>
            <pc:sldMk cId="2298461894" sldId="9097"/>
            <ac:grpSpMk id="218" creationId="{F8787F20-0C14-43BF-B46D-6AE2852088CD}"/>
          </ac:grpSpMkLst>
        </pc:grpChg>
        <pc:grpChg chg="del">
          <ac:chgData name="Macher, Andreas (DI FA CTR PLC PPM)" userId="f1dcac62-7bef-43eb-91f0-927336a1714f" providerId="ADAL" clId="{5B710B73-F6D6-4A7D-9276-5384056BD54A}" dt="2022-10-26T11:38:27.200" v="1818" actId="478"/>
          <ac:grpSpMkLst>
            <pc:docMk/>
            <pc:sldMk cId="2298461894" sldId="9097"/>
            <ac:grpSpMk id="222" creationId="{476960E4-EF7F-4EC2-9FB4-559F482DA6D6}"/>
          </ac:grpSpMkLst>
        </pc:grpChg>
        <pc:grpChg chg="del">
          <ac:chgData name="Macher, Andreas (DI FA CTR PLC PPM)" userId="f1dcac62-7bef-43eb-91f0-927336a1714f" providerId="ADAL" clId="{5B710B73-F6D6-4A7D-9276-5384056BD54A}" dt="2022-10-26T11:38:27.200" v="1818" actId="478"/>
          <ac:grpSpMkLst>
            <pc:docMk/>
            <pc:sldMk cId="2298461894" sldId="9097"/>
            <ac:grpSpMk id="226" creationId="{336E7845-6184-44AD-9880-105B4EC7E190}"/>
          </ac:grpSpMkLst>
        </pc:grpChg>
        <pc:grpChg chg="del">
          <ac:chgData name="Macher, Andreas (DI FA CTR PLC PPM)" userId="f1dcac62-7bef-43eb-91f0-927336a1714f" providerId="ADAL" clId="{5B710B73-F6D6-4A7D-9276-5384056BD54A}" dt="2022-10-26T11:38:27.200" v="1818" actId="478"/>
          <ac:grpSpMkLst>
            <pc:docMk/>
            <pc:sldMk cId="2298461894" sldId="9097"/>
            <ac:grpSpMk id="234" creationId="{F18B458F-2E56-47DE-8B10-2A54AD5309DB}"/>
          </ac:grpSpMkLst>
        </pc:grpChg>
        <pc:grpChg chg="add del mod">
          <ac:chgData name="Macher, Andreas (DI FA CTR PLC PPM)" userId="f1dcac62-7bef-43eb-91f0-927336a1714f" providerId="ADAL" clId="{5B710B73-F6D6-4A7D-9276-5384056BD54A}" dt="2022-10-26T13:47:52.992" v="2647" actId="165"/>
          <ac:grpSpMkLst>
            <pc:docMk/>
            <pc:sldMk cId="2298461894" sldId="9097"/>
            <ac:grpSpMk id="260" creationId="{DEB185B1-CE0E-703B-D87C-35F1FFD10A10}"/>
          </ac:grpSpMkLst>
        </pc:grpChg>
        <pc:grpChg chg="add mod">
          <ac:chgData name="Macher, Andreas (DI FA CTR PLC PPM)" userId="f1dcac62-7bef-43eb-91f0-927336a1714f" providerId="ADAL" clId="{5B710B73-F6D6-4A7D-9276-5384056BD54A}" dt="2022-10-26T11:53:12.793" v="2085" actId="1035"/>
          <ac:grpSpMkLst>
            <pc:docMk/>
            <pc:sldMk cId="2298461894" sldId="9097"/>
            <ac:grpSpMk id="261" creationId="{C8267532-671D-2490-5102-A75C9FFB9CB1}"/>
          </ac:grpSpMkLst>
        </pc:grpChg>
        <pc:grpChg chg="mod">
          <ac:chgData name="Macher, Andreas (DI FA CTR PLC PPM)" userId="f1dcac62-7bef-43eb-91f0-927336a1714f" providerId="ADAL" clId="{5B710B73-F6D6-4A7D-9276-5384056BD54A}" dt="2022-10-26T11:53:12.793" v="2085" actId="1035"/>
          <ac:grpSpMkLst>
            <pc:docMk/>
            <pc:sldMk cId="2298461894" sldId="9097"/>
            <ac:grpSpMk id="263" creationId="{F569E467-FF9D-A0C4-8752-8F477B73F594}"/>
          </ac:grpSpMkLst>
        </pc:grpChg>
        <pc:grpChg chg="mod">
          <ac:chgData name="Macher, Andreas (DI FA CTR PLC PPM)" userId="f1dcac62-7bef-43eb-91f0-927336a1714f" providerId="ADAL" clId="{5B710B73-F6D6-4A7D-9276-5384056BD54A}" dt="2022-10-26T11:53:12.793" v="2085" actId="1035"/>
          <ac:grpSpMkLst>
            <pc:docMk/>
            <pc:sldMk cId="2298461894" sldId="9097"/>
            <ac:grpSpMk id="267" creationId="{BD530F28-3F3B-6D80-D3E3-9203BFB21591}"/>
          </ac:grpSpMkLst>
        </pc:grpChg>
        <pc:grpChg chg="del">
          <ac:chgData name="Macher, Andreas (DI FA CTR PLC PPM)" userId="f1dcac62-7bef-43eb-91f0-927336a1714f" providerId="ADAL" clId="{5B710B73-F6D6-4A7D-9276-5384056BD54A}" dt="2022-11-22T16:15:53.331" v="8459" actId="478"/>
          <ac:grpSpMkLst>
            <pc:docMk/>
            <pc:sldMk cId="2298461894" sldId="9097"/>
            <ac:grpSpMk id="269" creationId="{38ED6628-60F5-32F0-4D1B-A636B6B235A6}"/>
          </ac:grpSpMkLst>
        </pc:grpChg>
        <pc:grpChg chg="add del mod">
          <ac:chgData name="Macher, Andreas (DI FA CTR PLC PPM)" userId="f1dcac62-7bef-43eb-91f0-927336a1714f" providerId="ADAL" clId="{5B710B73-F6D6-4A7D-9276-5384056BD54A}" dt="2022-10-26T13:57:04.441" v="2720" actId="165"/>
          <ac:grpSpMkLst>
            <pc:docMk/>
            <pc:sldMk cId="2298461894" sldId="9097"/>
            <ac:grpSpMk id="287" creationId="{A26A1BC9-973C-BFFB-AB5C-43166716ACF1}"/>
          </ac:grpSpMkLst>
        </pc:grpChg>
        <pc:grpChg chg="del">
          <ac:chgData name="Macher, Andreas (DI FA CTR PLC PPM)" userId="f1dcac62-7bef-43eb-91f0-927336a1714f" providerId="ADAL" clId="{5B710B73-F6D6-4A7D-9276-5384056BD54A}" dt="2022-11-22T16:16:01.603" v="8463" actId="478"/>
          <ac:grpSpMkLst>
            <pc:docMk/>
            <pc:sldMk cId="2298461894" sldId="9097"/>
            <ac:grpSpMk id="288" creationId="{E4318332-8030-DC06-0C6F-D9FD2D667141}"/>
          </ac:grpSpMkLst>
        </pc:grpChg>
        <pc:grpChg chg="del mod topLvl">
          <ac:chgData name="Macher, Andreas (DI FA CTR PLC PPM)" userId="f1dcac62-7bef-43eb-91f0-927336a1714f" providerId="ADAL" clId="{5B710B73-F6D6-4A7D-9276-5384056BD54A}" dt="2022-10-26T13:57:10.761" v="2723" actId="478"/>
          <ac:grpSpMkLst>
            <pc:docMk/>
            <pc:sldMk cId="2298461894" sldId="9097"/>
            <ac:grpSpMk id="290" creationId="{1B3F8678-9B15-5073-76DB-DC6125384E90}"/>
          </ac:grpSpMkLst>
        </pc:grpChg>
        <pc:grpChg chg="del mod topLvl">
          <ac:chgData name="Macher, Andreas (DI FA CTR PLC PPM)" userId="f1dcac62-7bef-43eb-91f0-927336a1714f" providerId="ADAL" clId="{5B710B73-F6D6-4A7D-9276-5384056BD54A}" dt="2022-10-26T13:57:12.121" v="2725" actId="478"/>
          <ac:grpSpMkLst>
            <pc:docMk/>
            <pc:sldMk cId="2298461894" sldId="9097"/>
            <ac:grpSpMk id="294" creationId="{5DA47924-ED12-076B-4E58-BAF8AF0A5CFB}"/>
          </ac:grpSpMkLst>
        </pc:grpChg>
        <pc:grpChg chg="del mod topLvl">
          <ac:chgData name="Macher, Andreas (DI FA CTR PLC PPM)" userId="f1dcac62-7bef-43eb-91f0-927336a1714f" providerId="ADAL" clId="{5B710B73-F6D6-4A7D-9276-5384056BD54A}" dt="2022-10-26T13:57:07.112" v="2721" actId="478"/>
          <ac:grpSpMkLst>
            <pc:docMk/>
            <pc:sldMk cId="2298461894" sldId="9097"/>
            <ac:grpSpMk id="299" creationId="{FE2BFC01-BFAD-EB03-26D2-68D89103EE3F}"/>
          </ac:grpSpMkLst>
        </pc:grpChg>
        <pc:grpChg chg="del mod topLvl">
          <ac:chgData name="Macher, Andreas (DI FA CTR PLC PPM)" userId="f1dcac62-7bef-43eb-91f0-927336a1714f" providerId="ADAL" clId="{5B710B73-F6D6-4A7D-9276-5384056BD54A}" dt="2022-10-26T13:57:11.592" v="2724" actId="478"/>
          <ac:grpSpMkLst>
            <pc:docMk/>
            <pc:sldMk cId="2298461894" sldId="9097"/>
            <ac:grpSpMk id="300" creationId="{8472DC1E-E6AD-EB00-3A4A-6D66E0CCAC41}"/>
          </ac:grpSpMkLst>
        </pc:grpChg>
        <pc:grpChg chg="add mod">
          <ac:chgData name="Macher, Andreas (DI FA CTR PLC PPM)" userId="f1dcac62-7bef-43eb-91f0-927336a1714f" providerId="ADAL" clId="{5B710B73-F6D6-4A7D-9276-5384056BD54A}" dt="2022-10-26T11:56:14.622" v="2113" actId="1036"/>
          <ac:grpSpMkLst>
            <pc:docMk/>
            <pc:sldMk cId="2298461894" sldId="9097"/>
            <ac:grpSpMk id="314" creationId="{E61114BC-3719-FA6C-CBE4-3BDB3066C933}"/>
          </ac:grpSpMkLst>
        </pc:grpChg>
        <pc:grpChg chg="add mod">
          <ac:chgData name="Macher, Andreas (DI FA CTR PLC PPM)" userId="f1dcac62-7bef-43eb-91f0-927336a1714f" providerId="ADAL" clId="{5B710B73-F6D6-4A7D-9276-5384056BD54A}" dt="2022-10-26T11:56:14.622" v="2113" actId="1036"/>
          <ac:grpSpMkLst>
            <pc:docMk/>
            <pc:sldMk cId="2298461894" sldId="9097"/>
            <ac:grpSpMk id="321" creationId="{8E3C3B4C-AE32-5E90-C7CF-DF48DFE89A8B}"/>
          </ac:grpSpMkLst>
        </pc:grpChg>
        <pc:grpChg chg="add mod">
          <ac:chgData name="Macher, Andreas (DI FA CTR PLC PPM)" userId="f1dcac62-7bef-43eb-91f0-927336a1714f" providerId="ADAL" clId="{5B710B73-F6D6-4A7D-9276-5384056BD54A}" dt="2022-10-26T11:56:14.622" v="2113" actId="1036"/>
          <ac:grpSpMkLst>
            <pc:docMk/>
            <pc:sldMk cId="2298461894" sldId="9097"/>
            <ac:grpSpMk id="333" creationId="{F55C92D8-B1F1-3C4B-5EA8-90F40B9D3794}"/>
          </ac:grpSpMkLst>
        </pc:grpChg>
        <pc:grpChg chg="mod">
          <ac:chgData name="Macher, Andreas (DI FA CTR PLC PPM)" userId="f1dcac62-7bef-43eb-91f0-927336a1714f" providerId="ADAL" clId="{5B710B73-F6D6-4A7D-9276-5384056BD54A}" dt="2022-10-26T11:56:14.622" v="2113" actId="1036"/>
          <ac:grpSpMkLst>
            <pc:docMk/>
            <pc:sldMk cId="2298461894" sldId="9097"/>
            <ac:grpSpMk id="334" creationId="{3BEA95FA-2AED-73DC-2E25-4FDB61C75703}"/>
          </ac:grpSpMkLst>
        </pc:grpChg>
        <pc:grpChg chg="mod">
          <ac:chgData name="Macher, Andreas (DI FA CTR PLC PPM)" userId="f1dcac62-7bef-43eb-91f0-927336a1714f" providerId="ADAL" clId="{5B710B73-F6D6-4A7D-9276-5384056BD54A}" dt="2022-10-26T11:56:14.622" v="2113" actId="1036"/>
          <ac:grpSpMkLst>
            <pc:docMk/>
            <pc:sldMk cId="2298461894" sldId="9097"/>
            <ac:grpSpMk id="335" creationId="{AAA3B7DF-044E-F9F4-131E-EF158A4FC409}"/>
          </ac:grpSpMkLst>
        </pc:grpChg>
        <pc:grpChg chg="mod">
          <ac:chgData name="Macher, Andreas (DI FA CTR PLC PPM)" userId="f1dcac62-7bef-43eb-91f0-927336a1714f" providerId="ADAL" clId="{5B710B73-F6D6-4A7D-9276-5384056BD54A}" dt="2022-10-26T11:56:14.622" v="2113" actId="1036"/>
          <ac:grpSpMkLst>
            <pc:docMk/>
            <pc:sldMk cId="2298461894" sldId="9097"/>
            <ac:grpSpMk id="336" creationId="{34B09098-FAE0-5506-19C0-8F2E59CCE8DA}"/>
          </ac:grpSpMkLst>
        </pc:grpChg>
        <pc:grpChg chg="add mod">
          <ac:chgData name="Macher, Andreas (DI FA CTR PLC PPM)" userId="f1dcac62-7bef-43eb-91f0-927336a1714f" providerId="ADAL" clId="{5B710B73-F6D6-4A7D-9276-5384056BD54A}" dt="2022-10-26T11:56:14.622" v="2113" actId="1036"/>
          <ac:grpSpMkLst>
            <pc:docMk/>
            <pc:sldMk cId="2298461894" sldId="9097"/>
            <ac:grpSpMk id="348" creationId="{74A2DC5D-CEB7-F1EE-309F-E891A804A9E3}"/>
          </ac:grpSpMkLst>
        </pc:grpChg>
        <pc:grpChg chg="add mod">
          <ac:chgData name="Macher, Andreas (DI FA CTR PLC PPM)" userId="f1dcac62-7bef-43eb-91f0-927336a1714f" providerId="ADAL" clId="{5B710B73-F6D6-4A7D-9276-5384056BD54A}" dt="2022-10-26T11:56:14.622" v="2113" actId="1036"/>
          <ac:grpSpMkLst>
            <pc:docMk/>
            <pc:sldMk cId="2298461894" sldId="9097"/>
            <ac:grpSpMk id="349" creationId="{DE783055-4FEE-DF43-4829-C35866028901}"/>
          </ac:grpSpMkLst>
        </pc:grpChg>
        <pc:grpChg chg="mod">
          <ac:chgData name="Macher, Andreas (DI FA CTR PLC PPM)" userId="f1dcac62-7bef-43eb-91f0-927336a1714f" providerId="ADAL" clId="{5B710B73-F6D6-4A7D-9276-5384056BD54A}" dt="2022-10-26T11:56:14.622" v="2113" actId="1036"/>
          <ac:grpSpMkLst>
            <pc:docMk/>
            <pc:sldMk cId="2298461894" sldId="9097"/>
            <ac:grpSpMk id="351" creationId="{2F5C1C38-B5A6-021F-CE19-84FC4A1D3E42}"/>
          </ac:grpSpMkLst>
        </pc:grpChg>
        <pc:grpChg chg="mod">
          <ac:chgData name="Macher, Andreas (DI FA CTR PLC PPM)" userId="f1dcac62-7bef-43eb-91f0-927336a1714f" providerId="ADAL" clId="{5B710B73-F6D6-4A7D-9276-5384056BD54A}" dt="2022-10-26T11:56:14.622" v="2113" actId="1036"/>
          <ac:grpSpMkLst>
            <pc:docMk/>
            <pc:sldMk cId="2298461894" sldId="9097"/>
            <ac:grpSpMk id="355" creationId="{1B79F71E-2DCD-39E2-8365-54FDCD440C8F}"/>
          </ac:grpSpMkLst>
        </pc:grpChg>
        <pc:grpChg chg="mod">
          <ac:chgData name="Macher, Andreas (DI FA CTR PLC PPM)" userId="f1dcac62-7bef-43eb-91f0-927336a1714f" providerId="ADAL" clId="{5B710B73-F6D6-4A7D-9276-5384056BD54A}" dt="2022-10-26T11:56:14.622" v="2113" actId="1036"/>
          <ac:grpSpMkLst>
            <pc:docMk/>
            <pc:sldMk cId="2298461894" sldId="9097"/>
            <ac:grpSpMk id="363" creationId="{8BE783D6-B732-ED87-5006-230265FA7610}"/>
          </ac:grpSpMkLst>
        </pc:grpChg>
        <pc:grpChg chg="mod">
          <ac:chgData name="Macher, Andreas (DI FA CTR PLC PPM)" userId="f1dcac62-7bef-43eb-91f0-927336a1714f" providerId="ADAL" clId="{5B710B73-F6D6-4A7D-9276-5384056BD54A}" dt="2022-10-26T11:56:14.622" v="2113" actId="1036"/>
          <ac:grpSpMkLst>
            <pc:docMk/>
            <pc:sldMk cId="2298461894" sldId="9097"/>
            <ac:grpSpMk id="367" creationId="{4F3B4720-FEC4-3D48-3A68-420B4654C30A}"/>
          </ac:grpSpMkLst>
        </pc:grpChg>
        <pc:grpChg chg="mod">
          <ac:chgData name="Macher, Andreas (DI FA CTR PLC PPM)" userId="f1dcac62-7bef-43eb-91f0-927336a1714f" providerId="ADAL" clId="{5B710B73-F6D6-4A7D-9276-5384056BD54A}" dt="2022-10-26T11:56:14.622" v="2113" actId="1036"/>
          <ac:grpSpMkLst>
            <pc:docMk/>
            <pc:sldMk cId="2298461894" sldId="9097"/>
            <ac:grpSpMk id="368" creationId="{49FF6268-EACD-86AF-C7D6-DD8AC59F7C58}"/>
          </ac:grpSpMkLst>
        </pc:grpChg>
        <pc:grpChg chg="mod">
          <ac:chgData name="Macher, Andreas (DI FA CTR PLC PPM)" userId="f1dcac62-7bef-43eb-91f0-927336a1714f" providerId="ADAL" clId="{5B710B73-F6D6-4A7D-9276-5384056BD54A}" dt="2022-10-26T11:56:14.622" v="2113" actId="1036"/>
          <ac:grpSpMkLst>
            <pc:docMk/>
            <pc:sldMk cId="2298461894" sldId="9097"/>
            <ac:grpSpMk id="369" creationId="{BBA80CAD-F1BE-B0EF-38C8-3435EC552173}"/>
          </ac:grpSpMkLst>
        </pc:grpChg>
        <pc:picChg chg="mod">
          <ac:chgData name="Macher, Andreas (DI FA CTR PLC PPM)" userId="f1dcac62-7bef-43eb-91f0-927336a1714f" providerId="ADAL" clId="{5B710B73-F6D6-4A7D-9276-5384056BD54A}" dt="2022-11-07T20:55:09.423" v="6471" actId="207"/>
          <ac:picMkLst>
            <pc:docMk/>
            <pc:sldMk cId="2298461894" sldId="9097"/>
            <ac:picMk id="9" creationId="{1641B1CB-28E9-7344-2CDC-B127FDA31AA6}"/>
          </ac:picMkLst>
        </pc:picChg>
        <pc:picChg chg="mod">
          <ac:chgData name="Macher, Andreas (DI FA CTR PLC PPM)" userId="f1dcac62-7bef-43eb-91f0-927336a1714f" providerId="ADAL" clId="{5B710B73-F6D6-4A7D-9276-5384056BD54A}" dt="2022-10-26T11:53:12.793" v="2085" actId="1035"/>
          <ac:picMkLst>
            <pc:docMk/>
            <pc:sldMk cId="2298461894" sldId="9097"/>
            <ac:picMk id="13" creationId="{5733469C-DAD5-39DD-8A2F-4FF51D2C335A}"/>
          </ac:picMkLst>
        </pc:picChg>
        <pc:picChg chg="mod">
          <ac:chgData name="Macher, Andreas (DI FA CTR PLC PPM)" userId="f1dcac62-7bef-43eb-91f0-927336a1714f" providerId="ADAL" clId="{5B710B73-F6D6-4A7D-9276-5384056BD54A}" dt="2022-10-26T11:53:12.793" v="2085" actId="1035"/>
          <ac:picMkLst>
            <pc:docMk/>
            <pc:sldMk cId="2298461894" sldId="9097"/>
            <ac:picMk id="14" creationId="{786F961B-30DE-F704-52EE-39570229D8A7}"/>
          </ac:picMkLst>
        </pc:picChg>
        <pc:picChg chg="mod">
          <ac:chgData name="Macher, Andreas (DI FA CTR PLC PPM)" userId="f1dcac62-7bef-43eb-91f0-927336a1714f" providerId="ADAL" clId="{5B710B73-F6D6-4A7D-9276-5384056BD54A}" dt="2022-11-07T20:55:09.423" v="6471" actId="207"/>
          <ac:picMkLst>
            <pc:docMk/>
            <pc:sldMk cId="2298461894" sldId="9097"/>
            <ac:picMk id="17" creationId="{D60A4294-E06A-4FC5-5030-5B3B092DE6CD}"/>
          </ac:picMkLst>
        </pc:picChg>
        <pc:picChg chg="mod">
          <ac:chgData name="Macher, Andreas (DI FA CTR PLC PPM)" userId="f1dcac62-7bef-43eb-91f0-927336a1714f" providerId="ADAL" clId="{5B710B73-F6D6-4A7D-9276-5384056BD54A}" dt="2022-10-26T11:53:12.793" v="2085" actId="1035"/>
          <ac:picMkLst>
            <pc:docMk/>
            <pc:sldMk cId="2298461894" sldId="9097"/>
            <ac:picMk id="18" creationId="{1D386A5B-CE11-EF3F-A735-266B69E98BF2}"/>
          </ac:picMkLst>
        </pc:picChg>
        <pc:picChg chg="mod">
          <ac:chgData name="Macher, Andreas (DI FA CTR PLC PPM)" userId="f1dcac62-7bef-43eb-91f0-927336a1714f" providerId="ADAL" clId="{5B710B73-F6D6-4A7D-9276-5384056BD54A}" dt="2022-11-07T20:55:09.423" v="6471" actId="207"/>
          <ac:picMkLst>
            <pc:docMk/>
            <pc:sldMk cId="2298461894" sldId="9097"/>
            <ac:picMk id="19" creationId="{6BDCA061-8189-962E-A006-12F138AAA44E}"/>
          </ac:picMkLst>
        </pc:picChg>
        <pc:picChg chg="mod">
          <ac:chgData name="Macher, Andreas (DI FA CTR PLC PPM)" userId="f1dcac62-7bef-43eb-91f0-927336a1714f" providerId="ADAL" clId="{5B710B73-F6D6-4A7D-9276-5384056BD54A}" dt="2022-11-07T20:55:09.423" v="6471" actId="207"/>
          <ac:picMkLst>
            <pc:docMk/>
            <pc:sldMk cId="2298461894" sldId="9097"/>
            <ac:picMk id="20" creationId="{1BA26E3E-72D2-DC23-540F-AD157D933212}"/>
          </ac:picMkLst>
        </pc:picChg>
        <pc:picChg chg="add del mod topLvl">
          <ac:chgData name="Macher, Andreas (DI FA CTR PLC PPM)" userId="f1dcac62-7bef-43eb-91f0-927336a1714f" providerId="ADAL" clId="{5B710B73-F6D6-4A7D-9276-5384056BD54A}" dt="2022-10-26T13:48:05.328" v="2656" actId="478"/>
          <ac:picMkLst>
            <pc:docMk/>
            <pc:sldMk cId="2298461894" sldId="9097"/>
            <ac:picMk id="29" creationId="{4AAE38CC-15D3-EAD0-B2AD-212EF41A6A6A}"/>
          </ac:picMkLst>
        </pc:picChg>
        <pc:picChg chg="mod">
          <ac:chgData name="Macher, Andreas (DI FA CTR PLC PPM)" userId="f1dcac62-7bef-43eb-91f0-927336a1714f" providerId="ADAL" clId="{5B710B73-F6D6-4A7D-9276-5384056BD54A}" dt="2022-10-26T13:47:52.992" v="2647" actId="165"/>
          <ac:picMkLst>
            <pc:docMk/>
            <pc:sldMk cId="2298461894" sldId="9097"/>
            <ac:picMk id="31" creationId="{99891076-C5E9-6B4E-2A29-89BDE5CD8FBB}"/>
          </ac:picMkLst>
        </pc:picChg>
        <pc:picChg chg="mod">
          <ac:chgData name="Macher, Andreas (DI FA CTR PLC PPM)" userId="f1dcac62-7bef-43eb-91f0-927336a1714f" providerId="ADAL" clId="{5B710B73-F6D6-4A7D-9276-5384056BD54A}" dt="2022-10-26T13:47:52.992" v="2647" actId="165"/>
          <ac:picMkLst>
            <pc:docMk/>
            <pc:sldMk cId="2298461894" sldId="9097"/>
            <ac:picMk id="192" creationId="{8E9EC082-2EFC-B9CA-6DA5-AD5F74A585C5}"/>
          </ac:picMkLst>
        </pc:picChg>
        <pc:picChg chg="mod">
          <ac:chgData name="Macher, Andreas (DI FA CTR PLC PPM)" userId="f1dcac62-7bef-43eb-91f0-927336a1714f" providerId="ADAL" clId="{5B710B73-F6D6-4A7D-9276-5384056BD54A}" dt="2022-10-26T13:47:52.992" v="2647" actId="165"/>
          <ac:picMkLst>
            <pc:docMk/>
            <pc:sldMk cId="2298461894" sldId="9097"/>
            <ac:picMk id="193" creationId="{5773BECD-5CEF-0B55-733C-228B12862F98}"/>
          </ac:picMkLst>
        </pc:picChg>
        <pc:picChg chg="mod">
          <ac:chgData name="Macher, Andreas (DI FA CTR PLC PPM)" userId="f1dcac62-7bef-43eb-91f0-927336a1714f" providerId="ADAL" clId="{5B710B73-F6D6-4A7D-9276-5384056BD54A}" dt="2022-10-26T13:47:52.992" v="2647" actId="165"/>
          <ac:picMkLst>
            <pc:docMk/>
            <pc:sldMk cId="2298461894" sldId="9097"/>
            <ac:picMk id="194" creationId="{21ABB342-E2F5-32B7-82FD-85A75247F72E}"/>
          </ac:picMkLst>
        </pc:picChg>
        <pc:picChg chg="add del mod topLvl">
          <ac:chgData name="Macher, Andreas (DI FA CTR PLC PPM)" userId="f1dcac62-7bef-43eb-91f0-927336a1714f" providerId="ADAL" clId="{5B710B73-F6D6-4A7D-9276-5384056BD54A}" dt="2022-10-26T13:47:58.438" v="2650" actId="478"/>
          <ac:picMkLst>
            <pc:docMk/>
            <pc:sldMk cId="2298461894" sldId="9097"/>
            <ac:picMk id="197" creationId="{9566385E-0D14-ECE3-9944-1DC2C1B3A37D}"/>
          </ac:picMkLst>
        </pc:picChg>
        <pc:picChg chg="add del mod topLvl">
          <ac:chgData name="Macher, Andreas (DI FA CTR PLC PPM)" userId="f1dcac62-7bef-43eb-91f0-927336a1714f" providerId="ADAL" clId="{5B710B73-F6D6-4A7D-9276-5384056BD54A}" dt="2022-10-26T13:47:57.349" v="2649" actId="478"/>
          <ac:picMkLst>
            <pc:docMk/>
            <pc:sldMk cId="2298461894" sldId="9097"/>
            <ac:picMk id="198" creationId="{76FBA92C-32D5-FAA4-8FE7-B081EF0D9338}"/>
          </ac:picMkLst>
        </pc:picChg>
        <pc:picChg chg="add del mod topLvl">
          <ac:chgData name="Macher, Andreas (DI FA CTR PLC PPM)" userId="f1dcac62-7bef-43eb-91f0-927336a1714f" providerId="ADAL" clId="{5B710B73-F6D6-4A7D-9276-5384056BD54A}" dt="2022-10-26T13:48:02.503" v="2653" actId="478"/>
          <ac:picMkLst>
            <pc:docMk/>
            <pc:sldMk cId="2298461894" sldId="9097"/>
            <ac:picMk id="199" creationId="{8D49CA18-6311-641B-01E2-3EABF40B46FB}"/>
          </ac:picMkLst>
        </pc:picChg>
        <pc:picChg chg="del">
          <ac:chgData name="Macher, Andreas (DI FA CTR PLC PPM)" userId="f1dcac62-7bef-43eb-91f0-927336a1714f" providerId="ADAL" clId="{5B710B73-F6D6-4A7D-9276-5384056BD54A}" dt="2022-10-26T11:38:27.200" v="1818" actId="478"/>
          <ac:picMkLst>
            <pc:docMk/>
            <pc:sldMk cId="2298461894" sldId="9097"/>
            <ac:picMk id="233" creationId="{A3ED1FA9-8586-4BDE-91C2-D5B6A732529A}"/>
          </ac:picMkLst>
        </pc:picChg>
        <pc:picChg chg="del">
          <ac:chgData name="Macher, Andreas (DI FA CTR PLC PPM)" userId="f1dcac62-7bef-43eb-91f0-927336a1714f" providerId="ADAL" clId="{5B710B73-F6D6-4A7D-9276-5384056BD54A}" dt="2022-10-26T11:38:27.200" v="1818" actId="478"/>
          <ac:picMkLst>
            <pc:docMk/>
            <pc:sldMk cId="2298461894" sldId="9097"/>
            <ac:picMk id="241" creationId="{23798A5C-DC78-4145-A994-49C16F9EFB96}"/>
          </ac:picMkLst>
        </pc:picChg>
        <pc:picChg chg="del">
          <ac:chgData name="Macher, Andreas (DI FA CTR PLC PPM)" userId="f1dcac62-7bef-43eb-91f0-927336a1714f" providerId="ADAL" clId="{5B710B73-F6D6-4A7D-9276-5384056BD54A}" dt="2022-10-26T11:38:27.200" v="1818" actId="478"/>
          <ac:picMkLst>
            <pc:docMk/>
            <pc:sldMk cId="2298461894" sldId="9097"/>
            <ac:picMk id="242" creationId="{E0E19EA4-2767-4657-A8EA-B2AAC6AD2DA9}"/>
          </ac:picMkLst>
        </pc:picChg>
        <pc:picChg chg="del">
          <ac:chgData name="Macher, Andreas (DI FA CTR PLC PPM)" userId="f1dcac62-7bef-43eb-91f0-927336a1714f" providerId="ADAL" clId="{5B710B73-F6D6-4A7D-9276-5384056BD54A}" dt="2022-10-26T11:38:27.200" v="1818" actId="478"/>
          <ac:picMkLst>
            <pc:docMk/>
            <pc:sldMk cId="2298461894" sldId="9097"/>
            <ac:picMk id="243" creationId="{6FA6B203-C19D-4485-86AB-87C1EC26E5C3}"/>
          </ac:picMkLst>
        </pc:picChg>
        <pc:picChg chg="del">
          <ac:chgData name="Macher, Andreas (DI FA CTR PLC PPM)" userId="f1dcac62-7bef-43eb-91f0-927336a1714f" providerId="ADAL" clId="{5B710B73-F6D6-4A7D-9276-5384056BD54A}" dt="2022-10-26T11:38:27.200" v="1818" actId="478"/>
          <ac:picMkLst>
            <pc:docMk/>
            <pc:sldMk cId="2298461894" sldId="9097"/>
            <ac:picMk id="244" creationId="{7BB13A12-55A8-4551-AB91-D5C2C3D120F7}"/>
          </ac:picMkLst>
        </pc:picChg>
        <pc:picChg chg="del">
          <ac:chgData name="Macher, Andreas (DI FA CTR PLC PPM)" userId="f1dcac62-7bef-43eb-91f0-927336a1714f" providerId="ADAL" clId="{5B710B73-F6D6-4A7D-9276-5384056BD54A}" dt="2022-10-26T11:38:27.200" v="1818" actId="478"/>
          <ac:picMkLst>
            <pc:docMk/>
            <pc:sldMk cId="2298461894" sldId="9097"/>
            <ac:picMk id="246" creationId="{603FA0C0-47FC-491C-9A0A-D22C78EB50CD}"/>
          </ac:picMkLst>
        </pc:picChg>
        <pc:picChg chg="del">
          <ac:chgData name="Macher, Andreas (DI FA CTR PLC PPM)" userId="f1dcac62-7bef-43eb-91f0-927336a1714f" providerId="ADAL" clId="{5B710B73-F6D6-4A7D-9276-5384056BD54A}" dt="2022-10-26T11:38:27.200" v="1818" actId="478"/>
          <ac:picMkLst>
            <pc:docMk/>
            <pc:sldMk cId="2298461894" sldId="9097"/>
            <ac:picMk id="247" creationId="{C134B4E0-196B-4059-8B64-8938941C2678}"/>
          </ac:picMkLst>
        </pc:picChg>
        <pc:picChg chg="del">
          <ac:chgData name="Macher, Andreas (DI FA CTR PLC PPM)" userId="f1dcac62-7bef-43eb-91f0-927336a1714f" providerId="ADAL" clId="{5B710B73-F6D6-4A7D-9276-5384056BD54A}" dt="2022-10-26T11:38:27.200" v="1818" actId="478"/>
          <ac:picMkLst>
            <pc:docMk/>
            <pc:sldMk cId="2298461894" sldId="9097"/>
            <ac:picMk id="248" creationId="{EB6EA8AF-6FD2-430F-ABE6-63AF5A1A0138}"/>
          </ac:picMkLst>
        </pc:picChg>
        <pc:picChg chg="del">
          <ac:chgData name="Macher, Andreas (DI FA CTR PLC PPM)" userId="f1dcac62-7bef-43eb-91f0-927336a1714f" providerId="ADAL" clId="{5B710B73-F6D6-4A7D-9276-5384056BD54A}" dt="2022-10-26T11:38:27.200" v="1818" actId="478"/>
          <ac:picMkLst>
            <pc:docMk/>
            <pc:sldMk cId="2298461894" sldId="9097"/>
            <ac:picMk id="253" creationId="{7D79E6F4-8B50-49EC-8EBD-02789A6F8602}"/>
          </ac:picMkLst>
        </pc:picChg>
        <pc:picChg chg="add mod topLvl">
          <ac:chgData name="Macher, Andreas (DI FA CTR PLC PPM)" userId="f1dcac62-7bef-43eb-91f0-927336a1714f" providerId="ADAL" clId="{5B710B73-F6D6-4A7D-9276-5384056BD54A}" dt="2022-10-26T13:47:52.992" v="2647" actId="165"/>
          <ac:picMkLst>
            <pc:docMk/>
            <pc:sldMk cId="2298461894" sldId="9097"/>
            <ac:picMk id="259" creationId="{F64E7214-A500-CB89-4587-6243EC5C6DB2}"/>
          </ac:picMkLst>
        </pc:picChg>
        <pc:picChg chg="mod">
          <ac:chgData name="Macher, Andreas (DI FA CTR PLC PPM)" userId="f1dcac62-7bef-43eb-91f0-927336a1714f" providerId="ADAL" clId="{5B710B73-F6D6-4A7D-9276-5384056BD54A}" dt="2022-11-07T20:55:14.925" v="6472" actId="207"/>
          <ac:picMkLst>
            <pc:docMk/>
            <pc:sldMk cId="2298461894" sldId="9097"/>
            <ac:picMk id="266" creationId="{AAC67865-5358-BE17-B1E0-38D5782A0D0C}"/>
          </ac:picMkLst>
        </pc:picChg>
        <pc:picChg chg="mod">
          <ac:chgData name="Macher, Andreas (DI FA CTR PLC PPM)" userId="f1dcac62-7bef-43eb-91f0-927336a1714f" providerId="ADAL" clId="{5B710B73-F6D6-4A7D-9276-5384056BD54A}" dt="2022-10-26T11:53:12.793" v="2085" actId="1035"/>
          <ac:picMkLst>
            <pc:docMk/>
            <pc:sldMk cId="2298461894" sldId="9097"/>
            <ac:picMk id="270" creationId="{073465C1-4C83-0ED0-7483-EEB1795AC42C}"/>
          </ac:picMkLst>
        </pc:picChg>
        <pc:picChg chg="mod">
          <ac:chgData name="Macher, Andreas (DI FA CTR PLC PPM)" userId="f1dcac62-7bef-43eb-91f0-927336a1714f" providerId="ADAL" clId="{5B710B73-F6D6-4A7D-9276-5384056BD54A}" dt="2022-10-26T11:53:12.793" v="2085" actId="1035"/>
          <ac:picMkLst>
            <pc:docMk/>
            <pc:sldMk cId="2298461894" sldId="9097"/>
            <ac:picMk id="271" creationId="{E6BF51FC-EA36-74A5-650F-2FD239CE3CEC}"/>
          </ac:picMkLst>
        </pc:picChg>
        <pc:picChg chg="mod">
          <ac:chgData name="Macher, Andreas (DI FA CTR PLC PPM)" userId="f1dcac62-7bef-43eb-91f0-927336a1714f" providerId="ADAL" clId="{5B710B73-F6D6-4A7D-9276-5384056BD54A}" dt="2022-10-26T11:53:12.793" v="2085" actId="1035"/>
          <ac:picMkLst>
            <pc:docMk/>
            <pc:sldMk cId="2298461894" sldId="9097"/>
            <ac:picMk id="272" creationId="{877C2728-0826-ED5E-36CB-03311B8387CA}"/>
          </ac:picMkLst>
        </pc:picChg>
        <pc:picChg chg="del mod">
          <ac:chgData name="Macher, Andreas (DI FA CTR PLC PPM)" userId="f1dcac62-7bef-43eb-91f0-927336a1714f" providerId="ADAL" clId="{5B710B73-F6D6-4A7D-9276-5384056BD54A}" dt="2022-10-26T11:41:18.144" v="1854" actId="478"/>
          <ac:picMkLst>
            <pc:docMk/>
            <pc:sldMk cId="2298461894" sldId="9097"/>
            <ac:picMk id="276" creationId="{74BF581B-41EF-94AB-D5A3-EBEE1BD637A4}"/>
          </ac:picMkLst>
        </pc:picChg>
        <pc:picChg chg="mod">
          <ac:chgData name="Macher, Andreas (DI FA CTR PLC PPM)" userId="f1dcac62-7bef-43eb-91f0-927336a1714f" providerId="ADAL" clId="{5B710B73-F6D6-4A7D-9276-5384056BD54A}" dt="2022-10-26T11:53:12.793" v="2085" actId="1035"/>
          <ac:picMkLst>
            <pc:docMk/>
            <pc:sldMk cId="2298461894" sldId="9097"/>
            <ac:picMk id="277" creationId="{9250E868-6C25-5468-58C2-FBA350074FCC}"/>
          </ac:picMkLst>
        </pc:picChg>
        <pc:picChg chg="mod">
          <ac:chgData name="Macher, Andreas (DI FA CTR PLC PPM)" userId="f1dcac62-7bef-43eb-91f0-927336a1714f" providerId="ADAL" clId="{5B710B73-F6D6-4A7D-9276-5384056BD54A}" dt="2022-10-26T11:53:12.793" v="2085" actId="1035"/>
          <ac:picMkLst>
            <pc:docMk/>
            <pc:sldMk cId="2298461894" sldId="9097"/>
            <ac:picMk id="278" creationId="{60C604CF-7C00-5F6F-70FA-F00FC8AE5B3A}"/>
          </ac:picMkLst>
        </pc:picChg>
        <pc:picChg chg="mod">
          <ac:chgData name="Macher, Andreas (DI FA CTR PLC PPM)" userId="f1dcac62-7bef-43eb-91f0-927336a1714f" providerId="ADAL" clId="{5B710B73-F6D6-4A7D-9276-5384056BD54A}" dt="2022-11-07T20:55:35.702" v="6474" actId="207"/>
          <ac:picMkLst>
            <pc:docMk/>
            <pc:sldMk cId="2298461894" sldId="9097"/>
            <ac:picMk id="279" creationId="{C6403CA3-6A2D-0BA6-2468-F04B493E910C}"/>
          </ac:picMkLst>
        </pc:picChg>
        <pc:picChg chg="mod">
          <ac:chgData name="Macher, Andreas (DI FA CTR PLC PPM)" userId="f1dcac62-7bef-43eb-91f0-927336a1714f" providerId="ADAL" clId="{5B710B73-F6D6-4A7D-9276-5384056BD54A}" dt="2022-11-07T20:55:35.702" v="6474" actId="207"/>
          <ac:picMkLst>
            <pc:docMk/>
            <pc:sldMk cId="2298461894" sldId="9097"/>
            <ac:picMk id="280" creationId="{528E032A-7EDB-D769-0946-BA647CA8CE60}"/>
          </ac:picMkLst>
        </pc:picChg>
        <pc:picChg chg="add mod">
          <ac:chgData name="Macher, Andreas (DI FA CTR PLC PPM)" userId="f1dcac62-7bef-43eb-91f0-927336a1714f" providerId="ADAL" clId="{5B710B73-F6D6-4A7D-9276-5384056BD54A}" dt="2022-10-26T11:53:12.793" v="2085" actId="1035"/>
          <ac:picMkLst>
            <pc:docMk/>
            <pc:sldMk cId="2298461894" sldId="9097"/>
            <ac:picMk id="285" creationId="{260CE9F9-0C83-934E-D959-E2F2F1E79C84}"/>
          </ac:picMkLst>
        </pc:picChg>
        <pc:picChg chg="add mod">
          <ac:chgData name="Macher, Andreas (DI FA CTR PLC PPM)" userId="f1dcac62-7bef-43eb-91f0-927336a1714f" providerId="ADAL" clId="{5B710B73-F6D6-4A7D-9276-5384056BD54A}" dt="2022-11-07T20:55:23.764" v="6473" actId="207"/>
          <ac:picMkLst>
            <pc:docMk/>
            <pc:sldMk cId="2298461894" sldId="9097"/>
            <ac:picMk id="286" creationId="{12A579DB-DAD2-3192-86B8-50736C4F1BED}"/>
          </ac:picMkLst>
        </pc:picChg>
        <pc:picChg chg="del mod topLvl">
          <ac:chgData name="Macher, Andreas (DI FA CTR PLC PPM)" userId="f1dcac62-7bef-43eb-91f0-927336a1714f" providerId="ADAL" clId="{5B710B73-F6D6-4A7D-9276-5384056BD54A}" dt="2022-10-26T13:57:12.719" v="2726" actId="478"/>
          <ac:picMkLst>
            <pc:docMk/>
            <pc:sldMk cId="2298461894" sldId="9097"/>
            <ac:picMk id="293" creationId="{3B4FFB21-6D66-956C-5BC5-C6BCD0D510F0}"/>
          </ac:picMkLst>
        </pc:picChg>
        <pc:picChg chg="mod">
          <ac:chgData name="Macher, Andreas (DI FA CTR PLC PPM)" userId="f1dcac62-7bef-43eb-91f0-927336a1714f" providerId="ADAL" clId="{5B710B73-F6D6-4A7D-9276-5384056BD54A}" dt="2022-10-26T13:57:04.441" v="2720" actId="165"/>
          <ac:picMkLst>
            <pc:docMk/>
            <pc:sldMk cId="2298461894" sldId="9097"/>
            <ac:picMk id="301" creationId="{71EBBAFA-0D76-73AF-C458-73D4487169C0}"/>
          </ac:picMkLst>
        </pc:picChg>
        <pc:picChg chg="mod">
          <ac:chgData name="Macher, Andreas (DI FA CTR PLC PPM)" userId="f1dcac62-7bef-43eb-91f0-927336a1714f" providerId="ADAL" clId="{5B710B73-F6D6-4A7D-9276-5384056BD54A}" dt="2022-10-26T13:57:04.441" v="2720" actId="165"/>
          <ac:picMkLst>
            <pc:docMk/>
            <pc:sldMk cId="2298461894" sldId="9097"/>
            <ac:picMk id="302" creationId="{2156397F-E658-D446-D69B-5E2783753B3D}"/>
          </ac:picMkLst>
        </pc:picChg>
        <pc:picChg chg="mod">
          <ac:chgData name="Macher, Andreas (DI FA CTR PLC PPM)" userId="f1dcac62-7bef-43eb-91f0-927336a1714f" providerId="ADAL" clId="{5B710B73-F6D6-4A7D-9276-5384056BD54A}" dt="2022-10-26T13:57:04.441" v="2720" actId="165"/>
          <ac:picMkLst>
            <pc:docMk/>
            <pc:sldMk cId="2298461894" sldId="9097"/>
            <ac:picMk id="303" creationId="{F67E5D28-E9F6-DCB9-92B1-2EA438799CDE}"/>
          </ac:picMkLst>
        </pc:picChg>
        <pc:picChg chg="mod">
          <ac:chgData name="Macher, Andreas (DI FA CTR PLC PPM)" userId="f1dcac62-7bef-43eb-91f0-927336a1714f" providerId="ADAL" clId="{5B710B73-F6D6-4A7D-9276-5384056BD54A}" dt="2022-10-26T13:57:04.441" v="2720" actId="165"/>
          <ac:picMkLst>
            <pc:docMk/>
            <pc:sldMk cId="2298461894" sldId="9097"/>
            <ac:picMk id="304" creationId="{9C30D7CB-64AD-3201-5B59-401DBEA36659}"/>
          </ac:picMkLst>
        </pc:picChg>
        <pc:picChg chg="mod">
          <ac:chgData name="Macher, Andreas (DI FA CTR PLC PPM)" userId="f1dcac62-7bef-43eb-91f0-927336a1714f" providerId="ADAL" clId="{5B710B73-F6D6-4A7D-9276-5384056BD54A}" dt="2022-10-26T13:57:04.441" v="2720" actId="165"/>
          <ac:picMkLst>
            <pc:docMk/>
            <pc:sldMk cId="2298461894" sldId="9097"/>
            <ac:picMk id="305" creationId="{53D2991B-3BF2-1263-CF34-AC49DD1DC9AB}"/>
          </ac:picMkLst>
        </pc:picChg>
        <pc:picChg chg="mod">
          <ac:chgData name="Macher, Andreas (DI FA CTR PLC PPM)" userId="f1dcac62-7bef-43eb-91f0-927336a1714f" providerId="ADAL" clId="{5B710B73-F6D6-4A7D-9276-5384056BD54A}" dt="2022-10-26T13:57:04.441" v="2720" actId="165"/>
          <ac:picMkLst>
            <pc:docMk/>
            <pc:sldMk cId="2298461894" sldId="9097"/>
            <ac:picMk id="306" creationId="{FB89AAF0-8C88-0F08-CE65-F41F9A127C62}"/>
          </ac:picMkLst>
        </pc:picChg>
        <pc:picChg chg="mod">
          <ac:chgData name="Macher, Andreas (DI FA CTR PLC PPM)" userId="f1dcac62-7bef-43eb-91f0-927336a1714f" providerId="ADAL" clId="{5B710B73-F6D6-4A7D-9276-5384056BD54A}" dt="2022-10-26T13:57:04.441" v="2720" actId="165"/>
          <ac:picMkLst>
            <pc:docMk/>
            <pc:sldMk cId="2298461894" sldId="9097"/>
            <ac:picMk id="307" creationId="{5C4B7458-593C-5B33-913A-03A196866ED9}"/>
          </ac:picMkLst>
        </pc:picChg>
        <pc:picChg chg="mod">
          <ac:chgData name="Macher, Andreas (DI FA CTR PLC PPM)" userId="f1dcac62-7bef-43eb-91f0-927336a1714f" providerId="ADAL" clId="{5B710B73-F6D6-4A7D-9276-5384056BD54A}" dt="2022-10-26T13:57:04.441" v="2720" actId="165"/>
          <ac:picMkLst>
            <pc:docMk/>
            <pc:sldMk cId="2298461894" sldId="9097"/>
            <ac:picMk id="308" creationId="{79FCA646-8848-0172-ADED-60D93535980C}"/>
          </ac:picMkLst>
        </pc:picChg>
        <pc:picChg chg="mod">
          <ac:chgData name="Macher, Andreas (DI FA CTR PLC PPM)" userId="f1dcac62-7bef-43eb-91f0-927336a1714f" providerId="ADAL" clId="{5B710B73-F6D6-4A7D-9276-5384056BD54A}" dt="2022-10-26T13:57:04.441" v="2720" actId="165"/>
          <ac:picMkLst>
            <pc:docMk/>
            <pc:sldMk cId="2298461894" sldId="9097"/>
            <ac:picMk id="309" creationId="{2DA6BA20-259C-F554-DFED-831D7A50A52A}"/>
          </ac:picMkLst>
        </pc:picChg>
        <pc:picChg chg="mod">
          <ac:chgData name="Macher, Andreas (DI FA CTR PLC PPM)" userId="f1dcac62-7bef-43eb-91f0-927336a1714f" providerId="ADAL" clId="{5B710B73-F6D6-4A7D-9276-5384056BD54A}" dt="2022-10-26T13:57:04.441" v="2720" actId="165"/>
          <ac:picMkLst>
            <pc:docMk/>
            <pc:sldMk cId="2298461894" sldId="9097"/>
            <ac:picMk id="310" creationId="{6F76663A-5921-7DFB-BA45-6E4B45FC25A6}"/>
          </ac:picMkLst>
        </pc:picChg>
        <pc:picChg chg="add mod">
          <ac:chgData name="Macher, Andreas (DI FA CTR PLC PPM)" userId="f1dcac62-7bef-43eb-91f0-927336a1714f" providerId="ADAL" clId="{5B710B73-F6D6-4A7D-9276-5384056BD54A}" dt="2022-10-26T11:56:14.622" v="2113" actId="1036"/>
          <ac:picMkLst>
            <pc:docMk/>
            <pc:sldMk cId="2298461894" sldId="9097"/>
            <ac:picMk id="320" creationId="{82D32524-5FAB-F249-DCC0-00250E2BDDF7}"/>
          </ac:picMkLst>
        </pc:picChg>
        <pc:picChg chg="mod">
          <ac:chgData name="Macher, Andreas (DI FA CTR PLC PPM)" userId="f1dcac62-7bef-43eb-91f0-927336a1714f" providerId="ADAL" clId="{5B710B73-F6D6-4A7D-9276-5384056BD54A}" dt="2022-11-07T21:00:29.267" v="6513" actId="207"/>
          <ac:picMkLst>
            <pc:docMk/>
            <pc:sldMk cId="2298461894" sldId="9097"/>
            <ac:picMk id="322" creationId="{1C28AA6F-6DF0-10DD-75A2-5058EB70AD4C}"/>
          </ac:picMkLst>
        </pc:picChg>
        <pc:picChg chg="mod">
          <ac:chgData name="Macher, Andreas (DI FA CTR PLC PPM)" userId="f1dcac62-7bef-43eb-91f0-927336a1714f" providerId="ADAL" clId="{5B710B73-F6D6-4A7D-9276-5384056BD54A}" dt="2022-10-26T11:56:14.622" v="2113" actId="1036"/>
          <ac:picMkLst>
            <pc:docMk/>
            <pc:sldMk cId="2298461894" sldId="9097"/>
            <ac:picMk id="323" creationId="{741B18A2-9A3E-5C40-24E9-3DFDDEB3C5CA}"/>
          </ac:picMkLst>
        </pc:picChg>
        <pc:picChg chg="mod">
          <ac:chgData name="Macher, Andreas (DI FA CTR PLC PPM)" userId="f1dcac62-7bef-43eb-91f0-927336a1714f" providerId="ADAL" clId="{5B710B73-F6D6-4A7D-9276-5384056BD54A}" dt="2022-11-07T21:00:29.267" v="6513" actId="207"/>
          <ac:picMkLst>
            <pc:docMk/>
            <pc:sldMk cId="2298461894" sldId="9097"/>
            <ac:picMk id="324" creationId="{58F5E5AF-983B-DF34-7949-8ABA920EB4CE}"/>
          </ac:picMkLst>
        </pc:picChg>
        <pc:picChg chg="mod">
          <ac:chgData name="Macher, Andreas (DI FA CTR PLC PPM)" userId="f1dcac62-7bef-43eb-91f0-927336a1714f" providerId="ADAL" clId="{5B710B73-F6D6-4A7D-9276-5384056BD54A}" dt="2022-11-07T21:00:29.267" v="6513" actId="207"/>
          <ac:picMkLst>
            <pc:docMk/>
            <pc:sldMk cId="2298461894" sldId="9097"/>
            <ac:picMk id="325" creationId="{F177B562-FBD5-30A1-64E3-82FCC7F4B7EB}"/>
          </ac:picMkLst>
        </pc:picChg>
        <pc:picChg chg="add mod">
          <ac:chgData name="Macher, Andreas (DI FA CTR PLC PPM)" userId="f1dcac62-7bef-43eb-91f0-927336a1714f" providerId="ADAL" clId="{5B710B73-F6D6-4A7D-9276-5384056BD54A}" dt="2022-11-07T21:00:38.739" v="6514" actId="207"/>
          <ac:picMkLst>
            <pc:docMk/>
            <pc:sldMk cId="2298461894" sldId="9097"/>
            <ac:picMk id="328" creationId="{15E039CD-C716-90D6-24BE-8E59D6EBE03B}"/>
          </ac:picMkLst>
        </pc:picChg>
        <pc:picChg chg="add mod">
          <ac:chgData name="Macher, Andreas (DI FA CTR PLC PPM)" userId="f1dcac62-7bef-43eb-91f0-927336a1714f" providerId="ADAL" clId="{5B710B73-F6D6-4A7D-9276-5384056BD54A}" dt="2022-10-26T11:56:14.622" v="2113" actId="1036"/>
          <ac:picMkLst>
            <pc:docMk/>
            <pc:sldMk cId="2298461894" sldId="9097"/>
            <ac:picMk id="331" creationId="{7F57C415-5570-A9D0-DEB5-18E9654252B9}"/>
          </ac:picMkLst>
        </pc:picChg>
        <pc:picChg chg="mod">
          <ac:chgData name="Macher, Andreas (DI FA CTR PLC PPM)" userId="f1dcac62-7bef-43eb-91f0-927336a1714f" providerId="ADAL" clId="{5B710B73-F6D6-4A7D-9276-5384056BD54A}" dt="2022-11-07T21:00:29.267" v="6513" actId="207"/>
          <ac:picMkLst>
            <pc:docMk/>
            <pc:sldMk cId="2298461894" sldId="9097"/>
            <ac:picMk id="337" creationId="{D4D3C372-0E06-77D1-D8D8-2BDB0804FDF4}"/>
          </ac:picMkLst>
        </pc:picChg>
        <pc:picChg chg="mod">
          <ac:chgData name="Macher, Andreas (DI FA CTR PLC PPM)" userId="f1dcac62-7bef-43eb-91f0-927336a1714f" providerId="ADAL" clId="{5B710B73-F6D6-4A7D-9276-5384056BD54A}" dt="2022-11-07T21:00:29.267" v="6513" actId="207"/>
          <ac:picMkLst>
            <pc:docMk/>
            <pc:sldMk cId="2298461894" sldId="9097"/>
            <ac:picMk id="338" creationId="{E0332983-4D8A-631A-BF82-3263A41B159C}"/>
          </ac:picMkLst>
        </pc:picChg>
        <pc:picChg chg="mod">
          <ac:chgData name="Macher, Andreas (DI FA CTR PLC PPM)" userId="f1dcac62-7bef-43eb-91f0-927336a1714f" providerId="ADAL" clId="{5B710B73-F6D6-4A7D-9276-5384056BD54A}" dt="2022-11-07T21:00:14.694" v="6512" actId="207"/>
          <ac:picMkLst>
            <pc:docMk/>
            <pc:sldMk cId="2298461894" sldId="9097"/>
            <ac:picMk id="339" creationId="{D4F9983D-3A47-CE7F-9AA1-E409800D6037}"/>
          </ac:picMkLst>
        </pc:picChg>
        <pc:picChg chg="mod">
          <ac:chgData name="Macher, Andreas (DI FA CTR PLC PPM)" userId="f1dcac62-7bef-43eb-91f0-927336a1714f" providerId="ADAL" clId="{5B710B73-F6D6-4A7D-9276-5384056BD54A}" dt="2022-11-07T21:00:29.267" v="6513" actId="207"/>
          <ac:picMkLst>
            <pc:docMk/>
            <pc:sldMk cId="2298461894" sldId="9097"/>
            <ac:picMk id="340" creationId="{8B623E12-2AD1-A568-2A02-7811BB02A786}"/>
          </ac:picMkLst>
        </pc:picChg>
        <pc:picChg chg="mod">
          <ac:chgData name="Macher, Andreas (DI FA CTR PLC PPM)" userId="f1dcac62-7bef-43eb-91f0-927336a1714f" providerId="ADAL" clId="{5B710B73-F6D6-4A7D-9276-5384056BD54A}" dt="2022-11-07T21:00:29.267" v="6513" actId="207"/>
          <ac:picMkLst>
            <pc:docMk/>
            <pc:sldMk cId="2298461894" sldId="9097"/>
            <ac:picMk id="341" creationId="{6E33596C-BD13-F01D-874C-F83DBE435589}"/>
          </ac:picMkLst>
        </pc:picChg>
        <pc:picChg chg="mod">
          <ac:chgData name="Macher, Andreas (DI FA CTR PLC PPM)" userId="f1dcac62-7bef-43eb-91f0-927336a1714f" providerId="ADAL" clId="{5B710B73-F6D6-4A7D-9276-5384056BD54A}" dt="2022-11-07T21:00:29.267" v="6513" actId="207"/>
          <ac:picMkLst>
            <pc:docMk/>
            <pc:sldMk cId="2298461894" sldId="9097"/>
            <ac:picMk id="342" creationId="{FE7E9899-4EDB-2ED0-0091-DB1766AF8B62}"/>
          </ac:picMkLst>
        </pc:picChg>
        <pc:picChg chg="mod">
          <ac:chgData name="Macher, Andreas (DI FA CTR PLC PPM)" userId="f1dcac62-7bef-43eb-91f0-927336a1714f" providerId="ADAL" clId="{5B710B73-F6D6-4A7D-9276-5384056BD54A}" dt="2022-11-07T20:55:59.531" v="6475" actId="207"/>
          <ac:picMkLst>
            <pc:docMk/>
            <pc:sldMk cId="2298461894" sldId="9097"/>
            <ac:picMk id="354" creationId="{5DAACBBE-FF5A-4376-9C57-E5E08D1385AE}"/>
          </ac:picMkLst>
        </pc:picChg>
        <pc:picChg chg="mod">
          <ac:chgData name="Macher, Andreas (DI FA CTR PLC PPM)" userId="f1dcac62-7bef-43eb-91f0-927336a1714f" providerId="ADAL" clId="{5B710B73-F6D6-4A7D-9276-5384056BD54A}" dt="2022-10-26T11:56:14.622" v="2113" actId="1036"/>
          <ac:picMkLst>
            <pc:docMk/>
            <pc:sldMk cId="2298461894" sldId="9097"/>
            <ac:picMk id="358" creationId="{DC992E46-4B95-064A-24CC-66D7EAF40981}"/>
          </ac:picMkLst>
        </pc:picChg>
        <pc:picChg chg="mod ord">
          <ac:chgData name="Macher, Andreas (DI FA CTR PLC PPM)" userId="f1dcac62-7bef-43eb-91f0-927336a1714f" providerId="ADAL" clId="{5B710B73-F6D6-4A7D-9276-5384056BD54A}" dt="2022-11-07T21:03:21.939" v="6537" actId="166"/>
          <ac:picMkLst>
            <pc:docMk/>
            <pc:sldMk cId="2298461894" sldId="9097"/>
            <ac:picMk id="361" creationId="{6EDB0DD4-F8D5-DC43-1BAB-A19BFF76EAB0}"/>
          </ac:picMkLst>
        </pc:picChg>
        <pc:picChg chg="mod">
          <ac:chgData name="Macher, Andreas (DI FA CTR PLC PPM)" userId="f1dcac62-7bef-43eb-91f0-927336a1714f" providerId="ADAL" clId="{5B710B73-F6D6-4A7D-9276-5384056BD54A}" dt="2022-11-07T20:55:59.531" v="6475" actId="207"/>
          <ac:picMkLst>
            <pc:docMk/>
            <pc:sldMk cId="2298461894" sldId="9097"/>
            <ac:picMk id="370" creationId="{06C05A58-DEAA-4476-1294-181690F13B48}"/>
          </ac:picMkLst>
        </pc:picChg>
        <pc:picChg chg="mod">
          <ac:chgData name="Macher, Andreas (DI FA CTR PLC PPM)" userId="f1dcac62-7bef-43eb-91f0-927336a1714f" providerId="ADAL" clId="{5B710B73-F6D6-4A7D-9276-5384056BD54A}" dt="2022-11-07T20:55:59.531" v="6475" actId="207"/>
          <ac:picMkLst>
            <pc:docMk/>
            <pc:sldMk cId="2298461894" sldId="9097"/>
            <ac:picMk id="371" creationId="{A7CB4148-1792-CD80-FF5A-2845AF574A9C}"/>
          </ac:picMkLst>
        </pc:picChg>
        <pc:picChg chg="mod">
          <ac:chgData name="Macher, Andreas (DI FA CTR PLC PPM)" userId="f1dcac62-7bef-43eb-91f0-927336a1714f" providerId="ADAL" clId="{5B710B73-F6D6-4A7D-9276-5384056BD54A}" dt="2022-11-07T20:55:59.531" v="6475" actId="207"/>
          <ac:picMkLst>
            <pc:docMk/>
            <pc:sldMk cId="2298461894" sldId="9097"/>
            <ac:picMk id="372" creationId="{10B6F16C-32F8-A2E0-F0D7-A8A77268F110}"/>
          </ac:picMkLst>
        </pc:picChg>
        <pc:picChg chg="mod">
          <ac:chgData name="Macher, Andreas (DI FA CTR PLC PPM)" userId="f1dcac62-7bef-43eb-91f0-927336a1714f" providerId="ADAL" clId="{5B710B73-F6D6-4A7D-9276-5384056BD54A}" dt="2022-11-07T21:00:47.344" v="6515" actId="207"/>
          <ac:picMkLst>
            <pc:docMk/>
            <pc:sldMk cId="2298461894" sldId="9097"/>
            <ac:picMk id="373" creationId="{D271E555-E778-A41A-BF1E-6983D8868CB3}"/>
          </ac:picMkLst>
        </pc:picChg>
        <pc:picChg chg="mod">
          <ac:chgData name="Macher, Andreas (DI FA CTR PLC PPM)" userId="f1dcac62-7bef-43eb-91f0-927336a1714f" providerId="ADAL" clId="{5B710B73-F6D6-4A7D-9276-5384056BD54A}" dt="2022-11-07T21:00:47.344" v="6515" actId="207"/>
          <ac:picMkLst>
            <pc:docMk/>
            <pc:sldMk cId="2298461894" sldId="9097"/>
            <ac:picMk id="374" creationId="{BFEACBEA-E3C8-6BC4-9619-FA8FD914F0F1}"/>
          </ac:picMkLst>
        </pc:picChg>
        <pc:picChg chg="mod">
          <ac:chgData name="Macher, Andreas (DI FA CTR PLC PPM)" userId="f1dcac62-7bef-43eb-91f0-927336a1714f" providerId="ADAL" clId="{5B710B73-F6D6-4A7D-9276-5384056BD54A}" dt="2022-11-07T20:55:59.531" v="6475" actId="207"/>
          <ac:picMkLst>
            <pc:docMk/>
            <pc:sldMk cId="2298461894" sldId="9097"/>
            <ac:picMk id="375" creationId="{0AD36550-CD48-3298-929D-B63567C94091}"/>
          </ac:picMkLst>
        </pc:picChg>
        <pc:picChg chg="mod">
          <ac:chgData name="Macher, Andreas (DI FA CTR PLC PPM)" userId="f1dcac62-7bef-43eb-91f0-927336a1714f" providerId="ADAL" clId="{5B710B73-F6D6-4A7D-9276-5384056BD54A}" dt="2022-11-07T20:55:59.531" v="6475" actId="207"/>
          <ac:picMkLst>
            <pc:docMk/>
            <pc:sldMk cId="2298461894" sldId="9097"/>
            <ac:picMk id="378" creationId="{8DC369EA-C47C-0CDB-7A35-2E460B6989B1}"/>
          </ac:picMkLst>
        </pc:picChg>
        <pc:picChg chg="mod">
          <ac:chgData name="Macher, Andreas (DI FA CTR PLC PPM)" userId="f1dcac62-7bef-43eb-91f0-927336a1714f" providerId="ADAL" clId="{5B710B73-F6D6-4A7D-9276-5384056BD54A}" dt="2022-10-26T11:56:14.622" v="2113" actId="1036"/>
          <ac:picMkLst>
            <pc:docMk/>
            <pc:sldMk cId="2298461894" sldId="9097"/>
            <ac:picMk id="379" creationId="{C2286D97-7B9D-6867-6656-93A14AD02BEF}"/>
          </ac:picMkLst>
        </pc:picChg>
        <pc:picChg chg="mod">
          <ac:chgData name="Macher, Andreas (DI FA CTR PLC PPM)" userId="f1dcac62-7bef-43eb-91f0-927336a1714f" providerId="ADAL" clId="{5B710B73-F6D6-4A7D-9276-5384056BD54A}" dt="2022-11-07T20:55:59.531" v="6475" actId="207"/>
          <ac:picMkLst>
            <pc:docMk/>
            <pc:sldMk cId="2298461894" sldId="9097"/>
            <ac:picMk id="380" creationId="{CD2C500A-3BC3-CFE4-19C8-45A012E6D41A}"/>
          </ac:picMkLst>
        </pc:picChg>
        <pc:picChg chg="mod">
          <ac:chgData name="Macher, Andreas (DI FA CTR PLC PPM)" userId="f1dcac62-7bef-43eb-91f0-927336a1714f" providerId="ADAL" clId="{5B710B73-F6D6-4A7D-9276-5384056BD54A}" dt="2022-11-07T20:55:59.531" v="6475" actId="207"/>
          <ac:picMkLst>
            <pc:docMk/>
            <pc:sldMk cId="2298461894" sldId="9097"/>
            <ac:picMk id="381" creationId="{D03CCC58-49D6-4D2C-6E28-00228805AD6D}"/>
          </ac:picMkLst>
        </pc:picChg>
        <pc:picChg chg="add mod">
          <ac:chgData name="Macher, Andreas (DI FA CTR PLC PPM)" userId="f1dcac62-7bef-43eb-91f0-927336a1714f" providerId="ADAL" clId="{5B710B73-F6D6-4A7D-9276-5384056BD54A}" dt="2022-10-26T11:56:14.622" v="2113" actId="1036"/>
          <ac:picMkLst>
            <pc:docMk/>
            <pc:sldMk cId="2298461894" sldId="9097"/>
            <ac:picMk id="385" creationId="{2C7A7BEB-4F49-BCD1-67B6-B28BE01FB830}"/>
          </ac:picMkLst>
        </pc:picChg>
        <pc:picChg chg="add del mod ord">
          <ac:chgData name="Macher, Andreas (DI FA CTR PLC PPM)" userId="f1dcac62-7bef-43eb-91f0-927336a1714f" providerId="ADAL" clId="{5B710B73-F6D6-4A7D-9276-5384056BD54A}" dt="2022-10-26T13:50:10.574" v="2664" actId="478"/>
          <ac:picMkLst>
            <pc:docMk/>
            <pc:sldMk cId="2298461894" sldId="9097"/>
            <ac:picMk id="393" creationId="{3D252891-56B2-4144-B2E2-977E26BA21B1}"/>
          </ac:picMkLst>
        </pc:picChg>
        <pc:picChg chg="add mod">
          <ac:chgData name="Macher, Andreas (DI FA CTR PLC PPM)" userId="f1dcac62-7bef-43eb-91f0-927336a1714f" providerId="ADAL" clId="{5B710B73-F6D6-4A7D-9276-5384056BD54A}" dt="2022-10-26T13:50:20.088" v="2666" actId="1076"/>
          <ac:picMkLst>
            <pc:docMk/>
            <pc:sldMk cId="2298461894" sldId="9097"/>
            <ac:picMk id="394" creationId="{8AB6265F-786D-C46A-BB23-EE3533CBA2E1}"/>
          </ac:picMkLst>
        </pc:picChg>
        <pc:picChg chg="add mod ord">
          <ac:chgData name="Macher, Andreas (DI FA CTR PLC PPM)" userId="f1dcac62-7bef-43eb-91f0-927336a1714f" providerId="ADAL" clId="{5B710B73-F6D6-4A7D-9276-5384056BD54A}" dt="2022-10-26T13:57:16.520" v="2728" actId="167"/>
          <ac:picMkLst>
            <pc:docMk/>
            <pc:sldMk cId="2298461894" sldId="9097"/>
            <ac:picMk id="395" creationId="{BBABAF81-28AE-D66B-8F6E-78C4292E2582}"/>
          </ac:picMkLst>
        </pc:picChg>
        <pc:cxnChg chg="mod">
          <ac:chgData name="Macher, Andreas (DI FA CTR PLC PPM)" userId="f1dcac62-7bef-43eb-91f0-927336a1714f" providerId="ADAL" clId="{5B710B73-F6D6-4A7D-9276-5384056BD54A}" dt="2022-10-26T11:53:12.793" v="2085" actId="1035"/>
          <ac:cxnSpMkLst>
            <pc:docMk/>
            <pc:sldMk cId="2298461894" sldId="9097"/>
            <ac:cxnSpMk id="15" creationId="{18D90C14-B352-7AE6-5093-5785BB2429BE}"/>
          </ac:cxnSpMkLst>
        </pc:cxnChg>
        <pc:cxnChg chg="mod">
          <ac:chgData name="Macher, Andreas (DI FA CTR PLC PPM)" userId="f1dcac62-7bef-43eb-91f0-927336a1714f" providerId="ADAL" clId="{5B710B73-F6D6-4A7D-9276-5384056BD54A}" dt="2022-10-26T11:53:12.793" v="2085" actId="1035"/>
          <ac:cxnSpMkLst>
            <pc:docMk/>
            <pc:sldMk cId="2298461894" sldId="9097"/>
            <ac:cxnSpMk id="16" creationId="{96AB8B3A-E3FB-61AE-0DCE-DBFC717D9D35}"/>
          </ac:cxnSpMkLst>
        </pc:cxnChg>
        <pc:cxnChg chg="del">
          <ac:chgData name="Macher, Andreas (DI FA CTR PLC PPM)" userId="f1dcac62-7bef-43eb-91f0-927336a1714f" providerId="ADAL" clId="{5B710B73-F6D6-4A7D-9276-5384056BD54A}" dt="2022-10-26T11:38:27.200" v="1818" actId="478"/>
          <ac:cxnSpMkLst>
            <pc:docMk/>
            <pc:sldMk cId="2298461894" sldId="9097"/>
            <ac:cxnSpMk id="230" creationId="{885B8970-42C8-4D01-AA6A-7507F1291D34}"/>
          </ac:cxnSpMkLst>
        </pc:cxnChg>
        <pc:cxnChg chg="del">
          <ac:chgData name="Macher, Andreas (DI FA CTR PLC PPM)" userId="f1dcac62-7bef-43eb-91f0-927336a1714f" providerId="ADAL" clId="{5B710B73-F6D6-4A7D-9276-5384056BD54A}" dt="2022-10-26T11:38:27.200" v="1818" actId="478"/>
          <ac:cxnSpMkLst>
            <pc:docMk/>
            <pc:sldMk cId="2298461894" sldId="9097"/>
            <ac:cxnSpMk id="231" creationId="{CAAE9208-B78D-44F4-B24B-FDEB86130E5A}"/>
          </ac:cxnSpMkLst>
        </pc:cxnChg>
        <pc:cxnChg chg="add del mod topLvl">
          <ac:chgData name="Macher, Andreas (DI FA CTR PLC PPM)" userId="f1dcac62-7bef-43eb-91f0-927336a1714f" providerId="ADAL" clId="{5B710B73-F6D6-4A7D-9276-5384056BD54A}" dt="2022-10-26T13:47:59.536" v="2651" actId="478"/>
          <ac:cxnSpMkLst>
            <pc:docMk/>
            <pc:sldMk cId="2298461894" sldId="9097"/>
            <ac:cxnSpMk id="256" creationId="{BC262DA6-0098-18B3-2AF5-44D19333E65C}"/>
          </ac:cxnSpMkLst>
        </pc:cxnChg>
        <pc:cxnChg chg="add del mod topLvl">
          <ac:chgData name="Macher, Andreas (DI FA CTR PLC PPM)" userId="f1dcac62-7bef-43eb-91f0-927336a1714f" providerId="ADAL" clId="{5B710B73-F6D6-4A7D-9276-5384056BD54A}" dt="2022-10-26T13:48:03.310" v="2654" actId="478"/>
          <ac:cxnSpMkLst>
            <pc:docMk/>
            <pc:sldMk cId="2298461894" sldId="9097"/>
            <ac:cxnSpMk id="257" creationId="{E325842D-CE41-5749-A127-882D45C2AFCB}"/>
          </ac:cxnSpMkLst>
        </pc:cxnChg>
        <pc:cxnChg chg="add mod topLvl">
          <ac:chgData name="Macher, Andreas (DI FA CTR PLC PPM)" userId="f1dcac62-7bef-43eb-91f0-927336a1714f" providerId="ADAL" clId="{5B710B73-F6D6-4A7D-9276-5384056BD54A}" dt="2022-10-26T13:47:52.992" v="2647" actId="165"/>
          <ac:cxnSpMkLst>
            <pc:docMk/>
            <pc:sldMk cId="2298461894" sldId="9097"/>
            <ac:cxnSpMk id="258" creationId="{3647AEED-5AEC-7AFB-ED33-94DC8A131FA6}"/>
          </ac:cxnSpMkLst>
        </pc:cxnChg>
        <pc:cxnChg chg="mod">
          <ac:chgData name="Macher, Andreas (DI FA CTR PLC PPM)" userId="f1dcac62-7bef-43eb-91f0-927336a1714f" providerId="ADAL" clId="{5B710B73-F6D6-4A7D-9276-5384056BD54A}" dt="2022-10-26T11:53:12.793" v="2085" actId="1035"/>
          <ac:cxnSpMkLst>
            <pc:docMk/>
            <pc:sldMk cId="2298461894" sldId="9097"/>
            <ac:cxnSpMk id="273" creationId="{F56238D5-1780-581E-38BD-DA0CC3270832}"/>
          </ac:cxnSpMkLst>
        </pc:cxnChg>
        <pc:cxnChg chg="mod">
          <ac:chgData name="Macher, Andreas (DI FA CTR PLC PPM)" userId="f1dcac62-7bef-43eb-91f0-927336a1714f" providerId="ADAL" clId="{5B710B73-F6D6-4A7D-9276-5384056BD54A}" dt="2022-10-26T11:53:12.793" v="2085" actId="1035"/>
          <ac:cxnSpMkLst>
            <pc:docMk/>
            <pc:sldMk cId="2298461894" sldId="9097"/>
            <ac:cxnSpMk id="274" creationId="{4A3F6B59-72C3-756F-8E44-0720079E92E5}"/>
          </ac:cxnSpMkLst>
        </pc:cxnChg>
        <pc:cxnChg chg="mod">
          <ac:chgData name="Macher, Andreas (DI FA CTR PLC PPM)" userId="f1dcac62-7bef-43eb-91f0-927336a1714f" providerId="ADAL" clId="{5B710B73-F6D6-4A7D-9276-5384056BD54A}" dt="2022-10-26T11:53:12.793" v="2085" actId="1035"/>
          <ac:cxnSpMkLst>
            <pc:docMk/>
            <pc:sldMk cId="2298461894" sldId="9097"/>
            <ac:cxnSpMk id="275" creationId="{4711000E-F23C-361D-9AEC-61386A722A74}"/>
          </ac:cxnSpMkLst>
        </pc:cxnChg>
        <pc:cxnChg chg="del mod">
          <ac:chgData name="Macher, Andreas (DI FA CTR PLC PPM)" userId="f1dcac62-7bef-43eb-91f0-927336a1714f" providerId="ADAL" clId="{5B710B73-F6D6-4A7D-9276-5384056BD54A}" dt="2022-10-26T11:53:39.822" v="2086" actId="478"/>
          <ac:cxnSpMkLst>
            <pc:docMk/>
            <pc:sldMk cId="2298461894" sldId="9097"/>
            <ac:cxnSpMk id="289" creationId="{736E1E7B-836D-7A7B-87DC-44897A661662}"/>
          </ac:cxnSpMkLst>
        </pc:cxnChg>
        <pc:cxnChg chg="mod topLvl">
          <ac:chgData name="Macher, Andreas (DI FA CTR PLC PPM)" userId="f1dcac62-7bef-43eb-91f0-927336a1714f" providerId="ADAL" clId="{5B710B73-F6D6-4A7D-9276-5384056BD54A}" dt="2022-10-26T13:57:04.441" v="2720" actId="165"/>
          <ac:cxnSpMkLst>
            <pc:docMk/>
            <pc:sldMk cId="2298461894" sldId="9097"/>
            <ac:cxnSpMk id="297" creationId="{FA98E88A-BAA4-7348-99AD-4B6E78DD6A84}"/>
          </ac:cxnSpMkLst>
        </pc:cxnChg>
        <pc:cxnChg chg="mod topLvl">
          <ac:chgData name="Macher, Andreas (DI FA CTR PLC PPM)" userId="f1dcac62-7bef-43eb-91f0-927336a1714f" providerId="ADAL" clId="{5B710B73-F6D6-4A7D-9276-5384056BD54A}" dt="2022-10-26T13:57:12.719" v="2726" actId="478"/>
          <ac:cxnSpMkLst>
            <pc:docMk/>
            <pc:sldMk cId="2298461894" sldId="9097"/>
            <ac:cxnSpMk id="298" creationId="{15B1CEE6-8B32-93FF-C5C3-D42FE8F3525A}"/>
          </ac:cxnSpMkLst>
        </pc:cxnChg>
        <pc:cxnChg chg="mod">
          <ac:chgData name="Macher, Andreas (DI FA CTR PLC PPM)" userId="f1dcac62-7bef-43eb-91f0-927336a1714f" providerId="ADAL" clId="{5B710B73-F6D6-4A7D-9276-5384056BD54A}" dt="2022-10-26T13:57:04.441" v="2720" actId="165"/>
          <ac:cxnSpMkLst>
            <pc:docMk/>
            <pc:sldMk cId="2298461894" sldId="9097"/>
            <ac:cxnSpMk id="311" creationId="{88FC5ACC-142B-DB73-6DB6-E468989D5636}"/>
          </ac:cxnSpMkLst>
        </pc:cxnChg>
        <pc:cxnChg chg="mod">
          <ac:chgData name="Macher, Andreas (DI FA CTR PLC PPM)" userId="f1dcac62-7bef-43eb-91f0-927336a1714f" providerId="ADAL" clId="{5B710B73-F6D6-4A7D-9276-5384056BD54A}" dt="2022-10-26T13:57:04.441" v="2720" actId="165"/>
          <ac:cxnSpMkLst>
            <pc:docMk/>
            <pc:sldMk cId="2298461894" sldId="9097"/>
            <ac:cxnSpMk id="312" creationId="{6ABAA826-66A8-FCA4-068E-2CCBFCFD75D8}"/>
          </ac:cxnSpMkLst>
        </pc:cxnChg>
        <pc:cxnChg chg="add mod">
          <ac:chgData name="Macher, Andreas (DI FA CTR PLC PPM)" userId="f1dcac62-7bef-43eb-91f0-927336a1714f" providerId="ADAL" clId="{5B710B73-F6D6-4A7D-9276-5384056BD54A}" dt="2022-10-26T11:56:14.622" v="2113" actId="1036"/>
          <ac:cxnSpMkLst>
            <pc:docMk/>
            <pc:sldMk cId="2298461894" sldId="9097"/>
            <ac:cxnSpMk id="329" creationId="{BCED7B34-6BC2-BD98-CD9F-DF993ED3F4AF}"/>
          </ac:cxnSpMkLst>
        </pc:cxnChg>
        <pc:cxnChg chg="add mod">
          <ac:chgData name="Macher, Andreas (DI FA CTR PLC PPM)" userId="f1dcac62-7bef-43eb-91f0-927336a1714f" providerId="ADAL" clId="{5B710B73-F6D6-4A7D-9276-5384056BD54A}" dt="2022-10-26T11:56:14.622" v="2113" actId="1036"/>
          <ac:cxnSpMkLst>
            <pc:docMk/>
            <pc:sldMk cId="2298461894" sldId="9097"/>
            <ac:cxnSpMk id="330" creationId="{FB06948B-A64A-55AE-45EA-E173BB57CE74}"/>
          </ac:cxnSpMkLst>
        </pc:cxnChg>
        <pc:cxnChg chg="mod">
          <ac:chgData name="Macher, Andreas (DI FA CTR PLC PPM)" userId="f1dcac62-7bef-43eb-91f0-927336a1714f" providerId="ADAL" clId="{5B710B73-F6D6-4A7D-9276-5384056BD54A}" dt="2022-10-26T11:56:14.622" v="2113" actId="1036"/>
          <ac:cxnSpMkLst>
            <pc:docMk/>
            <pc:sldMk cId="2298461894" sldId="9097"/>
            <ac:cxnSpMk id="343" creationId="{13127E4C-1914-2F94-715B-1C2ED5CC82DF}"/>
          </ac:cxnSpMkLst>
        </pc:cxnChg>
        <pc:cxnChg chg="mod">
          <ac:chgData name="Macher, Andreas (DI FA CTR PLC PPM)" userId="f1dcac62-7bef-43eb-91f0-927336a1714f" providerId="ADAL" clId="{5B710B73-F6D6-4A7D-9276-5384056BD54A}" dt="2022-10-26T11:56:14.622" v="2113" actId="1036"/>
          <ac:cxnSpMkLst>
            <pc:docMk/>
            <pc:sldMk cId="2298461894" sldId="9097"/>
            <ac:cxnSpMk id="344" creationId="{B5B0A509-8EE5-F4A8-E707-F908E8702AD9}"/>
          </ac:cxnSpMkLst>
        </pc:cxnChg>
        <pc:cxnChg chg="add mod">
          <ac:chgData name="Macher, Andreas (DI FA CTR PLC PPM)" userId="f1dcac62-7bef-43eb-91f0-927336a1714f" providerId="ADAL" clId="{5B710B73-F6D6-4A7D-9276-5384056BD54A}" dt="2022-10-26T11:56:14.622" v="2113" actId="1036"/>
          <ac:cxnSpMkLst>
            <pc:docMk/>
            <pc:sldMk cId="2298461894" sldId="9097"/>
            <ac:cxnSpMk id="346" creationId="{0FCCFB85-9437-AB59-66F2-BD26C843EA78}"/>
          </ac:cxnSpMkLst>
        </pc:cxnChg>
        <pc:cxnChg chg="add mod">
          <ac:chgData name="Macher, Andreas (DI FA CTR PLC PPM)" userId="f1dcac62-7bef-43eb-91f0-927336a1714f" providerId="ADAL" clId="{5B710B73-F6D6-4A7D-9276-5384056BD54A}" dt="2022-10-26T11:56:14.622" v="2113" actId="1036"/>
          <ac:cxnSpMkLst>
            <pc:docMk/>
            <pc:sldMk cId="2298461894" sldId="9097"/>
            <ac:cxnSpMk id="347" creationId="{09C279E6-C9CF-6785-5370-10A42C347C60}"/>
          </ac:cxnSpMkLst>
        </pc:cxnChg>
        <pc:cxnChg chg="mod">
          <ac:chgData name="Macher, Andreas (DI FA CTR PLC PPM)" userId="f1dcac62-7bef-43eb-91f0-927336a1714f" providerId="ADAL" clId="{5B710B73-F6D6-4A7D-9276-5384056BD54A}" dt="2022-10-26T11:56:14.622" v="2113" actId="1036"/>
          <ac:cxnSpMkLst>
            <pc:docMk/>
            <pc:sldMk cId="2298461894" sldId="9097"/>
            <ac:cxnSpMk id="359" creationId="{E2ADEEF9-6165-56FB-74AE-61CB24621A36}"/>
          </ac:cxnSpMkLst>
        </pc:cxnChg>
        <pc:cxnChg chg="mod">
          <ac:chgData name="Macher, Andreas (DI FA CTR PLC PPM)" userId="f1dcac62-7bef-43eb-91f0-927336a1714f" providerId="ADAL" clId="{5B710B73-F6D6-4A7D-9276-5384056BD54A}" dt="2022-10-26T11:56:14.622" v="2113" actId="1036"/>
          <ac:cxnSpMkLst>
            <pc:docMk/>
            <pc:sldMk cId="2298461894" sldId="9097"/>
            <ac:cxnSpMk id="360" creationId="{6044CAAC-2A28-3008-169B-5540A59F6B2A}"/>
          </ac:cxnSpMkLst>
        </pc:cxnChg>
        <pc:cxnChg chg="mod">
          <ac:chgData name="Macher, Andreas (DI FA CTR PLC PPM)" userId="f1dcac62-7bef-43eb-91f0-927336a1714f" providerId="ADAL" clId="{5B710B73-F6D6-4A7D-9276-5384056BD54A}" dt="2022-10-26T11:56:14.622" v="2113" actId="1036"/>
          <ac:cxnSpMkLst>
            <pc:docMk/>
            <pc:sldMk cId="2298461894" sldId="9097"/>
            <ac:cxnSpMk id="365" creationId="{92A46520-6EB0-2D2E-0FD8-9F895DBE1AF6}"/>
          </ac:cxnSpMkLst>
        </pc:cxnChg>
        <pc:cxnChg chg="del mod">
          <ac:chgData name="Macher, Andreas (DI FA CTR PLC PPM)" userId="f1dcac62-7bef-43eb-91f0-927336a1714f" providerId="ADAL" clId="{5B710B73-F6D6-4A7D-9276-5384056BD54A}" dt="2022-10-26T11:43:25.522" v="1882" actId="478"/>
          <ac:cxnSpMkLst>
            <pc:docMk/>
            <pc:sldMk cId="2298461894" sldId="9097"/>
            <ac:cxnSpMk id="366" creationId="{4F0C37D7-822C-AF9F-1749-51521992A606}"/>
          </ac:cxnSpMkLst>
        </pc:cxnChg>
        <pc:cxnChg chg="mod">
          <ac:chgData name="Macher, Andreas (DI FA CTR PLC PPM)" userId="f1dcac62-7bef-43eb-91f0-927336a1714f" providerId="ADAL" clId="{5B710B73-F6D6-4A7D-9276-5384056BD54A}" dt="2022-10-26T11:56:14.622" v="2113" actId="1036"/>
          <ac:cxnSpMkLst>
            <pc:docMk/>
            <pc:sldMk cId="2298461894" sldId="9097"/>
            <ac:cxnSpMk id="376" creationId="{36D2933D-C9A7-63EC-9605-27C5ECCB949C}"/>
          </ac:cxnSpMkLst>
        </pc:cxnChg>
        <pc:cxnChg chg="mod">
          <ac:chgData name="Macher, Andreas (DI FA CTR PLC PPM)" userId="f1dcac62-7bef-43eb-91f0-927336a1714f" providerId="ADAL" clId="{5B710B73-F6D6-4A7D-9276-5384056BD54A}" dt="2022-10-26T11:56:14.622" v="2113" actId="1036"/>
          <ac:cxnSpMkLst>
            <pc:docMk/>
            <pc:sldMk cId="2298461894" sldId="9097"/>
            <ac:cxnSpMk id="377" creationId="{B03D012D-2FBC-3767-7C67-90288E0423ED}"/>
          </ac:cxnSpMkLst>
        </pc:cxnChg>
        <pc:cxnChg chg="add del mod">
          <ac:chgData name="Macher, Andreas (DI FA CTR PLC PPM)" userId="f1dcac62-7bef-43eb-91f0-927336a1714f" providerId="ADAL" clId="{5B710B73-F6D6-4A7D-9276-5384056BD54A}" dt="2022-10-26T11:56:22.030" v="2114" actId="478"/>
          <ac:cxnSpMkLst>
            <pc:docMk/>
            <pc:sldMk cId="2298461894" sldId="9097"/>
            <ac:cxnSpMk id="392" creationId="{F913A96D-5103-FA28-B215-4CC7C676A0E8}"/>
          </ac:cxnSpMkLst>
        </pc:cxnChg>
      </pc:sldChg>
      <pc:sldChg chg="del">
        <pc:chgData name="Macher, Andreas (DI FA CTR PLC PPM)" userId="f1dcac62-7bef-43eb-91f0-927336a1714f" providerId="ADAL" clId="{5B710B73-F6D6-4A7D-9276-5384056BD54A}" dt="2022-10-26T11:55:11.069" v="2090" actId="47"/>
        <pc:sldMkLst>
          <pc:docMk/>
          <pc:sldMk cId="1950884183" sldId="9098"/>
        </pc:sldMkLst>
      </pc:sldChg>
      <pc:sldChg chg="modSp mod">
        <pc:chgData name="Macher, Andreas (DI FA CTR PLC PPM)" userId="f1dcac62-7bef-43eb-91f0-927336a1714f" providerId="ADAL" clId="{5B710B73-F6D6-4A7D-9276-5384056BD54A}" dt="2022-11-23T12:21:55.580" v="8996"/>
        <pc:sldMkLst>
          <pc:docMk/>
          <pc:sldMk cId="222559270" sldId="9099"/>
        </pc:sldMkLst>
        <pc:spChg chg="mod">
          <ac:chgData name="Macher, Andreas (DI FA CTR PLC PPM)" userId="f1dcac62-7bef-43eb-91f0-927336a1714f" providerId="ADAL" clId="{5B710B73-F6D6-4A7D-9276-5384056BD54A}" dt="2022-11-23T12:21:55.580" v="8996"/>
          <ac:spMkLst>
            <pc:docMk/>
            <pc:sldMk cId="222559270" sldId="9099"/>
            <ac:spMk id="2" creationId="{1C0CC14D-0E58-4645-954C-174A92FBB5FE}"/>
          </ac:spMkLst>
        </pc:spChg>
      </pc:sldChg>
      <pc:sldChg chg="modSp mod chgLayout">
        <pc:chgData name="Macher, Andreas (DI FA CTR PLC PPM)" userId="f1dcac62-7bef-43eb-91f0-927336a1714f" providerId="ADAL" clId="{5B710B73-F6D6-4A7D-9276-5384056BD54A}" dt="2022-11-23T12:21:55.580" v="8996"/>
        <pc:sldMkLst>
          <pc:docMk/>
          <pc:sldMk cId="2852176689" sldId="9100"/>
        </pc:sldMkLst>
        <pc:spChg chg="mod ord">
          <ac:chgData name="Macher, Andreas (DI FA CTR PLC PPM)" userId="f1dcac62-7bef-43eb-91f0-927336a1714f" providerId="ADAL" clId="{5B710B73-F6D6-4A7D-9276-5384056BD54A}" dt="2022-11-23T12:21:55.580" v="8996"/>
          <ac:spMkLst>
            <pc:docMk/>
            <pc:sldMk cId="2852176689" sldId="9100"/>
            <ac:spMk id="2" creationId="{0EA98454-BDFE-4F28-980F-9A3F0A79C44B}"/>
          </ac:spMkLst>
        </pc:spChg>
        <pc:spChg chg="mod ord">
          <ac:chgData name="Macher, Andreas (DI FA CTR PLC PPM)" userId="f1dcac62-7bef-43eb-91f0-927336a1714f" providerId="ADAL" clId="{5B710B73-F6D6-4A7D-9276-5384056BD54A}" dt="2022-11-07T21:31:44.858" v="6826" actId="700"/>
          <ac:spMkLst>
            <pc:docMk/>
            <pc:sldMk cId="2852176689" sldId="9100"/>
            <ac:spMk id="3" creationId="{1ED91481-81E0-4C81-B23F-4EC55BEBA8B7}"/>
          </ac:spMkLst>
        </pc:spChg>
        <pc:spChg chg="mod">
          <ac:chgData name="Macher, Andreas (DI FA CTR PLC PPM)" userId="f1dcac62-7bef-43eb-91f0-927336a1714f" providerId="ADAL" clId="{5B710B73-F6D6-4A7D-9276-5384056BD54A}" dt="2022-11-07T21:31:56.100" v="6827" actId="207"/>
          <ac:spMkLst>
            <pc:docMk/>
            <pc:sldMk cId="2852176689" sldId="9100"/>
            <ac:spMk id="10" creationId="{B512F6ED-B13B-4877-A0A5-092C82E9FB5B}"/>
          </ac:spMkLst>
        </pc:spChg>
        <pc:spChg chg="mod">
          <ac:chgData name="Macher, Andreas (DI FA CTR PLC PPM)" userId="f1dcac62-7bef-43eb-91f0-927336a1714f" providerId="ADAL" clId="{5B710B73-F6D6-4A7D-9276-5384056BD54A}" dt="2022-11-07T21:32:01.095" v="6828" actId="207"/>
          <ac:spMkLst>
            <pc:docMk/>
            <pc:sldMk cId="2852176689" sldId="9100"/>
            <ac:spMk id="11" creationId="{71BF84F6-3DC2-4AB4-8FCD-501DCD00604A}"/>
          </ac:spMkLst>
        </pc:spChg>
        <pc:spChg chg="mod">
          <ac:chgData name="Macher, Andreas (DI FA CTR PLC PPM)" userId="f1dcac62-7bef-43eb-91f0-927336a1714f" providerId="ADAL" clId="{5B710B73-F6D6-4A7D-9276-5384056BD54A}" dt="2022-11-07T21:32:07.732" v="6829" actId="207"/>
          <ac:spMkLst>
            <pc:docMk/>
            <pc:sldMk cId="2852176689" sldId="9100"/>
            <ac:spMk id="16" creationId="{A4008CFB-D9C7-49D7-AB45-7E2A149522EF}"/>
          </ac:spMkLst>
        </pc:spChg>
      </pc:sldChg>
      <pc:sldChg chg="addSp delSp modSp mod chgLayout">
        <pc:chgData name="Macher, Andreas (DI FA CTR PLC PPM)" userId="f1dcac62-7bef-43eb-91f0-927336a1714f" providerId="ADAL" clId="{5B710B73-F6D6-4A7D-9276-5384056BD54A}" dt="2022-11-23T12:33:12.700" v="9078" actId="1076"/>
        <pc:sldMkLst>
          <pc:docMk/>
          <pc:sldMk cId="2897839901" sldId="9101"/>
        </pc:sldMkLst>
        <pc:spChg chg="mod ord">
          <ac:chgData name="Macher, Andreas (DI FA CTR PLC PPM)" userId="f1dcac62-7bef-43eb-91f0-927336a1714f" providerId="ADAL" clId="{5B710B73-F6D6-4A7D-9276-5384056BD54A}" dt="2022-11-16T13:37:03.822" v="7228" actId="207"/>
          <ac:spMkLst>
            <pc:docMk/>
            <pc:sldMk cId="2897839901" sldId="9101"/>
            <ac:spMk id="2" creationId="{01FF8783-8957-4145-A140-42B86A578CB9}"/>
          </ac:spMkLst>
        </pc:spChg>
        <pc:spChg chg="mod">
          <ac:chgData name="Macher, Andreas (DI FA CTR PLC PPM)" userId="f1dcac62-7bef-43eb-91f0-927336a1714f" providerId="ADAL" clId="{5B710B73-F6D6-4A7D-9276-5384056BD54A}" dt="2022-11-16T13:13:39.474" v="6955" actId="207"/>
          <ac:spMkLst>
            <pc:docMk/>
            <pc:sldMk cId="2897839901" sldId="9101"/>
            <ac:spMk id="3" creationId="{BD8FD757-45F9-4007-9065-E3A057BB46C5}"/>
          </ac:spMkLst>
        </pc:spChg>
        <pc:spChg chg="mod">
          <ac:chgData name="Macher, Andreas (DI FA CTR PLC PPM)" userId="f1dcac62-7bef-43eb-91f0-927336a1714f" providerId="ADAL" clId="{5B710B73-F6D6-4A7D-9276-5384056BD54A}" dt="2022-11-16T13:54:09.386" v="7573" actId="207"/>
          <ac:spMkLst>
            <pc:docMk/>
            <pc:sldMk cId="2897839901" sldId="9101"/>
            <ac:spMk id="4" creationId="{1E5D81B8-2E8F-4573-B785-C2671CDB20B8}"/>
          </ac:spMkLst>
        </pc:spChg>
        <pc:spChg chg="mod">
          <ac:chgData name="Macher, Andreas (DI FA CTR PLC PPM)" userId="f1dcac62-7bef-43eb-91f0-927336a1714f" providerId="ADAL" clId="{5B710B73-F6D6-4A7D-9276-5384056BD54A}" dt="2022-11-16T13:13:43.311" v="6956" actId="207"/>
          <ac:spMkLst>
            <pc:docMk/>
            <pc:sldMk cId="2897839901" sldId="9101"/>
            <ac:spMk id="8" creationId="{A16678DF-8B15-4C23-9F68-2D966DD2E3C9}"/>
          </ac:spMkLst>
        </pc:spChg>
        <pc:spChg chg="mod">
          <ac:chgData name="Macher, Andreas (DI FA CTR PLC PPM)" userId="f1dcac62-7bef-43eb-91f0-927336a1714f" providerId="ADAL" clId="{5B710B73-F6D6-4A7D-9276-5384056BD54A}" dt="2022-11-16T13:13:43.311" v="6956" actId="207"/>
          <ac:spMkLst>
            <pc:docMk/>
            <pc:sldMk cId="2897839901" sldId="9101"/>
            <ac:spMk id="9" creationId="{698DB4D1-E4B3-4E4D-9D7D-6B6650C560D5}"/>
          </ac:spMkLst>
        </pc:spChg>
        <pc:spChg chg="mod ord">
          <ac:chgData name="Macher, Andreas (DI FA CTR PLC PPM)" userId="f1dcac62-7bef-43eb-91f0-927336a1714f" providerId="ADAL" clId="{5B710B73-F6D6-4A7D-9276-5384056BD54A}" dt="2022-11-23T12:21:55.580" v="8996"/>
          <ac:spMkLst>
            <pc:docMk/>
            <pc:sldMk cId="2897839901" sldId="9101"/>
            <ac:spMk id="17" creationId="{D34698A1-18EA-456A-9A06-8F95ABDCD8DC}"/>
          </ac:spMkLst>
        </pc:spChg>
        <pc:spChg chg="add mod ord">
          <ac:chgData name="Macher, Andreas (DI FA CTR PLC PPM)" userId="f1dcac62-7bef-43eb-91f0-927336a1714f" providerId="ADAL" clId="{5B710B73-F6D6-4A7D-9276-5384056BD54A}" dt="2022-11-16T13:13:33.936" v="6954" actId="167"/>
          <ac:spMkLst>
            <pc:docMk/>
            <pc:sldMk cId="2897839901" sldId="9101"/>
            <ac:spMk id="20" creationId="{BD8BCE18-2F80-6D28-BBA5-7A3E799DA77F}"/>
          </ac:spMkLst>
        </pc:spChg>
        <pc:spChg chg="mod">
          <ac:chgData name="Macher, Andreas (DI FA CTR PLC PPM)" userId="f1dcac62-7bef-43eb-91f0-927336a1714f" providerId="ADAL" clId="{5B710B73-F6D6-4A7D-9276-5384056BD54A}" dt="2022-11-16T13:13:39.474" v="6955" actId="207"/>
          <ac:spMkLst>
            <pc:docMk/>
            <pc:sldMk cId="2897839901" sldId="9101"/>
            <ac:spMk id="31" creationId="{873CD689-A9D3-41D0-9A73-6F7BEE4780BA}"/>
          </ac:spMkLst>
        </pc:spChg>
        <pc:spChg chg="del">
          <ac:chgData name="Macher, Andreas (DI FA CTR PLC PPM)" userId="f1dcac62-7bef-43eb-91f0-927336a1714f" providerId="ADAL" clId="{5B710B73-F6D6-4A7D-9276-5384056BD54A}" dt="2022-11-03T13:50:29.325" v="3344" actId="478"/>
          <ac:spMkLst>
            <pc:docMk/>
            <pc:sldMk cId="2897839901" sldId="9101"/>
            <ac:spMk id="61" creationId="{5DEC29C0-05A2-8B80-F700-49204DA24F1C}"/>
          </ac:spMkLst>
        </pc:spChg>
        <pc:spChg chg="mod">
          <ac:chgData name="Macher, Andreas (DI FA CTR PLC PPM)" userId="f1dcac62-7bef-43eb-91f0-927336a1714f" providerId="ADAL" clId="{5B710B73-F6D6-4A7D-9276-5384056BD54A}" dt="2022-11-16T13:54:09.386" v="7573" actId="207"/>
          <ac:spMkLst>
            <pc:docMk/>
            <pc:sldMk cId="2897839901" sldId="9101"/>
            <ac:spMk id="66" creationId="{AEF9F445-0EF9-4FC3-8C30-61BE8FFAEB74}"/>
          </ac:spMkLst>
        </pc:spChg>
        <pc:spChg chg="mod">
          <ac:chgData name="Macher, Andreas (DI FA CTR PLC PPM)" userId="f1dcac62-7bef-43eb-91f0-927336a1714f" providerId="ADAL" clId="{5B710B73-F6D6-4A7D-9276-5384056BD54A}" dt="2022-11-16T13:54:09.386" v="7573" actId="207"/>
          <ac:spMkLst>
            <pc:docMk/>
            <pc:sldMk cId="2897839901" sldId="9101"/>
            <ac:spMk id="68" creationId="{747FE318-1B99-4A2E-ADF2-A676E3193F71}"/>
          </ac:spMkLst>
        </pc:spChg>
        <pc:spChg chg="mod">
          <ac:chgData name="Macher, Andreas (DI FA CTR PLC PPM)" userId="f1dcac62-7bef-43eb-91f0-927336a1714f" providerId="ADAL" clId="{5B710B73-F6D6-4A7D-9276-5384056BD54A}" dt="2022-11-16T13:54:09.386" v="7573" actId="207"/>
          <ac:spMkLst>
            <pc:docMk/>
            <pc:sldMk cId="2897839901" sldId="9101"/>
            <ac:spMk id="82" creationId="{F8B84E6F-3ACC-4D54-8C2A-92E370427DBF}"/>
          </ac:spMkLst>
        </pc:spChg>
        <pc:spChg chg="mod">
          <ac:chgData name="Macher, Andreas (DI FA CTR PLC PPM)" userId="f1dcac62-7bef-43eb-91f0-927336a1714f" providerId="ADAL" clId="{5B710B73-F6D6-4A7D-9276-5384056BD54A}" dt="2022-11-16T13:13:52.647" v="6958" actId="207"/>
          <ac:spMkLst>
            <pc:docMk/>
            <pc:sldMk cId="2897839901" sldId="9101"/>
            <ac:spMk id="83" creationId="{FD08AAE6-9175-49FE-AB33-BB7F170C1F25}"/>
          </ac:spMkLst>
        </pc:spChg>
        <pc:spChg chg="mod">
          <ac:chgData name="Macher, Andreas (DI FA CTR PLC PPM)" userId="f1dcac62-7bef-43eb-91f0-927336a1714f" providerId="ADAL" clId="{5B710B73-F6D6-4A7D-9276-5384056BD54A}" dt="2022-11-16T13:54:00.048" v="7572" actId="207"/>
          <ac:spMkLst>
            <pc:docMk/>
            <pc:sldMk cId="2897839901" sldId="9101"/>
            <ac:spMk id="86" creationId="{13C3D8FA-628A-49CD-8F12-4E9775CF2640}"/>
          </ac:spMkLst>
        </pc:spChg>
        <pc:spChg chg="mod">
          <ac:chgData name="Macher, Andreas (DI FA CTR PLC PPM)" userId="f1dcac62-7bef-43eb-91f0-927336a1714f" providerId="ADAL" clId="{5B710B73-F6D6-4A7D-9276-5384056BD54A}" dt="2022-11-16T13:54:00.048" v="7572" actId="207"/>
          <ac:spMkLst>
            <pc:docMk/>
            <pc:sldMk cId="2897839901" sldId="9101"/>
            <ac:spMk id="87" creationId="{3BDCC46A-E15B-42A3-BB0A-1B74531D537C}"/>
          </ac:spMkLst>
        </pc:spChg>
        <pc:spChg chg="mod">
          <ac:chgData name="Macher, Andreas (DI FA CTR PLC PPM)" userId="f1dcac62-7bef-43eb-91f0-927336a1714f" providerId="ADAL" clId="{5B710B73-F6D6-4A7D-9276-5384056BD54A}" dt="2022-11-16T13:54:00.048" v="7572" actId="207"/>
          <ac:spMkLst>
            <pc:docMk/>
            <pc:sldMk cId="2897839901" sldId="9101"/>
            <ac:spMk id="88" creationId="{10B435F0-F9D5-464C-856E-967F4A2518A5}"/>
          </ac:spMkLst>
        </pc:spChg>
        <pc:spChg chg="mod">
          <ac:chgData name="Macher, Andreas (DI FA CTR PLC PPM)" userId="f1dcac62-7bef-43eb-91f0-927336a1714f" providerId="ADAL" clId="{5B710B73-F6D6-4A7D-9276-5384056BD54A}" dt="2022-11-16T13:53:46.229" v="7571" actId="11"/>
          <ac:spMkLst>
            <pc:docMk/>
            <pc:sldMk cId="2897839901" sldId="9101"/>
            <ac:spMk id="89" creationId="{20BE0242-89F4-4683-A17B-0A7EE7D972FE}"/>
          </ac:spMkLst>
        </pc:spChg>
        <pc:grpChg chg="mod">
          <ac:chgData name="Macher, Andreas (DI FA CTR PLC PPM)" userId="f1dcac62-7bef-43eb-91f0-927336a1714f" providerId="ADAL" clId="{5B710B73-F6D6-4A7D-9276-5384056BD54A}" dt="2022-11-16T13:13:43.311" v="6956" actId="207"/>
          <ac:grpSpMkLst>
            <pc:docMk/>
            <pc:sldMk cId="2897839901" sldId="9101"/>
            <ac:grpSpMk id="5" creationId="{A5CDAA52-83F6-4118-BE73-39BC75BEF8E7}"/>
          </ac:grpSpMkLst>
        </pc:grpChg>
        <pc:grpChg chg="mod">
          <ac:chgData name="Macher, Andreas (DI FA CTR PLC PPM)" userId="f1dcac62-7bef-43eb-91f0-927336a1714f" providerId="ADAL" clId="{5B710B73-F6D6-4A7D-9276-5384056BD54A}" dt="2022-11-16T13:13:43.311" v="6956" actId="207"/>
          <ac:grpSpMkLst>
            <pc:docMk/>
            <pc:sldMk cId="2897839901" sldId="9101"/>
            <ac:grpSpMk id="6" creationId="{EA28230B-DB1D-4521-BD73-23483E9FCEE8}"/>
          </ac:grpSpMkLst>
        </pc:grpChg>
        <pc:grpChg chg="mod">
          <ac:chgData name="Macher, Andreas (DI FA CTR PLC PPM)" userId="f1dcac62-7bef-43eb-91f0-927336a1714f" providerId="ADAL" clId="{5B710B73-F6D6-4A7D-9276-5384056BD54A}" dt="2022-11-16T13:13:43.311" v="6956" actId="207"/>
          <ac:grpSpMkLst>
            <pc:docMk/>
            <pc:sldMk cId="2897839901" sldId="9101"/>
            <ac:grpSpMk id="7" creationId="{17B94CBB-854B-43F6-ADCD-41F6B41FAAD1}"/>
          </ac:grpSpMkLst>
        </pc:grpChg>
        <pc:grpChg chg="add mod">
          <ac:chgData name="Macher, Andreas (DI FA CTR PLC PPM)" userId="f1dcac62-7bef-43eb-91f0-927336a1714f" providerId="ADAL" clId="{5B710B73-F6D6-4A7D-9276-5384056BD54A}" dt="2022-11-23T12:33:12.700" v="9078" actId="1076"/>
          <ac:grpSpMkLst>
            <pc:docMk/>
            <pc:sldMk cId="2897839901" sldId="9101"/>
            <ac:grpSpMk id="22" creationId="{CBD235F9-9AD3-A09A-169E-E13F84EB5BD0}"/>
          </ac:grpSpMkLst>
        </pc:grpChg>
        <pc:grpChg chg="mod">
          <ac:chgData name="Macher, Andreas (DI FA CTR PLC PPM)" userId="f1dcac62-7bef-43eb-91f0-927336a1714f" providerId="ADAL" clId="{5B710B73-F6D6-4A7D-9276-5384056BD54A}" dt="2022-11-16T13:13:45.823" v="6957" actId="207"/>
          <ac:grpSpMkLst>
            <pc:docMk/>
            <pc:sldMk cId="2897839901" sldId="9101"/>
            <ac:grpSpMk id="50" creationId="{9C21437B-DBE3-4B61-A362-CC7AD3B50A54}"/>
          </ac:grpSpMkLst>
        </pc:grpChg>
        <pc:grpChg chg="del">
          <ac:chgData name="Macher, Andreas (DI FA CTR PLC PPM)" userId="f1dcac62-7bef-43eb-91f0-927336a1714f" providerId="ADAL" clId="{5B710B73-F6D6-4A7D-9276-5384056BD54A}" dt="2022-11-23T12:33:09.892" v="9077" actId="478"/>
          <ac:grpSpMkLst>
            <pc:docMk/>
            <pc:sldMk cId="2897839901" sldId="9101"/>
            <ac:grpSpMk id="67" creationId="{70D9CA24-84E5-42DE-9EAE-B07F7A58CA5F}"/>
          </ac:grpSpMkLst>
        </pc:grpChg>
        <pc:picChg chg="mod">
          <ac:chgData name="Macher, Andreas (DI FA CTR PLC PPM)" userId="f1dcac62-7bef-43eb-91f0-927336a1714f" providerId="ADAL" clId="{5B710B73-F6D6-4A7D-9276-5384056BD54A}" dt="2022-11-16T13:13:43.311" v="6956" actId="207"/>
          <ac:picMkLst>
            <pc:docMk/>
            <pc:sldMk cId="2897839901" sldId="9101"/>
            <ac:picMk id="10" creationId="{421E88DF-E0F0-4D8A-BF8B-6F4DA5965CF9}"/>
          </ac:picMkLst>
        </pc:picChg>
        <pc:picChg chg="mod">
          <ac:chgData name="Macher, Andreas (DI FA CTR PLC PPM)" userId="f1dcac62-7bef-43eb-91f0-927336a1714f" providerId="ADAL" clId="{5B710B73-F6D6-4A7D-9276-5384056BD54A}" dt="2022-11-16T13:13:43.311" v="6956" actId="207"/>
          <ac:picMkLst>
            <pc:docMk/>
            <pc:sldMk cId="2897839901" sldId="9101"/>
            <ac:picMk id="11" creationId="{AEF858AB-80CF-44A5-A9DC-8A120E8FAFC2}"/>
          </ac:picMkLst>
        </pc:picChg>
        <pc:picChg chg="mod">
          <ac:chgData name="Macher, Andreas (DI FA CTR PLC PPM)" userId="f1dcac62-7bef-43eb-91f0-927336a1714f" providerId="ADAL" clId="{5B710B73-F6D6-4A7D-9276-5384056BD54A}" dt="2022-11-16T13:13:43.311" v="6956" actId="207"/>
          <ac:picMkLst>
            <pc:docMk/>
            <pc:sldMk cId="2897839901" sldId="9101"/>
            <ac:picMk id="12" creationId="{C604ECFA-D787-4CFD-A361-5C5936311B2B}"/>
          </ac:picMkLst>
        </pc:picChg>
        <pc:picChg chg="mod">
          <ac:chgData name="Macher, Andreas (DI FA CTR PLC PPM)" userId="f1dcac62-7bef-43eb-91f0-927336a1714f" providerId="ADAL" clId="{5B710B73-F6D6-4A7D-9276-5384056BD54A}" dt="2022-11-16T13:13:43.311" v="6956" actId="207"/>
          <ac:picMkLst>
            <pc:docMk/>
            <pc:sldMk cId="2897839901" sldId="9101"/>
            <ac:picMk id="13" creationId="{7B52FECE-E81C-4840-808E-CC210DE41E1F}"/>
          </ac:picMkLst>
        </pc:picChg>
        <pc:picChg chg="mod">
          <ac:chgData name="Macher, Andreas (DI FA CTR PLC PPM)" userId="f1dcac62-7bef-43eb-91f0-927336a1714f" providerId="ADAL" clId="{5B710B73-F6D6-4A7D-9276-5384056BD54A}" dt="2022-11-16T13:13:43.311" v="6956" actId="207"/>
          <ac:picMkLst>
            <pc:docMk/>
            <pc:sldMk cId="2897839901" sldId="9101"/>
            <ac:picMk id="14" creationId="{D4E31EBA-A409-42C0-888C-D86408176472}"/>
          </ac:picMkLst>
        </pc:picChg>
        <pc:picChg chg="mod">
          <ac:chgData name="Macher, Andreas (DI FA CTR PLC PPM)" userId="f1dcac62-7bef-43eb-91f0-927336a1714f" providerId="ADAL" clId="{5B710B73-F6D6-4A7D-9276-5384056BD54A}" dt="2022-11-16T13:13:43.311" v="6956" actId="207"/>
          <ac:picMkLst>
            <pc:docMk/>
            <pc:sldMk cId="2897839901" sldId="9101"/>
            <ac:picMk id="15" creationId="{7DC94732-BF6D-49ED-A730-00E87EA39671}"/>
          </ac:picMkLst>
        </pc:picChg>
        <pc:picChg chg="mod">
          <ac:chgData name="Macher, Andreas (DI FA CTR PLC PPM)" userId="f1dcac62-7bef-43eb-91f0-927336a1714f" providerId="ADAL" clId="{5B710B73-F6D6-4A7D-9276-5384056BD54A}" dt="2022-11-23T12:32:56.016" v="9073"/>
          <ac:picMkLst>
            <pc:docMk/>
            <pc:sldMk cId="2897839901" sldId="9101"/>
            <ac:picMk id="41" creationId="{4B176016-0543-BE2D-89E5-BA44330AF0EF}"/>
          </ac:picMkLst>
        </pc:picChg>
        <pc:picChg chg="mod">
          <ac:chgData name="Macher, Andreas (DI FA CTR PLC PPM)" userId="f1dcac62-7bef-43eb-91f0-927336a1714f" providerId="ADAL" clId="{5B710B73-F6D6-4A7D-9276-5384056BD54A}" dt="2022-11-23T12:32:56.016" v="9073"/>
          <ac:picMkLst>
            <pc:docMk/>
            <pc:sldMk cId="2897839901" sldId="9101"/>
            <ac:picMk id="42" creationId="{F66D2AE4-1DF2-35FC-B136-240EA5A97F79}"/>
          </ac:picMkLst>
        </pc:picChg>
        <pc:picChg chg="mod">
          <ac:chgData name="Macher, Andreas (DI FA CTR PLC PPM)" userId="f1dcac62-7bef-43eb-91f0-927336a1714f" providerId="ADAL" clId="{5B710B73-F6D6-4A7D-9276-5384056BD54A}" dt="2022-11-23T12:32:56.016" v="9073"/>
          <ac:picMkLst>
            <pc:docMk/>
            <pc:sldMk cId="2897839901" sldId="9101"/>
            <ac:picMk id="44" creationId="{E4ED5C5A-C2A3-CFC5-B701-A7CF9117C38C}"/>
          </ac:picMkLst>
        </pc:picChg>
        <pc:picChg chg="mod">
          <ac:chgData name="Macher, Andreas (DI FA CTR PLC PPM)" userId="f1dcac62-7bef-43eb-91f0-927336a1714f" providerId="ADAL" clId="{5B710B73-F6D6-4A7D-9276-5384056BD54A}" dt="2022-11-16T13:13:45.823" v="6957" actId="207"/>
          <ac:picMkLst>
            <pc:docMk/>
            <pc:sldMk cId="2897839901" sldId="9101"/>
            <ac:picMk id="57" creationId="{66224416-A60E-4573-87A0-AB09DC5C1683}"/>
          </ac:picMkLst>
        </pc:picChg>
        <pc:picChg chg="mod">
          <ac:chgData name="Macher, Andreas (DI FA CTR PLC PPM)" userId="f1dcac62-7bef-43eb-91f0-927336a1714f" providerId="ADAL" clId="{5B710B73-F6D6-4A7D-9276-5384056BD54A}" dt="2022-11-16T13:13:45.823" v="6957" actId="207"/>
          <ac:picMkLst>
            <pc:docMk/>
            <pc:sldMk cId="2897839901" sldId="9101"/>
            <ac:picMk id="58" creationId="{DCE18ED5-79C8-4DB2-B612-C2D3F474C023}"/>
          </ac:picMkLst>
        </pc:picChg>
        <pc:picChg chg="mod">
          <ac:chgData name="Macher, Andreas (DI FA CTR PLC PPM)" userId="f1dcac62-7bef-43eb-91f0-927336a1714f" providerId="ADAL" clId="{5B710B73-F6D6-4A7D-9276-5384056BD54A}" dt="2022-11-16T13:13:45.823" v="6957" actId="207"/>
          <ac:picMkLst>
            <pc:docMk/>
            <pc:sldMk cId="2897839901" sldId="9101"/>
            <ac:picMk id="59" creationId="{79FE089E-D3CC-4E6C-8ECF-1424DFCE36F8}"/>
          </ac:picMkLst>
        </pc:picChg>
        <pc:picChg chg="del">
          <ac:chgData name="Macher, Andreas (DI FA CTR PLC PPM)" userId="f1dcac62-7bef-43eb-91f0-927336a1714f" providerId="ADAL" clId="{5B710B73-F6D6-4A7D-9276-5384056BD54A}" dt="2022-11-23T12:33:04.677" v="9075" actId="478"/>
          <ac:picMkLst>
            <pc:docMk/>
            <pc:sldMk cId="2897839901" sldId="9101"/>
            <ac:picMk id="65" creationId="{984A60B1-B0BF-4BF5-BC79-4BDCCDBC5DC8}"/>
          </ac:picMkLst>
        </pc:picChg>
        <pc:picChg chg="del">
          <ac:chgData name="Macher, Andreas (DI FA CTR PLC PPM)" userId="f1dcac62-7bef-43eb-91f0-927336a1714f" providerId="ADAL" clId="{5B710B73-F6D6-4A7D-9276-5384056BD54A}" dt="2022-11-23T12:33:04.677" v="9075" actId="478"/>
          <ac:picMkLst>
            <pc:docMk/>
            <pc:sldMk cId="2897839901" sldId="9101"/>
            <ac:picMk id="69" creationId="{3EFFBEFA-4473-4A39-8B89-5B42E1264952}"/>
          </ac:picMkLst>
        </pc:picChg>
      </pc:sldChg>
      <pc:sldChg chg="addSp delSp modSp mod chgLayout">
        <pc:chgData name="Macher, Andreas (DI FA CTR PLC PPM)" userId="f1dcac62-7bef-43eb-91f0-927336a1714f" providerId="ADAL" clId="{5B710B73-F6D6-4A7D-9276-5384056BD54A}" dt="2022-11-23T12:33:48.988" v="9085" actId="207"/>
        <pc:sldMkLst>
          <pc:docMk/>
          <pc:sldMk cId="96732149" sldId="9102"/>
        </pc:sldMkLst>
        <pc:spChg chg="mod ord">
          <ac:chgData name="Macher, Andreas (DI FA CTR PLC PPM)" userId="f1dcac62-7bef-43eb-91f0-927336a1714f" providerId="ADAL" clId="{5B710B73-F6D6-4A7D-9276-5384056BD54A}" dt="2022-11-16T13:37:14.063" v="7231" actId="207"/>
          <ac:spMkLst>
            <pc:docMk/>
            <pc:sldMk cId="96732149" sldId="9102"/>
            <ac:spMk id="2" creationId="{01FF8783-8957-4145-A140-42B86A578CB9}"/>
          </ac:spMkLst>
        </pc:spChg>
        <pc:spChg chg="mod ord">
          <ac:chgData name="Macher, Andreas (DI FA CTR PLC PPM)" userId="f1dcac62-7bef-43eb-91f0-927336a1714f" providerId="ADAL" clId="{5B710B73-F6D6-4A7D-9276-5384056BD54A}" dt="2022-11-16T13:19:37.764" v="7023" actId="14100"/>
          <ac:spMkLst>
            <pc:docMk/>
            <pc:sldMk cId="96732149" sldId="9102"/>
            <ac:spMk id="3" creationId="{851727E1-883D-41B8-8692-D24B73173754}"/>
          </ac:spMkLst>
        </pc:spChg>
        <pc:spChg chg="mod ord">
          <ac:chgData name="Macher, Andreas (DI FA CTR PLC PPM)" userId="f1dcac62-7bef-43eb-91f0-927336a1714f" providerId="ADAL" clId="{5B710B73-F6D6-4A7D-9276-5384056BD54A}" dt="2022-11-23T12:21:55.580" v="8996"/>
          <ac:spMkLst>
            <pc:docMk/>
            <pc:sldMk cId="96732149" sldId="9102"/>
            <ac:spMk id="5" creationId="{CDC0545B-C88D-4E20-B4B7-A620FC2D9258}"/>
          </ac:spMkLst>
        </pc:spChg>
        <pc:spChg chg="mod">
          <ac:chgData name="Macher, Andreas (DI FA CTR PLC PPM)" userId="f1dcac62-7bef-43eb-91f0-927336a1714f" providerId="ADAL" clId="{5B710B73-F6D6-4A7D-9276-5384056BD54A}" dt="2022-11-16T13:17:09.930" v="6986"/>
          <ac:spMkLst>
            <pc:docMk/>
            <pc:sldMk cId="96732149" sldId="9102"/>
            <ac:spMk id="15" creationId="{7C73F80B-06AE-8ED3-0944-24B2AEE413CA}"/>
          </ac:spMkLst>
        </pc:spChg>
        <pc:spChg chg="mod ord">
          <ac:chgData name="Macher, Andreas (DI FA CTR PLC PPM)" userId="f1dcac62-7bef-43eb-91f0-927336a1714f" providerId="ADAL" clId="{5B710B73-F6D6-4A7D-9276-5384056BD54A}" dt="2022-11-16T13:19:40.828" v="7024" actId="14100"/>
          <ac:spMkLst>
            <pc:docMk/>
            <pc:sldMk cId="96732149" sldId="9102"/>
            <ac:spMk id="43" creationId="{47438A44-16A3-44C5-AC2A-02B80E885177}"/>
          </ac:spMkLst>
        </pc:spChg>
        <pc:spChg chg="mod ord">
          <ac:chgData name="Macher, Andreas (DI FA CTR PLC PPM)" userId="f1dcac62-7bef-43eb-91f0-927336a1714f" providerId="ADAL" clId="{5B710B73-F6D6-4A7D-9276-5384056BD54A}" dt="2022-11-16T13:19:43.582" v="7025" actId="14100"/>
          <ac:spMkLst>
            <pc:docMk/>
            <pc:sldMk cId="96732149" sldId="9102"/>
            <ac:spMk id="58" creationId="{AC345012-FF93-444D-8533-45C70DCAFF21}"/>
          </ac:spMkLst>
        </pc:spChg>
        <pc:spChg chg="mod">
          <ac:chgData name="Macher, Andreas (DI FA CTR PLC PPM)" userId="f1dcac62-7bef-43eb-91f0-927336a1714f" providerId="ADAL" clId="{5B710B73-F6D6-4A7D-9276-5384056BD54A}" dt="2022-11-16T13:19:56.954" v="7028" actId="207"/>
          <ac:spMkLst>
            <pc:docMk/>
            <pc:sldMk cId="96732149" sldId="9102"/>
            <ac:spMk id="79" creationId="{DFDCCE40-EF92-4741-871E-A930ADD2379B}"/>
          </ac:spMkLst>
        </pc:spChg>
        <pc:spChg chg="mod">
          <ac:chgData name="Macher, Andreas (DI FA CTR PLC PPM)" userId="f1dcac62-7bef-43eb-91f0-927336a1714f" providerId="ADAL" clId="{5B710B73-F6D6-4A7D-9276-5384056BD54A}" dt="2022-11-16T13:16:46.969" v="6982" actId="207"/>
          <ac:spMkLst>
            <pc:docMk/>
            <pc:sldMk cId="96732149" sldId="9102"/>
            <ac:spMk id="81" creationId="{26779219-50A5-4006-9074-685491054F34}"/>
          </ac:spMkLst>
        </pc:spChg>
        <pc:spChg chg="mod">
          <ac:chgData name="Macher, Andreas (DI FA CTR PLC PPM)" userId="f1dcac62-7bef-43eb-91f0-927336a1714f" providerId="ADAL" clId="{5B710B73-F6D6-4A7D-9276-5384056BD54A}" dt="2022-11-16T13:14:54.511" v="6967" actId="207"/>
          <ac:spMkLst>
            <pc:docMk/>
            <pc:sldMk cId="96732149" sldId="9102"/>
            <ac:spMk id="89" creationId="{3EAF84D8-3ECD-4421-B7F4-1D4A26B82324}"/>
          </ac:spMkLst>
        </pc:spChg>
        <pc:spChg chg="mod">
          <ac:chgData name="Macher, Andreas (DI FA CTR PLC PPM)" userId="f1dcac62-7bef-43eb-91f0-927336a1714f" providerId="ADAL" clId="{5B710B73-F6D6-4A7D-9276-5384056BD54A}" dt="2022-11-16T13:14:54.511" v="6967" actId="207"/>
          <ac:spMkLst>
            <pc:docMk/>
            <pc:sldMk cId="96732149" sldId="9102"/>
            <ac:spMk id="90" creationId="{074DB9F4-65F8-42D3-95BF-B6C7AD78CD6C}"/>
          </ac:spMkLst>
        </pc:spChg>
        <pc:spChg chg="mod">
          <ac:chgData name="Macher, Andreas (DI FA CTR PLC PPM)" userId="f1dcac62-7bef-43eb-91f0-927336a1714f" providerId="ADAL" clId="{5B710B73-F6D6-4A7D-9276-5384056BD54A}" dt="2022-11-16T13:17:01.980" v="6983" actId="165"/>
          <ac:spMkLst>
            <pc:docMk/>
            <pc:sldMk cId="96732149" sldId="9102"/>
            <ac:spMk id="116" creationId="{3AC91EFF-A275-41F6-BB58-FD9C5D8E1975}"/>
          </ac:spMkLst>
        </pc:spChg>
        <pc:spChg chg="mod">
          <ac:chgData name="Macher, Andreas (DI FA CTR PLC PPM)" userId="f1dcac62-7bef-43eb-91f0-927336a1714f" providerId="ADAL" clId="{5B710B73-F6D6-4A7D-9276-5384056BD54A}" dt="2022-11-16T13:15:57.870" v="6974" actId="207"/>
          <ac:spMkLst>
            <pc:docMk/>
            <pc:sldMk cId="96732149" sldId="9102"/>
            <ac:spMk id="121" creationId="{C224BD9A-32D8-40D2-8F9A-5A9A0F60277A}"/>
          </ac:spMkLst>
        </pc:spChg>
        <pc:spChg chg="mod">
          <ac:chgData name="Macher, Andreas (DI FA CTR PLC PPM)" userId="f1dcac62-7bef-43eb-91f0-927336a1714f" providerId="ADAL" clId="{5B710B73-F6D6-4A7D-9276-5384056BD54A}" dt="2022-11-16T13:15:57.870" v="6974" actId="207"/>
          <ac:spMkLst>
            <pc:docMk/>
            <pc:sldMk cId="96732149" sldId="9102"/>
            <ac:spMk id="122" creationId="{55CA9B66-23D1-4568-9DE4-117E97436D12}"/>
          </ac:spMkLst>
        </pc:spChg>
        <pc:spChg chg="mod">
          <ac:chgData name="Macher, Andreas (DI FA CTR PLC PPM)" userId="f1dcac62-7bef-43eb-91f0-927336a1714f" providerId="ADAL" clId="{5B710B73-F6D6-4A7D-9276-5384056BD54A}" dt="2022-11-16T13:16:07.166" v="6975" actId="207"/>
          <ac:spMkLst>
            <pc:docMk/>
            <pc:sldMk cId="96732149" sldId="9102"/>
            <ac:spMk id="138" creationId="{0CCC4122-074B-46AD-891F-FE45D2ABCD2F}"/>
          </ac:spMkLst>
        </pc:spChg>
        <pc:spChg chg="mod">
          <ac:chgData name="Macher, Andreas (DI FA CTR PLC PPM)" userId="f1dcac62-7bef-43eb-91f0-927336a1714f" providerId="ADAL" clId="{5B710B73-F6D6-4A7D-9276-5384056BD54A}" dt="2022-11-16T13:16:07.166" v="6975" actId="207"/>
          <ac:spMkLst>
            <pc:docMk/>
            <pc:sldMk cId="96732149" sldId="9102"/>
            <ac:spMk id="139" creationId="{B131F4A5-27D9-4DFF-9A9F-7C3EDD166AAE}"/>
          </ac:spMkLst>
        </pc:spChg>
        <pc:spChg chg="mod">
          <ac:chgData name="Macher, Andreas (DI FA CTR PLC PPM)" userId="f1dcac62-7bef-43eb-91f0-927336a1714f" providerId="ADAL" clId="{5B710B73-F6D6-4A7D-9276-5384056BD54A}" dt="2022-11-16T13:15:17.892" v="6969" actId="207"/>
          <ac:spMkLst>
            <pc:docMk/>
            <pc:sldMk cId="96732149" sldId="9102"/>
            <ac:spMk id="162" creationId="{3489C224-6EC2-4A5C-9F56-0B71E60DAA9E}"/>
          </ac:spMkLst>
        </pc:spChg>
        <pc:spChg chg="mod">
          <ac:chgData name="Macher, Andreas (DI FA CTR PLC PPM)" userId="f1dcac62-7bef-43eb-91f0-927336a1714f" providerId="ADAL" clId="{5B710B73-F6D6-4A7D-9276-5384056BD54A}" dt="2022-11-16T13:19:33.667" v="7022" actId="207"/>
          <ac:spMkLst>
            <pc:docMk/>
            <pc:sldMk cId="96732149" sldId="9102"/>
            <ac:spMk id="171" creationId="{9659FA0F-50FA-4C94-B422-EFA6D5822E68}"/>
          </ac:spMkLst>
        </pc:spChg>
        <pc:spChg chg="mod">
          <ac:chgData name="Macher, Andreas (DI FA CTR PLC PPM)" userId="f1dcac62-7bef-43eb-91f0-927336a1714f" providerId="ADAL" clId="{5B710B73-F6D6-4A7D-9276-5384056BD54A}" dt="2022-11-16T13:19:33.667" v="7022" actId="207"/>
          <ac:spMkLst>
            <pc:docMk/>
            <pc:sldMk cId="96732149" sldId="9102"/>
            <ac:spMk id="172" creationId="{63F1BDC4-631F-4533-B923-01DB7A546F5E}"/>
          </ac:spMkLst>
        </pc:spChg>
        <pc:grpChg chg="add del mod">
          <ac:chgData name="Macher, Andreas (DI FA CTR PLC PPM)" userId="f1dcac62-7bef-43eb-91f0-927336a1714f" providerId="ADAL" clId="{5B710B73-F6D6-4A7D-9276-5384056BD54A}" dt="2022-11-16T13:17:34.979" v="6988" actId="478"/>
          <ac:grpSpMkLst>
            <pc:docMk/>
            <pc:sldMk cId="96732149" sldId="9102"/>
            <ac:grpSpMk id="11" creationId="{D85A9600-5B0C-55E0-A7BD-6F633B7BD825}"/>
          </ac:grpSpMkLst>
        </pc:grpChg>
        <pc:grpChg chg="add mod">
          <ac:chgData name="Macher, Andreas (DI FA CTR PLC PPM)" userId="f1dcac62-7bef-43eb-91f0-927336a1714f" providerId="ADAL" clId="{5B710B73-F6D6-4A7D-9276-5384056BD54A}" dt="2022-11-16T13:18:31.579" v="7004" actId="1076"/>
          <ac:grpSpMkLst>
            <pc:docMk/>
            <pc:sldMk cId="96732149" sldId="9102"/>
            <ac:grpSpMk id="19" creationId="{6540AC16-B11A-1737-84B5-655263799893}"/>
          </ac:grpSpMkLst>
        </pc:grpChg>
        <pc:grpChg chg="add mod">
          <ac:chgData name="Macher, Andreas (DI FA CTR PLC PPM)" userId="f1dcac62-7bef-43eb-91f0-927336a1714f" providerId="ADAL" clId="{5B710B73-F6D6-4A7D-9276-5384056BD54A}" dt="2022-11-16T13:18:44.089" v="7009" actId="1076"/>
          <ac:grpSpMkLst>
            <pc:docMk/>
            <pc:sldMk cId="96732149" sldId="9102"/>
            <ac:grpSpMk id="22" creationId="{4A5B54B8-9A8E-80F2-AB03-111BE85F05B8}"/>
          </ac:grpSpMkLst>
        </pc:grpChg>
        <pc:grpChg chg="add mod">
          <ac:chgData name="Macher, Andreas (DI FA CTR PLC PPM)" userId="f1dcac62-7bef-43eb-91f0-927336a1714f" providerId="ADAL" clId="{5B710B73-F6D6-4A7D-9276-5384056BD54A}" dt="2022-11-16T13:18:52.337" v="7013" actId="1076"/>
          <ac:grpSpMkLst>
            <pc:docMk/>
            <pc:sldMk cId="96732149" sldId="9102"/>
            <ac:grpSpMk id="26" creationId="{9F1D75DB-5F1A-7CEF-FEFC-DB249785E8FD}"/>
          </ac:grpSpMkLst>
        </pc:grpChg>
        <pc:grpChg chg="add mod">
          <ac:chgData name="Macher, Andreas (DI FA CTR PLC PPM)" userId="f1dcac62-7bef-43eb-91f0-927336a1714f" providerId="ADAL" clId="{5B710B73-F6D6-4A7D-9276-5384056BD54A}" dt="2022-11-16T13:18:57.010" v="7015" actId="1076"/>
          <ac:grpSpMkLst>
            <pc:docMk/>
            <pc:sldMk cId="96732149" sldId="9102"/>
            <ac:grpSpMk id="30" creationId="{9327A7BE-6A5F-A60A-6B63-0858610674A0}"/>
          </ac:grpSpMkLst>
        </pc:grpChg>
        <pc:grpChg chg="del">
          <ac:chgData name="Macher, Andreas (DI FA CTR PLC PPM)" userId="f1dcac62-7bef-43eb-91f0-927336a1714f" providerId="ADAL" clId="{5B710B73-F6D6-4A7D-9276-5384056BD54A}" dt="2022-11-16T16:01:28.016" v="7800" actId="478"/>
          <ac:grpSpMkLst>
            <pc:docMk/>
            <pc:sldMk cId="96732149" sldId="9102"/>
            <ac:grpSpMk id="32" creationId="{5C1647D2-C452-4A3B-AECD-4718FA8C6B2C}"/>
          </ac:grpSpMkLst>
        </pc:grpChg>
        <pc:grpChg chg="add mod">
          <ac:chgData name="Macher, Andreas (DI FA CTR PLC PPM)" userId="f1dcac62-7bef-43eb-91f0-927336a1714f" providerId="ADAL" clId="{5B710B73-F6D6-4A7D-9276-5384056BD54A}" dt="2022-11-16T13:19:27.399" v="7021" actId="1076"/>
          <ac:grpSpMkLst>
            <pc:docMk/>
            <pc:sldMk cId="96732149" sldId="9102"/>
            <ac:grpSpMk id="39" creationId="{EC7F2A6E-FEA3-FBD5-6C32-81C87B178E56}"/>
          </ac:grpSpMkLst>
        </pc:grpChg>
        <pc:grpChg chg="mod">
          <ac:chgData name="Macher, Andreas (DI FA CTR PLC PPM)" userId="f1dcac62-7bef-43eb-91f0-927336a1714f" providerId="ADAL" clId="{5B710B73-F6D6-4A7D-9276-5384056BD54A}" dt="2022-11-16T13:14:54.511" v="6967" actId="207"/>
          <ac:grpSpMkLst>
            <pc:docMk/>
            <pc:sldMk cId="96732149" sldId="9102"/>
            <ac:grpSpMk id="86" creationId="{344B4713-58ED-41D1-B7B1-45125320EECE}"/>
          </ac:grpSpMkLst>
        </pc:grpChg>
        <pc:grpChg chg="mod">
          <ac:chgData name="Macher, Andreas (DI FA CTR PLC PPM)" userId="f1dcac62-7bef-43eb-91f0-927336a1714f" providerId="ADAL" clId="{5B710B73-F6D6-4A7D-9276-5384056BD54A}" dt="2022-11-16T13:14:54.511" v="6967" actId="207"/>
          <ac:grpSpMkLst>
            <pc:docMk/>
            <pc:sldMk cId="96732149" sldId="9102"/>
            <ac:grpSpMk id="87" creationId="{62085785-CA8B-410E-BD7F-71476CAE1508}"/>
          </ac:grpSpMkLst>
        </pc:grpChg>
        <pc:grpChg chg="mod">
          <ac:chgData name="Macher, Andreas (DI FA CTR PLC PPM)" userId="f1dcac62-7bef-43eb-91f0-927336a1714f" providerId="ADAL" clId="{5B710B73-F6D6-4A7D-9276-5384056BD54A}" dt="2022-11-16T13:14:54.511" v="6967" actId="207"/>
          <ac:grpSpMkLst>
            <pc:docMk/>
            <pc:sldMk cId="96732149" sldId="9102"/>
            <ac:grpSpMk id="88" creationId="{62CB5DAA-09C0-49BC-A04B-72346B6EBB38}"/>
          </ac:grpSpMkLst>
        </pc:grpChg>
        <pc:grpChg chg="del">
          <ac:chgData name="Macher, Andreas (DI FA CTR PLC PPM)" userId="f1dcac62-7bef-43eb-91f0-927336a1714f" providerId="ADAL" clId="{5B710B73-F6D6-4A7D-9276-5384056BD54A}" dt="2022-11-16T13:17:01.980" v="6983" actId="165"/>
          <ac:grpSpMkLst>
            <pc:docMk/>
            <pc:sldMk cId="96732149" sldId="9102"/>
            <ac:grpSpMk id="112" creationId="{485C9DE3-D08C-4BA4-AB97-DCDDCB6332B7}"/>
          </ac:grpSpMkLst>
        </pc:grpChg>
        <pc:grpChg chg="add del mod topLvl">
          <ac:chgData name="Macher, Andreas (DI FA CTR PLC PPM)" userId="f1dcac62-7bef-43eb-91f0-927336a1714f" providerId="ADAL" clId="{5B710B73-F6D6-4A7D-9276-5384056BD54A}" dt="2022-11-16T13:17:52.831" v="6992" actId="478"/>
          <ac:grpSpMkLst>
            <pc:docMk/>
            <pc:sldMk cId="96732149" sldId="9102"/>
            <ac:grpSpMk id="113" creationId="{611C7221-DC4A-4D88-B371-49C0387FB119}"/>
          </ac:grpSpMkLst>
        </pc:grpChg>
        <pc:grpChg chg="mod">
          <ac:chgData name="Macher, Andreas (DI FA CTR PLC PPM)" userId="f1dcac62-7bef-43eb-91f0-927336a1714f" providerId="ADAL" clId="{5B710B73-F6D6-4A7D-9276-5384056BD54A}" dt="2022-11-16T13:15:57.870" v="6974" actId="207"/>
          <ac:grpSpMkLst>
            <pc:docMk/>
            <pc:sldMk cId="96732149" sldId="9102"/>
            <ac:grpSpMk id="118" creationId="{9A6A9031-04E0-45F3-AFCF-17BF81400919}"/>
          </ac:grpSpMkLst>
        </pc:grpChg>
        <pc:grpChg chg="mod">
          <ac:chgData name="Macher, Andreas (DI FA CTR PLC PPM)" userId="f1dcac62-7bef-43eb-91f0-927336a1714f" providerId="ADAL" clId="{5B710B73-F6D6-4A7D-9276-5384056BD54A}" dt="2022-11-16T13:15:57.870" v="6974" actId="207"/>
          <ac:grpSpMkLst>
            <pc:docMk/>
            <pc:sldMk cId="96732149" sldId="9102"/>
            <ac:grpSpMk id="119" creationId="{A275C7F6-6AED-4452-B465-42FBE586FC9F}"/>
          </ac:grpSpMkLst>
        </pc:grpChg>
        <pc:grpChg chg="mod">
          <ac:chgData name="Macher, Andreas (DI FA CTR PLC PPM)" userId="f1dcac62-7bef-43eb-91f0-927336a1714f" providerId="ADAL" clId="{5B710B73-F6D6-4A7D-9276-5384056BD54A}" dt="2022-11-16T13:15:57.870" v="6974" actId="207"/>
          <ac:grpSpMkLst>
            <pc:docMk/>
            <pc:sldMk cId="96732149" sldId="9102"/>
            <ac:grpSpMk id="120" creationId="{61529C8F-FB4A-4ECF-B1D8-E729FD06C0E1}"/>
          </ac:grpSpMkLst>
        </pc:grpChg>
        <pc:grpChg chg="del">
          <ac:chgData name="Macher, Andreas (DI FA CTR PLC PPM)" userId="f1dcac62-7bef-43eb-91f0-927336a1714f" providerId="ADAL" clId="{5B710B73-F6D6-4A7D-9276-5384056BD54A}" dt="2022-11-16T13:18:34.827" v="7005" actId="478"/>
          <ac:grpSpMkLst>
            <pc:docMk/>
            <pc:sldMk cId="96732149" sldId="9102"/>
            <ac:grpSpMk id="129" creationId="{59E3FA61-8AB9-4CBD-8C5B-D4E453D87ACA}"/>
          </ac:grpSpMkLst>
        </pc:grpChg>
        <pc:grpChg chg="mod">
          <ac:chgData name="Macher, Andreas (DI FA CTR PLC PPM)" userId="f1dcac62-7bef-43eb-91f0-927336a1714f" providerId="ADAL" clId="{5B710B73-F6D6-4A7D-9276-5384056BD54A}" dt="2022-11-16T13:16:07.166" v="6975" actId="207"/>
          <ac:grpSpMkLst>
            <pc:docMk/>
            <pc:sldMk cId="96732149" sldId="9102"/>
            <ac:grpSpMk id="135" creationId="{4F9349F6-EF90-4C02-B9D7-7EA17CD8960D}"/>
          </ac:grpSpMkLst>
        </pc:grpChg>
        <pc:grpChg chg="mod">
          <ac:chgData name="Macher, Andreas (DI FA CTR PLC PPM)" userId="f1dcac62-7bef-43eb-91f0-927336a1714f" providerId="ADAL" clId="{5B710B73-F6D6-4A7D-9276-5384056BD54A}" dt="2022-11-16T13:16:07.166" v="6975" actId="207"/>
          <ac:grpSpMkLst>
            <pc:docMk/>
            <pc:sldMk cId="96732149" sldId="9102"/>
            <ac:grpSpMk id="136" creationId="{A424CDEE-8504-4663-B47A-E681C876C3D1}"/>
          </ac:grpSpMkLst>
        </pc:grpChg>
        <pc:grpChg chg="mod">
          <ac:chgData name="Macher, Andreas (DI FA CTR PLC PPM)" userId="f1dcac62-7bef-43eb-91f0-927336a1714f" providerId="ADAL" clId="{5B710B73-F6D6-4A7D-9276-5384056BD54A}" dt="2022-11-16T13:16:07.166" v="6975" actId="207"/>
          <ac:grpSpMkLst>
            <pc:docMk/>
            <pc:sldMk cId="96732149" sldId="9102"/>
            <ac:grpSpMk id="137" creationId="{621598D8-EFDF-4490-AA46-62A35DEFE60F}"/>
          </ac:grpSpMkLst>
        </pc:grpChg>
        <pc:grpChg chg="del">
          <ac:chgData name="Macher, Andreas (DI FA CTR PLC PPM)" userId="f1dcac62-7bef-43eb-91f0-927336a1714f" providerId="ADAL" clId="{5B710B73-F6D6-4A7D-9276-5384056BD54A}" dt="2022-11-16T13:18:47.155" v="7011" actId="478"/>
          <ac:grpSpMkLst>
            <pc:docMk/>
            <pc:sldMk cId="96732149" sldId="9102"/>
            <ac:grpSpMk id="146" creationId="{B4E2CA7D-C10B-4557-9301-BF32E59F8CA7}"/>
          </ac:grpSpMkLst>
        </pc:grpChg>
        <pc:grpChg chg="del">
          <ac:chgData name="Macher, Andreas (DI FA CTR PLC PPM)" userId="f1dcac62-7bef-43eb-91f0-927336a1714f" providerId="ADAL" clId="{5B710B73-F6D6-4A7D-9276-5384056BD54A}" dt="2022-11-16T13:18:46.469" v="7010" actId="478"/>
          <ac:grpSpMkLst>
            <pc:docMk/>
            <pc:sldMk cId="96732149" sldId="9102"/>
            <ac:grpSpMk id="152" creationId="{3F086662-5BBC-4469-99B1-FCE1A7DE1FDA}"/>
          </ac:grpSpMkLst>
        </pc:grpChg>
        <pc:grpChg chg="mod">
          <ac:chgData name="Macher, Andreas (DI FA CTR PLC PPM)" userId="f1dcac62-7bef-43eb-91f0-927336a1714f" providerId="ADAL" clId="{5B710B73-F6D6-4A7D-9276-5384056BD54A}" dt="2022-11-16T13:15:17.892" v="6969" actId="207"/>
          <ac:grpSpMkLst>
            <pc:docMk/>
            <pc:sldMk cId="96732149" sldId="9102"/>
            <ac:grpSpMk id="158" creationId="{3D1443FE-CD12-406D-BD94-25ACAC4F5414}"/>
          </ac:grpSpMkLst>
        </pc:grpChg>
        <pc:grpChg chg="mod">
          <ac:chgData name="Macher, Andreas (DI FA CTR PLC PPM)" userId="f1dcac62-7bef-43eb-91f0-927336a1714f" providerId="ADAL" clId="{5B710B73-F6D6-4A7D-9276-5384056BD54A}" dt="2022-11-16T13:15:17.892" v="6969" actId="207"/>
          <ac:grpSpMkLst>
            <pc:docMk/>
            <pc:sldMk cId="96732149" sldId="9102"/>
            <ac:grpSpMk id="159" creationId="{5E238500-58B1-46FA-9E4A-4694EA3A99C4}"/>
          </ac:grpSpMkLst>
        </pc:grpChg>
        <pc:grpChg chg="del">
          <ac:chgData name="Macher, Andreas (DI FA CTR PLC PPM)" userId="f1dcac62-7bef-43eb-91f0-927336a1714f" providerId="ADAL" clId="{5B710B73-F6D6-4A7D-9276-5384056BD54A}" dt="2022-11-16T13:19:18.465" v="7019" actId="478"/>
          <ac:grpSpMkLst>
            <pc:docMk/>
            <pc:sldMk cId="96732149" sldId="9102"/>
            <ac:grpSpMk id="173" creationId="{DE096C02-1C52-49B6-BC17-E20764C0A622}"/>
          </ac:grpSpMkLst>
        </pc:grpChg>
        <pc:picChg chg="mod">
          <ac:chgData name="Macher, Andreas (DI FA CTR PLC PPM)" userId="f1dcac62-7bef-43eb-91f0-927336a1714f" providerId="ADAL" clId="{5B710B73-F6D6-4A7D-9276-5384056BD54A}" dt="2022-11-16T13:17:09.930" v="6986"/>
          <ac:picMkLst>
            <pc:docMk/>
            <pc:sldMk cId="96732149" sldId="9102"/>
            <ac:picMk id="16" creationId="{80B09B16-D1F3-8943-A4DB-C80005261670}"/>
          </ac:picMkLst>
        </pc:picChg>
        <pc:picChg chg="add mod">
          <ac:chgData name="Macher, Andreas (DI FA CTR PLC PPM)" userId="f1dcac62-7bef-43eb-91f0-927336a1714f" providerId="ADAL" clId="{5B710B73-F6D6-4A7D-9276-5384056BD54A}" dt="2022-11-16T13:18:27.005" v="7003" actId="164"/>
          <ac:picMkLst>
            <pc:docMk/>
            <pc:sldMk cId="96732149" sldId="9102"/>
            <ac:picMk id="18" creationId="{52596381-C0D7-0BF8-528C-92AC4EE1B087}"/>
          </ac:picMkLst>
        </pc:picChg>
        <pc:picChg chg="add del">
          <ac:chgData name="Macher, Andreas (DI FA CTR PLC PPM)" userId="f1dcac62-7bef-43eb-91f0-927336a1714f" providerId="ADAL" clId="{5B710B73-F6D6-4A7D-9276-5384056BD54A}" dt="2022-11-16T13:18:37.911" v="7007" actId="478"/>
          <ac:picMkLst>
            <pc:docMk/>
            <pc:sldMk cId="96732149" sldId="9102"/>
            <ac:picMk id="21" creationId="{D54865FA-40C6-4AC3-C68D-1B4AF5034170}"/>
          </ac:picMkLst>
        </pc:picChg>
        <pc:picChg chg="mod">
          <ac:chgData name="Macher, Andreas (DI FA CTR PLC PPM)" userId="f1dcac62-7bef-43eb-91f0-927336a1714f" providerId="ADAL" clId="{5B710B73-F6D6-4A7D-9276-5384056BD54A}" dt="2022-11-16T13:18:40.781" v="7008"/>
          <ac:picMkLst>
            <pc:docMk/>
            <pc:sldMk cId="96732149" sldId="9102"/>
            <ac:picMk id="23" creationId="{0BB101E3-3C06-2158-6E82-EF0D3831371F}"/>
          </ac:picMkLst>
        </pc:picChg>
        <pc:picChg chg="mod">
          <ac:chgData name="Macher, Andreas (DI FA CTR PLC PPM)" userId="f1dcac62-7bef-43eb-91f0-927336a1714f" providerId="ADAL" clId="{5B710B73-F6D6-4A7D-9276-5384056BD54A}" dt="2022-11-16T13:18:40.781" v="7008"/>
          <ac:picMkLst>
            <pc:docMk/>
            <pc:sldMk cId="96732149" sldId="9102"/>
            <ac:picMk id="24" creationId="{6C9A1C6E-15E0-5896-096B-90817B762EC9}"/>
          </ac:picMkLst>
        </pc:picChg>
        <pc:picChg chg="mod">
          <ac:chgData name="Macher, Andreas (DI FA CTR PLC PPM)" userId="f1dcac62-7bef-43eb-91f0-927336a1714f" providerId="ADAL" clId="{5B710B73-F6D6-4A7D-9276-5384056BD54A}" dt="2022-11-16T13:18:40.781" v="7008"/>
          <ac:picMkLst>
            <pc:docMk/>
            <pc:sldMk cId="96732149" sldId="9102"/>
            <ac:picMk id="25" creationId="{B3AAF185-C567-5240-304B-5209289AF8B8}"/>
          </ac:picMkLst>
        </pc:picChg>
        <pc:picChg chg="mod">
          <ac:chgData name="Macher, Andreas (DI FA CTR PLC PPM)" userId="f1dcac62-7bef-43eb-91f0-927336a1714f" providerId="ADAL" clId="{5B710B73-F6D6-4A7D-9276-5384056BD54A}" dt="2022-11-16T13:18:48.722" v="7012"/>
          <ac:picMkLst>
            <pc:docMk/>
            <pc:sldMk cId="96732149" sldId="9102"/>
            <ac:picMk id="27" creationId="{AC0AB2BC-1A58-642C-1DCF-CB5393EBDDE9}"/>
          </ac:picMkLst>
        </pc:picChg>
        <pc:picChg chg="mod">
          <ac:chgData name="Macher, Andreas (DI FA CTR PLC PPM)" userId="f1dcac62-7bef-43eb-91f0-927336a1714f" providerId="ADAL" clId="{5B710B73-F6D6-4A7D-9276-5384056BD54A}" dt="2022-11-16T13:18:48.722" v="7012"/>
          <ac:picMkLst>
            <pc:docMk/>
            <pc:sldMk cId="96732149" sldId="9102"/>
            <ac:picMk id="28" creationId="{15EC278D-6F2D-637A-A5DA-57A1579A0216}"/>
          </ac:picMkLst>
        </pc:picChg>
        <pc:picChg chg="mod">
          <ac:chgData name="Macher, Andreas (DI FA CTR PLC PPM)" userId="f1dcac62-7bef-43eb-91f0-927336a1714f" providerId="ADAL" clId="{5B710B73-F6D6-4A7D-9276-5384056BD54A}" dt="2022-11-16T13:18:48.722" v="7012"/>
          <ac:picMkLst>
            <pc:docMk/>
            <pc:sldMk cId="96732149" sldId="9102"/>
            <ac:picMk id="29" creationId="{370594FE-8EED-32F8-7F95-3FE272016244}"/>
          </ac:picMkLst>
        </pc:picChg>
        <pc:picChg chg="mod">
          <ac:chgData name="Macher, Andreas (DI FA CTR PLC PPM)" userId="f1dcac62-7bef-43eb-91f0-927336a1714f" providerId="ADAL" clId="{5B710B73-F6D6-4A7D-9276-5384056BD54A}" dt="2022-11-16T13:18:52.856" v="7014"/>
          <ac:picMkLst>
            <pc:docMk/>
            <pc:sldMk cId="96732149" sldId="9102"/>
            <ac:picMk id="31" creationId="{E27A6ADD-2048-F640-98DE-940AA053C473}"/>
          </ac:picMkLst>
        </pc:picChg>
        <pc:picChg chg="mod">
          <ac:chgData name="Macher, Andreas (DI FA CTR PLC PPM)" userId="f1dcac62-7bef-43eb-91f0-927336a1714f" providerId="ADAL" clId="{5B710B73-F6D6-4A7D-9276-5384056BD54A}" dt="2022-11-16T13:18:52.856" v="7014"/>
          <ac:picMkLst>
            <pc:docMk/>
            <pc:sldMk cId="96732149" sldId="9102"/>
            <ac:picMk id="37" creationId="{BA916AA9-77DF-EE97-AFC3-49A91A7E9EC4}"/>
          </ac:picMkLst>
        </pc:picChg>
        <pc:picChg chg="mod">
          <ac:chgData name="Macher, Andreas (DI FA CTR PLC PPM)" userId="f1dcac62-7bef-43eb-91f0-927336a1714f" providerId="ADAL" clId="{5B710B73-F6D6-4A7D-9276-5384056BD54A}" dt="2022-11-16T13:18:52.856" v="7014"/>
          <ac:picMkLst>
            <pc:docMk/>
            <pc:sldMk cId="96732149" sldId="9102"/>
            <ac:picMk id="38" creationId="{804A523B-4A5F-8929-1F52-AB0A382B8335}"/>
          </ac:picMkLst>
        </pc:picChg>
        <pc:picChg chg="mod">
          <ac:chgData name="Macher, Andreas (DI FA CTR PLC PPM)" userId="f1dcac62-7bef-43eb-91f0-927336a1714f" providerId="ADAL" clId="{5B710B73-F6D6-4A7D-9276-5384056BD54A}" dt="2022-11-16T13:19:18.882" v="7020"/>
          <ac:picMkLst>
            <pc:docMk/>
            <pc:sldMk cId="96732149" sldId="9102"/>
            <ac:picMk id="40" creationId="{824F2096-39E1-A463-2CB5-4C31307F7D0E}"/>
          </ac:picMkLst>
        </pc:picChg>
        <pc:picChg chg="mod">
          <ac:chgData name="Macher, Andreas (DI FA CTR PLC PPM)" userId="f1dcac62-7bef-43eb-91f0-927336a1714f" providerId="ADAL" clId="{5B710B73-F6D6-4A7D-9276-5384056BD54A}" dt="2022-11-16T13:19:18.882" v="7020"/>
          <ac:picMkLst>
            <pc:docMk/>
            <pc:sldMk cId="96732149" sldId="9102"/>
            <ac:picMk id="41" creationId="{4001F7CA-F4A7-AF8A-28D7-707A3BCF9B06}"/>
          </ac:picMkLst>
        </pc:picChg>
        <pc:picChg chg="mod">
          <ac:chgData name="Macher, Andreas (DI FA CTR PLC PPM)" userId="f1dcac62-7bef-43eb-91f0-927336a1714f" providerId="ADAL" clId="{5B710B73-F6D6-4A7D-9276-5384056BD54A}" dt="2022-11-16T13:19:18.882" v="7020"/>
          <ac:picMkLst>
            <pc:docMk/>
            <pc:sldMk cId="96732149" sldId="9102"/>
            <ac:picMk id="42" creationId="{50954B3C-FB8D-C0D5-F27F-8113B880B901}"/>
          </ac:picMkLst>
        </pc:picChg>
        <pc:picChg chg="mod">
          <ac:chgData name="Macher, Andreas (DI FA CTR PLC PPM)" userId="f1dcac62-7bef-43eb-91f0-927336a1714f" providerId="ADAL" clId="{5B710B73-F6D6-4A7D-9276-5384056BD54A}" dt="2022-11-23T12:33:48.988" v="9085" actId="207"/>
          <ac:picMkLst>
            <pc:docMk/>
            <pc:sldMk cId="96732149" sldId="9102"/>
            <ac:picMk id="82" creationId="{93E66F85-9043-49C5-9E92-076594FAF6D3}"/>
          </ac:picMkLst>
        </pc:picChg>
        <pc:picChg chg="mod">
          <ac:chgData name="Macher, Andreas (DI FA CTR PLC PPM)" userId="f1dcac62-7bef-43eb-91f0-927336a1714f" providerId="ADAL" clId="{5B710B73-F6D6-4A7D-9276-5384056BD54A}" dt="2022-11-16T13:14:54.511" v="6967" actId="207"/>
          <ac:picMkLst>
            <pc:docMk/>
            <pc:sldMk cId="96732149" sldId="9102"/>
            <ac:picMk id="91" creationId="{20F3A592-5FEC-4A55-BD7C-39472F4FC959}"/>
          </ac:picMkLst>
        </pc:picChg>
        <pc:picChg chg="mod">
          <ac:chgData name="Macher, Andreas (DI FA CTR PLC PPM)" userId="f1dcac62-7bef-43eb-91f0-927336a1714f" providerId="ADAL" clId="{5B710B73-F6D6-4A7D-9276-5384056BD54A}" dt="2022-11-16T13:14:54.511" v="6967" actId="207"/>
          <ac:picMkLst>
            <pc:docMk/>
            <pc:sldMk cId="96732149" sldId="9102"/>
            <ac:picMk id="92" creationId="{44ADDB7D-18B1-4D1B-9135-05C0BC466560}"/>
          </ac:picMkLst>
        </pc:picChg>
        <pc:picChg chg="mod">
          <ac:chgData name="Macher, Andreas (DI FA CTR PLC PPM)" userId="f1dcac62-7bef-43eb-91f0-927336a1714f" providerId="ADAL" clId="{5B710B73-F6D6-4A7D-9276-5384056BD54A}" dt="2022-11-16T13:14:54.511" v="6967" actId="207"/>
          <ac:picMkLst>
            <pc:docMk/>
            <pc:sldMk cId="96732149" sldId="9102"/>
            <ac:picMk id="93" creationId="{71FBA50B-ACDA-4960-AD42-C117232CE07F}"/>
          </ac:picMkLst>
        </pc:picChg>
        <pc:picChg chg="mod">
          <ac:chgData name="Macher, Andreas (DI FA CTR PLC PPM)" userId="f1dcac62-7bef-43eb-91f0-927336a1714f" providerId="ADAL" clId="{5B710B73-F6D6-4A7D-9276-5384056BD54A}" dt="2022-11-16T13:14:54.511" v="6967" actId="207"/>
          <ac:picMkLst>
            <pc:docMk/>
            <pc:sldMk cId="96732149" sldId="9102"/>
            <ac:picMk id="94" creationId="{00A86A98-0C79-464C-B534-0C5F6326AD5E}"/>
          </ac:picMkLst>
        </pc:picChg>
        <pc:picChg chg="mod">
          <ac:chgData name="Macher, Andreas (DI FA CTR PLC PPM)" userId="f1dcac62-7bef-43eb-91f0-927336a1714f" providerId="ADAL" clId="{5B710B73-F6D6-4A7D-9276-5384056BD54A}" dt="2022-11-16T13:14:54.511" v="6967" actId="207"/>
          <ac:picMkLst>
            <pc:docMk/>
            <pc:sldMk cId="96732149" sldId="9102"/>
            <ac:picMk id="95" creationId="{7B71D9F8-A90F-4CF4-8053-E3D9A61800A5}"/>
          </ac:picMkLst>
        </pc:picChg>
        <pc:picChg chg="mod">
          <ac:chgData name="Macher, Andreas (DI FA CTR PLC PPM)" userId="f1dcac62-7bef-43eb-91f0-927336a1714f" providerId="ADAL" clId="{5B710B73-F6D6-4A7D-9276-5384056BD54A}" dt="2022-11-16T13:14:54.511" v="6967" actId="207"/>
          <ac:picMkLst>
            <pc:docMk/>
            <pc:sldMk cId="96732149" sldId="9102"/>
            <ac:picMk id="96" creationId="{DFEEA336-7F42-410D-A7D9-51F80CC2DB46}"/>
          </ac:picMkLst>
        </pc:picChg>
        <pc:picChg chg="mod ord topLvl">
          <ac:chgData name="Macher, Andreas (DI FA CTR PLC PPM)" userId="f1dcac62-7bef-43eb-91f0-927336a1714f" providerId="ADAL" clId="{5B710B73-F6D6-4A7D-9276-5384056BD54A}" dt="2022-11-16T13:18:27.005" v="7003" actId="164"/>
          <ac:picMkLst>
            <pc:docMk/>
            <pc:sldMk cId="96732149" sldId="9102"/>
            <ac:picMk id="114" creationId="{A13D7BBC-3043-4939-96D5-CC34B2F042AD}"/>
          </ac:picMkLst>
        </pc:picChg>
        <pc:picChg chg="mod ord topLvl">
          <ac:chgData name="Macher, Andreas (DI FA CTR PLC PPM)" userId="f1dcac62-7bef-43eb-91f0-927336a1714f" providerId="ADAL" clId="{5B710B73-F6D6-4A7D-9276-5384056BD54A}" dt="2022-11-16T13:18:27.005" v="7003" actId="164"/>
          <ac:picMkLst>
            <pc:docMk/>
            <pc:sldMk cId="96732149" sldId="9102"/>
            <ac:picMk id="115" creationId="{AE1366B7-E139-4633-A693-25F67E3FC9AA}"/>
          </ac:picMkLst>
        </pc:picChg>
        <pc:picChg chg="mod">
          <ac:chgData name="Macher, Andreas (DI FA CTR PLC PPM)" userId="f1dcac62-7bef-43eb-91f0-927336a1714f" providerId="ADAL" clId="{5B710B73-F6D6-4A7D-9276-5384056BD54A}" dt="2022-11-16T13:17:01.980" v="6983" actId="165"/>
          <ac:picMkLst>
            <pc:docMk/>
            <pc:sldMk cId="96732149" sldId="9102"/>
            <ac:picMk id="117" creationId="{BB873082-5BB9-4F2C-A0DB-C739998E08F0}"/>
          </ac:picMkLst>
        </pc:picChg>
        <pc:picChg chg="mod">
          <ac:chgData name="Macher, Andreas (DI FA CTR PLC PPM)" userId="f1dcac62-7bef-43eb-91f0-927336a1714f" providerId="ADAL" clId="{5B710B73-F6D6-4A7D-9276-5384056BD54A}" dt="2022-11-16T13:15:57.870" v="6974" actId="207"/>
          <ac:picMkLst>
            <pc:docMk/>
            <pc:sldMk cId="96732149" sldId="9102"/>
            <ac:picMk id="123" creationId="{7DF194F1-9437-49B0-A553-9B9CE8B1B9C1}"/>
          </ac:picMkLst>
        </pc:picChg>
        <pc:picChg chg="mod">
          <ac:chgData name="Macher, Andreas (DI FA CTR PLC PPM)" userId="f1dcac62-7bef-43eb-91f0-927336a1714f" providerId="ADAL" clId="{5B710B73-F6D6-4A7D-9276-5384056BD54A}" dt="2022-11-16T13:15:57.870" v="6974" actId="207"/>
          <ac:picMkLst>
            <pc:docMk/>
            <pc:sldMk cId="96732149" sldId="9102"/>
            <ac:picMk id="124" creationId="{04277526-08CA-4193-A494-ECE7773441D7}"/>
          </ac:picMkLst>
        </pc:picChg>
        <pc:picChg chg="mod">
          <ac:chgData name="Macher, Andreas (DI FA CTR PLC PPM)" userId="f1dcac62-7bef-43eb-91f0-927336a1714f" providerId="ADAL" clId="{5B710B73-F6D6-4A7D-9276-5384056BD54A}" dt="2022-11-16T13:15:57.870" v="6974" actId="207"/>
          <ac:picMkLst>
            <pc:docMk/>
            <pc:sldMk cId="96732149" sldId="9102"/>
            <ac:picMk id="125" creationId="{62816407-3432-466D-BD5E-3137DCF437BA}"/>
          </ac:picMkLst>
        </pc:picChg>
        <pc:picChg chg="mod">
          <ac:chgData name="Macher, Andreas (DI FA CTR PLC PPM)" userId="f1dcac62-7bef-43eb-91f0-927336a1714f" providerId="ADAL" clId="{5B710B73-F6D6-4A7D-9276-5384056BD54A}" dt="2022-11-16T13:15:57.870" v="6974" actId="207"/>
          <ac:picMkLst>
            <pc:docMk/>
            <pc:sldMk cId="96732149" sldId="9102"/>
            <ac:picMk id="126" creationId="{680B0C3B-B366-48A9-AFB9-3B6541044727}"/>
          </ac:picMkLst>
        </pc:picChg>
        <pc:picChg chg="mod">
          <ac:chgData name="Macher, Andreas (DI FA CTR PLC PPM)" userId="f1dcac62-7bef-43eb-91f0-927336a1714f" providerId="ADAL" clId="{5B710B73-F6D6-4A7D-9276-5384056BD54A}" dt="2022-11-16T13:15:57.870" v="6974" actId="207"/>
          <ac:picMkLst>
            <pc:docMk/>
            <pc:sldMk cId="96732149" sldId="9102"/>
            <ac:picMk id="127" creationId="{E446DAA1-866B-40C8-8E95-FDE5881E82E4}"/>
          </ac:picMkLst>
        </pc:picChg>
        <pc:picChg chg="mod">
          <ac:chgData name="Macher, Andreas (DI FA CTR PLC PPM)" userId="f1dcac62-7bef-43eb-91f0-927336a1714f" providerId="ADAL" clId="{5B710B73-F6D6-4A7D-9276-5384056BD54A}" dt="2022-11-16T13:15:57.870" v="6974" actId="207"/>
          <ac:picMkLst>
            <pc:docMk/>
            <pc:sldMk cId="96732149" sldId="9102"/>
            <ac:picMk id="128" creationId="{5053D14D-F78D-47FF-9479-0CB6FA54B7D5}"/>
          </ac:picMkLst>
        </pc:picChg>
        <pc:picChg chg="mod">
          <ac:chgData name="Macher, Andreas (DI FA CTR PLC PPM)" userId="f1dcac62-7bef-43eb-91f0-927336a1714f" providerId="ADAL" clId="{5B710B73-F6D6-4A7D-9276-5384056BD54A}" dt="2022-11-16T13:16:07.166" v="6975" actId="207"/>
          <ac:picMkLst>
            <pc:docMk/>
            <pc:sldMk cId="96732149" sldId="9102"/>
            <ac:picMk id="140" creationId="{23F5D81D-3453-49EC-9B32-5D3C2CB365F1}"/>
          </ac:picMkLst>
        </pc:picChg>
        <pc:picChg chg="mod">
          <ac:chgData name="Macher, Andreas (DI FA CTR PLC PPM)" userId="f1dcac62-7bef-43eb-91f0-927336a1714f" providerId="ADAL" clId="{5B710B73-F6D6-4A7D-9276-5384056BD54A}" dt="2022-11-16T13:16:07.166" v="6975" actId="207"/>
          <ac:picMkLst>
            <pc:docMk/>
            <pc:sldMk cId="96732149" sldId="9102"/>
            <ac:picMk id="141" creationId="{C232966E-12A6-4FAA-A9D5-E18E805AA04A}"/>
          </ac:picMkLst>
        </pc:picChg>
        <pc:picChg chg="mod">
          <ac:chgData name="Macher, Andreas (DI FA CTR PLC PPM)" userId="f1dcac62-7bef-43eb-91f0-927336a1714f" providerId="ADAL" clId="{5B710B73-F6D6-4A7D-9276-5384056BD54A}" dt="2022-11-16T13:16:07.166" v="6975" actId="207"/>
          <ac:picMkLst>
            <pc:docMk/>
            <pc:sldMk cId="96732149" sldId="9102"/>
            <ac:picMk id="142" creationId="{4D948421-34B8-4DAB-BB7A-0C39362BC72C}"/>
          </ac:picMkLst>
        </pc:picChg>
        <pc:picChg chg="mod">
          <ac:chgData name="Macher, Andreas (DI FA CTR PLC PPM)" userId="f1dcac62-7bef-43eb-91f0-927336a1714f" providerId="ADAL" clId="{5B710B73-F6D6-4A7D-9276-5384056BD54A}" dt="2022-11-16T13:16:07.166" v="6975" actId="207"/>
          <ac:picMkLst>
            <pc:docMk/>
            <pc:sldMk cId="96732149" sldId="9102"/>
            <ac:picMk id="143" creationId="{767F30A8-0BA2-46AF-95BE-B6C79F043B54}"/>
          </ac:picMkLst>
        </pc:picChg>
        <pc:picChg chg="mod">
          <ac:chgData name="Macher, Andreas (DI FA CTR PLC PPM)" userId="f1dcac62-7bef-43eb-91f0-927336a1714f" providerId="ADAL" clId="{5B710B73-F6D6-4A7D-9276-5384056BD54A}" dt="2022-11-16T13:16:07.166" v="6975" actId="207"/>
          <ac:picMkLst>
            <pc:docMk/>
            <pc:sldMk cId="96732149" sldId="9102"/>
            <ac:picMk id="144" creationId="{FE1E53E1-5F78-4A5C-A822-E4A69FD66B60}"/>
          </ac:picMkLst>
        </pc:picChg>
        <pc:picChg chg="mod">
          <ac:chgData name="Macher, Andreas (DI FA CTR PLC PPM)" userId="f1dcac62-7bef-43eb-91f0-927336a1714f" providerId="ADAL" clId="{5B710B73-F6D6-4A7D-9276-5384056BD54A}" dt="2022-11-16T13:16:07.166" v="6975" actId="207"/>
          <ac:picMkLst>
            <pc:docMk/>
            <pc:sldMk cId="96732149" sldId="9102"/>
            <ac:picMk id="145" creationId="{DD6FD419-B022-4AA0-9174-86775F309161}"/>
          </ac:picMkLst>
        </pc:picChg>
        <pc:picChg chg="mod">
          <ac:chgData name="Macher, Andreas (DI FA CTR PLC PPM)" userId="f1dcac62-7bef-43eb-91f0-927336a1714f" providerId="ADAL" clId="{5B710B73-F6D6-4A7D-9276-5384056BD54A}" dt="2022-11-16T13:15:17.892" v="6969" actId="207"/>
          <ac:picMkLst>
            <pc:docMk/>
            <pc:sldMk cId="96732149" sldId="9102"/>
            <ac:picMk id="160" creationId="{D54777FD-09F7-4C23-939A-4B71520FE70E}"/>
          </ac:picMkLst>
        </pc:picChg>
        <pc:picChg chg="mod">
          <ac:chgData name="Macher, Andreas (DI FA CTR PLC PPM)" userId="f1dcac62-7bef-43eb-91f0-927336a1714f" providerId="ADAL" clId="{5B710B73-F6D6-4A7D-9276-5384056BD54A}" dt="2022-11-16T13:15:17.892" v="6969" actId="207"/>
          <ac:picMkLst>
            <pc:docMk/>
            <pc:sldMk cId="96732149" sldId="9102"/>
            <ac:picMk id="161" creationId="{7B1CE96F-C0DC-4A4A-8904-F08AF8E4D505}"/>
          </ac:picMkLst>
        </pc:picChg>
        <pc:picChg chg="mod">
          <ac:chgData name="Macher, Andreas (DI FA CTR PLC PPM)" userId="f1dcac62-7bef-43eb-91f0-927336a1714f" providerId="ADAL" clId="{5B710B73-F6D6-4A7D-9276-5384056BD54A}" dt="2022-11-16T13:15:22.386" v="6970" actId="207"/>
          <ac:picMkLst>
            <pc:docMk/>
            <pc:sldMk cId="96732149" sldId="9102"/>
            <ac:picMk id="163" creationId="{BDAF091A-B94F-4DB0-9EB7-99EA5AB6F9E5}"/>
          </ac:picMkLst>
        </pc:picChg>
        <pc:cxnChg chg="mod">
          <ac:chgData name="Macher, Andreas (DI FA CTR PLC PPM)" userId="f1dcac62-7bef-43eb-91f0-927336a1714f" providerId="ADAL" clId="{5B710B73-F6D6-4A7D-9276-5384056BD54A}" dt="2022-11-16T13:16:39.260" v="6981" actId="208"/>
          <ac:cxnSpMkLst>
            <pc:docMk/>
            <pc:sldMk cId="96732149" sldId="9102"/>
            <ac:cxnSpMk id="50" creationId="{848E3522-B42F-4D3C-A476-67D2AE44EB35}"/>
          </ac:cxnSpMkLst>
        </pc:cxnChg>
      </pc:sldChg>
      <pc:sldChg chg="addSp delSp modSp mod chgLayout">
        <pc:chgData name="Macher, Andreas (DI FA CTR PLC PPM)" userId="f1dcac62-7bef-43eb-91f0-927336a1714f" providerId="ADAL" clId="{5B710B73-F6D6-4A7D-9276-5384056BD54A}" dt="2022-11-23T12:21:55.580" v="8996"/>
        <pc:sldMkLst>
          <pc:docMk/>
          <pc:sldMk cId="3624531473" sldId="9103"/>
        </pc:sldMkLst>
        <pc:spChg chg="mod ord">
          <ac:chgData name="Macher, Andreas (DI FA CTR PLC PPM)" userId="f1dcac62-7bef-43eb-91f0-927336a1714f" providerId="ADAL" clId="{5B710B73-F6D6-4A7D-9276-5384056BD54A}" dt="2022-11-16T13:37:18.672" v="7232" actId="207"/>
          <ac:spMkLst>
            <pc:docMk/>
            <pc:sldMk cId="3624531473" sldId="9103"/>
            <ac:spMk id="2" creationId="{01FF8783-8957-4145-A140-42B86A578CB9}"/>
          </ac:spMkLst>
        </pc:spChg>
        <pc:spChg chg="mod ord">
          <ac:chgData name="Macher, Andreas (DI FA CTR PLC PPM)" userId="f1dcac62-7bef-43eb-91f0-927336a1714f" providerId="ADAL" clId="{5B710B73-F6D6-4A7D-9276-5384056BD54A}" dt="2022-11-23T12:21:55.580" v="8996"/>
          <ac:spMkLst>
            <pc:docMk/>
            <pc:sldMk cId="3624531473" sldId="9103"/>
            <ac:spMk id="4" creationId="{18097E91-2EA3-46A4-9A14-3722B7B1098B}"/>
          </ac:spMkLst>
        </pc:spChg>
        <pc:spChg chg="add mod ord">
          <ac:chgData name="Macher, Andreas (DI FA CTR PLC PPM)" userId="f1dcac62-7bef-43eb-91f0-927336a1714f" providerId="ADAL" clId="{5B710B73-F6D6-4A7D-9276-5384056BD54A}" dt="2022-11-16T13:21:06.813" v="7035" actId="167"/>
          <ac:spMkLst>
            <pc:docMk/>
            <pc:sldMk cId="3624531473" sldId="9103"/>
            <ac:spMk id="6" creationId="{7D2727CD-A823-F9DB-4151-778684CB476C}"/>
          </ac:spMkLst>
        </pc:spChg>
        <pc:spChg chg="add mod ord">
          <ac:chgData name="Macher, Andreas (DI FA CTR PLC PPM)" userId="f1dcac62-7bef-43eb-91f0-927336a1714f" providerId="ADAL" clId="{5B710B73-F6D6-4A7D-9276-5384056BD54A}" dt="2022-11-16T13:21:06.813" v="7035" actId="167"/>
          <ac:spMkLst>
            <pc:docMk/>
            <pc:sldMk cId="3624531473" sldId="9103"/>
            <ac:spMk id="7" creationId="{5D0E1808-A60C-1AF1-376C-4354242D28EC}"/>
          </ac:spMkLst>
        </pc:spChg>
        <pc:spChg chg="add mod ord">
          <ac:chgData name="Macher, Andreas (DI FA CTR PLC PPM)" userId="f1dcac62-7bef-43eb-91f0-927336a1714f" providerId="ADAL" clId="{5B710B73-F6D6-4A7D-9276-5384056BD54A}" dt="2022-11-16T13:21:06.813" v="7035" actId="167"/>
          <ac:spMkLst>
            <pc:docMk/>
            <pc:sldMk cId="3624531473" sldId="9103"/>
            <ac:spMk id="8" creationId="{C3A29DF0-1909-C365-7766-C1AE401A1F46}"/>
          </ac:spMkLst>
        </pc:spChg>
        <pc:spChg chg="add mod">
          <ac:chgData name="Macher, Andreas (DI FA CTR PLC PPM)" userId="f1dcac62-7bef-43eb-91f0-927336a1714f" providerId="ADAL" clId="{5B710B73-F6D6-4A7D-9276-5384056BD54A}" dt="2022-11-16T13:21:41.512" v="7040"/>
          <ac:spMkLst>
            <pc:docMk/>
            <pc:sldMk cId="3624531473" sldId="9103"/>
            <ac:spMk id="9" creationId="{1C9C7FC1-E568-4E6A-9D2B-0B1AD62129D4}"/>
          </ac:spMkLst>
        </pc:spChg>
        <pc:spChg chg="add mod">
          <ac:chgData name="Macher, Andreas (DI FA CTR PLC PPM)" userId="f1dcac62-7bef-43eb-91f0-927336a1714f" providerId="ADAL" clId="{5B710B73-F6D6-4A7D-9276-5384056BD54A}" dt="2022-11-16T13:21:41.512" v="7040"/>
          <ac:spMkLst>
            <pc:docMk/>
            <pc:sldMk cId="3624531473" sldId="9103"/>
            <ac:spMk id="10" creationId="{33391355-0EB8-E220-3C5D-E19AA9ACBA5F}"/>
          </ac:spMkLst>
        </pc:spChg>
        <pc:spChg chg="mod">
          <ac:chgData name="Macher, Andreas (DI FA CTR PLC PPM)" userId="f1dcac62-7bef-43eb-91f0-927336a1714f" providerId="ADAL" clId="{5B710B73-F6D6-4A7D-9276-5384056BD54A}" dt="2022-11-16T13:21:41.512" v="7040"/>
          <ac:spMkLst>
            <pc:docMk/>
            <pc:sldMk cId="3624531473" sldId="9103"/>
            <ac:spMk id="14" creationId="{3F2DF44C-723C-03CC-B608-4B44F3349823}"/>
          </ac:spMkLst>
        </pc:spChg>
        <pc:spChg chg="mod">
          <ac:chgData name="Macher, Andreas (DI FA CTR PLC PPM)" userId="f1dcac62-7bef-43eb-91f0-927336a1714f" providerId="ADAL" clId="{5B710B73-F6D6-4A7D-9276-5384056BD54A}" dt="2022-11-16T13:21:41.512" v="7040"/>
          <ac:spMkLst>
            <pc:docMk/>
            <pc:sldMk cId="3624531473" sldId="9103"/>
            <ac:spMk id="15" creationId="{D0C3C067-7486-0EE6-AC53-E2464AE614E4}"/>
          </ac:spMkLst>
        </pc:spChg>
        <pc:spChg chg="add del">
          <ac:chgData name="Macher, Andreas (DI FA CTR PLC PPM)" userId="f1dcac62-7bef-43eb-91f0-927336a1714f" providerId="ADAL" clId="{5B710B73-F6D6-4A7D-9276-5384056BD54A}" dt="2022-11-16T16:01:34.709" v="7802" actId="478"/>
          <ac:spMkLst>
            <pc:docMk/>
            <pc:sldMk cId="3624531473" sldId="9103"/>
            <ac:spMk id="21" creationId="{FE2B0E6A-CACE-4D8C-8105-33C71C58E124}"/>
          </ac:spMkLst>
        </pc:spChg>
        <pc:spChg chg="del">
          <ac:chgData name="Macher, Andreas (DI FA CTR PLC PPM)" userId="f1dcac62-7bef-43eb-91f0-927336a1714f" providerId="ADAL" clId="{5B710B73-F6D6-4A7D-9276-5384056BD54A}" dt="2022-11-16T13:21:41.149" v="7039" actId="478"/>
          <ac:spMkLst>
            <pc:docMk/>
            <pc:sldMk cId="3624531473" sldId="9103"/>
            <ac:spMk id="32" creationId="{97D63FAD-B3D2-43C2-8044-8B8460666DDB}"/>
          </ac:spMkLst>
        </pc:spChg>
        <pc:spChg chg="del">
          <ac:chgData name="Macher, Andreas (DI FA CTR PLC PPM)" userId="f1dcac62-7bef-43eb-91f0-927336a1714f" providerId="ADAL" clId="{5B710B73-F6D6-4A7D-9276-5384056BD54A}" dt="2022-11-16T13:21:41.149" v="7039" actId="478"/>
          <ac:spMkLst>
            <pc:docMk/>
            <pc:sldMk cId="3624531473" sldId="9103"/>
            <ac:spMk id="33" creationId="{8DE2A643-B180-45AF-BD91-45D4DC3E09A6}"/>
          </ac:spMkLst>
        </pc:spChg>
        <pc:spChg chg="mod">
          <ac:chgData name="Macher, Andreas (DI FA CTR PLC PPM)" userId="f1dcac62-7bef-43eb-91f0-927336a1714f" providerId="ADAL" clId="{5B710B73-F6D6-4A7D-9276-5384056BD54A}" dt="2022-11-16T13:22:46.677" v="7050" actId="207"/>
          <ac:spMkLst>
            <pc:docMk/>
            <pc:sldMk cId="3624531473" sldId="9103"/>
            <ac:spMk id="35" creationId="{BEDD35B4-F6F2-445C-98BC-D44081B46BA8}"/>
          </ac:spMkLst>
        </pc:spChg>
        <pc:spChg chg="mod">
          <ac:chgData name="Macher, Andreas (DI FA CTR PLC PPM)" userId="f1dcac62-7bef-43eb-91f0-927336a1714f" providerId="ADAL" clId="{5B710B73-F6D6-4A7D-9276-5384056BD54A}" dt="2022-11-16T13:21:41.512" v="7040"/>
          <ac:spMkLst>
            <pc:docMk/>
            <pc:sldMk cId="3624531473" sldId="9103"/>
            <ac:spMk id="42" creationId="{3F955427-C192-DCD8-0805-473E6BBCE9B7}"/>
          </ac:spMkLst>
        </pc:spChg>
        <pc:spChg chg="mod">
          <ac:chgData name="Macher, Andreas (DI FA CTR PLC PPM)" userId="f1dcac62-7bef-43eb-91f0-927336a1714f" providerId="ADAL" clId="{5B710B73-F6D6-4A7D-9276-5384056BD54A}" dt="2022-11-16T13:21:41.512" v="7040"/>
          <ac:spMkLst>
            <pc:docMk/>
            <pc:sldMk cId="3624531473" sldId="9103"/>
            <ac:spMk id="43" creationId="{8D3AA222-FCCA-6E50-FA2F-7F499DEE674C}"/>
          </ac:spMkLst>
        </pc:spChg>
        <pc:spChg chg="add mod">
          <ac:chgData name="Macher, Andreas (DI FA CTR PLC PPM)" userId="f1dcac62-7bef-43eb-91f0-927336a1714f" providerId="ADAL" clId="{5B710B73-F6D6-4A7D-9276-5384056BD54A}" dt="2022-11-16T13:21:55.552" v="7042"/>
          <ac:spMkLst>
            <pc:docMk/>
            <pc:sldMk cId="3624531473" sldId="9103"/>
            <ac:spMk id="70" creationId="{40714678-B084-10AF-8FB9-BB3CE10F19C0}"/>
          </ac:spMkLst>
        </pc:spChg>
        <pc:spChg chg="add mod">
          <ac:chgData name="Macher, Andreas (DI FA CTR PLC PPM)" userId="f1dcac62-7bef-43eb-91f0-927336a1714f" providerId="ADAL" clId="{5B710B73-F6D6-4A7D-9276-5384056BD54A}" dt="2022-11-16T13:22:09.062" v="7044"/>
          <ac:spMkLst>
            <pc:docMk/>
            <pc:sldMk cId="3624531473" sldId="9103"/>
            <ac:spMk id="73" creationId="{9715D4F5-22C2-B1AC-3E9F-B8E79B6576B6}"/>
          </ac:spMkLst>
        </pc:spChg>
        <pc:spChg chg="add mod">
          <ac:chgData name="Macher, Andreas (DI FA CTR PLC PPM)" userId="f1dcac62-7bef-43eb-91f0-927336a1714f" providerId="ADAL" clId="{5B710B73-F6D6-4A7D-9276-5384056BD54A}" dt="2022-11-16T13:22:09.062" v="7044"/>
          <ac:spMkLst>
            <pc:docMk/>
            <pc:sldMk cId="3624531473" sldId="9103"/>
            <ac:spMk id="74" creationId="{20D8AF82-654D-BA87-7A10-8884295E6D7F}"/>
          </ac:spMkLst>
        </pc:spChg>
        <pc:spChg chg="mod">
          <ac:chgData name="Macher, Andreas (DI FA CTR PLC PPM)" userId="f1dcac62-7bef-43eb-91f0-927336a1714f" providerId="ADAL" clId="{5B710B73-F6D6-4A7D-9276-5384056BD54A}" dt="2022-11-16T13:21:16.999" v="7036" actId="207"/>
          <ac:spMkLst>
            <pc:docMk/>
            <pc:sldMk cId="3624531473" sldId="9103"/>
            <ac:spMk id="103" creationId="{7E24101D-745E-4E37-8E4D-9769C448ADDA}"/>
          </ac:spMkLst>
        </pc:spChg>
        <pc:spChg chg="mod">
          <ac:chgData name="Macher, Andreas (DI FA CTR PLC PPM)" userId="f1dcac62-7bef-43eb-91f0-927336a1714f" providerId="ADAL" clId="{5B710B73-F6D6-4A7D-9276-5384056BD54A}" dt="2022-11-16T13:21:16.999" v="7036" actId="207"/>
          <ac:spMkLst>
            <pc:docMk/>
            <pc:sldMk cId="3624531473" sldId="9103"/>
            <ac:spMk id="104" creationId="{2CDEB2F0-591D-43FC-8E35-714F4C90CEAD}"/>
          </ac:spMkLst>
        </pc:spChg>
        <pc:spChg chg="mod">
          <ac:chgData name="Macher, Andreas (DI FA CTR PLC PPM)" userId="f1dcac62-7bef-43eb-91f0-927336a1714f" providerId="ADAL" clId="{5B710B73-F6D6-4A7D-9276-5384056BD54A}" dt="2022-11-16T13:21:19.631" v="7037" actId="207"/>
          <ac:spMkLst>
            <pc:docMk/>
            <pc:sldMk cId="3624531473" sldId="9103"/>
            <ac:spMk id="122" creationId="{40ABAC78-1A83-4418-A1CF-01051F1EC35C}"/>
          </ac:spMkLst>
        </pc:spChg>
        <pc:spChg chg="mod">
          <ac:chgData name="Macher, Andreas (DI FA CTR PLC PPM)" userId="f1dcac62-7bef-43eb-91f0-927336a1714f" providerId="ADAL" clId="{5B710B73-F6D6-4A7D-9276-5384056BD54A}" dt="2022-11-16T13:21:19.631" v="7037" actId="207"/>
          <ac:spMkLst>
            <pc:docMk/>
            <pc:sldMk cId="3624531473" sldId="9103"/>
            <ac:spMk id="123" creationId="{0AE76442-6BCB-4D95-870E-FAA42F3FF104}"/>
          </ac:spMkLst>
        </pc:spChg>
        <pc:spChg chg="del">
          <ac:chgData name="Macher, Andreas (DI FA CTR PLC PPM)" userId="f1dcac62-7bef-43eb-91f0-927336a1714f" providerId="ADAL" clId="{5B710B73-F6D6-4A7D-9276-5384056BD54A}" dt="2022-11-16T13:22:08.691" v="7043" actId="478"/>
          <ac:spMkLst>
            <pc:docMk/>
            <pc:sldMk cId="3624531473" sldId="9103"/>
            <ac:spMk id="131" creationId="{1E4F78CE-881C-40A7-A939-4133DB5FF6DB}"/>
          </ac:spMkLst>
        </pc:spChg>
        <pc:spChg chg="del">
          <ac:chgData name="Macher, Andreas (DI FA CTR PLC PPM)" userId="f1dcac62-7bef-43eb-91f0-927336a1714f" providerId="ADAL" clId="{5B710B73-F6D6-4A7D-9276-5384056BD54A}" dt="2022-11-16T13:22:08.691" v="7043" actId="478"/>
          <ac:spMkLst>
            <pc:docMk/>
            <pc:sldMk cId="3624531473" sldId="9103"/>
            <ac:spMk id="132" creationId="{7289B2E3-30E9-446A-8488-E57AA4EA4FD9}"/>
          </ac:spMkLst>
        </pc:spChg>
        <pc:spChg chg="mod">
          <ac:chgData name="Macher, Andreas (DI FA CTR PLC PPM)" userId="f1dcac62-7bef-43eb-91f0-927336a1714f" providerId="ADAL" clId="{5B710B73-F6D6-4A7D-9276-5384056BD54A}" dt="2022-11-16T13:21:21.937" v="7038" actId="207"/>
          <ac:spMkLst>
            <pc:docMk/>
            <pc:sldMk cId="3624531473" sldId="9103"/>
            <ac:spMk id="146" creationId="{009D7AE4-D7EA-499B-AAC7-D73EE6CE06A1}"/>
          </ac:spMkLst>
        </pc:spChg>
        <pc:spChg chg="mod">
          <ac:chgData name="Macher, Andreas (DI FA CTR PLC PPM)" userId="f1dcac62-7bef-43eb-91f0-927336a1714f" providerId="ADAL" clId="{5B710B73-F6D6-4A7D-9276-5384056BD54A}" dt="2022-11-16T13:21:21.937" v="7038" actId="207"/>
          <ac:spMkLst>
            <pc:docMk/>
            <pc:sldMk cId="3624531473" sldId="9103"/>
            <ac:spMk id="147" creationId="{11AC0711-F0CA-4F93-A4D4-A031E4FE47E9}"/>
          </ac:spMkLst>
        </pc:spChg>
        <pc:spChg chg="del">
          <ac:chgData name="Macher, Andreas (DI FA CTR PLC PPM)" userId="f1dcac62-7bef-43eb-91f0-927336a1714f" providerId="ADAL" clId="{5B710B73-F6D6-4A7D-9276-5384056BD54A}" dt="2022-11-16T13:21:50.794" v="7041" actId="478"/>
          <ac:spMkLst>
            <pc:docMk/>
            <pc:sldMk cId="3624531473" sldId="9103"/>
            <ac:spMk id="168" creationId="{4A461CC4-0622-4D2A-BA45-4A9E0C26A6CC}"/>
          </ac:spMkLst>
        </pc:spChg>
        <pc:grpChg chg="add mod">
          <ac:chgData name="Macher, Andreas (DI FA CTR PLC PPM)" userId="f1dcac62-7bef-43eb-91f0-927336a1714f" providerId="ADAL" clId="{5B710B73-F6D6-4A7D-9276-5384056BD54A}" dt="2022-11-16T13:21:41.512" v="7040"/>
          <ac:grpSpMkLst>
            <pc:docMk/>
            <pc:sldMk cId="3624531473" sldId="9103"/>
            <ac:grpSpMk id="11" creationId="{E5296054-5492-3C9E-7C80-4DDFE8BB66BB}"/>
          </ac:grpSpMkLst>
        </pc:grpChg>
        <pc:grpChg chg="mod">
          <ac:chgData name="Macher, Andreas (DI FA CTR PLC PPM)" userId="f1dcac62-7bef-43eb-91f0-927336a1714f" providerId="ADAL" clId="{5B710B73-F6D6-4A7D-9276-5384056BD54A}" dt="2022-11-16T13:21:41.512" v="7040"/>
          <ac:grpSpMkLst>
            <pc:docMk/>
            <pc:sldMk cId="3624531473" sldId="9103"/>
            <ac:grpSpMk id="12" creationId="{8938681C-D567-9F69-55B4-7845BB5B4FAC}"/>
          </ac:grpSpMkLst>
        </pc:grpChg>
        <pc:grpChg chg="mod">
          <ac:chgData name="Macher, Andreas (DI FA CTR PLC PPM)" userId="f1dcac62-7bef-43eb-91f0-927336a1714f" providerId="ADAL" clId="{5B710B73-F6D6-4A7D-9276-5384056BD54A}" dt="2022-11-16T13:21:41.512" v="7040"/>
          <ac:grpSpMkLst>
            <pc:docMk/>
            <pc:sldMk cId="3624531473" sldId="9103"/>
            <ac:grpSpMk id="13" creationId="{53221A06-1EFF-7C0A-F726-7C3CB21D5095}"/>
          </ac:grpSpMkLst>
        </pc:grpChg>
        <pc:grpChg chg="del">
          <ac:chgData name="Macher, Andreas (DI FA CTR PLC PPM)" userId="f1dcac62-7bef-43eb-91f0-927336a1714f" providerId="ADAL" clId="{5B710B73-F6D6-4A7D-9276-5384056BD54A}" dt="2022-11-16T16:01:39.224" v="7803" actId="478"/>
          <ac:grpSpMkLst>
            <pc:docMk/>
            <pc:sldMk cId="3624531473" sldId="9103"/>
            <ac:grpSpMk id="18" creationId="{0234A3D1-812F-4E30-80D4-D3EF563F7900}"/>
          </ac:grpSpMkLst>
        </pc:grpChg>
        <pc:grpChg chg="add mod">
          <ac:chgData name="Macher, Andreas (DI FA CTR PLC PPM)" userId="f1dcac62-7bef-43eb-91f0-927336a1714f" providerId="ADAL" clId="{5B710B73-F6D6-4A7D-9276-5384056BD54A}" dt="2022-11-16T13:21:41.512" v="7040"/>
          <ac:grpSpMkLst>
            <pc:docMk/>
            <pc:sldMk cId="3624531473" sldId="9103"/>
            <ac:grpSpMk id="36" creationId="{F307A04B-DB85-8437-E835-BC6A80B71D80}"/>
          </ac:grpSpMkLst>
        </pc:grpChg>
        <pc:grpChg chg="mod">
          <ac:chgData name="Macher, Andreas (DI FA CTR PLC PPM)" userId="f1dcac62-7bef-43eb-91f0-927336a1714f" providerId="ADAL" clId="{5B710B73-F6D6-4A7D-9276-5384056BD54A}" dt="2022-11-16T13:21:41.512" v="7040"/>
          <ac:grpSpMkLst>
            <pc:docMk/>
            <pc:sldMk cId="3624531473" sldId="9103"/>
            <ac:grpSpMk id="39" creationId="{02A87B92-910A-676E-950A-AB9F3FC2F004}"/>
          </ac:grpSpMkLst>
        </pc:grpChg>
        <pc:grpChg chg="mod">
          <ac:chgData name="Macher, Andreas (DI FA CTR PLC PPM)" userId="f1dcac62-7bef-43eb-91f0-927336a1714f" providerId="ADAL" clId="{5B710B73-F6D6-4A7D-9276-5384056BD54A}" dt="2022-11-16T13:21:41.512" v="7040"/>
          <ac:grpSpMkLst>
            <pc:docMk/>
            <pc:sldMk cId="3624531473" sldId="9103"/>
            <ac:grpSpMk id="41" creationId="{364F78D9-4CA1-4E8F-DEE8-F57751F74CA2}"/>
          </ac:grpSpMkLst>
        </pc:grpChg>
        <pc:grpChg chg="add mod">
          <ac:chgData name="Macher, Andreas (DI FA CTR PLC PPM)" userId="f1dcac62-7bef-43eb-91f0-927336a1714f" providerId="ADAL" clId="{5B710B73-F6D6-4A7D-9276-5384056BD54A}" dt="2022-11-16T13:21:41.512" v="7040"/>
          <ac:grpSpMkLst>
            <pc:docMk/>
            <pc:sldMk cId="3624531473" sldId="9103"/>
            <ac:grpSpMk id="58" creationId="{54A854AE-2024-C0DA-B479-AB05EA5810C4}"/>
          </ac:grpSpMkLst>
        </pc:grpChg>
        <pc:grpChg chg="add mod">
          <ac:chgData name="Macher, Andreas (DI FA CTR PLC PPM)" userId="f1dcac62-7bef-43eb-91f0-927336a1714f" providerId="ADAL" clId="{5B710B73-F6D6-4A7D-9276-5384056BD54A}" dt="2022-11-16T13:21:41.512" v="7040"/>
          <ac:grpSpMkLst>
            <pc:docMk/>
            <pc:sldMk cId="3624531473" sldId="9103"/>
            <ac:grpSpMk id="62" creationId="{E86A5B3D-FAA0-167B-6ED3-84DAEB34C296}"/>
          </ac:grpSpMkLst>
        </pc:grpChg>
        <pc:grpChg chg="add mod">
          <ac:chgData name="Macher, Andreas (DI FA CTR PLC PPM)" userId="f1dcac62-7bef-43eb-91f0-927336a1714f" providerId="ADAL" clId="{5B710B73-F6D6-4A7D-9276-5384056BD54A}" dt="2022-11-16T13:21:41.512" v="7040"/>
          <ac:grpSpMkLst>
            <pc:docMk/>
            <pc:sldMk cId="3624531473" sldId="9103"/>
            <ac:grpSpMk id="66" creationId="{480F2A05-6C39-C4B8-8C2E-F1847CB2D14F}"/>
          </ac:grpSpMkLst>
        </pc:grpChg>
        <pc:grpChg chg="add mod">
          <ac:chgData name="Macher, Andreas (DI FA CTR PLC PPM)" userId="f1dcac62-7bef-43eb-91f0-927336a1714f" providerId="ADAL" clId="{5B710B73-F6D6-4A7D-9276-5384056BD54A}" dt="2022-11-16T13:22:09.062" v="7044"/>
          <ac:grpSpMkLst>
            <pc:docMk/>
            <pc:sldMk cId="3624531473" sldId="9103"/>
            <ac:grpSpMk id="75" creationId="{809F88CD-44B3-CD44-D557-8A33F548D4A6}"/>
          </ac:grpSpMkLst>
        </pc:grpChg>
        <pc:grpChg chg="add del mod">
          <ac:chgData name="Macher, Andreas (DI FA CTR PLC PPM)" userId="f1dcac62-7bef-43eb-91f0-927336a1714f" providerId="ADAL" clId="{5B710B73-F6D6-4A7D-9276-5384056BD54A}" dt="2022-11-16T13:22:22.455" v="7048" actId="478"/>
          <ac:grpSpMkLst>
            <pc:docMk/>
            <pc:sldMk cId="3624531473" sldId="9103"/>
            <ac:grpSpMk id="79" creationId="{236F76D9-EAED-E1F4-8027-1D4FFAD6E495}"/>
          </ac:grpSpMkLst>
        </pc:grpChg>
        <pc:grpChg chg="add mod">
          <ac:chgData name="Macher, Andreas (DI FA CTR PLC PPM)" userId="f1dcac62-7bef-43eb-91f0-927336a1714f" providerId="ADAL" clId="{5B710B73-F6D6-4A7D-9276-5384056BD54A}" dt="2022-11-16T13:22:25.354" v="7049"/>
          <ac:grpSpMkLst>
            <pc:docMk/>
            <pc:sldMk cId="3624531473" sldId="9103"/>
            <ac:grpSpMk id="83" creationId="{BDDC539A-87D9-4946-8127-4A3C12DF9828}"/>
          </ac:grpSpMkLst>
        </pc:grpChg>
        <pc:grpChg chg="mod">
          <ac:chgData name="Macher, Andreas (DI FA CTR PLC PPM)" userId="f1dcac62-7bef-43eb-91f0-927336a1714f" providerId="ADAL" clId="{5B710B73-F6D6-4A7D-9276-5384056BD54A}" dt="2022-11-16T13:21:16.999" v="7036" actId="207"/>
          <ac:grpSpMkLst>
            <pc:docMk/>
            <pc:sldMk cId="3624531473" sldId="9103"/>
            <ac:grpSpMk id="101" creationId="{F6B1108F-1A5D-4D36-8250-28BE7F77C337}"/>
          </ac:grpSpMkLst>
        </pc:grpChg>
        <pc:grpChg chg="mod">
          <ac:chgData name="Macher, Andreas (DI FA CTR PLC PPM)" userId="f1dcac62-7bef-43eb-91f0-927336a1714f" providerId="ADAL" clId="{5B710B73-F6D6-4A7D-9276-5384056BD54A}" dt="2022-11-16T13:21:16.999" v="7036" actId="207"/>
          <ac:grpSpMkLst>
            <pc:docMk/>
            <pc:sldMk cId="3624531473" sldId="9103"/>
            <ac:grpSpMk id="102" creationId="{7F466896-21DD-44B6-A16F-3ABB2573CA65}"/>
          </ac:grpSpMkLst>
        </pc:grpChg>
        <pc:grpChg chg="mod">
          <ac:chgData name="Macher, Andreas (DI FA CTR PLC PPM)" userId="f1dcac62-7bef-43eb-91f0-927336a1714f" providerId="ADAL" clId="{5B710B73-F6D6-4A7D-9276-5384056BD54A}" dt="2022-11-16T13:21:16.999" v="7036" actId="207"/>
          <ac:grpSpMkLst>
            <pc:docMk/>
            <pc:sldMk cId="3624531473" sldId="9103"/>
            <ac:grpSpMk id="112" creationId="{4412AB45-176F-48CB-B784-BD89B5B22486}"/>
          </ac:grpSpMkLst>
        </pc:grpChg>
        <pc:grpChg chg="del">
          <ac:chgData name="Macher, Andreas (DI FA CTR PLC PPM)" userId="f1dcac62-7bef-43eb-91f0-927336a1714f" providerId="ADAL" clId="{5B710B73-F6D6-4A7D-9276-5384056BD54A}" dt="2022-11-16T13:22:12.859" v="7045" actId="478"/>
          <ac:grpSpMkLst>
            <pc:docMk/>
            <pc:sldMk cId="3624531473" sldId="9103"/>
            <ac:grpSpMk id="113" creationId="{3752501D-0724-408F-945B-DAED4248B0CC}"/>
          </ac:grpSpMkLst>
        </pc:grpChg>
        <pc:grpChg chg="del mod">
          <ac:chgData name="Macher, Andreas (DI FA CTR PLC PPM)" userId="f1dcac62-7bef-43eb-91f0-927336a1714f" providerId="ADAL" clId="{5B710B73-F6D6-4A7D-9276-5384056BD54A}" dt="2022-11-16T13:21:41.149" v="7039" actId="478"/>
          <ac:grpSpMkLst>
            <pc:docMk/>
            <pc:sldMk cId="3624531473" sldId="9103"/>
            <ac:grpSpMk id="119" creationId="{3125E764-5C23-4285-B72E-728ED8CF01B4}"/>
          </ac:grpSpMkLst>
        </pc:grpChg>
        <pc:grpChg chg="mod">
          <ac:chgData name="Macher, Andreas (DI FA CTR PLC PPM)" userId="f1dcac62-7bef-43eb-91f0-927336a1714f" providerId="ADAL" clId="{5B710B73-F6D6-4A7D-9276-5384056BD54A}" dt="2022-11-16T13:21:19.631" v="7037" actId="207"/>
          <ac:grpSpMkLst>
            <pc:docMk/>
            <pc:sldMk cId="3624531473" sldId="9103"/>
            <ac:grpSpMk id="120" creationId="{3C29456D-7C53-4F78-A809-0E38CA68E696}"/>
          </ac:grpSpMkLst>
        </pc:grpChg>
        <pc:grpChg chg="mod">
          <ac:chgData name="Macher, Andreas (DI FA CTR PLC PPM)" userId="f1dcac62-7bef-43eb-91f0-927336a1714f" providerId="ADAL" clId="{5B710B73-F6D6-4A7D-9276-5384056BD54A}" dt="2022-11-16T13:21:19.631" v="7037" actId="207"/>
          <ac:grpSpMkLst>
            <pc:docMk/>
            <pc:sldMk cId="3624531473" sldId="9103"/>
            <ac:grpSpMk id="121" creationId="{F588B855-5A93-49D0-8ACD-CAC235CE8064}"/>
          </ac:grpSpMkLst>
        </pc:grpChg>
        <pc:grpChg chg="del">
          <ac:chgData name="Macher, Andreas (DI FA CTR PLC PPM)" userId="f1dcac62-7bef-43eb-91f0-927336a1714f" providerId="ADAL" clId="{5B710B73-F6D6-4A7D-9276-5384056BD54A}" dt="2022-11-16T13:22:08.691" v="7043" actId="478"/>
          <ac:grpSpMkLst>
            <pc:docMk/>
            <pc:sldMk cId="3624531473" sldId="9103"/>
            <ac:grpSpMk id="133" creationId="{0DC49A21-BC79-425E-83A1-B03925D17433}"/>
          </ac:grpSpMkLst>
        </pc:grpChg>
        <pc:grpChg chg="del">
          <ac:chgData name="Macher, Andreas (DI FA CTR PLC PPM)" userId="f1dcac62-7bef-43eb-91f0-927336a1714f" providerId="ADAL" clId="{5B710B73-F6D6-4A7D-9276-5384056BD54A}" dt="2022-11-16T13:21:41.149" v="7039" actId="478"/>
          <ac:grpSpMkLst>
            <pc:docMk/>
            <pc:sldMk cId="3624531473" sldId="9103"/>
            <ac:grpSpMk id="137" creationId="{F339927E-52FE-452B-ABAB-B0A21974802C}"/>
          </ac:grpSpMkLst>
        </pc:grpChg>
        <pc:grpChg chg="del mod">
          <ac:chgData name="Macher, Andreas (DI FA CTR PLC PPM)" userId="f1dcac62-7bef-43eb-91f0-927336a1714f" providerId="ADAL" clId="{5B710B73-F6D6-4A7D-9276-5384056BD54A}" dt="2022-11-16T13:21:41.149" v="7039" actId="478"/>
          <ac:grpSpMkLst>
            <pc:docMk/>
            <pc:sldMk cId="3624531473" sldId="9103"/>
            <ac:grpSpMk id="143" creationId="{38DDCE16-93FE-4E8E-8FE0-3DAC3965A1C1}"/>
          </ac:grpSpMkLst>
        </pc:grpChg>
        <pc:grpChg chg="mod">
          <ac:chgData name="Macher, Andreas (DI FA CTR PLC PPM)" userId="f1dcac62-7bef-43eb-91f0-927336a1714f" providerId="ADAL" clId="{5B710B73-F6D6-4A7D-9276-5384056BD54A}" dt="2022-11-16T13:21:21.937" v="7038" actId="207"/>
          <ac:grpSpMkLst>
            <pc:docMk/>
            <pc:sldMk cId="3624531473" sldId="9103"/>
            <ac:grpSpMk id="144" creationId="{2B02BA20-77AC-46FF-8B89-DA1D79B98C01}"/>
          </ac:grpSpMkLst>
        </pc:grpChg>
        <pc:grpChg chg="mod">
          <ac:chgData name="Macher, Andreas (DI FA CTR PLC PPM)" userId="f1dcac62-7bef-43eb-91f0-927336a1714f" providerId="ADAL" clId="{5B710B73-F6D6-4A7D-9276-5384056BD54A}" dt="2022-11-16T13:21:21.937" v="7038" actId="207"/>
          <ac:grpSpMkLst>
            <pc:docMk/>
            <pc:sldMk cId="3624531473" sldId="9103"/>
            <ac:grpSpMk id="145" creationId="{6B34EFA8-F3B6-4906-8691-CAE280FB8953}"/>
          </ac:grpSpMkLst>
        </pc:grpChg>
        <pc:grpChg chg="del">
          <ac:chgData name="Macher, Andreas (DI FA CTR PLC PPM)" userId="f1dcac62-7bef-43eb-91f0-927336a1714f" providerId="ADAL" clId="{5B710B73-F6D6-4A7D-9276-5384056BD54A}" dt="2022-11-16T13:21:41.149" v="7039" actId="478"/>
          <ac:grpSpMkLst>
            <pc:docMk/>
            <pc:sldMk cId="3624531473" sldId="9103"/>
            <ac:grpSpMk id="154" creationId="{DC5698A9-BDAA-4DEF-B036-EFDE901741BA}"/>
          </ac:grpSpMkLst>
        </pc:grpChg>
        <pc:grpChg chg="del">
          <ac:chgData name="Macher, Andreas (DI FA CTR PLC PPM)" userId="f1dcac62-7bef-43eb-91f0-927336a1714f" providerId="ADAL" clId="{5B710B73-F6D6-4A7D-9276-5384056BD54A}" dt="2022-11-16T13:21:41.149" v="7039" actId="478"/>
          <ac:grpSpMkLst>
            <pc:docMk/>
            <pc:sldMk cId="3624531473" sldId="9103"/>
            <ac:grpSpMk id="161" creationId="{7EE3CD82-E4E6-4F17-A368-2AB662A3F50B}"/>
          </ac:grpSpMkLst>
        </pc:grpChg>
        <pc:picChg chg="mod">
          <ac:chgData name="Macher, Andreas (DI FA CTR PLC PPM)" userId="f1dcac62-7bef-43eb-91f0-927336a1714f" providerId="ADAL" clId="{5B710B73-F6D6-4A7D-9276-5384056BD54A}" dt="2022-11-16T13:21:41.512" v="7040"/>
          <ac:picMkLst>
            <pc:docMk/>
            <pc:sldMk cId="3624531473" sldId="9103"/>
            <ac:picMk id="16" creationId="{D3EAF4CB-F4BE-F8B5-E226-3DA74FD84DAF}"/>
          </ac:picMkLst>
        </pc:picChg>
        <pc:picChg chg="mod">
          <ac:chgData name="Macher, Andreas (DI FA CTR PLC PPM)" userId="f1dcac62-7bef-43eb-91f0-927336a1714f" providerId="ADAL" clId="{5B710B73-F6D6-4A7D-9276-5384056BD54A}" dt="2022-11-16T13:21:41.512" v="7040"/>
          <ac:picMkLst>
            <pc:docMk/>
            <pc:sldMk cId="3624531473" sldId="9103"/>
            <ac:picMk id="23" creationId="{D35A0099-77DE-C4C6-23A8-F3C387313E0F}"/>
          </ac:picMkLst>
        </pc:picChg>
        <pc:picChg chg="mod">
          <ac:chgData name="Macher, Andreas (DI FA CTR PLC PPM)" userId="f1dcac62-7bef-43eb-91f0-927336a1714f" providerId="ADAL" clId="{5B710B73-F6D6-4A7D-9276-5384056BD54A}" dt="2022-11-16T13:21:41.512" v="7040"/>
          <ac:picMkLst>
            <pc:docMk/>
            <pc:sldMk cId="3624531473" sldId="9103"/>
            <ac:picMk id="24" creationId="{71451D12-0F78-796B-2B2A-AD85DB92F220}"/>
          </ac:picMkLst>
        </pc:picChg>
        <pc:picChg chg="mod">
          <ac:chgData name="Macher, Andreas (DI FA CTR PLC PPM)" userId="f1dcac62-7bef-43eb-91f0-927336a1714f" providerId="ADAL" clId="{5B710B73-F6D6-4A7D-9276-5384056BD54A}" dt="2022-11-16T13:21:41.512" v="7040"/>
          <ac:picMkLst>
            <pc:docMk/>
            <pc:sldMk cId="3624531473" sldId="9103"/>
            <ac:picMk id="27" creationId="{F2123040-1A23-C008-658C-579F1B8C7159}"/>
          </ac:picMkLst>
        </pc:picChg>
        <pc:picChg chg="mod">
          <ac:chgData name="Macher, Andreas (DI FA CTR PLC PPM)" userId="f1dcac62-7bef-43eb-91f0-927336a1714f" providerId="ADAL" clId="{5B710B73-F6D6-4A7D-9276-5384056BD54A}" dt="2022-11-16T13:21:41.512" v="7040"/>
          <ac:picMkLst>
            <pc:docMk/>
            <pc:sldMk cId="3624531473" sldId="9103"/>
            <ac:picMk id="28" creationId="{25690E9D-AB34-B8D5-C657-17A10B047577}"/>
          </ac:picMkLst>
        </pc:picChg>
        <pc:picChg chg="mod">
          <ac:chgData name="Macher, Andreas (DI FA CTR PLC PPM)" userId="f1dcac62-7bef-43eb-91f0-927336a1714f" providerId="ADAL" clId="{5B710B73-F6D6-4A7D-9276-5384056BD54A}" dt="2022-11-16T13:21:41.512" v="7040"/>
          <ac:picMkLst>
            <pc:docMk/>
            <pc:sldMk cId="3624531473" sldId="9103"/>
            <ac:picMk id="29" creationId="{F21859DF-8709-CD4A-B119-F4BDD47AFF26}"/>
          </ac:picMkLst>
        </pc:picChg>
        <pc:picChg chg="mod">
          <ac:chgData name="Macher, Andreas (DI FA CTR PLC PPM)" userId="f1dcac62-7bef-43eb-91f0-927336a1714f" providerId="ADAL" clId="{5B710B73-F6D6-4A7D-9276-5384056BD54A}" dt="2022-11-16T13:21:41.512" v="7040"/>
          <ac:picMkLst>
            <pc:docMk/>
            <pc:sldMk cId="3624531473" sldId="9103"/>
            <ac:picMk id="46" creationId="{F8DD4D8F-E367-2CC2-61C1-1AEB77AD618E}"/>
          </ac:picMkLst>
        </pc:picChg>
        <pc:picChg chg="mod">
          <ac:chgData name="Macher, Andreas (DI FA CTR PLC PPM)" userId="f1dcac62-7bef-43eb-91f0-927336a1714f" providerId="ADAL" clId="{5B710B73-F6D6-4A7D-9276-5384056BD54A}" dt="2022-11-16T13:21:41.512" v="7040"/>
          <ac:picMkLst>
            <pc:docMk/>
            <pc:sldMk cId="3624531473" sldId="9103"/>
            <ac:picMk id="49" creationId="{874D528C-185E-9045-47ED-EABE38E371CB}"/>
          </ac:picMkLst>
        </pc:picChg>
        <pc:picChg chg="mod">
          <ac:chgData name="Macher, Andreas (DI FA CTR PLC PPM)" userId="f1dcac62-7bef-43eb-91f0-927336a1714f" providerId="ADAL" clId="{5B710B73-F6D6-4A7D-9276-5384056BD54A}" dt="2022-11-16T13:21:41.512" v="7040"/>
          <ac:picMkLst>
            <pc:docMk/>
            <pc:sldMk cId="3624531473" sldId="9103"/>
            <ac:picMk id="54" creationId="{1B1A36AC-AB28-84F6-88C9-ECBC20DE057C}"/>
          </ac:picMkLst>
        </pc:picChg>
        <pc:picChg chg="mod">
          <ac:chgData name="Macher, Andreas (DI FA CTR PLC PPM)" userId="f1dcac62-7bef-43eb-91f0-927336a1714f" providerId="ADAL" clId="{5B710B73-F6D6-4A7D-9276-5384056BD54A}" dt="2022-11-16T13:21:41.512" v="7040"/>
          <ac:picMkLst>
            <pc:docMk/>
            <pc:sldMk cId="3624531473" sldId="9103"/>
            <ac:picMk id="55" creationId="{B6D48EF5-DDE1-823C-977C-A809BCCD290B}"/>
          </ac:picMkLst>
        </pc:picChg>
        <pc:picChg chg="mod">
          <ac:chgData name="Macher, Andreas (DI FA CTR PLC PPM)" userId="f1dcac62-7bef-43eb-91f0-927336a1714f" providerId="ADAL" clId="{5B710B73-F6D6-4A7D-9276-5384056BD54A}" dt="2022-11-16T13:21:41.512" v="7040"/>
          <ac:picMkLst>
            <pc:docMk/>
            <pc:sldMk cId="3624531473" sldId="9103"/>
            <ac:picMk id="56" creationId="{EE14167D-0B81-D418-5B51-77660C01BD86}"/>
          </ac:picMkLst>
        </pc:picChg>
        <pc:picChg chg="mod">
          <ac:chgData name="Macher, Andreas (DI FA CTR PLC PPM)" userId="f1dcac62-7bef-43eb-91f0-927336a1714f" providerId="ADAL" clId="{5B710B73-F6D6-4A7D-9276-5384056BD54A}" dt="2022-11-16T13:21:41.512" v="7040"/>
          <ac:picMkLst>
            <pc:docMk/>
            <pc:sldMk cId="3624531473" sldId="9103"/>
            <ac:picMk id="57" creationId="{9CFA8076-D4D8-2A19-167E-88DC6DD6282C}"/>
          </ac:picMkLst>
        </pc:picChg>
        <pc:picChg chg="mod">
          <ac:chgData name="Macher, Andreas (DI FA CTR PLC PPM)" userId="f1dcac62-7bef-43eb-91f0-927336a1714f" providerId="ADAL" clId="{5B710B73-F6D6-4A7D-9276-5384056BD54A}" dt="2022-11-16T13:21:41.512" v="7040"/>
          <ac:picMkLst>
            <pc:docMk/>
            <pc:sldMk cId="3624531473" sldId="9103"/>
            <ac:picMk id="59" creationId="{B5A2E02B-F498-E3D8-BA14-AECD79D0EC0E}"/>
          </ac:picMkLst>
        </pc:picChg>
        <pc:picChg chg="mod">
          <ac:chgData name="Macher, Andreas (DI FA CTR PLC PPM)" userId="f1dcac62-7bef-43eb-91f0-927336a1714f" providerId="ADAL" clId="{5B710B73-F6D6-4A7D-9276-5384056BD54A}" dt="2022-11-16T13:21:41.512" v="7040"/>
          <ac:picMkLst>
            <pc:docMk/>
            <pc:sldMk cId="3624531473" sldId="9103"/>
            <ac:picMk id="60" creationId="{ABAFABB7-B98B-DEDF-0C02-4047E25977C2}"/>
          </ac:picMkLst>
        </pc:picChg>
        <pc:picChg chg="mod">
          <ac:chgData name="Macher, Andreas (DI FA CTR PLC PPM)" userId="f1dcac62-7bef-43eb-91f0-927336a1714f" providerId="ADAL" clId="{5B710B73-F6D6-4A7D-9276-5384056BD54A}" dt="2022-11-16T13:21:41.512" v="7040"/>
          <ac:picMkLst>
            <pc:docMk/>
            <pc:sldMk cId="3624531473" sldId="9103"/>
            <ac:picMk id="61" creationId="{9011C7D2-5653-27A7-88DC-AC8999B4AF9A}"/>
          </ac:picMkLst>
        </pc:picChg>
        <pc:picChg chg="mod">
          <ac:chgData name="Macher, Andreas (DI FA CTR PLC PPM)" userId="f1dcac62-7bef-43eb-91f0-927336a1714f" providerId="ADAL" clId="{5B710B73-F6D6-4A7D-9276-5384056BD54A}" dt="2022-11-16T13:21:41.512" v="7040"/>
          <ac:picMkLst>
            <pc:docMk/>
            <pc:sldMk cId="3624531473" sldId="9103"/>
            <ac:picMk id="63" creationId="{F557AD20-FEAE-3332-0DEB-E14473142955}"/>
          </ac:picMkLst>
        </pc:picChg>
        <pc:picChg chg="mod">
          <ac:chgData name="Macher, Andreas (DI FA CTR PLC PPM)" userId="f1dcac62-7bef-43eb-91f0-927336a1714f" providerId="ADAL" clId="{5B710B73-F6D6-4A7D-9276-5384056BD54A}" dt="2022-11-16T13:21:41.512" v="7040"/>
          <ac:picMkLst>
            <pc:docMk/>
            <pc:sldMk cId="3624531473" sldId="9103"/>
            <ac:picMk id="64" creationId="{2FA9B036-6F14-EB52-5563-E8951B312BD1}"/>
          </ac:picMkLst>
        </pc:picChg>
        <pc:picChg chg="mod">
          <ac:chgData name="Macher, Andreas (DI FA CTR PLC PPM)" userId="f1dcac62-7bef-43eb-91f0-927336a1714f" providerId="ADAL" clId="{5B710B73-F6D6-4A7D-9276-5384056BD54A}" dt="2022-11-16T13:21:41.512" v="7040"/>
          <ac:picMkLst>
            <pc:docMk/>
            <pc:sldMk cId="3624531473" sldId="9103"/>
            <ac:picMk id="65" creationId="{AFACAA4B-BAAA-1743-B9E8-FED3BC60D810}"/>
          </ac:picMkLst>
        </pc:picChg>
        <pc:picChg chg="mod">
          <ac:chgData name="Macher, Andreas (DI FA CTR PLC PPM)" userId="f1dcac62-7bef-43eb-91f0-927336a1714f" providerId="ADAL" clId="{5B710B73-F6D6-4A7D-9276-5384056BD54A}" dt="2022-11-16T13:21:41.512" v="7040"/>
          <ac:picMkLst>
            <pc:docMk/>
            <pc:sldMk cId="3624531473" sldId="9103"/>
            <ac:picMk id="67" creationId="{67EA4CFA-4826-F64E-637D-21F1C62C025F}"/>
          </ac:picMkLst>
        </pc:picChg>
        <pc:picChg chg="mod">
          <ac:chgData name="Macher, Andreas (DI FA CTR PLC PPM)" userId="f1dcac62-7bef-43eb-91f0-927336a1714f" providerId="ADAL" clId="{5B710B73-F6D6-4A7D-9276-5384056BD54A}" dt="2022-11-16T13:21:41.512" v="7040"/>
          <ac:picMkLst>
            <pc:docMk/>
            <pc:sldMk cId="3624531473" sldId="9103"/>
            <ac:picMk id="68" creationId="{6FF19CDD-C74D-7625-8F3A-C58866E6EF96}"/>
          </ac:picMkLst>
        </pc:picChg>
        <pc:picChg chg="mod">
          <ac:chgData name="Macher, Andreas (DI FA CTR PLC PPM)" userId="f1dcac62-7bef-43eb-91f0-927336a1714f" providerId="ADAL" clId="{5B710B73-F6D6-4A7D-9276-5384056BD54A}" dt="2022-11-16T13:21:41.512" v="7040"/>
          <ac:picMkLst>
            <pc:docMk/>
            <pc:sldMk cId="3624531473" sldId="9103"/>
            <ac:picMk id="69" creationId="{A6A5E9B0-C1A3-55CD-6569-8C3C27126A44}"/>
          </ac:picMkLst>
        </pc:picChg>
        <pc:picChg chg="add mod">
          <ac:chgData name="Macher, Andreas (DI FA CTR PLC PPM)" userId="f1dcac62-7bef-43eb-91f0-927336a1714f" providerId="ADAL" clId="{5B710B73-F6D6-4A7D-9276-5384056BD54A}" dt="2022-11-16T13:22:09.062" v="7044"/>
          <ac:picMkLst>
            <pc:docMk/>
            <pc:sldMk cId="3624531473" sldId="9103"/>
            <ac:picMk id="71" creationId="{D756830E-EF40-542D-EC48-6BE7F4BC929A}"/>
          </ac:picMkLst>
        </pc:picChg>
        <pc:picChg chg="mod">
          <ac:chgData name="Macher, Andreas (DI FA CTR PLC PPM)" userId="f1dcac62-7bef-43eb-91f0-927336a1714f" providerId="ADAL" clId="{5B710B73-F6D6-4A7D-9276-5384056BD54A}" dt="2022-11-16T13:22:09.062" v="7044"/>
          <ac:picMkLst>
            <pc:docMk/>
            <pc:sldMk cId="3624531473" sldId="9103"/>
            <ac:picMk id="76" creationId="{99FB58CA-CA1D-E4ED-8E13-1360B9AB1CDB}"/>
          </ac:picMkLst>
        </pc:picChg>
        <pc:picChg chg="mod">
          <ac:chgData name="Macher, Andreas (DI FA CTR PLC PPM)" userId="f1dcac62-7bef-43eb-91f0-927336a1714f" providerId="ADAL" clId="{5B710B73-F6D6-4A7D-9276-5384056BD54A}" dt="2022-11-16T13:22:09.062" v="7044"/>
          <ac:picMkLst>
            <pc:docMk/>
            <pc:sldMk cId="3624531473" sldId="9103"/>
            <ac:picMk id="77" creationId="{A9DABC77-701C-208A-5DBA-E85409A2F3BB}"/>
          </ac:picMkLst>
        </pc:picChg>
        <pc:picChg chg="mod">
          <ac:chgData name="Macher, Andreas (DI FA CTR PLC PPM)" userId="f1dcac62-7bef-43eb-91f0-927336a1714f" providerId="ADAL" clId="{5B710B73-F6D6-4A7D-9276-5384056BD54A}" dt="2022-11-16T13:22:09.062" v="7044"/>
          <ac:picMkLst>
            <pc:docMk/>
            <pc:sldMk cId="3624531473" sldId="9103"/>
            <ac:picMk id="78" creationId="{BB16B789-EC2B-7FA3-8AE2-0CE5568D69C0}"/>
          </ac:picMkLst>
        </pc:picChg>
        <pc:picChg chg="mod">
          <ac:chgData name="Macher, Andreas (DI FA CTR PLC PPM)" userId="f1dcac62-7bef-43eb-91f0-927336a1714f" providerId="ADAL" clId="{5B710B73-F6D6-4A7D-9276-5384056BD54A}" dt="2022-11-16T13:22:15.784" v="7046"/>
          <ac:picMkLst>
            <pc:docMk/>
            <pc:sldMk cId="3624531473" sldId="9103"/>
            <ac:picMk id="80" creationId="{8B503416-D1A2-58FD-493A-99DC89908DAA}"/>
          </ac:picMkLst>
        </pc:picChg>
        <pc:picChg chg="mod">
          <ac:chgData name="Macher, Andreas (DI FA CTR PLC PPM)" userId="f1dcac62-7bef-43eb-91f0-927336a1714f" providerId="ADAL" clId="{5B710B73-F6D6-4A7D-9276-5384056BD54A}" dt="2022-11-16T13:22:15.784" v="7046"/>
          <ac:picMkLst>
            <pc:docMk/>
            <pc:sldMk cId="3624531473" sldId="9103"/>
            <ac:picMk id="81" creationId="{BC488A79-49D8-D38F-9456-0ACA8AAB4DB7}"/>
          </ac:picMkLst>
        </pc:picChg>
        <pc:picChg chg="mod">
          <ac:chgData name="Macher, Andreas (DI FA CTR PLC PPM)" userId="f1dcac62-7bef-43eb-91f0-927336a1714f" providerId="ADAL" clId="{5B710B73-F6D6-4A7D-9276-5384056BD54A}" dt="2022-11-16T13:22:15.784" v="7046"/>
          <ac:picMkLst>
            <pc:docMk/>
            <pc:sldMk cId="3624531473" sldId="9103"/>
            <ac:picMk id="82" creationId="{732C90F5-05CA-35BB-B9EF-C2636D65D346}"/>
          </ac:picMkLst>
        </pc:picChg>
        <pc:picChg chg="mod">
          <ac:chgData name="Macher, Andreas (DI FA CTR PLC PPM)" userId="f1dcac62-7bef-43eb-91f0-927336a1714f" providerId="ADAL" clId="{5B710B73-F6D6-4A7D-9276-5384056BD54A}" dt="2022-11-16T13:22:25.354" v="7049"/>
          <ac:picMkLst>
            <pc:docMk/>
            <pc:sldMk cId="3624531473" sldId="9103"/>
            <ac:picMk id="84" creationId="{D8C29BB8-EB3E-A275-32A7-AD9D20E809E7}"/>
          </ac:picMkLst>
        </pc:picChg>
        <pc:picChg chg="mod">
          <ac:chgData name="Macher, Andreas (DI FA CTR PLC PPM)" userId="f1dcac62-7bef-43eb-91f0-927336a1714f" providerId="ADAL" clId="{5B710B73-F6D6-4A7D-9276-5384056BD54A}" dt="2022-11-16T13:22:25.354" v="7049"/>
          <ac:picMkLst>
            <pc:docMk/>
            <pc:sldMk cId="3624531473" sldId="9103"/>
            <ac:picMk id="85" creationId="{8C24FE46-C489-BD47-0D31-D294F4940E0A}"/>
          </ac:picMkLst>
        </pc:picChg>
        <pc:picChg chg="mod">
          <ac:chgData name="Macher, Andreas (DI FA CTR PLC PPM)" userId="f1dcac62-7bef-43eb-91f0-927336a1714f" providerId="ADAL" clId="{5B710B73-F6D6-4A7D-9276-5384056BD54A}" dt="2022-11-16T13:22:25.354" v="7049"/>
          <ac:picMkLst>
            <pc:docMk/>
            <pc:sldMk cId="3624531473" sldId="9103"/>
            <ac:picMk id="92" creationId="{8890DF55-FB97-219E-436F-8600368DAD42}"/>
          </ac:picMkLst>
        </pc:picChg>
        <pc:picChg chg="mod">
          <ac:chgData name="Macher, Andreas (DI FA CTR PLC PPM)" userId="f1dcac62-7bef-43eb-91f0-927336a1714f" providerId="ADAL" clId="{5B710B73-F6D6-4A7D-9276-5384056BD54A}" dt="2022-11-16T13:21:16.999" v="7036" actId="207"/>
          <ac:picMkLst>
            <pc:docMk/>
            <pc:sldMk cId="3624531473" sldId="9103"/>
            <ac:picMk id="106" creationId="{0BCEE41B-A81B-4BF8-B62A-35454B831DC8}"/>
          </ac:picMkLst>
        </pc:picChg>
        <pc:picChg chg="mod">
          <ac:chgData name="Macher, Andreas (DI FA CTR PLC PPM)" userId="f1dcac62-7bef-43eb-91f0-927336a1714f" providerId="ADAL" clId="{5B710B73-F6D6-4A7D-9276-5384056BD54A}" dt="2022-11-16T13:21:16.999" v="7036" actId="207"/>
          <ac:picMkLst>
            <pc:docMk/>
            <pc:sldMk cId="3624531473" sldId="9103"/>
            <ac:picMk id="107" creationId="{68110DFD-3248-418E-9CE5-2D1284F0CD81}"/>
          </ac:picMkLst>
        </pc:picChg>
        <pc:picChg chg="mod">
          <ac:chgData name="Macher, Andreas (DI FA CTR PLC PPM)" userId="f1dcac62-7bef-43eb-91f0-927336a1714f" providerId="ADAL" clId="{5B710B73-F6D6-4A7D-9276-5384056BD54A}" dt="2022-11-16T13:21:16.999" v="7036" actId="207"/>
          <ac:picMkLst>
            <pc:docMk/>
            <pc:sldMk cId="3624531473" sldId="9103"/>
            <ac:picMk id="108" creationId="{F29F2181-570F-4274-AEEE-79180909949A}"/>
          </ac:picMkLst>
        </pc:picChg>
        <pc:picChg chg="mod">
          <ac:chgData name="Macher, Andreas (DI FA CTR PLC PPM)" userId="f1dcac62-7bef-43eb-91f0-927336a1714f" providerId="ADAL" clId="{5B710B73-F6D6-4A7D-9276-5384056BD54A}" dt="2022-11-16T13:21:16.999" v="7036" actId="207"/>
          <ac:picMkLst>
            <pc:docMk/>
            <pc:sldMk cId="3624531473" sldId="9103"/>
            <ac:picMk id="109" creationId="{6FCAA782-409F-4177-BB5A-68E9397B72F1}"/>
          </ac:picMkLst>
        </pc:picChg>
        <pc:picChg chg="mod">
          <ac:chgData name="Macher, Andreas (DI FA CTR PLC PPM)" userId="f1dcac62-7bef-43eb-91f0-927336a1714f" providerId="ADAL" clId="{5B710B73-F6D6-4A7D-9276-5384056BD54A}" dt="2022-11-16T13:21:16.999" v="7036" actId="207"/>
          <ac:picMkLst>
            <pc:docMk/>
            <pc:sldMk cId="3624531473" sldId="9103"/>
            <ac:picMk id="110" creationId="{D2E434F0-47D2-4942-AD94-F42E296FFB8A}"/>
          </ac:picMkLst>
        </pc:picChg>
        <pc:picChg chg="mod">
          <ac:chgData name="Macher, Andreas (DI FA CTR PLC PPM)" userId="f1dcac62-7bef-43eb-91f0-927336a1714f" providerId="ADAL" clId="{5B710B73-F6D6-4A7D-9276-5384056BD54A}" dt="2022-11-16T13:21:16.999" v="7036" actId="207"/>
          <ac:picMkLst>
            <pc:docMk/>
            <pc:sldMk cId="3624531473" sldId="9103"/>
            <ac:picMk id="111" creationId="{F644F3DA-3B5F-47E8-8F3C-152BEE8F74F6}"/>
          </ac:picMkLst>
        </pc:picChg>
        <pc:picChg chg="mod">
          <ac:chgData name="Macher, Andreas (DI FA CTR PLC PPM)" userId="f1dcac62-7bef-43eb-91f0-927336a1714f" providerId="ADAL" clId="{5B710B73-F6D6-4A7D-9276-5384056BD54A}" dt="2022-11-16T13:21:19.631" v="7037" actId="207"/>
          <ac:picMkLst>
            <pc:docMk/>
            <pc:sldMk cId="3624531473" sldId="9103"/>
            <ac:picMk id="124" creationId="{A5336560-FCE3-417F-AD01-E0269640F98F}"/>
          </ac:picMkLst>
        </pc:picChg>
        <pc:picChg chg="mod">
          <ac:chgData name="Macher, Andreas (DI FA CTR PLC PPM)" userId="f1dcac62-7bef-43eb-91f0-927336a1714f" providerId="ADAL" clId="{5B710B73-F6D6-4A7D-9276-5384056BD54A}" dt="2022-11-16T13:21:19.631" v="7037" actId="207"/>
          <ac:picMkLst>
            <pc:docMk/>
            <pc:sldMk cId="3624531473" sldId="9103"/>
            <ac:picMk id="125" creationId="{6100AA1D-EFB9-4BB7-9F79-E29E777EF36E}"/>
          </ac:picMkLst>
        </pc:picChg>
        <pc:picChg chg="mod">
          <ac:chgData name="Macher, Andreas (DI FA CTR PLC PPM)" userId="f1dcac62-7bef-43eb-91f0-927336a1714f" providerId="ADAL" clId="{5B710B73-F6D6-4A7D-9276-5384056BD54A}" dt="2022-11-16T13:21:19.631" v="7037" actId="207"/>
          <ac:picMkLst>
            <pc:docMk/>
            <pc:sldMk cId="3624531473" sldId="9103"/>
            <ac:picMk id="126" creationId="{3F54C998-BBF9-472B-8017-C77542AB4FCB}"/>
          </ac:picMkLst>
        </pc:picChg>
        <pc:picChg chg="mod">
          <ac:chgData name="Macher, Andreas (DI FA CTR PLC PPM)" userId="f1dcac62-7bef-43eb-91f0-927336a1714f" providerId="ADAL" clId="{5B710B73-F6D6-4A7D-9276-5384056BD54A}" dt="2022-11-16T13:21:19.631" v="7037" actId="207"/>
          <ac:picMkLst>
            <pc:docMk/>
            <pc:sldMk cId="3624531473" sldId="9103"/>
            <ac:picMk id="127" creationId="{C08436FD-D126-4389-888F-A95FF0BDB142}"/>
          </ac:picMkLst>
        </pc:picChg>
        <pc:picChg chg="mod">
          <ac:chgData name="Macher, Andreas (DI FA CTR PLC PPM)" userId="f1dcac62-7bef-43eb-91f0-927336a1714f" providerId="ADAL" clId="{5B710B73-F6D6-4A7D-9276-5384056BD54A}" dt="2022-11-16T13:21:19.631" v="7037" actId="207"/>
          <ac:picMkLst>
            <pc:docMk/>
            <pc:sldMk cId="3624531473" sldId="9103"/>
            <ac:picMk id="128" creationId="{D1BC8F93-A0F4-4C94-80AC-749BC31BF2BC}"/>
          </ac:picMkLst>
        </pc:picChg>
        <pc:picChg chg="mod">
          <ac:chgData name="Macher, Andreas (DI FA CTR PLC PPM)" userId="f1dcac62-7bef-43eb-91f0-927336a1714f" providerId="ADAL" clId="{5B710B73-F6D6-4A7D-9276-5384056BD54A}" dt="2022-11-16T13:21:19.631" v="7037" actId="207"/>
          <ac:picMkLst>
            <pc:docMk/>
            <pc:sldMk cId="3624531473" sldId="9103"/>
            <ac:picMk id="129" creationId="{AE994D17-4C0D-4FAB-951F-F9453F7AE94A}"/>
          </ac:picMkLst>
        </pc:picChg>
        <pc:picChg chg="del">
          <ac:chgData name="Macher, Andreas (DI FA CTR PLC PPM)" userId="f1dcac62-7bef-43eb-91f0-927336a1714f" providerId="ADAL" clId="{5B710B73-F6D6-4A7D-9276-5384056BD54A}" dt="2022-11-16T13:22:08.691" v="7043" actId="478"/>
          <ac:picMkLst>
            <pc:docMk/>
            <pc:sldMk cId="3624531473" sldId="9103"/>
            <ac:picMk id="130" creationId="{BB697D2C-FEDA-4BF9-82F5-A68CE6EB4EAB}"/>
          </ac:picMkLst>
        </pc:picChg>
        <pc:picChg chg="mod">
          <ac:chgData name="Macher, Andreas (DI FA CTR PLC PPM)" userId="f1dcac62-7bef-43eb-91f0-927336a1714f" providerId="ADAL" clId="{5B710B73-F6D6-4A7D-9276-5384056BD54A}" dt="2022-11-16T13:21:21.937" v="7038" actId="207"/>
          <ac:picMkLst>
            <pc:docMk/>
            <pc:sldMk cId="3624531473" sldId="9103"/>
            <ac:picMk id="148" creationId="{6690D562-E1B3-4311-A043-F7B936731DD5}"/>
          </ac:picMkLst>
        </pc:picChg>
        <pc:picChg chg="mod">
          <ac:chgData name="Macher, Andreas (DI FA CTR PLC PPM)" userId="f1dcac62-7bef-43eb-91f0-927336a1714f" providerId="ADAL" clId="{5B710B73-F6D6-4A7D-9276-5384056BD54A}" dt="2022-11-16T13:21:21.937" v="7038" actId="207"/>
          <ac:picMkLst>
            <pc:docMk/>
            <pc:sldMk cId="3624531473" sldId="9103"/>
            <ac:picMk id="149" creationId="{605D015D-4BF6-499D-BBF9-3C01DB8B6F0F}"/>
          </ac:picMkLst>
        </pc:picChg>
        <pc:picChg chg="mod">
          <ac:chgData name="Macher, Andreas (DI FA CTR PLC PPM)" userId="f1dcac62-7bef-43eb-91f0-927336a1714f" providerId="ADAL" clId="{5B710B73-F6D6-4A7D-9276-5384056BD54A}" dt="2022-11-16T13:21:21.937" v="7038" actId="207"/>
          <ac:picMkLst>
            <pc:docMk/>
            <pc:sldMk cId="3624531473" sldId="9103"/>
            <ac:picMk id="150" creationId="{25BF318C-63E7-4BE5-A6D1-5D9EFE7723B0}"/>
          </ac:picMkLst>
        </pc:picChg>
        <pc:picChg chg="mod">
          <ac:chgData name="Macher, Andreas (DI FA CTR PLC PPM)" userId="f1dcac62-7bef-43eb-91f0-927336a1714f" providerId="ADAL" clId="{5B710B73-F6D6-4A7D-9276-5384056BD54A}" dt="2022-11-16T13:21:21.937" v="7038" actId="207"/>
          <ac:picMkLst>
            <pc:docMk/>
            <pc:sldMk cId="3624531473" sldId="9103"/>
            <ac:picMk id="151" creationId="{132D4F8D-DCD5-40DB-B542-AFB4F16CFA97}"/>
          </ac:picMkLst>
        </pc:picChg>
        <pc:picChg chg="mod">
          <ac:chgData name="Macher, Andreas (DI FA CTR PLC PPM)" userId="f1dcac62-7bef-43eb-91f0-927336a1714f" providerId="ADAL" clId="{5B710B73-F6D6-4A7D-9276-5384056BD54A}" dt="2022-11-16T13:21:21.937" v="7038" actId="207"/>
          <ac:picMkLst>
            <pc:docMk/>
            <pc:sldMk cId="3624531473" sldId="9103"/>
            <ac:picMk id="152" creationId="{49AD3250-AFF7-4448-A1BD-29031430F6F2}"/>
          </ac:picMkLst>
        </pc:picChg>
        <pc:picChg chg="mod">
          <ac:chgData name="Macher, Andreas (DI FA CTR PLC PPM)" userId="f1dcac62-7bef-43eb-91f0-927336a1714f" providerId="ADAL" clId="{5B710B73-F6D6-4A7D-9276-5384056BD54A}" dt="2022-11-16T13:21:21.937" v="7038" actId="207"/>
          <ac:picMkLst>
            <pc:docMk/>
            <pc:sldMk cId="3624531473" sldId="9103"/>
            <ac:picMk id="153" creationId="{A9689DFC-434B-4BC8-B2F5-A66E2A6F6BF7}"/>
          </ac:picMkLst>
        </pc:picChg>
        <pc:cxnChg chg="mod">
          <ac:chgData name="Macher, Andreas (DI FA CTR PLC PPM)" userId="f1dcac62-7bef-43eb-91f0-927336a1714f" providerId="ADAL" clId="{5B710B73-F6D6-4A7D-9276-5384056BD54A}" dt="2022-11-16T13:22:51.757" v="7051" actId="208"/>
          <ac:cxnSpMkLst>
            <pc:docMk/>
            <pc:sldMk cId="3624531473" sldId="9103"/>
            <ac:cxnSpMk id="34" creationId="{C8C9A678-7CF6-46EC-9A60-EEDAAA1766BB}"/>
          </ac:cxnSpMkLst>
        </pc:cxnChg>
      </pc:sldChg>
      <pc:sldChg chg="addSp delSp modSp mod chgLayout">
        <pc:chgData name="Macher, Andreas (DI FA CTR PLC PPM)" userId="f1dcac62-7bef-43eb-91f0-927336a1714f" providerId="ADAL" clId="{5B710B73-F6D6-4A7D-9276-5384056BD54A}" dt="2022-11-23T12:33:33.591" v="9083" actId="1076"/>
        <pc:sldMkLst>
          <pc:docMk/>
          <pc:sldMk cId="1549395957" sldId="9104"/>
        </pc:sldMkLst>
        <pc:spChg chg="mod ord">
          <ac:chgData name="Macher, Andreas (DI FA CTR PLC PPM)" userId="f1dcac62-7bef-43eb-91f0-927336a1714f" providerId="ADAL" clId="{5B710B73-F6D6-4A7D-9276-5384056BD54A}" dt="2022-11-16T13:37:07.503" v="7229" actId="207"/>
          <ac:spMkLst>
            <pc:docMk/>
            <pc:sldMk cId="1549395957" sldId="9104"/>
            <ac:spMk id="2" creationId="{01FF8783-8957-4145-A140-42B86A578CB9}"/>
          </ac:spMkLst>
        </pc:spChg>
        <pc:spChg chg="del">
          <ac:chgData name="Macher, Andreas (DI FA CTR PLC PPM)" userId="f1dcac62-7bef-43eb-91f0-927336a1714f" providerId="ADAL" clId="{5B710B73-F6D6-4A7D-9276-5384056BD54A}" dt="2022-11-16T13:54:26.316" v="7574" actId="478"/>
          <ac:spMkLst>
            <pc:docMk/>
            <pc:sldMk cId="1549395957" sldId="9104"/>
            <ac:spMk id="3" creationId="{12605A35-52E8-4A18-B8D2-1431AAB9CCBA}"/>
          </ac:spMkLst>
        </pc:spChg>
        <pc:spChg chg="mod ord">
          <ac:chgData name="Macher, Andreas (DI FA CTR PLC PPM)" userId="f1dcac62-7bef-43eb-91f0-927336a1714f" providerId="ADAL" clId="{5B710B73-F6D6-4A7D-9276-5384056BD54A}" dt="2022-11-23T12:21:55.580" v="8996"/>
          <ac:spMkLst>
            <pc:docMk/>
            <pc:sldMk cId="1549395957" sldId="9104"/>
            <ac:spMk id="4" creationId="{FEEE8ED1-ACD5-40D5-B45F-99F11A43AAE6}"/>
          </ac:spMkLst>
        </pc:spChg>
        <pc:spChg chg="mod">
          <ac:chgData name="Macher, Andreas (DI FA CTR PLC PPM)" userId="f1dcac62-7bef-43eb-91f0-927336a1714f" providerId="ADAL" clId="{5B710B73-F6D6-4A7D-9276-5384056BD54A}" dt="2022-11-16T13:54:33.843" v="7575" actId="207"/>
          <ac:spMkLst>
            <pc:docMk/>
            <pc:sldMk cId="1549395957" sldId="9104"/>
            <ac:spMk id="27" creationId="{87ECA88F-5089-4F6E-A8ED-E026490C31F9}"/>
          </ac:spMkLst>
        </pc:spChg>
        <pc:spChg chg="mod">
          <ac:chgData name="Macher, Andreas (DI FA CTR PLC PPM)" userId="f1dcac62-7bef-43eb-91f0-927336a1714f" providerId="ADAL" clId="{5B710B73-F6D6-4A7D-9276-5384056BD54A}" dt="2022-11-16T13:37:10.277" v="7230" actId="207"/>
          <ac:spMkLst>
            <pc:docMk/>
            <pc:sldMk cId="1549395957" sldId="9104"/>
            <ac:spMk id="31" creationId="{3C42DD56-30E4-40DD-9C2F-F8174EF09CC9}"/>
          </ac:spMkLst>
        </pc:spChg>
        <pc:grpChg chg="add mod">
          <ac:chgData name="Macher, Andreas (DI FA CTR PLC PPM)" userId="f1dcac62-7bef-43eb-91f0-927336a1714f" providerId="ADAL" clId="{5B710B73-F6D6-4A7D-9276-5384056BD54A}" dt="2022-11-23T12:33:33.591" v="9083" actId="1076"/>
          <ac:grpSpMkLst>
            <pc:docMk/>
            <pc:sldMk cId="1549395957" sldId="9104"/>
            <ac:grpSpMk id="3" creationId="{436FE2F0-4894-AACE-01E2-0D0378286F66}"/>
          </ac:grpSpMkLst>
        </pc:grpChg>
        <pc:grpChg chg="mod">
          <ac:chgData name="Macher, Andreas (DI FA CTR PLC PPM)" userId="f1dcac62-7bef-43eb-91f0-927336a1714f" providerId="ADAL" clId="{5B710B73-F6D6-4A7D-9276-5384056BD54A}" dt="2022-11-16T13:14:13.134" v="6961" actId="207"/>
          <ac:grpSpMkLst>
            <pc:docMk/>
            <pc:sldMk cId="1549395957" sldId="9104"/>
            <ac:grpSpMk id="16" creationId="{3AAA9C01-64A2-45E4-AF41-9B38C277DEF0}"/>
          </ac:grpSpMkLst>
        </pc:grpChg>
        <pc:grpChg chg="del">
          <ac:chgData name="Macher, Andreas (DI FA CTR PLC PPM)" userId="f1dcac62-7bef-43eb-91f0-927336a1714f" providerId="ADAL" clId="{5B710B73-F6D6-4A7D-9276-5384056BD54A}" dt="2022-11-23T12:33:20.323" v="9079" actId="478"/>
          <ac:grpSpMkLst>
            <pc:docMk/>
            <pc:sldMk cId="1549395957" sldId="9104"/>
            <ac:grpSpMk id="22" creationId="{C1991690-49F0-4428-86E9-AEE12C8E9EDC}"/>
          </ac:grpSpMkLst>
        </pc:grpChg>
        <pc:picChg chg="mod">
          <ac:chgData name="Macher, Andreas (DI FA CTR PLC PPM)" userId="f1dcac62-7bef-43eb-91f0-927336a1714f" providerId="ADAL" clId="{5B710B73-F6D6-4A7D-9276-5384056BD54A}" dt="2022-11-23T12:33:28.222" v="9082"/>
          <ac:picMkLst>
            <pc:docMk/>
            <pc:sldMk cId="1549395957" sldId="9104"/>
            <ac:picMk id="5" creationId="{5B876D32-EE3B-D8B8-BAB9-92893485B7B7}"/>
          </ac:picMkLst>
        </pc:picChg>
        <pc:picChg chg="mod">
          <ac:chgData name="Macher, Andreas (DI FA CTR PLC PPM)" userId="f1dcac62-7bef-43eb-91f0-927336a1714f" providerId="ADAL" clId="{5B710B73-F6D6-4A7D-9276-5384056BD54A}" dt="2022-11-23T12:33:28.222" v="9082"/>
          <ac:picMkLst>
            <pc:docMk/>
            <pc:sldMk cId="1549395957" sldId="9104"/>
            <ac:picMk id="7" creationId="{264CCD15-302A-C2D8-466F-6A7346C6193B}"/>
          </ac:picMkLst>
        </pc:picChg>
        <pc:picChg chg="mod">
          <ac:chgData name="Macher, Andreas (DI FA CTR PLC PPM)" userId="f1dcac62-7bef-43eb-91f0-927336a1714f" providerId="ADAL" clId="{5B710B73-F6D6-4A7D-9276-5384056BD54A}" dt="2022-11-23T12:33:28.222" v="9082"/>
          <ac:picMkLst>
            <pc:docMk/>
            <pc:sldMk cId="1549395957" sldId="9104"/>
            <ac:picMk id="8" creationId="{80CD5647-1804-FFA9-8872-ACD04FBE3A69}"/>
          </ac:picMkLst>
        </pc:picChg>
        <pc:picChg chg="mod">
          <ac:chgData name="Macher, Andreas (DI FA CTR PLC PPM)" userId="f1dcac62-7bef-43eb-91f0-927336a1714f" providerId="ADAL" clId="{5B710B73-F6D6-4A7D-9276-5384056BD54A}" dt="2022-11-16T13:14:13.134" v="6961" actId="207"/>
          <ac:picMkLst>
            <pc:docMk/>
            <pc:sldMk cId="1549395957" sldId="9104"/>
            <ac:picMk id="17" creationId="{5B10909F-7673-422F-A02A-3E17C81FF77C}"/>
          </ac:picMkLst>
        </pc:picChg>
        <pc:picChg chg="mod">
          <ac:chgData name="Macher, Andreas (DI FA CTR PLC PPM)" userId="f1dcac62-7bef-43eb-91f0-927336a1714f" providerId="ADAL" clId="{5B710B73-F6D6-4A7D-9276-5384056BD54A}" dt="2022-11-16T13:14:13.134" v="6961" actId="207"/>
          <ac:picMkLst>
            <pc:docMk/>
            <pc:sldMk cId="1549395957" sldId="9104"/>
            <ac:picMk id="18" creationId="{F6B731DD-C401-465A-A0C2-07B722DBD51F}"/>
          </ac:picMkLst>
        </pc:picChg>
        <pc:picChg chg="mod">
          <ac:chgData name="Macher, Andreas (DI FA CTR PLC PPM)" userId="f1dcac62-7bef-43eb-91f0-927336a1714f" providerId="ADAL" clId="{5B710B73-F6D6-4A7D-9276-5384056BD54A}" dt="2022-11-16T13:14:13.134" v="6961" actId="207"/>
          <ac:picMkLst>
            <pc:docMk/>
            <pc:sldMk cId="1549395957" sldId="9104"/>
            <ac:picMk id="19" creationId="{C21611C3-698D-42FE-9A85-CA7B0C542E5F}"/>
          </ac:picMkLst>
        </pc:picChg>
        <pc:picChg chg="del">
          <ac:chgData name="Macher, Andreas (DI FA CTR PLC PPM)" userId="f1dcac62-7bef-43eb-91f0-927336a1714f" providerId="ADAL" clId="{5B710B73-F6D6-4A7D-9276-5384056BD54A}" dt="2022-11-23T12:33:27.858" v="9081" actId="478"/>
          <ac:picMkLst>
            <pc:docMk/>
            <pc:sldMk cId="1549395957" sldId="9104"/>
            <ac:picMk id="21" creationId="{5AD34BC3-E48C-48F9-93E0-A1DE21558686}"/>
          </ac:picMkLst>
        </pc:picChg>
        <pc:picChg chg="del">
          <ac:chgData name="Macher, Andreas (DI FA CTR PLC PPM)" userId="f1dcac62-7bef-43eb-91f0-927336a1714f" providerId="ADAL" clId="{5B710B73-F6D6-4A7D-9276-5384056BD54A}" dt="2022-11-23T12:33:24.936" v="9080" actId="478"/>
          <ac:picMkLst>
            <pc:docMk/>
            <pc:sldMk cId="1549395957" sldId="9104"/>
            <ac:picMk id="25" creationId="{D5DF54B2-03E8-4302-ACE3-3512E9871490}"/>
          </ac:picMkLst>
        </pc:picChg>
      </pc:sldChg>
      <pc:sldChg chg="delSp modSp mod chgLayout">
        <pc:chgData name="Macher, Andreas (DI FA CTR PLC PPM)" userId="f1dcac62-7bef-43eb-91f0-927336a1714f" providerId="ADAL" clId="{5B710B73-F6D6-4A7D-9276-5384056BD54A}" dt="2022-11-23T12:21:55.580" v="8996"/>
        <pc:sldMkLst>
          <pc:docMk/>
          <pc:sldMk cId="3316944469" sldId="9107"/>
        </pc:sldMkLst>
        <pc:spChg chg="mod ord">
          <ac:chgData name="Macher, Andreas (DI FA CTR PLC PPM)" userId="f1dcac62-7bef-43eb-91f0-927336a1714f" providerId="ADAL" clId="{5B710B73-F6D6-4A7D-9276-5384056BD54A}" dt="2022-11-16T13:37:22.764" v="7233" actId="207"/>
          <ac:spMkLst>
            <pc:docMk/>
            <pc:sldMk cId="3316944469" sldId="9107"/>
            <ac:spMk id="2" creationId="{01FF8783-8957-4145-A140-42B86A578CB9}"/>
          </ac:spMkLst>
        </pc:spChg>
        <pc:spChg chg="mod ord">
          <ac:chgData name="Macher, Andreas (DI FA CTR PLC PPM)" userId="f1dcac62-7bef-43eb-91f0-927336a1714f" providerId="ADAL" clId="{5B710B73-F6D6-4A7D-9276-5384056BD54A}" dt="2022-11-23T12:21:55.580" v="8996"/>
          <ac:spMkLst>
            <pc:docMk/>
            <pc:sldMk cId="3316944469" sldId="9107"/>
            <ac:spMk id="3" creationId="{27EE03A8-10F8-421E-B741-D4470D1296A7}"/>
          </ac:spMkLst>
        </pc:spChg>
        <pc:spChg chg="del">
          <ac:chgData name="Macher, Andreas (DI FA CTR PLC PPM)" userId="f1dcac62-7bef-43eb-91f0-927336a1714f" providerId="ADAL" clId="{5B710B73-F6D6-4A7D-9276-5384056BD54A}" dt="2022-11-23T12:11:10.150" v="8895" actId="478"/>
          <ac:spMkLst>
            <pc:docMk/>
            <pc:sldMk cId="3316944469" sldId="9107"/>
            <ac:spMk id="4" creationId="{5C4B476E-3B3A-67F0-20E8-2841AC353401}"/>
          </ac:spMkLst>
        </pc:spChg>
        <pc:spChg chg="del">
          <ac:chgData name="Macher, Andreas (DI FA CTR PLC PPM)" userId="f1dcac62-7bef-43eb-91f0-927336a1714f" providerId="ADAL" clId="{5B710B73-F6D6-4A7D-9276-5384056BD54A}" dt="2022-11-03T13:50:42.492" v="3345" actId="478"/>
          <ac:spMkLst>
            <pc:docMk/>
            <pc:sldMk cId="3316944469" sldId="9107"/>
            <ac:spMk id="8" creationId="{4297A531-EDDB-E150-3B1B-09F4A834134C}"/>
          </ac:spMkLst>
        </pc:spChg>
        <pc:spChg chg="mod">
          <ac:chgData name="Macher, Andreas (DI FA CTR PLC PPM)" userId="f1dcac62-7bef-43eb-91f0-927336a1714f" providerId="ADAL" clId="{5B710B73-F6D6-4A7D-9276-5384056BD54A}" dt="2022-11-23T12:11:05.415" v="8894" actId="6549"/>
          <ac:spMkLst>
            <pc:docMk/>
            <pc:sldMk cId="3316944469" sldId="9107"/>
            <ac:spMk id="83" creationId="{FD08AAE6-9175-49FE-AB33-BB7F170C1F25}"/>
          </ac:spMkLst>
        </pc:spChg>
      </pc:sldChg>
      <pc:sldChg chg="addSp modSp mod chgLayout">
        <pc:chgData name="Macher, Andreas (DI FA CTR PLC PPM)" userId="f1dcac62-7bef-43eb-91f0-927336a1714f" providerId="ADAL" clId="{5B710B73-F6D6-4A7D-9276-5384056BD54A}" dt="2022-11-23T12:21:55.580" v="8996"/>
        <pc:sldMkLst>
          <pc:docMk/>
          <pc:sldMk cId="1946802598" sldId="9108"/>
        </pc:sldMkLst>
        <pc:spChg chg="mod ord">
          <ac:chgData name="Macher, Andreas (DI FA CTR PLC PPM)" userId="f1dcac62-7bef-43eb-91f0-927336a1714f" providerId="ADAL" clId="{5B710B73-F6D6-4A7D-9276-5384056BD54A}" dt="2022-11-23T12:21:55.580" v="8996"/>
          <ac:spMkLst>
            <pc:docMk/>
            <pc:sldMk cId="1946802598" sldId="9108"/>
            <ac:spMk id="2" creationId="{DA2690FB-9D9E-4168-ACCD-CF87154F6E62}"/>
          </ac:spMkLst>
        </pc:spChg>
        <pc:spChg chg="mod">
          <ac:chgData name="Macher, Andreas (DI FA CTR PLC PPM)" userId="f1dcac62-7bef-43eb-91f0-927336a1714f" providerId="ADAL" clId="{5B710B73-F6D6-4A7D-9276-5384056BD54A}" dt="2022-11-07T21:17:43.681" v="6650" actId="207"/>
          <ac:spMkLst>
            <pc:docMk/>
            <pc:sldMk cId="1946802598" sldId="9108"/>
            <ac:spMk id="3" creationId="{3F64192A-3297-4E15-9542-D0DA84ECDD8F}"/>
          </ac:spMkLst>
        </pc:spChg>
        <pc:spChg chg="mod ord">
          <ac:chgData name="Macher, Andreas (DI FA CTR PLC PPM)" userId="f1dcac62-7bef-43eb-91f0-927336a1714f" providerId="ADAL" clId="{5B710B73-F6D6-4A7D-9276-5384056BD54A}" dt="2022-11-07T21:17:14.014" v="6648" actId="700"/>
          <ac:spMkLst>
            <pc:docMk/>
            <pc:sldMk cId="1946802598" sldId="9108"/>
            <ac:spMk id="4" creationId="{00000000-0000-0000-0000-000000000000}"/>
          </ac:spMkLst>
        </pc:spChg>
        <pc:spChg chg="mod">
          <ac:chgData name="Macher, Andreas (DI FA CTR PLC PPM)" userId="f1dcac62-7bef-43eb-91f0-927336a1714f" providerId="ADAL" clId="{5B710B73-F6D6-4A7D-9276-5384056BD54A}" dt="2022-11-07T21:19:45.443" v="6752" actId="1037"/>
          <ac:spMkLst>
            <pc:docMk/>
            <pc:sldMk cId="1946802598" sldId="9108"/>
            <ac:spMk id="5" creationId="{958678C1-2EE4-4C8E-9751-9D048F784D52}"/>
          </ac:spMkLst>
        </pc:spChg>
        <pc:spChg chg="mod">
          <ac:chgData name="Macher, Andreas (DI FA CTR PLC PPM)" userId="f1dcac62-7bef-43eb-91f0-927336a1714f" providerId="ADAL" clId="{5B710B73-F6D6-4A7D-9276-5384056BD54A}" dt="2022-11-07T21:19:45.443" v="6752" actId="1037"/>
          <ac:spMkLst>
            <pc:docMk/>
            <pc:sldMk cId="1946802598" sldId="9108"/>
            <ac:spMk id="6" creationId="{CA7A0F78-6D4A-49B0-9A50-5C5E7050D093}"/>
          </ac:spMkLst>
        </pc:spChg>
        <pc:spChg chg="mod">
          <ac:chgData name="Macher, Andreas (DI FA CTR PLC PPM)" userId="f1dcac62-7bef-43eb-91f0-927336a1714f" providerId="ADAL" clId="{5B710B73-F6D6-4A7D-9276-5384056BD54A}" dt="2022-11-07T21:19:45.443" v="6752" actId="1037"/>
          <ac:spMkLst>
            <pc:docMk/>
            <pc:sldMk cId="1946802598" sldId="9108"/>
            <ac:spMk id="7" creationId="{117606C6-0954-4CB0-9663-BEAEC1EABB2A}"/>
          </ac:spMkLst>
        </pc:spChg>
        <pc:spChg chg="add mod ord">
          <ac:chgData name="Macher, Andreas (DI FA CTR PLC PPM)" userId="f1dcac62-7bef-43eb-91f0-927336a1714f" providerId="ADAL" clId="{5B710B73-F6D6-4A7D-9276-5384056BD54A}" dt="2022-11-07T21:19:33.719" v="6707" actId="14100"/>
          <ac:spMkLst>
            <pc:docMk/>
            <pc:sldMk cId="1946802598" sldId="9108"/>
            <ac:spMk id="8" creationId="{D3308AC2-B8C6-AA70-4AE0-7E1C9EA19A5C}"/>
          </ac:spMkLst>
        </pc:spChg>
        <pc:spChg chg="add mod ord">
          <ac:chgData name="Macher, Andreas (DI FA CTR PLC PPM)" userId="f1dcac62-7bef-43eb-91f0-927336a1714f" providerId="ADAL" clId="{5B710B73-F6D6-4A7D-9276-5384056BD54A}" dt="2022-11-07T21:19:30.370" v="6706" actId="14100"/>
          <ac:spMkLst>
            <pc:docMk/>
            <pc:sldMk cId="1946802598" sldId="9108"/>
            <ac:spMk id="9" creationId="{52A387E7-CBC7-73D8-B374-ADB46964D172}"/>
          </ac:spMkLst>
        </pc:spChg>
        <pc:spChg chg="mod">
          <ac:chgData name="Macher, Andreas (DI FA CTR PLC PPM)" userId="f1dcac62-7bef-43eb-91f0-927336a1714f" providerId="ADAL" clId="{5B710B73-F6D6-4A7D-9276-5384056BD54A}" dt="2022-11-07T21:19:45.443" v="6752" actId="1037"/>
          <ac:spMkLst>
            <pc:docMk/>
            <pc:sldMk cId="1946802598" sldId="9108"/>
            <ac:spMk id="15" creationId="{A99E960C-EF84-4E56-80DA-67534FFB67DD}"/>
          </ac:spMkLst>
        </pc:spChg>
        <pc:spChg chg="mod">
          <ac:chgData name="Macher, Andreas (DI FA CTR PLC PPM)" userId="f1dcac62-7bef-43eb-91f0-927336a1714f" providerId="ADAL" clId="{5B710B73-F6D6-4A7D-9276-5384056BD54A}" dt="2022-11-07T21:19:45.443" v="6752" actId="1037"/>
          <ac:spMkLst>
            <pc:docMk/>
            <pc:sldMk cId="1946802598" sldId="9108"/>
            <ac:spMk id="59" creationId="{614113B4-00C1-4004-B992-5F5EED09BE7A}"/>
          </ac:spMkLst>
        </pc:spChg>
        <pc:spChg chg="mod">
          <ac:chgData name="Macher, Andreas (DI FA CTR PLC PPM)" userId="f1dcac62-7bef-43eb-91f0-927336a1714f" providerId="ADAL" clId="{5B710B73-F6D6-4A7D-9276-5384056BD54A}" dt="2022-11-07T21:19:45.443" v="6752" actId="1037"/>
          <ac:spMkLst>
            <pc:docMk/>
            <pc:sldMk cId="1946802598" sldId="9108"/>
            <ac:spMk id="69" creationId="{08FEE193-CD0F-4826-BBA4-265C818AD635}"/>
          </ac:spMkLst>
        </pc:spChg>
        <pc:spChg chg="mod">
          <ac:chgData name="Macher, Andreas (DI FA CTR PLC PPM)" userId="f1dcac62-7bef-43eb-91f0-927336a1714f" providerId="ADAL" clId="{5B710B73-F6D6-4A7D-9276-5384056BD54A}" dt="2022-11-16T13:48:11.784" v="7512" actId="20577"/>
          <ac:spMkLst>
            <pc:docMk/>
            <pc:sldMk cId="1946802598" sldId="9108"/>
            <ac:spMk id="70" creationId="{CD804CBA-9100-4D67-B751-4737EE73D5E7}"/>
          </ac:spMkLst>
        </pc:spChg>
        <pc:spChg chg="mod">
          <ac:chgData name="Macher, Andreas (DI FA CTR PLC PPM)" userId="f1dcac62-7bef-43eb-91f0-927336a1714f" providerId="ADAL" clId="{5B710B73-F6D6-4A7D-9276-5384056BD54A}" dt="2022-11-07T21:19:45.443" v="6752" actId="1037"/>
          <ac:spMkLst>
            <pc:docMk/>
            <pc:sldMk cId="1946802598" sldId="9108"/>
            <ac:spMk id="79" creationId="{1C3061D9-FBB5-45C2-B5FF-A8ECDA2E4177}"/>
          </ac:spMkLst>
        </pc:spChg>
        <pc:spChg chg="mod">
          <ac:chgData name="Macher, Andreas (DI FA CTR PLC PPM)" userId="f1dcac62-7bef-43eb-91f0-927336a1714f" providerId="ADAL" clId="{5B710B73-F6D6-4A7D-9276-5384056BD54A}" dt="2022-11-07T21:19:45.443" v="6752" actId="1037"/>
          <ac:spMkLst>
            <pc:docMk/>
            <pc:sldMk cId="1946802598" sldId="9108"/>
            <ac:spMk id="80" creationId="{380E3E84-0403-4633-9026-ADFDD8EBDCE0}"/>
          </ac:spMkLst>
        </pc:spChg>
        <pc:spChg chg="mod">
          <ac:chgData name="Macher, Andreas (DI FA CTR PLC PPM)" userId="f1dcac62-7bef-43eb-91f0-927336a1714f" providerId="ADAL" clId="{5B710B73-F6D6-4A7D-9276-5384056BD54A}" dt="2022-11-07T21:19:45.443" v="6752" actId="1037"/>
          <ac:spMkLst>
            <pc:docMk/>
            <pc:sldMk cId="1946802598" sldId="9108"/>
            <ac:spMk id="81" creationId="{11DDE596-91CB-4977-9BBE-5175F15BF1E0}"/>
          </ac:spMkLst>
        </pc:spChg>
        <pc:spChg chg="mod">
          <ac:chgData name="Macher, Andreas (DI FA CTR PLC PPM)" userId="f1dcac62-7bef-43eb-91f0-927336a1714f" providerId="ADAL" clId="{5B710B73-F6D6-4A7D-9276-5384056BD54A}" dt="2022-11-07T21:19:26.392" v="6705" actId="1038"/>
          <ac:spMkLst>
            <pc:docMk/>
            <pc:sldMk cId="1946802598" sldId="9108"/>
            <ac:spMk id="82" creationId="{1579E09F-2091-4A73-B4FB-096BA5F05B4A}"/>
          </ac:spMkLst>
        </pc:spChg>
        <pc:spChg chg="mod">
          <ac:chgData name="Macher, Andreas (DI FA CTR PLC PPM)" userId="f1dcac62-7bef-43eb-91f0-927336a1714f" providerId="ADAL" clId="{5B710B73-F6D6-4A7D-9276-5384056BD54A}" dt="2022-11-07T21:19:45.443" v="6752" actId="1037"/>
          <ac:spMkLst>
            <pc:docMk/>
            <pc:sldMk cId="1946802598" sldId="9108"/>
            <ac:spMk id="83" creationId="{00000000-0000-0000-0000-000000000000}"/>
          </ac:spMkLst>
        </pc:spChg>
        <pc:spChg chg="mod">
          <ac:chgData name="Macher, Andreas (DI FA CTR PLC PPM)" userId="f1dcac62-7bef-43eb-91f0-927336a1714f" providerId="ADAL" clId="{5B710B73-F6D6-4A7D-9276-5384056BD54A}" dt="2022-11-07T21:19:26.392" v="6705" actId="1038"/>
          <ac:spMkLst>
            <pc:docMk/>
            <pc:sldMk cId="1946802598" sldId="9108"/>
            <ac:spMk id="85" creationId="{E4076B08-531A-4245-9536-60578DD88CD5}"/>
          </ac:spMkLst>
        </pc:spChg>
        <pc:spChg chg="mod">
          <ac:chgData name="Macher, Andreas (DI FA CTR PLC PPM)" userId="f1dcac62-7bef-43eb-91f0-927336a1714f" providerId="ADAL" clId="{5B710B73-F6D6-4A7D-9276-5384056BD54A}" dt="2022-11-07T21:19:26.392" v="6705" actId="1038"/>
          <ac:spMkLst>
            <pc:docMk/>
            <pc:sldMk cId="1946802598" sldId="9108"/>
            <ac:spMk id="86" creationId="{188FA758-0A84-4126-B79C-D4390E15C42A}"/>
          </ac:spMkLst>
        </pc:spChg>
        <pc:spChg chg="mod">
          <ac:chgData name="Macher, Andreas (DI FA CTR PLC PPM)" userId="f1dcac62-7bef-43eb-91f0-927336a1714f" providerId="ADAL" clId="{5B710B73-F6D6-4A7D-9276-5384056BD54A}" dt="2022-11-07T21:19:26.392" v="6705" actId="1038"/>
          <ac:spMkLst>
            <pc:docMk/>
            <pc:sldMk cId="1946802598" sldId="9108"/>
            <ac:spMk id="87" creationId="{16BFC083-394A-4E99-9FEC-B09CD5355C8B}"/>
          </ac:spMkLst>
        </pc:spChg>
        <pc:spChg chg="mod">
          <ac:chgData name="Macher, Andreas (DI FA CTR PLC PPM)" userId="f1dcac62-7bef-43eb-91f0-927336a1714f" providerId="ADAL" clId="{5B710B73-F6D6-4A7D-9276-5384056BD54A}" dt="2022-11-07T21:19:45.443" v="6752" actId="1037"/>
          <ac:spMkLst>
            <pc:docMk/>
            <pc:sldMk cId="1946802598" sldId="9108"/>
            <ac:spMk id="88" creationId="{00000000-0000-0000-0000-000000000000}"/>
          </ac:spMkLst>
        </pc:spChg>
        <pc:spChg chg="mod">
          <ac:chgData name="Macher, Andreas (DI FA CTR PLC PPM)" userId="f1dcac62-7bef-43eb-91f0-927336a1714f" providerId="ADAL" clId="{5B710B73-F6D6-4A7D-9276-5384056BD54A}" dt="2022-11-07T21:19:26.392" v="6705" actId="1038"/>
          <ac:spMkLst>
            <pc:docMk/>
            <pc:sldMk cId="1946802598" sldId="9108"/>
            <ac:spMk id="90" creationId="{BDE1B4A4-9333-4F2B-A554-5AF884B791B1}"/>
          </ac:spMkLst>
        </pc:spChg>
        <pc:spChg chg="mod">
          <ac:chgData name="Macher, Andreas (DI FA CTR PLC PPM)" userId="f1dcac62-7bef-43eb-91f0-927336a1714f" providerId="ADAL" clId="{5B710B73-F6D6-4A7D-9276-5384056BD54A}" dt="2022-11-07T21:19:26.392" v="6705" actId="1038"/>
          <ac:spMkLst>
            <pc:docMk/>
            <pc:sldMk cId="1946802598" sldId="9108"/>
            <ac:spMk id="91" creationId="{D5572283-B299-4D08-9242-BF4BC53A188C}"/>
          </ac:spMkLst>
        </pc:spChg>
        <pc:spChg chg="mod">
          <ac:chgData name="Macher, Andreas (DI FA CTR PLC PPM)" userId="f1dcac62-7bef-43eb-91f0-927336a1714f" providerId="ADAL" clId="{5B710B73-F6D6-4A7D-9276-5384056BD54A}" dt="2022-11-07T21:19:26.392" v="6705" actId="1038"/>
          <ac:spMkLst>
            <pc:docMk/>
            <pc:sldMk cId="1946802598" sldId="9108"/>
            <ac:spMk id="92" creationId="{ED048B88-87F1-46E0-87AE-734D8BA6A832}"/>
          </ac:spMkLst>
        </pc:spChg>
        <pc:spChg chg="mod">
          <ac:chgData name="Macher, Andreas (DI FA CTR PLC PPM)" userId="f1dcac62-7bef-43eb-91f0-927336a1714f" providerId="ADAL" clId="{5B710B73-F6D6-4A7D-9276-5384056BD54A}" dt="2022-11-07T21:19:45.443" v="6752" actId="1037"/>
          <ac:spMkLst>
            <pc:docMk/>
            <pc:sldMk cId="1946802598" sldId="9108"/>
            <ac:spMk id="98" creationId="{00000000-0000-0000-0000-000000000000}"/>
          </ac:spMkLst>
        </pc:spChg>
        <pc:spChg chg="mod">
          <ac:chgData name="Macher, Andreas (DI FA CTR PLC PPM)" userId="f1dcac62-7bef-43eb-91f0-927336a1714f" providerId="ADAL" clId="{5B710B73-F6D6-4A7D-9276-5384056BD54A}" dt="2022-11-07T21:19:09.366" v="6664" actId="207"/>
          <ac:spMkLst>
            <pc:docMk/>
            <pc:sldMk cId="1946802598" sldId="9108"/>
            <ac:spMk id="104" creationId="{B9F8E643-3FE6-423F-A3AC-39C42C78B9A6}"/>
          </ac:spMkLst>
        </pc:spChg>
        <pc:spChg chg="mod">
          <ac:chgData name="Macher, Andreas (DI FA CTR PLC PPM)" userId="f1dcac62-7bef-43eb-91f0-927336a1714f" providerId="ADAL" clId="{5B710B73-F6D6-4A7D-9276-5384056BD54A}" dt="2022-11-07T21:19:09.366" v="6664" actId="207"/>
          <ac:spMkLst>
            <pc:docMk/>
            <pc:sldMk cId="1946802598" sldId="9108"/>
            <ac:spMk id="105" creationId="{4F5D554B-7679-45FD-9363-8AC45960B3FB}"/>
          </ac:spMkLst>
        </pc:spChg>
        <pc:spChg chg="mod">
          <ac:chgData name="Macher, Andreas (DI FA CTR PLC PPM)" userId="f1dcac62-7bef-43eb-91f0-927336a1714f" providerId="ADAL" clId="{5B710B73-F6D6-4A7D-9276-5384056BD54A}" dt="2022-11-07T21:19:45.443" v="6752" actId="1037"/>
          <ac:spMkLst>
            <pc:docMk/>
            <pc:sldMk cId="1946802598" sldId="9108"/>
            <ac:spMk id="115" creationId="{39F32EEE-EB2E-4C8D-BB33-CB91CCAFA9D5}"/>
          </ac:spMkLst>
        </pc:spChg>
        <pc:spChg chg="mod">
          <ac:chgData name="Macher, Andreas (DI FA CTR PLC PPM)" userId="f1dcac62-7bef-43eb-91f0-927336a1714f" providerId="ADAL" clId="{5B710B73-F6D6-4A7D-9276-5384056BD54A}" dt="2022-11-07T21:19:45.443" v="6752" actId="1037"/>
          <ac:spMkLst>
            <pc:docMk/>
            <pc:sldMk cId="1946802598" sldId="9108"/>
            <ac:spMk id="116" creationId="{FE8497EF-4BF5-45E4-96D6-1244811D0FD2}"/>
          </ac:spMkLst>
        </pc:spChg>
        <pc:spChg chg="mod">
          <ac:chgData name="Macher, Andreas (DI FA CTR PLC PPM)" userId="f1dcac62-7bef-43eb-91f0-927336a1714f" providerId="ADAL" clId="{5B710B73-F6D6-4A7D-9276-5384056BD54A}" dt="2022-11-07T21:19:26.392" v="6705" actId="1038"/>
          <ac:spMkLst>
            <pc:docMk/>
            <pc:sldMk cId="1946802598" sldId="9108"/>
            <ac:spMk id="124" creationId="{D7CF23C8-1029-430B-9E85-709F4562AF59}"/>
          </ac:spMkLst>
        </pc:spChg>
        <pc:spChg chg="mod">
          <ac:chgData name="Macher, Andreas (DI FA CTR PLC PPM)" userId="f1dcac62-7bef-43eb-91f0-927336a1714f" providerId="ADAL" clId="{5B710B73-F6D6-4A7D-9276-5384056BD54A}" dt="2022-11-07T21:19:26.392" v="6705" actId="1038"/>
          <ac:spMkLst>
            <pc:docMk/>
            <pc:sldMk cId="1946802598" sldId="9108"/>
            <ac:spMk id="126" creationId="{C1563ACC-8C36-4AC1-87BF-25E4B0E0834C}"/>
          </ac:spMkLst>
        </pc:spChg>
        <pc:spChg chg="mod">
          <ac:chgData name="Macher, Andreas (DI FA CTR PLC PPM)" userId="f1dcac62-7bef-43eb-91f0-927336a1714f" providerId="ADAL" clId="{5B710B73-F6D6-4A7D-9276-5384056BD54A}" dt="2022-11-07T21:19:26.392" v="6705" actId="1038"/>
          <ac:spMkLst>
            <pc:docMk/>
            <pc:sldMk cId="1946802598" sldId="9108"/>
            <ac:spMk id="127" creationId="{4DAD9A84-42A4-4BE2-86E5-3212F7A6675C}"/>
          </ac:spMkLst>
        </pc:spChg>
        <pc:spChg chg="mod">
          <ac:chgData name="Macher, Andreas (DI FA CTR PLC PPM)" userId="f1dcac62-7bef-43eb-91f0-927336a1714f" providerId="ADAL" clId="{5B710B73-F6D6-4A7D-9276-5384056BD54A}" dt="2022-11-07T21:19:12.823" v="6665" actId="207"/>
          <ac:spMkLst>
            <pc:docMk/>
            <pc:sldMk cId="1946802598" sldId="9108"/>
            <ac:spMk id="131" creationId="{80860E14-C53A-4443-B5B7-BF9A9038083C}"/>
          </ac:spMkLst>
        </pc:spChg>
        <pc:spChg chg="mod">
          <ac:chgData name="Macher, Andreas (DI FA CTR PLC PPM)" userId="f1dcac62-7bef-43eb-91f0-927336a1714f" providerId="ADAL" clId="{5B710B73-F6D6-4A7D-9276-5384056BD54A}" dt="2022-11-07T21:19:12.823" v="6665" actId="207"/>
          <ac:spMkLst>
            <pc:docMk/>
            <pc:sldMk cId="1946802598" sldId="9108"/>
            <ac:spMk id="132" creationId="{D03FFEE5-0DF3-40A8-8C98-4EF3092136B0}"/>
          </ac:spMkLst>
        </pc:spChg>
        <pc:spChg chg="mod">
          <ac:chgData name="Macher, Andreas (DI FA CTR PLC PPM)" userId="f1dcac62-7bef-43eb-91f0-927336a1714f" providerId="ADAL" clId="{5B710B73-F6D6-4A7D-9276-5384056BD54A}" dt="2022-11-07T21:19:26.392" v="6705" actId="1038"/>
          <ac:spMkLst>
            <pc:docMk/>
            <pc:sldMk cId="1946802598" sldId="9108"/>
            <ac:spMk id="139" creationId="{21C6D1BC-3F95-4798-BB50-F68F7610CBD2}"/>
          </ac:spMkLst>
        </pc:spChg>
        <pc:spChg chg="mod">
          <ac:chgData name="Macher, Andreas (DI FA CTR PLC PPM)" userId="f1dcac62-7bef-43eb-91f0-927336a1714f" providerId="ADAL" clId="{5B710B73-F6D6-4A7D-9276-5384056BD54A}" dt="2022-11-07T21:19:26.392" v="6705" actId="1038"/>
          <ac:spMkLst>
            <pc:docMk/>
            <pc:sldMk cId="1946802598" sldId="9108"/>
            <ac:spMk id="140" creationId="{C6AC3186-F45A-4088-A69D-1DABB489DC9E}"/>
          </ac:spMkLst>
        </pc:spChg>
        <pc:spChg chg="mod">
          <ac:chgData name="Macher, Andreas (DI FA CTR PLC PPM)" userId="f1dcac62-7bef-43eb-91f0-927336a1714f" providerId="ADAL" clId="{5B710B73-F6D6-4A7D-9276-5384056BD54A}" dt="2022-11-07T21:19:26.392" v="6705" actId="1038"/>
          <ac:spMkLst>
            <pc:docMk/>
            <pc:sldMk cId="1946802598" sldId="9108"/>
            <ac:spMk id="146" creationId="{BFB94833-4886-42E4-9B17-DFD9CDC2D068}"/>
          </ac:spMkLst>
        </pc:spChg>
        <pc:spChg chg="mod">
          <ac:chgData name="Macher, Andreas (DI FA CTR PLC PPM)" userId="f1dcac62-7bef-43eb-91f0-927336a1714f" providerId="ADAL" clId="{5B710B73-F6D6-4A7D-9276-5384056BD54A}" dt="2022-11-07T21:19:26.392" v="6705" actId="1038"/>
          <ac:spMkLst>
            <pc:docMk/>
            <pc:sldMk cId="1946802598" sldId="9108"/>
            <ac:spMk id="148" creationId="{DF944B1F-5C2A-466E-9326-D2339407CDD2}"/>
          </ac:spMkLst>
        </pc:spChg>
        <pc:spChg chg="mod">
          <ac:chgData name="Macher, Andreas (DI FA CTR PLC PPM)" userId="f1dcac62-7bef-43eb-91f0-927336a1714f" providerId="ADAL" clId="{5B710B73-F6D6-4A7D-9276-5384056BD54A}" dt="2022-11-07T21:19:26.392" v="6705" actId="1038"/>
          <ac:spMkLst>
            <pc:docMk/>
            <pc:sldMk cId="1946802598" sldId="9108"/>
            <ac:spMk id="149" creationId="{4955E28C-F81F-4F28-A042-C8E672BEFBA5}"/>
          </ac:spMkLst>
        </pc:spChg>
        <pc:spChg chg="mod">
          <ac:chgData name="Macher, Andreas (DI FA CTR PLC PPM)" userId="f1dcac62-7bef-43eb-91f0-927336a1714f" providerId="ADAL" clId="{5B710B73-F6D6-4A7D-9276-5384056BD54A}" dt="2022-11-07T21:19:26.392" v="6705" actId="1038"/>
          <ac:spMkLst>
            <pc:docMk/>
            <pc:sldMk cId="1946802598" sldId="9108"/>
            <ac:spMk id="150" creationId="{01E013D0-A33A-4DBF-96EC-8AF59A6D9D1A}"/>
          </ac:spMkLst>
        </pc:spChg>
        <pc:spChg chg="mod">
          <ac:chgData name="Macher, Andreas (DI FA CTR PLC PPM)" userId="f1dcac62-7bef-43eb-91f0-927336a1714f" providerId="ADAL" clId="{5B710B73-F6D6-4A7D-9276-5384056BD54A}" dt="2022-11-07T21:19:26.392" v="6705" actId="1038"/>
          <ac:spMkLst>
            <pc:docMk/>
            <pc:sldMk cId="1946802598" sldId="9108"/>
            <ac:spMk id="151" creationId="{76E248DB-4F64-448F-98BD-1615134E9305}"/>
          </ac:spMkLst>
        </pc:spChg>
        <pc:spChg chg="mod">
          <ac:chgData name="Macher, Andreas (DI FA CTR PLC PPM)" userId="f1dcac62-7bef-43eb-91f0-927336a1714f" providerId="ADAL" clId="{5B710B73-F6D6-4A7D-9276-5384056BD54A}" dt="2022-11-07T21:19:45.443" v="6752" actId="1037"/>
          <ac:spMkLst>
            <pc:docMk/>
            <pc:sldMk cId="1946802598" sldId="9108"/>
            <ac:spMk id="155" creationId="{EE1321D0-F6A3-4726-8989-FA42F12A2218}"/>
          </ac:spMkLst>
        </pc:spChg>
        <pc:spChg chg="mod">
          <ac:chgData name="Macher, Andreas (DI FA CTR PLC PPM)" userId="f1dcac62-7bef-43eb-91f0-927336a1714f" providerId="ADAL" clId="{5B710B73-F6D6-4A7D-9276-5384056BD54A}" dt="2022-11-07T21:19:26.392" v="6705" actId="1038"/>
          <ac:spMkLst>
            <pc:docMk/>
            <pc:sldMk cId="1946802598" sldId="9108"/>
            <ac:spMk id="156" creationId="{C9F55640-3EAA-4D05-BD92-C74F8FA51031}"/>
          </ac:spMkLst>
        </pc:spChg>
        <pc:spChg chg="mod">
          <ac:chgData name="Macher, Andreas (DI FA CTR PLC PPM)" userId="f1dcac62-7bef-43eb-91f0-927336a1714f" providerId="ADAL" clId="{5B710B73-F6D6-4A7D-9276-5384056BD54A}" dt="2022-11-07T21:19:26.392" v="6705" actId="1038"/>
          <ac:spMkLst>
            <pc:docMk/>
            <pc:sldMk cId="1946802598" sldId="9108"/>
            <ac:spMk id="157" creationId="{5B506BDE-FCDA-41A1-B3CA-900AF23BBD3E}"/>
          </ac:spMkLst>
        </pc:spChg>
        <pc:spChg chg="mod">
          <ac:chgData name="Macher, Andreas (DI FA CTR PLC PPM)" userId="f1dcac62-7bef-43eb-91f0-927336a1714f" providerId="ADAL" clId="{5B710B73-F6D6-4A7D-9276-5384056BD54A}" dt="2022-11-07T21:19:26.392" v="6705" actId="1038"/>
          <ac:spMkLst>
            <pc:docMk/>
            <pc:sldMk cId="1946802598" sldId="9108"/>
            <ac:spMk id="158" creationId="{EA302026-919A-45B7-8BEB-B7F25510534B}"/>
          </ac:spMkLst>
        </pc:spChg>
        <pc:grpChg chg="mod">
          <ac:chgData name="Macher, Andreas (DI FA CTR PLC PPM)" userId="f1dcac62-7bef-43eb-91f0-927336a1714f" providerId="ADAL" clId="{5B710B73-F6D6-4A7D-9276-5384056BD54A}" dt="2022-11-07T21:19:45.443" v="6752" actId="1037"/>
          <ac:grpSpMkLst>
            <pc:docMk/>
            <pc:sldMk cId="1946802598" sldId="9108"/>
            <ac:grpSpMk id="52" creationId="{0FA29353-5BC0-4506-B167-A76DF3EC01DE}"/>
          </ac:grpSpMkLst>
        </pc:grpChg>
        <pc:grpChg chg="mod">
          <ac:chgData name="Macher, Andreas (DI FA CTR PLC PPM)" userId="f1dcac62-7bef-43eb-91f0-927336a1714f" providerId="ADAL" clId="{5B710B73-F6D6-4A7D-9276-5384056BD54A}" dt="2022-11-07T21:19:45.443" v="6752" actId="1037"/>
          <ac:grpSpMkLst>
            <pc:docMk/>
            <pc:sldMk cId="1946802598" sldId="9108"/>
            <ac:grpSpMk id="101" creationId="{AF98AA7D-5ED6-4DE1-84B1-3C634D56B8B8}"/>
          </ac:grpSpMkLst>
        </pc:grpChg>
        <pc:grpChg chg="mod">
          <ac:chgData name="Macher, Andreas (DI FA CTR PLC PPM)" userId="f1dcac62-7bef-43eb-91f0-927336a1714f" providerId="ADAL" clId="{5B710B73-F6D6-4A7D-9276-5384056BD54A}" dt="2022-11-07T21:19:09.366" v="6664" actId="207"/>
          <ac:grpSpMkLst>
            <pc:docMk/>
            <pc:sldMk cId="1946802598" sldId="9108"/>
            <ac:grpSpMk id="102" creationId="{8A50578E-071A-4329-9B74-8C91FF8C8FC7}"/>
          </ac:grpSpMkLst>
        </pc:grpChg>
        <pc:grpChg chg="mod">
          <ac:chgData name="Macher, Andreas (DI FA CTR PLC PPM)" userId="f1dcac62-7bef-43eb-91f0-927336a1714f" providerId="ADAL" clId="{5B710B73-F6D6-4A7D-9276-5384056BD54A}" dt="2022-11-07T21:19:09.366" v="6664" actId="207"/>
          <ac:grpSpMkLst>
            <pc:docMk/>
            <pc:sldMk cId="1946802598" sldId="9108"/>
            <ac:grpSpMk id="103" creationId="{127B06E7-BD99-48ED-8538-26C0109A1D73}"/>
          </ac:grpSpMkLst>
        </pc:grpChg>
        <pc:grpChg chg="mod">
          <ac:chgData name="Macher, Andreas (DI FA CTR PLC PPM)" userId="f1dcac62-7bef-43eb-91f0-927336a1714f" providerId="ADAL" clId="{5B710B73-F6D6-4A7D-9276-5384056BD54A}" dt="2022-11-07T21:19:26.392" v="6705" actId="1038"/>
          <ac:grpSpMkLst>
            <pc:docMk/>
            <pc:sldMk cId="1946802598" sldId="9108"/>
            <ac:grpSpMk id="128" creationId="{D9057528-0E08-4C14-99B1-8107C62504DE}"/>
          </ac:grpSpMkLst>
        </pc:grpChg>
        <pc:grpChg chg="mod">
          <ac:chgData name="Macher, Andreas (DI FA CTR PLC PPM)" userId="f1dcac62-7bef-43eb-91f0-927336a1714f" providerId="ADAL" clId="{5B710B73-F6D6-4A7D-9276-5384056BD54A}" dt="2022-11-07T21:19:12.823" v="6665" actId="207"/>
          <ac:grpSpMkLst>
            <pc:docMk/>
            <pc:sldMk cId="1946802598" sldId="9108"/>
            <ac:grpSpMk id="129" creationId="{DCA00BA2-4BEC-4986-816F-8D980B31A7C4}"/>
          </ac:grpSpMkLst>
        </pc:grpChg>
        <pc:grpChg chg="mod">
          <ac:chgData name="Macher, Andreas (DI FA CTR PLC PPM)" userId="f1dcac62-7bef-43eb-91f0-927336a1714f" providerId="ADAL" clId="{5B710B73-F6D6-4A7D-9276-5384056BD54A}" dt="2022-11-07T21:19:12.823" v="6665" actId="207"/>
          <ac:grpSpMkLst>
            <pc:docMk/>
            <pc:sldMk cId="1946802598" sldId="9108"/>
            <ac:grpSpMk id="130" creationId="{FFA0457A-0F1E-45CB-99B1-72157357C5ED}"/>
          </ac:grpSpMkLst>
        </pc:grpChg>
        <pc:grpChg chg="mod">
          <ac:chgData name="Macher, Andreas (DI FA CTR PLC PPM)" userId="f1dcac62-7bef-43eb-91f0-927336a1714f" providerId="ADAL" clId="{5B710B73-F6D6-4A7D-9276-5384056BD54A}" dt="2022-11-07T21:19:26.392" v="6705" actId="1038"/>
          <ac:grpSpMkLst>
            <pc:docMk/>
            <pc:sldMk cId="1946802598" sldId="9108"/>
            <ac:grpSpMk id="141" creationId="{B9CD8584-27C8-4B31-8544-1B4A721C54A5}"/>
          </ac:grpSpMkLst>
        </pc:grpChg>
        <pc:picChg chg="mod">
          <ac:chgData name="Macher, Andreas (DI FA CTR PLC PPM)" userId="f1dcac62-7bef-43eb-91f0-927336a1714f" providerId="ADAL" clId="{5B710B73-F6D6-4A7D-9276-5384056BD54A}" dt="2022-11-07T21:19:09.366" v="6664" actId="207"/>
          <ac:picMkLst>
            <pc:docMk/>
            <pc:sldMk cId="1946802598" sldId="9108"/>
            <ac:picMk id="107" creationId="{654B94E8-3F3A-4F2E-B67C-517FD6DA01A9}"/>
          </ac:picMkLst>
        </pc:picChg>
        <pc:picChg chg="mod">
          <ac:chgData name="Macher, Andreas (DI FA CTR PLC PPM)" userId="f1dcac62-7bef-43eb-91f0-927336a1714f" providerId="ADAL" clId="{5B710B73-F6D6-4A7D-9276-5384056BD54A}" dt="2022-11-07T21:19:09.366" v="6664" actId="207"/>
          <ac:picMkLst>
            <pc:docMk/>
            <pc:sldMk cId="1946802598" sldId="9108"/>
            <ac:picMk id="108" creationId="{D43B41E8-2567-417C-A654-D26784BF58C1}"/>
          </ac:picMkLst>
        </pc:picChg>
        <pc:picChg chg="mod">
          <ac:chgData name="Macher, Andreas (DI FA CTR PLC PPM)" userId="f1dcac62-7bef-43eb-91f0-927336a1714f" providerId="ADAL" clId="{5B710B73-F6D6-4A7D-9276-5384056BD54A}" dt="2022-11-07T21:19:09.366" v="6664" actId="207"/>
          <ac:picMkLst>
            <pc:docMk/>
            <pc:sldMk cId="1946802598" sldId="9108"/>
            <ac:picMk id="109" creationId="{BC30A32C-F5D2-42A3-8399-B57D96B38548}"/>
          </ac:picMkLst>
        </pc:picChg>
        <pc:picChg chg="mod">
          <ac:chgData name="Macher, Andreas (DI FA CTR PLC PPM)" userId="f1dcac62-7bef-43eb-91f0-927336a1714f" providerId="ADAL" clId="{5B710B73-F6D6-4A7D-9276-5384056BD54A}" dt="2022-11-07T21:19:09.366" v="6664" actId="207"/>
          <ac:picMkLst>
            <pc:docMk/>
            <pc:sldMk cId="1946802598" sldId="9108"/>
            <ac:picMk id="110" creationId="{964445CC-ADC3-4954-BFCB-B51D2314EE86}"/>
          </ac:picMkLst>
        </pc:picChg>
        <pc:picChg chg="mod">
          <ac:chgData name="Macher, Andreas (DI FA CTR PLC PPM)" userId="f1dcac62-7bef-43eb-91f0-927336a1714f" providerId="ADAL" clId="{5B710B73-F6D6-4A7D-9276-5384056BD54A}" dt="2022-11-07T21:19:09.366" v="6664" actId="207"/>
          <ac:picMkLst>
            <pc:docMk/>
            <pc:sldMk cId="1946802598" sldId="9108"/>
            <ac:picMk id="111" creationId="{33EDD6F6-D558-45A4-AE84-F3D0AE5128EE}"/>
          </ac:picMkLst>
        </pc:picChg>
        <pc:picChg chg="mod">
          <ac:chgData name="Macher, Andreas (DI FA CTR PLC PPM)" userId="f1dcac62-7bef-43eb-91f0-927336a1714f" providerId="ADAL" clId="{5B710B73-F6D6-4A7D-9276-5384056BD54A}" dt="2022-11-07T21:19:09.366" v="6664" actId="207"/>
          <ac:picMkLst>
            <pc:docMk/>
            <pc:sldMk cId="1946802598" sldId="9108"/>
            <ac:picMk id="112" creationId="{DAA299DF-BFB4-4793-8EA9-42E43ADA2A39}"/>
          </ac:picMkLst>
        </pc:picChg>
        <pc:picChg chg="mod">
          <ac:chgData name="Macher, Andreas (DI FA CTR PLC PPM)" userId="f1dcac62-7bef-43eb-91f0-927336a1714f" providerId="ADAL" clId="{5B710B73-F6D6-4A7D-9276-5384056BD54A}" dt="2022-11-07T21:19:12.823" v="6665" actId="207"/>
          <ac:picMkLst>
            <pc:docMk/>
            <pc:sldMk cId="1946802598" sldId="9108"/>
            <ac:picMk id="133" creationId="{ABFCF0AF-0D1E-4A45-A938-A9CB6B0D1422}"/>
          </ac:picMkLst>
        </pc:picChg>
        <pc:picChg chg="mod">
          <ac:chgData name="Macher, Andreas (DI FA CTR PLC PPM)" userId="f1dcac62-7bef-43eb-91f0-927336a1714f" providerId="ADAL" clId="{5B710B73-F6D6-4A7D-9276-5384056BD54A}" dt="2022-11-07T21:19:12.823" v="6665" actId="207"/>
          <ac:picMkLst>
            <pc:docMk/>
            <pc:sldMk cId="1946802598" sldId="9108"/>
            <ac:picMk id="134" creationId="{B0780572-B22C-44B1-A762-6115C4DA28E1}"/>
          </ac:picMkLst>
        </pc:picChg>
        <pc:picChg chg="mod">
          <ac:chgData name="Macher, Andreas (DI FA CTR PLC PPM)" userId="f1dcac62-7bef-43eb-91f0-927336a1714f" providerId="ADAL" clId="{5B710B73-F6D6-4A7D-9276-5384056BD54A}" dt="2022-11-07T21:19:12.823" v="6665" actId="207"/>
          <ac:picMkLst>
            <pc:docMk/>
            <pc:sldMk cId="1946802598" sldId="9108"/>
            <ac:picMk id="135" creationId="{867A05F9-0FD7-47AB-ADEB-51EBC8D10C20}"/>
          </ac:picMkLst>
        </pc:picChg>
        <pc:picChg chg="mod">
          <ac:chgData name="Macher, Andreas (DI FA CTR PLC PPM)" userId="f1dcac62-7bef-43eb-91f0-927336a1714f" providerId="ADAL" clId="{5B710B73-F6D6-4A7D-9276-5384056BD54A}" dt="2022-11-07T21:19:12.823" v="6665" actId="207"/>
          <ac:picMkLst>
            <pc:docMk/>
            <pc:sldMk cId="1946802598" sldId="9108"/>
            <ac:picMk id="136" creationId="{B5D159FB-C190-49BC-B449-8590959147C6}"/>
          </ac:picMkLst>
        </pc:picChg>
        <pc:picChg chg="mod">
          <ac:chgData name="Macher, Andreas (DI FA CTR PLC PPM)" userId="f1dcac62-7bef-43eb-91f0-927336a1714f" providerId="ADAL" clId="{5B710B73-F6D6-4A7D-9276-5384056BD54A}" dt="2022-11-07T21:19:12.823" v="6665" actId="207"/>
          <ac:picMkLst>
            <pc:docMk/>
            <pc:sldMk cId="1946802598" sldId="9108"/>
            <ac:picMk id="137" creationId="{66045B27-584C-453D-8002-68099DEEAE7A}"/>
          </ac:picMkLst>
        </pc:picChg>
        <pc:picChg chg="mod">
          <ac:chgData name="Macher, Andreas (DI FA CTR PLC PPM)" userId="f1dcac62-7bef-43eb-91f0-927336a1714f" providerId="ADAL" clId="{5B710B73-F6D6-4A7D-9276-5384056BD54A}" dt="2022-11-07T21:19:12.823" v="6665" actId="207"/>
          <ac:picMkLst>
            <pc:docMk/>
            <pc:sldMk cId="1946802598" sldId="9108"/>
            <ac:picMk id="138" creationId="{0536F691-FD60-400F-808B-791ACF55D7E5}"/>
          </ac:picMkLst>
        </pc:picChg>
        <pc:cxnChg chg="mod">
          <ac:chgData name="Macher, Andreas (DI FA CTR PLC PPM)" userId="f1dcac62-7bef-43eb-91f0-927336a1714f" providerId="ADAL" clId="{5B710B73-F6D6-4A7D-9276-5384056BD54A}" dt="2022-11-07T21:19:45.443" v="6752" actId="1037"/>
          <ac:cxnSpMkLst>
            <pc:docMk/>
            <pc:sldMk cId="1946802598" sldId="9108"/>
            <ac:cxnSpMk id="68" creationId="{E06F1561-DB5E-4474-976D-C731677A4FDB}"/>
          </ac:cxnSpMkLst>
        </pc:cxnChg>
        <pc:cxnChg chg="mod">
          <ac:chgData name="Macher, Andreas (DI FA CTR PLC PPM)" userId="f1dcac62-7bef-43eb-91f0-927336a1714f" providerId="ADAL" clId="{5B710B73-F6D6-4A7D-9276-5384056BD54A}" dt="2022-11-07T21:19:45.443" v="6752" actId="1037"/>
          <ac:cxnSpMkLst>
            <pc:docMk/>
            <pc:sldMk cId="1946802598" sldId="9108"/>
            <ac:cxnSpMk id="76" creationId="{00000000-0000-0000-0000-000000000000}"/>
          </ac:cxnSpMkLst>
        </pc:cxnChg>
        <pc:cxnChg chg="mod">
          <ac:chgData name="Macher, Andreas (DI FA CTR PLC PPM)" userId="f1dcac62-7bef-43eb-91f0-927336a1714f" providerId="ADAL" clId="{5B710B73-F6D6-4A7D-9276-5384056BD54A}" dt="2022-11-07T21:19:45.443" v="6752" actId="1037"/>
          <ac:cxnSpMkLst>
            <pc:docMk/>
            <pc:sldMk cId="1946802598" sldId="9108"/>
            <ac:cxnSpMk id="77" creationId="{A43DAAAE-6D0F-46D7-AFCF-54506A567CB1}"/>
          </ac:cxnSpMkLst>
        </pc:cxnChg>
        <pc:cxnChg chg="mod">
          <ac:chgData name="Macher, Andreas (DI FA CTR PLC PPM)" userId="f1dcac62-7bef-43eb-91f0-927336a1714f" providerId="ADAL" clId="{5B710B73-F6D6-4A7D-9276-5384056BD54A}" dt="2022-11-07T21:19:45.443" v="6752" actId="1037"/>
          <ac:cxnSpMkLst>
            <pc:docMk/>
            <pc:sldMk cId="1946802598" sldId="9108"/>
            <ac:cxnSpMk id="84" creationId="{00000000-0000-0000-0000-000000000000}"/>
          </ac:cxnSpMkLst>
        </pc:cxnChg>
        <pc:cxnChg chg="mod">
          <ac:chgData name="Macher, Andreas (DI FA CTR PLC PPM)" userId="f1dcac62-7bef-43eb-91f0-927336a1714f" providerId="ADAL" clId="{5B710B73-F6D6-4A7D-9276-5384056BD54A}" dt="2022-11-07T21:19:45.443" v="6752" actId="1037"/>
          <ac:cxnSpMkLst>
            <pc:docMk/>
            <pc:sldMk cId="1946802598" sldId="9108"/>
            <ac:cxnSpMk id="89" creationId="{00000000-0000-0000-0000-000000000000}"/>
          </ac:cxnSpMkLst>
        </pc:cxnChg>
        <pc:cxnChg chg="mod">
          <ac:chgData name="Macher, Andreas (DI FA CTR PLC PPM)" userId="f1dcac62-7bef-43eb-91f0-927336a1714f" providerId="ADAL" clId="{5B710B73-F6D6-4A7D-9276-5384056BD54A}" dt="2022-11-07T21:19:26.392" v="6705" actId="1038"/>
          <ac:cxnSpMkLst>
            <pc:docMk/>
            <pc:sldMk cId="1946802598" sldId="9108"/>
            <ac:cxnSpMk id="122" creationId="{3387C042-8302-491A-88B1-4341FA7F6AF4}"/>
          </ac:cxnSpMkLst>
        </pc:cxnChg>
        <pc:cxnChg chg="mod">
          <ac:chgData name="Macher, Andreas (DI FA CTR PLC PPM)" userId="f1dcac62-7bef-43eb-91f0-927336a1714f" providerId="ADAL" clId="{5B710B73-F6D6-4A7D-9276-5384056BD54A}" dt="2022-11-07T21:19:26.392" v="6705" actId="1038"/>
          <ac:cxnSpMkLst>
            <pc:docMk/>
            <pc:sldMk cId="1946802598" sldId="9108"/>
            <ac:cxnSpMk id="123" creationId="{416E8B35-DB5A-49ED-B8E5-BD94F179CC72}"/>
          </ac:cxnSpMkLst>
        </pc:cxnChg>
        <pc:cxnChg chg="mod">
          <ac:chgData name="Macher, Andreas (DI FA CTR PLC PPM)" userId="f1dcac62-7bef-43eb-91f0-927336a1714f" providerId="ADAL" clId="{5B710B73-F6D6-4A7D-9276-5384056BD54A}" dt="2022-11-07T21:19:26.392" v="6705" actId="1038"/>
          <ac:cxnSpMkLst>
            <pc:docMk/>
            <pc:sldMk cId="1946802598" sldId="9108"/>
            <ac:cxnSpMk id="125" creationId="{386204AA-8334-47A4-A0AC-1232AE37D39F}"/>
          </ac:cxnSpMkLst>
        </pc:cxnChg>
        <pc:cxnChg chg="mod">
          <ac:chgData name="Macher, Andreas (DI FA CTR PLC PPM)" userId="f1dcac62-7bef-43eb-91f0-927336a1714f" providerId="ADAL" clId="{5B710B73-F6D6-4A7D-9276-5384056BD54A}" dt="2022-11-07T21:19:26.392" v="6705" actId="1038"/>
          <ac:cxnSpMkLst>
            <pc:docMk/>
            <pc:sldMk cId="1946802598" sldId="9108"/>
            <ac:cxnSpMk id="145" creationId="{6433D9BE-1230-41F5-B051-35E4C9B6A296}"/>
          </ac:cxnSpMkLst>
        </pc:cxnChg>
        <pc:cxnChg chg="mod">
          <ac:chgData name="Macher, Andreas (DI FA CTR PLC PPM)" userId="f1dcac62-7bef-43eb-91f0-927336a1714f" providerId="ADAL" clId="{5B710B73-F6D6-4A7D-9276-5384056BD54A}" dt="2022-11-07T21:19:26.392" v="6705" actId="1038"/>
          <ac:cxnSpMkLst>
            <pc:docMk/>
            <pc:sldMk cId="1946802598" sldId="9108"/>
            <ac:cxnSpMk id="152" creationId="{A999D390-0727-4BA1-83E6-B42769570DB0}"/>
          </ac:cxnSpMkLst>
        </pc:cxnChg>
        <pc:cxnChg chg="mod">
          <ac:chgData name="Macher, Andreas (DI FA CTR PLC PPM)" userId="f1dcac62-7bef-43eb-91f0-927336a1714f" providerId="ADAL" clId="{5B710B73-F6D6-4A7D-9276-5384056BD54A}" dt="2022-11-07T21:19:26.392" v="6705" actId="1038"/>
          <ac:cxnSpMkLst>
            <pc:docMk/>
            <pc:sldMk cId="1946802598" sldId="9108"/>
            <ac:cxnSpMk id="154" creationId="{358211E8-AED3-4523-A9FC-B16FA9896475}"/>
          </ac:cxnSpMkLst>
        </pc:cxnChg>
      </pc:sldChg>
      <pc:sldChg chg="modSp">
        <pc:chgData name="Macher, Andreas (DI FA CTR PLC PPM)" userId="f1dcac62-7bef-43eb-91f0-927336a1714f" providerId="ADAL" clId="{5B710B73-F6D6-4A7D-9276-5384056BD54A}" dt="2022-11-23T12:21:55.580" v="8996"/>
        <pc:sldMkLst>
          <pc:docMk/>
          <pc:sldMk cId="1932148143" sldId="9109"/>
        </pc:sldMkLst>
        <pc:spChg chg="mod">
          <ac:chgData name="Macher, Andreas (DI FA CTR PLC PPM)" userId="f1dcac62-7bef-43eb-91f0-927336a1714f" providerId="ADAL" clId="{5B710B73-F6D6-4A7D-9276-5384056BD54A}" dt="2022-11-23T12:21:55.580" v="8996"/>
          <ac:spMkLst>
            <pc:docMk/>
            <pc:sldMk cId="1932148143" sldId="9109"/>
            <ac:spMk id="2" creationId="{F53D8DE7-59D9-45CD-A489-CC468BD2F3CF}"/>
          </ac:spMkLst>
        </pc:spChg>
      </pc:sldChg>
      <pc:sldChg chg="modSp">
        <pc:chgData name="Macher, Andreas (DI FA CTR PLC PPM)" userId="f1dcac62-7bef-43eb-91f0-927336a1714f" providerId="ADAL" clId="{5B710B73-F6D6-4A7D-9276-5384056BD54A}" dt="2022-11-23T12:21:55.580" v="8996"/>
        <pc:sldMkLst>
          <pc:docMk/>
          <pc:sldMk cId="111665078" sldId="9110"/>
        </pc:sldMkLst>
        <pc:spChg chg="mod">
          <ac:chgData name="Macher, Andreas (DI FA CTR PLC PPM)" userId="f1dcac62-7bef-43eb-91f0-927336a1714f" providerId="ADAL" clId="{5B710B73-F6D6-4A7D-9276-5384056BD54A}" dt="2022-11-23T12:21:55.580" v="8996"/>
          <ac:spMkLst>
            <pc:docMk/>
            <pc:sldMk cId="111665078" sldId="9110"/>
            <ac:spMk id="2" creationId="{412127C7-E09C-4465-B722-C40C39DCC465}"/>
          </ac:spMkLst>
        </pc:spChg>
      </pc:sldChg>
      <pc:sldChg chg="addSp modSp mod chgLayout">
        <pc:chgData name="Macher, Andreas (DI FA CTR PLC PPM)" userId="f1dcac62-7bef-43eb-91f0-927336a1714f" providerId="ADAL" clId="{5B710B73-F6D6-4A7D-9276-5384056BD54A}" dt="2022-11-23T12:21:55.580" v="8996"/>
        <pc:sldMkLst>
          <pc:docMk/>
          <pc:sldMk cId="237798392" sldId="9111"/>
        </pc:sldMkLst>
        <pc:spChg chg="mod ord">
          <ac:chgData name="Macher, Andreas (DI FA CTR PLC PPM)" userId="f1dcac62-7bef-43eb-91f0-927336a1714f" providerId="ADAL" clId="{5B710B73-F6D6-4A7D-9276-5384056BD54A}" dt="2022-11-16T13:36:47.071" v="7224" actId="207"/>
          <ac:spMkLst>
            <pc:docMk/>
            <pc:sldMk cId="237798392" sldId="9111"/>
            <ac:spMk id="2" creationId="{C488934C-F390-4DE6-9152-576DD26E1F1D}"/>
          </ac:spMkLst>
        </pc:spChg>
        <pc:spChg chg="mod">
          <ac:chgData name="Macher, Andreas (DI FA CTR PLC PPM)" userId="f1dcac62-7bef-43eb-91f0-927336a1714f" providerId="ADAL" clId="{5B710B73-F6D6-4A7D-9276-5384056BD54A}" dt="2022-11-16T13:12:13.322" v="6945" actId="207"/>
          <ac:spMkLst>
            <pc:docMk/>
            <pc:sldMk cId="237798392" sldId="9111"/>
            <ac:spMk id="3" creationId="{3E3B24E9-DE99-4D89-A3D8-DA351263F459}"/>
          </ac:spMkLst>
        </pc:spChg>
        <pc:spChg chg="mod ord">
          <ac:chgData name="Macher, Andreas (DI FA CTR PLC PPM)" userId="f1dcac62-7bef-43eb-91f0-927336a1714f" providerId="ADAL" clId="{5B710B73-F6D6-4A7D-9276-5384056BD54A}" dt="2022-11-23T12:21:55.580" v="8996"/>
          <ac:spMkLst>
            <pc:docMk/>
            <pc:sldMk cId="237798392" sldId="9111"/>
            <ac:spMk id="4" creationId="{4D796605-74A7-4258-841E-D43D8E5FDAC3}"/>
          </ac:spMkLst>
        </pc:spChg>
        <pc:spChg chg="add mod ord">
          <ac:chgData name="Macher, Andreas (DI FA CTR PLC PPM)" userId="f1dcac62-7bef-43eb-91f0-927336a1714f" providerId="ADAL" clId="{5B710B73-F6D6-4A7D-9276-5384056BD54A}" dt="2022-11-16T16:00:35.079" v="7797" actId="14100"/>
          <ac:spMkLst>
            <pc:docMk/>
            <pc:sldMk cId="237798392" sldId="9111"/>
            <ac:spMk id="5" creationId="{50ADEF19-4684-C3E9-7440-C8469B681832}"/>
          </ac:spMkLst>
        </pc:spChg>
        <pc:spChg chg="mod">
          <ac:chgData name="Macher, Andreas (DI FA CTR PLC PPM)" userId="f1dcac62-7bef-43eb-91f0-927336a1714f" providerId="ADAL" clId="{5B710B73-F6D6-4A7D-9276-5384056BD54A}" dt="2022-11-16T13:52:07.864" v="7547" actId="207"/>
          <ac:spMkLst>
            <pc:docMk/>
            <pc:sldMk cId="237798392" sldId="9111"/>
            <ac:spMk id="47" creationId="{750A5848-2F5D-4296-B33C-65777ABBCCC3}"/>
          </ac:spMkLst>
        </pc:spChg>
        <pc:spChg chg="mod">
          <ac:chgData name="Macher, Andreas (DI FA CTR PLC PPM)" userId="f1dcac62-7bef-43eb-91f0-927336a1714f" providerId="ADAL" clId="{5B710B73-F6D6-4A7D-9276-5384056BD54A}" dt="2022-11-16T13:52:07.864" v="7547" actId="207"/>
          <ac:spMkLst>
            <pc:docMk/>
            <pc:sldMk cId="237798392" sldId="9111"/>
            <ac:spMk id="62" creationId="{EBD9C67A-3048-4D8E-A90B-94307FB796A7}"/>
          </ac:spMkLst>
        </pc:spChg>
        <pc:spChg chg="mod">
          <ac:chgData name="Macher, Andreas (DI FA CTR PLC PPM)" userId="f1dcac62-7bef-43eb-91f0-927336a1714f" providerId="ADAL" clId="{5B710B73-F6D6-4A7D-9276-5384056BD54A}" dt="2022-11-16T13:52:07.864" v="7547" actId="207"/>
          <ac:spMkLst>
            <pc:docMk/>
            <pc:sldMk cId="237798392" sldId="9111"/>
            <ac:spMk id="64" creationId="{1D850CC7-47D0-42CD-84C7-E1082FB9A1E6}"/>
          </ac:spMkLst>
        </pc:spChg>
        <pc:spChg chg="mod">
          <ac:chgData name="Macher, Andreas (DI FA CTR PLC PPM)" userId="f1dcac62-7bef-43eb-91f0-927336a1714f" providerId="ADAL" clId="{5B710B73-F6D6-4A7D-9276-5384056BD54A}" dt="2022-11-16T13:52:07.864" v="7547" actId="207"/>
          <ac:spMkLst>
            <pc:docMk/>
            <pc:sldMk cId="237798392" sldId="9111"/>
            <ac:spMk id="76" creationId="{D637BBB6-F7DC-4E0A-AB60-0EE1455476DC}"/>
          </ac:spMkLst>
        </pc:spChg>
        <pc:spChg chg="mod">
          <ac:chgData name="Macher, Andreas (DI FA CTR PLC PPM)" userId="f1dcac62-7bef-43eb-91f0-927336a1714f" providerId="ADAL" clId="{5B710B73-F6D6-4A7D-9276-5384056BD54A}" dt="2022-11-16T13:52:07.864" v="7547" actId="207"/>
          <ac:spMkLst>
            <pc:docMk/>
            <pc:sldMk cId="237798392" sldId="9111"/>
            <ac:spMk id="93" creationId="{FBE22977-0374-4821-8315-90B9967C29A5}"/>
          </ac:spMkLst>
        </pc:spChg>
        <pc:spChg chg="mod">
          <ac:chgData name="Macher, Andreas (DI FA CTR PLC PPM)" userId="f1dcac62-7bef-43eb-91f0-927336a1714f" providerId="ADAL" clId="{5B710B73-F6D6-4A7D-9276-5384056BD54A}" dt="2022-11-16T13:53:21.528" v="7562" actId="11"/>
          <ac:spMkLst>
            <pc:docMk/>
            <pc:sldMk cId="237798392" sldId="9111"/>
            <ac:spMk id="111" creationId="{DFD31B35-5675-4A62-A34D-D47D6ADB19DA}"/>
          </ac:spMkLst>
        </pc:spChg>
        <pc:spChg chg="mod">
          <ac:chgData name="Macher, Andreas (DI FA CTR PLC PPM)" userId="f1dcac62-7bef-43eb-91f0-927336a1714f" providerId="ADAL" clId="{5B710B73-F6D6-4A7D-9276-5384056BD54A}" dt="2022-11-16T16:00:40.212" v="7798" actId="1076"/>
          <ac:spMkLst>
            <pc:docMk/>
            <pc:sldMk cId="237798392" sldId="9111"/>
            <ac:spMk id="121" creationId="{B6601938-89BC-4193-8D1F-EA2BF6D50FE8}"/>
          </ac:spMkLst>
        </pc:spChg>
      </pc:sldChg>
      <pc:sldChg chg="delSp modSp mod chgLayout">
        <pc:chgData name="Macher, Andreas (DI FA CTR PLC PPM)" userId="f1dcac62-7bef-43eb-91f0-927336a1714f" providerId="ADAL" clId="{5B710B73-F6D6-4A7D-9276-5384056BD54A}" dt="2022-11-23T12:31:15.799" v="9067" actId="478"/>
        <pc:sldMkLst>
          <pc:docMk/>
          <pc:sldMk cId="1763449856" sldId="9112"/>
        </pc:sldMkLst>
        <pc:spChg chg="mod ord">
          <ac:chgData name="Macher, Andreas (DI FA CTR PLC PPM)" userId="f1dcac62-7bef-43eb-91f0-927336a1714f" providerId="ADAL" clId="{5B710B73-F6D6-4A7D-9276-5384056BD54A}" dt="2022-11-16T13:36:50.508" v="7225" actId="207"/>
          <ac:spMkLst>
            <pc:docMk/>
            <pc:sldMk cId="1763449856" sldId="9112"/>
            <ac:spMk id="2" creationId="{C488934C-F390-4DE6-9152-576DD26E1F1D}"/>
          </ac:spMkLst>
        </pc:spChg>
        <pc:spChg chg="mod ord">
          <ac:chgData name="Macher, Andreas (DI FA CTR PLC PPM)" userId="f1dcac62-7bef-43eb-91f0-927336a1714f" providerId="ADAL" clId="{5B710B73-F6D6-4A7D-9276-5384056BD54A}" dt="2022-11-23T12:21:55.580" v="8996"/>
          <ac:spMkLst>
            <pc:docMk/>
            <pc:sldMk cId="1763449856" sldId="9112"/>
            <ac:spMk id="3" creationId="{DC67D8DB-77B1-4BC0-8B35-9BB21AD59DFC}"/>
          </ac:spMkLst>
        </pc:spChg>
        <pc:spChg chg="del mod ord">
          <ac:chgData name="Macher, Andreas (DI FA CTR PLC PPM)" userId="f1dcac62-7bef-43eb-91f0-927336a1714f" providerId="ADAL" clId="{5B710B73-F6D6-4A7D-9276-5384056BD54A}" dt="2022-11-23T12:31:15.799" v="9067" actId="478"/>
          <ac:spMkLst>
            <pc:docMk/>
            <pc:sldMk cId="1763449856" sldId="9112"/>
            <ac:spMk id="41" creationId="{C3415BDB-D8AE-46EE-8FC8-5A22C6AC6CB4}"/>
          </ac:spMkLst>
        </pc:spChg>
        <pc:spChg chg="mod">
          <ac:chgData name="Macher, Andreas (DI FA CTR PLC PPM)" userId="f1dcac62-7bef-43eb-91f0-927336a1714f" providerId="ADAL" clId="{5B710B73-F6D6-4A7D-9276-5384056BD54A}" dt="2022-11-07T21:34:04.231" v="6842" actId="207"/>
          <ac:spMkLst>
            <pc:docMk/>
            <pc:sldMk cId="1763449856" sldId="9112"/>
            <ac:spMk id="42" creationId="{F3F1772F-CA40-4F57-913E-934D9125E52A}"/>
          </ac:spMkLst>
        </pc:spChg>
        <pc:spChg chg="mod">
          <ac:chgData name="Macher, Andreas (DI FA CTR PLC PPM)" userId="f1dcac62-7bef-43eb-91f0-927336a1714f" providerId="ADAL" clId="{5B710B73-F6D6-4A7D-9276-5384056BD54A}" dt="2022-11-16T13:12:26.001" v="6946" actId="207"/>
          <ac:spMkLst>
            <pc:docMk/>
            <pc:sldMk cId="1763449856" sldId="9112"/>
            <ac:spMk id="112" creationId="{624207D0-BA5D-498A-B02A-797C3E7852FB}"/>
          </ac:spMkLst>
        </pc:spChg>
        <pc:spChg chg="mod">
          <ac:chgData name="Macher, Andreas (DI FA CTR PLC PPM)" userId="f1dcac62-7bef-43eb-91f0-927336a1714f" providerId="ADAL" clId="{5B710B73-F6D6-4A7D-9276-5384056BD54A}" dt="2022-11-16T13:12:26.001" v="6946" actId="207"/>
          <ac:spMkLst>
            <pc:docMk/>
            <pc:sldMk cId="1763449856" sldId="9112"/>
            <ac:spMk id="114" creationId="{DD504AA9-A31C-4548-9013-D9335E0D2530}"/>
          </ac:spMkLst>
        </pc:spChg>
        <pc:spChg chg="mod">
          <ac:chgData name="Macher, Andreas (DI FA CTR PLC PPM)" userId="f1dcac62-7bef-43eb-91f0-927336a1714f" providerId="ADAL" clId="{5B710B73-F6D6-4A7D-9276-5384056BD54A}" dt="2022-11-04T12:48:47.766" v="3487" actId="404"/>
          <ac:spMkLst>
            <pc:docMk/>
            <pc:sldMk cId="1763449856" sldId="9112"/>
            <ac:spMk id="123" creationId="{2D8C0090-F023-4D31-AAF9-831E5B2A29DD}"/>
          </ac:spMkLst>
        </pc:spChg>
      </pc:sldChg>
      <pc:sldChg chg="addSp delSp modSp mod modClrScheme chgLayout">
        <pc:chgData name="Macher, Andreas (DI FA CTR PLC PPM)" userId="f1dcac62-7bef-43eb-91f0-927336a1714f" providerId="ADAL" clId="{5B710B73-F6D6-4A7D-9276-5384056BD54A}" dt="2022-11-23T12:21:55.580" v="8996"/>
        <pc:sldMkLst>
          <pc:docMk/>
          <pc:sldMk cId="3876607279" sldId="9113"/>
        </pc:sldMkLst>
        <pc:spChg chg="del">
          <ac:chgData name="Macher, Andreas (DI FA CTR PLC PPM)" userId="f1dcac62-7bef-43eb-91f0-927336a1714f" providerId="ADAL" clId="{5B710B73-F6D6-4A7D-9276-5384056BD54A}" dt="2022-11-07T13:24:18.535" v="4424" actId="478"/>
          <ac:spMkLst>
            <pc:docMk/>
            <pc:sldMk cId="3876607279" sldId="9113"/>
            <ac:spMk id="2" creationId="{065B16F3-03D6-4B0D-8A65-032BD8C10CC2}"/>
          </ac:spMkLst>
        </pc:spChg>
        <pc:spChg chg="add del mod ord">
          <ac:chgData name="Macher, Andreas (DI FA CTR PLC PPM)" userId="f1dcac62-7bef-43eb-91f0-927336a1714f" providerId="ADAL" clId="{5B710B73-F6D6-4A7D-9276-5384056BD54A}" dt="2022-11-16T13:23:46.940" v="7129" actId="700"/>
          <ac:spMkLst>
            <pc:docMk/>
            <pc:sldMk cId="3876607279" sldId="9113"/>
            <ac:spMk id="2" creationId="{9F74F2D4-DA10-D18C-42ED-AE1FD7ACCC11}"/>
          </ac:spMkLst>
        </pc:spChg>
        <pc:spChg chg="mod ord">
          <ac:chgData name="Macher, Andreas (DI FA CTR PLC PPM)" userId="f1dcac62-7bef-43eb-91f0-927336a1714f" providerId="ADAL" clId="{5B710B73-F6D6-4A7D-9276-5384056BD54A}" dt="2022-11-23T12:21:55.580" v="8996"/>
          <ac:spMkLst>
            <pc:docMk/>
            <pc:sldMk cId="3876607279" sldId="9113"/>
            <ac:spMk id="3" creationId="{7D154929-9D5F-4F0E-951D-F74D0205BCFC}"/>
          </ac:spMkLst>
        </pc:spChg>
        <pc:spChg chg="mod ord">
          <ac:chgData name="Macher, Andreas (DI FA CTR PLC PPM)" userId="f1dcac62-7bef-43eb-91f0-927336a1714f" providerId="ADAL" clId="{5B710B73-F6D6-4A7D-9276-5384056BD54A}" dt="2022-11-16T13:26:53.358" v="7155" actId="207"/>
          <ac:spMkLst>
            <pc:docMk/>
            <pc:sldMk cId="3876607279" sldId="9113"/>
            <ac:spMk id="4" creationId="{00000000-0000-0000-0000-000000000000}"/>
          </ac:spMkLst>
        </pc:spChg>
        <pc:spChg chg="del">
          <ac:chgData name="Macher, Andreas (DI FA CTR PLC PPM)" userId="f1dcac62-7bef-43eb-91f0-927336a1714f" providerId="ADAL" clId="{5B710B73-F6D6-4A7D-9276-5384056BD54A}" dt="2022-11-03T13:50:50.632" v="3347" actId="478"/>
          <ac:spMkLst>
            <pc:docMk/>
            <pc:sldMk cId="3876607279" sldId="9113"/>
            <ac:spMk id="7" creationId="{2FAC0328-D5AE-4122-863C-F24FD5715C25}"/>
          </ac:spMkLst>
        </pc:spChg>
        <pc:graphicFrameChg chg="mod modGraphic">
          <ac:chgData name="Macher, Andreas (DI FA CTR PLC PPM)" userId="f1dcac62-7bef-43eb-91f0-927336a1714f" providerId="ADAL" clId="{5B710B73-F6D6-4A7D-9276-5384056BD54A}" dt="2022-11-16T13:55:45.413" v="7580"/>
          <ac:graphicFrameMkLst>
            <pc:docMk/>
            <pc:sldMk cId="3876607279" sldId="9113"/>
            <ac:graphicFrameMk id="5" creationId="{00000000-0000-0000-0000-000000000000}"/>
          </ac:graphicFrameMkLst>
        </pc:graphicFrameChg>
        <pc:graphicFrameChg chg="add del mod modGraphic">
          <ac:chgData name="Macher, Andreas (DI FA CTR PLC PPM)" userId="f1dcac62-7bef-43eb-91f0-927336a1714f" providerId="ADAL" clId="{5B710B73-F6D6-4A7D-9276-5384056BD54A}" dt="2022-11-04T12:50:15.282" v="3496" actId="478"/>
          <ac:graphicFrameMkLst>
            <pc:docMk/>
            <pc:sldMk cId="3876607279" sldId="9113"/>
            <ac:graphicFrameMk id="6" creationId="{5A73B4B4-2ADC-F37E-E325-0A380DC3437A}"/>
          </ac:graphicFrameMkLst>
        </pc:graphicFrameChg>
        <pc:graphicFrameChg chg="mod modGraphic">
          <ac:chgData name="Macher, Andreas (DI FA CTR PLC PPM)" userId="f1dcac62-7bef-43eb-91f0-927336a1714f" providerId="ADAL" clId="{5B710B73-F6D6-4A7D-9276-5384056BD54A}" dt="2022-11-16T13:54:56.943" v="7577" actId="12385"/>
          <ac:graphicFrameMkLst>
            <pc:docMk/>
            <pc:sldMk cId="3876607279" sldId="9113"/>
            <ac:graphicFrameMk id="9" creationId="{00000000-0000-0000-0000-000000000000}"/>
          </ac:graphicFrameMkLst>
        </pc:graphicFrameChg>
      </pc:sldChg>
      <pc:sldChg chg="addSp delSp modSp mod chgLayout">
        <pc:chgData name="Macher, Andreas (DI FA CTR PLC PPM)" userId="f1dcac62-7bef-43eb-91f0-927336a1714f" providerId="ADAL" clId="{5B710B73-F6D6-4A7D-9276-5384056BD54A}" dt="2022-11-23T12:21:55.580" v="8996"/>
        <pc:sldMkLst>
          <pc:docMk/>
          <pc:sldMk cId="1218739668" sldId="9114"/>
        </pc:sldMkLst>
        <pc:spChg chg="mod ord">
          <ac:chgData name="Macher, Andreas (DI FA CTR PLC PPM)" userId="f1dcac62-7bef-43eb-91f0-927336a1714f" providerId="ADAL" clId="{5B710B73-F6D6-4A7D-9276-5384056BD54A}" dt="2022-11-23T12:21:55.580" v="8996"/>
          <ac:spMkLst>
            <pc:docMk/>
            <pc:sldMk cId="1218739668" sldId="9114"/>
            <ac:spMk id="2" creationId="{ED8B2D1D-4D5E-4D13-BDCE-7BD07800F483}"/>
          </ac:spMkLst>
        </pc:spChg>
        <pc:spChg chg="add mod ord">
          <ac:chgData name="Macher, Andreas (DI FA CTR PLC PPM)" userId="f1dcac62-7bef-43eb-91f0-927336a1714f" providerId="ADAL" clId="{5B710B73-F6D6-4A7D-9276-5384056BD54A}" dt="2022-11-16T13:33:14.644" v="7178" actId="207"/>
          <ac:spMkLst>
            <pc:docMk/>
            <pc:sldMk cId="1218739668" sldId="9114"/>
            <ac:spMk id="3" creationId="{EF1B5912-828C-3B6A-1F4B-7352C28080E5}"/>
          </ac:spMkLst>
        </pc:spChg>
        <pc:spChg chg="mod ord">
          <ac:chgData name="Macher, Andreas (DI FA CTR PLC PPM)" userId="f1dcac62-7bef-43eb-91f0-927336a1714f" providerId="ADAL" clId="{5B710B73-F6D6-4A7D-9276-5384056BD54A}" dt="2022-11-16T13:37:35.324" v="7234" actId="207"/>
          <ac:spMkLst>
            <pc:docMk/>
            <pc:sldMk cId="1218739668" sldId="9114"/>
            <ac:spMk id="5" creationId="{00000000-0000-0000-0000-000000000000}"/>
          </ac:spMkLst>
        </pc:spChg>
        <pc:spChg chg="add del">
          <ac:chgData name="Macher, Andreas (DI FA CTR PLC PPM)" userId="f1dcac62-7bef-43eb-91f0-927336a1714f" providerId="ADAL" clId="{5B710B73-F6D6-4A7D-9276-5384056BD54A}" dt="2022-11-16T13:33:32.967" v="7181" actId="478"/>
          <ac:spMkLst>
            <pc:docMk/>
            <pc:sldMk cId="1218739668" sldId="9114"/>
            <ac:spMk id="15" creationId="{CFF40B93-E71C-405F-8EA8-DB9F8FC114DD}"/>
          </ac:spMkLst>
        </pc:spChg>
        <pc:spChg chg="mod">
          <ac:chgData name="Macher, Andreas (DI FA CTR PLC PPM)" userId="f1dcac62-7bef-43eb-91f0-927336a1714f" providerId="ADAL" clId="{5B710B73-F6D6-4A7D-9276-5384056BD54A}" dt="2022-11-16T13:33:01.693" v="7176" actId="20577"/>
          <ac:spMkLst>
            <pc:docMk/>
            <pc:sldMk cId="1218739668" sldId="9114"/>
            <ac:spMk id="22" creationId="{6C67A62B-CF95-4DD2-A8EC-8B8C88EF4BC0}"/>
          </ac:spMkLst>
        </pc:spChg>
        <pc:grpChg chg="mod">
          <ac:chgData name="Macher, Andreas (DI FA CTR PLC PPM)" userId="f1dcac62-7bef-43eb-91f0-927336a1714f" providerId="ADAL" clId="{5B710B73-F6D6-4A7D-9276-5384056BD54A}" dt="2022-11-16T13:33:14.644" v="7178" actId="207"/>
          <ac:grpSpMkLst>
            <pc:docMk/>
            <pc:sldMk cId="1218739668" sldId="9114"/>
            <ac:grpSpMk id="8" creationId="{9CCE0A65-07CD-41AA-A21B-C61913446333}"/>
          </ac:grpSpMkLst>
        </pc:grpChg>
        <pc:picChg chg="mod">
          <ac:chgData name="Macher, Andreas (DI FA CTR PLC PPM)" userId="f1dcac62-7bef-43eb-91f0-927336a1714f" providerId="ADAL" clId="{5B710B73-F6D6-4A7D-9276-5384056BD54A}" dt="2022-11-16T13:33:14.644" v="7178" actId="207"/>
          <ac:picMkLst>
            <pc:docMk/>
            <pc:sldMk cId="1218739668" sldId="9114"/>
            <ac:picMk id="24" creationId="{925EF3BA-8733-4111-990D-15D50AA05C79}"/>
          </ac:picMkLst>
        </pc:picChg>
        <pc:cxnChg chg="mod">
          <ac:chgData name="Macher, Andreas (DI FA CTR PLC PPM)" userId="f1dcac62-7bef-43eb-91f0-927336a1714f" providerId="ADAL" clId="{5B710B73-F6D6-4A7D-9276-5384056BD54A}" dt="2022-11-16T13:33:14.644" v="7178" actId="207"/>
          <ac:cxnSpMkLst>
            <pc:docMk/>
            <pc:sldMk cId="1218739668" sldId="9114"/>
            <ac:cxnSpMk id="26" creationId="{6AB835B1-64A7-4DAF-B5E0-A3A473943EAE}"/>
          </ac:cxnSpMkLst>
        </pc:cxnChg>
        <pc:cxnChg chg="mod">
          <ac:chgData name="Macher, Andreas (DI FA CTR PLC PPM)" userId="f1dcac62-7bef-43eb-91f0-927336a1714f" providerId="ADAL" clId="{5B710B73-F6D6-4A7D-9276-5384056BD54A}" dt="2022-11-16T13:33:14.644" v="7178" actId="207"/>
          <ac:cxnSpMkLst>
            <pc:docMk/>
            <pc:sldMk cId="1218739668" sldId="9114"/>
            <ac:cxnSpMk id="27" creationId="{5DC1AAAE-852F-4CD1-9711-0EC49A3D1E19}"/>
          </ac:cxnSpMkLst>
        </pc:cxnChg>
        <pc:cxnChg chg="mod">
          <ac:chgData name="Macher, Andreas (DI FA CTR PLC PPM)" userId="f1dcac62-7bef-43eb-91f0-927336a1714f" providerId="ADAL" clId="{5B710B73-F6D6-4A7D-9276-5384056BD54A}" dt="2022-11-16T13:33:14.644" v="7178" actId="207"/>
          <ac:cxnSpMkLst>
            <pc:docMk/>
            <pc:sldMk cId="1218739668" sldId="9114"/>
            <ac:cxnSpMk id="30" creationId="{AA01E730-838B-4157-823A-0DB0A8556BE0}"/>
          </ac:cxnSpMkLst>
        </pc:cxnChg>
        <pc:cxnChg chg="mod">
          <ac:chgData name="Macher, Andreas (DI FA CTR PLC PPM)" userId="f1dcac62-7bef-43eb-91f0-927336a1714f" providerId="ADAL" clId="{5B710B73-F6D6-4A7D-9276-5384056BD54A}" dt="2022-11-16T13:33:14.644" v="7178" actId="207"/>
          <ac:cxnSpMkLst>
            <pc:docMk/>
            <pc:sldMk cId="1218739668" sldId="9114"/>
            <ac:cxnSpMk id="31" creationId="{E89F32B4-823F-449B-B63C-08C482CCF82E}"/>
          </ac:cxnSpMkLst>
        </pc:cxnChg>
      </pc:sldChg>
      <pc:sldChg chg="modSp">
        <pc:chgData name="Macher, Andreas (DI FA CTR PLC PPM)" userId="f1dcac62-7bef-43eb-91f0-927336a1714f" providerId="ADAL" clId="{5B710B73-F6D6-4A7D-9276-5384056BD54A}" dt="2022-11-23T12:21:55.580" v="8996"/>
        <pc:sldMkLst>
          <pc:docMk/>
          <pc:sldMk cId="1429298440" sldId="9117"/>
        </pc:sldMkLst>
        <pc:spChg chg="mod">
          <ac:chgData name="Macher, Andreas (DI FA CTR PLC PPM)" userId="f1dcac62-7bef-43eb-91f0-927336a1714f" providerId="ADAL" clId="{5B710B73-F6D6-4A7D-9276-5384056BD54A}" dt="2022-11-23T12:21:55.580" v="8996"/>
          <ac:spMkLst>
            <pc:docMk/>
            <pc:sldMk cId="1429298440" sldId="9117"/>
            <ac:spMk id="2" creationId="{412127C7-E09C-4465-B722-C40C39DCC465}"/>
          </ac:spMkLst>
        </pc:spChg>
      </pc:sldChg>
      <pc:sldChg chg="addSp delSp modSp mod chgLayout">
        <pc:chgData name="Macher, Andreas (DI FA CTR PLC PPM)" userId="f1dcac62-7bef-43eb-91f0-927336a1714f" providerId="ADAL" clId="{5B710B73-F6D6-4A7D-9276-5384056BD54A}" dt="2022-11-23T12:29:55.819" v="9060" actId="207"/>
        <pc:sldMkLst>
          <pc:docMk/>
          <pc:sldMk cId="3438213007" sldId="9120"/>
        </pc:sldMkLst>
        <pc:spChg chg="add mod">
          <ac:chgData name="Macher, Andreas (DI FA CTR PLC PPM)" userId="f1dcac62-7bef-43eb-91f0-927336a1714f" providerId="ADAL" clId="{5B710B73-F6D6-4A7D-9276-5384056BD54A}" dt="2022-11-16T13:07:50.786" v="6878" actId="1076"/>
          <ac:spMkLst>
            <pc:docMk/>
            <pc:sldMk cId="3438213007" sldId="9120"/>
            <ac:spMk id="2" creationId="{385C3842-A9B9-ADE0-2EB9-CB9C5977DBD3}"/>
          </ac:spMkLst>
        </pc:spChg>
        <pc:spChg chg="add mod">
          <ac:chgData name="Macher, Andreas (DI FA CTR PLC PPM)" userId="f1dcac62-7bef-43eb-91f0-927336a1714f" providerId="ADAL" clId="{5B710B73-F6D6-4A7D-9276-5384056BD54A}" dt="2022-11-16T13:07:50.786" v="6878" actId="1076"/>
          <ac:spMkLst>
            <pc:docMk/>
            <pc:sldMk cId="3438213007" sldId="9120"/>
            <ac:spMk id="3" creationId="{BBDD9358-A1BB-FBEB-1913-29464048F539}"/>
          </ac:spMkLst>
        </pc:spChg>
        <pc:spChg chg="mod ord">
          <ac:chgData name="Macher, Andreas (DI FA CTR PLC PPM)" userId="f1dcac62-7bef-43eb-91f0-927336a1714f" providerId="ADAL" clId="{5B710B73-F6D6-4A7D-9276-5384056BD54A}" dt="2022-11-23T12:21:55.580" v="8996"/>
          <ac:spMkLst>
            <pc:docMk/>
            <pc:sldMk cId="3438213007" sldId="9120"/>
            <ac:spMk id="4" creationId="{626F0DC5-7AEE-42DA-849A-672A51E94E56}"/>
          </ac:spMkLst>
        </pc:spChg>
        <pc:spChg chg="mod ord">
          <ac:chgData name="Macher, Andreas (DI FA CTR PLC PPM)" userId="f1dcac62-7bef-43eb-91f0-927336a1714f" providerId="ADAL" clId="{5B710B73-F6D6-4A7D-9276-5384056BD54A}" dt="2022-11-07T21:25:53.175" v="6788" actId="700"/>
          <ac:spMkLst>
            <pc:docMk/>
            <pc:sldMk cId="3438213007" sldId="9120"/>
            <ac:spMk id="5" creationId="{062CE1CF-53A5-432F-BF9A-2769E50D8001}"/>
          </ac:spMkLst>
        </pc:spChg>
        <pc:spChg chg="add mod">
          <ac:chgData name="Macher, Andreas (DI FA CTR PLC PPM)" userId="f1dcac62-7bef-43eb-91f0-927336a1714f" providerId="ADAL" clId="{5B710B73-F6D6-4A7D-9276-5384056BD54A}" dt="2022-11-16T13:07:50.786" v="6878" actId="1076"/>
          <ac:spMkLst>
            <pc:docMk/>
            <pc:sldMk cId="3438213007" sldId="9120"/>
            <ac:spMk id="6" creationId="{AA2BCC8E-8E06-3EF3-E170-041A62ADDD94}"/>
          </ac:spMkLst>
        </pc:spChg>
        <pc:spChg chg="del">
          <ac:chgData name="Macher, Andreas (DI FA CTR PLC PPM)" userId="f1dcac62-7bef-43eb-91f0-927336a1714f" providerId="ADAL" clId="{5B710B73-F6D6-4A7D-9276-5384056BD54A}" dt="2022-11-16T13:07:46.133" v="6876" actId="478"/>
          <ac:spMkLst>
            <pc:docMk/>
            <pc:sldMk cId="3438213007" sldId="9120"/>
            <ac:spMk id="9" creationId="{0D980E39-E9A3-40A7-AAD0-4D60AD7C60E3}"/>
          </ac:spMkLst>
        </pc:spChg>
        <pc:spChg chg="add del mod ord">
          <ac:chgData name="Macher, Andreas (DI FA CTR PLC PPM)" userId="f1dcac62-7bef-43eb-91f0-927336a1714f" providerId="ADAL" clId="{5B710B73-F6D6-4A7D-9276-5384056BD54A}" dt="2022-11-16T15:55:56.957" v="7755" actId="21"/>
          <ac:spMkLst>
            <pc:docMk/>
            <pc:sldMk cId="3438213007" sldId="9120"/>
            <ac:spMk id="9" creationId="{B8E7083D-DA70-34EB-B81B-CEBEF2D066E3}"/>
          </ac:spMkLst>
        </pc:spChg>
        <pc:spChg chg="add mod">
          <ac:chgData name="Macher, Andreas (DI FA CTR PLC PPM)" userId="f1dcac62-7bef-43eb-91f0-927336a1714f" providerId="ADAL" clId="{5B710B73-F6D6-4A7D-9276-5384056BD54A}" dt="2022-11-16T13:07:50.786" v="6878" actId="1076"/>
          <ac:spMkLst>
            <pc:docMk/>
            <pc:sldMk cId="3438213007" sldId="9120"/>
            <ac:spMk id="12" creationId="{E3B2B641-6386-94DD-4421-F76BAB56E2C3}"/>
          </ac:spMkLst>
        </pc:spChg>
        <pc:spChg chg="add mod ord">
          <ac:chgData name="Macher, Andreas (DI FA CTR PLC PPM)" userId="f1dcac62-7bef-43eb-91f0-927336a1714f" providerId="ADAL" clId="{5B710B73-F6D6-4A7D-9276-5384056BD54A}" dt="2022-11-16T15:56:04.483" v="7757" actId="167"/>
          <ac:spMkLst>
            <pc:docMk/>
            <pc:sldMk cId="3438213007" sldId="9120"/>
            <ac:spMk id="13" creationId="{5F1B1355-3EE2-EE79-D148-BCC8C81B6EA3}"/>
          </ac:spMkLst>
        </pc:spChg>
        <pc:spChg chg="mod">
          <ac:chgData name="Macher, Andreas (DI FA CTR PLC PPM)" userId="f1dcac62-7bef-43eb-91f0-927336a1714f" providerId="ADAL" clId="{5B710B73-F6D6-4A7D-9276-5384056BD54A}" dt="2022-11-23T12:29:55.819" v="9060" actId="207"/>
          <ac:spMkLst>
            <pc:docMk/>
            <pc:sldMk cId="3438213007" sldId="9120"/>
            <ac:spMk id="21" creationId="{13FC4C09-4981-4D3E-A8C0-750EE0222966}"/>
          </ac:spMkLst>
        </pc:spChg>
        <pc:spChg chg="del">
          <ac:chgData name="Macher, Andreas (DI FA CTR PLC PPM)" userId="f1dcac62-7bef-43eb-91f0-927336a1714f" providerId="ADAL" clId="{5B710B73-F6D6-4A7D-9276-5384056BD54A}" dt="2022-11-16T13:07:46.133" v="6876" actId="478"/>
          <ac:spMkLst>
            <pc:docMk/>
            <pc:sldMk cId="3438213007" sldId="9120"/>
            <ac:spMk id="35" creationId="{A720E156-A4F7-470D-AD70-38F794E8E5E1}"/>
          </ac:spMkLst>
        </pc:spChg>
        <pc:spChg chg="mod">
          <ac:chgData name="Macher, Andreas (DI FA CTR PLC PPM)" userId="f1dcac62-7bef-43eb-91f0-927336a1714f" providerId="ADAL" clId="{5B710B73-F6D6-4A7D-9276-5384056BD54A}" dt="2022-11-16T15:56:07.760" v="7758" actId="207"/>
          <ac:spMkLst>
            <pc:docMk/>
            <pc:sldMk cId="3438213007" sldId="9120"/>
            <ac:spMk id="55" creationId="{E99A2151-C3ED-4216-84B9-7093216A3922}"/>
          </ac:spMkLst>
        </pc:spChg>
        <pc:spChg chg="del">
          <ac:chgData name="Macher, Andreas (DI FA CTR PLC PPM)" userId="f1dcac62-7bef-43eb-91f0-927336a1714f" providerId="ADAL" clId="{5B710B73-F6D6-4A7D-9276-5384056BD54A}" dt="2022-11-16T13:07:46.133" v="6876" actId="478"/>
          <ac:spMkLst>
            <pc:docMk/>
            <pc:sldMk cId="3438213007" sldId="9120"/>
            <ac:spMk id="64" creationId="{3A7C8888-E716-497D-908C-77520494B1C0}"/>
          </ac:spMkLst>
        </pc:spChg>
        <pc:spChg chg="mod">
          <ac:chgData name="Macher, Andreas (DI FA CTR PLC PPM)" userId="f1dcac62-7bef-43eb-91f0-927336a1714f" providerId="ADAL" clId="{5B710B73-F6D6-4A7D-9276-5384056BD54A}" dt="2022-11-16T16:13:09.876" v="7950" actId="207"/>
          <ac:spMkLst>
            <pc:docMk/>
            <pc:sldMk cId="3438213007" sldId="9120"/>
            <ac:spMk id="68" creationId="{787B6039-5DFA-4534-BE43-7C30825326E2}"/>
          </ac:spMkLst>
        </pc:spChg>
        <pc:spChg chg="mod">
          <ac:chgData name="Macher, Andreas (DI FA CTR PLC PPM)" userId="f1dcac62-7bef-43eb-91f0-927336a1714f" providerId="ADAL" clId="{5B710B73-F6D6-4A7D-9276-5384056BD54A}" dt="2022-11-16T15:56:11.082" v="7759" actId="207"/>
          <ac:spMkLst>
            <pc:docMk/>
            <pc:sldMk cId="3438213007" sldId="9120"/>
            <ac:spMk id="71" creationId="{30FC49AD-3C39-47D0-BDCC-ABE8CFC923E7}"/>
          </ac:spMkLst>
        </pc:spChg>
        <pc:picChg chg="add mod">
          <ac:chgData name="Macher, Andreas (DI FA CTR PLC PPM)" userId="f1dcac62-7bef-43eb-91f0-927336a1714f" providerId="ADAL" clId="{5B710B73-F6D6-4A7D-9276-5384056BD54A}" dt="2022-11-16T13:07:50.786" v="6878" actId="1076"/>
          <ac:picMkLst>
            <pc:docMk/>
            <pc:sldMk cId="3438213007" sldId="9120"/>
            <ac:picMk id="7" creationId="{4D99A124-FB75-0FFF-8BAF-2D9ABB93D44E}"/>
          </ac:picMkLst>
        </pc:picChg>
        <pc:picChg chg="add mod">
          <ac:chgData name="Macher, Andreas (DI FA CTR PLC PPM)" userId="f1dcac62-7bef-43eb-91f0-927336a1714f" providerId="ADAL" clId="{5B710B73-F6D6-4A7D-9276-5384056BD54A}" dt="2022-11-16T13:07:50.786" v="6878" actId="1076"/>
          <ac:picMkLst>
            <pc:docMk/>
            <pc:sldMk cId="3438213007" sldId="9120"/>
            <ac:picMk id="8" creationId="{1B12BA32-C9EA-2DC1-33E5-08BA2DB6D9E4}"/>
          </ac:picMkLst>
        </pc:picChg>
        <pc:picChg chg="del">
          <ac:chgData name="Macher, Andreas (DI FA CTR PLC PPM)" userId="f1dcac62-7bef-43eb-91f0-927336a1714f" providerId="ADAL" clId="{5B710B73-F6D6-4A7D-9276-5384056BD54A}" dt="2022-11-16T13:07:46.133" v="6876" actId="478"/>
          <ac:picMkLst>
            <pc:docMk/>
            <pc:sldMk cId="3438213007" sldId="9120"/>
            <ac:picMk id="33" creationId="{2610F2A6-65ED-4C3E-B52A-8B43B8EC874B}"/>
          </ac:picMkLst>
        </pc:picChg>
        <pc:picChg chg="del">
          <ac:chgData name="Macher, Andreas (DI FA CTR PLC PPM)" userId="f1dcac62-7bef-43eb-91f0-927336a1714f" providerId="ADAL" clId="{5B710B73-F6D6-4A7D-9276-5384056BD54A}" dt="2022-11-16T13:07:46.133" v="6876" actId="478"/>
          <ac:picMkLst>
            <pc:docMk/>
            <pc:sldMk cId="3438213007" sldId="9120"/>
            <ac:picMk id="34" creationId="{5B5F4409-3F04-4BBF-A7B0-B2353DB8CDEA}"/>
          </ac:picMkLst>
        </pc:picChg>
      </pc:sldChg>
      <pc:sldChg chg="delSp modSp mod">
        <pc:chgData name="Macher, Andreas (DI FA CTR PLC PPM)" userId="f1dcac62-7bef-43eb-91f0-927336a1714f" providerId="ADAL" clId="{5B710B73-F6D6-4A7D-9276-5384056BD54A}" dt="2022-11-23T12:21:55.580" v="8996"/>
        <pc:sldMkLst>
          <pc:docMk/>
          <pc:sldMk cId="1588417255" sldId="9122"/>
        </pc:sldMkLst>
        <pc:spChg chg="mod">
          <ac:chgData name="Macher, Andreas (DI FA CTR PLC PPM)" userId="f1dcac62-7bef-43eb-91f0-927336a1714f" providerId="ADAL" clId="{5B710B73-F6D6-4A7D-9276-5384056BD54A}" dt="2022-11-23T12:21:55.580" v="8996"/>
          <ac:spMkLst>
            <pc:docMk/>
            <pc:sldMk cId="1588417255" sldId="9122"/>
            <ac:spMk id="3" creationId="{06245AF5-1AE3-49EC-B4ED-2C4EC9A6E5FC}"/>
          </ac:spMkLst>
        </pc:spChg>
        <pc:spChg chg="del">
          <ac:chgData name="Macher, Andreas (DI FA CTR PLC PPM)" userId="f1dcac62-7bef-43eb-91f0-927336a1714f" providerId="ADAL" clId="{5B710B73-F6D6-4A7D-9276-5384056BD54A}" dt="2022-10-26T07:53:14.259" v="48" actId="478"/>
          <ac:spMkLst>
            <pc:docMk/>
            <pc:sldMk cId="1588417255" sldId="9122"/>
            <ac:spMk id="8" creationId="{2C5325A6-55B8-4C6C-8536-054DE43AC8D4}"/>
          </ac:spMkLst>
        </pc:spChg>
      </pc:sldChg>
      <pc:sldChg chg="addSp delSp modSp mod chgLayout">
        <pc:chgData name="Macher, Andreas (DI FA CTR PLC PPM)" userId="f1dcac62-7bef-43eb-91f0-927336a1714f" providerId="ADAL" clId="{5B710B73-F6D6-4A7D-9276-5384056BD54A}" dt="2022-11-23T12:26:59.219" v="9002" actId="14100"/>
        <pc:sldMkLst>
          <pc:docMk/>
          <pc:sldMk cId="3634715590" sldId="9124"/>
        </pc:sldMkLst>
        <pc:spChg chg="mod ord">
          <ac:chgData name="Macher, Andreas (DI FA CTR PLC PPM)" userId="f1dcac62-7bef-43eb-91f0-927336a1714f" providerId="ADAL" clId="{5B710B73-F6D6-4A7D-9276-5384056BD54A}" dt="2022-11-23T12:21:55.580" v="8996"/>
          <ac:spMkLst>
            <pc:docMk/>
            <pc:sldMk cId="3634715590" sldId="9124"/>
            <ac:spMk id="4" creationId="{626F0DC5-7AEE-42DA-849A-672A51E94E56}"/>
          </ac:spMkLst>
        </pc:spChg>
        <pc:spChg chg="mod ord">
          <ac:chgData name="Macher, Andreas (DI FA CTR PLC PPM)" userId="f1dcac62-7bef-43eb-91f0-927336a1714f" providerId="ADAL" clId="{5B710B73-F6D6-4A7D-9276-5384056BD54A}" dt="2022-11-07T21:24:08.684" v="6783" actId="700"/>
          <ac:spMkLst>
            <pc:docMk/>
            <pc:sldMk cId="3634715590" sldId="9124"/>
            <ac:spMk id="5" creationId="{062CE1CF-53A5-432F-BF9A-2769E50D8001}"/>
          </ac:spMkLst>
        </pc:spChg>
        <pc:spChg chg="mod">
          <ac:chgData name="Macher, Andreas (DI FA CTR PLC PPM)" userId="f1dcac62-7bef-43eb-91f0-927336a1714f" providerId="ADAL" clId="{5B710B73-F6D6-4A7D-9276-5384056BD54A}" dt="2022-11-16T15:53:25.854" v="7736" actId="207"/>
          <ac:spMkLst>
            <pc:docMk/>
            <pc:sldMk cId="3634715590" sldId="9124"/>
            <ac:spMk id="6" creationId="{40EDC261-67CE-02B6-28D5-B0E8429993A1}"/>
          </ac:spMkLst>
        </pc:spChg>
        <pc:spChg chg="add mod ord">
          <ac:chgData name="Macher, Andreas (DI FA CTR PLC PPM)" userId="f1dcac62-7bef-43eb-91f0-927336a1714f" providerId="ADAL" clId="{5B710B73-F6D6-4A7D-9276-5384056BD54A}" dt="2022-11-16T15:54:05.538" v="7738" actId="14100"/>
          <ac:spMkLst>
            <pc:docMk/>
            <pc:sldMk cId="3634715590" sldId="9124"/>
            <ac:spMk id="7" creationId="{CEE4E494-C39C-7283-EFD5-14B631F01148}"/>
          </ac:spMkLst>
        </pc:spChg>
        <pc:spChg chg="add mod">
          <ac:chgData name="Macher, Andreas (DI FA CTR PLC PPM)" userId="f1dcac62-7bef-43eb-91f0-927336a1714f" providerId="ADAL" clId="{5B710B73-F6D6-4A7D-9276-5384056BD54A}" dt="2022-11-16T13:07:39.465" v="6875"/>
          <ac:spMkLst>
            <pc:docMk/>
            <pc:sldMk cId="3634715590" sldId="9124"/>
            <ac:spMk id="8" creationId="{67A52C4D-B2CB-2B62-4A0D-6CA8CB0CE600}"/>
          </ac:spMkLst>
        </pc:spChg>
        <pc:spChg chg="del">
          <ac:chgData name="Macher, Andreas (DI FA CTR PLC PPM)" userId="f1dcac62-7bef-43eb-91f0-927336a1714f" providerId="ADAL" clId="{5B710B73-F6D6-4A7D-9276-5384056BD54A}" dt="2022-11-16T13:07:39.113" v="6874" actId="478"/>
          <ac:spMkLst>
            <pc:docMk/>
            <pc:sldMk cId="3634715590" sldId="9124"/>
            <ac:spMk id="9" creationId="{0D980E39-E9A3-40A7-AAD0-4D60AD7C60E3}"/>
          </ac:spMkLst>
        </pc:spChg>
        <pc:spChg chg="add mod">
          <ac:chgData name="Macher, Andreas (DI FA CTR PLC PPM)" userId="f1dcac62-7bef-43eb-91f0-927336a1714f" providerId="ADAL" clId="{5B710B73-F6D6-4A7D-9276-5384056BD54A}" dt="2022-11-16T13:07:39.465" v="6875"/>
          <ac:spMkLst>
            <pc:docMk/>
            <pc:sldMk cId="3634715590" sldId="9124"/>
            <ac:spMk id="12" creationId="{12823CCF-8555-9773-6971-791B85086A9F}"/>
          </ac:spMkLst>
        </pc:spChg>
        <pc:spChg chg="add mod">
          <ac:chgData name="Macher, Andreas (DI FA CTR PLC PPM)" userId="f1dcac62-7bef-43eb-91f0-927336a1714f" providerId="ADAL" clId="{5B710B73-F6D6-4A7D-9276-5384056BD54A}" dt="2022-11-16T13:07:39.465" v="6875"/>
          <ac:spMkLst>
            <pc:docMk/>
            <pc:sldMk cId="3634715590" sldId="9124"/>
            <ac:spMk id="15" creationId="{40C0D7B7-14C0-0C65-AB6F-54B9308BE1AA}"/>
          </ac:spMkLst>
        </pc:spChg>
        <pc:spChg chg="mod">
          <ac:chgData name="Macher, Andreas (DI FA CTR PLC PPM)" userId="f1dcac62-7bef-43eb-91f0-927336a1714f" providerId="ADAL" clId="{5B710B73-F6D6-4A7D-9276-5384056BD54A}" dt="2022-11-16T15:52:46.766" v="7731" actId="207"/>
          <ac:spMkLst>
            <pc:docMk/>
            <pc:sldMk cId="3634715590" sldId="9124"/>
            <ac:spMk id="19" creationId="{6ADB2E78-B8FA-4FB7-9020-C75231CE1B58}"/>
          </ac:spMkLst>
        </pc:spChg>
        <pc:spChg chg="mod">
          <ac:chgData name="Macher, Andreas (DI FA CTR PLC PPM)" userId="f1dcac62-7bef-43eb-91f0-927336a1714f" providerId="ADAL" clId="{5B710B73-F6D6-4A7D-9276-5384056BD54A}" dt="2022-11-16T15:52:52.400" v="7732" actId="207"/>
          <ac:spMkLst>
            <pc:docMk/>
            <pc:sldMk cId="3634715590" sldId="9124"/>
            <ac:spMk id="22" creationId="{43018C34-30D7-4A9B-AA95-980F2FB56C20}"/>
          </ac:spMkLst>
        </pc:spChg>
        <pc:spChg chg="mod">
          <ac:chgData name="Macher, Andreas (DI FA CTR PLC PPM)" userId="f1dcac62-7bef-43eb-91f0-927336a1714f" providerId="ADAL" clId="{5B710B73-F6D6-4A7D-9276-5384056BD54A}" dt="2022-11-16T15:53:33.938" v="7737" actId="207"/>
          <ac:spMkLst>
            <pc:docMk/>
            <pc:sldMk cId="3634715590" sldId="9124"/>
            <ac:spMk id="30" creationId="{43D392F7-6529-47E3-9AD9-FDC2D474FB93}"/>
          </ac:spMkLst>
        </pc:spChg>
        <pc:spChg chg="del">
          <ac:chgData name="Macher, Andreas (DI FA CTR PLC PPM)" userId="f1dcac62-7bef-43eb-91f0-927336a1714f" providerId="ADAL" clId="{5B710B73-F6D6-4A7D-9276-5384056BD54A}" dt="2022-11-16T13:07:39.113" v="6874" actId="478"/>
          <ac:spMkLst>
            <pc:docMk/>
            <pc:sldMk cId="3634715590" sldId="9124"/>
            <ac:spMk id="35" creationId="{A720E156-A4F7-470D-AD70-38F794E8E5E1}"/>
          </ac:spMkLst>
        </pc:spChg>
        <pc:spChg chg="mod">
          <ac:chgData name="Macher, Andreas (DI FA CTR PLC PPM)" userId="f1dcac62-7bef-43eb-91f0-927336a1714f" providerId="ADAL" clId="{5B710B73-F6D6-4A7D-9276-5384056BD54A}" dt="2022-11-16T15:53:03.354" v="7733" actId="207"/>
          <ac:spMkLst>
            <pc:docMk/>
            <pc:sldMk cId="3634715590" sldId="9124"/>
            <ac:spMk id="37" creationId="{5205A3E6-2DBA-4CD6-8275-A241C4EEB89B}"/>
          </ac:spMkLst>
        </pc:spChg>
        <pc:spChg chg="mod">
          <ac:chgData name="Macher, Andreas (DI FA CTR PLC PPM)" userId="f1dcac62-7bef-43eb-91f0-927336a1714f" providerId="ADAL" clId="{5B710B73-F6D6-4A7D-9276-5384056BD54A}" dt="2022-11-16T15:53:20.289" v="7735" actId="207"/>
          <ac:spMkLst>
            <pc:docMk/>
            <pc:sldMk cId="3634715590" sldId="9124"/>
            <ac:spMk id="38" creationId="{6E634356-1446-4EB1-80F9-C79C3326153B}"/>
          </ac:spMkLst>
        </pc:spChg>
        <pc:spChg chg="mod">
          <ac:chgData name="Macher, Andreas (DI FA CTR PLC PPM)" userId="f1dcac62-7bef-43eb-91f0-927336a1714f" providerId="ADAL" clId="{5B710B73-F6D6-4A7D-9276-5384056BD54A}" dt="2022-11-16T15:53:20.289" v="7735" actId="207"/>
          <ac:spMkLst>
            <pc:docMk/>
            <pc:sldMk cId="3634715590" sldId="9124"/>
            <ac:spMk id="55" creationId="{E99A2151-C3ED-4216-84B9-7093216A3922}"/>
          </ac:spMkLst>
        </pc:spChg>
        <pc:spChg chg="mod">
          <ac:chgData name="Macher, Andreas (DI FA CTR PLC PPM)" userId="f1dcac62-7bef-43eb-91f0-927336a1714f" providerId="ADAL" clId="{5B710B73-F6D6-4A7D-9276-5384056BD54A}" dt="2022-11-16T15:53:20.289" v="7735" actId="207"/>
          <ac:spMkLst>
            <pc:docMk/>
            <pc:sldMk cId="3634715590" sldId="9124"/>
            <ac:spMk id="61" creationId="{D9C66E46-C988-498D-AECD-7CA2CE0F32EC}"/>
          </ac:spMkLst>
        </pc:spChg>
        <pc:spChg chg="del">
          <ac:chgData name="Macher, Andreas (DI FA CTR PLC PPM)" userId="f1dcac62-7bef-43eb-91f0-927336a1714f" providerId="ADAL" clId="{5B710B73-F6D6-4A7D-9276-5384056BD54A}" dt="2022-11-16T13:07:39.113" v="6874" actId="478"/>
          <ac:spMkLst>
            <pc:docMk/>
            <pc:sldMk cId="3634715590" sldId="9124"/>
            <ac:spMk id="64" creationId="{3A7C8888-E716-497D-908C-77520494B1C0}"/>
          </ac:spMkLst>
        </pc:spChg>
        <pc:spChg chg="mod">
          <ac:chgData name="Macher, Andreas (DI FA CTR PLC PPM)" userId="f1dcac62-7bef-43eb-91f0-927336a1714f" providerId="ADAL" clId="{5B710B73-F6D6-4A7D-9276-5384056BD54A}" dt="2022-11-23T12:26:59.219" v="9002" actId="14100"/>
          <ac:spMkLst>
            <pc:docMk/>
            <pc:sldMk cId="3634715590" sldId="9124"/>
            <ac:spMk id="68" creationId="{787B6039-5DFA-4534-BE43-7C30825326E2}"/>
          </ac:spMkLst>
        </pc:spChg>
        <pc:picChg chg="add mod">
          <ac:chgData name="Macher, Andreas (DI FA CTR PLC PPM)" userId="f1dcac62-7bef-43eb-91f0-927336a1714f" providerId="ADAL" clId="{5B710B73-F6D6-4A7D-9276-5384056BD54A}" dt="2022-11-16T13:07:39.465" v="6875"/>
          <ac:picMkLst>
            <pc:docMk/>
            <pc:sldMk cId="3634715590" sldId="9124"/>
            <ac:picMk id="13" creationId="{0A1C3AEB-7B01-E84F-3DD9-C3E9EDEB5717}"/>
          </ac:picMkLst>
        </pc:picChg>
        <pc:picChg chg="add mod">
          <ac:chgData name="Macher, Andreas (DI FA CTR PLC PPM)" userId="f1dcac62-7bef-43eb-91f0-927336a1714f" providerId="ADAL" clId="{5B710B73-F6D6-4A7D-9276-5384056BD54A}" dt="2022-11-16T13:07:39.465" v="6875"/>
          <ac:picMkLst>
            <pc:docMk/>
            <pc:sldMk cId="3634715590" sldId="9124"/>
            <ac:picMk id="14" creationId="{1DFEAB6E-49AE-8C60-81EA-0B6C7CF0D000}"/>
          </ac:picMkLst>
        </pc:picChg>
        <pc:picChg chg="del">
          <ac:chgData name="Macher, Andreas (DI FA CTR PLC PPM)" userId="f1dcac62-7bef-43eb-91f0-927336a1714f" providerId="ADAL" clId="{5B710B73-F6D6-4A7D-9276-5384056BD54A}" dt="2022-11-16T13:07:39.113" v="6874" actId="478"/>
          <ac:picMkLst>
            <pc:docMk/>
            <pc:sldMk cId="3634715590" sldId="9124"/>
            <ac:picMk id="33" creationId="{2610F2A6-65ED-4C3E-B52A-8B43B8EC874B}"/>
          </ac:picMkLst>
        </pc:picChg>
        <pc:picChg chg="del">
          <ac:chgData name="Macher, Andreas (DI FA CTR PLC PPM)" userId="f1dcac62-7bef-43eb-91f0-927336a1714f" providerId="ADAL" clId="{5B710B73-F6D6-4A7D-9276-5384056BD54A}" dt="2022-11-16T13:07:39.113" v="6874" actId="478"/>
          <ac:picMkLst>
            <pc:docMk/>
            <pc:sldMk cId="3634715590" sldId="9124"/>
            <ac:picMk id="34" creationId="{5B5F4409-3F04-4BBF-A7B0-B2353DB8CDEA}"/>
          </ac:picMkLst>
        </pc:picChg>
      </pc:sldChg>
      <pc:sldChg chg="addSp delSp modSp mod chgLayout">
        <pc:chgData name="Macher, Andreas (DI FA CTR PLC PPM)" userId="f1dcac62-7bef-43eb-91f0-927336a1714f" providerId="ADAL" clId="{5B710B73-F6D6-4A7D-9276-5384056BD54A}" dt="2022-11-23T12:30:01.690" v="9061" actId="207"/>
        <pc:sldMkLst>
          <pc:docMk/>
          <pc:sldMk cId="3453994472" sldId="9126"/>
        </pc:sldMkLst>
        <pc:spChg chg="add del mod ord">
          <ac:chgData name="Macher, Andreas (DI FA CTR PLC PPM)" userId="f1dcac62-7bef-43eb-91f0-927336a1714f" providerId="ADAL" clId="{5B710B73-F6D6-4A7D-9276-5384056BD54A}" dt="2022-11-16T15:54:17.414" v="7741" actId="478"/>
          <ac:spMkLst>
            <pc:docMk/>
            <pc:sldMk cId="3453994472" sldId="9126"/>
            <ac:spMk id="2" creationId="{4EADDFD1-7F28-3CF6-7714-341AD15827F6}"/>
          </ac:spMkLst>
        </pc:spChg>
        <pc:spChg chg="add del mod">
          <ac:chgData name="Macher, Andreas (DI FA CTR PLC PPM)" userId="f1dcac62-7bef-43eb-91f0-927336a1714f" providerId="ADAL" clId="{5B710B73-F6D6-4A7D-9276-5384056BD54A}" dt="2022-11-16T15:54:15.348" v="7740" actId="21"/>
          <ac:spMkLst>
            <pc:docMk/>
            <pc:sldMk cId="3453994472" sldId="9126"/>
            <ac:spMk id="3" creationId="{4B888A26-0D22-DC10-393D-9A8E9FC72B6A}"/>
          </ac:spMkLst>
        </pc:spChg>
        <pc:spChg chg="add mod ord">
          <ac:chgData name="Macher, Andreas (DI FA CTR PLC PPM)" userId="f1dcac62-7bef-43eb-91f0-927336a1714f" providerId="ADAL" clId="{5B710B73-F6D6-4A7D-9276-5384056BD54A}" dt="2022-11-16T15:54:20.372" v="7743" actId="167"/>
          <ac:spMkLst>
            <pc:docMk/>
            <pc:sldMk cId="3453994472" sldId="9126"/>
            <ac:spMk id="4" creationId="{CBC9FA2F-BD6C-A26B-E0A9-4AC328BF8D66}"/>
          </ac:spMkLst>
        </pc:spChg>
        <pc:spChg chg="mod ord">
          <ac:chgData name="Macher, Andreas (DI FA CTR PLC PPM)" userId="f1dcac62-7bef-43eb-91f0-927336a1714f" providerId="ADAL" clId="{5B710B73-F6D6-4A7D-9276-5384056BD54A}" dt="2022-11-07T21:24:59.474" v="6786" actId="700"/>
          <ac:spMkLst>
            <pc:docMk/>
            <pc:sldMk cId="3453994472" sldId="9126"/>
            <ac:spMk id="5" creationId="{062CE1CF-53A5-432F-BF9A-2769E50D8001}"/>
          </ac:spMkLst>
        </pc:spChg>
        <pc:spChg chg="mod">
          <ac:chgData name="Macher, Andreas (DI FA CTR PLC PPM)" userId="f1dcac62-7bef-43eb-91f0-927336a1714f" providerId="ADAL" clId="{5B710B73-F6D6-4A7D-9276-5384056BD54A}" dt="2022-11-16T15:54:33.106" v="7745" actId="207"/>
          <ac:spMkLst>
            <pc:docMk/>
            <pc:sldMk cId="3453994472" sldId="9126"/>
            <ac:spMk id="22" creationId="{43018C34-30D7-4A9B-AA95-980F2FB56C20}"/>
          </ac:spMkLst>
        </pc:spChg>
        <pc:spChg chg="mod">
          <ac:chgData name="Macher, Andreas (DI FA CTR PLC PPM)" userId="f1dcac62-7bef-43eb-91f0-927336a1714f" providerId="ADAL" clId="{5B710B73-F6D6-4A7D-9276-5384056BD54A}" dt="2022-11-16T13:07:17.446" v="6864" actId="207"/>
          <ac:spMkLst>
            <pc:docMk/>
            <pc:sldMk cId="3453994472" sldId="9126"/>
            <ac:spMk id="35" creationId="{A720E156-A4F7-470D-AD70-38F794E8E5E1}"/>
          </ac:spMkLst>
        </pc:spChg>
        <pc:spChg chg="mod">
          <ac:chgData name="Macher, Andreas (DI FA CTR PLC PPM)" userId="f1dcac62-7bef-43eb-91f0-927336a1714f" providerId="ADAL" clId="{5B710B73-F6D6-4A7D-9276-5384056BD54A}" dt="2022-11-16T15:55:22.967" v="7751" actId="207"/>
          <ac:spMkLst>
            <pc:docMk/>
            <pc:sldMk cId="3453994472" sldId="9126"/>
            <ac:spMk id="37" creationId="{5205A3E6-2DBA-4CD6-8275-A241C4EEB89B}"/>
          </ac:spMkLst>
        </pc:spChg>
        <pc:spChg chg="mod">
          <ac:chgData name="Macher, Andreas (DI FA CTR PLC PPM)" userId="f1dcac62-7bef-43eb-91f0-927336a1714f" providerId="ADAL" clId="{5B710B73-F6D6-4A7D-9276-5384056BD54A}" dt="2022-11-16T15:55:32.311" v="7752" actId="207"/>
          <ac:spMkLst>
            <pc:docMk/>
            <pc:sldMk cId="3453994472" sldId="9126"/>
            <ac:spMk id="49" creationId="{7053FD4D-0E84-4D07-85B4-4A12810621D5}"/>
          </ac:spMkLst>
        </pc:spChg>
        <pc:spChg chg="mod">
          <ac:chgData name="Macher, Andreas (DI FA CTR PLC PPM)" userId="f1dcac62-7bef-43eb-91f0-927336a1714f" providerId="ADAL" clId="{5B710B73-F6D6-4A7D-9276-5384056BD54A}" dt="2022-11-16T15:54:43.863" v="7747" actId="207"/>
          <ac:spMkLst>
            <pc:docMk/>
            <pc:sldMk cId="3453994472" sldId="9126"/>
            <ac:spMk id="52" creationId="{F0B9F76D-7BED-4DC7-A6AF-C581B93C7CE8}"/>
          </ac:spMkLst>
        </pc:spChg>
        <pc:spChg chg="mod">
          <ac:chgData name="Macher, Andreas (DI FA CTR PLC PPM)" userId="f1dcac62-7bef-43eb-91f0-927336a1714f" providerId="ADAL" clId="{5B710B73-F6D6-4A7D-9276-5384056BD54A}" dt="2022-11-16T15:54:43.863" v="7747" actId="207"/>
          <ac:spMkLst>
            <pc:docMk/>
            <pc:sldMk cId="3453994472" sldId="9126"/>
            <ac:spMk id="56" creationId="{DC9956CC-78D9-4DC8-9385-5FB52A9F518F}"/>
          </ac:spMkLst>
        </pc:spChg>
        <pc:spChg chg="mod">
          <ac:chgData name="Macher, Andreas (DI FA CTR PLC PPM)" userId="f1dcac62-7bef-43eb-91f0-927336a1714f" providerId="ADAL" clId="{5B710B73-F6D6-4A7D-9276-5384056BD54A}" dt="2022-11-16T15:54:28.014" v="7744" actId="207"/>
          <ac:spMkLst>
            <pc:docMk/>
            <pc:sldMk cId="3453994472" sldId="9126"/>
            <ac:spMk id="58" creationId="{4F9B18F1-EC1E-4D0C-AF89-DDA7C44B5B03}"/>
          </ac:spMkLst>
        </pc:spChg>
        <pc:spChg chg="mod">
          <ac:chgData name="Macher, Andreas (DI FA CTR PLC PPM)" userId="f1dcac62-7bef-43eb-91f0-927336a1714f" providerId="ADAL" clId="{5B710B73-F6D6-4A7D-9276-5384056BD54A}" dt="2022-11-16T15:54:43.863" v="7747" actId="207"/>
          <ac:spMkLst>
            <pc:docMk/>
            <pc:sldMk cId="3453994472" sldId="9126"/>
            <ac:spMk id="61" creationId="{D9C66E46-C988-498D-AECD-7CA2CE0F32EC}"/>
          </ac:spMkLst>
        </pc:spChg>
        <pc:spChg chg="mod">
          <ac:chgData name="Macher, Andreas (DI FA CTR PLC PPM)" userId="f1dcac62-7bef-43eb-91f0-927336a1714f" providerId="ADAL" clId="{5B710B73-F6D6-4A7D-9276-5384056BD54A}" dt="2022-11-16T15:55:22.967" v="7751" actId="207"/>
          <ac:spMkLst>
            <pc:docMk/>
            <pc:sldMk cId="3453994472" sldId="9126"/>
            <ac:spMk id="62" creationId="{F948E975-EB59-4C66-8D21-287D993E5082}"/>
          </ac:spMkLst>
        </pc:spChg>
        <pc:spChg chg="mod">
          <ac:chgData name="Macher, Andreas (DI FA CTR PLC PPM)" userId="f1dcac62-7bef-43eb-91f0-927336a1714f" providerId="ADAL" clId="{5B710B73-F6D6-4A7D-9276-5384056BD54A}" dt="2022-11-16T13:07:25.021" v="6873" actId="1038"/>
          <ac:spMkLst>
            <pc:docMk/>
            <pc:sldMk cId="3453994472" sldId="9126"/>
            <ac:spMk id="64" creationId="{3A7C8888-E716-497D-908C-77520494B1C0}"/>
          </ac:spMkLst>
        </pc:spChg>
        <pc:spChg chg="mod">
          <ac:chgData name="Macher, Andreas (DI FA CTR PLC PPM)" userId="f1dcac62-7bef-43eb-91f0-927336a1714f" providerId="ADAL" clId="{5B710B73-F6D6-4A7D-9276-5384056BD54A}" dt="2022-11-16T16:13:04.488" v="7949" actId="207"/>
          <ac:spMkLst>
            <pc:docMk/>
            <pc:sldMk cId="3453994472" sldId="9126"/>
            <ac:spMk id="68" creationId="{787B6039-5DFA-4534-BE43-7C30825326E2}"/>
          </ac:spMkLst>
        </pc:spChg>
        <pc:spChg chg="mod">
          <ac:chgData name="Macher, Andreas (DI FA CTR PLC PPM)" userId="f1dcac62-7bef-43eb-91f0-927336a1714f" providerId="ADAL" clId="{5B710B73-F6D6-4A7D-9276-5384056BD54A}" dt="2022-11-16T15:54:43.863" v="7747" actId="207"/>
          <ac:spMkLst>
            <pc:docMk/>
            <pc:sldMk cId="3453994472" sldId="9126"/>
            <ac:spMk id="71" creationId="{41F3D8D2-ADE5-418C-83D4-8F47EBCB7DA1}"/>
          </ac:spMkLst>
        </pc:spChg>
        <pc:spChg chg="mod ord">
          <ac:chgData name="Macher, Andreas (DI FA CTR PLC PPM)" userId="f1dcac62-7bef-43eb-91f0-927336a1714f" providerId="ADAL" clId="{5B710B73-F6D6-4A7D-9276-5384056BD54A}" dt="2022-11-23T12:21:55.580" v="8996"/>
          <ac:spMkLst>
            <pc:docMk/>
            <pc:sldMk cId="3453994472" sldId="9126"/>
            <ac:spMk id="83" creationId="{D1D28502-590D-4C29-9988-AAC3DF0976BF}"/>
          </ac:spMkLst>
        </pc:spChg>
        <pc:spChg chg="mod">
          <ac:chgData name="Macher, Andreas (DI FA CTR PLC PPM)" userId="f1dcac62-7bef-43eb-91f0-927336a1714f" providerId="ADAL" clId="{5B710B73-F6D6-4A7D-9276-5384056BD54A}" dt="2022-11-16T15:54:43.863" v="7747" actId="207"/>
          <ac:spMkLst>
            <pc:docMk/>
            <pc:sldMk cId="3453994472" sldId="9126"/>
            <ac:spMk id="84" creationId="{D52D561D-BBBE-405D-A8AE-1B9A02D79DF0}"/>
          </ac:spMkLst>
        </pc:spChg>
        <pc:spChg chg="mod">
          <ac:chgData name="Macher, Andreas (DI FA CTR PLC PPM)" userId="f1dcac62-7bef-43eb-91f0-927336a1714f" providerId="ADAL" clId="{5B710B73-F6D6-4A7D-9276-5384056BD54A}" dt="2022-11-23T12:30:01.690" v="9061" actId="207"/>
          <ac:spMkLst>
            <pc:docMk/>
            <pc:sldMk cId="3453994472" sldId="9126"/>
            <ac:spMk id="85" creationId="{D6FF047E-A4EF-48B1-B0EE-3C7F10A7BB07}"/>
          </ac:spMkLst>
        </pc:spChg>
        <pc:spChg chg="mod">
          <ac:chgData name="Macher, Andreas (DI FA CTR PLC PPM)" userId="f1dcac62-7bef-43eb-91f0-927336a1714f" providerId="ADAL" clId="{5B710B73-F6D6-4A7D-9276-5384056BD54A}" dt="2022-11-16T15:54:43.863" v="7747" actId="207"/>
          <ac:spMkLst>
            <pc:docMk/>
            <pc:sldMk cId="3453994472" sldId="9126"/>
            <ac:spMk id="86" creationId="{0A358B95-64EE-47B0-8EFD-B7AF18F5450D}"/>
          </ac:spMkLst>
        </pc:spChg>
      </pc:sldChg>
      <pc:sldChg chg="modSp mod chgLayout">
        <pc:chgData name="Macher, Andreas (DI FA CTR PLC PPM)" userId="f1dcac62-7bef-43eb-91f0-927336a1714f" providerId="ADAL" clId="{5B710B73-F6D6-4A7D-9276-5384056BD54A}" dt="2022-11-23T12:21:55.580" v="8996"/>
        <pc:sldMkLst>
          <pc:docMk/>
          <pc:sldMk cId="936343421" sldId="9127"/>
        </pc:sldMkLst>
        <pc:spChg chg="mod ord">
          <ac:chgData name="Macher, Andreas (DI FA CTR PLC PPM)" userId="f1dcac62-7bef-43eb-91f0-927336a1714f" providerId="ADAL" clId="{5B710B73-F6D6-4A7D-9276-5384056BD54A}" dt="2022-11-23T12:21:55.580" v="8996"/>
          <ac:spMkLst>
            <pc:docMk/>
            <pc:sldMk cId="936343421" sldId="9127"/>
            <ac:spMk id="2" creationId="{1B76AFBB-2F78-4F52-B0C1-68962D0DDF29}"/>
          </ac:spMkLst>
        </pc:spChg>
        <pc:spChg chg="mod ord">
          <ac:chgData name="Macher, Andreas (DI FA CTR PLC PPM)" userId="f1dcac62-7bef-43eb-91f0-927336a1714f" providerId="ADAL" clId="{5B710B73-F6D6-4A7D-9276-5384056BD54A}" dt="2022-11-16T13:34:53.200" v="7194" actId="700"/>
          <ac:spMkLst>
            <pc:docMk/>
            <pc:sldMk cId="936343421" sldId="9127"/>
            <ac:spMk id="4" creationId="{00000000-0000-0000-0000-000000000000}"/>
          </ac:spMkLst>
        </pc:spChg>
      </pc:sldChg>
      <pc:sldChg chg="del">
        <pc:chgData name="Macher, Andreas (DI FA CTR PLC PPM)" userId="f1dcac62-7bef-43eb-91f0-927336a1714f" providerId="ADAL" clId="{5B710B73-F6D6-4A7D-9276-5384056BD54A}" dt="2022-11-04T13:04:55.110" v="4132" actId="47"/>
        <pc:sldMkLst>
          <pc:docMk/>
          <pc:sldMk cId="1462139214" sldId="9128"/>
        </pc:sldMkLst>
      </pc:sldChg>
      <pc:sldChg chg="modSp mod ord chgLayout">
        <pc:chgData name="Macher, Andreas (DI FA CTR PLC PPM)" userId="f1dcac62-7bef-43eb-91f0-927336a1714f" providerId="ADAL" clId="{5B710B73-F6D6-4A7D-9276-5384056BD54A}" dt="2022-11-16T16:02:32.787" v="7810" actId="12"/>
        <pc:sldMkLst>
          <pc:docMk/>
          <pc:sldMk cId="2008483880" sldId="9731"/>
        </pc:sldMkLst>
        <pc:spChg chg="mod">
          <ac:chgData name="Macher, Andreas (DI FA CTR PLC PPM)" userId="f1dcac62-7bef-43eb-91f0-927336a1714f" providerId="ADAL" clId="{5B710B73-F6D6-4A7D-9276-5384056BD54A}" dt="2022-11-16T16:02:32.787" v="7810" actId="12"/>
          <ac:spMkLst>
            <pc:docMk/>
            <pc:sldMk cId="2008483880" sldId="9731"/>
            <ac:spMk id="15" creationId="{2246AE51-35D4-41F2-AD8A-9F0C631519B1}"/>
          </ac:spMkLst>
        </pc:spChg>
        <pc:spChg chg="mod">
          <ac:chgData name="Macher, Andreas (DI FA CTR PLC PPM)" userId="f1dcac62-7bef-43eb-91f0-927336a1714f" providerId="ADAL" clId="{5B710B73-F6D6-4A7D-9276-5384056BD54A}" dt="2022-11-07T13:32:09.654" v="4742" actId="20577"/>
          <ac:spMkLst>
            <pc:docMk/>
            <pc:sldMk cId="2008483880" sldId="9731"/>
            <ac:spMk id="22" creationId="{E475858D-CAE7-4B46-BCF3-F33FD9F27DD7}"/>
          </ac:spMkLst>
        </pc:spChg>
        <pc:spChg chg="mod ord">
          <ac:chgData name="Macher, Andreas (DI FA CTR PLC PPM)" userId="f1dcac62-7bef-43eb-91f0-927336a1714f" providerId="ADAL" clId="{5B710B73-F6D6-4A7D-9276-5384056BD54A}" dt="2022-11-16T13:24:59.530" v="7136" actId="700"/>
          <ac:spMkLst>
            <pc:docMk/>
            <pc:sldMk cId="2008483880" sldId="9731"/>
            <ac:spMk id="25" creationId="{ECAF21E3-7711-47A7-8ED0-588622213F25}"/>
          </ac:spMkLst>
        </pc:spChg>
        <pc:spChg chg="mod">
          <ac:chgData name="Macher, Andreas (DI FA CTR PLC PPM)" userId="f1dcac62-7bef-43eb-91f0-927336a1714f" providerId="ADAL" clId="{5B710B73-F6D6-4A7D-9276-5384056BD54A}" dt="2022-11-07T13:32:25.165" v="4745" actId="14100"/>
          <ac:spMkLst>
            <pc:docMk/>
            <pc:sldMk cId="2008483880" sldId="9731"/>
            <ac:spMk id="26" creationId="{69256F88-A152-4744-9A43-744CEE6025EF}"/>
          </ac:spMkLst>
        </pc:spChg>
      </pc:sldChg>
      <pc:sldChg chg="modSp del">
        <pc:chgData name="Macher, Andreas (DI FA CTR PLC PPM)" userId="f1dcac62-7bef-43eb-91f0-927336a1714f" providerId="ADAL" clId="{5B710B73-F6D6-4A7D-9276-5384056BD54A}" dt="2022-11-07T15:10:39.084" v="4756" actId="47"/>
        <pc:sldMkLst>
          <pc:docMk/>
          <pc:sldMk cId="1882695189" sldId="9732"/>
        </pc:sldMkLst>
        <pc:spChg chg="mod">
          <ac:chgData name="Macher, Andreas (DI FA CTR PLC PPM)" userId="f1dcac62-7bef-43eb-91f0-927336a1714f" providerId="ADAL" clId="{5B710B73-F6D6-4A7D-9276-5384056BD54A}" dt="2022-11-07T13:17:52.540" v="4153"/>
          <ac:spMkLst>
            <pc:docMk/>
            <pc:sldMk cId="1882695189" sldId="9732"/>
            <ac:spMk id="3" creationId="{4B15B78E-192C-4EED-8241-DD88E45AB968}"/>
          </ac:spMkLst>
        </pc:spChg>
      </pc:sldChg>
      <pc:sldChg chg="addSp delSp modSp del mod chgLayout">
        <pc:chgData name="Macher, Andreas (DI FA CTR PLC PPM)" userId="f1dcac62-7bef-43eb-91f0-927336a1714f" providerId="ADAL" clId="{5B710B73-F6D6-4A7D-9276-5384056BD54A}" dt="2022-11-16T16:17:08.994" v="7984" actId="47"/>
        <pc:sldMkLst>
          <pc:docMk/>
          <pc:sldMk cId="3519787544" sldId="9733"/>
        </pc:sldMkLst>
        <pc:spChg chg="mod ord">
          <ac:chgData name="Macher, Andreas (DI FA CTR PLC PPM)" userId="f1dcac62-7bef-43eb-91f0-927336a1714f" providerId="ADAL" clId="{5B710B73-F6D6-4A7D-9276-5384056BD54A}" dt="2022-11-16T13:27:30.136" v="7160" actId="700"/>
          <ac:spMkLst>
            <pc:docMk/>
            <pc:sldMk cId="3519787544" sldId="9733"/>
            <ac:spMk id="2" creationId="{6D6F2DDB-4C06-49DE-AC79-439A41C41973}"/>
          </ac:spMkLst>
        </pc:spChg>
        <pc:spChg chg="mod ord">
          <ac:chgData name="Macher, Andreas (DI FA CTR PLC PPM)" userId="f1dcac62-7bef-43eb-91f0-927336a1714f" providerId="ADAL" clId="{5B710B73-F6D6-4A7D-9276-5384056BD54A}" dt="2022-11-16T13:27:30.136" v="7160" actId="700"/>
          <ac:spMkLst>
            <pc:docMk/>
            <pc:sldMk cId="3519787544" sldId="9733"/>
            <ac:spMk id="3" creationId="{93A1395D-1379-4A9A-8355-68B08CAC9CA6}"/>
          </ac:spMkLst>
        </pc:spChg>
        <pc:spChg chg="add mod ord">
          <ac:chgData name="Macher, Andreas (DI FA CTR PLC PPM)" userId="f1dcac62-7bef-43eb-91f0-927336a1714f" providerId="ADAL" clId="{5B710B73-F6D6-4A7D-9276-5384056BD54A}" dt="2022-11-16T13:31:29.235" v="7164" actId="14100"/>
          <ac:spMkLst>
            <pc:docMk/>
            <pc:sldMk cId="3519787544" sldId="9733"/>
            <ac:spMk id="4" creationId="{6E357FAF-AF9B-4D23-8354-C695E3A05A83}"/>
          </ac:spMkLst>
        </pc:spChg>
        <pc:spChg chg="add mod">
          <ac:chgData name="Macher, Andreas (DI FA CTR PLC PPM)" userId="f1dcac62-7bef-43eb-91f0-927336a1714f" providerId="ADAL" clId="{5B710B73-F6D6-4A7D-9276-5384056BD54A}" dt="2022-11-07T15:33:22.456" v="5481" actId="1076"/>
          <ac:spMkLst>
            <pc:docMk/>
            <pc:sldMk cId="3519787544" sldId="9733"/>
            <ac:spMk id="9" creationId="{2AAD99A9-494C-3525-A848-37B67FAEAA69}"/>
          </ac:spMkLst>
        </pc:spChg>
        <pc:spChg chg="add del mod">
          <ac:chgData name="Macher, Andreas (DI FA CTR PLC PPM)" userId="f1dcac62-7bef-43eb-91f0-927336a1714f" providerId="ADAL" clId="{5B710B73-F6D6-4A7D-9276-5384056BD54A}" dt="2022-11-07T15:20:56.559" v="4937" actId="478"/>
          <ac:spMkLst>
            <pc:docMk/>
            <pc:sldMk cId="3519787544" sldId="9733"/>
            <ac:spMk id="10" creationId="{EB84FEA0-AF95-DB16-57F9-18AB7C2953A1}"/>
          </ac:spMkLst>
        </pc:spChg>
        <pc:spChg chg="add del mod">
          <ac:chgData name="Macher, Andreas (DI FA CTR PLC PPM)" userId="f1dcac62-7bef-43eb-91f0-927336a1714f" providerId="ADAL" clId="{5B710B73-F6D6-4A7D-9276-5384056BD54A}" dt="2022-11-07T15:21:05.493" v="4939" actId="478"/>
          <ac:spMkLst>
            <pc:docMk/>
            <pc:sldMk cId="3519787544" sldId="9733"/>
            <ac:spMk id="11" creationId="{5B45CEE1-4903-9D67-8B4C-72548B363022}"/>
          </ac:spMkLst>
        </pc:spChg>
        <pc:spChg chg="mod">
          <ac:chgData name="Macher, Andreas (DI FA CTR PLC PPM)" userId="f1dcac62-7bef-43eb-91f0-927336a1714f" providerId="ADAL" clId="{5B710B73-F6D6-4A7D-9276-5384056BD54A}" dt="2022-11-07T15:14:30.927" v="4804"/>
          <ac:spMkLst>
            <pc:docMk/>
            <pc:sldMk cId="3519787544" sldId="9733"/>
            <ac:spMk id="13" creationId="{864F8C34-6F66-2D32-1BB4-1695AA3EC572}"/>
          </ac:spMkLst>
        </pc:spChg>
        <pc:spChg chg="mod">
          <ac:chgData name="Macher, Andreas (DI FA CTR PLC PPM)" userId="f1dcac62-7bef-43eb-91f0-927336a1714f" providerId="ADAL" clId="{5B710B73-F6D6-4A7D-9276-5384056BD54A}" dt="2022-11-07T15:14:30.927" v="4804"/>
          <ac:spMkLst>
            <pc:docMk/>
            <pc:sldMk cId="3519787544" sldId="9733"/>
            <ac:spMk id="14" creationId="{AF82BABE-AB83-47F5-DCB4-8D753C77188D}"/>
          </ac:spMkLst>
        </pc:spChg>
        <pc:spChg chg="mod">
          <ac:chgData name="Macher, Andreas (DI FA CTR PLC PPM)" userId="f1dcac62-7bef-43eb-91f0-927336a1714f" providerId="ADAL" clId="{5B710B73-F6D6-4A7D-9276-5384056BD54A}" dt="2022-11-07T15:23:20.292" v="4988"/>
          <ac:spMkLst>
            <pc:docMk/>
            <pc:sldMk cId="3519787544" sldId="9733"/>
            <ac:spMk id="17" creationId="{5B81D462-7E2F-0CF6-DC7B-DF273CDE32CF}"/>
          </ac:spMkLst>
        </pc:spChg>
        <pc:spChg chg="mod">
          <ac:chgData name="Macher, Andreas (DI FA CTR PLC PPM)" userId="f1dcac62-7bef-43eb-91f0-927336a1714f" providerId="ADAL" clId="{5B710B73-F6D6-4A7D-9276-5384056BD54A}" dt="2022-11-07T15:23:20.292" v="4988"/>
          <ac:spMkLst>
            <pc:docMk/>
            <pc:sldMk cId="3519787544" sldId="9733"/>
            <ac:spMk id="18" creationId="{FBBA101C-F4AF-2D0C-0D0A-A8B59F47E28E}"/>
          </ac:spMkLst>
        </pc:spChg>
        <pc:spChg chg="add mod">
          <ac:chgData name="Macher, Andreas (DI FA CTR PLC PPM)" userId="f1dcac62-7bef-43eb-91f0-927336a1714f" providerId="ADAL" clId="{5B710B73-F6D6-4A7D-9276-5384056BD54A}" dt="2022-11-07T15:33:32.713" v="5485" actId="1076"/>
          <ac:spMkLst>
            <pc:docMk/>
            <pc:sldMk cId="3519787544" sldId="9733"/>
            <ac:spMk id="19" creationId="{B5CAC34F-0194-F35E-0BE7-96B516C9F390}"/>
          </ac:spMkLst>
        </pc:spChg>
        <pc:grpChg chg="add mod">
          <ac:chgData name="Macher, Andreas (DI FA CTR PLC PPM)" userId="f1dcac62-7bef-43eb-91f0-927336a1714f" providerId="ADAL" clId="{5B710B73-F6D6-4A7D-9276-5384056BD54A}" dt="2022-11-07T15:28:00.347" v="5316" actId="1035"/>
          <ac:grpSpMkLst>
            <pc:docMk/>
            <pc:sldMk cId="3519787544" sldId="9733"/>
            <ac:grpSpMk id="12" creationId="{284F3892-0664-3CB7-C21B-EFBFBAD99950}"/>
          </ac:grpSpMkLst>
        </pc:grpChg>
        <pc:grpChg chg="add mod">
          <ac:chgData name="Macher, Andreas (DI FA CTR PLC PPM)" userId="f1dcac62-7bef-43eb-91f0-927336a1714f" providerId="ADAL" clId="{5B710B73-F6D6-4A7D-9276-5384056BD54A}" dt="2022-11-07T15:28:00.347" v="5316" actId="1035"/>
          <ac:grpSpMkLst>
            <pc:docMk/>
            <pc:sldMk cId="3519787544" sldId="9733"/>
            <ac:grpSpMk id="16" creationId="{BDA5C309-5FD9-A294-4E19-056661FA5459}"/>
          </ac:grpSpMkLst>
        </pc:grpChg>
        <pc:graphicFrameChg chg="add mod modGraphic">
          <ac:chgData name="Macher, Andreas (DI FA CTR PLC PPM)" userId="f1dcac62-7bef-43eb-91f0-927336a1714f" providerId="ADAL" clId="{5B710B73-F6D6-4A7D-9276-5384056BD54A}" dt="2022-11-07T15:36:58.758" v="5506" actId="20577"/>
          <ac:graphicFrameMkLst>
            <pc:docMk/>
            <pc:sldMk cId="3519787544" sldId="9733"/>
            <ac:graphicFrameMk id="15" creationId="{48C6106A-AD88-03AC-ED2B-074B56E2C026}"/>
          </ac:graphicFrameMkLst>
        </pc:graphicFrameChg>
        <pc:picChg chg="add del mod">
          <ac:chgData name="Macher, Andreas (DI FA CTR PLC PPM)" userId="f1dcac62-7bef-43eb-91f0-927336a1714f" providerId="ADAL" clId="{5B710B73-F6D6-4A7D-9276-5384056BD54A}" dt="2022-11-07T15:43:45.440" v="5536" actId="478"/>
          <ac:picMkLst>
            <pc:docMk/>
            <pc:sldMk cId="3519787544" sldId="9733"/>
            <ac:picMk id="4" creationId="{5D9AC745-B971-C1C5-647B-047F3C830D60}"/>
          </ac:picMkLst>
        </pc:picChg>
        <pc:picChg chg="del mod">
          <ac:chgData name="Macher, Andreas (DI FA CTR PLC PPM)" userId="f1dcac62-7bef-43eb-91f0-927336a1714f" providerId="ADAL" clId="{5B710B73-F6D6-4A7D-9276-5384056BD54A}" dt="2022-11-07T15:32:59.968" v="5455" actId="478"/>
          <ac:picMkLst>
            <pc:docMk/>
            <pc:sldMk cId="3519787544" sldId="9733"/>
            <ac:picMk id="5" creationId="{7A1C9045-04E3-488F-BEA9-521B52E3682A}"/>
          </ac:picMkLst>
        </pc:picChg>
        <pc:picChg chg="add del mod">
          <ac:chgData name="Macher, Andreas (DI FA CTR PLC PPM)" userId="f1dcac62-7bef-43eb-91f0-927336a1714f" providerId="ADAL" clId="{5B710B73-F6D6-4A7D-9276-5384056BD54A}" dt="2022-11-07T15:39:07.597" v="5508" actId="478"/>
          <ac:picMkLst>
            <pc:docMk/>
            <pc:sldMk cId="3519787544" sldId="9733"/>
            <ac:picMk id="6" creationId="{955D2E06-A394-0C75-1E50-969C0DE30DA9}"/>
          </ac:picMkLst>
        </pc:picChg>
        <pc:picChg chg="add mod">
          <ac:chgData name="Macher, Andreas (DI FA CTR PLC PPM)" userId="f1dcac62-7bef-43eb-91f0-927336a1714f" providerId="ADAL" clId="{5B710B73-F6D6-4A7D-9276-5384056BD54A}" dt="2022-11-07T15:33:39.127" v="5487" actId="1076"/>
          <ac:picMkLst>
            <pc:docMk/>
            <pc:sldMk cId="3519787544" sldId="9733"/>
            <ac:picMk id="7" creationId="{2A8B664A-2805-26EE-06B8-575C52F5A6B7}"/>
          </ac:picMkLst>
        </pc:picChg>
        <pc:picChg chg="add mod">
          <ac:chgData name="Macher, Andreas (DI FA CTR PLC PPM)" userId="f1dcac62-7bef-43eb-91f0-927336a1714f" providerId="ADAL" clId="{5B710B73-F6D6-4A7D-9276-5384056BD54A}" dt="2022-11-07T15:33:18.869" v="5480" actId="1076"/>
          <ac:picMkLst>
            <pc:docMk/>
            <pc:sldMk cId="3519787544" sldId="9733"/>
            <ac:picMk id="8" creationId="{8E134C97-F377-A950-CC39-F75109945643}"/>
          </ac:picMkLst>
        </pc:picChg>
        <pc:picChg chg="add mod">
          <ac:chgData name="Macher, Andreas (DI FA CTR PLC PPM)" userId="f1dcac62-7bef-43eb-91f0-927336a1714f" providerId="ADAL" clId="{5B710B73-F6D6-4A7D-9276-5384056BD54A}" dt="2022-11-07T15:39:12.659" v="5509" actId="1076"/>
          <ac:picMkLst>
            <pc:docMk/>
            <pc:sldMk cId="3519787544" sldId="9733"/>
            <ac:picMk id="21" creationId="{4A30D16B-6682-1905-4B73-7E66268F98AE}"/>
          </ac:picMkLst>
        </pc:picChg>
        <pc:picChg chg="add mod">
          <ac:chgData name="Macher, Andreas (DI FA CTR PLC PPM)" userId="f1dcac62-7bef-43eb-91f0-927336a1714f" providerId="ADAL" clId="{5B710B73-F6D6-4A7D-9276-5384056BD54A}" dt="2022-11-07T15:43:52.019" v="5538" actId="1076"/>
          <ac:picMkLst>
            <pc:docMk/>
            <pc:sldMk cId="3519787544" sldId="9733"/>
            <ac:picMk id="23" creationId="{BBDD8EA0-C10E-CDB8-7723-BC74C93BA782}"/>
          </ac:picMkLst>
        </pc:picChg>
      </pc:sldChg>
      <pc:sldChg chg="addSp delSp modSp del mod">
        <pc:chgData name="Macher, Andreas (DI FA CTR PLC PPM)" userId="f1dcac62-7bef-43eb-91f0-927336a1714f" providerId="ADAL" clId="{5B710B73-F6D6-4A7D-9276-5384056BD54A}" dt="2022-11-07T20:42:04.418" v="6314" actId="47"/>
        <pc:sldMkLst>
          <pc:docMk/>
          <pc:sldMk cId="4249497243" sldId="9778"/>
        </pc:sldMkLst>
        <pc:spChg chg="mod">
          <ac:chgData name="Macher, Andreas (DI FA CTR PLC PPM)" userId="f1dcac62-7bef-43eb-91f0-927336a1714f" providerId="ADAL" clId="{5B710B73-F6D6-4A7D-9276-5384056BD54A}" dt="2022-11-07T13:17:52.540" v="4153"/>
          <ac:spMkLst>
            <pc:docMk/>
            <pc:sldMk cId="4249497243" sldId="9778"/>
            <ac:spMk id="2" creationId="{15C1A62D-F920-48BB-B71A-F11DAC140589}"/>
          </ac:spMkLst>
        </pc:spChg>
        <pc:spChg chg="ord">
          <ac:chgData name="Macher, Andreas (DI FA CTR PLC PPM)" userId="f1dcac62-7bef-43eb-91f0-927336a1714f" providerId="ADAL" clId="{5B710B73-F6D6-4A7D-9276-5384056BD54A}" dt="2022-11-07T15:56:19.382" v="6226" actId="166"/>
          <ac:spMkLst>
            <pc:docMk/>
            <pc:sldMk cId="4249497243" sldId="9778"/>
            <ac:spMk id="3" creationId="{D9769B49-5F13-4959-8D05-8E1270BB8707}"/>
          </ac:spMkLst>
        </pc:spChg>
        <pc:spChg chg="del">
          <ac:chgData name="Macher, Andreas (DI FA CTR PLC PPM)" userId="f1dcac62-7bef-43eb-91f0-927336a1714f" providerId="ADAL" clId="{5B710B73-F6D6-4A7D-9276-5384056BD54A}" dt="2022-10-26T07:54:09.542" v="49" actId="478"/>
          <ac:spMkLst>
            <pc:docMk/>
            <pc:sldMk cId="4249497243" sldId="9778"/>
            <ac:spMk id="80" creationId="{18D23C21-4588-1FD2-67D6-3C2074B2440C}"/>
          </ac:spMkLst>
        </pc:spChg>
        <pc:graphicFrameChg chg="mod modGraphic">
          <ac:chgData name="Macher, Andreas (DI FA CTR PLC PPM)" userId="f1dcac62-7bef-43eb-91f0-927336a1714f" providerId="ADAL" clId="{5B710B73-F6D6-4A7D-9276-5384056BD54A}" dt="2022-10-26T08:00:35.757" v="128" actId="404"/>
          <ac:graphicFrameMkLst>
            <pc:docMk/>
            <pc:sldMk cId="4249497243" sldId="9778"/>
            <ac:graphicFrameMk id="6" creationId="{00000000-0000-0000-0000-000000000000}"/>
          </ac:graphicFrameMkLst>
        </pc:graphicFrameChg>
        <pc:picChg chg="add mod">
          <ac:chgData name="Macher, Andreas (DI FA CTR PLC PPM)" userId="f1dcac62-7bef-43eb-91f0-927336a1714f" providerId="ADAL" clId="{5B710B73-F6D6-4A7D-9276-5384056BD54A}" dt="2022-11-07T15:41:44.490" v="5526"/>
          <ac:picMkLst>
            <pc:docMk/>
            <pc:sldMk cId="4249497243" sldId="9778"/>
            <ac:picMk id="5" creationId="{BA259A52-4C5D-5DDF-A31D-31B5DABCE88A}"/>
          </ac:picMkLst>
        </pc:picChg>
        <pc:picChg chg="add mod">
          <ac:chgData name="Macher, Andreas (DI FA CTR PLC PPM)" userId="f1dcac62-7bef-43eb-91f0-927336a1714f" providerId="ADAL" clId="{5B710B73-F6D6-4A7D-9276-5384056BD54A}" dt="2022-11-07T15:41:44.490" v="5526"/>
          <ac:picMkLst>
            <pc:docMk/>
            <pc:sldMk cId="4249497243" sldId="9778"/>
            <ac:picMk id="13" creationId="{1E9258AD-442A-0CDC-D42A-396383DD0F20}"/>
          </ac:picMkLst>
        </pc:picChg>
        <pc:picChg chg="mod">
          <ac:chgData name="Macher, Andreas (DI FA CTR PLC PPM)" userId="f1dcac62-7bef-43eb-91f0-927336a1714f" providerId="ADAL" clId="{5B710B73-F6D6-4A7D-9276-5384056BD54A}" dt="2022-10-26T07:59:22.671" v="114" actId="1036"/>
          <ac:picMkLst>
            <pc:docMk/>
            <pc:sldMk cId="4249497243" sldId="9778"/>
            <ac:picMk id="15" creationId="{5EBC7EE4-FC22-0B4A-8295-6927247A6DFF}"/>
          </ac:picMkLst>
        </pc:picChg>
        <pc:picChg chg="mod">
          <ac:chgData name="Macher, Andreas (DI FA CTR PLC PPM)" userId="f1dcac62-7bef-43eb-91f0-927336a1714f" providerId="ADAL" clId="{5B710B73-F6D6-4A7D-9276-5384056BD54A}" dt="2022-10-26T07:59:22.671" v="114" actId="1036"/>
          <ac:picMkLst>
            <pc:docMk/>
            <pc:sldMk cId="4249497243" sldId="9778"/>
            <ac:picMk id="17" creationId="{B413A879-9E0F-70EB-C9F7-AF3E16A33316}"/>
          </ac:picMkLst>
        </pc:picChg>
        <pc:picChg chg="del mod">
          <ac:chgData name="Macher, Andreas (DI FA CTR PLC PPM)" userId="f1dcac62-7bef-43eb-91f0-927336a1714f" providerId="ADAL" clId="{5B710B73-F6D6-4A7D-9276-5384056BD54A}" dt="2022-11-07T15:41:44.240" v="5525" actId="478"/>
          <ac:picMkLst>
            <pc:docMk/>
            <pc:sldMk cId="4249497243" sldId="9778"/>
            <ac:picMk id="82" creationId="{F65F6836-525A-491B-A617-D57B31AB447E}"/>
          </ac:picMkLst>
        </pc:picChg>
        <pc:picChg chg="del mod">
          <ac:chgData name="Macher, Andreas (DI FA CTR PLC PPM)" userId="f1dcac62-7bef-43eb-91f0-927336a1714f" providerId="ADAL" clId="{5B710B73-F6D6-4A7D-9276-5384056BD54A}" dt="2022-11-07T15:41:44.240" v="5525" actId="478"/>
          <ac:picMkLst>
            <pc:docMk/>
            <pc:sldMk cId="4249497243" sldId="9778"/>
            <ac:picMk id="83" creationId="{BC7F4721-C932-46F0-AF9A-B9F74DC43C62}"/>
          </ac:picMkLst>
        </pc:picChg>
      </pc:sldChg>
      <pc:sldChg chg="modSp">
        <pc:chgData name="Macher, Andreas (DI FA CTR PLC PPM)" userId="f1dcac62-7bef-43eb-91f0-927336a1714f" providerId="ADAL" clId="{5B710B73-F6D6-4A7D-9276-5384056BD54A}" dt="2022-11-23T12:21:55.580" v="8996"/>
        <pc:sldMkLst>
          <pc:docMk/>
          <pc:sldMk cId="296634150" sldId="9779"/>
        </pc:sldMkLst>
        <pc:spChg chg="mod">
          <ac:chgData name="Macher, Andreas (DI FA CTR PLC PPM)" userId="f1dcac62-7bef-43eb-91f0-927336a1714f" providerId="ADAL" clId="{5B710B73-F6D6-4A7D-9276-5384056BD54A}" dt="2022-11-23T12:21:55.580" v="8996"/>
          <ac:spMkLst>
            <pc:docMk/>
            <pc:sldMk cId="296634150" sldId="9779"/>
            <ac:spMk id="2" creationId="{2005AA33-0C58-4946-9A8A-DD06B903F947}"/>
          </ac:spMkLst>
        </pc:spChg>
      </pc:sldChg>
      <pc:sldChg chg="delSp modSp mod">
        <pc:chgData name="Macher, Andreas (DI FA CTR PLC PPM)" userId="f1dcac62-7bef-43eb-91f0-927336a1714f" providerId="ADAL" clId="{5B710B73-F6D6-4A7D-9276-5384056BD54A}" dt="2022-11-23T12:21:55.580" v="8996"/>
        <pc:sldMkLst>
          <pc:docMk/>
          <pc:sldMk cId="3618742120" sldId="9780"/>
        </pc:sldMkLst>
        <pc:spChg chg="mod">
          <ac:chgData name="Macher, Andreas (DI FA CTR PLC PPM)" userId="f1dcac62-7bef-43eb-91f0-927336a1714f" providerId="ADAL" clId="{5B710B73-F6D6-4A7D-9276-5384056BD54A}" dt="2022-11-23T12:21:55.580" v="8996"/>
          <ac:spMkLst>
            <pc:docMk/>
            <pc:sldMk cId="3618742120" sldId="9780"/>
            <ac:spMk id="2" creationId="{2005AA33-0C58-4946-9A8A-DD06B903F947}"/>
          </ac:spMkLst>
        </pc:spChg>
        <pc:spChg chg="del">
          <ac:chgData name="Macher, Andreas (DI FA CTR PLC PPM)" userId="f1dcac62-7bef-43eb-91f0-927336a1714f" providerId="ADAL" clId="{5B710B73-F6D6-4A7D-9276-5384056BD54A}" dt="2022-11-04T12:49:04.371" v="3488" actId="478"/>
          <ac:spMkLst>
            <pc:docMk/>
            <pc:sldMk cId="3618742120" sldId="9780"/>
            <ac:spMk id="3" creationId="{5A6A7D38-BD9F-4BD9-8773-31420C498619}"/>
          </ac:spMkLst>
        </pc:spChg>
      </pc:sldChg>
      <pc:sldChg chg="addSp delSp modSp mod">
        <pc:chgData name="Macher, Andreas (DI FA CTR PLC PPM)" userId="f1dcac62-7bef-43eb-91f0-927336a1714f" providerId="ADAL" clId="{5B710B73-F6D6-4A7D-9276-5384056BD54A}" dt="2022-11-23T12:21:55.580" v="8996"/>
        <pc:sldMkLst>
          <pc:docMk/>
          <pc:sldMk cId="3721668768" sldId="9781"/>
        </pc:sldMkLst>
        <pc:spChg chg="mod">
          <ac:chgData name="Macher, Andreas (DI FA CTR PLC PPM)" userId="f1dcac62-7bef-43eb-91f0-927336a1714f" providerId="ADAL" clId="{5B710B73-F6D6-4A7D-9276-5384056BD54A}" dt="2022-11-23T12:21:55.580" v="8996"/>
          <ac:spMkLst>
            <pc:docMk/>
            <pc:sldMk cId="3721668768" sldId="9781"/>
            <ac:spMk id="3" creationId="{06245AF5-1AE3-49EC-B4ED-2C4EC9A6E5FC}"/>
          </ac:spMkLst>
        </pc:spChg>
        <pc:spChg chg="mod">
          <ac:chgData name="Macher, Andreas (DI FA CTR PLC PPM)" userId="f1dcac62-7bef-43eb-91f0-927336a1714f" providerId="ADAL" clId="{5B710B73-F6D6-4A7D-9276-5384056BD54A}" dt="2022-11-16T13:40:41.695" v="7385" actId="207"/>
          <ac:spMkLst>
            <pc:docMk/>
            <pc:sldMk cId="3721668768" sldId="9781"/>
            <ac:spMk id="4" creationId="{59CA34EA-4792-9B73-9FCB-6C0D4AE3F30D}"/>
          </ac:spMkLst>
        </pc:spChg>
        <pc:spChg chg="mod">
          <ac:chgData name="Macher, Andreas (DI FA CTR PLC PPM)" userId="f1dcac62-7bef-43eb-91f0-927336a1714f" providerId="ADAL" clId="{5B710B73-F6D6-4A7D-9276-5384056BD54A}" dt="2022-11-16T13:40:32.098" v="7384" actId="12"/>
          <ac:spMkLst>
            <pc:docMk/>
            <pc:sldMk cId="3721668768" sldId="9781"/>
            <ac:spMk id="5" creationId="{A38F6808-4085-423A-A99A-9DC01B1678CB}"/>
          </ac:spMkLst>
        </pc:spChg>
        <pc:spChg chg="mod">
          <ac:chgData name="Macher, Andreas (DI FA CTR PLC PPM)" userId="f1dcac62-7bef-43eb-91f0-927336a1714f" providerId="ADAL" clId="{5B710B73-F6D6-4A7D-9276-5384056BD54A}" dt="2022-11-16T13:40:41.695" v="7385" actId="207"/>
          <ac:spMkLst>
            <pc:docMk/>
            <pc:sldMk cId="3721668768" sldId="9781"/>
            <ac:spMk id="6" creationId="{3148748C-847D-C8C3-8852-8210D6336767}"/>
          </ac:spMkLst>
        </pc:spChg>
        <pc:spChg chg="del">
          <ac:chgData name="Macher, Andreas (DI FA CTR PLC PPM)" userId="f1dcac62-7bef-43eb-91f0-927336a1714f" providerId="ADAL" clId="{5B710B73-F6D6-4A7D-9276-5384056BD54A}" dt="2022-10-26T07:53:10.808" v="47" actId="478"/>
          <ac:spMkLst>
            <pc:docMk/>
            <pc:sldMk cId="3721668768" sldId="9781"/>
            <ac:spMk id="8" creationId="{2C5325A6-55B8-4C6C-8536-054DE43AC8D4}"/>
          </ac:spMkLst>
        </pc:spChg>
        <pc:spChg chg="mod">
          <ac:chgData name="Macher, Andreas (DI FA CTR PLC PPM)" userId="f1dcac62-7bef-43eb-91f0-927336a1714f" providerId="ADAL" clId="{5B710B73-F6D6-4A7D-9276-5384056BD54A}" dt="2022-11-23T12:14:08.020" v="8914"/>
          <ac:spMkLst>
            <pc:docMk/>
            <pc:sldMk cId="3721668768" sldId="9781"/>
            <ac:spMk id="10" creationId="{DEFA907D-CD11-D4CB-8FBC-A6666DF95B28}"/>
          </ac:spMkLst>
        </pc:spChg>
        <pc:spChg chg="mod">
          <ac:chgData name="Macher, Andreas (DI FA CTR PLC PPM)" userId="f1dcac62-7bef-43eb-91f0-927336a1714f" providerId="ADAL" clId="{5B710B73-F6D6-4A7D-9276-5384056BD54A}" dt="2022-11-23T12:14:08.020" v="8914"/>
          <ac:spMkLst>
            <pc:docMk/>
            <pc:sldMk cId="3721668768" sldId="9781"/>
            <ac:spMk id="11" creationId="{BDEB1F14-BABC-0BFE-1823-97A5746B8EDD}"/>
          </ac:spMkLst>
        </pc:spChg>
        <pc:spChg chg="add mod">
          <ac:chgData name="Macher, Andreas (DI FA CTR PLC PPM)" userId="f1dcac62-7bef-43eb-91f0-927336a1714f" providerId="ADAL" clId="{5B710B73-F6D6-4A7D-9276-5384056BD54A}" dt="2022-11-23T12:14:51.382" v="8968" actId="1076"/>
          <ac:spMkLst>
            <pc:docMk/>
            <pc:sldMk cId="3721668768" sldId="9781"/>
            <ac:spMk id="12" creationId="{6A394810-61B9-E0FD-DCB7-ED6AC6D10436}"/>
          </ac:spMkLst>
        </pc:spChg>
        <pc:spChg chg="add mod">
          <ac:chgData name="Macher, Andreas (DI FA CTR PLC PPM)" userId="f1dcac62-7bef-43eb-91f0-927336a1714f" providerId="ADAL" clId="{5B710B73-F6D6-4A7D-9276-5384056BD54A}" dt="2022-11-23T12:15:01.640" v="8977" actId="20577"/>
          <ac:spMkLst>
            <pc:docMk/>
            <pc:sldMk cId="3721668768" sldId="9781"/>
            <ac:spMk id="13" creationId="{04D64973-D549-F267-54BD-33EF3696BE1F}"/>
          </ac:spMkLst>
        </pc:spChg>
        <pc:grpChg chg="add mod">
          <ac:chgData name="Macher, Andreas (DI FA CTR PLC PPM)" userId="f1dcac62-7bef-43eb-91f0-927336a1714f" providerId="ADAL" clId="{5B710B73-F6D6-4A7D-9276-5384056BD54A}" dt="2022-11-23T12:14:51.382" v="8968" actId="1076"/>
          <ac:grpSpMkLst>
            <pc:docMk/>
            <pc:sldMk cId="3721668768" sldId="9781"/>
            <ac:grpSpMk id="8" creationId="{00547EB3-29C4-364A-6BCC-4C4966461520}"/>
          </ac:grpSpMkLst>
        </pc:grpChg>
        <pc:grpChg chg="mod">
          <ac:chgData name="Macher, Andreas (DI FA CTR PLC PPM)" userId="f1dcac62-7bef-43eb-91f0-927336a1714f" providerId="ADAL" clId="{5B710B73-F6D6-4A7D-9276-5384056BD54A}" dt="2022-11-16T13:40:45.777" v="7386" actId="1076"/>
          <ac:grpSpMkLst>
            <pc:docMk/>
            <pc:sldMk cId="3721668768" sldId="9781"/>
            <ac:grpSpMk id="9" creationId="{27A92C2F-D47D-57BB-8D48-72EC2F30F9AE}"/>
          </ac:grpSpMkLst>
        </pc:grpChg>
      </pc:sldChg>
      <pc:sldChg chg="addSp delSp modSp add mod delAnim modAnim chgLayout">
        <pc:chgData name="Macher, Andreas (DI FA CTR PLC PPM)" userId="f1dcac62-7bef-43eb-91f0-927336a1714f" providerId="ADAL" clId="{5B710B73-F6D6-4A7D-9276-5384056BD54A}" dt="2022-11-23T12:21:55.580" v="8996"/>
        <pc:sldMkLst>
          <pc:docMk/>
          <pc:sldMk cId="2880670099" sldId="9782"/>
        </pc:sldMkLst>
        <pc:spChg chg="mod ord">
          <ac:chgData name="Macher, Andreas (DI FA CTR PLC PPM)" userId="f1dcac62-7bef-43eb-91f0-927336a1714f" providerId="ADAL" clId="{5B710B73-F6D6-4A7D-9276-5384056BD54A}" dt="2022-11-23T12:21:55.580" v="8996"/>
          <ac:spMkLst>
            <pc:docMk/>
            <pc:sldMk cId="2880670099" sldId="9782"/>
            <ac:spMk id="2" creationId="{6E3881A0-AE27-440B-85FF-039A5B808AC5}"/>
          </ac:spMkLst>
        </pc:spChg>
        <pc:spChg chg="mod ord">
          <ac:chgData name="Macher, Andreas (DI FA CTR PLC PPM)" userId="f1dcac62-7bef-43eb-91f0-927336a1714f" providerId="ADAL" clId="{5B710B73-F6D6-4A7D-9276-5384056BD54A}" dt="2022-11-07T21:11:19.984" v="6597" actId="700"/>
          <ac:spMkLst>
            <pc:docMk/>
            <pc:sldMk cId="2880670099" sldId="9782"/>
            <ac:spMk id="4" creationId="{00000000-0000-0000-0000-000000000000}"/>
          </ac:spMkLst>
        </pc:spChg>
        <pc:spChg chg="mod">
          <ac:chgData name="Macher, Andreas (DI FA CTR PLC PPM)" userId="f1dcac62-7bef-43eb-91f0-927336a1714f" providerId="ADAL" clId="{5B710B73-F6D6-4A7D-9276-5384056BD54A}" dt="2022-11-07T21:11:34.014" v="6600" actId="207"/>
          <ac:spMkLst>
            <pc:docMk/>
            <pc:sldMk cId="2880670099" sldId="9782"/>
            <ac:spMk id="11" creationId="{C03503DE-E898-CF77-34C2-78A5D15F0F78}"/>
          </ac:spMkLst>
        </pc:spChg>
        <pc:spChg chg="add mod ord">
          <ac:chgData name="Macher, Andreas (DI FA CTR PLC PPM)" userId="f1dcac62-7bef-43eb-91f0-927336a1714f" providerId="ADAL" clId="{5B710B73-F6D6-4A7D-9276-5384056BD54A}" dt="2022-11-07T21:11:44.120" v="6602" actId="1076"/>
          <ac:spMkLst>
            <pc:docMk/>
            <pc:sldMk cId="2880670099" sldId="9782"/>
            <ac:spMk id="12" creationId="{423D4CD3-EC38-7DD1-B923-F0E82CE1D830}"/>
          </ac:spMkLst>
        </pc:spChg>
        <pc:spChg chg="add mod ord">
          <ac:chgData name="Macher, Andreas (DI FA CTR PLC PPM)" userId="f1dcac62-7bef-43eb-91f0-927336a1714f" providerId="ADAL" clId="{5B710B73-F6D6-4A7D-9276-5384056BD54A}" dt="2022-11-07T21:11:26.873" v="6599" actId="167"/>
          <ac:spMkLst>
            <pc:docMk/>
            <pc:sldMk cId="2880670099" sldId="9782"/>
            <ac:spMk id="13" creationId="{9632A243-0DB3-FB2D-9E04-FB4331567D33}"/>
          </ac:spMkLst>
        </pc:spChg>
        <pc:spChg chg="add mod ord">
          <ac:chgData name="Macher, Andreas (DI FA CTR PLC PPM)" userId="f1dcac62-7bef-43eb-91f0-927336a1714f" providerId="ADAL" clId="{5B710B73-F6D6-4A7D-9276-5384056BD54A}" dt="2022-10-26T08:43:13.962" v="558" actId="14100"/>
          <ac:spMkLst>
            <pc:docMk/>
            <pc:sldMk cId="2880670099" sldId="9782"/>
            <ac:spMk id="13" creationId="{A5E63939-D88C-8FB4-5791-B957C25D8275}"/>
          </ac:spMkLst>
        </pc:spChg>
        <pc:spChg chg="add mod ord">
          <ac:chgData name="Macher, Andreas (DI FA CTR PLC PPM)" userId="f1dcac62-7bef-43eb-91f0-927336a1714f" providerId="ADAL" clId="{5B710B73-F6D6-4A7D-9276-5384056BD54A}" dt="2022-11-07T21:11:26.873" v="6599" actId="167"/>
          <ac:spMkLst>
            <pc:docMk/>
            <pc:sldMk cId="2880670099" sldId="9782"/>
            <ac:spMk id="14" creationId="{37F493E7-A4B3-A6BB-6AD7-94CDC9DC411E}"/>
          </ac:spMkLst>
        </pc:spChg>
        <pc:spChg chg="add mod ord">
          <ac:chgData name="Macher, Andreas (DI FA CTR PLC PPM)" userId="f1dcac62-7bef-43eb-91f0-927336a1714f" providerId="ADAL" clId="{5B710B73-F6D6-4A7D-9276-5384056BD54A}" dt="2022-10-26T08:43:13.962" v="558" actId="14100"/>
          <ac:spMkLst>
            <pc:docMk/>
            <pc:sldMk cId="2880670099" sldId="9782"/>
            <ac:spMk id="14" creationId="{56561458-25C0-74F6-1FAB-4CABD8BC2538}"/>
          </ac:spMkLst>
        </pc:spChg>
        <pc:spChg chg="add mod">
          <ac:chgData name="Macher, Andreas (DI FA CTR PLC PPM)" userId="f1dcac62-7bef-43eb-91f0-927336a1714f" providerId="ADAL" clId="{5B710B73-F6D6-4A7D-9276-5384056BD54A}" dt="2022-10-26T08:43:13.962" v="558" actId="14100"/>
          <ac:spMkLst>
            <pc:docMk/>
            <pc:sldMk cId="2880670099" sldId="9782"/>
            <ac:spMk id="15" creationId="{8358DB7B-E9FA-4DC1-0E2E-9DEFA4CE5299}"/>
          </ac:spMkLst>
        </pc:spChg>
        <pc:spChg chg="add mod">
          <ac:chgData name="Macher, Andreas (DI FA CTR PLC PPM)" userId="f1dcac62-7bef-43eb-91f0-927336a1714f" providerId="ADAL" clId="{5B710B73-F6D6-4A7D-9276-5384056BD54A}" dt="2022-10-26T08:43:13.962" v="558" actId="14100"/>
          <ac:spMkLst>
            <pc:docMk/>
            <pc:sldMk cId="2880670099" sldId="9782"/>
            <ac:spMk id="16" creationId="{3CCCEB40-A9FA-7FBA-8586-C6825E72D178}"/>
          </ac:spMkLst>
        </pc:spChg>
        <pc:spChg chg="add mod">
          <ac:chgData name="Macher, Andreas (DI FA CTR PLC PPM)" userId="f1dcac62-7bef-43eb-91f0-927336a1714f" providerId="ADAL" clId="{5B710B73-F6D6-4A7D-9276-5384056BD54A}" dt="2022-11-16T13:46:47.606" v="7455"/>
          <ac:spMkLst>
            <pc:docMk/>
            <pc:sldMk cId="2880670099" sldId="9782"/>
            <ac:spMk id="17" creationId="{902A88B2-A03A-7742-ADBA-0D4AE12D0C26}"/>
          </ac:spMkLst>
        </pc:spChg>
        <pc:spChg chg="add mod">
          <ac:chgData name="Macher, Andreas (DI FA CTR PLC PPM)" userId="f1dcac62-7bef-43eb-91f0-927336a1714f" providerId="ADAL" clId="{5B710B73-F6D6-4A7D-9276-5384056BD54A}" dt="2022-11-16T13:46:47.606" v="7455"/>
          <ac:spMkLst>
            <pc:docMk/>
            <pc:sldMk cId="2880670099" sldId="9782"/>
            <ac:spMk id="18" creationId="{FD84D430-B7B4-DA22-22D4-1589F066D431}"/>
          </ac:spMkLst>
        </pc:spChg>
        <pc:spChg chg="add mod">
          <ac:chgData name="Macher, Andreas (DI FA CTR PLC PPM)" userId="f1dcac62-7bef-43eb-91f0-927336a1714f" providerId="ADAL" clId="{5B710B73-F6D6-4A7D-9276-5384056BD54A}" dt="2022-11-16T13:47:21.998" v="7508" actId="6549"/>
          <ac:spMkLst>
            <pc:docMk/>
            <pc:sldMk cId="2880670099" sldId="9782"/>
            <ac:spMk id="19" creationId="{0BAECF38-6872-3505-77C3-08DF53A52762}"/>
          </ac:spMkLst>
        </pc:spChg>
        <pc:spChg chg="add mod">
          <ac:chgData name="Macher, Andreas (DI FA CTR PLC PPM)" userId="f1dcac62-7bef-43eb-91f0-927336a1714f" providerId="ADAL" clId="{5B710B73-F6D6-4A7D-9276-5384056BD54A}" dt="2022-10-26T08:43:21.798" v="581" actId="1035"/>
          <ac:spMkLst>
            <pc:docMk/>
            <pc:sldMk cId="2880670099" sldId="9782"/>
            <ac:spMk id="19" creationId="{FB19AE76-92E5-037E-4A7A-96B185DCD1EB}"/>
          </ac:spMkLst>
        </pc:spChg>
        <pc:spChg chg="add mod">
          <ac:chgData name="Macher, Andreas (DI FA CTR PLC PPM)" userId="f1dcac62-7bef-43eb-91f0-927336a1714f" providerId="ADAL" clId="{5B710B73-F6D6-4A7D-9276-5384056BD54A}" dt="2022-10-26T08:43:21.798" v="581" actId="1035"/>
          <ac:spMkLst>
            <pc:docMk/>
            <pc:sldMk cId="2880670099" sldId="9782"/>
            <ac:spMk id="20" creationId="{7EEE8092-54BB-4FEA-C821-BD6535B53993}"/>
          </ac:spMkLst>
        </pc:spChg>
        <pc:spChg chg="mod">
          <ac:chgData name="Macher, Andreas (DI FA CTR PLC PPM)" userId="f1dcac62-7bef-43eb-91f0-927336a1714f" providerId="ADAL" clId="{5B710B73-F6D6-4A7D-9276-5384056BD54A}" dt="2022-11-23T12:16:57.518" v="8984"/>
          <ac:spMkLst>
            <pc:docMk/>
            <pc:sldMk cId="2880670099" sldId="9782"/>
            <ac:spMk id="22" creationId="{606BA93B-761D-8A16-056A-D73AC2F4F363}"/>
          </ac:spMkLst>
        </pc:spChg>
        <pc:spChg chg="add mod">
          <ac:chgData name="Macher, Andreas (DI FA CTR PLC PPM)" userId="f1dcac62-7bef-43eb-91f0-927336a1714f" providerId="ADAL" clId="{5B710B73-F6D6-4A7D-9276-5384056BD54A}" dt="2022-10-26T08:37:30.242" v="369" actId="1076"/>
          <ac:spMkLst>
            <pc:docMk/>
            <pc:sldMk cId="2880670099" sldId="9782"/>
            <ac:spMk id="23" creationId="{9B807831-8525-43D5-3FEF-6A3A4E531655}"/>
          </ac:spMkLst>
        </pc:spChg>
        <pc:spChg chg="add mod">
          <ac:chgData name="Macher, Andreas (DI FA CTR PLC PPM)" userId="f1dcac62-7bef-43eb-91f0-927336a1714f" providerId="ADAL" clId="{5B710B73-F6D6-4A7D-9276-5384056BD54A}" dt="2022-10-26T08:37:44.319" v="372" actId="1076"/>
          <ac:spMkLst>
            <pc:docMk/>
            <pc:sldMk cId="2880670099" sldId="9782"/>
            <ac:spMk id="24" creationId="{A1D57420-2139-131B-60F0-267BC56D834C}"/>
          </ac:spMkLst>
        </pc:spChg>
        <pc:spChg chg="add mod">
          <ac:chgData name="Macher, Andreas (DI FA CTR PLC PPM)" userId="f1dcac62-7bef-43eb-91f0-927336a1714f" providerId="ADAL" clId="{5B710B73-F6D6-4A7D-9276-5384056BD54A}" dt="2022-11-07T21:11:34.014" v="6600" actId="207"/>
          <ac:spMkLst>
            <pc:docMk/>
            <pc:sldMk cId="2880670099" sldId="9782"/>
            <ac:spMk id="25" creationId="{1ACDBAC1-7378-6EA1-1D3C-03332AFCE75D}"/>
          </ac:spMkLst>
        </pc:spChg>
        <pc:spChg chg="mod">
          <ac:chgData name="Macher, Andreas (DI FA CTR PLC PPM)" userId="f1dcac62-7bef-43eb-91f0-927336a1714f" providerId="ADAL" clId="{5B710B73-F6D6-4A7D-9276-5384056BD54A}" dt="2022-11-23T12:16:57.518" v="8984"/>
          <ac:spMkLst>
            <pc:docMk/>
            <pc:sldMk cId="2880670099" sldId="9782"/>
            <ac:spMk id="26" creationId="{20FA9821-769A-8103-3FF1-1999F1C98AE6}"/>
          </ac:spMkLst>
        </pc:spChg>
        <pc:spChg chg="mod">
          <ac:chgData name="Macher, Andreas (DI FA CTR PLC PPM)" userId="f1dcac62-7bef-43eb-91f0-927336a1714f" providerId="ADAL" clId="{5B710B73-F6D6-4A7D-9276-5384056BD54A}" dt="2022-11-23T12:17:06.822" v="8986"/>
          <ac:spMkLst>
            <pc:docMk/>
            <pc:sldMk cId="2880670099" sldId="9782"/>
            <ac:spMk id="28" creationId="{C087BC90-9646-A0D7-65F5-5212BC9194B3}"/>
          </ac:spMkLst>
        </pc:spChg>
        <pc:spChg chg="mod">
          <ac:chgData name="Macher, Andreas (DI FA CTR PLC PPM)" userId="f1dcac62-7bef-43eb-91f0-927336a1714f" providerId="ADAL" clId="{5B710B73-F6D6-4A7D-9276-5384056BD54A}" dt="2022-11-07T21:11:34.014" v="6600" actId="207"/>
          <ac:spMkLst>
            <pc:docMk/>
            <pc:sldMk cId="2880670099" sldId="9782"/>
            <ac:spMk id="39" creationId="{35F6ED7B-BE84-1A18-5349-BD58BA50106E}"/>
          </ac:spMkLst>
        </pc:spChg>
        <pc:spChg chg="mod">
          <ac:chgData name="Macher, Andreas (DI FA CTR PLC PPM)" userId="f1dcac62-7bef-43eb-91f0-927336a1714f" providerId="ADAL" clId="{5B710B73-F6D6-4A7D-9276-5384056BD54A}" dt="2022-10-26T08:44:20.829" v="585" actId="207"/>
          <ac:spMkLst>
            <pc:docMk/>
            <pc:sldMk cId="2880670099" sldId="9782"/>
            <ac:spMk id="42" creationId="{00000000-0000-0000-0000-000000000000}"/>
          </ac:spMkLst>
        </pc:spChg>
        <pc:spChg chg="mod">
          <ac:chgData name="Macher, Andreas (DI FA CTR PLC PPM)" userId="f1dcac62-7bef-43eb-91f0-927336a1714f" providerId="ADAL" clId="{5B710B73-F6D6-4A7D-9276-5384056BD54A}" dt="2022-10-26T08:31:18.123" v="232" actId="20577"/>
          <ac:spMkLst>
            <pc:docMk/>
            <pc:sldMk cId="2880670099" sldId="9782"/>
            <ac:spMk id="43" creationId="{00000000-0000-0000-0000-000000000000}"/>
          </ac:spMkLst>
        </pc:spChg>
        <pc:spChg chg="mod">
          <ac:chgData name="Macher, Andreas (DI FA CTR PLC PPM)" userId="f1dcac62-7bef-43eb-91f0-927336a1714f" providerId="ADAL" clId="{5B710B73-F6D6-4A7D-9276-5384056BD54A}" dt="2022-11-07T21:12:21.460" v="6609" actId="14100"/>
          <ac:spMkLst>
            <pc:docMk/>
            <pc:sldMk cId="2880670099" sldId="9782"/>
            <ac:spMk id="45" creationId="{43382D88-0E6C-C35C-EE19-55EF31EC0271}"/>
          </ac:spMkLst>
        </pc:spChg>
        <pc:spChg chg="mod">
          <ac:chgData name="Macher, Andreas (DI FA CTR PLC PPM)" userId="f1dcac62-7bef-43eb-91f0-927336a1714f" providerId="ADAL" clId="{5B710B73-F6D6-4A7D-9276-5384056BD54A}" dt="2022-11-07T21:12:03.497" v="6605" actId="207"/>
          <ac:spMkLst>
            <pc:docMk/>
            <pc:sldMk cId="2880670099" sldId="9782"/>
            <ac:spMk id="47" creationId="{6EF170DC-56C8-001B-BFD8-5F4AA843DECA}"/>
          </ac:spMkLst>
        </pc:spChg>
        <pc:spChg chg="mod">
          <ac:chgData name="Macher, Andreas (DI FA CTR PLC PPM)" userId="f1dcac62-7bef-43eb-91f0-927336a1714f" providerId="ADAL" clId="{5B710B73-F6D6-4A7D-9276-5384056BD54A}" dt="2022-11-07T21:11:54.576" v="6604" actId="207"/>
          <ac:spMkLst>
            <pc:docMk/>
            <pc:sldMk cId="2880670099" sldId="9782"/>
            <ac:spMk id="48" creationId="{E8886699-B518-5CC4-CF54-2ADB43E14A80}"/>
          </ac:spMkLst>
        </pc:spChg>
        <pc:spChg chg="mod">
          <ac:chgData name="Macher, Andreas (DI FA CTR PLC PPM)" userId="f1dcac62-7bef-43eb-91f0-927336a1714f" providerId="ADAL" clId="{5B710B73-F6D6-4A7D-9276-5384056BD54A}" dt="2022-11-16T13:47:28.893" v="7509" actId="207"/>
          <ac:spMkLst>
            <pc:docMk/>
            <pc:sldMk cId="2880670099" sldId="9782"/>
            <ac:spMk id="49" creationId="{F0B930A9-3AFA-C41C-1F98-0E0FC1C0DBBE}"/>
          </ac:spMkLst>
        </pc:spChg>
        <pc:spChg chg="mod">
          <ac:chgData name="Macher, Andreas (DI FA CTR PLC PPM)" userId="f1dcac62-7bef-43eb-91f0-927336a1714f" providerId="ADAL" clId="{5B710B73-F6D6-4A7D-9276-5384056BD54A}" dt="2022-11-16T13:47:28.893" v="7509" actId="207"/>
          <ac:spMkLst>
            <pc:docMk/>
            <pc:sldMk cId="2880670099" sldId="9782"/>
            <ac:spMk id="50" creationId="{C7EA2A32-0107-8BD4-3ACD-61505547036D}"/>
          </ac:spMkLst>
        </pc:spChg>
        <pc:spChg chg="mod">
          <ac:chgData name="Macher, Andreas (DI FA CTR PLC PPM)" userId="f1dcac62-7bef-43eb-91f0-927336a1714f" providerId="ADAL" clId="{5B710B73-F6D6-4A7D-9276-5384056BD54A}" dt="2022-11-16T13:47:28.893" v="7509" actId="207"/>
          <ac:spMkLst>
            <pc:docMk/>
            <pc:sldMk cId="2880670099" sldId="9782"/>
            <ac:spMk id="51" creationId="{079A96EE-465A-B019-1101-6E0B50B9C979}"/>
          </ac:spMkLst>
        </pc:spChg>
        <pc:spChg chg="mod">
          <ac:chgData name="Macher, Andreas (DI FA CTR PLC PPM)" userId="f1dcac62-7bef-43eb-91f0-927336a1714f" providerId="ADAL" clId="{5B710B73-F6D6-4A7D-9276-5384056BD54A}" dt="2022-11-07T21:11:34.014" v="6600" actId="207"/>
          <ac:spMkLst>
            <pc:docMk/>
            <pc:sldMk cId="2880670099" sldId="9782"/>
            <ac:spMk id="232" creationId="{9F1D3D17-BEF3-93F8-6BD1-1A7115BDFFD4}"/>
          </ac:spMkLst>
        </pc:spChg>
        <pc:spChg chg="mod">
          <ac:chgData name="Macher, Andreas (DI FA CTR PLC PPM)" userId="f1dcac62-7bef-43eb-91f0-927336a1714f" providerId="ADAL" clId="{5B710B73-F6D6-4A7D-9276-5384056BD54A}" dt="2022-11-23T12:17:06.822" v="8986"/>
          <ac:spMkLst>
            <pc:docMk/>
            <pc:sldMk cId="2880670099" sldId="9782"/>
            <ac:spMk id="236" creationId="{38AE4D75-DAAE-6243-9E6C-25FBFEBC7AE6}"/>
          </ac:spMkLst>
        </pc:spChg>
        <pc:spChg chg="mod">
          <ac:chgData name="Macher, Andreas (DI FA CTR PLC PPM)" userId="f1dcac62-7bef-43eb-91f0-927336a1714f" providerId="ADAL" clId="{5B710B73-F6D6-4A7D-9276-5384056BD54A}" dt="2022-11-07T21:12:08.210" v="6606" actId="14100"/>
          <ac:spMkLst>
            <pc:docMk/>
            <pc:sldMk cId="2880670099" sldId="9782"/>
            <ac:spMk id="237" creationId="{EF2EA6AE-8D5A-7A33-8C58-C5C39B23E67D}"/>
          </ac:spMkLst>
        </pc:spChg>
        <pc:spChg chg="mod">
          <ac:chgData name="Macher, Andreas (DI FA CTR PLC PPM)" userId="f1dcac62-7bef-43eb-91f0-927336a1714f" providerId="ADAL" clId="{5B710B73-F6D6-4A7D-9276-5384056BD54A}" dt="2022-11-07T21:12:17.338" v="6608" actId="14100"/>
          <ac:spMkLst>
            <pc:docMk/>
            <pc:sldMk cId="2880670099" sldId="9782"/>
            <ac:spMk id="238" creationId="{9F865225-0DC7-D019-6654-9A1BDF6F7A52}"/>
          </ac:spMkLst>
        </pc:spChg>
        <pc:spChg chg="mod">
          <ac:chgData name="Macher, Andreas (DI FA CTR PLC PPM)" userId="f1dcac62-7bef-43eb-91f0-927336a1714f" providerId="ADAL" clId="{5B710B73-F6D6-4A7D-9276-5384056BD54A}" dt="2022-11-07T21:12:03.497" v="6605" actId="207"/>
          <ac:spMkLst>
            <pc:docMk/>
            <pc:sldMk cId="2880670099" sldId="9782"/>
            <ac:spMk id="239" creationId="{D8299584-D70B-3DAE-6A6E-285E26651431}"/>
          </ac:spMkLst>
        </pc:spChg>
        <pc:spChg chg="mod">
          <ac:chgData name="Macher, Andreas (DI FA CTR PLC PPM)" userId="f1dcac62-7bef-43eb-91f0-927336a1714f" providerId="ADAL" clId="{5B710B73-F6D6-4A7D-9276-5384056BD54A}" dt="2022-11-07T21:11:34.014" v="6600" actId="207"/>
          <ac:spMkLst>
            <pc:docMk/>
            <pc:sldMk cId="2880670099" sldId="9782"/>
            <ac:spMk id="243" creationId="{1B0D2F7A-6700-75D0-DEB7-7B771FF0B4FE}"/>
          </ac:spMkLst>
        </pc:spChg>
        <pc:spChg chg="add mod">
          <ac:chgData name="Macher, Andreas (DI FA CTR PLC PPM)" userId="f1dcac62-7bef-43eb-91f0-927336a1714f" providerId="ADAL" clId="{5B710B73-F6D6-4A7D-9276-5384056BD54A}" dt="2022-10-26T08:43:21.798" v="581" actId="1035"/>
          <ac:spMkLst>
            <pc:docMk/>
            <pc:sldMk cId="2880670099" sldId="9782"/>
            <ac:spMk id="253" creationId="{766A56F3-316B-5028-A53A-FCD07DA180F7}"/>
          </ac:spMkLst>
        </pc:spChg>
        <pc:spChg chg="add mod">
          <ac:chgData name="Macher, Andreas (DI FA CTR PLC PPM)" userId="f1dcac62-7bef-43eb-91f0-927336a1714f" providerId="ADAL" clId="{5B710B73-F6D6-4A7D-9276-5384056BD54A}" dt="2022-10-26T08:46:15.450" v="586" actId="6549"/>
          <ac:spMkLst>
            <pc:docMk/>
            <pc:sldMk cId="2880670099" sldId="9782"/>
            <ac:spMk id="254" creationId="{35CFD52E-4752-4799-B26E-D4E95442C994}"/>
          </ac:spMkLst>
        </pc:spChg>
        <pc:spChg chg="add mod">
          <ac:chgData name="Macher, Andreas (DI FA CTR PLC PPM)" userId="f1dcac62-7bef-43eb-91f0-927336a1714f" providerId="ADAL" clId="{5B710B73-F6D6-4A7D-9276-5384056BD54A}" dt="2022-10-26T08:40:53.106" v="418" actId="108"/>
          <ac:spMkLst>
            <pc:docMk/>
            <pc:sldMk cId="2880670099" sldId="9782"/>
            <ac:spMk id="255" creationId="{A276E23A-3C84-F8D6-AD23-A7AF68BE671A}"/>
          </ac:spMkLst>
        </pc:spChg>
        <pc:spChg chg="del">
          <ac:chgData name="Macher, Andreas (DI FA CTR PLC PPM)" userId="f1dcac62-7bef-43eb-91f0-927336a1714f" providerId="ADAL" clId="{5B710B73-F6D6-4A7D-9276-5384056BD54A}" dt="2022-11-16T13:46:46.688" v="7454" actId="478"/>
          <ac:spMkLst>
            <pc:docMk/>
            <pc:sldMk cId="2880670099" sldId="9782"/>
            <ac:spMk id="314" creationId="{DC2E4C49-8F28-5D93-E582-FC5D1B80F925}"/>
          </ac:spMkLst>
        </pc:spChg>
        <pc:spChg chg="del mod">
          <ac:chgData name="Macher, Andreas (DI FA CTR PLC PPM)" userId="f1dcac62-7bef-43eb-91f0-927336a1714f" providerId="ADAL" clId="{5B710B73-F6D6-4A7D-9276-5384056BD54A}" dt="2022-11-16T13:46:56.420" v="7456" actId="478"/>
          <ac:spMkLst>
            <pc:docMk/>
            <pc:sldMk cId="2880670099" sldId="9782"/>
            <ac:spMk id="323" creationId="{DA3D4FCA-3E59-C122-DA95-D473C5AF245D}"/>
          </ac:spMkLst>
        </pc:spChg>
        <pc:spChg chg="del mod">
          <ac:chgData name="Macher, Andreas (DI FA CTR PLC PPM)" userId="f1dcac62-7bef-43eb-91f0-927336a1714f" providerId="ADAL" clId="{5B710B73-F6D6-4A7D-9276-5384056BD54A}" dt="2022-11-16T13:46:46.688" v="7454" actId="478"/>
          <ac:spMkLst>
            <pc:docMk/>
            <pc:sldMk cId="2880670099" sldId="9782"/>
            <ac:spMk id="324" creationId="{068038BE-D46A-C0C3-225E-01184651C2CD}"/>
          </ac:spMkLst>
        </pc:spChg>
        <pc:spChg chg="del">
          <ac:chgData name="Macher, Andreas (DI FA CTR PLC PPM)" userId="f1dcac62-7bef-43eb-91f0-927336a1714f" providerId="ADAL" clId="{5B710B73-F6D6-4A7D-9276-5384056BD54A}" dt="2022-10-26T08:36:13.594" v="346" actId="478"/>
          <ac:spMkLst>
            <pc:docMk/>
            <pc:sldMk cId="2880670099" sldId="9782"/>
            <ac:spMk id="345" creationId="{00000000-0000-0000-0000-000000000000}"/>
          </ac:spMkLst>
        </pc:spChg>
        <pc:spChg chg="del">
          <ac:chgData name="Macher, Andreas (DI FA CTR PLC PPM)" userId="f1dcac62-7bef-43eb-91f0-927336a1714f" providerId="ADAL" clId="{5B710B73-F6D6-4A7D-9276-5384056BD54A}" dt="2022-10-26T08:36:13.594" v="346" actId="478"/>
          <ac:spMkLst>
            <pc:docMk/>
            <pc:sldMk cId="2880670099" sldId="9782"/>
            <ac:spMk id="346" creationId="{00000000-0000-0000-0000-000000000000}"/>
          </ac:spMkLst>
        </pc:spChg>
        <pc:spChg chg="del">
          <ac:chgData name="Macher, Andreas (DI FA CTR PLC PPM)" userId="f1dcac62-7bef-43eb-91f0-927336a1714f" providerId="ADAL" clId="{5B710B73-F6D6-4A7D-9276-5384056BD54A}" dt="2022-10-26T08:36:13.594" v="346" actId="478"/>
          <ac:spMkLst>
            <pc:docMk/>
            <pc:sldMk cId="2880670099" sldId="9782"/>
            <ac:spMk id="347" creationId="{00000000-0000-0000-0000-000000000000}"/>
          </ac:spMkLst>
        </pc:spChg>
        <pc:spChg chg="del">
          <ac:chgData name="Macher, Andreas (DI FA CTR PLC PPM)" userId="f1dcac62-7bef-43eb-91f0-927336a1714f" providerId="ADAL" clId="{5B710B73-F6D6-4A7D-9276-5384056BD54A}" dt="2022-10-26T08:36:13.594" v="346" actId="478"/>
          <ac:spMkLst>
            <pc:docMk/>
            <pc:sldMk cId="2880670099" sldId="9782"/>
            <ac:spMk id="348" creationId="{00000000-0000-0000-0000-000000000000}"/>
          </ac:spMkLst>
        </pc:spChg>
        <pc:spChg chg="del">
          <ac:chgData name="Macher, Andreas (DI FA CTR PLC PPM)" userId="f1dcac62-7bef-43eb-91f0-927336a1714f" providerId="ADAL" clId="{5B710B73-F6D6-4A7D-9276-5384056BD54A}" dt="2022-10-26T08:36:13.594" v="346" actId="478"/>
          <ac:spMkLst>
            <pc:docMk/>
            <pc:sldMk cId="2880670099" sldId="9782"/>
            <ac:spMk id="349" creationId="{00000000-0000-0000-0000-000000000000}"/>
          </ac:spMkLst>
        </pc:spChg>
        <pc:spChg chg="del">
          <ac:chgData name="Macher, Andreas (DI FA CTR PLC PPM)" userId="f1dcac62-7bef-43eb-91f0-927336a1714f" providerId="ADAL" clId="{5B710B73-F6D6-4A7D-9276-5384056BD54A}" dt="2022-10-26T08:36:13.594" v="346" actId="478"/>
          <ac:spMkLst>
            <pc:docMk/>
            <pc:sldMk cId="2880670099" sldId="9782"/>
            <ac:spMk id="350" creationId="{00000000-0000-0000-0000-000000000000}"/>
          </ac:spMkLst>
        </pc:spChg>
        <pc:spChg chg="del">
          <ac:chgData name="Macher, Andreas (DI FA CTR PLC PPM)" userId="f1dcac62-7bef-43eb-91f0-927336a1714f" providerId="ADAL" clId="{5B710B73-F6D6-4A7D-9276-5384056BD54A}" dt="2022-10-26T08:24:13.321" v="134" actId="478"/>
          <ac:spMkLst>
            <pc:docMk/>
            <pc:sldMk cId="2880670099" sldId="9782"/>
            <ac:spMk id="367" creationId="{00000000-0000-0000-0000-000000000000}"/>
          </ac:spMkLst>
        </pc:spChg>
        <pc:spChg chg="del">
          <ac:chgData name="Macher, Andreas (DI FA CTR PLC PPM)" userId="f1dcac62-7bef-43eb-91f0-927336a1714f" providerId="ADAL" clId="{5B710B73-F6D6-4A7D-9276-5384056BD54A}" dt="2022-10-26T08:24:13.321" v="134" actId="478"/>
          <ac:spMkLst>
            <pc:docMk/>
            <pc:sldMk cId="2880670099" sldId="9782"/>
            <ac:spMk id="379" creationId="{00000000-0000-0000-0000-000000000000}"/>
          </ac:spMkLst>
        </pc:spChg>
        <pc:spChg chg="mod">
          <ac:chgData name="Macher, Andreas (DI FA CTR PLC PPM)" userId="f1dcac62-7bef-43eb-91f0-927336a1714f" providerId="ADAL" clId="{5B710B73-F6D6-4A7D-9276-5384056BD54A}" dt="2022-10-26T08:35:11.768" v="338" actId="108"/>
          <ac:spMkLst>
            <pc:docMk/>
            <pc:sldMk cId="2880670099" sldId="9782"/>
            <ac:spMk id="387" creationId="{00000000-0000-0000-0000-000000000000}"/>
          </ac:spMkLst>
        </pc:spChg>
        <pc:spChg chg="mod">
          <ac:chgData name="Macher, Andreas (DI FA CTR PLC PPM)" userId="f1dcac62-7bef-43eb-91f0-927336a1714f" providerId="ADAL" clId="{5B710B73-F6D6-4A7D-9276-5384056BD54A}" dt="2022-11-07T21:11:34.014" v="6600" actId="207"/>
          <ac:spMkLst>
            <pc:docMk/>
            <pc:sldMk cId="2880670099" sldId="9782"/>
            <ac:spMk id="388" creationId="{00000000-0000-0000-0000-000000000000}"/>
          </ac:spMkLst>
        </pc:spChg>
        <pc:spChg chg="del mod">
          <ac:chgData name="Macher, Andreas (DI FA CTR PLC PPM)" userId="f1dcac62-7bef-43eb-91f0-927336a1714f" providerId="ADAL" clId="{5B710B73-F6D6-4A7D-9276-5384056BD54A}" dt="2022-10-26T08:36:34.819" v="351" actId="478"/>
          <ac:spMkLst>
            <pc:docMk/>
            <pc:sldMk cId="2880670099" sldId="9782"/>
            <ac:spMk id="391" creationId="{00000000-0000-0000-0000-000000000000}"/>
          </ac:spMkLst>
        </pc:spChg>
        <pc:spChg chg="del mod">
          <ac:chgData name="Macher, Andreas (DI FA CTR PLC PPM)" userId="f1dcac62-7bef-43eb-91f0-927336a1714f" providerId="ADAL" clId="{5B710B73-F6D6-4A7D-9276-5384056BD54A}" dt="2022-10-26T08:37:09.668" v="353" actId="478"/>
          <ac:spMkLst>
            <pc:docMk/>
            <pc:sldMk cId="2880670099" sldId="9782"/>
            <ac:spMk id="392" creationId="{00000000-0000-0000-0000-000000000000}"/>
          </ac:spMkLst>
        </pc:spChg>
        <pc:spChg chg="del mod">
          <ac:chgData name="Macher, Andreas (DI FA CTR PLC PPM)" userId="f1dcac62-7bef-43eb-91f0-927336a1714f" providerId="ADAL" clId="{5B710B73-F6D6-4A7D-9276-5384056BD54A}" dt="2022-10-26T08:38:06.552" v="383" actId="478"/>
          <ac:spMkLst>
            <pc:docMk/>
            <pc:sldMk cId="2880670099" sldId="9782"/>
            <ac:spMk id="405" creationId="{00000000-0000-0000-0000-000000000000}"/>
          </ac:spMkLst>
        </pc:spChg>
        <pc:spChg chg="del">
          <ac:chgData name="Macher, Andreas (DI FA CTR PLC PPM)" userId="f1dcac62-7bef-43eb-91f0-927336a1714f" providerId="ADAL" clId="{5B710B73-F6D6-4A7D-9276-5384056BD54A}" dt="2022-10-26T08:24:13.321" v="134" actId="478"/>
          <ac:spMkLst>
            <pc:docMk/>
            <pc:sldMk cId="2880670099" sldId="9782"/>
            <ac:spMk id="431" creationId="{00000000-0000-0000-0000-000000000000}"/>
          </ac:spMkLst>
        </pc:spChg>
        <pc:spChg chg="del">
          <ac:chgData name="Macher, Andreas (DI FA CTR PLC PPM)" userId="f1dcac62-7bef-43eb-91f0-927336a1714f" providerId="ADAL" clId="{5B710B73-F6D6-4A7D-9276-5384056BD54A}" dt="2022-10-26T08:24:13.321" v="134" actId="478"/>
          <ac:spMkLst>
            <pc:docMk/>
            <pc:sldMk cId="2880670099" sldId="9782"/>
            <ac:spMk id="432" creationId="{00000000-0000-0000-0000-000000000000}"/>
          </ac:spMkLst>
        </pc:spChg>
        <pc:spChg chg="del">
          <ac:chgData name="Macher, Andreas (DI FA CTR PLC PPM)" userId="f1dcac62-7bef-43eb-91f0-927336a1714f" providerId="ADAL" clId="{5B710B73-F6D6-4A7D-9276-5384056BD54A}" dt="2022-10-26T08:24:13.321" v="134" actId="478"/>
          <ac:spMkLst>
            <pc:docMk/>
            <pc:sldMk cId="2880670099" sldId="9782"/>
            <ac:spMk id="433" creationId="{00000000-0000-0000-0000-000000000000}"/>
          </ac:spMkLst>
        </pc:spChg>
        <pc:grpChg chg="del">
          <ac:chgData name="Macher, Andreas (DI FA CTR PLC PPM)" userId="f1dcac62-7bef-43eb-91f0-927336a1714f" providerId="ADAL" clId="{5B710B73-F6D6-4A7D-9276-5384056BD54A}" dt="2022-10-26T08:24:13.321" v="134" actId="478"/>
          <ac:grpSpMkLst>
            <pc:docMk/>
            <pc:sldMk cId="2880670099" sldId="9782"/>
            <ac:grpSpMk id="8" creationId="{00000000-0000-0000-0000-000000000000}"/>
          </ac:grpSpMkLst>
        </pc:grpChg>
        <pc:grpChg chg="mod">
          <ac:chgData name="Macher, Andreas (DI FA CTR PLC PPM)" userId="f1dcac62-7bef-43eb-91f0-927336a1714f" providerId="ADAL" clId="{5B710B73-F6D6-4A7D-9276-5384056BD54A}" dt="2022-11-07T21:11:50.470" v="6603" actId="207"/>
          <ac:grpSpMkLst>
            <pc:docMk/>
            <pc:sldMk cId="2880670099" sldId="9782"/>
            <ac:grpSpMk id="8" creationId="{AF03EC1B-0635-9F61-7CE9-518DD7E48F27}"/>
          </ac:grpSpMkLst>
        </pc:grpChg>
        <pc:grpChg chg="del">
          <ac:chgData name="Macher, Andreas (DI FA CTR PLC PPM)" userId="f1dcac62-7bef-43eb-91f0-927336a1714f" providerId="ADAL" clId="{5B710B73-F6D6-4A7D-9276-5384056BD54A}" dt="2022-10-26T08:24:13.321" v="134" actId="478"/>
          <ac:grpSpMkLst>
            <pc:docMk/>
            <pc:sldMk cId="2880670099" sldId="9782"/>
            <ac:grpSpMk id="11" creationId="{00000000-0000-0000-0000-000000000000}"/>
          </ac:grpSpMkLst>
        </pc:grpChg>
        <pc:grpChg chg="add del mod">
          <ac:chgData name="Macher, Andreas (DI FA CTR PLC PPM)" userId="f1dcac62-7bef-43eb-91f0-927336a1714f" providerId="ADAL" clId="{5B710B73-F6D6-4A7D-9276-5384056BD54A}" dt="2022-11-23T12:16:59.804" v="8985" actId="478"/>
          <ac:grpSpMkLst>
            <pc:docMk/>
            <pc:sldMk cId="2880670099" sldId="9782"/>
            <ac:grpSpMk id="20" creationId="{AA51CEDD-F9AA-62CB-C446-4B57F76997C8}"/>
          </ac:grpSpMkLst>
        </pc:grpChg>
        <pc:grpChg chg="add mod">
          <ac:chgData name="Macher, Andreas (DI FA CTR PLC PPM)" userId="f1dcac62-7bef-43eb-91f0-927336a1714f" providerId="ADAL" clId="{5B710B73-F6D6-4A7D-9276-5384056BD54A}" dt="2022-11-23T12:17:06.822" v="8986"/>
          <ac:grpSpMkLst>
            <pc:docMk/>
            <pc:sldMk cId="2880670099" sldId="9782"/>
            <ac:grpSpMk id="27" creationId="{BB6BA7DE-6F05-D3E3-90F3-114B2BD648AD}"/>
          </ac:grpSpMkLst>
        </pc:grpChg>
        <pc:grpChg chg="mod">
          <ac:chgData name="Macher, Andreas (DI FA CTR PLC PPM)" userId="f1dcac62-7bef-43eb-91f0-927336a1714f" providerId="ADAL" clId="{5B710B73-F6D6-4A7D-9276-5384056BD54A}" dt="2022-11-07T21:11:50.470" v="6603" actId="207"/>
          <ac:grpSpMkLst>
            <pc:docMk/>
            <pc:sldMk cId="2880670099" sldId="9782"/>
            <ac:grpSpMk id="30" creationId="{69C4A89B-5DEA-35CC-BE6A-423A1CC84A0D}"/>
          </ac:grpSpMkLst>
        </pc:grpChg>
        <pc:grpChg chg="mod">
          <ac:chgData name="Macher, Andreas (DI FA CTR PLC PPM)" userId="f1dcac62-7bef-43eb-91f0-927336a1714f" providerId="ADAL" clId="{5B710B73-F6D6-4A7D-9276-5384056BD54A}" dt="2022-11-07T21:11:50.470" v="6603" actId="207"/>
          <ac:grpSpMkLst>
            <pc:docMk/>
            <pc:sldMk cId="2880670099" sldId="9782"/>
            <ac:grpSpMk id="33" creationId="{6C0F3DDA-9027-936A-1240-1FBE220483CA}"/>
          </ac:grpSpMkLst>
        </pc:grpChg>
        <pc:grpChg chg="del">
          <ac:chgData name="Macher, Andreas (DI FA CTR PLC PPM)" userId="f1dcac62-7bef-43eb-91f0-927336a1714f" providerId="ADAL" clId="{5B710B73-F6D6-4A7D-9276-5384056BD54A}" dt="2022-10-26T08:24:13.321" v="134" actId="478"/>
          <ac:grpSpMkLst>
            <pc:docMk/>
            <pc:sldMk cId="2880670099" sldId="9782"/>
            <ac:grpSpMk id="179" creationId="{00000000-0000-0000-0000-000000000000}"/>
          </ac:grpSpMkLst>
        </pc:grpChg>
        <pc:grpChg chg="mod">
          <ac:chgData name="Macher, Andreas (DI FA CTR PLC PPM)" userId="f1dcac62-7bef-43eb-91f0-927336a1714f" providerId="ADAL" clId="{5B710B73-F6D6-4A7D-9276-5384056BD54A}" dt="2022-11-07T21:11:50.470" v="6603" actId="207"/>
          <ac:grpSpMkLst>
            <pc:docMk/>
            <pc:sldMk cId="2880670099" sldId="9782"/>
            <ac:grpSpMk id="226" creationId="{7F42A954-51E5-84CD-DFB9-301FB3620187}"/>
          </ac:grpSpMkLst>
        </pc:grpChg>
        <pc:grpChg chg="del">
          <ac:chgData name="Macher, Andreas (DI FA CTR PLC PPM)" userId="f1dcac62-7bef-43eb-91f0-927336a1714f" providerId="ADAL" clId="{5B710B73-F6D6-4A7D-9276-5384056BD54A}" dt="2022-10-26T08:24:13.321" v="134" actId="478"/>
          <ac:grpSpMkLst>
            <pc:docMk/>
            <pc:sldMk cId="2880670099" sldId="9782"/>
            <ac:grpSpMk id="229" creationId="{00000000-0000-0000-0000-000000000000}"/>
          </ac:grpSpMkLst>
        </pc:grpChg>
        <pc:grpChg chg="del">
          <ac:chgData name="Macher, Andreas (DI FA CTR PLC PPM)" userId="f1dcac62-7bef-43eb-91f0-927336a1714f" providerId="ADAL" clId="{5B710B73-F6D6-4A7D-9276-5384056BD54A}" dt="2022-10-26T08:24:13.321" v="134" actId="478"/>
          <ac:grpSpMkLst>
            <pc:docMk/>
            <pc:sldMk cId="2880670099" sldId="9782"/>
            <ac:grpSpMk id="233" creationId="{00000000-0000-0000-0000-000000000000}"/>
          </ac:grpSpMkLst>
        </pc:grpChg>
        <pc:grpChg chg="mod">
          <ac:chgData name="Macher, Andreas (DI FA CTR PLC PPM)" userId="f1dcac62-7bef-43eb-91f0-927336a1714f" providerId="ADAL" clId="{5B710B73-F6D6-4A7D-9276-5384056BD54A}" dt="2022-11-07T21:11:50.470" v="6603" actId="207"/>
          <ac:grpSpMkLst>
            <pc:docMk/>
            <pc:sldMk cId="2880670099" sldId="9782"/>
            <ac:grpSpMk id="240" creationId="{3E438C6B-9FA3-3AB4-88D1-A89AC7D0BD3F}"/>
          </ac:grpSpMkLst>
        </pc:grpChg>
        <pc:grpChg chg="mod">
          <ac:chgData name="Macher, Andreas (DI FA CTR PLC PPM)" userId="f1dcac62-7bef-43eb-91f0-927336a1714f" providerId="ADAL" clId="{5B710B73-F6D6-4A7D-9276-5384056BD54A}" dt="2022-11-07T21:11:50.470" v="6603" actId="207"/>
          <ac:grpSpMkLst>
            <pc:docMk/>
            <pc:sldMk cId="2880670099" sldId="9782"/>
            <ac:grpSpMk id="246" creationId="{F2E664FE-B2B4-07BC-BD6B-1BD70DA72AB2}"/>
          </ac:grpSpMkLst>
        </pc:grpChg>
        <pc:grpChg chg="add mod ord">
          <ac:chgData name="Macher, Andreas (DI FA CTR PLC PPM)" userId="f1dcac62-7bef-43eb-91f0-927336a1714f" providerId="ADAL" clId="{5B710B73-F6D6-4A7D-9276-5384056BD54A}" dt="2022-10-26T08:39:24.417" v="409" actId="167"/>
          <ac:grpSpMkLst>
            <pc:docMk/>
            <pc:sldMk cId="2880670099" sldId="9782"/>
            <ac:grpSpMk id="249" creationId="{29D79AFB-5AD1-E11D-F9C7-A692FC7145D3}"/>
          </ac:grpSpMkLst>
        </pc:grpChg>
        <pc:grpChg chg="add mod ord">
          <ac:chgData name="Macher, Andreas (DI FA CTR PLC PPM)" userId="f1dcac62-7bef-43eb-91f0-927336a1714f" providerId="ADAL" clId="{5B710B73-F6D6-4A7D-9276-5384056BD54A}" dt="2022-11-07T21:11:50.470" v="6603" actId="207"/>
          <ac:grpSpMkLst>
            <pc:docMk/>
            <pc:sldMk cId="2880670099" sldId="9782"/>
            <ac:grpSpMk id="250" creationId="{1C474ED1-56C4-4AB4-9E26-AB9EDBBEDDC5}"/>
          </ac:grpSpMkLst>
        </pc:grpChg>
        <pc:grpChg chg="del">
          <ac:chgData name="Macher, Andreas (DI FA CTR PLC PPM)" userId="f1dcac62-7bef-43eb-91f0-927336a1714f" providerId="ADAL" clId="{5B710B73-F6D6-4A7D-9276-5384056BD54A}" dt="2022-10-26T08:24:13.321" v="134" actId="478"/>
          <ac:grpSpMkLst>
            <pc:docMk/>
            <pc:sldMk cId="2880670099" sldId="9782"/>
            <ac:grpSpMk id="278" creationId="{00000000-0000-0000-0000-000000000000}"/>
          </ac:grpSpMkLst>
        </pc:grpChg>
        <pc:grpChg chg="del">
          <ac:chgData name="Macher, Andreas (DI FA CTR PLC PPM)" userId="f1dcac62-7bef-43eb-91f0-927336a1714f" providerId="ADAL" clId="{5B710B73-F6D6-4A7D-9276-5384056BD54A}" dt="2022-10-26T08:24:13.321" v="134" actId="478"/>
          <ac:grpSpMkLst>
            <pc:docMk/>
            <pc:sldMk cId="2880670099" sldId="9782"/>
            <ac:grpSpMk id="312" creationId="{00000000-0000-0000-0000-000000000000}"/>
          </ac:grpSpMkLst>
        </pc:grpChg>
        <pc:grpChg chg="mod">
          <ac:chgData name="Macher, Andreas (DI FA CTR PLC PPM)" userId="f1dcac62-7bef-43eb-91f0-927336a1714f" providerId="ADAL" clId="{5B710B73-F6D6-4A7D-9276-5384056BD54A}" dt="2022-10-26T08:30:28.959" v="196" actId="207"/>
          <ac:grpSpMkLst>
            <pc:docMk/>
            <pc:sldMk cId="2880670099" sldId="9782"/>
            <ac:grpSpMk id="315" creationId="{00000000-0000-0000-0000-000000000000}"/>
          </ac:grpSpMkLst>
        </pc:grpChg>
        <pc:grpChg chg="mod">
          <ac:chgData name="Macher, Andreas (DI FA CTR PLC PPM)" userId="f1dcac62-7bef-43eb-91f0-927336a1714f" providerId="ADAL" clId="{5B710B73-F6D6-4A7D-9276-5384056BD54A}" dt="2022-10-26T08:30:28.959" v="196" actId="207"/>
          <ac:grpSpMkLst>
            <pc:docMk/>
            <pc:sldMk cId="2880670099" sldId="9782"/>
            <ac:grpSpMk id="319" creationId="{00000000-0000-0000-0000-000000000000}"/>
          </ac:grpSpMkLst>
        </pc:grpChg>
        <pc:grpChg chg="del">
          <ac:chgData name="Macher, Andreas (DI FA CTR PLC PPM)" userId="f1dcac62-7bef-43eb-91f0-927336a1714f" providerId="ADAL" clId="{5B710B73-F6D6-4A7D-9276-5384056BD54A}" dt="2022-10-26T08:24:13.321" v="134" actId="478"/>
          <ac:grpSpMkLst>
            <pc:docMk/>
            <pc:sldMk cId="2880670099" sldId="9782"/>
            <ac:grpSpMk id="325" creationId="{00000000-0000-0000-0000-000000000000}"/>
          </ac:grpSpMkLst>
        </pc:grpChg>
        <pc:grpChg chg="del">
          <ac:chgData name="Macher, Andreas (DI FA CTR PLC PPM)" userId="f1dcac62-7bef-43eb-91f0-927336a1714f" providerId="ADAL" clId="{5B710B73-F6D6-4A7D-9276-5384056BD54A}" dt="2022-10-26T08:24:13.321" v="134" actId="478"/>
          <ac:grpSpMkLst>
            <pc:docMk/>
            <pc:sldMk cId="2880670099" sldId="9782"/>
            <ac:grpSpMk id="329" creationId="{00000000-0000-0000-0000-000000000000}"/>
          </ac:grpSpMkLst>
        </pc:grpChg>
        <pc:grpChg chg="del">
          <ac:chgData name="Macher, Andreas (DI FA CTR PLC PPM)" userId="f1dcac62-7bef-43eb-91f0-927336a1714f" providerId="ADAL" clId="{5B710B73-F6D6-4A7D-9276-5384056BD54A}" dt="2022-10-26T08:24:13.321" v="134" actId="478"/>
          <ac:grpSpMkLst>
            <pc:docMk/>
            <pc:sldMk cId="2880670099" sldId="9782"/>
            <ac:grpSpMk id="333" creationId="{00000000-0000-0000-0000-000000000000}"/>
          </ac:grpSpMkLst>
        </pc:grpChg>
        <pc:grpChg chg="del">
          <ac:chgData name="Macher, Andreas (DI FA CTR PLC PPM)" userId="f1dcac62-7bef-43eb-91f0-927336a1714f" providerId="ADAL" clId="{5B710B73-F6D6-4A7D-9276-5384056BD54A}" dt="2022-10-26T08:24:13.321" v="134" actId="478"/>
          <ac:grpSpMkLst>
            <pc:docMk/>
            <pc:sldMk cId="2880670099" sldId="9782"/>
            <ac:grpSpMk id="337" creationId="{00000000-0000-0000-0000-000000000000}"/>
          </ac:grpSpMkLst>
        </pc:grpChg>
        <pc:grpChg chg="del">
          <ac:chgData name="Macher, Andreas (DI FA CTR PLC PPM)" userId="f1dcac62-7bef-43eb-91f0-927336a1714f" providerId="ADAL" clId="{5B710B73-F6D6-4A7D-9276-5384056BD54A}" dt="2022-10-26T08:24:13.321" v="134" actId="478"/>
          <ac:grpSpMkLst>
            <pc:docMk/>
            <pc:sldMk cId="2880670099" sldId="9782"/>
            <ac:grpSpMk id="341" creationId="{00000000-0000-0000-0000-000000000000}"/>
          </ac:grpSpMkLst>
        </pc:grpChg>
        <pc:grpChg chg="del">
          <ac:chgData name="Macher, Andreas (DI FA CTR PLC PPM)" userId="f1dcac62-7bef-43eb-91f0-927336a1714f" providerId="ADAL" clId="{5B710B73-F6D6-4A7D-9276-5384056BD54A}" dt="2022-10-26T08:24:13.321" v="134" actId="478"/>
          <ac:grpSpMkLst>
            <pc:docMk/>
            <pc:sldMk cId="2880670099" sldId="9782"/>
            <ac:grpSpMk id="351" creationId="{00000000-0000-0000-0000-000000000000}"/>
          </ac:grpSpMkLst>
        </pc:grpChg>
        <pc:grpChg chg="del">
          <ac:chgData name="Macher, Andreas (DI FA CTR PLC PPM)" userId="f1dcac62-7bef-43eb-91f0-927336a1714f" providerId="ADAL" clId="{5B710B73-F6D6-4A7D-9276-5384056BD54A}" dt="2022-10-26T08:24:13.321" v="134" actId="478"/>
          <ac:grpSpMkLst>
            <pc:docMk/>
            <pc:sldMk cId="2880670099" sldId="9782"/>
            <ac:grpSpMk id="362" creationId="{00000000-0000-0000-0000-000000000000}"/>
          </ac:grpSpMkLst>
        </pc:grpChg>
        <pc:grpChg chg="del">
          <ac:chgData name="Macher, Andreas (DI FA CTR PLC PPM)" userId="f1dcac62-7bef-43eb-91f0-927336a1714f" providerId="ADAL" clId="{5B710B73-F6D6-4A7D-9276-5384056BD54A}" dt="2022-10-26T08:24:13.321" v="134" actId="478"/>
          <ac:grpSpMkLst>
            <pc:docMk/>
            <pc:sldMk cId="2880670099" sldId="9782"/>
            <ac:grpSpMk id="368" creationId="{00000000-0000-0000-0000-000000000000}"/>
          </ac:grpSpMkLst>
        </pc:grpChg>
        <pc:grpChg chg="mod ord">
          <ac:chgData name="Macher, Andreas (DI FA CTR PLC PPM)" userId="f1dcac62-7bef-43eb-91f0-927336a1714f" providerId="ADAL" clId="{5B710B73-F6D6-4A7D-9276-5384056BD54A}" dt="2022-11-07T21:11:50.470" v="6603" actId="207"/>
          <ac:grpSpMkLst>
            <pc:docMk/>
            <pc:sldMk cId="2880670099" sldId="9782"/>
            <ac:grpSpMk id="371" creationId="{00000000-0000-0000-0000-000000000000}"/>
          </ac:grpSpMkLst>
        </pc:grpChg>
        <pc:grpChg chg="mod ord">
          <ac:chgData name="Macher, Andreas (DI FA CTR PLC PPM)" userId="f1dcac62-7bef-43eb-91f0-927336a1714f" providerId="ADAL" clId="{5B710B73-F6D6-4A7D-9276-5384056BD54A}" dt="2022-11-07T21:11:50.470" v="6603" actId="207"/>
          <ac:grpSpMkLst>
            <pc:docMk/>
            <pc:sldMk cId="2880670099" sldId="9782"/>
            <ac:grpSpMk id="375" creationId="{00000000-0000-0000-0000-000000000000}"/>
          </ac:grpSpMkLst>
        </pc:grpChg>
        <pc:grpChg chg="del">
          <ac:chgData name="Macher, Andreas (DI FA CTR PLC PPM)" userId="f1dcac62-7bef-43eb-91f0-927336a1714f" providerId="ADAL" clId="{5B710B73-F6D6-4A7D-9276-5384056BD54A}" dt="2022-10-26T08:24:13.321" v="134" actId="478"/>
          <ac:grpSpMkLst>
            <pc:docMk/>
            <pc:sldMk cId="2880670099" sldId="9782"/>
            <ac:grpSpMk id="400" creationId="{00000000-0000-0000-0000-000000000000}"/>
          </ac:grpSpMkLst>
        </pc:grpChg>
        <pc:grpChg chg="del">
          <ac:chgData name="Macher, Andreas (DI FA CTR PLC PPM)" userId="f1dcac62-7bef-43eb-91f0-927336a1714f" providerId="ADAL" clId="{5B710B73-F6D6-4A7D-9276-5384056BD54A}" dt="2022-10-26T08:24:13.321" v="134" actId="478"/>
          <ac:grpSpMkLst>
            <pc:docMk/>
            <pc:sldMk cId="2880670099" sldId="9782"/>
            <ac:grpSpMk id="413" creationId="{00000000-0000-0000-0000-000000000000}"/>
          </ac:grpSpMkLst>
        </pc:grpChg>
        <pc:picChg chg="add del mod">
          <ac:chgData name="Macher, Andreas (DI FA CTR PLC PPM)" userId="f1dcac62-7bef-43eb-91f0-927336a1714f" providerId="ADAL" clId="{5B710B73-F6D6-4A7D-9276-5384056BD54A}" dt="2022-10-26T08:29:45.309" v="189" actId="478"/>
          <ac:picMkLst>
            <pc:docMk/>
            <pc:sldMk cId="2880670099" sldId="9782"/>
            <ac:picMk id="3" creationId="{59FE51C5-93C6-0A71-F6D4-B1238EB22485}"/>
          </ac:picMkLst>
        </pc:picChg>
        <pc:picChg chg="add del mod">
          <ac:chgData name="Macher, Andreas (DI FA CTR PLC PPM)" userId="f1dcac62-7bef-43eb-91f0-927336a1714f" providerId="ADAL" clId="{5B710B73-F6D6-4A7D-9276-5384056BD54A}" dt="2022-10-26T08:27:31.881" v="185" actId="478"/>
          <ac:picMkLst>
            <pc:docMk/>
            <pc:sldMk cId="2880670099" sldId="9782"/>
            <ac:picMk id="6" creationId="{5010F56B-6C1E-3B5E-BF7D-BB5ECF5DE8B5}"/>
          </ac:picMkLst>
        </pc:picChg>
        <pc:picChg chg="add mod">
          <ac:chgData name="Macher, Andreas (DI FA CTR PLC PPM)" userId="f1dcac62-7bef-43eb-91f0-927336a1714f" providerId="ADAL" clId="{5B710B73-F6D6-4A7D-9276-5384056BD54A}" dt="2022-10-26T08:30:28.959" v="196" actId="207"/>
          <ac:picMkLst>
            <pc:docMk/>
            <pc:sldMk cId="2880670099" sldId="9782"/>
            <ac:picMk id="12" creationId="{63392CB3-2CA0-0736-2910-551F02064BAB}"/>
          </ac:picMkLst>
        </pc:picChg>
        <pc:picChg chg="add mod">
          <ac:chgData name="Macher, Andreas (DI FA CTR PLC PPM)" userId="f1dcac62-7bef-43eb-91f0-927336a1714f" providerId="ADAL" clId="{5B710B73-F6D6-4A7D-9276-5384056BD54A}" dt="2022-10-26T08:31:40.935" v="234" actId="1076"/>
          <ac:picMkLst>
            <pc:docMk/>
            <pc:sldMk cId="2880670099" sldId="9782"/>
            <ac:picMk id="17" creationId="{F011046A-04A4-E9B7-9134-8985AE6ED213}"/>
          </ac:picMkLst>
        </pc:picChg>
        <pc:picChg chg="add mod">
          <ac:chgData name="Macher, Andreas (DI FA CTR PLC PPM)" userId="f1dcac62-7bef-43eb-91f0-927336a1714f" providerId="ADAL" clId="{5B710B73-F6D6-4A7D-9276-5384056BD54A}" dt="2022-10-26T08:32:42.467" v="237"/>
          <ac:picMkLst>
            <pc:docMk/>
            <pc:sldMk cId="2880670099" sldId="9782"/>
            <ac:picMk id="18" creationId="{F4FC185C-414E-DA26-5C59-A69C28E167A4}"/>
          </ac:picMkLst>
        </pc:picChg>
        <pc:picChg chg="add mod">
          <ac:chgData name="Macher, Andreas (DI FA CTR PLC PPM)" userId="f1dcac62-7bef-43eb-91f0-927336a1714f" providerId="ADAL" clId="{5B710B73-F6D6-4A7D-9276-5384056BD54A}" dt="2022-10-26T08:38:19.575" v="387" actId="1076"/>
          <ac:picMkLst>
            <pc:docMk/>
            <pc:sldMk cId="2880670099" sldId="9782"/>
            <ac:picMk id="26" creationId="{11DA137B-FD2C-2D06-0188-F8E29594591B}"/>
          </ac:picMkLst>
        </pc:picChg>
        <pc:picChg chg="mod">
          <ac:chgData name="Macher, Andreas (DI FA CTR PLC PPM)" userId="f1dcac62-7bef-43eb-91f0-927336a1714f" providerId="ADAL" clId="{5B710B73-F6D6-4A7D-9276-5384056BD54A}" dt="2022-11-07T21:11:50.470" v="6603" actId="207"/>
          <ac:picMkLst>
            <pc:docMk/>
            <pc:sldMk cId="2880670099" sldId="9782"/>
            <ac:picMk id="31" creationId="{B78F1BFB-1595-FADD-FF3F-F1D84C4921D9}"/>
          </ac:picMkLst>
        </pc:picChg>
        <pc:picChg chg="mod">
          <ac:chgData name="Macher, Andreas (DI FA CTR PLC PPM)" userId="f1dcac62-7bef-43eb-91f0-927336a1714f" providerId="ADAL" clId="{5B710B73-F6D6-4A7D-9276-5384056BD54A}" dt="2022-11-07T21:11:50.470" v="6603" actId="207"/>
          <ac:picMkLst>
            <pc:docMk/>
            <pc:sldMk cId="2880670099" sldId="9782"/>
            <ac:picMk id="32" creationId="{3A360938-7AA0-DF99-3506-8D6EF8158FCE}"/>
          </ac:picMkLst>
        </pc:picChg>
        <pc:picChg chg="mod">
          <ac:chgData name="Macher, Andreas (DI FA CTR PLC PPM)" userId="f1dcac62-7bef-43eb-91f0-927336a1714f" providerId="ADAL" clId="{5B710B73-F6D6-4A7D-9276-5384056BD54A}" dt="2022-11-07T21:11:50.470" v="6603" actId="207"/>
          <ac:picMkLst>
            <pc:docMk/>
            <pc:sldMk cId="2880670099" sldId="9782"/>
            <ac:picMk id="34" creationId="{D0E69AF6-174A-B8D1-2DF3-449D268ED5B6}"/>
          </ac:picMkLst>
        </pc:picChg>
        <pc:picChg chg="mod">
          <ac:chgData name="Macher, Andreas (DI FA CTR PLC PPM)" userId="f1dcac62-7bef-43eb-91f0-927336a1714f" providerId="ADAL" clId="{5B710B73-F6D6-4A7D-9276-5384056BD54A}" dt="2022-11-07T21:11:50.470" v="6603" actId="207"/>
          <ac:picMkLst>
            <pc:docMk/>
            <pc:sldMk cId="2880670099" sldId="9782"/>
            <ac:picMk id="35" creationId="{0AB31B71-7585-F649-7AF5-2A12943E26BB}"/>
          </ac:picMkLst>
        </pc:picChg>
        <pc:picChg chg="mod">
          <ac:chgData name="Macher, Andreas (DI FA CTR PLC PPM)" userId="f1dcac62-7bef-43eb-91f0-927336a1714f" providerId="ADAL" clId="{5B710B73-F6D6-4A7D-9276-5384056BD54A}" dt="2022-11-07T21:11:50.470" v="6603" actId="207"/>
          <ac:picMkLst>
            <pc:docMk/>
            <pc:sldMk cId="2880670099" sldId="9782"/>
            <ac:picMk id="36" creationId="{64875FA7-7B3E-3D6A-F14D-C8E9C598A816}"/>
          </ac:picMkLst>
        </pc:picChg>
        <pc:picChg chg="del">
          <ac:chgData name="Macher, Andreas (DI FA CTR PLC PPM)" userId="f1dcac62-7bef-43eb-91f0-927336a1714f" providerId="ADAL" clId="{5B710B73-F6D6-4A7D-9276-5384056BD54A}" dt="2022-10-26T08:24:16.731" v="135" actId="478"/>
          <ac:picMkLst>
            <pc:docMk/>
            <pc:sldMk cId="2880670099" sldId="9782"/>
            <ac:picMk id="147" creationId="{00000000-0000-0000-0000-000000000000}"/>
          </ac:picMkLst>
        </pc:picChg>
        <pc:picChg chg="del">
          <ac:chgData name="Macher, Andreas (DI FA CTR PLC PPM)" userId="f1dcac62-7bef-43eb-91f0-927336a1714f" providerId="ADAL" clId="{5B710B73-F6D6-4A7D-9276-5384056BD54A}" dt="2022-10-26T08:24:20.242" v="136" actId="478"/>
          <ac:picMkLst>
            <pc:docMk/>
            <pc:sldMk cId="2880670099" sldId="9782"/>
            <ac:picMk id="148" creationId="{00000000-0000-0000-0000-000000000000}"/>
          </ac:picMkLst>
        </pc:picChg>
        <pc:picChg chg="del">
          <ac:chgData name="Macher, Andreas (DI FA CTR PLC PPM)" userId="f1dcac62-7bef-43eb-91f0-927336a1714f" providerId="ADAL" clId="{5B710B73-F6D6-4A7D-9276-5384056BD54A}" dt="2022-10-26T08:24:13.321" v="134" actId="478"/>
          <ac:picMkLst>
            <pc:docMk/>
            <pc:sldMk cId="2880670099" sldId="9782"/>
            <ac:picMk id="149" creationId="{00000000-0000-0000-0000-000000000000}"/>
          </ac:picMkLst>
        </pc:picChg>
        <pc:picChg chg="del">
          <ac:chgData name="Macher, Andreas (DI FA CTR PLC PPM)" userId="f1dcac62-7bef-43eb-91f0-927336a1714f" providerId="ADAL" clId="{5B710B73-F6D6-4A7D-9276-5384056BD54A}" dt="2022-10-26T08:24:13.321" v="134" actId="478"/>
          <ac:picMkLst>
            <pc:docMk/>
            <pc:sldMk cId="2880670099" sldId="9782"/>
            <ac:picMk id="150" creationId="{00000000-0000-0000-0000-000000000000}"/>
          </ac:picMkLst>
        </pc:picChg>
        <pc:picChg chg="del">
          <ac:chgData name="Macher, Andreas (DI FA CTR PLC PPM)" userId="f1dcac62-7bef-43eb-91f0-927336a1714f" providerId="ADAL" clId="{5B710B73-F6D6-4A7D-9276-5384056BD54A}" dt="2022-10-26T08:24:13.321" v="134" actId="478"/>
          <ac:picMkLst>
            <pc:docMk/>
            <pc:sldMk cId="2880670099" sldId="9782"/>
            <ac:picMk id="151" creationId="{00000000-0000-0000-0000-000000000000}"/>
          </ac:picMkLst>
        </pc:picChg>
        <pc:picChg chg="del">
          <ac:chgData name="Macher, Andreas (DI FA CTR PLC PPM)" userId="f1dcac62-7bef-43eb-91f0-927336a1714f" providerId="ADAL" clId="{5B710B73-F6D6-4A7D-9276-5384056BD54A}" dt="2022-10-26T08:24:13.321" v="134" actId="478"/>
          <ac:picMkLst>
            <pc:docMk/>
            <pc:sldMk cId="2880670099" sldId="9782"/>
            <ac:picMk id="152" creationId="{00000000-0000-0000-0000-000000000000}"/>
          </ac:picMkLst>
        </pc:picChg>
        <pc:picChg chg="mod">
          <ac:chgData name="Macher, Andreas (DI FA CTR PLC PPM)" userId="f1dcac62-7bef-43eb-91f0-927336a1714f" providerId="ADAL" clId="{5B710B73-F6D6-4A7D-9276-5384056BD54A}" dt="2022-11-07T21:11:50.470" v="6603" actId="207"/>
          <ac:picMkLst>
            <pc:docMk/>
            <pc:sldMk cId="2880670099" sldId="9782"/>
            <ac:picMk id="224" creationId="{33F33E57-0EE4-A892-597D-B3D6F11E8480}"/>
          </ac:picMkLst>
        </pc:picChg>
        <pc:picChg chg="mod">
          <ac:chgData name="Macher, Andreas (DI FA CTR PLC PPM)" userId="f1dcac62-7bef-43eb-91f0-927336a1714f" providerId="ADAL" clId="{5B710B73-F6D6-4A7D-9276-5384056BD54A}" dt="2022-11-07T21:11:50.470" v="6603" actId="207"/>
          <ac:picMkLst>
            <pc:docMk/>
            <pc:sldMk cId="2880670099" sldId="9782"/>
            <ac:picMk id="225" creationId="{444B6EC9-8774-394C-FB7B-B6320A728EB7}"/>
          </ac:picMkLst>
        </pc:picChg>
        <pc:picChg chg="mod">
          <ac:chgData name="Macher, Andreas (DI FA CTR PLC PPM)" userId="f1dcac62-7bef-43eb-91f0-927336a1714f" providerId="ADAL" clId="{5B710B73-F6D6-4A7D-9276-5384056BD54A}" dt="2022-11-07T21:11:50.470" v="6603" actId="207"/>
          <ac:picMkLst>
            <pc:docMk/>
            <pc:sldMk cId="2880670099" sldId="9782"/>
            <ac:picMk id="227" creationId="{62C37C11-CD23-BA40-492D-FADDD20DE8B5}"/>
          </ac:picMkLst>
        </pc:picChg>
        <pc:picChg chg="mod">
          <ac:chgData name="Macher, Andreas (DI FA CTR PLC PPM)" userId="f1dcac62-7bef-43eb-91f0-927336a1714f" providerId="ADAL" clId="{5B710B73-F6D6-4A7D-9276-5384056BD54A}" dt="2022-11-07T21:11:50.470" v="6603" actId="207"/>
          <ac:picMkLst>
            <pc:docMk/>
            <pc:sldMk cId="2880670099" sldId="9782"/>
            <ac:picMk id="228" creationId="{A630C207-CACD-5840-EE18-C2D05FF92487}"/>
          </ac:picMkLst>
        </pc:picChg>
        <pc:picChg chg="mod">
          <ac:chgData name="Macher, Andreas (DI FA CTR PLC PPM)" userId="f1dcac62-7bef-43eb-91f0-927336a1714f" providerId="ADAL" clId="{5B710B73-F6D6-4A7D-9276-5384056BD54A}" dt="2022-11-07T21:11:50.470" v="6603" actId="207"/>
          <ac:picMkLst>
            <pc:docMk/>
            <pc:sldMk cId="2880670099" sldId="9782"/>
            <ac:picMk id="229" creationId="{4586A4F1-96D4-6107-3E8F-17ECBEC90469}"/>
          </ac:picMkLst>
        </pc:picChg>
        <pc:picChg chg="mod">
          <ac:chgData name="Macher, Andreas (DI FA CTR PLC PPM)" userId="f1dcac62-7bef-43eb-91f0-927336a1714f" providerId="ADAL" clId="{5B710B73-F6D6-4A7D-9276-5384056BD54A}" dt="2022-11-07T21:11:50.470" v="6603" actId="207"/>
          <ac:picMkLst>
            <pc:docMk/>
            <pc:sldMk cId="2880670099" sldId="9782"/>
            <ac:picMk id="247" creationId="{029892A3-7D95-D0E7-BBDE-7FE46FC99EA4}"/>
          </ac:picMkLst>
        </pc:picChg>
        <pc:picChg chg="mod">
          <ac:chgData name="Macher, Andreas (DI FA CTR PLC PPM)" userId="f1dcac62-7bef-43eb-91f0-927336a1714f" providerId="ADAL" clId="{5B710B73-F6D6-4A7D-9276-5384056BD54A}" dt="2022-11-07T21:11:50.470" v="6603" actId="207"/>
          <ac:picMkLst>
            <pc:docMk/>
            <pc:sldMk cId="2880670099" sldId="9782"/>
            <ac:picMk id="248" creationId="{99756A68-B43D-104C-F846-B3B6B4A84289}"/>
          </ac:picMkLst>
        </pc:picChg>
        <pc:picChg chg="del">
          <ac:chgData name="Macher, Andreas (DI FA CTR PLC PPM)" userId="f1dcac62-7bef-43eb-91f0-927336a1714f" providerId="ADAL" clId="{5B710B73-F6D6-4A7D-9276-5384056BD54A}" dt="2022-10-26T08:24:13.321" v="134" actId="478"/>
          <ac:picMkLst>
            <pc:docMk/>
            <pc:sldMk cId="2880670099" sldId="9782"/>
            <ac:picMk id="277" creationId="{00000000-0000-0000-0000-000000000000}"/>
          </ac:picMkLst>
        </pc:picChg>
        <pc:picChg chg="mod">
          <ac:chgData name="Macher, Andreas (DI FA CTR PLC PPM)" userId="f1dcac62-7bef-43eb-91f0-927336a1714f" providerId="ADAL" clId="{5B710B73-F6D6-4A7D-9276-5384056BD54A}" dt="2022-10-26T08:30:28.959" v="196" actId="207"/>
          <ac:picMkLst>
            <pc:docMk/>
            <pc:sldMk cId="2880670099" sldId="9782"/>
            <ac:picMk id="316" creationId="{00000000-0000-0000-0000-000000000000}"/>
          </ac:picMkLst>
        </pc:picChg>
        <pc:picChg chg="mod">
          <ac:chgData name="Macher, Andreas (DI FA CTR PLC PPM)" userId="f1dcac62-7bef-43eb-91f0-927336a1714f" providerId="ADAL" clId="{5B710B73-F6D6-4A7D-9276-5384056BD54A}" dt="2022-10-26T08:30:28.959" v="196" actId="207"/>
          <ac:picMkLst>
            <pc:docMk/>
            <pc:sldMk cId="2880670099" sldId="9782"/>
            <ac:picMk id="317" creationId="{00000000-0000-0000-0000-000000000000}"/>
          </ac:picMkLst>
        </pc:picChg>
        <pc:picChg chg="mod">
          <ac:chgData name="Macher, Andreas (DI FA CTR PLC PPM)" userId="f1dcac62-7bef-43eb-91f0-927336a1714f" providerId="ADAL" clId="{5B710B73-F6D6-4A7D-9276-5384056BD54A}" dt="2022-10-26T08:30:28.959" v="196" actId="207"/>
          <ac:picMkLst>
            <pc:docMk/>
            <pc:sldMk cId="2880670099" sldId="9782"/>
            <ac:picMk id="318" creationId="{00000000-0000-0000-0000-000000000000}"/>
          </ac:picMkLst>
        </pc:picChg>
        <pc:picChg chg="mod">
          <ac:chgData name="Macher, Andreas (DI FA CTR PLC PPM)" userId="f1dcac62-7bef-43eb-91f0-927336a1714f" providerId="ADAL" clId="{5B710B73-F6D6-4A7D-9276-5384056BD54A}" dt="2022-10-26T08:30:28.959" v="196" actId="207"/>
          <ac:picMkLst>
            <pc:docMk/>
            <pc:sldMk cId="2880670099" sldId="9782"/>
            <ac:picMk id="320" creationId="{00000000-0000-0000-0000-000000000000}"/>
          </ac:picMkLst>
        </pc:picChg>
        <pc:picChg chg="mod">
          <ac:chgData name="Macher, Andreas (DI FA CTR PLC PPM)" userId="f1dcac62-7bef-43eb-91f0-927336a1714f" providerId="ADAL" clId="{5B710B73-F6D6-4A7D-9276-5384056BD54A}" dt="2022-10-26T08:30:28.959" v="196" actId="207"/>
          <ac:picMkLst>
            <pc:docMk/>
            <pc:sldMk cId="2880670099" sldId="9782"/>
            <ac:picMk id="321" creationId="{00000000-0000-0000-0000-000000000000}"/>
          </ac:picMkLst>
        </pc:picChg>
        <pc:picChg chg="mod">
          <ac:chgData name="Macher, Andreas (DI FA CTR PLC PPM)" userId="f1dcac62-7bef-43eb-91f0-927336a1714f" providerId="ADAL" clId="{5B710B73-F6D6-4A7D-9276-5384056BD54A}" dt="2022-10-26T08:30:28.959" v="196" actId="207"/>
          <ac:picMkLst>
            <pc:docMk/>
            <pc:sldMk cId="2880670099" sldId="9782"/>
            <ac:picMk id="322" creationId="{00000000-0000-0000-0000-000000000000}"/>
          </ac:picMkLst>
        </pc:picChg>
        <pc:picChg chg="del">
          <ac:chgData name="Macher, Andreas (DI FA CTR PLC PPM)" userId="f1dcac62-7bef-43eb-91f0-927336a1714f" providerId="ADAL" clId="{5B710B73-F6D6-4A7D-9276-5384056BD54A}" dt="2022-10-26T08:24:13.321" v="134" actId="478"/>
          <ac:picMkLst>
            <pc:docMk/>
            <pc:sldMk cId="2880670099" sldId="9782"/>
            <ac:picMk id="324" creationId="{00000000-0000-0000-0000-000000000000}"/>
          </ac:picMkLst>
        </pc:picChg>
        <pc:picChg chg="del">
          <ac:chgData name="Macher, Andreas (DI FA CTR PLC PPM)" userId="f1dcac62-7bef-43eb-91f0-927336a1714f" providerId="ADAL" clId="{5B710B73-F6D6-4A7D-9276-5384056BD54A}" dt="2022-10-26T08:24:13.321" v="134" actId="478"/>
          <ac:picMkLst>
            <pc:docMk/>
            <pc:sldMk cId="2880670099" sldId="9782"/>
            <ac:picMk id="361" creationId="{00000000-0000-0000-0000-000000000000}"/>
          </ac:picMkLst>
        </pc:picChg>
        <pc:picChg chg="mod">
          <ac:chgData name="Macher, Andreas (DI FA CTR PLC PPM)" userId="f1dcac62-7bef-43eb-91f0-927336a1714f" providerId="ADAL" clId="{5B710B73-F6D6-4A7D-9276-5384056BD54A}" dt="2022-11-07T21:11:50.470" v="6603" actId="207"/>
          <ac:picMkLst>
            <pc:docMk/>
            <pc:sldMk cId="2880670099" sldId="9782"/>
            <ac:picMk id="372" creationId="{00000000-0000-0000-0000-000000000000}"/>
          </ac:picMkLst>
        </pc:picChg>
        <pc:picChg chg="mod">
          <ac:chgData name="Macher, Andreas (DI FA CTR PLC PPM)" userId="f1dcac62-7bef-43eb-91f0-927336a1714f" providerId="ADAL" clId="{5B710B73-F6D6-4A7D-9276-5384056BD54A}" dt="2022-11-07T21:11:50.470" v="6603" actId="207"/>
          <ac:picMkLst>
            <pc:docMk/>
            <pc:sldMk cId="2880670099" sldId="9782"/>
            <ac:picMk id="373" creationId="{00000000-0000-0000-0000-000000000000}"/>
          </ac:picMkLst>
        </pc:picChg>
        <pc:picChg chg="mod">
          <ac:chgData name="Macher, Andreas (DI FA CTR PLC PPM)" userId="f1dcac62-7bef-43eb-91f0-927336a1714f" providerId="ADAL" clId="{5B710B73-F6D6-4A7D-9276-5384056BD54A}" dt="2022-11-07T21:11:50.470" v="6603" actId="207"/>
          <ac:picMkLst>
            <pc:docMk/>
            <pc:sldMk cId="2880670099" sldId="9782"/>
            <ac:picMk id="374" creationId="{00000000-0000-0000-0000-000000000000}"/>
          </ac:picMkLst>
        </pc:picChg>
        <pc:picChg chg="mod">
          <ac:chgData name="Macher, Andreas (DI FA CTR PLC PPM)" userId="f1dcac62-7bef-43eb-91f0-927336a1714f" providerId="ADAL" clId="{5B710B73-F6D6-4A7D-9276-5384056BD54A}" dt="2022-11-07T21:11:50.470" v="6603" actId="207"/>
          <ac:picMkLst>
            <pc:docMk/>
            <pc:sldMk cId="2880670099" sldId="9782"/>
            <ac:picMk id="376" creationId="{00000000-0000-0000-0000-000000000000}"/>
          </ac:picMkLst>
        </pc:picChg>
        <pc:picChg chg="mod">
          <ac:chgData name="Macher, Andreas (DI FA CTR PLC PPM)" userId="f1dcac62-7bef-43eb-91f0-927336a1714f" providerId="ADAL" clId="{5B710B73-F6D6-4A7D-9276-5384056BD54A}" dt="2022-11-07T21:11:50.470" v="6603" actId="207"/>
          <ac:picMkLst>
            <pc:docMk/>
            <pc:sldMk cId="2880670099" sldId="9782"/>
            <ac:picMk id="377" creationId="{00000000-0000-0000-0000-000000000000}"/>
          </ac:picMkLst>
        </pc:picChg>
        <pc:picChg chg="mod">
          <ac:chgData name="Macher, Andreas (DI FA CTR PLC PPM)" userId="f1dcac62-7bef-43eb-91f0-927336a1714f" providerId="ADAL" clId="{5B710B73-F6D6-4A7D-9276-5384056BD54A}" dt="2022-11-07T21:11:50.470" v="6603" actId="207"/>
          <ac:picMkLst>
            <pc:docMk/>
            <pc:sldMk cId="2880670099" sldId="9782"/>
            <ac:picMk id="378" creationId="{00000000-0000-0000-0000-000000000000}"/>
          </ac:picMkLst>
        </pc:picChg>
        <pc:picChg chg="del">
          <ac:chgData name="Macher, Andreas (DI FA CTR PLC PPM)" userId="f1dcac62-7bef-43eb-91f0-927336a1714f" providerId="ADAL" clId="{5B710B73-F6D6-4A7D-9276-5384056BD54A}" dt="2022-10-26T08:24:13.321" v="134" actId="478"/>
          <ac:picMkLst>
            <pc:docMk/>
            <pc:sldMk cId="2880670099" sldId="9782"/>
            <ac:picMk id="380" creationId="{00000000-0000-0000-0000-000000000000}"/>
          </ac:picMkLst>
        </pc:picChg>
        <pc:picChg chg="del">
          <ac:chgData name="Macher, Andreas (DI FA CTR PLC PPM)" userId="f1dcac62-7bef-43eb-91f0-927336a1714f" providerId="ADAL" clId="{5B710B73-F6D6-4A7D-9276-5384056BD54A}" dt="2022-10-26T08:24:13.321" v="134" actId="478"/>
          <ac:picMkLst>
            <pc:docMk/>
            <pc:sldMk cId="2880670099" sldId="9782"/>
            <ac:picMk id="408" creationId="{00000000-0000-0000-0000-000000000000}"/>
          </ac:picMkLst>
        </pc:picChg>
        <pc:picChg chg="del">
          <ac:chgData name="Macher, Andreas (DI FA CTR PLC PPM)" userId="f1dcac62-7bef-43eb-91f0-927336a1714f" providerId="ADAL" clId="{5B710B73-F6D6-4A7D-9276-5384056BD54A}" dt="2022-10-26T08:24:13.321" v="134" actId="478"/>
          <ac:picMkLst>
            <pc:docMk/>
            <pc:sldMk cId="2880670099" sldId="9782"/>
            <ac:picMk id="409" creationId="{00000000-0000-0000-0000-000000000000}"/>
          </ac:picMkLst>
        </pc:picChg>
        <pc:cxnChg chg="mod">
          <ac:chgData name="Macher, Andreas (DI FA CTR PLC PPM)" userId="f1dcac62-7bef-43eb-91f0-927336a1714f" providerId="ADAL" clId="{5B710B73-F6D6-4A7D-9276-5384056BD54A}" dt="2022-11-07T21:11:50.470" v="6603" actId="207"/>
          <ac:cxnSpMkLst>
            <pc:docMk/>
            <pc:sldMk cId="2880670099" sldId="9782"/>
            <ac:cxnSpMk id="9" creationId="{092BC0C3-59A7-8972-33F2-6E46D931FA39}"/>
          </ac:cxnSpMkLst>
        </pc:cxnChg>
        <pc:cxnChg chg="mod">
          <ac:chgData name="Macher, Andreas (DI FA CTR PLC PPM)" userId="f1dcac62-7bef-43eb-91f0-927336a1714f" providerId="ADAL" clId="{5B710B73-F6D6-4A7D-9276-5384056BD54A}" dt="2022-11-07T21:11:50.470" v="6603" actId="207"/>
          <ac:cxnSpMkLst>
            <pc:docMk/>
            <pc:sldMk cId="2880670099" sldId="9782"/>
            <ac:cxnSpMk id="10" creationId="{9510330D-8CF2-E9D5-4CF7-7910EA7B803C}"/>
          </ac:cxnSpMkLst>
        </pc:cxnChg>
        <pc:cxnChg chg="add mod">
          <ac:chgData name="Macher, Andreas (DI FA CTR PLC PPM)" userId="f1dcac62-7bef-43eb-91f0-927336a1714f" providerId="ADAL" clId="{5B710B73-F6D6-4A7D-9276-5384056BD54A}" dt="2022-10-26T08:35:51.852" v="344" actId="1582"/>
          <ac:cxnSpMkLst>
            <pc:docMk/>
            <pc:sldMk cId="2880670099" sldId="9782"/>
            <ac:cxnSpMk id="22" creationId="{888C2A2B-F818-FD70-2E29-A481A114D7B3}"/>
          </ac:cxnSpMkLst>
        </pc:cxnChg>
        <pc:cxnChg chg="add mod">
          <ac:chgData name="Macher, Andreas (DI FA CTR PLC PPM)" userId="f1dcac62-7bef-43eb-91f0-927336a1714f" providerId="ADAL" clId="{5B710B73-F6D6-4A7D-9276-5384056BD54A}" dt="2022-10-26T08:39:21.099" v="408" actId="164"/>
          <ac:cxnSpMkLst>
            <pc:docMk/>
            <pc:sldMk cId="2880670099" sldId="9782"/>
            <ac:cxnSpMk id="27" creationId="{EBF55D99-AC49-7294-C024-471FB745F5C3}"/>
          </ac:cxnSpMkLst>
        </pc:cxnChg>
        <pc:cxnChg chg="add mod">
          <ac:chgData name="Macher, Andreas (DI FA CTR PLC PPM)" userId="f1dcac62-7bef-43eb-91f0-927336a1714f" providerId="ADAL" clId="{5B710B73-F6D6-4A7D-9276-5384056BD54A}" dt="2022-10-26T08:39:21.099" v="408" actId="164"/>
          <ac:cxnSpMkLst>
            <pc:docMk/>
            <pc:sldMk cId="2880670099" sldId="9782"/>
            <ac:cxnSpMk id="28" creationId="{C8801645-DEF2-E64F-F73D-1628940AB5BC}"/>
          </ac:cxnSpMkLst>
        </pc:cxnChg>
        <pc:cxnChg chg="mod">
          <ac:chgData name="Macher, Andreas (DI FA CTR PLC PPM)" userId="f1dcac62-7bef-43eb-91f0-927336a1714f" providerId="ADAL" clId="{5B710B73-F6D6-4A7D-9276-5384056BD54A}" dt="2022-11-07T21:11:50.470" v="6603" actId="207"/>
          <ac:cxnSpMkLst>
            <pc:docMk/>
            <pc:sldMk cId="2880670099" sldId="9782"/>
            <ac:cxnSpMk id="241" creationId="{BDEF4178-FF09-75E1-B43A-6CCEE6E82C5E}"/>
          </ac:cxnSpMkLst>
        </pc:cxnChg>
        <pc:cxnChg chg="mod">
          <ac:chgData name="Macher, Andreas (DI FA CTR PLC PPM)" userId="f1dcac62-7bef-43eb-91f0-927336a1714f" providerId="ADAL" clId="{5B710B73-F6D6-4A7D-9276-5384056BD54A}" dt="2022-11-07T21:11:50.470" v="6603" actId="207"/>
          <ac:cxnSpMkLst>
            <pc:docMk/>
            <pc:sldMk cId="2880670099" sldId="9782"/>
            <ac:cxnSpMk id="242" creationId="{A6E06DEC-FA3C-E245-EB0E-E37EF8A286B9}"/>
          </ac:cxnSpMkLst>
        </pc:cxnChg>
        <pc:cxnChg chg="mod">
          <ac:chgData name="Macher, Andreas (DI FA CTR PLC PPM)" userId="f1dcac62-7bef-43eb-91f0-927336a1714f" providerId="ADAL" clId="{5B710B73-F6D6-4A7D-9276-5384056BD54A}" dt="2022-11-07T21:11:50.470" v="6603" actId="207"/>
          <ac:cxnSpMkLst>
            <pc:docMk/>
            <pc:sldMk cId="2880670099" sldId="9782"/>
            <ac:cxnSpMk id="251" creationId="{6671AE69-DAA2-A7D8-5944-1AB217F03C38}"/>
          </ac:cxnSpMkLst>
        </pc:cxnChg>
        <pc:cxnChg chg="mod">
          <ac:chgData name="Macher, Andreas (DI FA CTR PLC PPM)" userId="f1dcac62-7bef-43eb-91f0-927336a1714f" providerId="ADAL" clId="{5B710B73-F6D6-4A7D-9276-5384056BD54A}" dt="2022-11-07T21:11:50.470" v="6603" actId="207"/>
          <ac:cxnSpMkLst>
            <pc:docMk/>
            <pc:sldMk cId="2880670099" sldId="9782"/>
            <ac:cxnSpMk id="252" creationId="{2D4689BA-7286-B128-15EA-D52AE1F0129D}"/>
          </ac:cxnSpMkLst>
        </pc:cxnChg>
        <pc:cxnChg chg="del">
          <ac:chgData name="Macher, Andreas (DI FA CTR PLC PPM)" userId="f1dcac62-7bef-43eb-91f0-927336a1714f" providerId="ADAL" clId="{5B710B73-F6D6-4A7D-9276-5384056BD54A}" dt="2022-10-26T08:24:13.321" v="134" actId="478"/>
          <ac:cxnSpMkLst>
            <pc:docMk/>
            <pc:sldMk cId="2880670099" sldId="9782"/>
            <ac:cxnSpMk id="359" creationId="{00000000-0000-0000-0000-000000000000}"/>
          </ac:cxnSpMkLst>
        </pc:cxnChg>
        <pc:cxnChg chg="del">
          <ac:chgData name="Macher, Andreas (DI FA CTR PLC PPM)" userId="f1dcac62-7bef-43eb-91f0-927336a1714f" providerId="ADAL" clId="{5B710B73-F6D6-4A7D-9276-5384056BD54A}" dt="2022-10-26T08:24:13.321" v="134" actId="478"/>
          <ac:cxnSpMkLst>
            <pc:docMk/>
            <pc:sldMk cId="2880670099" sldId="9782"/>
            <ac:cxnSpMk id="360" creationId="{00000000-0000-0000-0000-000000000000}"/>
          </ac:cxnSpMkLst>
        </pc:cxnChg>
      </pc:sldChg>
      <pc:sldChg chg="addSp delSp modSp add mod modAnim chgLayout">
        <pc:chgData name="Macher, Andreas (DI FA CTR PLC PPM)" userId="f1dcac62-7bef-43eb-91f0-927336a1714f" providerId="ADAL" clId="{5B710B73-F6D6-4A7D-9276-5384056BD54A}" dt="2022-11-23T12:21:55.580" v="8996"/>
        <pc:sldMkLst>
          <pc:docMk/>
          <pc:sldMk cId="1679484577" sldId="9783"/>
        </pc:sldMkLst>
        <pc:spChg chg="mod ord">
          <ac:chgData name="Macher, Andreas (DI FA CTR PLC PPM)" userId="f1dcac62-7bef-43eb-91f0-927336a1714f" providerId="ADAL" clId="{5B710B73-F6D6-4A7D-9276-5384056BD54A}" dt="2022-11-23T12:21:55.580" v="8996"/>
          <ac:spMkLst>
            <pc:docMk/>
            <pc:sldMk cId="1679484577" sldId="9783"/>
            <ac:spMk id="2" creationId="{5B64D186-2FA4-4B6C-A55E-5EAD51E916BA}"/>
          </ac:spMkLst>
        </pc:spChg>
        <pc:spChg chg="add mod">
          <ac:chgData name="Macher, Andreas (DI FA CTR PLC PPM)" userId="f1dcac62-7bef-43eb-91f0-927336a1714f" providerId="ADAL" clId="{5B710B73-F6D6-4A7D-9276-5384056BD54A}" dt="2022-10-26T11:03:26.970" v="1177" actId="1037"/>
          <ac:spMkLst>
            <pc:docMk/>
            <pc:sldMk cId="1679484577" sldId="9783"/>
            <ac:spMk id="3" creationId="{3776DFFA-3C47-2BD1-27ED-6541EC2A2E53}"/>
          </ac:spMkLst>
        </pc:spChg>
        <pc:spChg chg="mod ord">
          <ac:chgData name="Macher, Andreas (DI FA CTR PLC PPM)" userId="f1dcac62-7bef-43eb-91f0-927336a1714f" providerId="ADAL" clId="{5B710B73-F6D6-4A7D-9276-5384056BD54A}" dt="2022-11-07T20:43:53.703" v="6323" actId="700"/>
          <ac:spMkLst>
            <pc:docMk/>
            <pc:sldMk cId="1679484577" sldId="9783"/>
            <ac:spMk id="4" creationId="{00000000-0000-0000-0000-000000000000}"/>
          </ac:spMkLst>
        </pc:spChg>
        <pc:spChg chg="add mod">
          <ac:chgData name="Macher, Andreas (DI FA CTR PLC PPM)" userId="f1dcac62-7bef-43eb-91f0-927336a1714f" providerId="ADAL" clId="{5B710B73-F6D6-4A7D-9276-5384056BD54A}" dt="2022-10-26T11:03:26.970" v="1177" actId="1037"/>
          <ac:spMkLst>
            <pc:docMk/>
            <pc:sldMk cId="1679484577" sldId="9783"/>
            <ac:spMk id="6" creationId="{20F17C3B-44B6-F9E6-143B-EAFA33251FD6}"/>
          </ac:spMkLst>
        </pc:spChg>
        <pc:spChg chg="mod">
          <ac:chgData name="Macher, Andreas (DI FA CTR PLC PPM)" userId="f1dcac62-7bef-43eb-91f0-927336a1714f" providerId="ADAL" clId="{5B710B73-F6D6-4A7D-9276-5384056BD54A}" dt="2022-11-07T20:45:38.131" v="6363" actId="207"/>
          <ac:spMkLst>
            <pc:docMk/>
            <pc:sldMk cId="1679484577" sldId="9783"/>
            <ac:spMk id="7" creationId="{A903405D-F4CB-9DB1-3A94-A012935D75A7}"/>
          </ac:spMkLst>
        </pc:spChg>
        <pc:spChg chg="add mod">
          <ac:chgData name="Macher, Andreas (DI FA CTR PLC PPM)" userId="f1dcac62-7bef-43eb-91f0-927336a1714f" providerId="ADAL" clId="{5B710B73-F6D6-4A7D-9276-5384056BD54A}" dt="2022-11-07T20:44:46.870" v="6354" actId="1038"/>
          <ac:spMkLst>
            <pc:docMk/>
            <pc:sldMk cId="1679484577" sldId="9783"/>
            <ac:spMk id="15" creationId="{023F9E43-4B78-74FB-BA97-FF070B027BC1}"/>
          </ac:spMkLst>
        </pc:spChg>
        <pc:spChg chg="add mod">
          <ac:chgData name="Macher, Andreas (DI FA CTR PLC PPM)" userId="f1dcac62-7bef-43eb-91f0-927336a1714f" providerId="ADAL" clId="{5B710B73-F6D6-4A7D-9276-5384056BD54A}" dt="2022-11-07T20:44:36.912" v="6339" actId="1037"/>
          <ac:spMkLst>
            <pc:docMk/>
            <pc:sldMk cId="1679484577" sldId="9783"/>
            <ac:spMk id="16" creationId="{399F7D5F-222C-8CF0-06A2-EAE9828A2E9B}"/>
          </ac:spMkLst>
        </pc:spChg>
        <pc:spChg chg="add mod ord">
          <ac:chgData name="Macher, Andreas (DI FA CTR PLC PPM)" userId="f1dcac62-7bef-43eb-91f0-927336a1714f" providerId="ADAL" clId="{5B710B73-F6D6-4A7D-9276-5384056BD54A}" dt="2022-10-26T11:03:26.970" v="1177" actId="1037"/>
          <ac:spMkLst>
            <pc:docMk/>
            <pc:sldMk cId="1679484577" sldId="9783"/>
            <ac:spMk id="17" creationId="{8C196339-B5A9-75A5-F189-3D54650B77F0}"/>
          </ac:spMkLst>
        </pc:spChg>
        <pc:spChg chg="add mod ord">
          <ac:chgData name="Macher, Andreas (DI FA CTR PLC PPM)" userId="f1dcac62-7bef-43eb-91f0-927336a1714f" providerId="ADAL" clId="{5B710B73-F6D6-4A7D-9276-5384056BD54A}" dt="2022-11-07T20:44:21.502" v="6326" actId="167"/>
          <ac:spMkLst>
            <pc:docMk/>
            <pc:sldMk cId="1679484577" sldId="9783"/>
            <ac:spMk id="21" creationId="{5DF000DC-C8AF-73C3-6CBB-830176DEC85C}"/>
          </ac:spMkLst>
        </pc:spChg>
        <pc:spChg chg="add mod ord">
          <ac:chgData name="Macher, Andreas (DI FA CTR PLC PPM)" userId="f1dcac62-7bef-43eb-91f0-927336a1714f" providerId="ADAL" clId="{5B710B73-F6D6-4A7D-9276-5384056BD54A}" dt="2022-11-07T20:46:14.556" v="6369" actId="14100"/>
          <ac:spMkLst>
            <pc:docMk/>
            <pc:sldMk cId="1679484577" sldId="9783"/>
            <ac:spMk id="22" creationId="{364988AD-FE2E-95FC-AD38-0D7055BD2068}"/>
          </ac:spMkLst>
        </pc:spChg>
        <pc:spChg chg="add del mod">
          <ac:chgData name="Macher, Andreas (DI FA CTR PLC PPM)" userId="f1dcac62-7bef-43eb-91f0-927336a1714f" providerId="ADAL" clId="{5B710B73-F6D6-4A7D-9276-5384056BD54A}" dt="2022-10-26T09:43:21.002" v="624" actId="478"/>
          <ac:spMkLst>
            <pc:docMk/>
            <pc:sldMk cId="1679484577" sldId="9783"/>
            <ac:spMk id="22" creationId="{C4C3A77A-E600-71C4-2901-1F9A4D570AC7}"/>
          </ac:spMkLst>
        </pc:spChg>
        <pc:spChg chg="add mod ord">
          <ac:chgData name="Macher, Andreas (DI FA CTR PLC PPM)" userId="f1dcac62-7bef-43eb-91f0-927336a1714f" providerId="ADAL" clId="{5B710B73-F6D6-4A7D-9276-5384056BD54A}" dt="2022-11-07T20:46:39.664" v="6373" actId="167"/>
          <ac:spMkLst>
            <pc:docMk/>
            <pc:sldMk cId="1679484577" sldId="9783"/>
            <ac:spMk id="23" creationId="{2CECC510-2963-666F-54BF-3302FD3B1EF1}"/>
          </ac:spMkLst>
        </pc:spChg>
        <pc:spChg chg="add del mod">
          <ac:chgData name="Macher, Andreas (DI FA CTR PLC PPM)" userId="f1dcac62-7bef-43eb-91f0-927336a1714f" providerId="ADAL" clId="{5B710B73-F6D6-4A7D-9276-5384056BD54A}" dt="2022-10-26T09:43:21.002" v="624" actId="478"/>
          <ac:spMkLst>
            <pc:docMk/>
            <pc:sldMk cId="1679484577" sldId="9783"/>
            <ac:spMk id="23" creationId="{C75851C2-D839-5663-4027-585F9F4AEC49}"/>
          </ac:spMkLst>
        </pc:spChg>
        <pc:spChg chg="add mod">
          <ac:chgData name="Macher, Andreas (DI FA CTR PLC PPM)" userId="f1dcac62-7bef-43eb-91f0-927336a1714f" providerId="ADAL" clId="{5B710B73-F6D6-4A7D-9276-5384056BD54A}" dt="2022-11-07T20:47:23.713" v="6382" actId="1076"/>
          <ac:spMkLst>
            <pc:docMk/>
            <pc:sldMk cId="1679484577" sldId="9783"/>
            <ac:spMk id="24" creationId="{312E02B4-675B-C01D-57DD-54099C12D430}"/>
          </ac:spMkLst>
        </pc:spChg>
        <pc:spChg chg="add del mod">
          <ac:chgData name="Macher, Andreas (DI FA CTR PLC PPM)" userId="f1dcac62-7bef-43eb-91f0-927336a1714f" providerId="ADAL" clId="{5B710B73-F6D6-4A7D-9276-5384056BD54A}" dt="2022-10-26T09:43:21.002" v="624" actId="478"/>
          <ac:spMkLst>
            <pc:docMk/>
            <pc:sldMk cId="1679484577" sldId="9783"/>
            <ac:spMk id="24" creationId="{BC2E08B3-2AFA-78C8-3099-CBE6152E1987}"/>
          </ac:spMkLst>
        </pc:spChg>
        <pc:spChg chg="add mod ord">
          <ac:chgData name="Macher, Andreas (DI FA CTR PLC PPM)" userId="f1dcac62-7bef-43eb-91f0-927336a1714f" providerId="ADAL" clId="{5B710B73-F6D6-4A7D-9276-5384056BD54A}" dt="2022-11-07T20:48:45.796" v="6408" actId="1076"/>
          <ac:spMkLst>
            <pc:docMk/>
            <pc:sldMk cId="1679484577" sldId="9783"/>
            <ac:spMk id="25" creationId="{DC6B34DC-5704-6D83-ABF0-DFBB2DD0737E}"/>
          </ac:spMkLst>
        </pc:spChg>
        <pc:spChg chg="add mod">
          <ac:chgData name="Macher, Andreas (DI FA CTR PLC PPM)" userId="f1dcac62-7bef-43eb-91f0-927336a1714f" providerId="ADAL" clId="{5B710B73-F6D6-4A7D-9276-5384056BD54A}" dt="2022-11-07T20:48:42.056" v="6406" actId="1076"/>
          <ac:spMkLst>
            <pc:docMk/>
            <pc:sldMk cId="1679484577" sldId="9783"/>
            <ac:spMk id="26" creationId="{5EB9AF65-A8E2-6949-81E2-A98A1A36EE6F}"/>
          </ac:spMkLst>
        </pc:spChg>
        <pc:spChg chg="add mod">
          <ac:chgData name="Macher, Andreas (DI FA CTR PLC PPM)" userId="f1dcac62-7bef-43eb-91f0-927336a1714f" providerId="ADAL" clId="{5B710B73-F6D6-4A7D-9276-5384056BD54A}" dt="2022-11-07T20:48:51.398" v="6409" actId="1076"/>
          <ac:spMkLst>
            <pc:docMk/>
            <pc:sldMk cId="1679484577" sldId="9783"/>
            <ac:spMk id="27" creationId="{0D1C7D0A-54B8-90D1-A9D2-05A0858FA9B8}"/>
          </ac:spMkLst>
        </pc:spChg>
        <pc:spChg chg="del">
          <ac:chgData name="Macher, Andreas (DI FA CTR PLC PPM)" userId="f1dcac62-7bef-43eb-91f0-927336a1714f" providerId="ADAL" clId="{5B710B73-F6D6-4A7D-9276-5384056BD54A}" dt="2022-11-22T16:14:56.089" v="8441" actId="478"/>
          <ac:spMkLst>
            <pc:docMk/>
            <pc:sldMk cId="1679484577" sldId="9783"/>
            <ac:spMk id="31" creationId="{38398317-CCCE-5C9A-7BD1-A1D6BAF24876}"/>
          </ac:spMkLst>
        </pc:spChg>
        <pc:spChg chg="add del mod">
          <ac:chgData name="Macher, Andreas (DI FA CTR PLC PPM)" userId="f1dcac62-7bef-43eb-91f0-927336a1714f" providerId="ADAL" clId="{5B710B73-F6D6-4A7D-9276-5384056BD54A}" dt="2022-10-26T09:43:21.002" v="624" actId="478"/>
          <ac:spMkLst>
            <pc:docMk/>
            <pc:sldMk cId="1679484577" sldId="9783"/>
            <ac:spMk id="31" creationId="{AB997CEE-B69F-B082-6459-D45FEF386FA1}"/>
          </ac:spMkLst>
        </pc:spChg>
        <pc:spChg chg="add del mod">
          <ac:chgData name="Macher, Andreas (DI FA CTR PLC PPM)" userId="f1dcac62-7bef-43eb-91f0-927336a1714f" providerId="ADAL" clId="{5B710B73-F6D6-4A7D-9276-5384056BD54A}" dt="2022-10-26T09:43:21.002" v="624" actId="478"/>
          <ac:spMkLst>
            <pc:docMk/>
            <pc:sldMk cId="1679484577" sldId="9783"/>
            <ac:spMk id="32" creationId="{D27D9E0E-9393-2C0E-DB37-96A1963F3174}"/>
          </ac:spMkLst>
        </pc:spChg>
        <pc:spChg chg="del">
          <ac:chgData name="Macher, Andreas (DI FA CTR PLC PPM)" userId="f1dcac62-7bef-43eb-91f0-927336a1714f" providerId="ADAL" clId="{5B710B73-F6D6-4A7D-9276-5384056BD54A}" dt="2022-11-22T16:14:58.906" v="8442" actId="478"/>
          <ac:spMkLst>
            <pc:docMk/>
            <pc:sldMk cId="1679484577" sldId="9783"/>
            <ac:spMk id="32" creationId="{FCF43DDF-1FF8-97FF-E33E-32D704882F99}"/>
          </ac:spMkLst>
        </pc:spChg>
        <pc:spChg chg="add del mod">
          <ac:chgData name="Macher, Andreas (DI FA CTR PLC PPM)" userId="f1dcac62-7bef-43eb-91f0-927336a1714f" providerId="ADAL" clId="{5B710B73-F6D6-4A7D-9276-5384056BD54A}" dt="2022-10-26T09:44:37.643" v="633" actId="478"/>
          <ac:spMkLst>
            <pc:docMk/>
            <pc:sldMk cId="1679484577" sldId="9783"/>
            <ac:spMk id="36" creationId="{D474A419-C8AB-FA4A-4743-B7B51900D3F5}"/>
          </ac:spMkLst>
        </pc:spChg>
        <pc:spChg chg="add del mod">
          <ac:chgData name="Macher, Andreas (DI FA CTR PLC PPM)" userId="f1dcac62-7bef-43eb-91f0-927336a1714f" providerId="ADAL" clId="{5B710B73-F6D6-4A7D-9276-5384056BD54A}" dt="2022-10-26T09:44:37.643" v="633" actId="478"/>
          <ac:spMkLst>
            <pc:docMk/>
            <pc:sldMk cId="1679484577" sldId="9783"/>
            <ac:spMk id="37" creationId="{73949383-E5F1-8B70-B580-071A893EAC54}"/>
          </ac:spMkLst>
        </pc:spChg>
        <pc:spChg chg="mod">
          <ac:chgData name="Macher, Andreas (DI FA CTR PLC PPM)" userId="f1dcac62-7bef-43eb-91f0-927336a1714f" providerId="ADAL" clId="{5B710B73-F6D6-4A7D-9276-5384056BD54A}" dt="2022-11-16T15:45:23.362" v="7687" actId="207"/>
          <ac:spMkLst>
            <pc:docMk/>
            <pc:sldMk cId="1679484577" sldId="9783"/>
            <ac:spMk id="37" creationId="{F4DCDFD3-0FBF-65D0-F376-5AE88BE4D6B0}"/>
          </ac:spMkLst>
        </pc:spChg>
        <pc:spChg chg="add del mod">
          <ac:chgData name="Macher, Andreas (DI FA CTR PLC PPM)" userId="f1dcac62-7bef-43eb-91f0-927336a1714f" providerId="ADAL" clId="{5B710B73-F6D6-4A7D-9276-5384056BD54A}" dt="2022-10-26T09:44:37.643" v="633" actId="478"/>
          <ac:spMkLst>
            <pc:docMk/>
            <pc:sldMk cId="1679484577" sldId="9783"/>
            <ac:spMk id="38" creationId="{B76634F8-91E8-1FBF-86DF-0E6F3B5735BF}"/>
          </ac:spMkLst>
        </pc:spChg>
        <pc:spChg chg="mod">
          <ac:chgData name="Macher, Andreas (DI FA CTR PLC PPM)" userId="f1dcac62-7bef-43eb-91f0-927336a1714f" providerId="ADAL" clId="{5B710B73-F6D6-4A7D-9276-5384056BD54A}" dt="2022-11-16T15:45:23.362" v="7687" actId="207"/>
          <ac:spMkLst>
            <pc:docMk/>
            <pc:sldMk cId="1679484577" sldId="9783"/>
            <ac:spMk id="38" creationId="{CB7423E5-9DC0-2777-3BB7-DA1747E76835}"/>
          </ac:spMkLst>
        </pc:spChg>
        <pc:spChg chg="del topLvl">
          <ac:chgData name="Macher, Andreas (DI FA CTR PLC PPM)" userId="f1dcac62-7bef-43eb-91f0-927336a1714f" providerId="ADAL" clId="{5B710B73-F6D6-4A7D-9276-5384056BD54A}" dt="2022-11-22T16:15:05.600" v="8445" actId="478"/>
          <ac:spMkLst>
            <pc:docMk/>
            <pc:sldMk cId="1679484577" sldId="9783"/>
            <ac:spMk id="40" creationId="{B7FD679E-5EC3-B282-AE73-D9ADCA202E59}"/>
          </ac:spMkLst>
        </pc:spChg>
        <pc:spChg chg="del mod topLvl">
          <ac:chgData name="Macher, Andreas (DI FA CTR PLC PPM)" userId="f1dcac62-7bef-43eb-91f0-927336a1714f" providerId="ADAL" clId="{5B710B73-F6D6-4A7D-9276-5384056BD54A}" dt="2022-11-22T16:15:04.365" v="8444" actId="478"/>
          <ac:spMkLst>
            <pc:docMk/>
            <pc:sldMk cId="1679484577" sldId="9783"/>
            <ac:spMk id="41" creationId="{4DF9450C-9320-CEA7-EB66-1C18DE81B20E}"/>
          </ac:spMkLst>
        </pc:spChg>
        <pc:spChg chg="del topLvl">
          <ac:chgData name="Macher, Andreas (DI FA CTR PLC PPM)" userId="f1dcac62-7bef-43eb-91f0-927336a1714f" providerId="ADAL" clId="{5B710B73-F6D6-4A7D-9276-5384056BD54A}" dt="2022-11-22T16:15:09.630" v="8447" actId="478"/>
          <ac:spMkLst>
            <pc:docMk/>
            <pc:sldMk cId="1679484577" sldId="9783"/>
            <ac:spMk id="43" creationId="{C6ADDAD1-CBBA-CD5F-5049-E57D3787B4B1}"/>
          </ac:spMkLst>
        </pc:spChg>
        <pc:spChg chg="del mod topLvl">
          <ac:chgData name="Macher, Andreas (DI FA CTR PLC PPM)" userId="f1dcac62-7bef-43eb-91f0-927336a1714f" providerId="ADAL" clId="{5B710B73-F6D6-4A7D-9276-5384056BD54A}" dt="2022-11-22T16:15:08.487" v="8446" actId="478"/>
          <ac:spMkLst>
            <pc:docMk/>
            <pc:sldMk cId="1679484577" sldId="9783"/>
            <ac:spMk id="44" creationId="{98471329-C794-6DA2-8577-29BD601B1066}"/>
          </ac:spMkLst>
        </pc:spChg>
        <pc:spChg chg="add del mod">
          <ac:chgData name="Macher, Andreas (DI FA CTR PLC PPM)" userId="f1dcac62-7bef-43eb-91f0-927336a1714f" providerId="ADAL" clId="{5B710B73-F6D6-4A7D-9276-5384056BD54A}" dt="2022-10-26T09:44:37.643" v="633" actId="478"/>
          <ac:spMkLst>
            <pc:docMk/>
            <pc:sldMk cId="1679484577" sldId="9783"/>
            <ac:spMk id="45" creationId="{13A89AB5-7D2D-5D24-0897-7E45EAB34941}"/>
          </ac:spMkLst>
        </pc:spChg>
        <pc:spChg chg="del topLvl">
          <ac:chgData name="Macher, Andreas (DI FA CTR PLC PPM)" userId="f1dcac62-7bef-43eb-91f0-927336a1714f" providerId="ADAL" clId="{5B710B73-F6D6-4A7D-9276-5384056BD54A}" dt="2022-11-22T16:15:19.233" v="8449" actId="478"/>
          <ac:spMkLst>
            <pc:docMk/>
            <pc:sldMk cId="1679484577" sldId="9783"/>
            <ac:spMk id="46" creationId="{1BBDC42E-2CCD-5A15-914E-FE69EC73A49A}"/>
          </ac:spMkLst>
        </pc:spChg>
        <pc:spChg chg="add del mod">
          <ac:chgData name="Macher, Andreas (DI FA CTR PLC PPM)" userId="f1dcac62-7bef-43eb-91f0-927336a1714f" providerId="ADAL" clId="{5B710B73-F6D6-4A7D-9276-5384056BD54A}" dt="2022-10-26T09:44:37.643" v="633" actId="478"/>
          <ac:spMkLst>
            <pc:docMk/>
            <pc:sldMk cId="1679484577" sldId="9783"/>
            <ac:spMk id="46" creationId="{7C993593-71BE-32AC-01A6-E44F46B84CAA}"/>
          </ac:spMkLst>
        </pc:spChg>
        <pc:spChg chg="del topLvl">
          <ac:chgData name="Macher, Andreas (DI FA CTR PLC PPM)" userId="f1dcac62-7bef-43eb-91f0-927336a1714f" providerId="ADAL" clId="{5B710B73-F6D6-4A7D-9276-5384056BD54A}" dt="2022-11-22T16:15:18.063" v="8448" actId="478"/>
          <ac:spMkLst>
            <pc:docMk/>
            <pc:sldMk cId="1679484577" sldId="9783"/>
            <ac:spMk id="47" creationId="{A89B1634-DE60-C809-0F58-3D301D0E7369}"/>
          </ac:spMkLst>
        </pc:spChg>
        <pc:spChg chg="del">
          <ac:chgData name="Macher, Andreas (DI FA CTR PLC PPM)" userId="f1dcac62-7bef-43eb-91f0-927336a1714f" providerId="ADAL" clId="{5B710B73-F6D6-4A7D-9276-5384056BD54A}" dt="2022-10-26T09:37:33.558" v="588" actId="478"/>
          <ac:spMkLst>
            <pc:docMk/>
            <pc:sldMk cId="1679484577" sldId="9783"/>
            <ac:spMk id="52" creationId="{00000000-0000-0000-0000-000000000000}"/>
          </ac:spMkLst>
        </pc:spChg>
        <pc:spChg chg="add mod">
          <ac:chgData name="Macher, Andreas (DI FA CTR PLC PPM)" userId="f1dcac62-7bef-43eb-91f0-927336a1714f" providerId="ADAL" clId="{5B710B73-F6D6-4A7D-9276-5384056BD54A}" dt="2022-10-26T09:55:58.076" v="834" actId="14100"/>
          <ac:spMkLst>
            <pc:docMk/>
            <pc:sldMk cId="1679484577" sldId="9783"/>
            <ac:spMk id="55" creationId="{39B9A9B8-F11C-94C9-45B1-8CF7FF05B4C4}"/>
          </ac:spMkLst>
        </pc:spChg>
        <pc:spChg chg="add del mod ord">
          <ac:chgData name="Macher, Andreas (DI FA CTR PLC PPM)" userId="f1dcac62-7bef-43eb-91f0-927336a1714f" providerId="ADAL" clId="{5B710B73-F6D6-4A7D-9276-5384056BD54A}" dt="2022-10-26T13:21:24.787" v="2480" actId="478"/>
          <ac:spMkLst>
            <pc:docMk/>
            <pc:sldMk cId="1679484577" sldId="9783"/>
            <ac:spMk id="56" creationId="{195AECAD-0027-78F7-1A98-AAC531F0C8A8}"/>
          </ac:spMkLst>
        </pc:spChg>
        <pc:spChg chg="del">
          <ac:chgData name="Macher, Andreas (DI FA CTR PLC PPM)" userId="f1dcac62-7bef-43eb-91f0-927336a1714f" providerId="ADAL" clId="{5B710B73-F6D6-4A7D-9276-5384056BD54A}" dt="2022-10-26T09:37:33.558" v="588" actId="478"/>
          <ac:spMkLst>
            <pc:docMk/>
            <pc:sldMk cId="1679484577" sldId="9783"/>
            <ac:spMk id="57"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58" creationId="{00000000-0000-0000-0000-000000000000}"/>
          </ac:spMkLst>
        </pc:spChg>
        <pc:spChg chg="add del mod">
          <ac:chgData name="Macher, Andreas (DI FA CTR PLC PPM)" userId="f1dcac62-7bef-43eb-91f0-927336a1714f" providerId="ADAL" clId="{5B710B73-F6D6-4A7D-9276-5384056BD54A}" dt="2022-10-26T09:45:43.860" v="649" actId="478"/>
          <ac:spMkLst>
            <pc:docMk/>
            <pc:sldMk cId="1679484577" sldId="9783"/>
            <ac:spMk id="61" creationId="{09F3458C-286F-8C24-4935-624BBAE37157}"/>
          </ac:spMkLst>
        </pc:spChg>
        <pc:spChg chg="add mod">
          <ac:chgData name="Macher, Andreas (DI FA CTR PLC PPM)" userId="f1dcac62-7bef-43eb-91f0-927336a1714f" providerId="ADAL" clId="{5B710B73-F6D6-4A7D-9276-5384056BD54A}" dt="2022-11-07T20:47:53.201" v="6398" actId="207"/>
          <ac:spMkLst>
            <pc:docMk/>
            <pc:sldMk cId="1679484577" sldId="9783"/>
            <ac:spMk id="62" creationId="{CF5D02A2-24A4-73FA-EA98-C3A555B48F33}"/>
          </ac:spMkLst>
        </pc:spChg>
        <pc:spChg chg="del">
          <ac:chgData name="Macher, Andreas (DI FA CTR PLC PPM)" userId="f1dcac62-7bef-43eb-91f0-927336a1714f" providerId="ADAL" clId="{5B710B73-F6D6-4A7D-9276-5384056BD54A}" dt="2022-10-26T09:37:33.558" v="588" actId="478"/>
          <ac:spMkLst>
            <pc:docMk/>
            <pc:sldMk cId="1679484577" sldId="9783"/>
            <ac:spMk id="74" creationId="{00000000-0000-0000-0000-000000000000}"/>
          </ac:spMkLst>
        </pc:spChg>
        <pc:spChg chg="add mod">
          <ac:chgData name="Macher, Andreas (DI FA CTR PLC PPM)" userId="f1dcac62-7bef-43eb-91f0-927336a1714f" providerId="ADAL" clId="{5B710B73-F6D6-4A7D-9276-5384056BD54A}" dt="2022-10-26T09:51:33.978" v="700" actId="1076"/>
          <ac:spMkLst>
            <pc:docMk/>
            <pc:sldMk cId="1679484577" sldId="9783"/>
            <ac:spMk id="82" creationId="{D35619D2-D54C-DADD-4567-E3DD0436C273}"/>
          </ac:spMkLst>
        </pc:spChg>
        <pc:spChg chg="add del mod">
          <ac:chgData name="Macher, Andreas (DI FA CTR PLC PPM)" userId="f1dcac62-7bef-43eb-91f0-927336a1714f" providerId="ADAL" clId="{5B710B73-F6D6-4A7D-9276-5384056BD54A}" dt="2022-10-26T09:45:43.860" v="649" actId="478"/>
          <ac:spMkLst>
            <pc:docMk/>
            <pc:sldMk cId="1679484577" sldId="9783"/>
            <ac:spMk id="83" creationId="{F299FFA7-77CB-F526-501B-186E11465302}"/>
          </ac:spMkLst>
        </pc:spChg>
        <pc:spChg chg="add mod">
          <ac:chgData name="Macher, Andreas (DI FA CTR PLC PPM)" userId="f1dcac62-7bef-43eb-91f0-927336a1714f" providerId="ADAL" clId="{5B710B73-F6D6-4A7D-9276-5384056BD54A}" dt="2022-10-26T10:57:07.993" v="1064" actId="1035"/>
          <ac:spMkLst>
            <pc:docMk/>
            <pc:sldMk cId="1679484577" sldId="9783"/>
            <ac:spMk id="101" creationId="{7B6822CE-A32D-F527-2EF3-D44D8AC816AF}"/>
          </ac:spMkLst>
        </pc:spChg>
        <pc:spChg chg="add mod">
          <ac:chgData name="Macher, Andreas (DI FA CTR PLC PPM)" userId="f1dcac62-7bef-43eb-91f0-927336a1714f" providerId="ADAL" clId="{5B710B73-F6D6-4A7D-9276-5384056BD54A}" dt="2022-11-07T20:45:49.112" v="6364" actId="207"/>
          <ac:spMkLst>
            <pc:docMk/>
            <pc:sldMk cId="1679484577" sldId="9783"/>
            <ac:spMk id="102" creationId="{871CACC2-24F2-C228-36D2-D1869A6F9236}"/>
          </ac:spMkLst>
        </pc:spChg>
        <pc:spChg chg="add del mod">
          <ac:chgData name="Macher, Andreas (DI FA CTR PLC PPM)" userId="f1dcac62-7bef-43eb-91f0-927336a1714f" providerId="ADAL" clId="{5B710B73-F6D6-4A7D-9276-5384056BD54A}" dt="2022-10-26T10:00:42.232" v="855" actId="478"/>
          <ac:spMkLst>
            <pc:docMk/>
            <pc:sldMk cId="1679484577" sldId="9783"/>
            <ac:spMk id="103" creationId="{9DCEEFC0-3743-F6F7-45CA-0569F169FFE8}"/>
          </ac:spMkLst>
        </pc:spChg>
        <pc:spChg chg="add mod">
          <ac:chgData name="Macher, Andreas (DI FA CTR PLC PPM)" userId="f1dcac62-7bef-43eb-91f0-927336a1714f" providerId="ADAL" clId="{5B710B73-F6D6-4A7D-9276-5384056BD54A}" dt="2022-10-26T10:01:51.342" v="862" actId="164"/>
          <ac:spMkLst>
            <pc:docMk/>
            <pc:sldMk cId="1679484577" sldId="9783"/>
            <ac:spMk id="104" creationId="{28F266C5-1A08-F3C8-A556-27613AF5572A}"/>
          </ac:spMkLst>
        </pc:spChg>
        <pc:spChg chg="add mod">
          <ac:chgData name="Macher, Andreas (DI FA CTR PLC PPM)" userId="f1dcac62-7bef-43eb-91f0-927336a1714f" providerId="ADAL" clId="{5B710B73-F6D6-4A7D-9276-5384056BD54A}" dt="2022-10-26T10:01:51.342" v="862" actId="164"/>
          <ac:spMkLst>
            <pc:docMk/>
            <pc:sldMk cId="1679484577" sldId="9783"/>
            <ac:spMk id="105" creationId="{26A16A2F-E92A-A6C6-D882-4BA26A636A80}"/>
          </ac:spMkLst>
        </pc:spChg>
        <pc:spChg chg="del">
          <ac:chgData name="Macher, Andreas (DI FA CTR PLC PPM)" userId="f1dcac62-7bef-43eb-91f0-927336a1714f" providerId="ADAL" clId="{5B710B73-F6D6-4A7D-9276-5384056BD54A}" dt="2022-10-26T09:37:33.558" v="588" actId="478"/>
          <ac:spMkLst>
            <pc:docMk/>
            <pc:sldMk cId="1679484577" sldId="9783"/>
            <ac:spMk id="111"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13"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14" creationId="{00000000-0000-0000-0000-000000000000}"/>
          </ac:spMkLst>
        </pc:spChg>
        <pc:spChg chg="add mod">
          <ac:chgData name="Macher, Andreas (DI FA CTR PLC PPM)" userId="f1dcac62-7bef-43eb-91f0-927336a1714f" providerId="ADAL" clId="{5B710B73-F6D6-4A7D-9276-5384056BD54A}" dt="2022-10-26T10:01:51.342" v="862" actId="164"/>
          <ac:spMkLst>
            <pc:docMk/>
            <pc:sldMk cId="1679484577" sldId="9783"/>
            <ac:spMk id="116" creationId="{1784EF0F-347B-B66F-D5CC-17A6FB8BE491}"/>
          </ac:spMkLst>
        </pc:spChg>
        <pc:spChg chg="del">
          <ac:chgData name="Macher, Andreas (DI FA CTR PLC PPM)" userId="f1dcac62-7bef-43eb-91f0-927336a1714f" providerId="ADAL" clId="{5B710B73-F6D6-4A7D-9276-5384056BD54A}" dt="2022-10-26T09:37:33.558" v="588" actId="478"/>
          <ac:spMkLst>
            <pc:docMk/>
            <pc:sldMk cId="1679484577" sldId="9783"/>
            <ac:spMk id="128"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29"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32"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37"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38"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52" creationId="{00000000-0000-0000-0000-000000000000}"/>
          </ac:spMkLst>
        </pc:spChg>
        <pc:spChg chg="del mod">
          <ac:chgData name="Macher, Andreas (DI FA CTR PLC PPM)" userId="f1dcac62-7bef-43eb-91f0-927336a1714f" providerId="ADAL" clId="{5B710B73-F6D6-4A7D-9276-5384056BD54A}" dt="2022-10-26T09:55:38.777" v="812" actId="478"/>
          <ac:spMkLst>
            <pc:docMk/>
            <pc:sldMk cId="1679484577" sldId="9783"/>
            <ac:spMk id="179" creationId="{00000000-0000-0000-0000-000000000000}"/>
          </ac:spMkLst>
        </pc:spChg>
        <pc:spChg chg="del">
          <ac:chgData name="Macher, Andreas (DI FA CTR PLC PPM)" userId="f1dcac62-7bef-43eb-91f0-927336a1714f" providerId="ADAL" clId="{5B710B73-F6D6-4A7D-9276-5384056BD54A}" dt="2022-10-26T09:38:09.613" v="593" actId="478"/>
          <ac:spMkLst>
            <pc:docMk/>
            <pc:sldMk cId="1679484577" sldId="9783"/>
            <ac:spMk id="180"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81"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82"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84"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85"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86"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87" creationId="{00000000-0000-0000-0000-000000000000}"/>
          </ac:spMkLst>
        </pc:spChg>
        <pc:spChg chg="del">
          <ac:chgData name="Macher, Andreas (DI FA CTR PLC PPM)" userId="f1dcac62-7bef-43eb-91f0-927336a1714f" providerId="ADAL" clId="{5B710B73-F6D6-4A7D-9276-5384056BD54A}" dt="2022-10-26T09:38:09.613" v="593" actId="478"/>
          <ac:spMkLst>
            <pc:docMk/>
            <pc:sldMk cId="1679484577" sldId="9783"/>
            <ac:spMk id="192"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93"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94"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95"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96"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97"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98"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199" creationId="{00000000-0000-0000-0000-000000000000}"/>
          </ac:spMkLst>
        </pc:spChg>
        <pc:spChg chg="del">
          <ac:chgData name="Macher, Andreas (DI FA CTR PLC PPM)" userId="f1dcac62-7bef-43eb-91f0-927336a1714f" providerId="ADAL" clId="{5B710B73-F6D6-4A7D-9276-5384056BD54A}" dt="2022-10-26T09:37:33.558" v="588" actId="478"/>
          <ac:spMkLst>
            <pc:docMk/>
            <pc:sldMk cId="1679484577" sldId="9783"/>
            <ac:spMk id="200" creationId="{00000000-0000-0000-0000-000000000000}"/>
          </ac:spMkLst>
        </pc:spChg>
        <pc:spChg chg="add del mod ord">
          <ac:chgData name="Macher, Andreas (DI FA CTR PLC PPM)" userId="f1dcac62-7bef-43eb-91f0-927336a1714f" providerId="ADAL" clId="{5B710B73-F6D6-4A7D-9276-5384056BD54A}" dt="2022-10-26T13:22:22.750" v="2496" actId="478"/>
          <ac:spMkLst>
            <pc:docMk/>
            <pc:sldMk cId="1679484577" sldId="9783"/>
            <ac:spMk id="204" creationId="{07E600FE-3AB4-7C4E-A3EB-0B62426F41F0}"/>
          </ac:spMkLst>
        </pc:spChg>
        <pc:spChg chg="add mod">
          <ac:chgData name="Macher, Andreas (DI FA CTR PLC PPM)" userId="f1dcac62-7bef-43eb-91f0-927336a1714f" providerId="ADAL" clId="{5B710B73-F6D6-4A7D-9276-5384056BD54A}" dt="2022-11-07T20:47:37.959" v="6391" actId="1035"/>
          <ac:spMkLst>
            <pc:docMk/>
            <pc:sldMk cId="1679484577" sldId="9783"/>
            <ac:spMk id="205" creationId="{8E6A7223-F3D5-E394-AA6C-9BC6840D1D11}"/>
          </ac:spMkLst>
        </pc:spChg>
        <pc:spChg chg="add mod">
          <ac:chgData name="Macher, Andreas (DI FA CTR PLC PPM)" userId="f1dcac62-7bef-43eb-91f0-927336a1714f" providerId="ADAL" clId="{5B710B73-F6D6-4A7D-9276-5384056BD54A}" dt="2022-11-07T20:47:44.535" v="6397" actId="1035"/>
          <ac:spMkLst>
            <pc:docMk/>
            <pc:sldMk cId="1679484577" sldId="9783"/>
            <ac:spMk id="206" creationId="{F38C038F-6483-FD37-96EA-0EA679469BFC}"/>
          </ac:spMkLst>
        </pc:spChg>
        <pc:spChg chg="add del mod">
          <ac:chgData name="Macher, Andreas (DI FA CTR PLC PPM)" userId="f1dcac62-7bef-43eb-91f0-927336a1714f" providerId="ADAL" clId="{5B710B73-F6D6-4A7D-9276-5384056BD54A}" dt="2022-11-07T20:47:15.052" v="6380" actId="478"/>
          <ac:spMkLst>
            <pc:docMk/>
            <pc:sldMk cId="1679484577" sldId="9783"/>
            <ac:spMk id="213" creationId="{5A197F7D-70D8-C66F-AE2D-E81536B7C270}"/>
          </ac:spMkLst>
        </pc:spChg>
        <pc:spChg chg="add mod">
          <ac:chgData name="Macher, Andreas (DI FA CTR PLC PPM)" userId="f1dcac62-7bef-43eb-91f0-927336a1714f" providerId="ADAL" clId="{5B710B73-F6D6-4A7D-9276-5384056BD54A}" dt="2022-11-07T20:47:10.034" v="6379" actId="1076"/>
          <ac:spMkLst>
            <pc:docMk/>
            <pc:sldMk cId="1679484577" sldId="9783"/>
            <ac:spMk id="214" creationId="{B30B2F62-B0AB-DA2F-06EC-CFDD94E019E0}"/>
          </ac:spMkLst>
        </pc:spChg>
        <pc:spChg chg="add del mod">
          <ac:chgData name="Macher, Andreas (DI FA CTR PLC PPM)" userId="f1dcac62-7bef-43eb-91f0-927336a1714f" providerId="ADAL" clId="{5B710B73-F6D6-4A7D-9276-5384056BD54A}" dt="2022-10-26T10:05:58.153" v="881"/>
          <ac:spMkLst>
            <pc:docMk/>
            <pc:sldMk cId="1679484577" sldId="9783"/>
            <ac:spMk id="219" creationId="{FA9A971C-621C-6859-CB49-AE95669AD9E4}"/>
          </ac:spMkLst>
        </pc:spChg>
        <pc:spChg chg="add del mod">
          <ac:chgData name="Macher, Andreas (DI FA CTR PLC PPM)" userId="f1dcac62-7bef-43eb-91f0-927336a1714f" providerId="ADAL" clId="{5B710B73-F6D6-4A7D-9276-5384056BD54A}" dt="2022-10-26T10:05:58.153" v="881"/>
          <ac:spMkLst>
            <pc:docMk/>
            <pc:sldMk cId="1679484577" sldId="9783"/>
            <ac:spMk id="220" creationId="{41BCFA81-980E-C73E-4E22-49E1B3BAAF1A}"/>
          </ac:spMkLst>
        </pc:spChg>
        <pc:spChg chg="add del mod">
          <ac:chgData name="Macher, Andreas (DI FA CTR PLC PPM)" userId="f1dcac62-7bef-43eb-91f0-927336a1714f" providerId="ADAL" clId="{5B710B73-F6D6-4A7D-9276-5384056BD54A}" dt="2022-10-26T10:05:58.153" v="881"/>
          <ac:spMkLst>
            <pc:docMk/>
            <pc:sldMk cId="1679484577" sldId="9783"/>
            <ac:spMk id="221" creationId="{FE0BF95E-2233-44BD-3E04-693E4F53040F}"/>
          </ac:spMkLst>
        </pc:spChg>
        <pc:spChg chg="add del mod">
          <ac:chgData name="Macher, Andreas (DI FA CTR PLC PPM)" userId="f1dcac62-7bef-43eb-91f0-927336a1714f" providerId="ADAL" clId="{5B710B73-F6D6-4A7D-9276-5384056BD54A}" dt="2022-10-26T10:05:58.153" v="881"/>
          <ac:spMkLst>
            <pc:docMk/>
            <pc:sldMk cId="1679484577" sldId="9783"/>
            <ac:spMk id="228" creationId="{2796576A-4F5B-BD4B-88FF-3E8BA703D806}"/>
          </ac:spMkLst>
        </pc:spChg>
        <pc:spChg chg="add del mod">
          <ac:chgData name="Macher, Andreas (DI FA CTR PLC PPM)" userId="f1dcac62-7bef-43eb-91f0-927336a1714f" providerId="ADAL" clId="{5B710B73-F6D6-4A7D-9276-5384056BD54A}" dt="2022-10-26T10:05:58.153" v="881"/>
          <ac:spMkLst>
            <pc:docMk/>
            <pc:sldMk cId="1679484577" sldId="9783"/>
            <ac:spMk id="229" creationId="{52AD206A-6A3D-CEF7-08A9-70346C285CFA}"/>
          </ac:spMkLst>
        </pc:spChg>
        <pc:spChg chg="mod topLvl">
          <ac:chgData name="Macher, Andreas (DI FA CTR PLC PPM)" userId="f1dcac62-7bef-43eb-91f0-927336a1714f" providerId="ADAL" clId="{5B710B73-F6D6-4A7D-9276-5384056BD54A}" dt="2022-10-26T11:03:26.970" v="1177" actId="1037"/>
          <ac:spMkLst>
            <pc:docMk/>
            <pc:sldMk cId="1679484577" sldId="9783"/>
            <ac:spMk id="236" creationId="{A95D55CF-DA7F-FC36-05F0-A2034C12A7E3}"/>
          </ac:spMkLst>
        </pc:spChg>
        <pc:spChg chg="mod topLvl">
          <ac:chgData name="Macher, Andreas (DI FA CTR PLC PPM)" userId="f1dcac62-7bef-43eb-91f0-927336a1714f" providerId="ADAL" clId="{5B710B73-F6D6-4A7D-9276-5384056BD54A}" dt="2022-10-26T11:03:26.970" v="1177" actId="1037"/>
          <ac:spMkLst>
            <pc:docMk/>
            <pc:sldMk cId="1679484577" sldId="9783"/>
            <ac:spMk id="237" creationId="{FFA923FA-7AF2-789A-4A6B-3FFD0F5D2878}"/>
          </ac:spMkLst>
        </pc:spChg>
        <pc:spChg chg="mod topLvl">
          <ac:chgData name="Macher, Andreas (DI FA CTR PLC PPM)" userId="f1dcac62-7bef-43eb-91f0-927336a1714f" providerId="ADAL" clId="{5B710B73-F6D6-4A7D-9276-5384056BD54A}" dt="2022-10-26T11:03:26.970" v="1177" actId="1037"/>
          <ac:spMkLst>
            <pc:docMk/>
            <pc:sldMk cId="1679484577" sldId="9783"/>
            <ac:spMk id="238" creationId="{D6586EC7-D458-B500-B152-90F2A85EB7DB}"/>
          </ac:spMkLst>
        </pc:spChg>
        <pc:spChg chg="add del mod">
          <ac:chgData name="Macher, Andreas (DI FA CTR PLC PPM)" userId="f1dcac62-7bef-43eb-91f0-927336a1714f" providerId="ADAL" clId="{5B710B73-F6D6-4A7D-9276-5384056BD54A}" dt="2022-10-26T10:10:39.545" v="944" actId="478"/>
          <ac:spMkLst>
            <pc:docMk/>
            <pc:sldMk cId="1679484577" sldId="9783"/>
            <ac:spMk id="247" creationId="{CD7087D0-1AED-7BE3-7F4E-76DCFE6C1067}"/>
          </ac:spMkLst>
        </pc:spChg>
        <pc:spChg chg="add del mod">
          <ac:chgData name="Macher, Andreas (DI FA CTR PLC PPM)" userId="f1dcac62-7bef-43eb-91f0-927336a1714f" providerId="ADAL" clId="{5B710B73-F6D6-4A7D-9276-5384056BD54A}" dt="2022-10-26T10:31:38.402" v="959" actId="478"/>
          <ac:spMkLst>
            <pc:docMk/>
            <pc:sldMk cId="1679484577" sldId="9783"/>
            <ac:spMk id="249" creationId="{597645B3-CD4D-5E52-9B6A-671E164E0BB5}"/>
          </ac:spMkLst>
        </pc:spChg>
        <pc:spChg chg="add mod">
          <ac:chgData name="Macher, Andreas (DI FA CTR PLC PPM)" userId="f1dcac62-7bef-43eb-91f0-927336a1714f" providerId="ADAL" clId="{5B710B73-F6D6-4A7D-9276-5384056BD54A}" dt="2022-10-26T11:03:26.970" v="1177" actId="1037"/>
          <ac:spMkLst>
            <pc:docMk/>
            <pc:sldMk cId="1679484577" sldId="9783"/>
            <ac:spMk id="252" creationId="{5D36378B-04D4-4077-448F-EB2EEDC06C0A}"/>
          </ac:spMkLst>
        </pc:spChg>
        <pc:spChg chg="add mod">
          <ac:chgData name="Macher, Andreas (DI FA CTR PLC PPM)" userId="f1dcac62-7bef-43eb-91f0-927336a1714f" providerId="ADAL" clId="{5B710B73-F6D6-4A7D-9276-5384056BD54A}" dt="2022-10-26T11:03:26.970" v="1177" actId="1037"/>
          <ac:spMkLst>
            <pc:docMk/>
            <pc:sldMk cId="1679484577" sldId="9783"/>
            <ac:spMk id="253" creationId="{5F96E2FB-AE13-8187-E0B7-E60069C222C8}"/>
          </ac:spMkLst>
        </pc:spChg>
        <pc:spChg chg="add mod">
          <ac:chgData name="Macher, Andreas (DI FA CTR PLC PPM)" userId="f1dcac62-7bef-43eb-91f0-927336a1714f" providerId="ADAL" clId="{5B710B73-F6D6-4A7D-9276-5384056BD54A}" dt="2022-11-07T20:45:49.112" v="6364" actId="207"/>
          <ac:spMkLst>
            <pc:docMk/>
            <pc:sldMk cId="1679484577" sldId="9783"/>
            <ac:spMk id="255" creationId="{86F93644-051A-48CF-F970-6877415A1BE0}"/>
          </ac:spMkLst>
        </pc:spChg>
        <pc:spChg chg="add del mod">
          <ac:chgData name="Macher, Andreas (DI FA CTR PLC PPM)" userId="f1dcac62-7bef-43eb-91f0-927336a1714f" providerId="ADAL" clId="{5B710B73-F6D6-4A7D-9276-5384056BD54A}" dt="2022-11-16T16:06:41.529" v="7876" actId="478"/>
          <ac:spMkLst>
            <pc:docMk/>
            <pc:sldMk cId="1679484577" sldId="9783"/>
            <ac:spMk id="256" creationId="{FBC4125C-BEC1-1087-8229-DC59A138863A}"/>
          </ac:spMkLst>
        </pc:spChg>
        <pc:spChg chg="add mod">
          <ac:chgData name="Macher, Andreas (DI FA CTR PLC PPM)" userId="f1dcac62-7bef-43eb-91f0-927336a1714f" providerId="ADAL" clId="{5B710B73-F6D6-4A7D-9276-5384056BD54A}" dt="2022-11-07T20:45:49.112" v="6364" actId="207"/>
          <ac:spMkLst>
            <pc:docMk/>
            <pc:sldMk cId="1679484577" sldId="9783"/>
            <ac:spMk id="257" creationId="{E90A220F-DB8C-8FF6-C3C1-DF46AD503F6F}"/>
          </ac:spMkLst>
        </pc:spChg>
        <pc:spChg chg="mod">
          <ac:chgData name="Macher, Andreas (DI FA CTR PLC PPM)" userId="f1dcac62-7bef-43eb-91f0-927336a1714f" providerId="ADAL" clId="{5B710B73-F6D6-4A7D-9276-5384056BD54A}" dt="2022-10-26T11:00:11.330" v="1152" actId="1076"/>
          <ac:spMkLst>
            <pc:docMk/>
            <pc:sldMk cId="1679484577" sldId="9783"/>
            <ac:spMk id="259" creationId="{414EB9A6-C57C-29BF-4B3E-E5A777B47309}"/>
          </ac:spMkLst>
        </pc:spChg>
        <pc:spChg chg="mod">
          <ac:chgData name="Macher, Andreas (DI FA CTR PLC PPM)" userId="f1dcac62-7bef-43eb-91f0-927336a1714f" providerId="ADAL" clId="{5B710B73-F6D6-4A7D-9276-5384056BD54A}" dt="2022-10-26T11:00:11.330" v="1152" actId="1076"/>
          <ac:spMkLst>
            <pc:docMk/>
            <pc:sldMk cId="1679484577" sldId="9783"/>
            <ac:spMk id="260" creationId="{94BEFE20-A4B1-540E-00C2-DAD37430F279}"/>
          </ac:spMkLst>
        </pc:spChg>
        <pc:spChg chg="mod">
          <ac:chgData name="Macher, Andreas (DI FA CTR PLC PPM)" userId="f1dcac62-7bef-43eb-91f0-927336a1714f" providerId="ADAL" clId="{5B710B73-F6D6-4A7D-9276-5384056BD54A}" dt="2022-10-26T11:00:11.330" v="1152" actId="1076"/>
          <ac:spMkLst>
            <pc:docMk/>
            <pc:sldMk cId="1679484577" sldId="9783"/>
            <ac:spMk id="261" creationId="{ED851351-4F55-B775-85EC-3DDFFE2F1D19}"/>
          </ac:spMkLst>
        </pc:spChg>
        <pc:spChg chg="mod">
          <ac:chgData name="Macher, Andreas (DI FA CTR PLC PPM)" userId="f1dcac62-7bef-43eb-91f0-927336a1714f" providerId="ADAL" clId="{5B710B73-F6D6-4A7D-9276-5384056BD54A}" dt="2022-10-26T11:00:11.330" v="1152" actId="1076"/>
          <ac:spMkLst>
            <pc:docMk/>
            <pc:sldMk cId="1679484577" sldId="9783"/>
            <ac:spMk id="264" creationId="{36F84A56-7EED-A354-04AE-893F6719FD23}"/>
          </ac:spMkLst>
        </pc:spChg>
        <pc:spChg chg="mod">
          <ac:chgData name="Macher, Andreas (DI FA CTR PLC PPM)" userId="f1dcac62-7bef-43eb-91f0-927336a1714f" providerId="ADAL" clId="{5B710B73-F6D6-4A7D-9276-5384056BD54A}" dt="2022-10-26T11:00:11.330" v="1152" actId="1076"/>
          <ac:spMkLst>
            <pc:docMk/>
            <pc:sldMk cId="1679484577" sldId="9783"/>
            <ac:spMk id="265" creationId="{8F6850C9-0CDF-F1DA-3EB0-41936ACAF936}"/>
          </ac:spMkLst>
        </pc:spChg>
        <pc:spChg chg="add del mod">
          <ac:chgData name="Macher, Andreas (DI FA CTR PLC PPM)" userId="f1dcac62-7bef-43eb-91f0-927336a1714f" providerId="ADAL" clId="{5B710B73-F6D6-4A7D-9276-5384056BD54A}" dt="2022-10-26T13:24:12.953" v="2515" actId="478"/>
          <ac:spMkLst>
            <pc:docMk/>
            <pc:sldMk cId="1679484577" sldId="9783"/>
            <ac:spMk id="274" creationId="{2C63393D-D9D3-D5AF-CDF5-5E2A14169EFF}"/>
          </ac:spMkLst>
        </pc:spChg>
        <pc:spChg chg="mod">
          <ac:chgData name="Macher, Andreas (DI FA CTR PLC PPM)" userId="f1dcac62-7bef-43eb-91f0-927336a1714f" providerId="ADAL" clId="{5B710B73-F6D6-4A7D-9276-5384056BD54A}" dt="2022-10-26T11:02:38.463" v="1157" actId="1076"/>
          <ac:spMkLst>
            <pc:docMk/>
            <pc:sldMk cId="1679484577" sldId="9783"/>
            <ac:spMk id="276" creationId="{005176F1-CCE4-579A-EDF8-D6B3524EF480}"/>
          </ac:spMkLst>
        </pc:spChg>
        <pc:spChg chg="mod">
          <ac:chgData name="Macher, Andreas (DI FA CTR PLC PPM)" userId="f1dcac62-7bef-43eb-91f0-927336a1714f" providerId="ADAL" clId="{5B710B73-F6D6-4A7D-9276-5384056BD54A}" dt="2022-10-26T11:02:38.463" v="1157" actId="1076"/>
          <ac:spMkLst>
            <pc:docMk/>
            <pc:sldMk cId="1679484577" sldId="9783"/>
            <ac:spMk id="277" creationId="{8772C32F-7548-B0A9-1AA9-F0D397E9F473}"/>
          </ac:spMkLst>
        </pc:spChg>
        <pc:spChg chg="mod">
          <ac:chgData name="Macher, Andreas (DI FA CTR PLC PPM)" userId="f1dcac62-7bef-43eb-91f0-927336a1714f" providerId="ADAL" clId="{5B710B73-F6D6-4A7D-9276-5384056BD54A}" dt="2022-10-26T11:02:38.463" v="1157" actId="1076"/>
          <ac:spMkLst>
            <pc:docMk/>
            <pc:sldMk cId="1679484577" sldId="9783"/>
            <ac:spMk id="278" creationId="{E6D508F3-7135-77FD-52A2-85422E2DA66F}"/>
          </ac:spMkLst>
        </pc:spChg>
        <pc:spChg chg="add mod">
          <ac:chgData name="Macher, Andreas (DI FA CTR PLC PPM)" userId="f1dcac62-7bef-43eb-91f0-927336a1714f" providerId="ADAL" clId="{5B710B73-F6D6-4A7D-9276-5384056BD54A}" dt="2022-11-07T20:48:32.095" v="6404" actId="207"/>
          <ac:spMkLst>
            <pc:docMk/>
            <pc:sldMk cId="1679484577" sldId="9783"/>
            <ac:spMk id="279" creationId="{315462A6-4A4F-F159-767A-F93EB33F4EA8}"/>
          </ac:spMkLst>
        </pc:spChg>
        <pc:spChg chg="add mod">
          <ac:chgData name="Macher, Andreas (DI FA CTR PLC PPM)" userId="f1dcac62-7bef-43eb-91f0-927336a1714f" providerId="ADAL" clId="{5B710B73-F6D6-4A7D-9276-5384056BD54A}" dt="2022-11-07T20:48:32.095" v="6404" actId="207"/>
          <ac:spMkLst>
            <pc:docMk/>
            <pc:sldMk cId="1679484577" sldId="9783"/>
            <ac:spMk id="280" creationId="{48BF6D55-5834-FFEF-F9CD-59C73FDFB8B5}"/>
          </ac:spMkLst>
        </pc:spChg>
        <pc:spChg chg="add del mod">
          <ac:chgData name="Macher, Andreas (DI FA CTR PLC PPM)" userId="f1dcac62-7bef-43eb-91f0-927336a1714f" providerId="ADAL" clId="{5B710B73-F6D6-4A7D-9276-5384056BD54A}" dt="2022-11-07T20:48:25.861" v="6403" actId="478"/>
          <ac:spMkLst>
            <pc:docMk/>
            <pc:sldMk cId="1679484577" sldId="9783"/>
            <ac:spMk id="287" creationId="{3D3DB652-DFFF-4EB2-A5F6-762A00DE52E4}"/>
          </ac:spMkLst>
        </pc:spChg>
        <pc:spChg chg="add del mod">
          <ac:chgData name="Macher, Andreas (DI FA CTR PLC PPM)" userId="f1dcac62-7bef-43eb-91f0-927336a1714f" providerId="ADAL" clId="{5B710B73-F6D6-4A7D-9276-5384056BD54A}" dt="2022-11-07T20:48:25.861" v="6403" actId="478"/>
          <ac:spMkLst>
            <pc:docMk/>
            <pc:sldMk cId="1679484577" sldId="9783"/>
            <ac:spMk id="288" creationId="{5926863F-E680-8AD8-549D-392364C89865}"/>
          </ac:spMkLst>
        </pc:spChg>
        <pc:spChg chg="add mod">
          <ac:chgData name="Macher, Andreas (DI FA CTR PLC PPM)" userId="f1dcac62-7bef-43eb-91f0-927336a1714f" providerId="ADAL" clId="{5B710B73-F6D6-4A7D-9276-5384056BD54A}" dt="2022-10-26T11:03:16.124" v="1164" actId="1076"/>
          <ac:spMkLst>
            <pc:docMk/>
            <pc:sldMk cId="1679484577" sldId="9783"/>
            <ac:spMk id="296" creationId="{C443FE3D-535B-64AE-1369-ABF3FAB37249}"/>
          </ac:spMkLst>
        </pc:spChg>
        <pc:spChg chg="add mod">
          <ac:chgData name="Macher, Andreas (DI FA CTR PLC PPM)" userId="f1dcac62-7bef-43eb-91f0-927336a1714f" providerId="ADAL" clId="{5B710B73-F6D6-4A7D-9276-5384056BD54A}" dt="2022-10-26T11:06:34.877" v="1192" actId="1076"/>
          <ac:spMkLst>
            <pc:docMk/>
            <pc:sldMk cId="1679484577" sldId="9783"/>
            <ac:spMk id="297" creationId="{9AF9AA9B-4854-852F-8143-971BA37B4C23}"/>
          </ac:spMkLst>
        </pc:spChg>
        <pc:spChg chg="add del mod">
          <ac:chgData name="Macher, Andreas (DI FA CTR PLC PPM)" userId="f1dcac62-7bef-43eb-91f0-927336a1714f" providerId="ADAL" clId="{5B710B73-F6D6-4A7D-9276-5384056BD54A}" dt="2022-10-26T11:09:27.389" v="1229" actId="478"/>
          <ac:spMkLst>
            <pc:docMk/>
            <pc:sldMk cId="1679484577" sldId="9783"/>
            <ac:spMk id="298" creationId="{4546A8BD-145F-53F4-4A60-F6A160B3F4AC}"/>
          </ac:spMkLst>
        </pc:spChg>
        <pc:grpChg chg="add mod">
          <ac:chgData name="Macher, Andreas (DI FA CTR PLC PPM)" userId="f1dcac62-7bef-43eb-91f0-927336a1714f" providerId="ADAL" clId="{5B710B73-F6D6-4A7D-9276-5384056BD54A}" dt="2022-10-26T11:03:26.970" v="1177" actId="1037"/>
          <ac:grpSpMkLst>
            <pc:docMk/>
            <pc:sldMk cId="1679484577" sldId="9783"/>
            <ac:grpSpMk id="10" creationId="{EC0584FF-4053-D66F-05B8-82BBCE7F8A38}"/>
          </ac:grpSpMkLst>
        </pc:grpChg>
        <pc:grpChg chg="add del mod">
          <ac:chgData name="Macher, Andreas (DI FA CTR PLC PPM)" userId="f1dcac62-7bef-43eb-91f0-927336a1714f" providerId="ADAL" clId="{5B710B73-F6D6-4A7D-9276-5384056BD54A}" dt="2022-10-26T09:43:21.002" v="624" actId="478"/>
          <ac:grpSpMkLst>
            <pc:docMk/>
            <pc:sldMk cId="1679484577" sldId="9783"/>
            <ac:grpSpMk id="26" creationId="{8BF05486-1F8B-4C95-A9CF-5D4302B24AEB}"/>
          </ac:grpSpMkLst>
        </pc:grpChg>
        <pc:grpChg chg="del">
          <ac:chgData name="Macher, Andreas (DI FA CTR PLC PPM)" userId="f1dcac62-7bef-43eb-91f0-927336a1714f" providerId="ADAL" clId="{5B710B73-F6D6-4A7D-9276-5384056BD54A}" dt="2022-11-22T16:15:01.141" v="8443" actId="478"/>
          <ac:grpSpMkLst>
            <pc:docMk/>
            <pc:sldMk cId="1679484577" sldId="9783"/>
            <ac:grpSpMk id="36" creationId="{1F710CF3-7B0C-D617-F355-A3B3071C9542}"/>
          </ac:grpSpMkLst>
        </pc:grpChg>
        <pc:grpChg chg="del">
          <ac:chgData name="Macher, Andreas (DI FA CTR PLC PPM)" userId="f1dcac62-7bef-43eb-91f0-927336a1714f" providerId="ADAL" clId="{5B710B73-F6D6-4A7D-9276-5384056BD54A}" dt="2022-11-22T16:15:04.365" v="8444" actId="478"/>
          <ac:grpSpMkLst>
            <pc:docMk/>
            <pc:sldMk cId="1679484577" sldId="9783"/>
            <ac:grpSpMk id="39" creationId="{6DCCFD66-AF82-3A0D-FF58-12A26FF59B47}"/>
          </ac:grpSpMkLst>
        </pc:grpChg>
        <pc:grpChg chg="add del mod">
          <ac:chgData name="Macher, Andreas (DI FA CTR PLC PPM)" userId="f1dcac62-7bef-43eb-91f0-927336a1714f" providerId="ADAL" clId="{5B710B73-F6D6-4A7D-9276-5384056BD54A}" dt="2022-10-26T09:44:37.643" v="633" actId="478"/>
          <ac:grpSpMkLst>
            <pc:docMk/>
            <pc:sldMk cId="1679484577" sldId="9783"/>
            <ac:grpSpMk id="40" creationId="{23B9E3E7-E9A5-C332-E894-6B243CBB039C}"/>
          </ac:grpSpMkLst>
        </pc:grpChg>
        <pc:grpChg chg="del">
          <ac:chgData name="Macher, Andreas (DI FA CTR PLC PPM)" userId="f1dcac62-7bef-43eb-91f0-927336a1714f" providerId="ADAL" clId="{5B710B73-F6D6-4A7D-9276-5384056BD54A}" dt="2022-11-22T16:15:08.487" v="8446" actId="478"/>
          <ac:grpSpMkLst>
            <pc:docMk/>
            <pc:sldMk cId="1679484577" sldId="9783"/>
            <ac:grpSpMk id="42" creationId="{C70904D5-3F65-46DE-FB7C-54D0DD8701EF}"/>
          </ac:grpSpMkLst>
        </pc:grpChg>
        <pc:grpChg chg="del mod">
          <ac:chgData name="Macher, Andreas (DI FA CTR PLC PPM)" userId="f1dcac62-7bef-43eb-91f0-927336a1714f" providerId="ADAL" clId="{5B710B73-F6D6-4A7D-9276-5384056BD54A}" dt="2022-11-22T16:15:18.063" v="8448" actId="478"/>
          <ac:grpSpMkLst>
            <pc:docMk/>
            <pc:sldMk cId="1679484577" sldId="9783"/>
            <ac:grpSpMk id="45" creationId="{556AF6A7-46EE-BFD4-F1F8-72E9B35F20B9}"/>
          </ac:grpSpMkLst>
        </pc:grpChg>
        <pc:grpChg chg="del">
          <ac:chgData name="Macher, Andreas (DI FA CTR PLC PPM)" userId="f1dcac62-7bef-43eb-91f0-927336a1714f" providerId="ADAL" clId="{5B710B73-F6D6-4A7D-9276-5384056BD54A}" dt="2022-10-26T09:37:33.558" v="588" actId="478"/>
          <ac:grpSpMkLst>
            <pc:docMk/>
            <pc:sldMk cId="1679484577" sldId="9783"/>
            <ac:grpSpMk id="69" creationId="{00000000-0000-0000-0000-000000000000}"/>
          </ac:grpSpMkLst>
        </pc:grpChg>
        <pc:grpChg chg="add del mod">
          <ac:chgData name="Macher, Andreas (DI FA CTR PLC PPM)" userId="f1dcac62-7bef-43eb-91f0-927336a1714f" providerId="ADAL" clId="{5B710B73-F6D6-4A7D-9276-5384056BD54A}" dt="2022-10-26T13:21:35.270" v="2484" actId="478"/>
          <ac:grpSpMkLst>
            <pc:docMk/>
            <pc:sldMk cId="1679484577" sldId="9783"/>
            <ac:grpSpMk id="77" creationId="{49EA7790-FE8F-DAD9-5F40-CEE24834604F}"/>
          </ac:grpSpMkLst>
        </pc:grpChg>
        <pc:grpChg chg="add del mod ord">
          <ac:chgData name="Macher, Andreas (DI FA CTR PLC PPM)" userId="f1dcac62-7bef-43eb-91f0-927336a1714f" providerId="ADAL" clId="{5B710B73-F6D6-4A7D-9276-5384056BD54A}" dt="2022-10-26T13:21:21.360" v="2479" actId="478"/>
          <ac:grpSpMkLst>
            <pc:docMk/>
            <pc:sldMk cId="1679484577" sldId="9783"/>
            <ac:grpSpMk id="117" creationId="{547C867E-5E6B-B721-C555-1AE266C917BE}"/>
          </ac:grpSpMkLst>
        </pc:grpChg>
        <pc:grpChg chg="del">
          <ac:chgData name="Macher, Andreas (DI FA CTR PLC PPM)" userId="f1dcac62-7bef-43eb-91f0-927336a1714f" providerId="ADAL" clId="{5B710B73-F6D6-4A7D-9276-5384056BD54A}" dt="2022-10-26T09:37:33.558" v="588" actId="478"/>
          <ac:grpSpMkLst>
            <pc:docMk/>
            <pc:sldMk cId="1679484577" sldId="9783"/>
            <ac:grpSpMk id="123" creationId="{00000000-0000-0000-0000-000000000000}"/>
          </ac:grpSpMkLst>
        </pc:grpChg>
        <pc:grpChg chg="del">
          <ac:chgData name="Macher, Andreas (DI FA CTR PLC PPM)" userId="f1dcac62-7bef-43eb-91f0-927336a1714f" providerId="ADAL" clId="{5B710B73-F6D6-4A7D-9276-5384056BD54A}" dt="2022-10-26T09:37:33.558" v="588" actId="478"/>
          <ac:grpSpMkLst>
            <pc:docMk/>
            <pc:sldMk cId="1679484577" sldId="9783"/>
            <ac:grpSpMk id="147" creationId="{00000000-0000-0000-0000-000000000000}"/>
          </ac:grpSpMkLst>
        </pc:grpChg>
        <pc:grpChg chg="del">
          <ac:chgData name="Macher, Andreas (DI FA CTR PLC PPM)" userId="f1dcac62-7bef-43eb-91f0-927336a1714f" providerId="ADAL" clId="{5B710B73-F6D6-4A7D-9276-5384056BD54A}" dt="2022-10-26T09:37:33.558" v="588" actId="478"/>
          <ac:grpSpMkLst>
            <pc:docMk/>
            <pc:sldMk cId="1679484577" sldId="9783"/>
            <ac:grpSpMk id="154" creationId="{00000000-0000-0000-0000-000000000000}"/>
          </ac:grpSpMkLst>
        </pc:grpChg>
        <pc:grpChg chg="del">
          <ac:chgData name="Macher, Andreas (DI FA CTR PLC PPM)" userId="f1dcac62-7bef-43eb-91f0-927336a1714f" providerId="ADAL" clId="{5B710B73-F6D6-4A7D-9276-5384056BD54A}" dt="2022-10-26T09:37:33.558" v="588" actId="478"/>
          <ac:grpSpMkLst>
            <pc:docMk/>
            <pc:sldMk cId="1679484577" sldId="9783"/>
            <ac:grpSpMk id="155" creationId="{00000000-0000-0000-0000-000000000000}"/>
          </ac:grpSpMkLst>
        </pc:grpChg>
        <pc:grpChg chg="del">
          <ac:chgData name="Macher, Andreas (DI FA CTR PLC PPM)" userId="f1dcac62-7bef-43eb-91f0-927336a1714f" providerId="ADAL" clId="{5B710B73-F6D6-4A7D-9276-5384056BD54A}" dt="2022-10-26T09:37:33.558" v="588" actId="478"/>
          <ac:grpSpMkLst>
            <pc:docMk/>
            <pc:sldMk cId="1679484577" sldId="9783"/>
            <ac:grpSpMk id="156" creationId="{00000000-0000-0000-0000-000000000000}"/>
          </ac:grpSpMkLst>
        </pc:grpChg>
        <pc:grpChg chg="del">
          <ac:chgData name="Macher, Andreas (DI FA CTR PLC PPM)" userId="f1dcac62-7bef-43eb-91f0-927336a1714f" providerId="ADAL" clId="{5B710B73-F6D6-4A7D-9276-5384056BD54A}" dt="2022-10-26T09:37:33.558" v="588" actId="478"/>
          <ac:grpSpMkLst>
            <pc:docMk/>
            <pc:sldMk cId="1679484577" sldId="9783"/>
            <ac:grpSpMk id="160" creationId="{00000000-0000-0000-0000-000000000000}"/>
          </ac:grpSpMkLst>
        </pc:grpChg>
        <pc:grpChg chg="del">
          <ac:chgData name="Macher, Andreas (DI FA CTR PLC PPM)" userId="f1dcac62-7bef-43eb-91f0-927336a1714f" providerId="ADAL" clId="{5B710B73-F6D6-4A7D-9276-5384056BD54A}" dt="2022-10-26T09:37:33.558" v="588" actId="478"/>
          <ac:grpSpMkLst>
            <pc:docMk/>
            <pc:sldMk cId="1679484577" sldId="9783"/>
            <ac:grpSpMk id="167" creationId="{00000000-0000-0000-0000-000000000000}"/>
          </ac:grpSpMkLst>
        </pc:grpChg>
        <pc:grpChg chg="del">
          <ac:chgData name="Macher, Andreas (DI FA CTR PLC PPM)" userId="f1dcac62-7bef-43eb-91f0-927336a1714f" providerId="ADAL" clId="{5B710B73-F6D6-4A7D-9276-5384056BD54A}" dt="2022-10-26T09:37:33.558" v="588" actId="478"/>
          <ac:grpSpMkLst>
            <pc:docMk/>
            <pc:sldMk cId="1679484577" sldId="9783"/>
            <ac:grpSpMk id="172" creationId="{00000000-0000-0000-0000-000000000000}"/>
          </ac:grpSpMkLst>
        </pc:grpChg>
        <pc:grpChg chg="del">
          <ac:chgData name="Macher, Andreas (DI FA CTR PLC PPM)" userId="f1dcac62-7bef-43eb-91f0-927336a1714f" providerId="ADAL" clId="{5B710B73-F6D6-4A7D-9276-5384056BD54A}" dt="2022-10-26T09:37:33.558" v="588" actId="478"/>
          <ac:grpSpMkLst>
            <pc:docMk/>
            <pc:sldMk cId="1679484577" sldId="9783"/>
            <ac:grpSpMk id="174" creationId="{00000000-0000-0000-0000-000000000000}"/>
          </ac:grpSpMkLst>
        </pc:grpChg>
        <pc:grpChg chg="del">
          <ac:chgData name="Macher, Andreas (DI FA CTR PLC PPM)" userId="f1dcac62-7bef-43eb-91f0-927336a1714f" providerId="ADAL" clId="{5B710B73-F6D6-4A7D-9276-5384056BD54A}" dt="2022-10-26T09:37:33.558" v="588" actId="478"/>
          <ac:grpSpMkLst>
            <pc:docMk/>
            <pc:sldMk cId="1679484577" sldId="9783"/>
            <ac:grpSpMk id="178" creationId="{00000000-0000-0000-0000-000000000000}"/>
          </ac:grpSpMkLst>
        </pc:grpChg>
        <pc:grpChg chg="del">
          <ac:chgData name="Macher, Andreas (DI FA CTR PLC PPM)" userId="f1dcac62-7bef-43eb-91f0-927336a1714f" providerId="ADAL" clId="{5B710B73-F6D6-4A7D-9276-5384056BD54A}" dt="2022-10-26T09:37:33.558" v="588" actId="478"/>
          <ac:grpSpMkLst>
            <pc:docMk/>
            <pc:sldMk cId="1679484577" sldId="9783"/>
            <ac:grpSpMk id="183" creationId="{00000000-0000-0000-0000-000000000000}"/>
          </ac:grpSpMkLst>
        </pc:grpChg>
        <pc:grpChg chg="del">
          <ac:chgData name="Macher, Andreas (DI FA CTR PLC PPM)" userId="f1dcac62-7bef-43eb-91f0-927336a1714f" providerId="ADAL" clId="{5B710B73-F6D6-4A7D-9276-5384056BD54A}" dt="2022-10-26T09:37:33.558" v="588" actId="478"/>
          <ac:grpSpMkLst>
            <pc:docMk/>
            <pc:sldMk cId="1679484577" sldId="9783"/>
            <ac:grpSpMk id="188" creationId="{00000000-0000-0000-0000-000000000000}"/>
          </ac:grpSpMkLst>
        </pc:grpChg>
        <pc:grpChg chg="add del mod">
          <ac:chgData name="Macher, Andreas (DI FA CTR PLC PPM)" userId="f1dcac62-7bef-43eb-91f0-927336a1714f" providerId="ADAL" clId="{5B710B73-F6D6-4A7D-9276-5384056BD54A}" dt="2022-10-26T13:22:21.246" v="2494" actId="478"/>
          <ac:grpSpMkLst>
            <pc:docMk/>
            <pc:sldMk cId="1679484577" sldId="9783"/>
            <ac:grpSpMk id="208" creationId="{9563A98F-4DA7-DB9A-E9D7-343859C60A36}"/>
          </ac:grpSpMkLst>
        </pc:grpChg>
        <pc:grpChg chg="add del mod">
          <ac:chgData name="Macher, Andreas (DI FA CTR PLC PPM)" userId="f1dcac62-7bef-43eb-91f0-927336a1714f" providerId="ADAL" clId="{5B710B73-F6D6-4A7D-9276-5384056BD54A}" dt="2022-10-26T10:05:58.153" v="881"/>
          <ac:grpSpMkLst>
            <pc:docMk/>
            <pc:sldMk cId="1679484577" sldId="9783"/>
            <ac:grpSpMk id="223" creationId="{1B77531B-5C4B-92BE-54D3-556D66D3974C}"/>
          </ac:grpSpMkLst>
        </pc:grpChg>
        <pc:grpChg chg="add del mod ord">
          <ac:chgData name="Macher, Andreas (DI FA CTR PLC PPM)" userId="f1dcac62-7bef-43eb-91f0-927336a1714f" providerId="ADAL" clId="{5B710B73-F6D6-4A7D-9276-5384056BD54A}" dt="2022-10-26T10:32:03.193" v="960" actId="165"/>
          <ac:grpSpMkLst>
            <pc:docMk/>
            <pc:sldMk cId="1679484577" sldId="9783"/>
            <ac:grpSpMk id="235" creationId="{A964ECF6-37C7-0A3D-2E3F-C7B2ECFFE1EC}"/>
          </ac:grpSpMkLst>
        </pc:grpChg>
        <pc:grpChg chg="add del mod">
          <ac:chgData name="Macher, Andreas (DI FA CTR PLC PPM)" userId="f1dcac62-7bef-43eb-91f0-927336a1714f" providerId="ADAL" clId="{5B710B73-F6D6-4A7D-9276-5384056BD54A}" dt="2022-10-26T13:22:26.605" v="2500" actId="478"/>
          <ac:grpSpMkLst>
            <pc:docMk/>
            <pc:sldMk cId="1679484577" sldId="9783"/>
            <ac:grpSpMk id="250" creationId="{79ACDB26-2A77-45BD-9AC6-E57480A82D56}"/>
          </ac:grpSpMkLst>
        </pc:grpChg>
        <pc:grpChg chg="add mod">
          <ac:chgData name="Macher, Andreas (DI FA CTR PLC PPM)" userId="f1dcac62-7bef-43eb-91f0-927336a1714f" providerId="ADAL" clId="{5B710B73-F6D6-4A7D-9276-5384056BD54A}" dt="2022-10-26T11:03:26.970" v="1177" actId="1037"/>
          <ac:grpSpMkLst>
            <pc:docMk/>
            <pc:sldMk cId="1679484577" sldId="9783"/>
            <ac:grpSpMk id="254" creationId="{323CFA39-A227-F265-D1BE-006BCB438654}"/>
          </ac:grpSpMkLst>
        </pc:grpChg>
        <pc:grpChg chg="add del mod">
          <ac:chgData name="Macher, Andreas (DI FA CTR PLC PPM)" userId="f1dcac62-7bef-43eb-91f0-927336a1714f" providerId="ADAL" clId="{5B710B73-F6D6-4A7D-9276-5384056BD54A}" dt="2022-10-26T11:00:12.286" v="1153" actId="478"/>
          <ac:grpSpMkLst>
            <pc:docMk/>
            <pc:sldMk cId="1679484577" sldId="9783"/>
            <ac:grpSpMk id="258" creationId="{597D8D58-4B79-B201-292B-AB8F86D1F06F}"/>
          </ac:grpSpMkLst>
        </pc:grpChg>
        <pc:grpChg chg="mod">
          <ac:chgData name="Macher, Andreas (DI FA CTR PLC PPM)" userId="f1dcac62-7bef-43eb-91f0-927336a1714f" providerId="ADAL" clId="{5B710B73-F6D6-4A7D-9276-5384056BD54A}" dt="2022-10-26T11:00:11.330" v="1152" actId="1076"/>
          <ac:grpSpMkLst>
            <pc:docMk/>
            <pc:sldMk cId="1679484577" sldId="9783"/>
            <ac:grpSpMk id="263" creationId="{233D12B4-BA0F-F463-AF87-3D2B9F9E60A7}"/>
          </ac:grpSpMkLst>
        </pc:grpChg>
        <pc:grpChg chg="add del mod">
          <ac:chgData name="Macher, Andreas (DI FA CTR PLC PPM)" userId="f1dcac62-7bef-43eb-91f0-927336a1714f" providerId="ADAL" clId="{5B710B73-F6D6-4A7D-9276-5384056BD54A}" dt="2022-10-26T11:02:41.719" v="1158" actId="478"/>
          <ac:grpSpMkLst>
            <pc:docMk/>
            <pc:sldMk cId="1679484577" sldId="9783"/>
            <ac:grpSpMk id="275" creationId="{E2FD7614-D4AC-7D6D-A89F-3D09A1601ECB}"/>
          </ac:grpSpMkLst>
        </pc:grpChg>
        <pc:grpChg chg="add del mod">
          <ac:chgData name="Macher, Andreas (DI FA CTR PLC PPM)" userId="f1dcac62-7bef-43eb-91f0-927336a1714f" providerId="ADAL" clId="{5B710B73-F6D6-4A7D-9276-5384056BD54A}" dt="2022-10-26T13:24:15.461" v="2518" actId="478"/>
          <ac:grpSpMkLst>
            <pc:docMk/>
            <pc:sldMk cId="1679484577" sldId="9783"/>
            <ac:grpSpMk id="282" creationId="{C1089F53-9E4F-D187-FE4E-3733122B3902}"/>
          </ac:grpSpMkLst>
        </pc:grpChg>
        <pc:picChg chg="add del mod">
          <ac:chgData name="Macher, Andreas (DI FA CTR PLC PPM)" userId="f1dcac62-7bef-43eb-91f0-927336a1714f" providerId="ADAL" clId="{5B710B73-F6D6-4A7D-9276-5384056BD54A}" dt="2022-10-26T09:39:51.964" v="608" actId="478"/>
          <ac:picMkLst>
            <pc:docMk/>
            <pc:sldMk cId="1679484577" sldId="9783"/>
            <ac:picMk id="7" creationId="{7FC3798B-C603-53CD-EFB4-FF4C1A62EFDB}"/>
          </ac:picMkLst>
        </pc:picChg>
        <pc:picChg chg="add del mod">
          <ac:chgData name="Macher, Andreas (DI FA CTR PLC PPM)" userId="f1dcac62-7bef-43eb-91f0-927336a1714f" providerId="ADAL" clId="{5B710B73-F6D6-4A7D-9276-5384056BD54A}" dt="2022-10-26T09:39:49.525" v="607" actId="478"/>
          <ac:picMkLst>
            <pc:docMk/>
            <pc:sldMk cId="1679484577" sldId="9783"/>
            <ac:picMk id="8" creationId="{36042E67-F91A-A01E-D1D2-E2682C205316}"/>
          </ac:picMkLst>
        </pc:picChg>
        <pc:picChg chg="add mod">
          <ac:chgData name="Macher, Andreas (DI FA CTR PLC PPM)" userId="f1dcac62-7bef-43eb-91f0-927336a1714f" providerId="ADAL" clId="{5B710B73-F6D6-4A7D-9276-5384056BD54A}" dt="2022-11-07T20:44:51.443" v="6355" actId="207"/>
          <ac:picMkLst>
            <pc:docMk/>
            <pc:sldMk cId="1679484577" sldId="9783"/>
            <ac:picMk id="9" creationId="{5D525A03-98D3-EDC2-B6C0-FAE136B8D24C}"/>
          </ac:picMkLst>
        </pc:picChg>
        <pc:picChg chg="mod">
          <ac:chgData name="Macher, Andreas (DI FA CTR PLC PPM)" userId="f1dcac62-7bef-43eb-91f0-927336a1714f" providerId="ADAL" clId="{5B710B73-F6D6-4A7D-9276-5384056BD54A}" dt="2022-11-07T20:45:00.340" v="6358" actId="207"/>
          <ac:picMkLst>
            <pc:docMk/>
            <pc:sldMk cId="1679484577" sldId="9783"/>
            <ac:picMk id="11" creationId="{011EC217-51FD-B3CB-DDF6-AC87E51E0EA5}"/>
          </ac:picMkLst>
        </pc:picChg>
        <pc:picChg chg="mod">
          <ac:chgData name="Macher, Andreas (DI FA CTR PLC PPM)" userId="f1dcac62-7bef-43eb-91f0-927336a1714f" providerId="ADAL" clId="{5B710B73-F6D6-4A7D-9276-5384056BD54A}" dt="2022-10-26T11:03:26.970" v="1177" actId="1037"/>
          <ac:picMkLst>
            <pc:docMk/>
            <pc:sldMk cId="1679484577" sldId="9783"/>
            <ac:picMk id="12" creationId="{DC183FEA-7DDB-8A90-70BB-2B3AB6DB9255}"/>
          </ac:picMkLst>
        </pc:picChg>
        <pc:picChg chg="mod">
          <ac:chgData name="Macher, Andreas (DI FA CTR PLC PPM)" userId="f1dcac62-7bef-43eb-91f0-927336a1714f" providerId="ADAL" clId="{5B710B73-F6D6-4A7D-9276-5384056BD54A}" dt="2022-11-07T20:45:07.934" v="6360" actId="207"/>
          <ac:picMkLst>
            <pc:docMk/>
            <pc:sldMk cId="1679484577" sldId="9783"/>
            <ac:picMk id="13" creationId="{016A1C56-7223-DE5F-5CD9-C528EEF89EDA}"/>
          </ac:picMkLst>
        </pc:picChg>
        <pc:picChg chg="mod">
          <ac:chgData name="Macher, Andreas (DI FA CTR PLC PPM)" userId="f1dcac62-7bef-43eb-91f0-927336a1714f" providerId="ADAL" clId="{5B710B73-F6D6-4A7D-9276-5384056BD54A}" dt="2022-11-07T20:44:54.379" v="6356" actId="207"/>
          <ac:picMkLst>
            <pc:docMk/>
            <pc:sldMk cId="1679484577" sldId="9783"/>
            <ac:picMk id="14" creationId="{4B48CA0B-E5FE-4B75-1E83-CE5CF583A10D}"/>
          </ac:picMkLst>
        </pc:picChg>
        <pc:picChg chg="add mod">
          <ac:chgData name="Macher, Andreas (DI FA CTR PLC PPM)" userId="f1dcac62-7bef-43eb-91f0-927336a1714f" providerId="ADAL" clId="{5B710B73-F6D6-4A7D-9276-5384056BD54A}" dt="2022-11-07T20:45:30.475" v="6362" actId="207"/>
          <ac:picMkLst>
            <pc:docMk/>
            <pc:sldMk cId="1679484577" sldId="9783"/>
            <ac:picMk id="19" creationId="{C0CF652F-9E2A-A2D4-CAA6-E2C91FB87449}"/>
          </ac:picMkLst>
        </pc:picChg>
        <pc:picChg chg="add mod">
          <ac:chgData name="Macher, Andreas (DI FA CTR PLC PPM)" userId="f1dcac62-7bef-43eb-91f0-927336a1714f" providerId="ADAL" clId="{5B710B73-F6D6-4A7D-9276-5384056BD54A}" dt="2022-10-26T11:03:26.970" v="1177" actId="1037"/>
          <ac:picMkLst>
            <pc:docMk/>
            <pc:sldMk cId="1679484577" sldId="9783"/>
            <ac:picMk id="20" creationId="{C1CCA8B0-7F7F-8BF9-FC64-B54946605724}"/>
          </ac:picMkLst>
        </pc:picChg>
        <pc:picChg chg="add del mod">
          <ac:chgData name="Macher, Andreas (DI FA CTR PLC PPM)" userId="f1dcac62-7bef-43eb-91f0-927336a1714f" providerId="ADAL" clId="{5B710B73-F6D6-4A7D-9276-5384056BD54A}" dt="2022-10-26T09:46:09.289" v="650" actId="478"/>
          <ac:picMkLst>
            <pc:docMk/>
            <pc:sldMk cId="1679484577" sldId="9783"/>
            <ac:picMk id="21" creationId="{574D3CD2-DE6D-6D40-2481-C8E53794DF13}"/>
          </ac:picMkLst>
        </pc:picChg>
        <pc:picChg chg="add del mod">
          <ac:chgData name="Macher, Andreas (DI FA CTR PLC PPM)" userId="f1dcac62-7bef-43eb-91f0-927336a1714f" providerId="ADAL" clId="{5B710B73-F6D6-4A7D-9276-5384056BD54A}" dt="2022-10-26T09:43:21.002" v="624" actId="478"/>
          <ac:picMkLst>
            <pc:docMk/>
            <pc:sldMk cId="1679484577" sldId="9783"/>
            <ac:picMk id="25" creationId="{F2CC8A77-4B77-FE89-A13A-1571B58FE94B}"/>
          </ac:picMkLst>
        </pc:picChg>
        <pc:picChg chg="mod">
          <ac:chgData name="Macher, Andreas (DI FA CTR PLC PPM)" userId="f1dcac62-7bef-43eb-91f0-927336a1714f" providerId="ADAL" clId="{5B710B73-F6D6-4A7D-9276-5384056BD54A}" dt="2022-10-26T09:41:56.734" v="619" actId="1076"/>
          <ac:picMkLst>
            <pc:docMk/>
            <pc:sldMk cId="1679484577" sldId="9783"/>
            <ac:picMk id="27" creationId="{A6C00A7D-9750-5782-3172-CED6194D00D1}"/>
          </ac:picMkLst>
        </pc:picChg>
        <pc:picChg chg="mod">
          <ac:chgData name="Macher, Andreas (DI FA CTR PLC PPM)" userId="f1dcac62-7bef-43eb-91f0-927336a1714f" providerId="ADAL" clId="{5B710B73-F6D6-4A7D-9276-5384056BD54A}" dt="2022-10-26T09:41:56.734" v="619" actId="1076"/>
          <ac:picMkLst>
            <pc:docMk/>
            <pc:sldMk cId="1679484577" sldId="9783"/>
            <ac:picMk id="28" creationId="{C011AFF1-4438-0EFD-1FCD-A664D16191EE}"/>
          </ac:picMkLst>
        </pc:picChg>
        <pc:picChg chg="mod">
          <ac:chgData name="Macher, Andreas (DI FA CTR PLC PPM)" userId="f1dcac62-7bef-43eb-91f0-927336a1714f" providerId="ADAL" clId="{5B710B73-F6D6-4A7D-9276-5384056BD54A}" dt="2022-10-26T09:41:56.734" v="619" actId="1076"/>
          <ac:picMkLst>
            <pc:docMk/>
            <pc:sldMk cId="1679484577" sldId="9783"/>
            <ac:picMk id="29" creationId="{09D1D88F-44D9-A9A2-8A0D-035D534DA433}"/>
          </ac:picMkLst>
        </pc:picChg>
        <pc:picChg chg="mod">
          <ac:chgData name="Macher, Andreas (DI FA CTR PLC PPM)" userId="f1dcac62-7bef-43eb-91f0-927336a1714f" providerId="ADAL" clId="{5B710B73-F6D6-4A7D-9276-5384056BD54A}" dt="2022-10-26T09:41:56.734" v="619" actId="1076"/>
          <ac:picMkLst>
            <pc:docMk/>
            <pc:sldMk cId="1679484577" sldId="9783"/>
            <ac:picMk id="30" creationId="{310ADC69-6E01-BD7C-C2FB-D796547C2A10}"/>
          </ac:picMkLst>
        </pc:picChg>
        <pc:picChg chg="add del mod">
          <ac:chgData name="Macher, Andreas (DI FA CTR PLC PPM)" userId="f1dcac62-7bef-43eb-91f0-927336a1714f" providerId="ADAL" clId="{5B710B73-F6D6-4A7D-9276-5384056BD54A}" dt="2022-10-26T09:43:21.002" v="624" actId="478"/>
          <ac:picMkLst>
            <pc:docMk/>
            <pc:sldMk cId="1679484577" sldId="9783"/>
            <ac:picMk id="33" creationId="{BC2A012E-F7CA-DDA8-A4D2-E0D69EBE8295}"/>
          </ac:picMkLst>
        </pc:picChg>
        <pc:picChg chg="add del mod">
          <ac:chgData name="Macher, Andreas (DI FA CTR PLC PPM)" userId="f1dcac62-7bef-43eb-91f0-927336a1714f" providerId="ADAL" clId="{5B710B73-F6D6-4A7D-9276-5384056BD54A}" dt="2022-10-26T09:43:21.002" v="624" actId="478"/>
          <ac:picMkLst>
            <pc:docMk/>
            <pc:sldMk cId="1679484577" sldId="9783"/>
            <ac:picMk id="34" creationId="{B392AF6A-DD73-0B9B-1998-CA71F7185E8D}"/>
          </ac:picMkLst>
        </pc:picChg>
        <pc:picChg chg="add del mod">
          <ac:chgData name="Macher, Andreas (DI FA CTR PLC PPM)" userId="f1dcac62-7bef-43eb-91f0-927336a1714f" providerId="ADAL" clId="{5B710B73-F6D6-4A7D-9276-5384056BD54A}" dt="2022-10-26T09:43:21.002" v="624" actId="478"/>
          <ac:picMkLst>
            <pc:docMk/>
            <pc:sldMk cId="1679484577" sldId="9783"/>
            <ac:picMk id="35" creationId="{7D36FF6B-6095-1065-B54D-9BF129E61397}"/>
          </ac:picMkLst>
        </pc:picChg>
        <pc:picChg chg="add del mod">
          <ac:chgData name="Macher, Andreas (DI FA CTR PLC PPM)" userId="f1dcac62-7bef-43eb-91f0-927336a1714f" providerId="ADAL" clId="{5B710B73-F6D6-4A7D-9276-5384056BD54A}" dt="2022-10-26T09:44:37.643" v="633" actId="478"/>
          <ac:picMkLst>
            <pc:docMk/>
            <pc:sldMk cId="1679484577" sldId="9783"/>
            <ac:picMk id="39" creationId="{5F999E63-504E-0B8C-8D3E-1D3B0BF201C5}"/>
          </ac:picMkLst>
        </pc:picChg>
        <pc:picChg chg="mod">
          <ac:chgData name="Macher, Andreas (DI FA CTR PLC PPM)" userId="f1dcac62-7bef-43eb-91f0-927336a1714f" providerId="ADAL" clId="{5B710B73-F6D6-4A7D-9276-5384056BD54A}" dt="2022-10-26T09:43:18.714" v="623" actId="1076"/>
          <ac:picMkLst>
            <pc:docMk/>
            <pc:sldMk cId="1679484577" sldId="9783"/>
            <ac:picMk id="41" creationId="{CE92DE08-4351-2274-0DA4-65F72BFE31FA}"/>
          </ac:picMkLst>
        </pc:picChg>
        <pc:picChg chg="mod">
          <ac:chgData name="Macher, Andreas (DI FA CTR PLC PPM)" userId="f1dcac62-7bef-43eb-91f0-927336a1714f" providerId="ADAL" clId="{5B710B73-F6D6-4A7D-9276-5384056BD54A}" dt="2022-10-26T09:43:18.714" v="623" actId="1076"/>
          <ac:picMkLst>
            <pc:docMk/>
            <pc:sldMk cId="1679484577" sldId="9783"/>
            <ac:picMk id="42" creationId="{76B4DDA7-FA87-9752-0A7F-EFC45981B48A}"/>
          </ac:picMkLst>
        </pc:picChg>
        <pc:picChg chg="mod">
          <ac:chgData name="Macher, Andreas (DI FA CTR PLC PPM)" userId="f1dcac62-7bef-43eb-91f0-927336a1714f" providerId="ADAL" clId="{5B710B73-F6D6-4A7D-9276-5384056BD54A}" dt="2022-10-26T09:43:18.714" v="623" actId="1076"/>
          <ac:picMkLst>
            <pc:docMk/>
            <pc:sldMk cId="1679484577" sldId="9783"/>
            <ac:picMk id="43" creationId="{D9A8541A-4077-2125-662E-1E9B1062A55C}"/>
          </ac:picMkLst>
        </pc:picChg>
        <pc:picChg chg="mod">
          <ac:chgData name="Macher, Andreas (DI FA CTR PLC PPM)" userId="f1dcac62-7bef-43eb-91f0-927336a1714f" providerId="ADAL" clId="{5B710B73-F6D6-4A7D-9276-5384056BD54A}" dt="2022-10-26T09:43:18.714" v="623" actId="1076"/>
          <ac:picMkLst>
            <pc:docMk/>
            <pc:sldMk cId="1679484577" sldId="9783"/>
            <ac:picMk id="44" creationId="{7B6753A5-7719-4803-76F8-C066E4DABC48}"/>
          </ac:picMkLst>
        </pc:picChg>
        <pc:picChg chg="add del mod">
          <ac:chgData name="Macher, Andreas (DI FA CTR PLC PPM)" userId="f1dcac62-7bef-43eb-91f0-927336a1714f" providerId="ADAL" clId="{5B710B73-F6D6-4A7D-9276-5384056BD54A}" dt="2022-10-26T09:44:37.643" v="633" actId="478"/>
          <ac:picMkLst>
            <pc:docMk/>
            <pc:sldMk cId="1679484577" sldId="9783"/>
            <ac:picMk id="47" creationId="{D24AB9E0-A418-0ED7-A1C5-B62615BEAB66}"/>
          </ac:picMkLst>
        </pc:picChg>
        <pc:picChg chg="add del mod">
          <ac:chgData name="Macher, Andreas (DI FA CTR PLC PPM)" userId="f1dcac62-7bef-43eb-91f0-927336a1714f" providerId="ADAL" clId="{5B710B73-F6D6-4A7D-9276-5384056BD54A}" dt="2022-10-26T09:44:37.643" v="633" actId="478"/>
          <ac:picMkLst>
            <pc:docMk/>
            <pc:sldMk cId="1679484577" sldId="9783"/>
            <ac:picMk id="48" creationId="{7847F9CA-C822-FCBF-F4FC-4184D6756AE1}"/>
          </ac:picMkLst>
        </pc:picChg>
        <pc:picChg chg="add del mod">
          <ac:chgData name="Macher, Andreas (DI FA CTR PLC PPM)" userId="f1dcac62-7bef-43eb-91f0-927336a1714f" providerId="ADAL" clId="{5B710B73-F6D6-4A7D-9276-5384056BD54A}" dt="2022-10-26T09:44:37.643" v="633" actId="478"/>
          <ac:picMkLst>
            <pc:docMk/>
            <pc:sldMk cId="1679484577" sldId="9783"/>
            <ac:picMk id="49" creationId="{F5DFECE1-02F2-923A-42BB-BAF03603EB33}"/>
          </ac:picMkLst>
        </pc:picChg>
        <pc:picChg chg="add del mod">
          <ac:chgData name="Macher, Andreas (DI FA CTR PLC PPM)" userId="f1dcac62-7bef-43eb-91f0-927336a1714f" providerId="ADAL" clId="{5B710B73-F6D6-4A7D-9276-5384056BD54A}" dt="2022-10-26T13:21:36.273" v="2485" actId="478"/>
          <ac:picMkLst>
            <pc:docMk/>
            <pc:sldMk cId="1679484577" sldId="9783"/>
            <ac:picMk id="63" creationId="{A89BED7E-1DA8-DEF3-63BA-5F838CA77430}"/>
          </ac:picMkLst>
        </pc:picChg>
        <pc:picChg chg="del">
          <ac:chgData name="Macher, Andreas (DI FA CTR PLC PPM)" userId="f1dcac62-7bef-43eb-91f0-927336a1714f" providerId="ADAL" clId="{5B710B73-F6D6-4A7D-9276-5384056BD54A}" dt="2022-10-26T09:37:33.558" v="588" actId="478"/>
          <ac:picMkLst>
            <pc:docMk/>
            <pc:sldMk cId="1679484577" sldId="9783"/>
            <ac:picMk id="66" creationId="{00000000-0000-0000-0000-000000000000}"/>
          </ac:picMkLst>
        </pc:picChg>
        <pc:picChg chg="del">
          <ac:chgData name="Macher, Andreas (DI FA CTR PLC PPM)" userId="f1dcac62-7bef-43eb-91f0-927336a1714f" providerId="ADAL" clId="{5B710B73-F6D6-4A7D-9276-5384056BD54A}" dt="2022-10-26T09:37:33.558" v="588" actId="478"/>
          <ac:picMkLst>
            <pc:docMk/>
            <pc:sldMk cId="1679484577" sldId="9783"/>
            <ac:picMk id="67" creationId="{00000000-0000-0000-0000-000000000000}"/>
          </ac:picMkLst>
        </pc:picChg>
        <pc:picChg chg="del">
          <ac:chgData name="Macher, Andreas (DI FA CTR PLC PPM)" userId="f1dcac62-7bef-43eb-91f0-927336a1714f" providerId="ADAL" clId="{5B710B73-F6D6-4A7D-9276-5384056BD54A}" dt="2022-10-26T09:37:33.558" v="588" actId="478"/>
          <ac:picMkLst>
            <pc:docMk/>
            <pc:sldMk cId="1679484577" sldId="9783"/>
            <ac:picMk id="68" creationId="{00000000-0000-0000-0000-000000000000}"/>
          </ac:picMkLst>
        </pc:picChg>
        <pc:picChg chg="mod">
          <ac:chgData name="Macher, Andreas (DI FA CTR PLC PPM)" userId="f1dcac62-7bef-43eb-91f0-927336a1714f" providerId="ADAL" clId="{5B710B73-F6D6-4A7D-9276-5384056BD54A}" dt="2022-10-26T09:45:09.668" v="640" actId="1076"/>
          <ac:picMkLst>
            <pc:docMk/>
            <pc:sldMk cId="1679484577" sldId="9783"/>
            <ac:picMk id="78" creationId="{4DBD20BC-D4B7-170A-05AC-16A232CA0031}"/>
          </ac:picMkLst>
        </pc:picChg>
        <pc:picChg chg="mod">
          <ac:chgData name="Macher, Andreas (DI FA CTR PLC PPM)" userId="f1dcac62-7bef-43eb-91f0-927336a1714f" providerId="ADAL" clId="{5B710B73-F6D6-4A7D-9276-5384056BD54A}" dt="2022-10-26T09:45:09.668" v="640" actId="1076"/>
          <ac:picMkLst>
            <pc:docMk/>
            <pc:sldMk cId="1679484577" sldId="9783"/>
            <ac:picMk id="79" creationId="{FC7C4FF4-A0FC-CBE5-6E1E-F5BE1B707102}"/>
          </ac:picMkLst>
        </pc:picChg>
        <pc:picChg chg="mod">
          <ac:chgData name="Macher, Andreas (DI FA CTR PLC PPM)" userId="f1dcac62-7bef-43eb-91f0-927336a1714f" providerId="ADAL" clId="{5B710B73-F6D6-4A7D-9276-5384056BD54A}" dt="2022-10-26T09:45:09.668" v="640" actId="1076"/>
          <ac:picMkLst>
            <pc:docMk/>
            <pc:sldMk cId="1679484577" sldId="9783"/>
            <ac:picMk id="80" creationId="{F6D3720C-BA8B-5043-9C81-BC01469AE583}"/>
          </ac:picMkLst>
        </pc:picChg>
        <pc:picChg chg="mod">
          <ac:chgData name="Macher, Andreas (DI FA CTR PLC PPM)" userId="f1dcac62-7bef-43eb-91f0-927336a1714f" providerId="ADAL" clId="{5B710B73-F6D6-4A7D-9276-5384056BD54A}" dt="2022-10-26T09:45:09.668" v="640" actId="1076"/>
          <ac:picMkLst>
            <pc:docMk/>
            <pc:sldMk cId="1679484577" sldId="9783"/>
            <ac:picMk id="81" creationId="{EB1EF795-CBBE-A641-88DD-1DF029FA0AB7}"/>
          </ac:picMkLst>
        </pc:picChg>
        <pc:picChg chg="add del mod">
          <ac:chgData name="Macher, Andreas (DI FA CTR PLC PPM)" userId="f1dcac62-7bef-43eb-91f0-927336a1714f" providerId="ADAL" clId="{5B710B73-F6D6-4A7D-9276-5384056BD54A}" dt="2022-10-26T13:21:33.249" v="2482" actId="478"/>
          <ac:picMkLst>
            <pc:docMk/>
            <pc:sldMk cId="1679484577" sldId="9783"/>
            <ac:picMk id="84" creationId="{A209BB7A-81CD-19E4-BD76-90B674C81202}"/>
          </ac:picMkLst>
        </pc:picChg>
        <pc:picChg chg="add del mod">
          <ac:chgData name="Macher, Andreas (DI FA CTR PLC PPM)" userId="f1dcac62-7bef-43eb-91f0-927336a1714f" providerId="ADAL" clId="{5B710B73-F6D6-4A7D-9276-5384056BD54A}" dt="2022-10-26T13:21:34.299" v="2483" actId="478"/>
          <ac:picMkLst>
            <pc:docMk/>
            <pc:sldMk cId="1679484577" sldId="9783"/>
            <ac:picMk id="85" creationId="{CCEAC820-F357-4AC2-0088-54F8DE2FD91C}"/>
          </ac:picMkLst>
        </pc:picChg>
        <pc:picChg chg="add mod">
          <ac:chgData name="Macher, Andreas (DI FA CTR PLC PPM)" userId="f1dcac62-7bef-43eb-91f0-927336a1714f" providerId="ADAL" clId="{5B710B73-F6D6-4A7D-9276-5384056BD54A}" dt="2022-10-26T10:05:51.117" v="879" actId="1076"/>
          <ac:picMkLst>
            <pc:docMk/>
            <pc:sldMk cId="1679484577" sldId="9783"/>
            <ac:picMk id="86" creationId="{74E66FCA-3AF8-55D6-F3EB-6D053197D807}"/>
          </ac:picMkLst>
        </pc:picChg>
        <pc:picChg chg="del">
          <ac:chgData name="Macher, Andreas (DI FA CTR PLC PPM)" userId="f1dcac62-7bef-43eb-91f0-927336a1714f" providerId="ADAL" clId="{5B710B73-F6D6-4A7D-9276-5384056BD54A}" dt="2022-10-26T09:37:33.558" v="588" actId="478"/>
          <ac:picMkLst>
            <pc:docMk/>
            <pc:sldMk cId="1679484577" sldId="9783"/>
            <ac:picMk id="120" creationId="{00000000-0000-0000-0000-000000000000}"/>
          </ac:picMkLst>
        </pc:picChg>
        <pc:picChg chg="del">
          <ac:chgData name="Macher, Andreas (DI FA CTR PLC PPM)" userId="f1dcac62-7bef-43eb-91f0-927336a1714f" providerId="ADAL" clId="{5B710B73-F6D6-4A7D-9276-5384056BD54A}" dt="2022-10-26T09:37:33.558" v="588" actId="478"/>
          <ac:picMkLst>
            <pc:docMk/>
            <pc:sldMk cId="1679484577" sldId="9783"/>
            <ac:picMk id="121" creationId="{00000000-0000-0000-0000-000000000000}"/>
          </ac:picMkLst>
        </pc:picChg>
        <pc:picChg chg="del">
          <ac:chgData name="Macher, Andreas (DI FA CTR PLC PPM)" userId="f1dcac62-7bef-43eb-91f0-927336a1714f" providerId="ADAL" clId="{5B710B73-F6D6-4A7D-9276-5384056BD54A}" dt="2022-10-26T09:37:33.558" v="588" actId="478"/>
          <ac:picMkLst>
            <pc:docMk/>
            <pc:sldMk cId="1679484577" sldId="9783"/>
            <ac:picMk id="122" creationId="{00000000-0000-0000-0000-000000000000}"/>
          </ac:picMkLst>
        </pc:picChg>
        <pc:picChg chg="del">
          <ac:chgData name="Macher, Andreas (DI FA CTR PLC PPM)" userId="f1dcac62-7bef-43eb-91f0-927336a1714f" providerId="ADAL" clId="{5B710B73-F6D6-4A7D-9276-5384056BD54A}" dt="2022-10-26T09:37:33.558" v="588" actId="478"/>
          <ac:picMkLst>
            <pc:docMk/>
            <pc:sldMk cId="1679484577" sldId="9783"/>
            <ac:picMk id="144" creationId="{00000000-0000-0000-0000-000000000000}"/>
          </ac:picMkLst>
        </pc:picChg>
        <pc:picChg chg="del">
          <ac:chgData name="Macher, Andreas (DI FA CTR PLC PPM)" userId="f1dcac62-7bef-43eb-91f0-927336a1714f" providerId="ADAL" clId="{5B710B73-F6D6-4A7D-9276-5384056BD54A}" dt="2022-10-26T09:37:33.558" v="588" actId="478"/>
          <ac:picMkLst>
            <pc:docMk/>
            <pc:sldMk cId="1679484577" sldId="9783"/>
            <ac:picMk id="145" creationId="{00000000-0000-0000-0000-000000000000}"/>
          </ac:picMkLst>
        </pc:picChg>
        <pc:picChg chg="del">
          <ac:chgData name="Macher, Andreas (DI FA CTR PLC PPM)" userId="f1dcac62-7bef-43eb-91f0-927336a1714f" providerId="ADAL" clId="{5B710B73-F6D6-4A7D-9276-5384056BD54A}" dt="2022-10-26T09:37:33.558" v="588" actId="478"/>
          <ac:picMkLst>
            <pc:docMk/>
            <pc:sldMk cId="1679484577" sldId="9783"/>
            <ac:picMk id="146" creationId="{00000000-0000-0000-0000-000000000000}"/>
          </ac:picMkLst>
        </pc:picChg>
        <pc:picChg chg="del">
          <ac:chgData name="Macher, Andreas (DI FA CTR PLC PPM)" userId="f1dcac62-7bef-43eb-91f0-927336a1714f" providerId="ADAL" clId="{5B710B73-F6D6-4A7D-9276-5384056BD54A}" dt="2022-10-26T09:37:33.558" v="588" actId="478"/>
          <ac:picMkLst>
            <pc:docMk/>
            <pc:sldMk cId="1679484577" sldId="9783"/>
            <ac:picMk id="164" creationId="{00000000-0000-0000-0000-000000000000}"/>
          </ac:picMkLst>
        </pc:picChg>
        <pc:picChg chg="del">
          <ac:chgData name="Macher, Andreas (DI FA CTR PLC PPM)" userId="f1dcac62-7bef-43eb-91f0-927336a1714f" providerId="ADAL" clId="{5B710B73-F6D6-4A7D-9276-5384056BD54A}" dt="2022-10-26T09:37:33.558" v="588" actId="478"/>
          <ac:picMkLst>
            <pc:docMk/>
            <pc:sldMk cId="1679484577" sldId="9783"/>
            <ac:picMk id="166" creationId="{00000000-0000-0000-0000-000000000000}"/>
          </ac:picMkLst>
        </pc:picChg>
        <pc:picChg chg="add del mod">
          <ac:chgData name="Macher, Andreas (DI FA CTR PLC PPM)" userId="f1dcac62-7bef-43eb-91f0-927336a1714f" providerId="ADAL" clId="{5B710B73-F6D6-4A7D-9276-5384056BD54A}" dt="2022-10-26T13:22:55.215" v="2506" actId="478"/>
          <ac:picMkLst>
            <pc:docMk/>
            <pc:sldMk cId="1679484577" sldId="9783"/>
            <ac:picMk id="207" creationId="{5D12CEF2-1CD7-B115-707E-AB20D35429C5}"/>
          </ac:picMkLst>
        </pc:picChg>
        <pc:picChg chg="mod">
          <ac:chgData name="Macher, Andreas (DI FA CTR PLC PPM)" userId="f1dcac62-7bef-43eb-91f0-927336a1714f" providerId="ADAL" clId="{5B710B73-F6D6-4A7D-9276-5384056BD54A}" dt="2022-10-26T11:03:26.970" v="1177" actId="1037"/>
          <ac:picMkLst>
            <pc:docMk/>
            <pc:sldMk cId="1679484577" sldId="9783"/>
            <ac:picMk id="209" creationId="{3A87DFC1-1765-B85C-A905-B212490E43E8}"/>
          </ac:picMkLst>
        </pc:picChg>
        <pc:picChg chg="mod">
          <ac:chgData name="Macher, Andreas (DI FA CTR PLC PPM)" userId="f1dcac62-7bef-43eb-91f0-927336a1714f" providerId="ADAL" clId="{5B710B73-F6D6-4A7D-9276-5384056BD54A}" dt="2022-10-26T11:03:26.970" v="1177" actId="1037"/>
          <ac:picMkLst>
            <pc:docMk/>
            <pc:sldMk cId="1679484577" sldId="9783"/>
            <ac:picMk id="210" creationId="{78434F51-DA58-724B-C2E4-19457E74727E}"/>
          </ac:picMkLst>
        </pc:picChg>
        <pc:picChg chg="mod">
          <ac:chgData name="Macher, Andreas (DI FA CTR PLC PPM)" userId="f1dcac62-7bef-43eb-91f0-927336a1714f" providerId="ADAL" clId="{5B710B73-F6D6-4A7D-9276-5384056BD54A}" dt="2022-10-26T11:03:26.970" v="1177" actId="1037"/>
          <ac:picMkLst>
            <pc:docMk/>
            <pc:sldMk cId="1679484577" sldId="9783"/>
            <ac:picMk id="211" creationId="{0D9F4F8F-1918-7B74-8A67-BBA42FB48ABD}"/>
          </ac:picMkLst>
        </pc:picChg>
        <pc:picChg chg="mod">
          <ac:chgData name="Macher, Andreas (DI FA CTR PLC PPM)" userId="f1dcac62-7bef-43eb-91f0-927336a1714f" providerId="ADAL" clId="{5B710B73-F6D6-4A7D-9276-5384056BD54A}" dt="2022-10-26T11:03:26.970" v="1177" actId="1037"/>
          <ac:picMkLst>
            <pc:docMk/>
            <pc:sldMk cId="1679484577" sldId="9783"/>
            <ac:picMk id="212" creationId="{044056BD-09E4-0A67-CB17-800A625A9124}"/>
          </ac:picMkLst>
        </pc:picChg>
        <pc:picChg chg="add del mod">
          <ac:chgData name="Macher, Andreas (DI FA CTR PLC PPM)" userId="f1dcac62-7bef-43eb-91f0-927336a1714f" providerId="ADAL" clId="{5B710B73-F6D6-4A7D-9276-5384056BD54A}" dt="2022-10-26T13:22:25.802" v="2499" actId="478"/>
          <ac:picMkLst>
            <pc:docMk/>
            <pc:sldMk cId="1679484577" sldId="9783"/>
            <ac:picMk id="215" creationId="{940DF10B-8FEE-F74C-61FE-11784DACEBBC}"/>
          </ac:picMkLst>
        </pc:picChg>
        <pc:picChg chg="add del mod">
          <ac:chgData name="Macher, Andreas (DI FA CTR PLC PPM)" userId="f1dcac62-7bef-43eb-91f0-927336a1714f" providerId="ADAL" clId="{5B710B73-F6D6-4A7D-9276-5384056BD54A}" dt="2022-10-26T13:22:25.216" v="2498" actId="478"/>
          <ac:picMkLst>
            <pc:docMk/>
            <pc:sldMk cId="1679484577" sldId="9783"/>
            <ac:picMk id="216" creationId="{A7F43B5F-F70C-FF5A-DAAA-D14D1F9D6B58}"/>
          </ac:picMkLst>
        </pc:picChg>
        <pc:picChg chg="add del mod">
          <ac:chgData name="Macher, Andreas (DI FA CTR PLC PPM)" userId="f1dcac62-7bef-43eb-91f0-927336a1714f" providerId="ADAL" clId="{5B710B73-F6D6-4A7D-9276-5384056BD54A}" dt="2022-10-26T10:05:58.153" v="881"/>
          <ac:picMkLst>
            <pc:docMk/>
            <pc:sldMk cId="1679484577" sldId="9783"/>
            <ac:picMk id="222" creationId="{FE37B6CE-DBB1-FB78-9B6A-D2FC7D7EEAF0}"/>
          </ac:picMkLst>
        </pc:picChg>
        <pc:picChg chg="mod">
          <ac:chgData name="Macher, Andreas (DI FA CTR PLC PPM)" userId="f1dcac62-7bef-43eb-91f0-927336a1714f" providerId="ADAL" clId="{5B710B73-F6D6-4A7D-9276-5384056BD54A}" dt="2022-10-26T10:05:56.330" v="880"/>
          <ac:picMkLst>
            <pc:docMk/>
            <pc:sldMk cId="1679484577" sldId="9783"/>
            <ac:picMk id="224" creationId="{F8542848-A4BE-1CAA-E5EF-503BC2EEAC1C}"/>
          </ac:picMkLst>
        </pc:picChg>
        <pc:picChg chg="mod">
          <ac:chgData name="Macher, Andreas (DI FA CTR PLC PPM)" userId="f1dcac62-7bef-43eb-91f0-927336a1714f" providerId="ADAL" clId="{5B710B73-F6D6-4A7D-9276-5384056BD54A}" dt="2022-10-26T10:05:56.330" v="880"/>
          <ac:picMkLst>
            <pc:docMk/>
            <pc:sldMk cId="1679484577" sldId="9783"/>
            <ac:picMk id="225" creationId="{5806A1F6-7FE8-26EA-9F55-FC09DECA1242}"/>
          </ac:picMkLst>
        </pc:picChg>
        <pc:picChg chg="mod">
          <ac:chgData name="Macher, Andreas (DI FA CTR PLC PPM)" userId="f1dcac62-7bef-43eb-91f0-927336a1714f" providerId="ADAL" clId="{5B710B73-F6D6-4A7D-9276-5384056BD54A}" dt="2022-10-26T10:05:56.330" v="880"/>
          <ac:picMkLst>
            <pc:docMk/>
            <pc:sldMk cId="1679484577" sldId="9783"/>
            <ac:picMk id="226" creationId="{CDCE6AD7-699A-5B20-BDD0-58CA3F348305}"/>
          </ac:picMkLst>
        </pc:picChg>
        <pc:picChg chg="mod">
          <ac:chgData name="Macher, Andreas (DI FA CTR PLC PPM)" userId="f1dcac62-7bef-43eb-91f0-927336a1714f" providerId="ADAL" clId="{5B710B73-F6D6-4A7D-9276-5384056BD54A}" dt="2022-10-26T10:05:56.330" v="880"/>
          <ac:picMkLst>
            <pc:docMk/>
            <pc:sldMk cId="1679484577" sldId="9783"/>
            <ac:picMk id="227" creationId="{9920F463-EB29-2DAD-8206-C3B3A884414C}"/>
          </ac:picMkLst>
        </pc:picChg>
        <pc:picChg chg="add del mod">
          <ac:chgData name="Macher, Andreas (DI FA CTR PLC PPM)" userId="f1dcac62-7bef-43eb-91f0-927336a1714f" providerId="ADAL" clId="{5B710B73-F6D6-4A7D-9276-5384056BD54A}" dt="2022-10-26T10:05:58.153" v="881"/>
          <ac:picMkLst>
            <pc:docMk/>
            <pc:sldMk cId="1679484577" sldId="9783"/>
            <ac:picMk id="230" creationId="{DE883B43-CA72-54E2-C64C-BC50DD57FF5F}"/>
          </ac:picMkLst>
        </pc:picChg>
        <pc:picChg chg="add del mod">
          <ac:chgData name="Macher, Andreas (DI FA CTR PLC PPM)" userId="f1dcac62-7bef-43eb-91f0-927336a1714f" providerId="ADAL" clId="{5B710B73-F6D6-4A7D-9276-5384056BD54A}" dt="2022-10-26T10:05:58.153" v="881"/>
          <ac:picMkLst>
            <pc:docMk/>
            <pc:sldMk cId="1679484577" sldId="9783"/>
            <ac:picMk id="231" creationId="{5874C249-F7EC-12FB-71BF-166FDE20F65F}"/>
          </ac:picMkLst>
        </pc:picChg>
        <pc:picChg chg="add del mod">
          <ac:chgData name="Macher, Andreas (DI FA CTR PLC PPM)" userId="f1dcac62-7bef-43eb-91f0-927336a1714f" providerId="ADAL" clId="{5B710B73-F6D6-4A7D-9276-5384056BD54A}" dt="2022-10-26T13:22:28.549" v="2501" actId="478"/>
          <ac:picMkLst>
            <pc:docMk/>
            <pc:sldMk cId="1679484577" sldId="9783"/>
            <ac:picMk id="234" creationId="{91F97058-4BA8-A019-8C19-9D96D99F75F9}"/>
          </ac:picMkLst>
        </pc:picChg>
        <pc:picChg chg="mod">
          <ac:chgData name="Macher, Andreas (DI FA CTR PLC PPM)" userId="f1dcac62-7bef-43eb-91f0-927336a1714f" providerId="ADAL" clId="{5B710B73-F6D6-4A7D-9276-5384056BD54A}" dt="2022-10-26T11:00:11.330" v="1152" actId="1076"/>
          <ac:picMkLst>
            <pc:docMk/>
            <pc:sldMk cId="1679484577" sldId="9783"/>
            <ac:picMk id="262" creationId="{B54AD59E-9DBE-3E3A-B759-2C8DA8952650}"/>
          </ac:picMkLst>
        </pc:picChg>
        <pc:picChg chg="mod">
          <ac:chgData name="Macher, Andreas (DI FA CTR PLC PPM)" userId="f1dcac62-7bef-43eb-91f0-927336a1714f" providerId="ADAL" clId="{5B710B73-F6D6-4A7D-9276-5384056BD54A}" dt="2022-10-26T11:00:11.330" v="1152" actId="1076"/>
          <ac:picMkLst>
            <pc:docMk/>
            <pc:sldMk cId="1679484577" sldId="9783"/>
            <ac:picMk id="266" creationId="{E23C17F2-4162-C6E9-41CA-BCE7876C4B44}"/>
          </ac:picMkLst>
        </pc:picChg>
        <pc:picChg chg="mod">
          <ac:chgData name="Macher, Andreas (DI FA CTR PLC PPM)" userId="f1dcac62-7bef-43eb-91f0-927336a1714f" providerId="ADAL" clId="{5B710B73-F6D6-4A7D-9276-5384056BD54A}" dt="2022-10-26T11:00:11.330" v="1152" actId="1076"/>
          <ac:picMkLst>
            <pc:docMk/>
            <pc:sldMk cId="1679484577" sldId="9783"/>
            <ac:picMk id="267" creationId="{8620D1E2-CAF2-C115-1A3B-91F2B1DB4E64}"/>
          </ac:picMkLst>
        </pc:picChg>
        <pc:picChg chg="mod">
          <ac:chgData name="Macher, Andreas (DI FA CTR PLC PPM)" userId="f1dcac62-7bef-43eb-91f0-927336a1714f" providerId="ADAL" clId="{5B710B73-F6D6-4A7D-9276-5384056BD54A}" dt="2022-10-26T11:00:11.330" v="1152" actId="1076"/>
          <ac:picMkLst>
            <pc:docMk/>
            <pc:sldMk cId="1679484577" sldId="9783"/>
            <ac:picMk id="270" creationId="{B037A23A-0691-7252-88F2-EFFA17C362E0}"/>
          </ac:picMkLst>
        </pc:picChg>
        <pc:picChg chg="mod">
          <ac:chgData name="Macher, Andreas (DI FA CTR PLC PPM)" userId="f1dcac62-7bef-43eb-91f0-927336a1714f" providerId="ADAL" clId="{5B710B73-F6D6-4A7D-9276-5384056BD54A}" dt="2022-10-26T11:00:11.330" v="1152" actId="1076"/>
          <ac:picMkLst>
            <pc:docMk/>
            <pc:sldMk cId="1679484577" sldId="9783"/>
            <ac:picMk id="271" creationId="{70047650-F3DB-0845-6A3D-3B89F19CC408}"/>
          </ac:picMkLst>
        </pc:picChg>
        <pc:picChg chg="mod">
          <ac:chgData name="Macher, Andreas (DI FA CTR PLC PPM)" userId="f1dcac62-7bef-43eb-91f0-927336a1714f" providerId="ADAL" clId="{5B710B73-F6D6-4A7D-9276-5384056BD54A}" dt="2022-10-26T11:00:11.330" v="1152" actId="1076"/>
          <ac:picMkLst>
            <pc:docMk/>
            <pc:sldMk cId="1679484577" sldId="9783"/>
            <ac:picMk id="272" creationId="{A7D2DD8F-144E-4B29-9E6E-CD3C61043AA0}"/>
          </ac:picMkLst>
        </pc:picChg>
        <pc:picChg chg="mod">
          <ac:chgData name="Macher, Andreas (DI FA CTR PLC PPM)" userId="f1dcac62-7bef-43eb-91f0-927336a1714f" providerId="ADAL" clId="{5B710B73-F6D6-4A7D-9276-5384056BD54A}" dt="2022-10-26T11:00:11.330" v="1152" actId="1076"/>
          <ac:picMkLst>
            <pc:docMk/>
            <pc:sldMk cId="1679484577" sldId="9783"/>
            <ac:picMk id="273" creationId="{FF60E48B-30F3-BB0D-7D19-AC46099313B4}"/>
          </ac:picMkLst>
        </pc:picChg>
        <pc:picChg chg="add del mod">
          <ac:chgData name="Macher, Andreas (DI FA CTR PLC PPM)" userId="f1dcac62-7bef-43eb-91f0-927336a1714f" providerId="ADAL" clId="{5B710B73-F6D6-4A7D-9276-5384056BD54A}" dt="2022-10-26T13:24:14.187" v="2516" actId="478"/>
          <ac:picMkLst>
            <pc:docMk/>
            <pc:sldMk cId="1679484577" sldId="9783"/>
            <ac:picMk id="281" creationId="{80CEE92B-8370-7686-43A6-4007BE88A0E1}"/>
          </ac:picMkLst>
        </pc:picChg>
        <pc:picChg chg="mod">
          <ac:chgData name="Macher, Andreas (DI FA CTR PLC PPM)" userId="f1dcac62-7bef-43eb-91f0-927336a1714f" providerId="ADAL" clId="{5B710B73-F6D6-4A7D-9276-5384056BD54A}" dt="2022-10-26T11:02:38.463" v="1157" actId="1076"/>
          <ac:picMkLst>
            <pc:docMk/>
            <pc:sldMk cId="1679484577" sldId="9783"/>
            <ac:picMk id="283" creationId="{2BC64731-6250-3991-BF2C-56E84B9E3374}"/>
          </ac:picMkLst>
        </pc:picChg>
        <pc:picChg chg="mod">
          <ac:chgData name="Macher, Andreas (DI FA CTR PLC PPM)" userId="f1dcac62-7bef-43eb-91f0-927336a1714f" providerId="ADAL" clId="{5B710B73-F6D6-4A7D-9276-5384056BD54A}" dt="2022-10-26T11:02:38.463" v="1157" actId="1076"/>
          <ac:picMkLst>
            <pc:docMk/>
            <pc:sldMk cId="1679484577" sldId="9783"/>
            <ac:picMk id="284" creationId="{64C931A9-F0D5-ADFB-915C-C099609C1650}"/>
          </ac:picMkLst>
        </pc:picChg>
        <pc:picChg chg="mod">
          <ac:chgData name="Macher, Andreas (DI FA CTR PLC PPM)" userId="f1dcac62-7bef-43eb-91f0-927336a1714f" providerId="ADAL" clId="{5B710B73-F6D6-4A7D-9276-5384056BD54A}" dt="2022-10-26T11:02:38.463" v="1157" actId="1076"/>
          <ac:picMkLst>
            <pc:docMk/>
            <pc:sldMk cId="1679484577" sldId="9783"/>
            <ac:picMk id="285" creationId="{E7A51125-C5D7-DA6B-5E9E-5636E6246DDC}"/>
          </ac:picMkLst>
        </pc:picChg>
        <pc:picChg chg="mod">
          <ac:chgData name="Macher, Andreas (DI FA CTR PLC PPM)" userId="f1dcac62-7bef-43eb-91f0-927336a1714f" providerId="ADAL" clId="{5B710B73-F6D6-4A7D-9276-5384056BD54A}" dt="2022-10-26T11:02:38.463" v="1157" actId="1076"/>
          <ac:picMkLst>
            <pc:docMk/>
            <pc:sldMk cId="1679484577" sldId="9783"/>
            <ac:picMk id="286" creationId="{A6101607-9698-5877-D2AF-A4E0D2C2C52F}"/>
          </ac:picMkLst>
        </pc:picChg>
        <pc:picChg chg="add del mod">
          <ac:chgData name="Macher, Andreas (DI FA CTR PLC PPM)" userId="f1dcac62-7bef-43eb-91f0-927336a1714f" providerId="ADAL" clId="{5B710B73-F6D6-4A7D-9276-5384056BD54A}" dt="2022-10-26T13:24:10.515" v="2512" actId="478"/>
          <ac:picMkLst>
            <pc:docMk/>
            <pc:sldMk cId="1679484577" sldId="9783"/>
            <ac:picMk id="289" creationId="{A8A6B91E-D975-7084-B260-3D4D0086EAC6}"/>
          </ac:picMkLst>
        </pc:picChg>
        <pc:picChg chg="add del mod">
          <ac:chgData name="Macher, Andreas (DI FA CTR PLC PPM)" userId="f1dcac62-7bef-43eb-91f0-927336a1714f" providerId="ADAL" clId="{5B710B73-F6D6-4A7D-9276-5384056BD54A}" dt="2022-10-26T13:24:12.352" v="2514" actId="478"/>
          <ac:picMkLst>
            <pc:docMk/>
            <pc:sldMk cId="1679484577" sldId="9783"/>
            <ac:picMk id="290" creationId="{247416CC-DC9F-E2DE-4B4E-67C639E68AEE}"/>
          </ac:picMkLst>
        </pc:picChg>
        <pc:picChg chg="add del mod">
          <ac:chgData name="Macher, Andreas (DI FA CTR PLC PPM)" userId="f1dcac62-7bef-43eb-91f0-927336a1714f" providerId="ADAL" clId="{5B710B73-F6D6-4A7D-9276-5384056BD54A}" dt="2022-10-26T11:02:46.269" v="1159" actId="478"/>
          <ac:picMkLst>
            <pc:docMk/>
            <pc:sldMk cId="1679484577" sldId="9783"/>
            <ac:picMk id="291" creationId="{4CF2997F-3C20-6B5A-9BD1-53854B69C89D}"/>
          </ac:picMkLst>
        </pc:picChg>
        <pc:picChg chg="add mod">
          <ac:chgData name="Macher, Andreas (DI FA CTR PLC PPM)" userId="f1dcac62-7bef-43eb-91f0-927336a1714f" providerId="ADAL" clId="{5B710B73-F6D6-4A7D-9276-5384056BD54A}" dt="2022-10-26T11:11:24.752" v="1245" actId="554"/>
          <ac:picMkLst>
            <pc:docMk/>
            <pc:sldMk cId="1679484577" sldId="9783"/>
            <ac:picMk id="300" creationId="{98CF14E4-9C92-067E-A8C6-B5FF715C8729}"/>
          </ac:picMkLst>
        </pc:picChg>
        <pc:picChg chg="add mod">
          <ac:chgData name="Macher, Andreas (DI FA CTR PLC PPM)" userId="f1dcac62-7bef-43eb-91f0-927336a1714f" providerId="ADAL" clId="{5B710B73-F6D6-4A7D-9276-5384056BD54A}" dt="2022-10-26T11:11:24.752" v="1245" actId="554"/>
          <ac:picMkLst>
            <pc:docMk/>
            <pc:sldMk cId="1679484577" sldId="9783"/>
            <ac:picMk id="301" creationId="{7948DFA6-F49D-27E4-CBD7-AAF55A778F75}"/>
          </ac:picMkLst>
        </pc:picChg>
        <pc:picChg chg="add del mod">
          <ac:chgData name="Macher, Andreas (DI FA CTR PLC PPM)" userId="f1dcac62-7bef-43eb-91f0-927336a1714f" providerId="ADAL" clId="{5B710B73-F6D6-4A7D-9276-5384056BD54A}" dt="2022-10-26T11:10:41.750" v="1242" actId="478"/>
          <ac:picMkLst>
            <pc:docMk/>
            <pc:sldMk cId="1679484577" sldId="9783"/>
            <ac:picMk id="302" creationId="{B5AA5642-E6AE-294A-9B17-05B998688A57}"/>
          </ac:picMkLst>
        </pc:picChg>
        <pc:picChg chg="add mod">
          <ac:chgData name="Macher, Andreas (DI FA CTR PLC PPM)" userId="f1dcac62-7bef-43eb-91f0-927336a1714f" providerId="ADAL" clId="{5B710B73-F6D6-4A7D-9276-5384056BD54A}" dt="2022-10-26T11:11:24.752" v="1245" actId="554"/>
          <ac:picMkLst>
            <pc:docMk/>
            <pc:sldMk cId="1679484577" sldId="9783"/>
            <ac:picMk id="303" creationId="{742BDB2A-5950-61E3-D450-B420DA179F24}"/>
          </ac:picMkLst>
        </pc:picChg>
        <pc:picChg chg="add mod">
          <ac:chgData name="Macher, Andreas (DI FA CTR PLC PPM)" userId="f1dcac62-7bef-43eb-91f0-927336a1714f" providerId="ADAL" clId="{5B710B73-F6D6-4A7D-9276-5384056BD54A}" dt="2022-10-26T11:11:24.752" v="1245" actId="554"/>
          <ac:picMkLst>
            <pc:docMk/>
            <pc:sldMk cId="1679484577" sldId="9783"/>
            <ac:picMk id="304" creationId="{EEFCD0CE-02C3-27CC-8345-E7646F3D9FA2}"/>
          </ac:picMkLst>
        </pc:picChg>
        <pc:picChg chg="add mod">
          <ac:chgData name="Macher, Andreas (DI FA CTR PLC PPM)" userId="f1dcac62-7bef-43eb-91f0-927336a1714f" providerId="ADAL" clId="{5B710B73-F6D6-4A7D-9276-5384056BD54A}" dt="2022-10-26T11:11:24.752" v="1245" actId="554"/>
          <ac:picMkLst>
            <pc:docMk/>
            <pc:sldMk cId="1679484577" sldId="9783"/>
            <ac:picMk id="305" creationId="{89A2EED7-BF33-8CBD-8ADF-B6DE61358401}"/>
          </ac:picMkLst>
        </pc:picChg>
        <pc:picChg chg="add mod ord">
          <ac:chgData name="Macher, Andreas (DI FA CTR PLC PPM)" userId="f1dcac62-7bef-43eb-91f0-927336a1714f" providerId="ADAL" clId="{5B710B73-F6D6-4A7D-9276-5384056BD54A}" dt="2022-10-26T13:25:11.273" v="2535" actId="554"/>
          <ac:picMkLst>
            <pc:docMk/>
            <pc:sldMk cId="1679484577" sldId="9783"/>
            <ac:picMk id="306" creationId="{539E478D-2F5E-7991-BE17-652776EEBD43}"/>
          </ac:picMkLst>
        </pc:picChg>
        <pc:picChg chg="add mod ord">
          <ac:chgData name="Macher, Andreas (DI FA CTR PLC PPM)" userId="f1dcac62-7bef-43eb-91f0-927336a1714f" providerId="ADAL" clId="{5B710B73-F6D6-4A7D-9276-5384056BD54A}" dt="2022-10-26T13:25:11.273" v="2535" actId="554"/>
          <ac:picMkLst>
            <pc:docMk/>
            <pc:sldMk cId="1679484577" sldId="9783"/>
            <ac:picMk id="307" creationId="{C28E27F4-7404-1C7B-A316-3EDE6F7267A9}"/>
          </ac:picMkLst>
        </pc:picChg>
        <pc:picChg chg="add mod ord">
          <ac:chgData name="Macher, Andreas (DI FA CTR PLC PPM)" userId="f1dcac62-7bef-43eb-91f0-927336a1714f" providerId="ADAL" clId="{5B710B73-F6D6-4A7D-9276-5384056BD54A}" dt="2022-10-26T13:25:11.273" v="2535" actId="554"/>
          <ac:picMkLst>
            <pc:docMk/>
            <pc:sldMk cId="1679484577" sldId="9783"/>
            <ac:picMk id="309" creationId="{740F0D77-4DAE-6918-8678-4025EBC201B7}"/>
          </ac:picMkLst>
        </pc:picChg>
        <pc:cxnChg chg="add mod">
          <ac:chgData name="Macher, Andreas (DI FA CTR PLC PPM)" userId="f1dcac62-7bef-43eb-91f0-927336a1714f" providerId="ADAL" clId="{5B710B73-F6D6-4A7D-9276-5384056BD54A}" dt="2022-11-16T16:06:51.167" v="7879" actId="1076"/>
          <ac:cxnSpMkLst>
            <pc:docMk/>
            <pc:sldMk cId="1679484577" sldId="9783"/>
            <ac:cxnSpMk id="29" creationId="{2CF8B1A1-3F17-B6C8-080B-8F2FA0D37898}"/>
          </ac:cxnSpMkLst>
        </pc:cxnChg>
        <pc:cxnChg chg="del">
          <ac:chgData name="Macher, Andreas (DI FA CTR PLC PPM)" userId="f1dcac62-7bef-43eb-91f0-927336a1714f" providerId="ADAL" clId="{5B710B73-F6D6-4A7D-9276-5384056BD54A}" dt="2022-10-26T09:37:33.558" v="588" actId="478"/>
          <ac:cxnSpMkLst>
            <pc:docMk/>
            <pc:sldMk cId="1679484577" sldId="9783"/>
            <ac:cxnSpMk id="50" creationId="{00000000-0000-0000-0000-000000000000}"/>
          </ac:cxnSpMkLst>
        </pc:cxnChg>
        <pc:cxnChg chg="del">
          <ac:chgData name="Macher, Andreas (DI FA CTR PLC PPM)" userId="f1dcac62-7bef-43eb-91f0-927336a1714f" providerId="ADAL" clId="{5B710B73-F6D6-4A7D-9276-5384056BD54A}" dt="2022-10-26T09:37:33.558" v="588" actId="478"/>
          <ac:cxnSpMkLst>
            <pc:docMk/>
            <pc:sldMk cId="1679484577" sldId="9783"/>
            <ac:cxnSpMk id="51" creationId="{00000000-0000-0000-0000-000000000000}"/>
          </ac:cxnSpMkLst>
        </pc:cxnChg>
        <pc:cxnChg chg="del">
          <ac:chgData name="Macher, Andreas (DI FA CTR PLC PPM)" userId="f1dcac62-7bef-43eb-91f0-927336a1714f" providerId="ADAL" clId="{5B710B73-F6D6-4A7D-9276-5384056BD54A}" dt="2022-10-26T09:37:33.558" v="588" actId="478"/>
          <ac:cxnSpMkLst>
            <pc:docMk/>
            <pc:sldMk cId="1679484577" sldId="9783"/>
            <ac:cxnSpMk id="54" creationId="{00000000-0000-0000-0000-000000000000}"/>
          </ac:cxnSpMkLst>
        </pc:cxnChg>
        <pc:cxnChg chg="del">
          <ac:chgData name="Macher, Andreas (DI FA CTR PLC PPM)" userId="f1dcac62-7bef-43eb-91f0-927336a1714f" providerId="ADAL" clId="{5B710B73-F6D6-4A7D-9276-5384056BD54A}" dt="2022-10-26T09:37:33.558" v="588" actId="478"/>
          <ac:cxnSpMkLst>
            <pc:docMk/>
            <pc:sldMk cId="1679484577" sldId="9783"/>
            <ac:cxnSpMk id="64" creationId="{00000000-0000-0000-0000-000000000000}"/>
          </ac:cxnSpMkLst>
        </pc:cxnChg>
        <pc:cxnChg chg="add mod">
          <ac:chgData name="Macher, Andreas (DI FA CTR PLC PPM)" userId="f1dcac62-7bef-43eb-91f0-927336a1714f" providerId="ADAL" clId="{5B710B73-F6D6-4A7D-9276-5384056BD54A}" dt="2022-10-26T11:03:26.970" v="1177" actId="1037"/>
          <ac:cxnSpMkLst>
            <pc:docMk/>
            <pc:sldMk cId="1679484577" sldId="9783"/>
            <ac:cxnSpMk id="87" creationId="{CD879679-808A-18BF-E86E-FFB547E8D60A}"/>
          </ac:cxnSpMkLst>
        </pc:cxnChg>
        <pc:cxnChg chg="add mod">
          <ac:chgData name="Macher, Andreas (DI FA CTR PLC PPM)" userId="f1dcac62-7bef-43eb-91f0-927336a1714f" providerId="ADAL" clId="{5B710B73-F6D6-4A7D-9276-5384056BD54A}" dt="2022-10-26T11:03:26.970" v="1177" actId="1037"/>
          <ac:cxnSpMkLst>
            <pc:docMk/>
            <pc:sldMk cId="1679484577" sldId="9783"/>
            <ac:cxnSpMk id="89" creationId="{F433E82E-6987-289F-59B6-28A0CC18AE1F}"/>
          </ac:cxnSpMkLst>
        </pc:cxnChg>
        <pc:cxnChg chg="add mod">
          <ac:chgData name="Macher, Andreas (DI FA CTR PLC PPM)" userId="f1dcac62-7bef-43eb-91f0-927336a1714f" providerId="ADAL" clId="{5B710B73-F6D6-4A7D-9276-5384056BD54A}" dt="2022-10-26T09:48:40.415" v="662" actId="1076"/>
          <ac:cxnSpMkLst>
            <pc:docMk/>
            <pc:sldMk cId="1679484577" sldId="9783"/>
            <ac:cxnSpMk id="97" creationId="{3B15D758-CD32-3EB2-3199-5B8A9746BBC1}"/>
          </ac:cxnSpMkLst>
        </pc:cxnChg>
        <pc:cxnChg chg="add mod">
          <ac:chgData name="Macher, Andreas (DI FA CTR PLC PPM)" userId="f1dcac62-7bef-43eb-91f0-927336a1714f" providerId="ADAL" clId="{5B710B73-F6D6-4A7D-9276-5384056BD54A}" dt="2022-10-26T09:50:45.435" v="667" actId="1076"/>
          <ac:cxnSpMkLst>
            <pc:docMk/>
            <pc:sldMk cId="1679484577" sldId="9783"/>
            <ac:cxnSpMk id="98" creationId="{ED5155BB-40D6-F5BD-1B46-30092FA56647}"/>
          </ac:cxnSpMkLst>
        </pc:cxnChg>
        <pc:cxnChg chg="del">
          <ac:chgData name="Macher, Andreas (DI FA CTR PLC PPM)" userId="f1dcac62-7bef-43eb-91f0-927336a1714f" providerId="ADAL" clId="{5B710B73-F6D6-4A7D-9276-5384056BD54A}" dt="2022-10-26T09:37:33.558" v="588" actId="478"/>
          <ac:cxnSpMkLst>
            <pc:docMk/>
            <pc:sldMk cId="1679484577" sldId="9783"/>
            <ac:cxnSpMk id="109" creationId="{00000000-0000-0000-0000-000000000000}"/>
          </ac:cxnSpMkLst>
        </pc:cxnChg>
        <pc:cxnChg chg="del">
          <ac:chgData name="Macher, Andreas (DI FA CTR PLC PPM)" userId="f1dcac62-7bef-43eb-91f0-927336a1714f" providerId="ADAL" clId="{5B710B73-F6D6-4A7D-9276-5384056BD54A}" dt="2022-10-26T09:37:33.558" v="588" actId="478"/>
          <ac:cxnSpMkLst>
            <pc:docMk/>
            <pc:sldMk cId="1679484577" sldId="9783"/>
            <ac:cxnSpMk id="110" creationId="{00000000-0000-0000-0000-000000000000}"/>
          </ac:cxnSpMkLst>
        </pc:cxnChg>
        <pc:cxnChg chg="del">
          <ac:chgData name="Macher, Andreas (DI FA CTR PLC PPM)" userId="f1dcac62-7bef-43eb-91f0-927336a1714f" providerId="ADAL" clId="{5B710B73-F6D6-4A7D-9276-5384056BD54A}" dt="2022-10-26T09:37:33.558" v="588" actId="478"/>
          <ac:cxnSpMkLst>
            <pc:docMk/>
            <pc:sldMk cId="1679484577" sldId="9783"/>
            <ac:cxnSpMk id="112" creationId="{00000000-0000-0000-0000-000000000000}"/>
          </ac:cxnSpMkLst>
        </pc:cxnChg>
        <pc:cxnChg chg="del">
          <ac:chgData name="Macher, Andreas (DI FA CTR PLC PPM)" userId="f1dcac62-7bef-43eb-91f0-927336a1714f" providerId="ADAL" clId="{5B710B73-F6D6-4A7D-9276-5384056BD54A}" dt="2022-10-26T09:37:33.558" v="588" actId="478"/>
          <ac:cxnSpMkLst>
            <pc:docMk/>
            <pc:sldMk cId="1679484577" sldId="9783"/>
            <ac:cxnSpMk id="115" creationId="{00000000-0000-0000-0000-000000000000}"/>
          </ac:cxnSpMkLst>
        </pc:cxnChg>
        <pc:cxnChg chg="del">
          <ac:chgData name="Macher, Andreas (DI FA CTR PLC PPM)" userId="f1dcac62-7bef-43eb-91f0-927336a1714f" providerId="ADAL" clId="{5B710B73-F6D6-4A7D-9276-5384056BD54A}" dt="2022-10-26T09:37:33.558" v="588" actId="478"/>
          <ac:cxnSpMkLst>
            <pc:docMk/>
            <pc:sldMk cId="1679484577" sldId="9783"/>
            <ac:cxnSpMk id="118" creationId="{00000000-0000-0000-0000-000000000000}"/>
          </ac:cxnSpMkLst>
        </pc:cxnChg>
        <pc:cxnChg chg="del">
          <ac:chgData name="Macher, Andreas (DI FA CTR PLC PPM)" userId="f1dcac62-7bef-43eb-91f0-927336a1714f" providerId="ADAL" clId="{5B710B73-F6D6-4A7D-9276-5384056BD54A}" dt="2022-10-26T09:37:33.558" v="588" actId="478"/>
          <ac:cxnSpMkLst>
            <pc:docMk/>
            <pc:sldMk cId="1679484577" sldId="9783"/>
            <ac:cxnSpMk id="119" creationId="{00000000-0000-0000-0000-000000000000}"/>
          </ac:cxnSpMkLst>
        </pc:cxnChg>
        <pc:cxnChg chg="del">
          <ac:chgData name="Macher, Andreas (DI FA CTR PLC PPM)" userId="f1dcac62-7bef-43eb-91f0-927336a1714f" providerId="ADAL" clId="{5B710B73-F6D6-4A7D-9276-5384056BD54A}" dt="2022-10-26T09:37:33.558" v="588" actId="478"/>
          <ac:cxnSpMkLst>
            <pc:docMk/>
            <pc:sldMk cId="1679484577" sldId="9783"/>
            <ac:cxnSpMk id="130" creationId="{00000000-0000-0000-0000-000000000000}"/>
          </ac:cxnSpMkLst>
        </pc:cxnChg>
        <pc:cxnChg chg="del">
          <ac:chgData name="Macher, Andreas (DI FA CTR PLC PPM)" userId="f1dcac62-7bef-43eb-91f0-927336a1714f" providerId="ADAL" clId="{5B710B73-F6D6-4A7D-9276-5384056BD54A}" dt="2022-10-26T09:37:33.558" v="588" actId="478"/>
          <ac:cxnSpMkLst>
            <pc:docMk/>
            <pc:sldMk cId="1679484577" sldId="9783"/>
            <ac:cxnSpMk id="131" creationId="{00000000-0000-0000-0000-000000000000}"/>
          </ac:cxnSpMkLst>
        </pc:cxnChg>
        <pc:cxnChg chg="del">
          <ac:chgData name="Macher, Andreas (DI FA CTR PLC PPM)" userId="f1dcac62-7bef-43eb-91f0-927336a1714f" providerId="ADAL" clId="{5B710B73-F6D6-4A7D-9276-5384056BD54A}" dt="2022-10-26T09:37:33.558" v="588" actId="478"/>
          <ac:cxnSpMkLst>
            <pc:docMk/>
            <pc:sldMk cId="1679484577" sldId="9783"/>
            <ac:cxnSpMk id="136" creationId="{00000000-0000-0000-0000-000000000000}"/>
          </ac:cxnSpMkLst>
        </pc:cxnChg>
        <pc:cxnChg chg="add del mod">
          <ac:chgData name="Macher, Andreas (DI FA CTR PLC PPM)" userId="f1dcac62-7bef-43eb-91f0-927336a1714f" providerId="ADAL" clId="{5B710B73-F6D6-4A7D-9276-5384056BD54A}" dt="2022-10-26T13:21:32.214" v="2481" actId="478"/>
          <ac:cxnSpMkLst>
            <pc:docMk/>
            <pc:sldMk cId="1679484577" sldId="9783"/>
            <ac:cxnSpMk id="141" creationId="{99EAFDA8-142A-AA71-F2A6-1C02B8338FFE}"/>
          </ac:cxnSpMkLst>
        </pc:cxnChg>
        <pc:cxnChg chg="del">
          <ac:chgData name="Macher, Andreas (DI FA CTR PLC PPM)" userId="f1dcac62-7bef-43eb-91f0-927336a1714f" providerId="ADAL" clId="{5B710B73-F6D6-4A7D-9276-5384056BD54A}" dt="2022-10-26T09:37:33.558" v="588" actId="478"/>
          <ac:cxnSpMkLst>
            <pc:docMk/>
            <pc:sldMk cId="1679484577" sldId="9783"/>
            <ac:cxnSpMk id="142" creationId="{00000000-0000-0000-0000-000000000000}"/>
          </ac:cxnSpMkLst>
        </pc:cxnChg>
        <pc:cxnChg chg="add del mod">
          <ac:chgData name="Macher, Andreas (DI FA CTR PLC PPM)" userId="f1dcac62-7bef-43eb-91f0-927336a1714f" providerId="ADAL" clId="{5B710B73-F6D6-4A7D-9276-5384056BD54A}" dt="2022-10-26T13:21:37.330" v="2486" actId="478"/>
          <ac:cxnSpMkLst>
            <pc:docMk/>
            <pc:sldMk cId="1679484577" sldId="9783"/>
            <ac:cxnSpMk id="203" creationId="{2F88F5A6-3783-4F78-C54B-C83C4757AEF6}"/>
          </ac:cxnSpMkLst>
        </pc:cxnChg>
        <pc:cxnChg chg="add del mod">
          <ac:chgData name="Macher, Andreas (DI FA CTR PLC PPM)" userId="f1dcac62-7bef-43eb-91f0-927336a1714f" providerId="ADAL" clId="{5B710B73-F6D6-4A7D-9276-5384056BD54A}" dt="2022-10-26T10:26:20.497" v="953" actId="478"/>
          <ac:cxnSpMkLst>
            <pc:docMk/>
            <pc:sldMk cId="1679484577" sldId="9783"/>
            <ac:cxnSpMk id="217" creationId="{F07C629D-548B-FDA0-B926-7BB894481AD1}"/>
          </ac:cxnSpMkLst>
        </pc:cxnChg>
        <pc:cxnChg chg="add del mod">
          <ac:chgData name="Macher, Andreas (DI FA CTR PLC PPM)" userId="f1dcac62-7bef-43eb-91f0-927336a1714f" providerId="ADAL" clId="{5B710B73-F6D6-4A7D-9276-5384056BD54A}" dt="2022-10-26T10:08:50.646" v="936" actId="478"/>
          <ac:cxnSpMkLst>
            <pc:docMk/>
            <pc:sldMk cId="1679484577" sldId="9783"/>
            <ac:cxnSpMk id="218" creationId="{496B4F28-290E-7AF4-C461-EE63F5084789}"/>
          </ac:cxnSpMkLst>
        </pc:cxnChg>
        <pc:cxnChg chg="add del mod">
          <ac:chgData name="Macher, Andreas (DI FA CTR PLC PPM)" userId="f1dcac62-7bef-43eb-91f0-927336a1714f" providerId="ADAL" clId="{5B710B73-F6D6-4A7D-9276-5384056BD54A}" dt="2022-10-26T10:05:58.153" v="881"/>
          <ac:cxnSpMkLst>
            <pc:docMk/>
            <pc:sldMk cId="1679484577" sldId="9783"/>
            <ac:cxnSpMk id="232" creationId="{111F689C-6531-5712-8DAB-7D970BD3B7D5}"/>
          </ac:cxnSpMkLst>
        </pc:cxnChg>
        <pc:cxnChg chg="add del mod">
          <ac:chgData name="Macher, Andreas (DI FA CTR PLC PPM)" userId="f1dcac62-7bef-43eb-91f0-927336a1714f" providerId="ADAL" clId="{5B710B73-F6D6-4A7D-9276-5384056BD54A}" dt="2022-10-26T10:05:58.153" v="881"/>
          <ac:cxnSpMkLst>
            <pc:docMk/>
            <pc:sldMk cId="1679484577" sldId="9783"/>
            <ac:cxnSpMk id="233" creationId="{933AB216-CF00-1156-E479-E62A0847EB9B}"/>
          </ac:cxnSpMkLst>
        </pc:cxnChg>
        <pc:cxnChg chg="add del mod">
          <ac:chgData name="Macher, Andreas (DI FA CTR PLC PPM)" userId="f1dcac62-7bef-43eb-91f0-927336a1714f" providerId="ADAL" clId="{5B710B73-F6D6-4A7D-9276-5384056BD54A}" dt="2022-10-26T13:22:24.036" v="2497" actId="478"/>
          <ac:cxnSpMkLst>
            <pc:docMk/>
            <pc:sldMk cId="1679484577" sldId="9783"/>
            <ac:cxnSpMk id="239" creationId="{D8701F1B-90B2-BBE5-857B-CFA19F8F69E8}"/>
          </ac:cxnSpMkLst>
        </pc:cxnChg>
        <pc:cxnChg chg="add del mod">
          <ac:chgData name="Macher, Andreas (DI FA CTR PLC PPM)" userId="f1dcac62-7bef-43eb-91f0-927336a1714f" providerId="ADAL" clId="{5B710B73-F6D6-4A7D-9276-5384056BD54A}" dt="2022-10-26T10:08:11.045" v="916" actId="478"/>
          <ac:cxnSpMkLst>
            <pc:docMk/>
            <pc:sldMk cId="1679484577" sldId="9783"/>
            <ac:cxnSpMk id="240" creationId="{57676511-D85A-3B7C-24C9-E3CAD03A06BD}"/>
          </ac:cxnSpMkLst>
        </pc:cxnChg>
        <pc:cxnChg chg="add del mod ord">
          <ac:chgData name="Macher, Andreas (DI FA CTR PLC PPM)" userId="f1dcac62-7bef-43eb-91f0-927336a1714f" providerId="ADAL" clId="{5B710B73-F6D6-4A7D-9276-5384056BD54A}" dt="2022-10-26T13:22:22.049" v="2495" actId="478"/>
          <ac:cxnSpMkLst>
            <pc:docMk/>
            <pc:sldMk cId="1679484577" sldId="9783"/>
            <ac:cxnSpMk id="242" creationId="{3DD45E99-5C9F-E892-6815-8A6A508A2971}"/>
          </ac:cxnSpMkLst>
        </pc:cxnChg>
        <pc:cxnChg chg="add del mod">
          <ac:chgData name="Macher, Andreas (DI FA CTR PLC PPM)" userId="f1dcac62-7bef-43eb-91f0-927336a1714f" providerId="ADAL" clId="{5B710B73-F6D6-4A7D-9276-5384056BD54A}" dt="2022-10-26T10:09:42.261" v="940" actId="478"/>
          <ac:cxnSpMkLst>
            <pc:docMk/>
            <pc:sldMk cId="1679484577" sldId="9783"/>
            <ac:cxnSpMk id="244" creationId="{C6806CC4-5FC1-218D-C540-A512F0616D58}"/>
          </ac:cxnSpMkLst>
        </pc:cxnChg>
        <pc:cxnChg chg="add mod">
          <ac:chgData name="Macher, Andreas (DI FA CTR PLC PPM)" userId="f1dcac62-7bef-43eb-91f0-927336a1714f" providerId="ADAL" clId="{5B710B73-F6D6-4A7D-9276-5384056BD54A}" dt="2022-10-26T11:03:26.970" v="1177" actId="1037"/>
          <ac:cxnSpMkLst>
            <pc:docMk/>
            <pc:sldMk cId="1679484577" sldId="9783"/>
            <ac:cxnSpMk id="251" creationId="{76B22BB3-9EB8-CA0D-DBF3-8478C3C2D1BB}"/>
          </ac:cxnSpMkLst>
        </pc:cxnChg>
        <pc:cxnChg chg="mod">
          <ac:chgData name="Macher, Andreas (DI FA CTR PLC PPM)" userId="f1dcac62-7bef-43eb-91f0-927336a1714f" providerId="ADAL" clId="{5B710B73-F6D6-4A7D-9276-5384056BD54A}" dt="2022-10-26T11:00:11.330" v="1152" actId="1076"/>
          <ac:cxnSpMkLst>
            <pc:docMk/>
            <pc:sldMk cId="1679484577" sldId="9783"/>
            <ac:cxnSpMk id="268" creationId="{11F0A6BE-2CC4-2BA4-735D-DF9094A978D2}"/>
          </ac:cxnSpMkLst>
        </pc:cxnChg>
        <pc:cxnChg chg="mod">
          <ac:chgData name="Macher, Andreas (DI FA CTR PLC PPM)" userId="f1dcac62-7bef-43eb-91f0-927336a1714f" providerId="ADAL" clId="{5B710B73-F6D6-4A7D-9276-5384056BD54A}" dt="2022-10-26T11:00:11.330" v="1152" actId="1076"/>
          <ac:cxnSpMkLst>
            <pc:docMk/>
            <pc:sldMk cId="1679484577" sldId="9783"/>
            <ac:cxnSpMk id="269" creationId="{E339329D-9F22-5BE9-5931-5102CF26D45B}"/>
          </ac:cxnSpMkLst>
        </pc:cxnChg>
        <pc:cxnChg chg="add del mod">
          <ac:chgData name="Macher, Andreas (DI FA CTR PLC PPM)" userId="f1dcac62-7bef-43eb-91f0-927336a1714f" providerId="ADAL" clId="{5B710B73-F6D6-4A7D-9276-5384056BD54A}" dt="2022-10-26T13:24:11.296" v="2513" actId="478"/>
          <ac:cxnSpMkLst>
            <pc:docMk/>
            <pc:sldMk cId="1679484577" sldId="9783"/>
            <ac:cxnSpMk id="292" creationId="{DF4FDFC0-3CE6-D918-2C67-5909F72F3B14}"/>
          </ac:cxnSpMkLst>
        </pc:cxnChg>
        <pc:cxnChg chg="add del mod">
          <ac:chgData name="Macher, Andreas (DI FA CTR PLC PPM)" userId="f1dcac62-7bef-43eb-91f0-927336a1714f" providerId="ADAL" clId="{5B710B73-F6D6-4A7D-9276-5384056BD54A}" dt="2022-10-26T13:24:14.911" v="2517" actId="478"/>
          <ac:cxnSpMkLst>
            <pc:docMk/>
            <pc:sldMk cId="1679484577" sldId="9783"/>
            <ac:cxnSpMk id="293" creationId="{13B60B43-D3BD-EE88-4493-6FD4463609EF}"/>
          </ac:cxnSpMkLst>
        </pc:cxnChg>
        <pc:cxnChg chg="add mod">
          <ac:chgData name="Macher, Andreas (DI FA CTR PLC PPM)" userId="f1dcac62-7bef-43eb-91f0-927336a1714f" providerId="ADAL" clId="{5B710B73-F6D6-4A7D-9276-5384056BD54A}" dt="2022-10-26T11:02:38.463" v="1157" actId="1076"/>
          <ac:cxnSpMkLst>
            <pc:docMk/>
            <pc:sldMk cId="1679484577" sldId="9783"/>
            <ac:cxnSpMk id="294" creationId="{6FCA8A58-B180-E91F-CEAA-B76794C0EF6A}"/>
          </ac:cxnSpMkLst>
        </pc:cxnChg>
        <pc:cxnChg chg="add mod">
          <ac:chgData name="Macher, Andreas (DI FA CTR PLC PPM)" userId="f1dcac62-7bef-43eb-91f0-927336a1714f" providerId="ADAL" clId="{5B710B73-F6D6-4A7D-9276-5384056BD54A}" dt="2022-10-26T11:03:03.495" v="1161" actId="1076"/>
          <ac:cxnSpMkLst>
            <pc:docMk/>
            <pc:sldMk cId="1679484577" sldId="9783"/>
            <ac:cxnSpMk id="295" creationId="{A0A2C992-196C-921A-A720-8B7E493824BE}"/>
          </ac:cxnSpMkLst>
        </pc:cxnChg>
      </pc:sldChg>
      <pc:sldChg chg="addSp delSp modSp add mod modAnim chgLayout">
        <pc:chgData name="Macher, Andreas (DI FA CTR PLC PPM)" userId="f1dcac62-7bef-43eb-91f0-927336a1714f" providerId="ADAL" clId="{5B710B73-F6D6-4A7D-9276-5384056BD54A}" dt="2022-11-23T12:21:55.580" v="8996"/>
        <pc:sldMkLst>
          <pc:docMk/>
          <pc:sldMk cId="1233436529" sldId="9784"/>
        </pc:sldMkLst>
        <pc:spChg chg="mod ord">
          <ac:chgData name="Macher, Andreas (DI FA CTR PLC PPM)" userId="f1dcac62-7bef-43eb-91f0-927336a1714f" providerId="ADAL" clId="{5B710B73-F6D6-4A7D-9276-5384056BD54A}" dt="2022-11-23T12:21:55.580" v="8996"/>
          <ac:spMkLst>
            <pc:docMk/>
            <pc:sldMk cId="1233436529" sldId="9784"/>
            <ac:spMk id="2" creationId="{5B64D186-2FA4-4B6C-A55E-5EAD51E916BA}"/>
          </ac:spMkLst>
        </pc:spChg>
        <pc:spChg chg="mod topLvl">
          <ac:chgData name="Macher, Andreas (DI FA CTR PLC PPM)" userId="f1dcac62-7bef-43eb-91f0-927336a1714f" providerId="ADAL" clId="{5B710B73-F6D6-4A7D-9276-5384056BD54A}" dt="2022-11-07T20:50:53.685" v="6432" actId="1037"/>
          <ac:spMkLst>
            <pc:docMk/>
            <pc:sldMk cId="1233436529" sldId="9784"/>
            <ac:spMk id="3" creationId="{3776DFFA-3C47-2BD1-27ED-6541EC2A2E53}"/>
          </ac:spMkLst>
        </pc:spChg>
        <pc:spChg chg="mod ord">
          <ac:chgData name="Macher, Andreas (DI FA CTR PLC PPM)" userId="f1dcac62-7bef-43eb-91f0-927336a1714f" providerId="ADAL" clId="{5B710B73-F6D6-4A7D-9276-5384056BD54A}" dt="2022-11-07T20:49:32.718" v="6411" actId="700"/>
          <ac:spMkLst>
            <pc:docMk/>
            <pc:sldMk cId="1233436529" sldId="9784"/>
            <ac:spMk id="4" creationId="{00000000-0000-0000-0000-000000000000}"/>
          </ac:spMkLst>
        </pc:spChg>
        <pc:spChg chg="mod topLvl">
          <ac:chgData name="Macher, Andreas (DI FA CTR PLC PPM)" userId="f1dcac62-7bef-43eb-91f0-927336a1714f" providerId="ADAL" clId="{5B710B73-F6D6-4A7D-9276-5384056BD54A}" dt="2022-11-07T20:51:04.253" v="6433" actId="1076"/>
          <ac:spMkLst>
            <pc:docMk/>
            <pc:sldMk cId="1233436529" sldId="9784"/>
            <ac:spMk id="6" creationId="{20F17C3B-44B6-F9E6-143B-EAFA33251FD6}"/>
          </ac:spMkLst>
        </pc:spChg>
        <pc:spChg chg="del mod topLvl">
          <ac:chgData name="Macher, Andreas (DI FA CTR PLC PPM)" userId="f1dcac62-7bef-43eb-91f0-927336a1714f" providerId="ADAL" clId="{5B710B73-F6D6-4A7D-9276-5384056BD54A}" dt="2022-11-07T20:50:09.667" v="6415" actId="478"/>
          <ac:spMkLst>
            <pc:docMk/>
            <pc:sldMk cId="1233436529" sldId="9784"/>
            <ac:spMk id="15" creationId="{023F9E43-4B78-74FB-BA97-FF070B027BC1}"/>
          </ac:spMkLst>
        </pc:spChg>
        <pc:spChg chg="del mod topLvl">
          <ac:chgData name="Macher, Andreas (DI FA CTR PLC PPM)" userId="f1dcac62-7bef-43eb-91f0-927336a1714f" providerId="ADAL" clId="{5B710B73-F6D6-4A7D-9276-5384056BD54A}" dt="2022-11-07T20:50:09.667" v="6415" actId="478"/>
          <ac:spMkLst>
            <pc:docMk/>
            <pc:sldMk cId="1233436529" sldId="9784"/>
            <ac:spMk id="16" creationId="{399F7D5F-222C-8CF0-06A2-EAE9828A2E9B}"/>
          </ac:spMkLst>
        </pc:spChg>
        <pc:spChg chg="del">
          <ac:chgData name="Macher, Andreas (DI FA CTR PLC PPM)" userId="f1dcac62-7bef-43eb-91f0-927336a1714f" providerId="ADAL" clId="{5B710B73-F6D6-4A7D-9276-5384056BD54A}" dt="2022-11-22T16:15:28.609" v="8450" actId="478"/>
          <ac:spMkLst>
            <pc:docMk/>
            <pc:sldMk cId="1233436529" sldId="9784"/>
            <ac:spMk id="16" creationId="{B86F4796-048D-1AF5-2ECB-A1D663F3B16E}"/>
          </ac:spMkLst>
        </pc:spChg>
        <pc:spChg chg="mod ord topLvl">
          <ac:chgData name="Macher, Andreas (DI FA CTR PLC PPM)" userId="f1dcac62-7bef-43eb-91f0-927336a1714f" providerId="ADAL" clId="{5B710B73-F6D6-4A7D-9276-5384056BD54A}" dt="2022-10-26T11:16:19.286" v="1492" actId="164"/>
          <ac:spMkLst>
            <pc:docMk/>
            <pc:sldMk cId="1233436529" sldId="9784"/>
            <ac:spMk id="17" creationId="{8C196339-B5A9-75A5-F189-3D54650B77F0}"/>
          </ac:spMkLst>
        </pc:spChg>
        <pc:spChg chg="add mod ord">
          <ac:chgData name="Macher, Andreas (DI FA CTR PLC PPM)" userId="f1dcac62-7bef-43eb-91f0-927336a1714f" providerId="ADAL" clId="{5B710B73-F6D6-4A7D-9276-5384056BD54A}" dt="2022-11-07T20:49:52.546" v="6413" actId="167"/>
          <ac:spMkLst>
            <pc:docMk/>
            <pc:sldMk cId="1233436529" sldId="9784"/>
            <ac:spMk id="19" creationId="{61092288-917A-2FC9-D230-64B54AACA5D8}"/>
          </ac:spMkLst>
        </pc:spChg>
        <pc:spChg chg="mod">
          <ac:chgData name="Macher, Andreas (DI FA CTR PLC PPM)" userId="f1dcac62-7bef-43eb-91f0-927336a1714f" providerId="ADAL" clId="{5B710B73-F6D6-4A7D-9276-5384056BD54A}" dt="2022-11-07T20:51:21.388" v="6435" actId="207"/>
          <ac:spMkLst>
            <pc:docMk/>
            <pc:sldMk cId="1233436529" sldId="9784"/>
            <ac:spMk id="20" creationId="{5D1AE9B5-6A9F-8290-D9AC-D574A8EC8CFA}"/>
          </ac:spMkLst>
        </pc:spChg>
        <pc:spChg chg="add mod">
          <ac:chgData name="Macher, Andreas (DI FA CTR PLC PPM)" userId="f1dcac62-7bef-43eb-91f0-927336a1714f" providerId="ADAL" clId="{5B710B73-F6D6-4A7D-9276-5384056BD54A}" dt="2022-11-07T20:50:43.312" v="6418" actId="1076"/>
          <ac:spMkLst>
            <pc:docMk/>
            <pc:sldMk cId="1233436529" sldId="9784"/>
            <ac:spMk id="28" creationId="{391C08D3-9C5E-6DB2-ADF9-830CD0D7D53F}"/>
          </ac:spMkLst>
        </pc:spChg>
        <pc:spChg chg="del topLvl">
          <ac:chgData name="Macher, Andreas (DI FA CTR PLC PPM)" userId="f1dcac62-7bef-43eb-91f0-927336a1714f" providerId="ADAL" clId="{5B710B73-F6D6-4A7D-9276-5384056BD54A}" dt="2022-11-22T16:16:18.126" v="8466" actId="478"/>
          <ac:spMkLst>
            <pc:docMk/>
            <pc:sldMk cId="1233436529" sldId="9784"/>
            <ac:spMk id="33" creationId="{FF178D79-76DB-52A8-C554-D6F43C89057F}"/>
          </ac:spMkLst>
        </pc:spChg>
        <pc:spChg chg="del mod topLvl">
          <ac:chgData name="Macher, Andreas (DI FA CTR PLC PPM)" userId="f1dcac62-7bef-43eb-91f0-927336a1714f" providerId="ADAL" clId="{5B710B73-F6D6-4A7D-9276-5384056BD54A}" dt="2022-11-22T16:16:16.737" v="8465" actId="478"/>
          <ac:spMkLst>
            <pc:docMk/>
            <pc:sldMk cId="1233436529" sldId="9784"/>
            <ac:spMk id="34" creationId="{EB3B408D-62CE-DF2B-D093-CC3BB19BBDF7}"/>
          </ac:spMkLst>
        </pc:spChg>
        <pc:spChg chg="del topLvl">
          <ac:chgData name="Macher, Andreas (DI FA CTR PLC PPM)" userId="f1dcac62-7bef-43eb-91f0-927336a1714f" providerId="ADAL" clId="{5B710B73-F6D6-4A7D-9276-5384056BD54A}" dt="2022-11-22T16:15:40.943" v="8455" actId="478"/>
          <ac:spMkLst>
            <pc:docMk/>
            <pc:sldMk cId="1233436529" sldId="9784"/>
            <ac:spMk id="36" creationId="{256C0831-B5DF-F38F-9220-70DF480FB19A}"/>
          </ac:spMkLst>
        </pc:spChg>
        <pc:spChg chg="del mod topLvl">
          <ac:chgData name="Macher, Andreas (DI FA CTR PLC PPM)" userId="f1dcac62-7bef-43eb-91f0-927336a1714f" providerId="ADAL" clId="{5B710B73-F6D6-4A7D-9276-5384056BD54A}" dt="2022-11-22T16:15:39.738" v="8454" actId="478"/>
          <ac:spMkLst>
            <pc:docMk/>
            <pc:sldMk cId="1233436529" sldId="9784"/>
            <ac:spMk id="37" creationId="{ED73710E-82B5-A076-C9A0-B4D1D924CF72}"/>
          </ac:spMkLst>
        </pc:spChg>
        <pc:spChg chg="del">
          <ac:chgData name="Macher, Andreas (DI FA CTR PLC PPM)" userId="f1dcac62-7bef-43eb-91f0-927336a1714f" providerId="ADAL" clId="{5B710B73-F6D6-4A7D-9276-5384056BD54A}" dt="2022-11-22T16:15:43.267" v="8456" actId="478"/>
          <ac:spMkLst>
            <pc:docMk/>
            <pc:sldMk cId="1233436529" sldId="9784"/>
            <ac:spMk id="38" creationId="{219A94DE-6691-2F23-8C74-12E509E1751A}"/>
          </ac:spMkLst>
        </pc:spChg>
        <pc:spChg chg="del topLvl">
          <ac:chgData name="Macher, Andreas (DI FA CTR PLC PPM)" userId="f1dcac62-7bef-43eb-91f0-927336a1714f" providerId="ADAL" clId="{5B710B73-F6D6-4A7D-9276-5384056BD54A}" dt="2022-11-22T16:16:23.269" v="8468" actId="478"/>
          <ac:spMkLst>
            <pc:docMk/>
            <pc:sldMk cId="1233436529" sldId="9784"/>
            <ac:spMk id="40" creationId="{9761E85D-7A28-F26B-D249-6AE6C5FB128F}"/>
          </ac:spMkLst>
        </pc:spChg>
        <pc:spChg chg="del mod topLvl">
          <ac:chgData name="Macher, Andreas (DI FA CTR PLC PPM)" userId="f1dcac62-7bef-43eb-91f0-927336a1714f" providerId="ADAL" clId="{5B710B73-F6D6-4A7D-9276-5384056BD54A}" dt="2022-11-22T16:16:22.059" v="8467" actId="478"/>
          <ac:spMkLst>
            <pc:docMk/>
            <pc:sldMk cId="1233436529" sldId="9784"/>
            <ac:spMk id="41" creationId="{2A96A1C4-E198-8229-14E0-0EB7A8B519C0}"/>
          </ac:spMkLst>
        </pc:spChg>
        <pc:spChg chg="add del mod">
          <ac:chgData name="Macher, Andreas (DI FA CTR PLC PPM)" userId="f1dcac62-7bef-43eb-91f0-927336a1714f" providerId="ADAL" clId="{5B710B73-F6D6-4A7D-9276-5384056BD54A}" dt="2022-10-26T11:20:23.679" v="1565" actId="478"/>
          <ac:spMkLst>
            <pc:docMk/>
            <pc:sldMk cId="1233436529" sldId="9784"/>
            <ac:spMk id="50" creationId="{2566FA10-9F17-56AE-B8B1-083D94B5CEE5}"/>
          </ac:spMkLst>
        </pc:spChg>
        <pc:spChg chg="add del mod">
          <ac:chgData name="Macher, Andreas (DI FA CTR PLC PPM)" userId="f1dcac62-7bef-43eb-91f0-927336a1714f" providerId="ADAL" clId="{5B710B73-F6D6-4A7D-9276-5384056BD54A}" dt="2022-10-26T13:43:37.662" v="2601" actId="478"/>
          <ac:spMkLst>
            <pc:docMk/>
            <pc:sldMk cId="1233436529" sldId="9784"/>
            <ac:spMk id="51" creationId="{B511CC88-5170-E0B3-6F52-E8592BA22A26}"/>
          </ac:spMkLst>
        </pc:spChg>
        <pc:spChg chg="add del mod">
          <ac:chgData name="Macher, Andreas (DI FA CTR PLC PPM)" userId="f1dcac62-7bef-43eb-91f0-927336a1714f" providerId="ADAL" clId="{5B710B73-F6D6-4A7D-9276-5384056BD54A}" dt="2022-10-26T13:45:13.974" v="2619" actId="478"/>
          <ac:spMkLst>
            <pc:docMk/>
            <pc:sldMk cId="1233436529" sldId="9784"/>
            <ac:spMk id="52" creationId="{9D97F1F3-1A8D-84CF-13C4-49AB5A41496D}"/>
          </ac:spMkLst>
        </pc:spChg>
        <pc:spChg chg="mod">
          <ac:chgData name="Macher, Andreas (DI FA CTR PLC PPM)" userId="f1dcac62-7bef-43eb-91f0-927336a1714f" providerId="ADAL" clId="{5B710B73-F6D6-4A7D-9276-5384056BD54A}" dt="2022-10-26T11:19:33.804" v="1525" actId="1076"/>
          <ac:spMkLst>
            <pc:docMk/>
            <pc:sldMk cId="1233436529" sldId="9784"/>
            <ac:spMk id="55" creationId="{39B9A9B8-F11C-94C9-45B1-8CF7FF05B4C4}"/>
          </ac:spMkLst>
        </pc:spChg>
        <pc:spChg chg="del ord">
          <ac:chgData name="Macher, Andreas (DI FA CTR PLC PPM)" userId="f1dcac62-7bef-43eb-91f0-927336a1714f" providerId="ADAL" clId="{5B710B73-F6D6-4A7D-9276-5384056BD54A}" dt="2022-10-26T13:43:11.228" v="2580" actId="478"/>
          <ac:spMkLst>
            <pc:docMk/>
            <pc:sldMk cId="1233436529" sldId="9784"/>
            <ac:spMk id="56" creationId="{195AECAD-0027-78F7-1A98-AAC531F0C8A8}"/>
          </ac:spMkLst>
        </pc:spChg>
        <pc:spChg chg="mod">
          <ac:chgData name="Macher, Andreas (DI FA CTR PLC PPM)" userId="f1dcac62-7bef-43eb-91f0-927336a1714f" providerId="ADAL" clId="{5B710B73-F6D6-4A7D-9276-5384056BD54A}" dt="2022-11-07T20:52:18.428" v="6445" actId="207"/>
          <ac:spMkLst>
            <pc:docMk/>
            <pc:sldMk cId="1233436529" sldId="9784"/>
            <ac:spMk id="62" creationId="{CF5D02A2-24A4-73FA-EA98-C3A555B48F33}"/>
          </ac:spMkLst>
        </pc:spChg>
        <pc:spChg chg="add mod">
          <ac:chgData name="Macher, Andreas (DI FA CTR PLC PPM)" userId="f1dcac62-7bef-43eb-91f0-927336a1714f" providerId="ADAL" clId="{5B710B73-F6D6-4A7D-9276-5384056BD54A}" dt="2022-10-26T11:27:33.773" v="1683" actId="1076"/>
          <ac:spMkLst>
            <pc:docMk/>
            <pc:sldMk cId="1233436529" sldId="9784"/>
            <ac:spMk id="69" creationId="{E13418AF-97C4-D44F-0258-B494B2C1CBA2}"/>
          </ac:spMkLst>
        </pc:spChg>
        <pc:spChg chg="mod">
          <ac:chgData name="Macher, Andreas (DI FA CTR PLC PPM)" userId="f1dcac62-7bef-43eb-91f0-927336a1714f" providerId="ADAL" clId="{5B710B73-F6D6-4A7D-9276-5384056BD54A}" dt="2022-10-26T13:28:32.362" v="2548" actId="208"/>
          <ac:spMkLst>
            <pc:docMk/>
            <pc:sldMk cId="1233436529" sldId="9784"/>
            <ac:spMk id="88" creationId="{A40F7811-F28F-5D5A-13AF-D1999E6165F3}"/>
          </ac:spMkLst>
        </pc:spChg>
        <pc:spChg chg="del mod">
          <ac:chgData name="Macher, Andreas (DI FA CTR PLC PPM)" userId="f1dcac62-7bef-43eb-91f0-927336a1714f" providerId="ADAL" clId="{5B710B73-F6D6-4A7D-9276-5384056BD54A}" dt="2022-10-26T13:26:28.705" v="2540" actId="478"/>
          <ac:spMkLst>
            <pc:docMk/>
            <pc:sldMk cId="1233436529" sldId="9784"/>
            <ac:spMk id="92" creationId="{CF8147FC-6ADA-0B4C-D3C7-95CCDA312166}"/>
          </ac:spMkLst>
        </pc:spChg>
        <pc:spChg chg="del mod">
          <ac:chgData name="Macher, Andreas (DI FA CTR PLC PPM)" userId="f1dcac62-7bef-43eb-91f0-927336a1714f" providerId="ADAL" clId="{5B710B73-F6D6-4A7D-9276-5384056BD54A}" dt="2022-10-26T13:26:32.816" v="2542" actId="478"/>
          <ac:spMkLst>
            <pc:docMk/>
            <pc:sldMk cId="1233436529" sldId="9784"/>
            <ac:spMk id="93" creationId="{4C51176E-5739-04F2-55C4-AB153548AD6F}"/>
          </ac:spMkLst>
        </pc:spChg>
        <pc:spChg chg="mod">
          <ac:chgData name="Macher, Andreas (DI FA CTR PLC PPM)" userId="f1dcac62-7bef-43eb-91f0-927336a1714f" providerId="ADAL" clId="{5B710B73-F6D6-4A7D-9276-5384056BD54A}" dt="2022-11-07T20:51:32.821" v="6436" actId="207"/>
          <ac:spMkLst>
            <pc:docMk/>
            <pc:sldMk cId="1233436529" sldId="9784"/>
            <ac:spMk id="102" creationId="{871CACC2-24F2-C228-36D2-D1869A6F9236}"/>
          </ac:spMkLst>
        </pc:spChg>
        <pc:spChg chg="mod topLvl">
          <ac:chgData name="Macher, Andreas (DI FA CTR PLC PPM)" userId="f1dcac62-7bef-43eb-91f0-927336a1714f" providerId="ADAL" clId="{5B710B73-F6D6-4A7D-9276-5384056BD54A}" dt="2022-10-26T11:24:36.655" v="1660" actId="338"/>
          <ac:spMkLst>
            <pc:docMk/>
            <pc:sldMk cId="1233436529" sldId="9784"/>
            <ac:spMk id="104" creationId="{28F266C5-1A08-F3C8-A556-27613AF5572A}"/>
          </ac:spMkLst>
        </pc:spChg>
        <pc:spChg chg="mod topLvl">
          <ac:chgData name="Macher, Andreas (DI FA CTR PLC PPM)" userId="f1dcac62-7bef-43eb-91f0-927336a1714f" providerId="ADAL" clId="{5B710B73-F6D6-4A7D-9276-5384056BD54A}" dt="2022-10-26T11:24:36.655" v="1660" actId="338"/>
          <ac:spMkLst>
            <pc:docMk/>
            <pc:sldMk cId="1233436529" sldId="9784"/>
            <ac:spMk id="105" creationId="{26A16A2F-E92A-A6C6-D882-4BA26A636A80}"/>
          </ac:spMkLst>
        </pc:spChg>
        <pc:spChg chg="mod topLvl">
          <ac:chgData name="Macher, Andreas (DI FA CTR PLC PPM)" userId="f1dcac62-7bef-43eb-91f0-927336a1714f" providerId="ADAL" clId="{5B710B73-F6D6-4A7D-9276-5384056BD54A}" dt="2022-10-26T11:24:36.655" v="1660" actId="338"/>
          <ac:spMkLst>
            <pc:docMk/>
            <pc:sldMk cId="1233436529" sldId="9784"/>
            <ac:spMk id="116" creationId="{1784EF0F-347B-B66F-D5CC-17A6FB8BE491}"/>
          </ac:spMkLst>
        </pc:spChg>
        <pc:spChg chg="del">
          <ac:chgData name="Macher, Andreas (DI FA CTR PLC PPM)" userId="f1dcac62-7bef-43eb-91f0-927336a1714f" providerId="ADAL" clId="{5B710B73-F6D6-4A7D-9276-5384056BD54A}" dt="2022-10-26T13:43:55.220" v="2605" actId="478"/>
          <ac:spMkLst>
            <pc:docMk/>
            <pc:sldMk cId="1233436529" sldId="9784"/>
            <ac:spMk id="204" creationId="{07E600FE-3AB4-7C4E-A3EB-0B62426F41F0}"/>
          </ac:spMkLst>
        </pc:spChg>
        <pc:spChg chg="mod">
          <ac:chgData name="Macher, Andreas (DI FA CTR PLC PPM)" userId="f1dcac62-7bef-43eb-91f0-927336a1714f" providerId="ADAL" clId="{5B710B73-F6D6-4A7D-9276-5384056BD54A}" dt="2022-11-07T20:52:26.649" v="6446" actId="207"/>
          <ac:spMkLst>
            <pc:docMk/>
            <pc:sldMk cId="1233436529" sldId="9784"/>
            <ac:spMk id="205" creationId="{8E6A7223-F3D5-E394-AA6C-9BC6840D1D11}"/>
          </ac:spMkLst>
        </pc:spChg>
        <pc:spChg chg="mod">
          <ac:chgData name="Macher, Andreas (DI FA CTR PLC PPM)" userId="f1dcac62-7bef-43eb-91f0-927336a1714f" providerId="ADAL" clId="{5B710B73-F6D6-4A7D-9276-5384056BD54A}" dt="2022-11-07T20:52:26.649" v="6446" actId="207"/>
          <ac:spMkLst>
            <pc:docMk/>
            <pc:sldMk cId="1233436529" sldId="9784"/>
            <ac:spMk id="206" creationId="{F38C038F-6483-FD37-96EA-0EA679469BFC}"/>
          </ac:spMkLst>
        </pc:spChg>
        <pc:spChg chg="del mod">
          <ac:chgData name="Macher, Andreas (DI FA CTR PLC PPM)" userId="f1dcac62-7bef-43eb-91f0-927336a1714f" providerId="ADAL" clId="{5B710B73-F6D6-4A7D-9276-5384056BD54A}" dt="2022-11-07T20:52:50.989" v="6448" actId="478"/>
          <ac:spMkLst>
            <pc:docMk/>
            <pc:sldMk cId="1233436529" sldId="9784"/>
            <ac:spMk id="213" creationId="{5A197F7D-70D8-C66F-AE2D-E81536B7C270}"/>
          </ac:spMkLst>
        </pc:spChg>
        <pc:spChg chg="del mod">
          <ac:chgData name="Macher, Andreas (DI FA CTR PLC PPM)" userId="f1dcac62-7bef-43eb-91f0-927336a1714f" providerId="ADAL" clId="{5B710B73-F6D6-4A7D-9276-5384056BD54A}" dt="2022-11-07T20:52:50.989" v="6448" actId="478"/>
          <ac:spMkLst>
            <pc:docMk/>
            <pc:sldMk cId="1233436529" sldId="9784"/>
            <ac:spMk id="214" creationId="{B30B2F62-B0AB-DA2F-06EC-CFDD94E019E0}"/>
          </ac:spMkLst>
        </pc:spChg>
        <pc:spChg chg="add mod">
          <ac:chgData name="Macher, Andreas (DI FA CTR PLC PPM)" userId="f1dcac62-7bef-43eb-91f0-927336a1714f" providerId="ADAL" clId="{5B710B73-F6D6-4A7D-9276-5384056BD54A}" dt="2022-11-07T20:50:36.261" v="6417" actId="1076"/>
          <ac:spMkLst>
            <pc:docMk/>
            <pc:sldMk cId="1233436529" sldId="9784"/>
            <ac:spMk id="227" creationId="{F3196C47-01B8-955F-F54E-54B4DAEE10C3}"/>
          </ac:spMkLst>
        </pc:spChg>
        <pc:spChg chg="add mod ord">
          <ac:chgData name="Macher, Andreas (DI FA CTR PLC PPM)" userId="f1dcac62-7bef-43eb-91f0-927336a1714f" providerId="ADAL" clId="{5B710B73-F6D6-4A7D-9276-5384056BD54A}" dt="2022-11-07T20:52:05.423" v="6439" actId="167"/>
          <ac:spMkLst>
            <pc:docMk/>
            <pc:sldMk cId="1233436529" sldId="9784"/>
            <ac:spMk id="230" creationId="{5BE95516-46B2-EBB1-AEF4-FC8A142A48E9}"/>
          </ac:spMkLst>
        </pc:spChg>
        <pc:spChg chg="mod">
          <ac:chgData name="Macher, Andreas (DI FA CTR PLC PPM)" userId="f1dcac62-7bef-43eb-91f0-927336a1714f" providerId="ADAL" clId="{5B710B73-F6D6-4A7D-9276-5384056BD54A}" dt="2022-11-07T20:50:01.282" v="6414" actId="207"/>
          <ac:spMkLst>
            <pc:docMk/>
            <pc:sldMk cId="1233436529" sldId="9784"/>
            <ac:spMk id="232" creationId="{60E11C54-F8F3-1C42-FACC-4E45C9BE7955}"/>
          </ac:spMkLst>
        </pc:spChg>
        <pc:spChg chg="del mod topLvl">
          <ac:chgData name="Macher, Andreas (DI FA CTR PLC PPM)" userId="f1dcac62-7bef-43eb-91f0-927336a1714f" providerId="ADAL" clId="{5B710B73-F6D6-4A7D-9276-5384056BD54A}" dt="2022-10-26T11:31:25.565" v="1728" actId="478"/>
          <ac:spMkLst>
            <pc:docMk/>
            <pc:sldMk cId="1233436529" sldId="9784"/>
            <ac:spMk id="232" creationId="{CB9EA975-66A5-28DB-259A-B65220F65470}"/>
          </ac:spMkLst>
        </pc:spChg>
        <pc:spChg chg="del mod topLvl">
          <ac:chgData name="Macher, Andreas (DI FA CTR PLC PPM)" userId="f1dcac62-7bef-43eb-91f0-927336a1714f" providerId="ADAL" clId="{5B710B73-F6D6-4A7D-9276-5384056BD54A}" dt="2022-10-26T11:31:25.565" v="1728" actId="478"/>
          <ac:spMkLst>
            <pc:docMk/>
            <pc:sldMk cId="1233436529" sldId="9784"/>
            <ac:spMk id="240" creationId="{4B0E0819-5646-B6B2-F97F-98A46833DA61}"/>
          </ac:spMkLst>
        </pc:spChg>
        <pc:spChg chg="add mod ord">
          <ac:chgData name="Macher, Andreas (DI FA CTR PLC PPM)" userId="f1dcac62-7bef-43eb-91f0-927336a1714f" providerId="ADAL" clId="{5B710B73-F6D6-4A7D-9276-5384056BD54A}" dt="2022-11-07T20:52:05.423" v="6439" actId="167"/>
          <ac:spMkLst>
            <pc:docMk/>
            <pc:sldMk cId="1233436529" sldId="9784"/>
            <ac:spMk id="240" creationId="{EDD07275-E203-9868-6032-BFF49727B851}"/>
          </ac:spMkLst>
        </pc:spChg>
        <pc:spChg chg="add mod ord">
          <ac:chgData name="Macher, Andreas (DI FA CTR PLC PPM)" userId="f1dcac62-7bef-43eb-91f0-927336a1714f" providerId="ADAL" clId="{5B710B73-F6D6-4A7D-9276-5384056BD54A}" dt="2022-11-07T20:52:05.423" v="6439" actId="167"/>
          <ac:spMkLst>
            <pc:docMk/>
            <pc:sldMk cId="1233436529" sldId="9784"/>
            <ac:spMk id="241" creationId="{36EF357A-002D-CD4B-DCE7-627192358EAE}"/>
          </ac:spMkLst>
        </pc:spChg>
        <pc:spChg chg="del mod topLvl">
          <ac:chgData name="Macher, Andreas (DI FA CTR PLC PPM)" userId="f1dcac62-7bef-43eb-91f0-927336a1714f" providerId="ADAL" clId="{5B710B73-F6D6-4A7D-9276-5384056BD54A}" dt="2022-10-26T11:31:25.565" v="1728" actId="478"/>
          <ac:spMkLst>
            <pc:docMk/>
            <pc:sldMk cId="1233436529" sldId="9784"/>
            <ac:spMk id="241" creationId="{A6BBDD21-0C1B-2C36-8D17-8C340C1E3E8D}"/>
          </ac:spMkLst>
        </pc:spChg>
        <pc:spChg chg="add mod">
          <ac:chgData name="Macher, Andreas (DI FA CTR PLC PPM)" userId="f1dcac62-7bef-43eb-91f0-927336a1714f" providerId="ADAL" clId="{5B710B73-F6D6-4A7D-9276-5384056BD54A}" dt="2022-11-07T20:53:03.979" v="6457" actId="1076"/>
          <ac:spMkLst>
            <pc:docMk/>
            <pc:sldMk cId="1233436529" sldId="9784"/>
            <ac:spMk id="242" creationId="{159E0A52-2F2C-5C07-C94C-3CB1D73201AD}"/>
          </ac:spMkLst>
        </pc:spChg>
        <pc:spChg chg="add mod">
          <ac:chgData name="Macher, Andreas (DI FA CTR PLC PPM)" userId="f1dcac62-7bef-43eb-91f0-927336a1714f" providerId="ADAL" clId="{5B710B73-F6D6-4A7D-9276-5384056BD54A}" dt="2022-11-07T20:53:09.592" v="6458" actId="1076"/>
          <ac:spMkLst>
            <pc:docMk/>
            <pc:sldMk cId="1233436529" sldId="9784"/>
            <ac:spMk id="243" creationId="{F2BE7DED-3663-5A9F-FE7A-2FFD5302CAC2}"/>
          </ac:spMkLst>
        </pc:spChg>
        <pc:spChg chg="add mod">
          <ac:chgData name="Macher, Andreas (DI FA CTR PLC PPM)" userId="f1dcac62-7bef-43eb-91f0-927336a1714f" providerId="ADAL" clId="{5B710B73-F6D6-4A7D-9276-5384056BD54A}" dt="2022-11-07T20:53:14.548" v="6459" actId="1076"/>
          <ac:spMkLst>
            <pc:docMk/>
            <pc:sldMk cId="1233436529" sldId="9784"/>
            <ac:spMk id="244" creationId="{002C9AB9-602A-464B-1657-9893A81C5DFD}"/>
          </ac:spMkLst>
        </pc:spChg>
        <pc:spChg chg="del mod topLvl">
          <ac:chgData name="Macher, Andreas (DI FA CTR PLC PPM)" userId="f1dcac62-7bef-43eb-91f0-927336a1714f" providerId="ADAL" clId="{5B710B73-F6D6-4A7D-9276-5384056BD54A}" dt="2022-10-26T11:31:25.565" v="1728" actId="478"/>
          <ac:spMkLst>
            <pc:docMk/>
            <pc:sldMk cId="1233436529" sldId="9784"/>
            <ac:spMk id="245" creationId="{0FFA9C1B-5184-D891-065A-F9C77F76404B}"/>
          </ac:spMkLst>
        </pc:spChg>
        <pc:spChg chg="add mod">
          <ac:chgData name="Macher, Andreas (DI FA CTR PLC PPM)" userId="f1dcac62-7bef-43eb-91f0-927336a1714f" providerId="ADAL" clId="{5B710B73-F6D6-4A7D-9276-5384056BD54A}" dt="2022-11-07T20:53:31.727" v="6463" actId="1076"/>
          <ac:spMkLst>
            <pc:docMk/>
            <pc:sldMk cId="1233436529" sldId="9784"/>
            <ac:spMk id="245" creationId="{A1FEF005-039D-8872-BDB9-31ADC303C67C}"/>
          </ac:spMkLst>
        </pc:spChg>
        <pc:spChg chg="mod">
          <ac:chgData name="Macher, Andreas (DI FA CTR PLC PPM)" userId="f1dcac62-7bef-43eb-91f0-927336a1714f" providerId="ADAL" clId="{5B710B73-F6D6-4A7D-9276-5384056BD54A}" dt="2022-11-23T12:16:13.860" v="8978"/>
          <ac:spMkLst>
            <pc:docMk/>
            <pc:sldMk cId="1233436529" sldId="9784"/>
            <ac:spMk id="246" creationId="{643C52DF-8F79-BAEE-027E-4107FF568F6D}"/>
          </ac:spMkLst>
        </pc:spChg>
        <pc:spChg chg="del mod topLvl">
          <ac:chgData name="Macher, Andreas (DI FA CTR PLC PPM)" userId="f1dcac62-7bef-43eb-91f0-927336a1714f" providerId="ADAL" clId="{5B710B73-F6D6-4A7D-9276-5384056BD54A}" dt="2022-10-26T11:31:25.565" v="1728" actId="478"/>
          <ac:spMkLst>
            <pc:docMk/>
            <pc:sldMk cId="1233436529" sldId="9784"/>
            <ac:spMk id="246" creationId="{6C909F77-6B9E-BF5D-F5B9-E90F660BF8CB}"/>
          </ac:spMkLst>
        </pc:spChg>
        <pc:spChg chg="mod">
          <ac:chgData name="Macher, Andreas (DI FA CTR PLC PPM)" userId="f1dcac62-7bef-43eb-91f0-927336a1714f" providerId="ADAL" clId="{5B710B73-F6D6-4A7D-9276-5384056BD54A}" dt="2022-11-23T12:16:13.860" v="8978"/>
          <ac:spMkLst>
            <pc:docMk/>
            <pc:sldMk cId="1233436529" sldId="9784"/>
            <ac:spMk id="247" creationId="{1349AAB2-39FB-3EF3-A8CC-651772F2F6A2}"/>
          </ac:spMkLst>
        </pc:spChg>
        <pc:spChg chg="mod">
          <ac:chgData name="Macher, Andreas (DI FA CTR PLC PPM)" userId="f1dcac62-7bef-43eb-91f0-927336a1714f" providerId="ADAL" clId="{5B710B73-F6D6-4A7D-9276-5384056BD54A}" dt="2022-11-07T20:53:30.157" v="6462" actId="1076"/>
          <ac:spMkLst>
            <pc:docMk/>
            <pc:sldMk cId="1233436529" sldId="9784"/>
            <ac:spMk id="252" creationId="{5D36378B-04D4-4077-448F-EB2EEDC06C0A}"/>
          </ac:spMkLst>
        </pc:spChg>
        <pc:spChg chg="mod">
          <ac:chgData name="Macher, Andreas (DI FA CTR PLC PPM)" userId="f1dcac62-7bef-43eb-91f0-927336a1714f" providerId="ADAL" clId="{5B710B73-F6D6-4A7D-9276-5384056BD54A}" dt="2022-10-26T11:25:15.963" v="1661" actId="207"/>
          <ac:spMkLst>
            <pc:docMk/>
            <pc:sldMk cId="1233436529" sldId="9784"/>
            <ac:spMk id="253" creationId="{5F96E2FB-AE13-8187-E0B7-E60069C222C8}"/>
          </ac:spMkLst>
        </pc:spChg>
        <pc:spChg chg="mod">
          <ac:chgData name="Macher, Andreas (DI FA CTR PLC PPM)" userId="f1dcac62-7bef-43eb-91f0-927336a1714f" providerId="ADAL" clId="{5B710B73-F6D6-4A7D-9276-5384056BD54A}" dt="2022-11-16T15:46:05.839" v="7691" actId="207"/>
          <ac:spMkLst>
            <pc:docMk/>
            <pc:sldMk cId="1233436529" sldId="9784"/>
            <ac:spMk id="254" creationId="{460AFC8A-4282-2C0E-CF22-A9D583B8A0C2}"/>
          </ac:spMkLst>
        </pc:spChg>
        <pc:spChg chg="mod">
          <ac:chgData name="Macher, Andreas (DI FA CTR PLC PPM)" userId="f1dcac62-7bef-43eb-91f0-927336a1714f" providerId="ADAL" clId="{5B710B73-F6D6-4A7D-9276-5384056BD54A}" dt="2022-11-07T20:51:32.821" v="6436" actId="207"/>
          <ac:spMkLst>
            <pc:docMk/>
            <pc:sldMk cId="1233436529" sldId="9784"/>
            <ac:spMk id="255" creationId="{86F93644-051A-48CF-F970-6877415A1BE0}"/>
          </ac:spMkLst>
        </pc:spChg>
        <pc:spChg chg="del mod">
          <ac:chgData name="Macher, Andreas (DI FA CTR PLC PPM)" userId="f1dcac62-7bef-43eb-91f0-927336a1714f" providerId="ADAL" clId="{5B710B73-F6D6-4A7D-9276-5384056BD54A}" dt="2022-11-16T16:07:04.744" v="7880" actId="478"/>
          <ac:spMkLst>
            <pc:docMk/>
            <pc:sldMk cId="1233436529" sldId="9784"/>
            <ac:spMk id="256" creationId="{FBC4125C-BEC1-1087-8229-DC59A138863A}"/>
          </ac:spMkLst>
        </pc:spChg>
        <pc:spChg chg="mod">
          <ac:chgData name="Macher, Andreas (DI FA CTR PLC PPM)" userId="f1dcac62-7bef-43eb-91f0-927336a1714f" providerId="ADAL" clId="{5B710B73-F6D6-4A7D-9276-5384056BD54A}" dt="2022-11-07T20:51:32.821" v="6436" actId="207"/>
          <ac:spMkLst>
            <pc:docMk/>
            <pc:sldMk cId="1233436529" sldId="9784"/>
            <ac:spMk id="257" creationId="{E90A220F-DB8C-8FF6-C3C1-DF46AD503F6F}"/>
          </ac:spMkLst>
        </pc:spChg>
        <pc:spChg chg="add mod">
          <ac:chgData name="Macher, Andreas (DI FA CTR PLC PPM)" userId="f1dcac62-7bef-43eb-91f0-927336a1714f" providerId="ADAL" clId="{5B710B73-F6D6-4A7D-9276-5384056BD54A}" dt="2022-10-26T11:25:54.925" v="1680" actId="1037"/>
          <ac:spMkLst>
            <pc:docMk/>
            <pc:sldMk cId="1233436529" sldId="9784"/>
            <ac:spMk id="264" creationId="{8A1D1C79-56E4-3366-F035-40F1A71AD4A9}"/>
          </ac:spMkLst>
        </pc:spChg>
        <pc:spChg chg="add mod">
          <ac:chgData name="Macher, Andreas (DI FA CTR PLC PPM)" userId="f1dcac62-7bef-43eb-91f0-927336a1714f" providerId="ADAL" clId="{5B710B73-F6D6-4A7D-9276-5384056BD54A}" dt="2022-11-07T20:52:31.137" v="6447" actId="207"/>
          <ac:spMkLst>
            <pc:docMk/>
            <pc:sldMk cId="1233436529" sldId="9784"/>
            <ac:spMk id="265" creationId="{F47D5A05-D1C3-D482-9614-44A7B0B8AD15}"/>
          </ac:spMkLst>
        </pc:spChg>
        <pc:spChg chg="add mod">
          <ac:chgData name="Macher, Andreas (DI FA CTR PLC PPM)" userId="f1dcac62-7bef-43eb-91f0-927336a1714f" providerId="ADAL" clId="{5B710B73-F6D6-4A7D-9276-5384056BD54A}" dt="2022-11-07T20:52:31.137" v="6447" actId="207"/>
          <ac:spMkLst>
            <pc:docMk/>
            <pc:sldMk cId="1233436529" sldId="9784"/>
            <ac:spMk id="266" creationId="{86AE99AE-80AF-C6D5-D4C7-3B3222F460A7}"/>
          </ac:spMkLst>
        </pc:spChg>
        <pc:spChg chg="add del mod">
          <ac:chgData name="Macher, Andreas (DI FA CTR PLC PPM)" userId="f1dcac62-7bef-43eb-91f0-927336a1714f" providerId="ADAL" clId="{5B710B73-F6D6-4A7D-9276-5384056BD54A}" dt="2022-11-07T20:52:50.989" v="6448" actId="478"/>
          <ac:spMkLst>
            <pc:docMk/>
            <pc:sldMk cId="1233436529" sldId="9784"/>
            <ac:spMk id="267" creationId="{437D3FCE-9560-9E23-5B35-532258BB021D}"/>
          </ac:spMkLst>
        </pc:spChg>
        <pc:spChg chg="add del mod">
          <ac:chgData name="Macher, Andreas (DI FA CTR PLC PPM)" userId="f1dcac62-7bef-43eb-91f0-927336a1714f" providerId="ADAL" clId="{5B710B73-F6D6-4A7D-9276-5384056BD54A}" dt="2022-11-07T20:52:50.989" v="6448" actId="478"/>
          <ac:spMkLst>
            <pc:docMk/>
            <pc:sldMk cId="1233436529" sldId="9784"/>
            <ac:spMk id="268" creationId="{32949470-B556-A19E-7811-DF1F9EFD1F44}"/>
          </ac:spMkLst>
        </pc:spChg>
        <pc:spChg chg="add del mod">
          <ac:chgData name="Macher, Andreas (DI FA CTR PLC PPM)" userId="f1dcac62-7bef-43eb-91f0-927336a1714f" providerId="ADAL" clId="{5B710B73-F6D6-4A7D-9276-5384056BD54A}" dt="2022-10-26T13:45:28.213" v="2625" actId="478"/>
          <ac:spMkLst>
            <pc:docMk/>
            <pc:sldMk cId="1233436529" sldId="9784"/>
            <ac:spMk id="270" creationId="{397BCC15-19B0-B758-5A4B-E09BE676E8D2}"/>
          </ac:spMkLst>
        </pc:spChg>
        <pc:spChg chg="del">
          <ac:chgData name="Macher, Andreas (DI FA CTR PLC PPM)" userId="f1dcac62-7bef-43eb-91f0-927336a1714f" providerId="ADAL" clId="{5B710B73-F6D6-4A7D-9276-5384056BD54A}" dt="2022-10-26T13:45:22.212" v="2621" actId="478"/>
          <ac:spMkLst>
            <pc:docMk/>
            <pc:sldMk cId="1233436529" sldId="9784"/>
            <ac:spMk id="274" creationId="{2C63393D-D9D3-D5AF-CDF5-5E2A14169EFF}"/>
          </ac:spMkLst>
        </pc:spChg>
        <pc:spChg chg="del">
          <ac:chgData name="Macher, Andreas (DI FA CTR PLC PPM)" userId="f1dcac62-7bef-43eb-91f0-927336a1714f" providerId="ADAL" clId="{5B710B73-F6D6-4A7D-9276-5384056BD54A}" dt="2022-10-26T11:27:17.735" v="1681" actId="478"/>
          <ac:spMkLst>
            <pc:docMk/>
            <pc:sldMk cId="1233436529" sldId="9784"/>
            <ac:spMk id="279" creationId="{315462A6-4A4F-F159-767A-F93EB33F4EA8}"/>
          </ac:spMkLst>
        </pc:spChg>
        <pc:spChg chg="del">
          <ac:chgData name="Macher, Andreas (DI FA CTR PLC PPM)" userId="f1dcac62-7bef-43eb-91f0-927336a1714f" providerId="ADAL" clId="{5B710B73-F6D6-4A7D-9276-5384056BD54A}" dt="2022-10-26T11:27:17.735" v="1681" actId="478"/>
          <ac:spMkLst>
            <pc:docMk/>
            <pc:sldMk cId="1233436529" sldId="9784"/>
            <ac:spMk id="280" creationId="{48BF6D55-5834-FFEF-F9CD-59C73FDFB8B5}"/>
          </ac:spMkLst>
        </pc:spChg>
        <pc:spChg chg="del">
          <ac:chgData name="Macher, Andreas (DI FA CTR PLC PPM)" userId="f1dcac62-7bef-43eb-91f0-927336a1714f" providerId="ADAL" clId="{5B710B73-F6D6-4A7D-9276-5384056BD54A}" dt="2022-10-26T11:27:17.735" v="1681" actId="478"/>
          <ac:spMkLst>
            <pc:docMk/>
            <pc:sldMk cId="1233436529" sldId="9784"/>
            <ac:spMk id="287" creationId="{3D3DB652-DFFF-4EB2-A5F6-762A00DE52E4}"/>
          </ac:spMkLst>
        </pc:spChg>
        <pc:spChg chg="del">
          <ac:chgData name="Macher, Andreas (DI FA CTR PLC PPM)" userId="f1dcac62-7bef-43eb-91f0-927336a1714f" providerId="ADAL" clId="{5B710B73-F6D6-4A7D-9276-5384056BD54A}" dt="2022-10-26T11:27:17.735" v="1681" actId="478"/>
          <ac:spMkLst>
            <pc:docMk/>
            <pc:sldMk cId="1233436529" sldId="9784"/>
            <ac:spMk id="288" creationId="{5926863F-E680-8AD8-549D-392364C89865}"/>
          </ac:spMkLst>
        </pc:spChg>
        <pc:spChg chg="del mod">
          <ac:chgData name="Macher, Andreas (DI FA CTR PLC PPM)" userId="f1dcac62-7bef-43eb-91f0-927336a1714f" providerId="ADAL" clId="{5B710B73-F6D6-4A7D-9276-5384056BD54A}" dt="2022-10-26T13:26:31.095" v="2541" actId="478"/>
          <ac:spMkLst>
            <pc:docMk/>
            <pc:sldMk cId="1233436529" sldId="9784"/>
            <ac:spMk id="291" creationId="{5548E0E0-0B61-D9FB-2F62-4C3E00476B9D}"/>
          </ac:spMkLst>
        </pc:spChg>
        <pc:spChg chg="mod">
          <ac:chgData name="Macher, Andreas (DI FA CTR PLC PPM)" userId="f1dcac62-7bef-43eb-91f0-927336a1714f" providerId="ADAL" clId="{5B710B73-F6D6-4A7D-9276-5384056BD54A}" dt="2022-10-26T11:31:03.621" v="1727" actId="6549"/>
          <ac:spMkLst>
            <pc:docMk/>
            <pc:sldMk cId="1233436529" sldId="9784"/>
            <ac:spMk id="297" creationId="{9AF9AA9B-4854-852F-8143-971BA37B4C23}"/>
          </ac:spMkLst>
        </pc:spChg>
        <pc:spChg chg="del mod">
          <ac:chgData name="Macher, Andreas (DI FA CTR PLC PPM)" userId="f1dcac62-7bef-43eb-91f0-927336a1714f" providerId="ADAL" clId="{5B710B73-F6D6-4A7D-9276-5384056BD54A}" dt="2022-10-26T13:26:26.545" v="2539" actId="478"/>
          <ac:spMkLst>
            <pc:docMk/>
            <pc:sldMk cId="1233436529" sldId="9784"/>
            <ac:spMk id="298" creationId="{0EB46315-286E-7CF7-7B9A-D03A613BB6E8}"/>
          </ac:spMkLst>
        </pc:spChg>
        <pc:grpChg chg="add mod">
          <ac:chgData name="Macher, Andreas (DI FA CTR PLC PPM)" userId="f1dcac62-7bef-43eb-91f0-927336a1714f" providerId="ADAL" clId="{5B710B73-F6D6-4A7D-9276-5384056BD54A}" dt="2022-11-07T20:51:11.656" v="6434" actId="207"/>
          <ac:grpSpMkLst>
            <pc:docMk/>
            <pc:sldMk cId="1233436529" sldId="9784"/>
            <ac:grpSpMk id="7" creationId="{E88A79D4-3217-BB24-1334-85379FCE5CD6}"/>
          </ac:grpSpMkLst>
        </pc:grpChg>
        <pc:grpChg chg="mod topLvl">
          <ac:chgData name="Macher, Andreas (DI FA CTR PLC PPM)" userId="f1dcac62-7bef-43eb-91f0-927336a1714f" providerId="ADAL" clId="{5B710B73-F6D6-4A7D-9276-5384056BD54A}" dt="2022-11-07T20:51:11.656" v="6434" actId="207"/>
          <ac:grpSpMkLst>
            <pc:docMk/>
            <pc:sldMk cId="1233436529" sldId="9784"/>
            <ac:grpSpMk id="10" creationId="{EC0584FF-4053-D66F-05B8-82BBCE7F8A38}"/>
          </ac:grpSpMkLst>
        </pc:grpChg>
        <pc:grpChg chg="add mod">
          <ac:chgData name="Macher, Andreas (DI FA CTR PLC PPM)" userId="f1dcac62-7bef-43eb-91f0-927336a1714f" providerId="ADAL" clId="{5B710B73-F6D6-4A7D-9276-5384056BD54A}" dt="2022-11-23T12:16:20.225" v="8979" actId="1076"/>
          <ac:grpSpMkLst>
            <pc:docMk/>
            <pc:sldMk cId="1233436529" sldId="9784"/>
            <ac:grpSpMk id="16" creationId="{20A16A15-E63C-220F-2BE5-09E81DF72719}"/>
          </ac:grpSpMkLst>
        </pc:grpChg>
        <pc:grpChg chg="add mod">
          <ac:chgData name="Macher, Andreas (DI FA CTR PLC PPM)" userId="f1dcac62-7bef-43eb-91f0-927336a1714f" providerId="ADAL" clId="{5B710B73-F6D6-4A7D-9276-5384056BD54A}" dt="2022-11-07T20:51:11.656" v="6434" actId="207"/>
          <ac:grpSpMkLst>
            <pc:docMk/>
            <pc:sldMk cId="1233436529" sldId="9784"/>
            <ac:grpSpMk id="24" creationId="{BF5C6CD2-6496-9843-18F8-EF341DF242CC}"/>
          </ac:grpSpMkLst>
        </pc:grpChg>
        <pc:grpChg chg="mod topLvl">
          <ac:chgData name="Macher, Andreas (DI FA CTR PLC PPM)" userId="f1dcac62-7bef-43eb-91f0-927336a1714f" providerId="ADAL" clId="{5B710B73-F6D6-4A7D-9276-5384056BD54A}" dt="2022-10-26T11:17:38.924" v="1499" actId="164"/>
          <ac:grpSpMkLst>
            <pc:docMk/>
            <pc:sldMk cId="1233436529" sldId="9784"/>
            <ac:grpSpMk id="32" creationId="{4BE0A70E-BD56-96FC-7680-2BE84929B064}"/>
          </ac:grpSpMkLst>
        </pc:grpChg>
        <pc:grpChg chg="del mod">
          <ac:chgData name="Macher, Andreas (DI FA CTR PLC PPM)" userId="f1dcac62-7bef-43eb-91f0-927336a1714f" providerId="ADAL" clId="{5B710B73-F6D6-4A7D-9276-5384056BD54A}" dt="2022-11-22T16:16:16.737" v="8465" actId="478"/>
          <ac:grpSpMkLst>
            <pc:docMk/>
            <pc:sldMk cId="1233436529" sldId="9784"/>
            <ac:grpSpMk id="32" creationId="{764A4AE1-53AD-8931-44F2-7E9FA4B8035C}"/>
          </ac:grpSpMkLst>
        </pc:grpChg>
        <pc:grpChg chg="del">
          <ac:chgData name="Macher, Andreas (DI FA CTR PLC PPM)" userId="f1dcac62-7bef-43eb-91f0-927336a1714f" providerId="ADAL" clId="{5B710B73-F6D6-4A7D-9276-5384056BD54A}" dt="2022-11-22T16:15:39.738" v="8454" actId="478"/>
          <ac:grpSpMkLst>
            <pc:docMk/>
            <pc:sldMk cId="1233436529" sldId="9784"/>
            <ac:grpSpMk id="35" creationId="{65C89292-5BB6-B3DC-DAA3-AAFD1CDE012A}"/>
          </ac:grpSpMkLst>
        </pc:grpChg>
        <pc:grpChg chg="del mod">
          <ac:chgData name="Macher, Andreas (DI FA CTR PLC PPM)" userId="f1dcac62-7bef-43eb-91f0-927336a1714f" providerId="ADAL" clId="{5B710B73-F6D6-4A7D-9276-5384056BD54A}" dt="2022-11-22T16:16:22.059" v="8467" actId="478"/>
          <ac:grpSpMkLst>
            <pc:docMk/>
            <pc:sldMk cId="1233436529" sldId="9784"/>
            <ac:grpSpMk id="39" creationId="{A601A706-6067-7383-2737-FB8F41E58DD7}"/>
          </ac:grpSpMkLst>
        </pc:grpChg>
        <pc:grpChg chg="add del mod ord">
          <ac:chgData name="Macher, Andreas (DI FA CTR PLC PPM)" userId="f1dcac62-7bef-43eb-91f0-927336a1714f" providerId="ADAL" clId="{5B710B73-F6D6-4A7D-9276-5384056BD54A}" dt="2022-10-26T13:43:07.484" v="2578" actId="478"/>
          <ac:grpSpMkLst>
            <pc:docMk/>
            <pc:sldMk cId="1233436529" sldId="9784"/>
            <ac:grpSpMk id="45" creationId="{24EAFA4E-345E-2EDE-6B70-C3656D221A54}"/>
          </ac:grpSpMkLst>
        </pc:grpChg>
        <pc:grpChg chg="add del mod">
          <ac:chgData name="Macher, Andreas (DI FA CTR PLC PPM)" userId="f1dcac62-7bef-43eb-91f0-927336a1714f" providerId="ADAL" clId="{5B710B73-F6D6-4A7D-9276-5384056BD54A}" dt="2022-10-26T13:43:52.175" v="2603" actId="478"/>
          <ac:grpSpMkLst>
            <pc:docMk/>
            <pc:sldMk cId="1233436529" sldId="9784"/>
            <ac:grpSpMk id="53" creationId="{69AD238E-DEF4-9A12-D781-CC2522901188}"/>
          </ac:grpSpMkLst>
        </pc:grpChg>
        <pc:grpChg chg="mod">
          <ac:chgData name="Macher, Andreas (DI FA CTR PLC PPM)" userId="f1dcac62-7bef-43eb-91f0-927336a1714f" providerId="ADAL" clId="{5B710B73-F6D6-4A7D-9276-5384056BD54A}" dt="2022-10-26T11:22:44.262" v="1602"/>
          <ac:grpSpMkLst>
            <pc:docMk/>
            <pc:sldMk cId="1233436529" sldId="9784"/>
            <ac:grpSpMk id="54" creationId="{3D9D1E8D-A47F-814A-CD35-BEF3885707D1}"/>
          </ac:grpSpMkLst>
        </pc:grpChg>
        <pc:grpChg chg="mod">
          <ac:chgData name="Macher, Andreas (DI FA CTR PLC PPM)" userId="f1dcac62-7bef-43eb-91f0-927336a1714f" providerId="ADAL" clId="{5B710B73-F6D6-4A7D-9276-5384056BD54A}" dt="2022-10-26T11:22:44.262" v="1602"/>
          <ac:grpSpMkLst>
            <pc:docMk/>
            <pc:sldMk cId="1233436529" sldId="9784"/>
            <ac:grpSpMk id="57" creationId="{866C7520-9575-63B3-8159-1575DBC0DF54}"/>
          </ac:grpSpMkLst>
        </pc:grpChg>
        <pc:grpChg chg="mod">
          <ac:chgData name="Macher, Andreas (DI FA CTR PLC PPM)" userId="f1dcac62-7bef-43eb-91f0-927336a1714f" providerId="ADAL" clId="{5B710B73-F6D6-4A7D-9276-5384056BD54A}" dt="2022-10-26T11:22:44.262" v="1602"/>
          <ac:grpSpMkLst>
            <pc:docMk/>
            <pc:sldMk cId="1233436529" sldId="9784"/>
            <ac:grpSpMk id="58" creationId="{5916611C-47AB-3550-AD6F-0F23B2D24222}"/>
          </ac:grpSpMkLst>
        </pc:grpChg>
        <pc:grpChg chg="del">
          <ac:chgData name="Macher, Andreas (DI FA CTR PLC PPM)" userId="f1dcac62-7bef-43eb-91f0-927336a1714f" providerId="ADAL" clId="{5B710B73-F6D6-4A7D-9276-5384056BD54A}" dt="2022-10-26T13:43:15.707" v="2584" actId="478"/>
          <ac:grpSpMkLst>
            <pc:docMk/>
            <pc:sldMk cId="1233436529" sldId="9784"/>
            <ac:grpSpMk id="77" creationId="{49EA7790-FE8F-DAD9-5F40-CEE24834604F}"/>
          </ac:grpSpMkLst>
        </pc:grpChg>
        <pc:grpChg chg="add del mod">
          <ac:chgData name="Macher, Andreas (DI FA CTR PLC PPM)" userId="f1dcac62-7bef-43eb-91f0-927336a1714f" providerId="ADAL" clId="{5B710B73-F6D6-4A7D-9276-5384056BD54A}" dt="2022-10-26T13:42:57.589" v="2577" actId="478"/>
          <ac:grpSpMkLst>
            <pc:docMk/>
            <pc:sldMk cId="1233436529" sldId="9784"/>
            <ac:grpSpMk id="83" creationId="{74CB6406-61EB-3BB2-16E2-D15655DEBD4D}"/>
          </ac:grpSpMkLst>
        </pc:grpChg>
        <pc:grpChg chg="mod">
          <ac:chgData name="Macher, Andreas (DI FA CTR PLC PPM)" userId="f1dcac62-7bef-43eb-91f0-927336a1714f" providerId="ADAL" clId="{5B710B73-F6D6-4A7D-9276-5384056BD54A}" dt="2022-10-26T13:26:32.816" v="2542" actId="478"/>
          <ac:grpSpMkLst>
            <pc:docMk/>
            <pc:sldMk cId="1233436529" sldId="9784"/>
            <ac:grpSpMk id="91" creationId="{C6E9490E-17C9-79FA-912E-CF23FCF1166D}"/>
          </ac:grpSpMkLst>
        </pc:grpChg>
        <pc:grpChg chg="mod">
          <ac:chgData name="Macher, Andreas (DI FA CTR PLC PPM)" userId="f1dcac62-7bef-43eb-91f0-927336a1714f" providerId="ADAL" clId="{5B710B73-F6D6-4A7D-9276-5384056BD54A}" dt="2022-10-26T13:26:32.816" v="2542" actId="478"/>
          <ac:grpSpMkLst>
            <pc:docMk/>
            <pc:sldMk cId="1233436529" sldId="9784"/>
            <ac:grpSpMk id="95" creationId="{5E24847F-BFB1-EE6A-2959-9D877413F454}"/>
          </ac:grpSpMkLst>
        </pc:grpChg>
        <pc:grpChg chg="del mod">
          <ac:chgData name="Macher, Andreas (DI FA CTR PLC PPM)" userId="f1dcac62-7bef-43eb-91f0-927336a1714f" providerId="ADAL" clId="{5B710B73-F6D6-4A7D-9276-5384056BD54A}" dt="2022-10-26T11:24:25.910" v="1658" actId="165"/>
          <ac:grpSpMkLst>
            <pc:docMk/>
            <pc:sldMk cId="1233436529" sldId="9784"/>
            <ac:grpSpMk id="117" creationId="{547C867E-5E6B-B721-C555-1AE266C917BE}"/>
          </ac:grpSpMkLst>
        </pc:grpChg>
        <pc:grpChg chg="del">
          <ac:chgData name="Macher, Andreas (DI FA CTR PLC PPM)" userId="f1dcac62-7bef-43eb-91f0-927336a1714f" providerId="ADAL" clId="{5B710B73-F6D6-4A7D-9276-5384056BD54A}" dt="2022-10-26T13:43:58.024" v="2608" actId="478"/>
          <ac:grpSpMkLst>
            <pc:docMk/>
            <pc:sldMk cId="1233436529" sldId="9784"/>
            <ac:grpSpMk id="208" creationId="{9563A98F-4DA7-DB9A-E9D7-343859C60A36}"/>
          </ac:grpSpMkLst>
        </pc:grpChg>
        <pc:grpChg chg="add mod ord">
          <ac:chgData name="Macher, Andreas (DI FA CTR PLC PPM)" userId="f1dcac62-7bef-43eb-91f0-927336a1714f" providerId="ADAL" clId="{5B710B73-F6D6-4A7D-9276-5384056BD54A}" dt="2022-10-26T11:16:19.286" v="1492" actId="164"/>
          <ac:grpSpMkLst>
            <pc:docMk/>
            <pc:sldMk cId="1233436529" sldId="9784"/>
            <ac:grpSpMk id="225" creationId="{044B6BB7-6609-382F-C149-1C92A24F97A7}"/>
          </ac:grpSpMkLst>
        </pc:grpChg>
        <pc:grpChg chg="add mod">
          <ac:chgData name="Macher, Andreas (DI FA CTR PLC PPM)" userId="f1dcac62-7bef-43eb-91f0-927336a1714f" providerId="ADAL" clId="{5B710B73-F6D6-4A7D-9276-5384056BD54A}" dt="2022-10-26T11:16:19.286" v="1492" actId="164"/>
          <ac:grpSpMkLst>
            <pc:docMk/>
            <pc:sldMk cId="1233436529" sldId="9784"/>
            <ac:grpSpMk id="230" creationId="{C53DE424-6D52-511B-B960-450B88F3BB53}"/>
          </ac:grpSpMkLst>
        </pc:grpChg>
        <pc:grpChg chg="add del mod">
          <ac:chgData name="Macher, Andreas (DI FA CTR PLC PPM)" userId="f1dcac62-7bef-43eb-91f0-927336a1714f" providerId="ADAL" clId="{5B710B73-F6D6-4A7D-9276-5384056BD54A}" dt="2022-10-26T11:17:29.256" v="1498" actId="165"/>
          <ac:grpSpMkLst>
            <pc:docMk/>
            <pc:sldMk cId="1233436529" sldId="9784"/>
            <ac:grpSpMk id="231" creationId="{C4FBE241-A803-84BE-0FCE-0CA8CCFFF2C6}"/>
          </ac:grpSpMkLst>
        </pc:grpChg>
        <pc:grpChg chg="mod topLvl">
          <ac:chgData name="Macher, Andreas (DI FA CTR PLC PPM)" userId="f1dcac62-7bef-43eb-91f0-927336a1714f" providerId="ADAL" clId="{5B710B73-F6D6-4A7D-9276-5384056BD54A}" dt="2022-10-26T11:17:38.924" v="1499" actId="164"/>
          <ac:grpSpMkLst>
            <pc:docMk/>
            <pc:sldMk cId="1233436529" sldId="9784"/>
            <ac:grpSpMk id="235" creationId="{26493D2A-9566-E8B8-C175-8433E63769CA}"/>
          </ac:grpSpMkLst>
        </pc:grpChg>
        <pc:grpChg chg="del mod topLvl">
          <ac:chgData name="Macher, Andreas (DI FA CTR PLC PPM)" userId="f1dcac62-7bef-43eb-91f0-927336a1714f" providerId="ADAL" clId="{5B710B73-F6D6-4A7D-9276-5384056BD54A}" dt="2022-10-26T11:31:25.565" v="1728" actId="478"/>
          <ac:grpSpMkLst>
            <pc:docMk/>
            <pc:sldMk cId="1233436529" sldId="9784"/>
            <ac:grpSpMk id="244" creationId="{290C5859-5B1C-61F1-444F-E01B2C289AA4}"/>
          </ac:grpSpMkLst>
        </pc:grpChg>
        <pc:grpChg chg="mod topLvl">
          <ac:chgData name="Macher, Andreas (DI FA CTR PLC PPM)" userId="f1dcac62-7bef-43eb-91f0-927336a1714f" providerId="ADAL" clId="{5B710B73-F6D6-4A7D-9276-5384056BD54A}" dt="2022-10-26T11:17:38.924" v="1499" actId="164"/>
          <ac:grpSpMkLst>
            <pc:docMk/>
            <pc:sldMk cId="1233436529" sldId="9784"/>
            <ac:grpSpMk id="249" creationId="{92B9A29C-C1E6-857A-37BB-BC06DEB622C7}"/>
          </ac:grpSpMkLst>
        </pc:grpChg>
        <pc:grpChg chg="del mod">
          <ac:chgData name="Macher, Andreas (DI FA CTR PLC PPM)" userId="f1dcac62-7bef-43eb-91f0-927336a1714f" providerId="ADAL" clId="{5B710B73-F6D6-4A7D-9276-5384056BD54A}" dt="2022-10-26T13:43:54.270" v="2604" actId="478"/>
          <ac:grpSpMkLst>
            <pc:docMk/>
            <pc:sldMk cId="1233436529" sldId="9784"/>
            <ac:grpSpMk id="250" creationId="{79ACDB26-2A77-45BD-9AC6-E57480A82D56}"/>
          </ac:grpSpMkLst>
        </pc:grpChg>
        <pc:grpChg chg="del mod">
          <ac:chgData name="Macher, Andreas (DI FA CTR PLC PPM)" userId="f1dcac62-7bef-43eb-91f0-927336a1714f" providerId="ADAL" clId="{5B710B73-F6D6-4A7D-9276-5384056BD54A}" dt="2022-11-22T16:15:30.959" v="8451" actId="478"/>
          <ac:grpSpMkLst>
            <pc:docMk/>
            <pc:sldMk cId="1233436529" sldId="9784"/>
            <ac:grpSpMk id="250" creationId="{BD472EEF-119E-5FF0-63D0-7C86CB374558}"/>
          </ac:grpSpMkLst>
        </pc:grpChg>
        <pc:grpChg chg="del">
          <ac:chgData name="Macher, Andreas (DI FA CTR PLC PPM)" userId="f1dcac62-7bef-43eb-91f0-927336a1714f" providerId="ADAL" clId="{5B710B73-F6D6-4A7D-9276-5384056BD54A}" dt="2022-10-26T11:12:06.287" v="1255" actId="165"/>
          <ac:grpSpMkLst>
            <pc:docMk/>
            <pc:sldMk cId="1233436529" sldId="9784"/>
            <ac:grpSpMk id="254" creationId="{323CFA39-A227-F265-D1BE-006BCB438654}"/>
          </ac:grpSpMkLst>
        </pc:grpChg>
        <pc:grpChg chg="add del mod">
          <ac:chgData name="Macher, Andreas (DI FA CTR PLC PPM)" userId="f1dcac62-7bef-43eb-91f0-927336a1714f" providerId="ADAL" clId="{5B710B73-F6D6-4A7D-9276-5384056BD54A}" dt="2022-10-26T13:43:09.884" v="2579" actId="478"/>
          <ac:grpSpMkLst>
            <pc:docMk/>
            <pc:sldMk cId="1233436529" sldId="9784"/>
            <ac:grpSpMk id="263" creationId="{EE9A3CAE-B1E3-2D6A-E3C8-2FBED3D32802}"/>
          </ac:grpSpMkLst>
        </pc:grpChg>
        <pc:grpChg chg="add del mod">
          <ac:chgData name="Macher, Andreas (DI FA CTR PLC PPM)" userId="f1dcac62-7bef-43eb-91f0-927336a1714f" providerId="ADAL" clId="{5B710B73-F6D6-4A7D-9276-5384056BD54A}" dt="2022-10-26T13:45:20.375" v="2620" actId="478"/>
          <ac:grpSpMkLst>
            <pc:docMk/>
            <pc:sldMk cId="1233436529" sldId="9784"/>
            <ac:grpSpMk id="271" creationId="{548305F1-16BD-0F55-D40F-6C27460FA1A7}"/>
          </ac:grpSpMkLst>
        </pc:grpChg>
        <pc:grpChg chg="mod">
          <ac:chgData name="Macher, Andreas (DI FA CTR PLC PPM)" userId="f1dcac62-7bef-43eb-91f0-927336a1714f" providerId="ADAL" clId="{5B710B73-F6D6-4A7D-9276-5384056BD54A}" dt="2022-10-26T11:27:33.773" v="1683" actId="1076"/>
          <ac:grpSpMkLst>
            <pc:docMk/>
            <pc:sldMk cId="1233436529" sldId="9784"/>
            <ac:grpSpMk id="272" creationId="{404BBD73-6490-AC76-FE3D-CFBB4704680E}"/>
          </ac:grpSpMkLst>
        </pc:grpChg>
        <pc:grpChg chg="mod">
          <ac:chgData name="Macher, Andreas (DI FA CTR PLC PPM)" userId="f1dcac62-7bef-43eb-91f0-927336a1714f" providerId="ADAL" clId="{5B710B73-F6D6-4A7D-9276-5384056BD54A}" dt="2022-10-26T11:27:33.773" v="1683" actId="1076"/>
          <ac:grpSpMkLst>
            <pc:docMk/>
            <pc:sldMk cId="1233436529" sldId="9784"/>
            <ac:grpSpMk id="273" creationId="{9000B4B6-B24F-BCA2-C889-9B949B84ABF4}"/>
          </ac:grpSpMkLst>
        </pc:grpChg>
        <pc:grpChg chg="mod">
          <ac:chgData name="Macher, Andreas (DI FA CTR PLC PPM)" userId="f1dcac62-7bef-43eb-91f0-927336a1714f" providerId="ADAL" clId="{5B710B73-F6D6-4A7D-9276-5384056BD54A}" dt="2022-10-26T11:27:33.773" v="1683" actId="1076"/>
          <ac:grpSpMkLst>
            <pc:docMk/>
            <pc:sldMk cId="1233436529" sldId="9784"/>
            <ac:grpSpMk id="275" creationId="{8AB07475-2A42-BE1C-9DE6-8DF909FA3494}"/>
          </ac:grpSpMkLst>
        </pc:grpChg>
        <pc:grpChg chg="del">
          <ac:chgData name="Macher, Andreas (DI FA CTR PLC PPM)" userId="f1dcac62-7bef-43eb-91f0-927336a1714f" providerId="ADAL" clId="{5B710B73-F6D6-4A7D-9276-5384056BD54A}" dt="2022-10-26T13:45:25.007" v="2624" actId="478"/>
          <ac:grpSpMkLst>
            <pc:docMk/>
            <pc:sldMk cId="1233436529" sldId="9784"/>
            <ac:grpSpMk id="282" creationId="{C1089F53-9E4F-D187-FE4E-3733122B3902}"/>
          </ac:grpSpMkLst>
        </pc:grpChg>
        <pc:grpChg chg="mod">
          <ac:chgData name="Macher, Andreas (DI FA CTR PLC PPM)" userId="f1dcac62-7bef-43eb-91f0-927336a1714f" providerId="ADAL" clId="{5B710B73-F6D6-4A7D-9276-5384056BD54A}" dt="2022-10-26T13:26:32.816" v="2542" actId="478"/>
          <ac:grpSpMkLst>
            <pc:docMk/>
            <pc:sldMk cId="1233436529" sldId="9784"/>
            <ac:grpSpMk id="306" creationId="{AF7D4F54-FA46-38C0-428B-13EBDABC90A7}"/>
          </ac:grpSpMkLst>
        </pc:grpChg>
        <pc:grpChg chg="mod">
          <ac:chgData name="Macher, Andreas (DI FA CTR PLC PPM)" userId="f1dcac62-7bef-43eb-91f0-927336a1714f" providerId="ADAL" clId="{5B710B73-F6D6-4A7D-9276-5384056BD54A}" dt="2022-10-26T13:26:32.816" v="2542" actId="478"/>
          <ac:grpSpMkLst>
            <pc:docMk/>
            <pc:sldMk cId="1233436529" sldId="9784"/>
            <ac:grpSpMk id="307" creationId="{37E9DE74-DF16-8B3E-F336-6DEB7DDAF182}"/>
          </ac:grpSpMkLst>
        </pc:grpChg>
        <pc:picChg chg="mod">
          <ac:chgData name="Macher, Andreas (DI FA CTR PLC PPM)" userId="f1dcac62-7bef-43eb-91f0-927336a1714f" providerId="ADAL" clId="{5B710B73-F6D6-4A7D-9276-5384056BD54A}" dt="2022-11-07T20:51:11.656" v="6434" actId="207"/>
          <ac:picMkLst>
            <pc:docMk/>
            <pc:sldMk cId="1233436529" sldId="9784"/>
            <ac:picMk id="8" creationId="{A31F1468-DE80-DE7B-6E20-FB16DF4B3728}"/>
          </ac:picMkLst>
        </pc:picChg>
        <pc:picChg chg="mod topLvl">
          <ac:chgData name="Macher, Andreas (DI FA CTR PLC PPM)" userId="f1dcac62-7bef-43eb-91f0-927336a1714f" providerId="ADAL" clId="{5B710B73-F6D6-4A7D-9276-5384056BD54A}" dt="2022-11-07T20:51:11.656" v="6434" actId="207"/>
          <ac:picMkLst>
            <pc:docMk/>
            <pc:sldMk cId="1233436529" sldId="9784"/>
            <ac:picMk id="9" creationId="{5D525A03-98D3-EDC2-B6C0-FAE136B8D24C}"/>
          </ac:picMkLst>
        </pc:picChg>
        <pc:picChg chg="mod">
          <ac:chgData name="Macher, Andreas (DI FA CTR PLC PPM)" userId="f1dcac62-7bef-43eb-91f0-927336a1714f" providerId="ADAL" clId="{5B710B73-F6D6-4A7D-9276-5384056BD54A}" dt="2022-11-07T20:51:11.656" v="6434" actId="207"/>
          <ac:picMkLst>
            <pc:docMk/>
            <pc:sldMk cId="1233436529" sldId="9784"/>
            <ac:picMk id="11" creationId="{011EC217-51FD-B3CB-DDF6-AC87E51E0EA5}"/>
          </ac:picMkLst>
        </pc:picChg>
        <pc:picChg chg="mod">
          <ac:chgData name="Macher, Andreas (DI FA CTR PLC PPM)" userId="f1dcac62-7bef-43eb-91f0-927336a1714f" providerId="ADAL" clId="{5B710B73-F6D6-4A7D-9276-5384056BD54A}" dt="2022-11-07T20:51:11.656" v="6434" actId="207"/>
          <ac:picMkLst>
            <pc:docMk/>
            <pc:sldMk cId="1233436529" sldId="9784"/>
            <ac:picMk id="12" creationId="{DC183FEA-7DDB-8A90-70BB-2B3AB6DB9255}"/>
          </ac:picMkLst>
        </pc:picChg>
        <pc:picChg chg="mod">
          <ac:chgData name="Macher, Andreas (DI FA CTR PLC PPM)" userId="f1dcac62-7bef-43eb-91f0-927336a1714f" providerId="ADAL" clId="{5B710B73-F6D6-4A7D-9276-5384056BD54A}" dt="2022-11-07T20:51:11.656" v="6434" actId="207"/>
          <ac:picMkLst>
            <pc:docMk/>
            <pc:sldMk cId="1233436529" sldId="9784"/>
            <ac:picMk id="13" creationId="{016A1C56-7223-DE5F-5CD9-C528EEF89EDA}"/>
          </ac:picMkLst>
        </pc:picChg>
        <pc:picChg chg="mod">
          <ac:chgData name="Macher, Andreas (DI FA CTR PLC PPM)" userId="f1dcac62-7bef-43eb-91f0-927336a1714f" providerId="ADAL" clId="{5B710B73-F6D6-4A7D-9276-5384056BD54A}" dt="2022-11-07T20:51:11.656" v="6434" actId="207"/>
          <ac:picMkLst>
            <pc:docMk/>
            <pc:sldMk cId="1233436529" sldId="9784"/>
            <ac:picMk id="14" creationId="{4B48CA0B-E5FE-4B75-1E83-CE5CF583A10D}"/>
          </ac:picMkLst>
        </pc:picChg>
        <pc:picChg chg="mod">
          <ac:chgData name="Macher, Andreas (DI FA CTR PLC PPM)" userId="f1dcac62-7bef-43eb-91f0-927336a1714f" providerId="ADAL" clId="{5B710B73-F6D6-4A7D-9276-5384056BD54A}" dt="2022-11-07T20:51:11.656" v="6434" actId="207"/>
          <ac:picMkLst>
            <pc:docMk/>
            <pc:sldMk cId="1233436529" sldId="9784"/>
            <ac:picMk id="18" creationId="{537B4D94-0961-AC46-2563-BE4EF05A1682}"/>
          </ac:picMkLst>
        </pc:picChg>
        <pc:picChg chg="del mod topLvl">
          <ac:chgData name="Macher, Andreas (DI FA CTR PLC PPM)" userId="f1dcac62-7bef-43eb-91f0-927336a1714f" providerId="ADAL" clId="{5B710B73-F6D6-4A7D-9276-5384056BD54A}" dt="2022-10-26T11:12:09.239" v="1256" actId="478"/>
          <ac:picMkLst>
            <pc:docMk/>
            <pc:sldMk cId="1233436529" sldId="9784"/>
            <ac:picMk id="19" creationId="{C0CF652F-9E2A-A2D4-CAA6-E2C91FB87449}"/>
          </ac:picMkLst>
        </pc:picChg>
        <pc:picChg chg="del mod topLvl">
          <ac:chgData name="Macher, Andreas (DI FA CTR PLC PPM)" userId="f1dcac62-7bef-43eb-91f0-927336a1714f" providerId="ADAL" clId="{5B710B73-F6D6-4A7D-9276-5384056BD54A}" dt="2022-10-26T11:12:12.327" v="1257" actId="478"/>
          <ac:picMkLst>
            <pc:docMk/>
            <pc:sldMk cId="1233436529" sldId="9784"/>
            <ac:picMk id="20" creationId="{C1CCA8B0-7F7F-8BF9-FC64-B54946605724}"/>
          </ac:picMkLst>
        </pc:picChg>
        <pc:picChg chg="mod">
          <ac:chgData name="Macher, Andreas (DI FA CTR PLC PPM)" userId="f1dcac62-7bef-43eb-91f0-927336a1714f" providerId="ADAL" clId="{5B710B73-F6D6-4A7D-9276-5384056BD54A}" dt="2022-11-07T20:51:11.656" v="6434" actId="207"/>
          <ac:picMkLst>
            <pc:docMk/>
            <pc:sldMk cId="1233436529" sldId="9784"/>
            <ac:picMk id="21" creationId="{E48F350E-82AF-D345-0A14-4FDB07E24191}"/>
          </ac:picMkLst>
        </pc:picChg>
        <pc:picChg chg="mod">
          <ac:chgData name="Macher, Andreas (DI FA CTR PLC PPM)" userId="f1dcac62-7bef-43eb-91f0-927336a1714f" providerId="ADAL" clId="{5B710B73-F6D6-4A7D-9276-5384056BD54A}" dt="2022-11-07T20:51:11.656" v="6434" actId="207"/>
          <ac:picMkLst>
            <pc:docMk/>
            <pc:sldMk cId="1233436529" sldId="9784"/>
            <ac:picMk id="25" creationId="{80AB9BEE-69EF-AB46-EB40-446F049CDB6E}"/>
          </ac:picMkLst>
        </pc:picChg>
        <pc:picChg chg="mod">
          <ac:chgData name="Macher, Andreas (DI FA CTR PLC PPM)" userId="f1dcac62-7bef-43eb-91f0-927336a1714f" providerId="ADAL" clId="{5B710B73-F6D6-4A7D-9276-5384056BD54A}" dt="2022-11-07T20:51:11.656" v="6434" actId="207"/>
          <ac:picMkLst>
            <pc:docMk/>
            <pc:sldMk cId="1233436529" sldId="9784"/>
            <ac:picMk id="26" creationId="{C30EA030-12D8-6DC0-66B6-29BE275FF96B}"/>
          </ac:picMkLst>
        </pc:picChg>
        <pc:picChg chg="mod">
          <ac:chgData name="Macher, Andreas (DI FA CTR PLC PPM)" userId="f1dcac62-7bef-43eb-91f0-927336a1714f" providerId="ADAL" clId="{5B710B73-F6D6-4A7D-9276-5384056BD54A}" dt="2022-11-07T20:51:11.656" v="6434" actId="207"/>
          <ac:picMkLst>
            <pc:docMk/>
            <pc:sldMk cId="1233436529" sldId="9784"/>
            <ac:picMk id="27" creationId="{CAF68A8A-0C40-F930-A13C-E66BF86C0A9B}"/>
          </ac:picMkLst>
        </pc:picChg>
        <pc:picChg chg="add del mod">
          <ac:chgData name="Macher, Andreas (DI FA CTR PLC PPM)" userId="f1dcac62-7bef-43eb-91f0-927336a1714f" providerId="ADAL" clId="{5B710B73-F6D6-4A7D-9276-5384056BD54A}" dt="2022-10-26T11:12:39.097" v="1260" actId="478"/>
          <ac:picMkLst>
            <pc:docMk/>
            <pc:sldMk cId="1233436529" sldId="9784"/>
            <ac:picMk id="28" creationId="{435A16D2-F7C7-FE54-DEA5-1332484E7721}"/>
          </ac:picMkLst>
        </pc:picChg>
        <pc:picChg chg="mod">
          <ac:chgData name="Macher, Andreas (DI FA CTR PLC PPM)" userId="f1dcac62-7bef-43eb-91f0-927336a1714f" providerId="ADAL" clId="{5B710B73-F6D6-4A7D-9276-5384056BD54A}" dt="2022-10-26T11:17:29.256" v="1498" actId="165"/>
          <ac:picMkLst>
            <pc:docMk/>
            <pc:sldMk cId="1233436529" sldId="9784"/>
            <ac:picMk id="33" creationId="{07AEE464-E2AC-FA08-8BA3-3D6976A7F456}"/>
          </ac:picMkLst>
        </pc:picChg>
        <pc:picChg chg="mod">
          <ac:chgData name="Macher, Andreas (DI FA CTR PLC PPM)" userId="f1dcac62-7bef-43eb-91f0-927336a1714f" providerId="ADAL" clId="{5B710B73-F6D6-4A7D-9276-5384056BD54A}" dt="2022-10-26T11:17:29.256" v="1498" actId="165"/>
          <ac:picMkLst>
            <pc:docMk/>
            <pc:sldMk cId="1233436529" sldId="9784"/>
            <ac:picMk id="34" creationId="{4EF0471A-A862-5366-4B8F-1DCA9FCA14E0}"/>
          </ac:picMkLst>
        </pc:picChg>
        <pc:picChg chg="mod">
          <ac:chgData name="Macher, Andreas (DI FA CTR PLC PPM)" userId="f1dcac62-7bef-43eb-91f0-927336a1714f" providerId="ADAL" clId="{5B710B73-F6D6-4A7D-9276-5384056BD54A}" dt="2022-10-26T11:17:29.256" v="1498" actId="165"/>
          <ac:picMkLst>
            <pc:docMk/>
            <pc:sldMk cId="1233436529" sldId="9784"/>
            <ac:picMk id="35" creationId="{51EC75E0-4E78-8B6A-08C7-97796BAF89AC}"/>
          </ac:picMkLst>
        </pc:picChg>
        <pc:picChg chg="mod">
          <ac:chgData name="Macher, Andreas (DI FA CTR PLC PPM)" userId="f1dcac62-7bef-43eb-91f0-927336a1714f" providerId="ADAL" clId="{5B710B73-F6D6-4A7D-9276-5384056BD54A}" dt="2022-10-26T11:17:29.256" v="1498" actId="165"/>
          <ac:picMkLst>
            <pc:docMk/>
            <pc:sldMk cId="1233436529" sldId="9784"/>
            <ac:picMk id="36" creationId="{9FE5D0F7-146A-4711-55E0-2BAAE70ACD98}"/>
          </ac:picMkLst>
        </pc:picChg>
        <pc:picChg chg="mod">
          <ac:chgData name="Macher, Andreas (DI FA CTR PLC PPM)" userId="f1dcac62-7bef-43eb-91f0-927336a1714f" providerId="ADAL" clId="{5B710B73-F6D6-4A7D-9276-5384056BD54A}" dt="2022-10-26T11:17:29.256" v="1498" actId="165"/>
          <ac:picMkLst>
            <pc:docMk/>
            <pc:sldMk cId="1233436529" sldId="9784"/>
            <ac:picMk id="37" creationId="{68FBB690-7050-8E29-AD99-A632D459D113}"/>
          </ac:picMkLst>
        </pc:picChg>
        <pc:picChg chg="mod">
          <ac:chgData name="Macher, Andreas (DI FA CTR PLC PPM)" userId="f1dcac62-7bef-43eb-91f0-927336a1714f" providerId="ADAL" clId="{5B710B73-F6D6-4A7D-9276-5384056BD54A}" dt="2022-10-26T11:17:29.256" v="1498" actId="165"/>
          <ac:picMkLst>
            <pc:docMk/>
            <pc:sldMk cId="1233436529" sldId="9784"/>
            <ac:picMk id="38" creationId="{C3A5BB05-2F05-991D-7E7F-259CF9048CAB}"/>
          </ac:picMkLst>
        </pc:picChg>
        <pc:picChg chg="mod">
          <ac:chgData name="Macher, Andreas (DI FA CTR PLC PPM)" userId="f1dcac62-7bef-43eb-91f0-927336a1714f" providerId="ADAL" clId="{5B710B73-F6D6-4A7D-9276-5384056BD54A}" dt="2022-10-26T11:17:29.256" v="1498" actId="165"/>
          <ac:picMkLst>
            <pc:docMk/>
            <pc:sldMk cId="1233436529" sldId="9784"/>
            <ac:picMk id="39" creationId="{B46EA8C5-0449-6A5D-8971-6E4FBE6C49BB}"/>
          </ac:picMkLst>
        </pc:picChg>
        <pc:picChg chg="mod">
          <ac:chgData name="Macher, Andreas (DI FA CTR PLC PPM)" userId="f1dcac62-7bef-43eb-91f0-927336a1714f" providerId="ADAL" clId="{5B710B73-F6D6-4A7D-9276-5384056BD54A}" dt="2022-10-26T11:17:29.256" v="1498" actId="165"/>
          <ac:picMkLst>
            <pc:docMk/>
            <pc:sldMk cId="1233436529" sldId="9784"/>
            <ac:picMk id="40" creationId="{D5A6021D-A06C-479C-C18F-4B81CA15DC9D}"/>
          </ac:picMkLst>
        </pc:picChg>
        <pc:picChg chg="mod">
          <ac:chgData name="Macher, Andreas (DI FA CTR PLC PPM)" userId="f1dcac62-7bef-43eb-91f0-927336a1714f" providerId="ADAL" clId="{5B710B73-F6D6-4A7D-9276-5384056BD54A}" dt="2022-10-26T11:17:29.256" v="1498" actId="165"/>
          <ac:picMkLst>
            <pc:docMk/>
            <pc:sldMk cId="1233436529" sldId="9784"/>
            <ac:picMk id="41" creationId="{EED94ADC-4B3E-4534-5E62-90E03E3D2DD1}"/>
          </ac:picMkLst>
        </pc:picChg>
        <pc:picChg chg="mod">
          <ac:chgData name="Macher, Andreas (DI FA CTR PLC PPM)" userId="f1dcac62-7bef-43eb-91f0-927336a1714f" providerId="ADAL" clId="{5B710B73-F6D6-4A7D-9276-5384056BD54A}" dt="2022-10-26T11:17:29.256" v="1498" actId="165"/>
          <ac:picMkLst>
            <pc:docMk/>
            <pc:sldMk cId="1233436529" sldId="9784"/>
            <ac:picMk id="42" creationId="{74A6BAE4-8A06-8616-FB00-5E9D8F3B70C9}"/>
          </ac:picMkLst>
        </pc:picChg>
        <pc:picChg chg="add mod">
          <ac:chgData name="Macher, Andreas (DI FA CTR PLC PPM)" userId="f1dcac62-7bef-43eb-91f0-927336a1714f" providerId="ADAL" clId="{5B710B73-F6D6-4A7D-9276-5384056BD54A}" dt="2022-10-26T11:17:57.557" v="1501"/>
          <ac:picMkLst>
            <pc:docMk/>
            <pc:sldMk cId="1233436529" sldId="9784"/>
            <ac:picMk id="46" creationId="{3B61DF7A-64FA-061C-9E5D-E62EEB4087BB}"/>
          </ac:picMkLst>
        </pc:picChg>
        <pc:picChg chg="mod">
          <ac:chgData name="Macher, Andreas (DI FA CTR PLC PPM)" userId="f1dcac62-7bef-43eb-91f0-927336a1714f" providerId="ADAL" clId="{5B710B73-F6D6-4A7D-9276-5384056BD54A}" dt="2022-10-26T11:22:44.262" v="1602"/>
          <ac:picMkLst>
            <pc:docMk/>
            <pc:sldMk cId="1233436529" sldId="9784"/>
            <ac:picMk id="59" creationId="{EC797D40-9648-6773-0719-F49A526C779B}"/>
          </ac:picMkLst>
        </pc:picChg>
        <pc:picChg chg="mod">
          <ac:chgData name="Macher, Andreas (DI FA CTR PLC PPM)" userId="f1dcac62-7bef-43eb-91f0-927336a1714f" providerId="ADAL" clId="{5B710B73-F6D6-4A7D-9276-5384056BD54A}" dt="2022-10-26T11:22:44.262" v="1602"/>
          <ac:picMkLst>
            <pc:docMk/>
            <pc:sldMk cId="1233436529" sldId="9784"/>
            <ac:picMk id="60" creationId="{2292E0DF-45DF-58C9-C6D2-A0BD5B4AB943}"/>
          </ac:picMkLst>
        </pc:picChg>
        <pc:picChg chg="mod">
          <ac:chgData name="Macher, Andreas (DI FA CTR PLC PPM)" userId="f1dcac62-7bef-43eb-91f0-927336a1714f" providerId="ADAL" clId="{5B710B73-F6D6-4A7D-9276-5384056BD54A}" dt="2022-10-26T11:22:44.262" v="1602"/>
          <ac:picMkLst>
            <pc:docMk/>
            <pc:sldMk cId="1233436529" sldId="9784"/>
            <ac:picMk id="61" creationId="{DAF622A3-8707-4BC2-E745-DB9ABCFEB53F}"/>
          </ac:picMkLst>
        </pc:picChg>
        <pc:picChg chg="del">
          <ac:chgData name="Macher, Andreas (DI FA CTR PLC PPM)" userId="f1dcac62-7bef-43eb-91f0-927336a1714f" providerId="ADAL" clId="{5B710B73-F6D6-4A7D-9276-5384056BD54A}" dt="2022-10-26T13:43:11.988" v="2581" actId="478"/>
          <ac:picMkLst>
            <pc:docMk/>
            <pc:sldMk cId="1233436529" sldId="9784"/>
            <ac:picMk id="63" creationId="{A89BED7E-1DA8-DEF3-63BA-5F838CA77430}"/>
          </ac:picMkLst>
        </pc:picChg>
        <pc:picChg chg="mod">
          <ac:chgData name="Macher, Andreas (DI FA CTR PLC PPM)" userId="f1dcac62-7bef-43eb-91f0-927336a1714f" providerId="ADAL" clId="{5B710B73-F6D6-4A7D-9276-5384056BD54A}" dt="2022-10-26T11:27:33.773" v="1683" actId="1076"/>
          <ac:picMkLst>
            <pc:docMk/>
            <pc:sldMk cId="1233436529" sldId="9784"/>
            <ac:picMk id="64" creationId="{4BC6DC21-5E37-A8FD-42CC-E7A2CB12B03D}"/>
          </ac:picMkLst>
        </pc:picChg>
        <pc:picChg chg="mod">
          <ac:chgData name="Macher, Andreas (DI FA CTR PLC PPM)" userId="f1dcac62-7bef-43eb-91f0-927336a1714f" providerId="ADAL" clId="{5B710B73-F6D6-4A7D-9276-5384056BD54A}" dt="2022-10-26T11:27:33.773" v="1683" actId="1076"/>
          <ac:picMkLst>
            <pc:docMk/>
            <pc:sldMk cId="1233436529" sldId="9784"/>
            <ac:picMk id="65" creationId="{83DD049B-3905-F82E-885B-B3D5946448CD}"/>
          </ac:picMkLst>
        </pc:picChg>
        <pc:picChg chg="mod">
          <ac:chgData name="Macher, Andreas (DI FA CTR PLC PPM)" userId="f1dcac62-7bef-43eb-91f0-927336a1714f" providerId="ADAL" clId="{5B710B73-F6D6-4A7D-9276-5384056BD54A}" dt="2022-10-26T11:27:33.773" v="1683" actId="1076"/>
          <ac:picMkLst>
            <pc:docMk/>
            <pc:sldMk cId="1233436529" sldId="9784"/>
            <ac:picMk id="66" creationId="{D0EBBCEC-FE98-41B6-7142-7C2E023F2060}"/>
          </ac:picMkLst>
        </pc:picChg>
        <pc:picChg chg="del">
          <ac:chgData name="Macher, Andreas (DI FA CTR PLC PPM)" userId="f1dcac62-7bef-43eb-91f0-927336a1714f" providerId="ADAL" clId="{5B710B73-F6D6-4A7D-9276-5384056BD54A}" dt="2022-10-26T11:17:19.254" v="1494" actId="478"/>
          <ac:picMkLst>
            <pc:docMk/>
            <pc:sldMk cId="1233436529" sldId="9784"/>
            <ac:picMk id="84" creationId="{A209BB7A-81CD-19E4-BD76-90B674C81202}"/>
          </ac:picMkLst>
        </pc:picChg>
        <pc:picChg chg="del">
          <ac:chgData name="Macher, Andreas (DI FA CTR PLC PPM)" userId="f1dcac62-7bef-43eb-91f0-927336a1714f" providerId="ADAL" clId="{5B710B73-F6D6-4A7D-9276-5384056BD54A}" dt="2022-10-26T11:17:19.869" v="1495" actId="478"/>
          <ac:picMkLst>
            <pc:docMk/>
            <pc:sldMk cId="1233436529" sldId="9784"/>
            <ac:picMk id="85" creationId="{CCEAC820-F357-4AC2-0088-54F8DE2FD91C}"/>
          </ac:picMkLst>
        </pc:picChg>
        <pc:picChg chg="del mod">
          <ac:chgData name="Macher, Andreas (DI FA CTR PLC PPM)" userId="f1dcac62-7bef-43eb-91f0-927336a1714f" providerId="ADAL" clId="{5B710B73-F6D6-4A7D-9276-5384056BD54A}" dt="2022-10-26T11:18:04.567" v="1502" actId="478"/>
          <ac:picMkLst>
            <pc:docMk/>
            <pc:sldMk cId="1233436529" sldId="9784"/>
            <ac:picMk id="86" creationId="{74E66FCA-3AF8-55D6-F3EB-6D053197D807}"/>
          </ac:picMkLst>
        </pc:picChg>
        <pc:picChg chg="mod">
          <ac:chgData name="Macher, Andreas (DI FA CTR PLC PPM)" userId="f1dcac62-7bef-43eb-91f0-927336a1714f" providerId="ADAL" clId="{5B710B73-F6D6-4A7D-9276-5384056BD54A}" dt="2022-10-26T13:26:32.816" v="2542" actId="478"/>
          <ac:picMkLst>
            <pc:docMk/>
            <pc:sldMk cId="1233436529" sldId="9784"/>
            <ac:picMk id="94" creationId="{9970B94B-3732-33E1-1CD0-2B8FD78E52A0}"/>
          </ac:picMkLst>
        </pc:picChg>
        <pc:picChg chg="add mod ord">
          <ac:chgData name="Macher, Andreas (DI FA CTR PLC PPM)" userId="f1dcac62-7bef-43eb-91f0-927336a1714f" providerId="ADAL" clId="{5B710B73-F6D6-4A7D-9276-5384056BD54A}" dt="2022-10-26T13:46:47.907" v="2644" actId="1036"/>
          <ac:picMkLst>
            <pc:docMk/>
            <pc:sldMk cId="1233436529" sldId="9784"/>
            <ac:picMk id="96" creationId="{A94C5487-2020-2EAD-199C-3DE95CA28D54}"/>
          </ac:picMkLst>
        </pc:picChg>
        <pc:picChg chg="add mod ord">
          <ac:chgData name="Macher, Andreas (DI FA CTR PLC PPM)" userId="f1dcac62-7bef-43eb-91f0-927336a1714f" providerId="ADAL" clId="{5B710B73-F6D6-4A7D-9276-5384056BD54A}" dt="2022-10-26T13:46:47.907" v="2644" actId="1036"/>
          <ac:picMkLst>
            <pc:docMk/>
            <pc:sldMk cId="1233436529" sldId="9784"/>
            <ac:picMk id="99" creationId="{56D34187-46A3-2854-7EDC-A959C401FA67}"/>
          </ac:picMkLst>
        </pc:picChg>
        <pc:picChg chg="add mod ord">
          <ac:chgData name="Macher, Andreas (DI FA CTR PLC PPM)" userId="f1dcac62-7bef-43eb-91f0-927336a1714f" providerId="ADAL" clId="{5B710B73-F6D6-4A7D-9276-5384056BD54A}" dt="2022-10-26T13:46:47.907" v="2644" actId="1036"/>
          <ac:picMkLst>
            <pc:docMk/>
            <pc:sldMk cId="1233436529" sldId="9784"/>
            <ac:picMk id="103" creationId="{868436AA-C5BC-FD23-13DE-35369009FA3E}"/>
          </ac:picMkLst>
        </pc:picChg>
        <pc:picChg chg="del">
          <ac:chgData name="Macher, Andreas (DI FA CTR PLC PPM)" userId="f1dcac62-7bef-43eb-91f0-927336a1714f" providerId="ADAL" clId="{5B710B73-F6D6-4A7D-9276-5384056BD54A}" dt="2022-10-26T13:45:00.141" v="2615" actId="478"/>
          <ac:picMkLst>
            <pc:docMk/>
            <pc:sldMk cId="1233436529" sldId="9784"/>
            <ac:picMk id="207" creationId="{5D12CEF2-1CD7-B115-707E-AB20D35429C5}"/>
          </ac:picMkLst>
        </pc:picChg>
        <pc:picChg chg="del">
          <ac:chgData name="Macher, Andreas (DI FA CTR PLC PPM)" userId="f1dcac62-7bef-43eb-91f0-927336a1714f" providerId="ADAL" clId="{5B710B73-F6D6-4A7D-9276-5384056BD54A}" dt="2022-10-26T11:22:39.322" v="1601" actId="478"/>
          <ac:picMkLst>
            <pc:docMk/>
            <pc:sldMk cId="1233436529" sldId="9784"/>
            <ac:picMk id="215" creationId="{940DF10B-8FEE-F74C-61FE-11784DACEBBC}"/>
          </ac:picMkLst>
        </pc:picChg>
        <pc:picChg chg="del">
          <ac:chgData name="Macher, Andreas (DI FA CTR PLC PPM)" userId="f1dcac62-7bef-43eb-91f0-927336a1714f" providerId="ADAL" clId="{5B710B73-F6D6-4A7D-9276-5384056BD54A}" dt="2022-10-26T11:22:39.322" v="1601" actId="478"/>
          <ac:picMkLst>
            <pc:docMk/>
            <pc:sldMk cId="1233436529" sldId="9784"/>
            <ac:picMk id="216" creationId="{A7F43B5F-F70C-FF5A-DAAA-D14D1F9D6B58}"/>
          </ac:picMkLst>
        </pc:picChg>
        <pc:picChg chg="del">
          <ac:chgData name="Macher, Andreas (DI FA CTR PLC PPM)" userId="f1dcac62-7bef-43eb-91f0-927336a1714f" providerId="ADAL" clId="{5B710B73-F6D6-4A7D-9276-5384056BD54A}" dt="2022-10-26T13:43:57.438" v="2607" actId="478"/>
          <ac:picMkLst>
            <pc:docMk/>
            <pc:sldMk cId="1233436529" sldId="9784"/>
            <ac:picMk id="234" creationId="{91F97058-4BA8-A019-8C19-9D96D99F75F9}"/>
          </ac:picMkLst>
        </pc:picChg>
        <pc:picChg chg="del mod topLvl">
          <ac:chgData name="Macher, Andreas (DI FA CTR PLC PPM)" userId="f1dcac62-7bef-43eb-91f0-927336a1714f" providerId="ADAL" clId="{5B710B73-F6D6-4A7D-9276-5384056BD54A}" dt="2022-10-26T11:31:25.565" v="1728" actId="478"/>
          <ac:picMkLst>
            <pc:docMk/>
            <pc:sldMk cId="1233436529" sldId="9784"/>
            <ac:picMk id="243" creationId="{005F4129-C27E-5900-6BA9-A989BAF528F0}"/>
          </ac:picMkLst>
        </pc:picChg>
        <pc:picChg chg="mod">
          <ac:chgData name="Macher, Andreas (DI FA CTR PLC PPM)" userId="f1dcac62-7bef-43eb-91f0-927336a1714f" providerId="ADAL" clId="{5B710B73-F6D6-4A7D-9276-5384056BD54A}" dt="2022-10-26T11:22:44.262" v="1602"/>
          <ac:picMkLst>
            <pc:docMk/>
            <pc:sldMk cId="1233436529" sldId="9784"/>
            <ac:picMk id="258" creationId="{277CEF2B-78B8-2309-9776-BFA927FC757C}"/>
          </ac:picMkLst>
        </pc:picChg>
        <pc:picChg chg="mod">
          <ac:chgData name="Macher, Andreas (DI FA CTR PLC PPM)" userId="f1dcac62-7bef-43eb-91f0-927336a1714f" providerId="ADAL" clId="{5B710B73-F6D6-4A7D-9276-5384056BD54A}" dt="2022-10-26T11:22:44.262" v="1602"/>
          <ac:picMkLst>
            <pc:docMk/>
            <pc:sldMk cId="1233436529" sldId="9784"/>
            <ac:picMk id="259" creationId="{358F498F-24EA-3BA8-CB75-CA7CBC8F2FCB}"/>
          </ac:picMkLst>
        </pc:picChg>
        <pc:picChg chg="mod">
          <ac:chgData name="Macher, Andreas (DI FA CTR PLC PPM)" userId="f1dcac62-7bef-43eb-91f0-927336a1714f" providerId="ADAL" clId="{5B710B73-F6D6-4A7D-9276-5384056BD54A}" dt="2022-10-26T11:22:44.262" v="1602"/>
          <ac:picMkLst>
            <pc:docMk/>
            <pc:sldMk cId="1233436529" sldId="9784"/>
            <ac:picMk id="260" creationId="{26647CBE-FD11-E9A8-958F-8FB6E215D8D1}"/>
          </ac:picMkLst>
        </pc:picChg>
        <pc:picChg chg="mod">
          <ac:chgData name="Macher, Andreas (DI FA CTR PLC PPM)" userId="f1dcac62-7bef-43eb-91f0-927336a1714f" providerId="ADAL" clId="{5B710B73-F6D6-4A7D-9276-5384056BD54A}" dt="2022-10-26T11:27:33.773" v="1683" actId="1076"/>
          <ac:picMkLst>
            <pc:docMk/>
            <pc:sldMk cId="1233436529" sldId="9784"/>
            <ac:picMk id="276" creationId="{01B4CFED-5427-B081-D64C-7370ECB2D74F}"/>
          </ac:picMkLst>
        </pc:picChg>
        <pc:picChg chg="mod">
          <ac:chgData name="Macher, Andreas (DI FA CTR PLC PPM)" userId="f1dcac62-7bef-43eb-91f0-927336a1714f" providerId="ADAL" clId="{5B710B73-F6D6-4A7D-9276-5384056BD54A}" dt="2022-10-26T11:27:33.773" v="1683" actId="1076"/>
          <ac:picMkLst>
            <pc:docMk/>
            <pc:sldMk cId="1233436529" sldId="9784"/>
            <ac:picMk id="277" creationId="{3930A7F6-1F24-CE98-E345-77D7E8C26BA1}"/>
          </ac:picMkLst>
        </pc:picChg>
        <pc:picChg chg="mod">
          <ac:chgData name="Macher, Andreas (DI FA CTR PLC PPM)" userId="f1dcac62-7bef-43eb-91f0-927336a1714f" providerId="ADAL" clId="{5B710B73-F6D6-4A7D-9276-5384056BD54A}" dt="2022-10-26T11:27:33.773" v="1683" actId="1076"/>
          <ac:picMkLst>
            <pc:docMk/>
            <pc:sldMk cId="1233436529" sldId="9784"/>
            <ac:picMk id="278" creationId="{8DB00907-7950-0F3D-4FFE-D7E47878C219}"/>
          </ac:picMkLst>
        </pc:picChg>
        <pc:picChg chg="del">
          <ac:chgData name="Macher, Andreas (DI FA CTR PLC PPM)" userId="f1dcac62-7bef-43eb-91f0-927336a1714f" providerId="ADAL" clId="{5B710B73-F6D6-4A7D-9276-5384056BD54A}" dt="2022-10-26T13:45:23.053" v="2622" actId="478"/>
          <ac:picMkLst>
            <pc:docMk/>
            <pc:sldMk cId="1233436529" sldId="9784"/>
            <ac:picMk id="281" creationId="{80CEE92B-8370-7686-43A6-4007BE88A0E1}"/>
          </ac:picMkLst>
        </pc:picChg>
        <pc:picChg chg="del">
          <ac:chgData name="Macher, Andreas (DI FA CTR PLC PPM)" userId="f1dcac62-7bef-43eb-91f0-927336a1714f" providerId="ADAL" clId="{5B710B73-F6D6-4A7D-9276-5384056BD54A}" dt="2022-10-26T11:27:17.735" v="1681" actId="478"/>
          <ac:picMkLst>
            <pc:docMk/>
            <pc:sldMk cId="1233436529" sldId="9784"/>
            <ac:picMk id="289" creationId="{A8A6B91E-D975-7084-B260-3D4D0086EAC6}"/>
          </ac:picMkLst>
        </pc:picChg>
        <pc:picChg chg="del">
          <ac:chgData name="Macher, Andreas (DI FA CTR PLC PPM)" userId="f1dcac62-7bef-43eb-91f0-927336a1714f" providerId="ADAL" clId="{5B710B73-F6D6-4A7D-9276-5384056BD54A}" dt="2022-10-26T11:27:17.735" v="1681" actId="478"/>
          <ac:picMkLst>
            <pc:docMk/>
            <pc:sldMk cId="1233436529" sldId="9784"/>
            <ac:picMk id="290" creationId="{247416CC-DC9F-E2DE-4B4E-67C639E68AEE}"/>
          </ac:picMkLst>
        </pc:picChg>
        <pc:picChg chg="mod">
          <ac:chgData name="Macher, Andreas (DI FA CTR PLC PPM)" userId="f1dcac62-7bef-43eb-91f0-927336a1714f" providerId="ADAL" clId="{5B710B73-F6D6-4A7D-9276-5384056BD54A}" dt="2022-10-26T13:26:32.816" v="2542" actId="478"/>
          <ac:picMkLst>
            <pc:docMk/>
            <pc:sldMk cId="1233436529" sldId="9784"/>
            <ac:picMk id="308" creationId="{0D4A716F-E91A-BA0F-317F-C1D0E559CE5B}"/>
          </ac:picMkLst>
        </pc:picChg>
        <pc:picChg chg="mod">
          <ac:chgData name="Macher, Andreas (DI FA CTR PLC PPM)" userId="f1dcac62-7bef-43eb-91f0-927336a1714f" providerId="ADAL" clId="{5B710B73-F6D6-4A7D-9276-5384056BD54A}" dt="2022-10-26T13:26:32.816" v="2542" actId="478"/>
          <ac:picMkLst>
            <pc:docMk/>
            <pc:sldMk cId="1233436529" sldId="9784"/>
            <ac:picMk id="309" creationId="{2FEF7082-8B82-38D2-4122-14FC8C1BA20F}"/>
          </ac:picMkLst>
        </pc:picChg>
        <pc:picChg chg="mod">
          <ac:chgData name="Macher, Andreas (DI FA CTR PLC PPM)" userId="f1dcac62-7bef-43eb-91f0-927336a1714f" providerId="ADAL" clId="{5B710B73-F6D6-4A7D-9276-5384056BD54A}" dt="2022-10-26T13:26:32.816" v="2542" actId="478"/>
          <ac:picMkLst>
            <pc:docMk/>
            <pc:sldMk cId="1233436529" sldId="9784"/>
            <ac:picMk id="310" creationId="{985755B4-B4F1-3C8E-13C0-52C3698209D5}"/>
          </ac:picMkLst>
        </pc:picChg>
        <pc:picChg chg="mod">
          <ac:chgData name="Macher, Andreas (DI FA CTR PLC PPM)" userId="f1dcac62-7bef-43eb-91f0-927336a1714f" providerId="ADAL" clId="{5B710B73-F6D6-4A7D-9276-5384056BD54A}" dt="2022-10-26T13:26:32.816" v="2542" actId="478"/>
          <ac:picMkLst>
            <pc:docMk/>
            <pc:sldMk cId="1233436529" sldId="9784"/>
            <ac:picMk id="311" creationId="{B231C84C-A861-C9A8-0DDC-E3A4A49A1844}"/>
          </ac:picMkLst>
        </pc:picChg>
        <pc:picChg chg="mod">
          <ac:chgData name="Macher, Andreas (DI FA CTR PLC PPM)" userId="f1dcac62-7bef-43eb-91f0-927336a1714f" providerId="ADAL" clId="{5B710B73-F6D6-4A7D-9276-5384056BD54A}" dt="2022-10-26T13:26:32.816" v="2542" actId="478"/>
          <ac:picMkLst>
            <pc:docMk/>
            <pc:sldMk cId="1233436529" sldId="9784"/>
            <ac:picMk id="312" creationId="{D693F721-2547-3033-921D-AC2EF4512F40}"/>
          </ac:picMkLst>
        </pc:picChg>
        <pc:picChg chg="mod">
          <ac:chgData name="Macher, Andreas (DI FA CTR PLC PPM)" userId="f1dcac62-7bef-43eb-91f0-927336a1714f" providerId="ADAL" clId="{5B710B73-F6D6-4A7D-9276-5384056BD54A}" dt="2022-10-26T13:26:32.816" v="2542" actId="478"/>
          <ac:picMkLst>
            <pc:docMk/>
            <pc:sldMk cId="1233436529" sldId="9784"/>
            <ac:picMk id="313" creationId="{B332BB3A-2407-5B10-DACD-BC423E61B0B5}"/>
          </ac:picMkLst>
        </pc:picChg>
        <pc:picChg chg="mod">
          <ac:chgData name="Macher, Andreas (DI FA CTR PLC PPM)" userId="f1dcac62-7bef-43eb-91f0-927336a1714f" providerId="ADAL" clId="{5B710B73-F6D6-4A7D-9276-5384056BD54A}" dt="2022-10-26T13:26:32.816" v="2542" actId="478"/>
          <ac:picMkLst>
            <pc:docMk/>
            <pc:sldMk cId="1233436529" sldId="9784"/>
            <ac:picMk id="314" creationId="{CA4BA6EE-D112-1328-B174-4C7BE3DEC17E}"/>
          </ac:picMkLst>
        </pc:picChg>
        <pc:picChg chg="mod">
          <ac:chgData name="Macher, Andreas (DI FA CTR PLC PPM)" userId="f1dcac62-7bef-43eb-91f0-927336a1714f" providerId="ADAL" clId="{5B710B73-F6D6-4A7D-9276-5384056BD54A}" dt="2022-10-26T13:26:32.816" v="2542" actId="478"/>
          <ac:picMkLst>
            <pc:docMk/>
            <pc:sldMk cId="1233436529" sldId="9784"/>
            <ac:picMk id="315" creationId="{FB198CA6-512F-37FE-17F6-57A407AECEF1}"/>
          </ac:picMkLst>
        </pc:picChg>
        <pc:picChg chg="mod">
          <ac:chgData name="Macher, Andreas (DI FA CTR PLC PPM)" userId="f1dcac62-7bef-43eb-91f0-927336a1714f" providerId="ADAL" clId="{5B710B73-F6D6-4A7D-9276-5384056BD54A}" dt="2022-10-26T13:26:32.816" v="2542" actId="478"/>
          <ac:picMkLst>
            <pc:docMk/>
            <pc:sldMk cId="1233436529" sldId="9784"/>
            <ac:picMk id="316" creationId="{7E3E88B9-6180-6769-3EF3-0EAEBA3359EC}"/>
          </ac:picMkLst>
        </pc:picChg>
        <pc:picChg chg="mod">
          <ac:chgData name="Macher, Andreas (DI FA CTR PLC PPM)" userId="f1dcac62-7bef-43eb-91f0-927336a1714f" providerId="ADAL" clId="{5B710B73-F6D6-4A7D-9276-5384056BD54A}" dt="2022-10-26T13:26:32.816" v="2542" actId="478"/>
          <ac:picMkLst>
            <pc:docMk/>
            <pc:sldMk cId="1233436529" sldId="9784"/>
            <ac:picMk id="317" creationId="{62A3C01E-4A70-DC6D-0808-E2ECF2C5E478}"/>
          </ac:picMkLst>
        </pc:picChg>
        <pc:cxnChg chg="add mod">
          <ac:chgData name="Macher, Andreas (DI FA CTR PLC PPM)" userId="f1dcac62-7bef-43eb-91f0-927336a1714f" providerId="ADAL" clId="{5B710B73-F6D6-4A7D-9276-5384056BD54A}" dt="2022-11-16T16:07:05.007" v="7881"/>
          <ac:cxnSpMkLst>
            <pc:docMk/>
            <pc:sldMk cId="1233436529" sldId="9784"/>
            <ac:cxnSpMk id="15" creationId="{9B3C06B5-D7A2-C4E0-7A9D-35488E16995C}"/>
          </ac:cxnSpMkLst>
        </pc:cxnChg>
        <pc:cxnChg chg="add mod">
          <ac:chgData name="Macher, Andreas (DI FA CTR PLC PPM)" userId="f1dcac62-7bef-43eb-91f0-927336a1714f" providerId="ADAL" clId="{5B710B73-F6D6-4A7D-9276-5384056BD54A}" dt="2022-10-26T11:13:56.686" v="1392" actId="164"/>
          <ac:cxnSpMkLst>
            <pc:docMk/>
            <pc:sldMk cId="1233436529" sldId="9784"/>
            <ac:cxnSpMk id="22" creationId="{8DB9E71B-2F9E-5A15-9524-74497838EA4D}"/>
          </ac:cxnSpMkLst>
        </pc:cxnChg>
        <pc:cxnChg chg="add mod">
          <ac:chgData name="Macher, Andreas (DI FA CTR PLC PPM)" userId="f1dcac62-7bef-43eb-91f0-927336a1714f" providerId="ADAL" clId="{5B710B73-F6D6-4A7D-9276-5384056BD54A}" dt="2022-10-26T11:13:56.686" v="1392" actId="164"/>
          <ac:cxnSpMkLst>
            <pc:docMk/>
            <pc:sldMk cId="1233436529" sldId="9784"/>
            <ac:cxnSpMk id="23" creationId="{9539BC27-B49F-E95D-6275-624937172E73}"/>
          </ac:cxnSpMkLst>
        </pc:cxnChg>
        <pc:cxnChg chg="mod">
          <ac:chgData name="Macher, Andreas (DI FA CTR PLC PPM)" userId="f1dcac62-7bef-43eb-91f0-927336a1714f" providerId="ADAL" clId="{5B710B73-F6D6-4A7D-9276-5384056BD54A}" dt="2022-10-26T11:17:29.256" v="1498" actId="165"/>
          <ac:cxnSpMkLst>
            <pc:docMk/>
            <pc:sldMk cId="1233436529" sldId="9784"/>
            <ac:cxnSpMk id="43" creationId="{AFEF9C40-3322-2E0B-C6F4-149660725611}"/>
          </ac:cxnSpMkLst>
        </pc:cxnChg>
        <pc:cxnChg chg="mod">
          <ac:chgData name="Macher, Andreas (DI FA CTR PLC PPM)" userId="f1dcac62-7bef-43eb-91f0-927336a1714f" providerId="ADAL" clId="{5B710B73-F6D6-4A7D-9276-5384056BD54A}" dt="2022-10-26T11:17:29.256" v="1498" actId="165"/>
          <ac:cxnSpMkLst>
            <pc:docMk/>
            <pc:sldMk cId="1233436529" sldId="9784"/>
            <ac:cxnSpMk id="44" creationId="{A132A380-C70F-6DE9-6154-71EC7E9676D7}"/>
          </ac:cxnSpMkLst>
        </pc:cxnChg>
        <pc:cxnChg chg="add del mod ord">
          <ac:chgData name="Macher, Andreas (DI FA CTR PLC PPM)" userId="f1dcac62-7bef-43eb-91f0-927336a1714f" providerId="ADAL" clId="{5B710B73-F6D6-4A7D-9276-5384056BD54A}" dt="2022-10-26T11:19:37.302" v="1526" actId="478"/>
          <ac:cxnSpMkLst>
            <pc:docMk/>
            <pc:sldMk cId="1233436529" sldId="9784"/>
            <ac:cxnSpMk id="47" creationId="{C68B0D93-E7FD-9EA4-9A31-670F548D27A4}"/>
          </ac:cxnSpMkLst>
        </pc:cxnChg>
        <pc:cxnChg chg="mod">
          <ac:chgData name="Macher, Andreas (DI FA CTR PLC PPM)" userId="f1dcac62-7bef-43eb-91f0-927336a1714f" providerId="ADAL" clId="{5B710B73-F6D6-4A7D-9276-5384056BD54A}" dt="2022-10-26T11:27:33.773" v="1683" actId="1076"/>
          <ac:cxnSpMkLst>
            <pc:docMk/>
            <pc:sldMk cId="1233436529" sldId="9784"/>
            <ac:cxnSpMk id="67" creationId="{84DB8D21-F2AD-5924-A970-32B6EB6B882E}"/>
          </ac:cxnSpMkLst>
        </pc:cxnChg>
        <pc:cxnChg chg="mod">
          <ac:chgData name="Macher, Andreas (DI FA CTR PLC PPM)" userId="f1dcac62-7bef-43eb-91f0-927336a1714f" providerId="ADAL" clId="{5B710B73-F6D6-4A7D-9276-5384056BD54A}" dt="2022-10-26T11:27:33.773" v="1683" actId="1076"/>
          <ac:cxnSpMkLst>
            <pc:docMk/>
            <pc:sldMk cId="1233436529" sldId="9784"/>
            <ac:cxnSpMk id="68" creationId="{0CCC54EB-20F3-1CF0-6A80-A12A1A81555A}"/>
          </ac:cxnSpMkLst>
        </pc:cxnChg>
        <pc:cxnChg chg="add mod">
          <ac:chgData name="Macher, Andreas (DI FA CTR PLC PPM)" userId="f1dcac62-7bef-43eb-91f0-927336a1714f" providerId="ADAL" clId="{5B710B73-F6D6-4A7D-9276-5384056BD54A}" dt="2022-10-26T11:28:38.984" v="1688" actId="1076"/>
          <ac:cxnSpMkLst>
            <pc:docMk/>
            <pc:sldMk cId="1233436529" sldId="9784"/>
            <ac:cxnSpMk id="70" creationId="{07803500-B2CA-4B83-B65B-44F3FC7C368D}"/>
          </ac:cxnSpMkLst>
        </pc:cxnChg>
        <pc:cxnChg chg="add mod">
          <ac:chgData name="Macher, Andreas (DI FA CTR PLC PPM)" userId="f1dcac62-7bef-43eb-91f0-927336a1714f" providerId="ADAL" clId="{5B710B73-F6D6-4A7D-9276-5384056BD54A}" dt="2022-10-26T11:28:54.696" v="1691" actId="1076"/>
          <ac:cxnSpMkLst>
            <pc:docMk/>
            <pc:sldMk cId="1233436529" sldId="9784"/>
            <ac:cxnSpMk id="71" creationId="{E53117BF-98E5-561C-E0E8-FCCB16D9FD0C}"/>
          </ac:cxnSpMkLst>
        </pc:cxnChg>
        <pc:cxnChg chg="add mod">
          <ac:chgData name="Macher, Andreas (DI FA CTR PLC PPM)" userId="f1dcac62-7bef-43eb-91f0-927336a1714f" providerId="ADAL" clId="{5B710B73-F6D6-4A7D-9276-5384056BD54A}" dt="2022-10-26T11:29:12.411" v="1694" actId="1076"/>
          <ac:cxnSpMkLst>
            <pc:docMk/>
            <pc:sldMk cId="1233436529" sldId="9784"/>
            <ac:cxnSpMk id="73" creationId="{71FBF41F-5770-6025-0F97-F8408AF7C148}"/>
          </ac:cxnSpMkLst>
        </pc:cxnChg>
        <pc:cxnChg chg="add mod">
          <ac:chgData name="Macher, Andreas (DI FA CTR PLC PPM)" userId="f1dcac62-7bef-43eb-91f0-927336a1714f" providerId="ADAL" clId="{5B710B73-F6D6-4A7D-9276-5384056BD54A}" dt="2022-10-26T11:29:12.411" v="1694" actId="1076"/>
          <ac:cxnSpMkLst>
            <pc:docMk/>
            <pc:sldMk cId="1233436529" sldId="9784"/>
            <ac:cxnSpMk id="74" creationId="{3C3932E2-DC53-AFDD-7FD7-E1549ECCFD0B}"/>
          </ac:cxnSpMkLst>
        </pc:cxnChg>
        <pc:cxnChg chg="add del">
          <ac:chgData name="Macher, Andreas (DI FA CTR PLC PPM)" userId="f1dcac62-7bef-43eb-91f0-927336a1714f" providerId="ADAL" clId="{5B710B73-F6D6-4A7D-9276-5384056BD54A}" dt="2022-10-26T11:55:50.883" v="2092" actId="21"/>
          <ac:cxnSpMkLst>
            <pc:docMk/>
            <pc:sldMk cId="1233436529" sldId="9784"/>
            <ac:cxnSpMk id="76" creationId="{2EBBBBB5-0E85-CDDE-FAA7-F65568D5797C}"/>
          </ac:cxnSpMkLst>
        </pc:cxnChg>
        <pc:cxnChg chg="mod topLvl">
          <ac:chgData name="Macher, Andreas (DI FA CTR PLC PPM)" userId="f1dcac62-7bef-43eb-91f0-927336a1714f" providerId="ADAL" clId="{5B710B73-F6D6-4A7D-9276-5384056BD54A}" dt="2022-10-26T11:16:19.286" v="1492" actId="164"/>
          <ac:cxnSpMkLst>
            <pc:docMk/>
            <pc:sldMk cId="1233436529" sldId="9784"/>
            <ac:cxnSpMk id="87" creationId="{CD879679-808A-18BF-E86E-FFB547E8D60A}"/>
          </ac:cxnSpMkLst>
        </pc:cxnChg>
        <pc:cxnChg chg="mod topLvl">
          <ac:chgData name="Macher, Andreas (DI FA CTR PLC PPM)" userId="f1dcac62-7bef-43eb-91f0-927336a1714f" providerId="ADAL" clId="{5B710B73-F6D6-4A7D-9276-5384056BD54A}" dt="2022-10-26T11:16:19.286" v="1492" actId="164"/>
          <ac:cxnSpMkLst>
            <pc:docMk/>
            <pc:sldMk cId="1233436529" sldId="9784"/>
            <ac:cxnSpMk id="89" creationId="{F433E82E-6987-289F-59B6-28A0CC18AE1F}"/>
          </ac:cxnSpMkLst>
        </pc:cxnChg>
        <pc:cxnChg chg="mod">
          <ac:chgData name="Macher, Andreas (DI FA CTR PLC PPM)" userId="f1dcac62-7bef-43eb-91f0-927336a1714f" providerId="ADAL" clId="{5B710B73-F6D6-4A7D-9276-5384056BD54A}" dt="2022-10-26T13:26:32.816" v="2542" actId="478"/>
          <ac:cxnSpMkLst>
            <pc:docMk/>
            <pc:sldMk cId="1233436529" sldId="9784"/>
            <ac:cxnSpMk id="90" creationId="{33A1A613-4EE3-20C7-2E6E-D09A47BBBA4C}"/>
          </ac:cxnSpMkLst>
        </pc:cxnChg>
        <pc:cxnChg chg="del">
          <ac:chgData name="Macher, Andreas (DI FA CTR PLC PPM)" userId="f1dcac62-7bef-43eb-91f0-927336a1714f" providerId="ADAL" clId="{5B710B73-F6D6-4A7D-9276-5384056BD54A}" dt="2022-10-26T13:43:14.885" v="2583" actId="478"/>
          <ac:cxnSpMkLst>
            <pc:docMk/>
            <pc:sldMk cId="1233436529" sldId="9784"/>
            <ac:cxnSpMk id="141" creationId="{99EAFDA8-142A-AA71-F2A6-1C02B8338FFE}"/>
          </ac:cxnSpMkLst>
        </pc:cxnChg>
        <pc:cxnChg chg="del">
          <ac:chgData name="Macher, Andreas (DI FA CTR PLC PPM)" userId="f1dcac62-7bef-43eb-91f0-927336a1714f" providerId="ADAL" clId="{5B710B73-F6D6-4A7D-9276-5384056BD54A}" dt="2022-10-26T13:43:13.220" v="2582" actId="478"/>
          <ac:cxnSpMkLst>
            <pc:docMk/>
            <pc:sldMk cId="1233436529" sldId="9784"/>
            <ac:cxnSpMk id="203" creationId="{2F88F5A6-3783-4F78-C54B-C83C4757AEF6}"/>
          </ac:cxnSpMkLst>
        </pc:cxnChg>
        <pc:cxnChg chg="add mod ord">
          <ac:chgData name="Macher, Andreas (DI FA CTR PLC PPM)" userId="f1dcac62-7bef-43eb-91f0-927336a1714f" providerId="ADAL" clId="{5B710B73-F6D6-4A7D-9276-5384056BD54A}" dt="2022-10-26T11:21:19.232" v="1600" actId="1036"/>
          <ac:cxnSpMkLst>
            <pc:docMk/>
            <pc:sldMk cId="1233436529" sldId="9784"/>
            <ac:cxnSpMk id="227" creationId="{1879E3A7-BB22-EEBC-2990-878F31630581}"/>
          </ac:cxnSpMkLst>
        </pc:cxnChg>
        <pc:cxnChg chg="del mod topLvl">
          <ac:chgData name="Macher, Andreas (DI FA CTR PLC PPM)" userId="f1dcac62-7bef-43eb-91f0-927336a1714f" providerId="ADAL" clId="{5B710B73-F6D6-4A7D-9276-5384056BD54A}" dt="2022-10-26T11:31:25.565" v="1728" actId="478"/>
          <ac:cxnSpMkLst>
            <pc:docMk/>
            <pc:sldMk cId="1233436529" sldId="9784"/>
            <ac:cxnSpMk id="233" creationId="{E8EADAC9-E735-65B4-2B1A-ED92897D8C8D}"/>
          </ac:cxnSpMkLst>
        </pc:cxnChg>
        <pc:cxnChg chg="del">
          <ac:chgData name="Macher, Andreas (DI FA CTR PLC PPM)" userId="f1dcac62-7bef-43eb-91f0-927336a1714f" providerId="ADAL" clId="{5B710B73-F6D6-4A7D-9276-5384056BD54A}" dt="2022-10-26T13:44:08.005" v="2609" actId="478"/>
          <ac:cxnSpMkLst>
            <pc:docMk/>
            <pc:sldMk cId="1233436529" sldId="9784"/>
            <ac:cxnSpMk id="239" creationId="{D8701F1B-90B2-BBE5-857B-CFA19F8F69E8}"/>
          </ac:cxnSpMkLst>
        </pc:cxnChg>
        <pc:cxnChg chg="del">
          <ac:chgData name="Macher, Andreas (DI FA CTR PLC PPM)" userId="f1dcac62-7bef-43eb-91f0-927336a1714f" providerId="ADAL" clId="{5B710B73-F6D6-4A7D-9276-5384056BD54A}" dt="2022-10-26T13:43:56.467" v="2606" actId="478"/>
          <ac:cxnSpMkLst>
            <pc:docMk/>
            <pc:sldMk cId="1233436529" sldId="9784"/>
            <ac:cxnSpMk id="242" creationId="{3DD45E99-5C9F-E892-6815-8A6A508A2971}"/>
          </ac:cxnSpMkLst>
        </pc:cxnChg>
        <pc:cxnChg chg="del mod topLvl">
          <ac:chgData name="Macher, Andreas (DI FA CTR PLC PPM)" userId="f1dcac62-7bef-43eb-91f0-927336a1714f" providerId="ADAL" clId="{5B710B73-F6D6-4A7D-9276-5384056BD54A}" dt="2022-10-26T11:31:25.565" v="1728" actId="478"/>
          <ac:cxnSpMkLst>
            <pc:docMk/>
            <pc:sldMk cId="1233436529" sldId="9784"/>
            <ac:cxnSpMk id="247" creationId="{B3335666-A5BD-A4A5-AB6C-B9FED18EA7C4}"/>
          </ac:cxnSpMkLst>
        </pc:cxnChg>
        <pc:cxnChg chg="del mod topLvl">
          <ac:chgData name="Macher, Andreas (DI FA CTR PLC PPM)" userId="f1dcac62-7bef-43eb-91f0-927336a1714f" providerId="ADAL" clId="{5B710B73-F6D6-4A7D-9276-5384056BD54A}" dt="2022-10-26T11:31:25.565" v="1728" actId="478"/>
          <ac:cxnSpMkLst>
            <pc:docMk/>
            <pc:sldMk cId="1233436529" sldId="9784"/>
            <ac:cxnSpMk id="248" creationId="{FA70CA6C-B06C-1132-B670-E4B6ADE86233}"/>
          </ac:cxnSpMkLst>
        </pc:cxnChg>
        <pc:cxnChg chg="del">
          <ac:chgData name="Macher, Andreas (DI FA CTR PLC PPM)" userId="f1dcac62-7bef-43eb-91f0-927336a1714f" providerId="ADAL" clId="{5B710B73-F6D6-4A7D-9276-5384056BD54A}" dt="2022-10-26T11:29:03.190" v="1692" actId="478"/>
          <ac:cxnSpMkLst>
            <pc:docMk/>
            <pc:sldMk cId="1233436529" sldId="9784"/>
            <ac:cxnSpMk id="251" creationId="{76B22BB3-9EB8-CA0D-DBF3-8478C3C2D1BB}"/>
          </ac:cxnSpMkLst>
        </pc:cxnChg>
        <pc:cxnChg chg="mod">
          <ac:chgData name="Macher, Andreas (DI FA CTR PLC PPM)" userId="f1dcac62-7bef-43eb-91f0-927336a1714f" providerId="ADAL" clId="{5B710B73-F6D6-4A7D-9276-5384056BD54A}" dt="2022-10-26T11:22:44.262" v="1602"/>
          <ac:cxnSpMkLst>
            <pc:docMk/>
            <pc:sldMk cId="1233436529" sldId="9784"/>
            <ac:cxnSpMk id="261" creationId="{71CA908E-3C16-3D5D-C982-BE29BFCA040D}"/>
          </ac:cxnSpMkLst>
        </pc:cxnChg>
        <pc:cxnChg chg="mod">
          <ac:chgData name="Macher, Andreas (DI FA CTR PLC PPM)" userId="f1dcac62-7bef-43eb-91f0-927336a1714f" providerId="ADAL" clId="{5B710B73-F6D6-4A7D-9276-5384056BD54A}" dt="2022-10-26T11:22:44.262" v="1602"/>
          <ac:cxnSpMkLst>
            <pc:docMk/>
            <pc:sldMk cId="1233436529" sldId="9784"/>
            <ac:cxnSpMk id="262" creationId="{2BF450C5-01E1-BDCE-32CD-7794CB2EAD5D}"/>
          </ac:cxnSpMkLst>
        </pc:cxnChg>
        <pc:cxnChg chg="add del mod">
          <ac:chgData name="Macher, Andreas (DI FA CTR PLC PPM)" userId="f1dcac62-7bef-43eb-91f0-927336a1714f" providerId="ADAL" clId="{5B710B73-F6D6-4A7D-9276-5384056BD54A}" dt="2022-10-26T13:45:29.541" v="2626" actId="478"/>
          <ac:cxnSpMkLst>
            <pc:docMk/>
            <pc:sldMk cId="1233436529" sldId="9784"/>
            <ac:cxnSpMk id="269" creationId="{A2BB9BF7-F095-D886-C482-E7C12D9EB756}"/>
          </ac:cxnSpMkLst>
        </pc:cxnChg>
        <pc:cxnChg chg="del">
          <ac:chgData name="Macher, Andreas (DI FA CTR PLC PPM)" userId="f1dcac62-7bef-43eb-91f0-927336a1714f" providerId="ADAL" clId="{5B710B73-F6D6-4A7D-9276-5384056BD54A}" dt="2022-10-26T11:27:17.735" v="1681" actId="478"/>
          <ac:cxnSpMkLst>
            <pc:docMk/>
            <pc:sldMk cId="1233436529" sldId="9784"/>
            <ac:cxnSpMk id="292" creationId="{DF4FDFC0-3CE6-D918-2C67-5909F72F3B14}"/>
          </ac:cxnSpMkLst>
        </pc:cxnChg>
        <pc:cxnChg chg="del">
          <ac:chgData name="Macher, Andreas (DI FA CTR PLC PPM)" userId="f1dcac62-7bef-43eb-91f0-927336a1714f" providerId="ADAL" clId="{5B710B73-F6D6-4A7D-9276-5384056BD54A}" dt="2022-10-26T13:45:24.429" v="2623" actId="478"/>
          <ac:cxnSpMkLst>
            <pc:docMk/>
            <pc:sldMk cId="1233436529" sldId="9784"/>
            <ac:cxnSpMk id="293" creationId="{13B60B43-D3BD-EE88-4493-6FD4463609EF}"/>
          </ac:cxnSpMkLst>
        </pc:cxnChg>
        <pc:cxnChg chg="del mod">
          <ac:chgData name="Macher, Andreas (DI FA CTR PLC PPM)" userId="f1dcac62-7bef-43eb-91f0-927336a1714f" providerId="ADAL" clId="{5B710B73-F6D6-4A7D-9276-5384056BD54A}" dt="2022-10-26T11:28:30.889" v="1685" actId="478"/>
          <ac:cxnSpMkLst>
            <pc:docMk/>
            <pc:sldMk cId="1233436529" sldId="9784"/>
            <ac:cxnSpMk id="294" creationId="{6FCA8A58-B180-E91F-CEAA-B76794C0EF6A}"/>
          </ac:cxnSpMkLst>
        </pc:cxnChg>
        <pc:cxnChg chg="mod">
          <ac:chgData name="Macher, Andreas (DI FA CTR PLC PPM)" userId="f1dcac62-7bef-43eb-91f0-927336a1714f" providerId="ADAL" clId="{5B710B73-F6D6-4A7D-9276-5384056BD54A}" dt="2022-10-26T11:28:34.601" v="1686" actId="1076"/>
          <ac:cxnSpMkLst>
            <pc:docMk/>
            <pc:sldMk cId="1233436529" sldId="9784"/>
            <ac:cxnSpMk id="295" creationId="{A0A2C992-196C-921A-A720-8B7E493824BE}"/>
          </ac:cxnSpMkLst>
        </pc:cxnChg>
        <pc:cxnChg chg="del mod">
          <ac:chgData name="Macher, Andreas (DI FA CTR PLC PPM)" userId="f1dcac62-7bef-43eb-91f0-927336a1714f" providerId="ADAL" clId="{5B710B73-F6D6-4A7D-9276-5384056BD54A}" dt="2022-10-26T13:26:34.652" v="2543" actId="478"/>
          <ac:cxnSpMkLst>
            <pc:docMk/>
            <pc:sldMk cId="1233436529" sldId="9784"/>
            <ac:cxnSpMk id="299" creationId="{27015910-C489-BB7D-433C-20EC24D5D0F1}"/>
          </ac:cxnSpMkLst>
        </pc:cxnChg>
        <pc:cxnChg chg="del mod">
          <ac:chgData name="Macher, Andreas (DI FA CTR PLC PPM)" userId="f1dcac62-7bef-43eb-91f0-927336a1714f" providerId="ADAL" clId="{5B710B73-F6D6-4A7D-9276-5384056BD54A}" dt="2022-10-26T13:26:36.388" v="2544" actId="478"/>
          <ac:cxnSpMkLst>
            <pc:docMk/>
            <pc:sldMk cId="1233436529" sldId="9784"/>
            <ac:cxnSpMk id="302" creationId="{6A28187E-D94B-9C0A-DDFD-B6684AC07FA6}"/>
          </ac:cxnSpMkLst>
        </pc:cxnChg>
        <pc:cxnChg chg="mod">
          <ac:chgData name="Macher, Andreas (DI FA CTR PLC PPM)" userId="f1dcac62-7bef-43eb-91f0-927336a1714f" providerId="ADAL" clId="{5B710B73-F6D6-4A7D-9276-5384056BD54A}" dt="2022-10-26T13:26:32.816" v="2542" actId="478"/>
          <ac:cxnSpMkLst>
            <pc:docMk/>
            <pc:sldMk cId="1233436529" sldId="9784"/>
            <ac:cxnSpMk id="318" creationId="{E5101298-B733-43DE-FE35-CADB92D23EA5}"/>
          </ac:cxnSpMkLst>
        </pc:cxnChg>
        <pc:cxnChg chg="mod">
          <ac:chgData name="Macher, Andreas (DI FA CTR PLC PPM)" userId="f1dcac62-7bef-43eb-91f0-927336a1714f" providerId="ADAL" clId="{5B710B73-F6D6-4A7D-9276-5384056BD54A}" dt="2022-10-26T13:26:32.816" v="2542" actId="478"/>
          <ac:cxnSpMkLst>
            <pc:docMk/>
            <pc:sldMk cId="1233436529" sldId="9784"/>
            <ac:cxnSpMk id="319" creationId="{6C65F3D6-C988-100C-9C9B-4D79F2668A29}"/>
          </ac:cxnSpMkLst>
        </pc:cxnChg>
      </pc:sldChg>
      <pc:sldChg chg="add del">
        <pc:chgData name="Macher, Andreas (DI FA CTR PLC PPM)" userId="f1dcac62-7bef-43eb-91f0-927336a1714f" providerId="ADAL" clId="{5B710B73-F6D6-4A7D-9276-5384056BD54A}" dt="2022-10-26T11:45:13.201" v="1969" actId="47"/>
        <pc:sldMkLst>
          <pc:docMk/>
          <pc:sldMk cId="368233544" sldId="9785"/>
        </pc:sldMkLst>
      </pc:sldChg>
      <pc:sldChg chg="delSp modSp add del mod">
        <pc:chgData name="Macher, Andreas (DI FA CTR PLC PPM)" userId="f1dcac62-7bef-43eb-91f0-927336a1714f" providerId="ADAL" clId="{5B710B73-F6D6-4A7D-9276-5384056BD54A}" dt="2022-10-26T12:03:24.132" v="2127" actId="47"/>
        <pc:sldMkLst>
          <pc:docMk/>
          <pc:sldMk cId="2100524304" sldId="9785"/>
        </pc:sldMkLst>
        <pc:spChg chg="mod topLvl">
          <ac:chgData name="Macher, Andreas (DI FA CTR PLC PPM)" userId="f1dcac62-7bef-43eb-91f0-927336a1714f" providerId="ADAL" clId="{5B710B73-F6D6-4A7D-9276-5384056BD54A}" dt="2022-10-26T12:02:51.477" v="2124" actId="165"/>
          <ac:spMkLst>
            <pc:docMk/>
            <pc:sldMk cId="2100524304" sldId="9785"/>
            <ac:spMk id="6" creationId="{E1AB713C-E042-5A80-CD12-B8290C60A69D}"/>
          </ac:spMkLst>
        </pc:spChg>
        <pc:spChg chg="mod topLvl">
          <ac:chgData name="Macher, Andreas (DI FA CTR PLC PPM)" userId="f1dcac62-7bef-43eb-91f0-927336a1714f" providerId="ADAL" clId="{5B710B73-F6D6-4A7D-9276-5384056BD54A}" dt="2022-10-26T12:02:51.477" v="2124" actId="165"/>
          <ac:spMkLst>
            <pc:docMk/>
            <pc:sldMk cId="2100524304" sldId="9785"/>
            <ac:spMk id="7" creationId="{16EA8848-2AEA-DE20-DC9B-E8CC8911A6B8}"/>
          </ac:spMkLst>
        </pc:spChg>
        <pc:spChg chg="mod topLvl">
          <ac:chgData name="Macher, Andreas (DI FA CTR PLC PPM)" userId="f1dcac62-7bef-43eb-91f0-927336a1714f" providerId="ADAL" clId="{5B710B73-F6D6-4A7D-9276-5384056BD54A}" dt="2022-10-26T12:02:51.477" v="2124" actId="165"/>
          <ac:spMkLst>
            <pc:docMk/>
            <pc:sldMk cId="2100524304" sldId="9785"/>
            <ac:spMk id="8" creationId="{A33D8CF3-42D6-8554-4589-402D5C8D96BE}"/>
          </ac:spMkLst>
        </pc:spChg>
        <pc:spChg chg="mod topLvl">
          <ac:chgData name="Macher, Andreas (DI FA CTR PLC PPM)" userId="f1dcac62-7bef-43eb-91f0-927336a1714f" providerId="ADAL" clId="{5B710B73-F6D6-4A7D-9276-5384056BD54A}" dt="2022-10-26T12:02:51.477" v="2124" actId="165"/>
          <ac:spMkLst>
            <pc:docMk/>
            <pc:sldMk cId="2100524304" sldId="9785"/>
            <ac:spMk id="11" creationId="{A3D67D71-CFD8-F1A4-3637-C9B52E788C31}"/>
          </ac:spMkLst>
        </pc:spChg>
        <pc:spChg chg="mod topLvl">
          <ac:chgData name="Macher, Andreas (DI FA CTR PLC PPM)" userId="f1dcac62-7bef-43eb-91f0-927336a1714f" providerId="ADAL" clId="{5B710B73-F6D6-4A7D-9276-5384056BD54A}" dt="2022-10-26T12:02:51.477" v="2124" actId="165"/>
          <ac:spMkLst>
            <pc:docMk/>
            <pc:sldMk cId="2100524304" sldId="9785"/>
            <ac:spMk id="12" creationId="{64EDCCF2-B86F-CD68-40D7-F736863102F8}"/>
          </ac:spMkLst>
        </pc:spChg>
        <pc:spChg chg="del">
          <ac:chgData name="Macher, Andreas (DI FA CTR PLC PPM)" userId="f1dcac62-7bef-43eb-91f0-927336a1714f" providerId="ADAL" clId="{5B710B73-F6D6-4A7D-9276-5384056BD54A}" dt="2022-10-26T12:01:28.897" v="2123" actId="478"/>
          <ac:spMkLst>
            <pc:docMk/>
            <pc:sldMk cId="2100524304" sldId="9785"/>
            <ac:spMk id="284" creationId="{CB74631C-79C3-CE9C-1654-A14C90EFB6E6}"/>
          </ac:spMkLst>
        </pc:spChg>
        <pc:spChg chg="del">
          <ac:chgData name="Macher, Andreas (DI FA CTR PLC PPM)" userId="f1dcac62-7bef-43eb-91f0-927336a1714f" providerId="ADAL" clId="{5B710B73-F6D6-4A7D-9276-5384056BD54A}" dt="2022-10-26T12:01:19.824" v="2121" actId="478"/>
          <ac:spMkLst>
            <pc:docMk/>
            <pc:sldMk cId="2100524304" sldId="9785"/>
            <ac:spMk id="386" creationId="{C8674459-F4FB-603E-3966-E5546FDA999A}"/>
          </ac:spMkLst>
        </pc:spChg>
        <pc:spChg chg="del">
          <ac:chgData name="Macher, Andreas (DI FA CTR PLC PPM)" userId="f1dcac62-7bef-43eb-91f0-927336a1714f" providerId="ADAL" clId="{5B710B73-F6D6-4A7D-9276-5384056BD54A}" dt="2022-10-26T12:01:21.114" v="2122" actId="478"/>
          <ac:spMkLst>
            <pc:docMk/>
            <pc:sldMk cId="2100524304" sldId="9785"/>
            <ac:spMk id="387" creationId="{3503F1FE-9683-5098-7F33-9FF804975DA3}"/>
          </ac:spMkLst>
        </pc:spChg>
        <pc:spChg chg="del">
          <ac:chgData name="Macher, Andreas (DI FA CTR PLC PPM)" userId="f1dcac62-7bef-43eb-91f0-927336a1714f" providerId="ADAL" clId="{5B710B73-F6D6-4A7D-9276-5384056BD54A}" dt="2022-10-26T12:01:28.897" v="2123" actId="478"/>
          <ac:spMkLst>
            <pc:docMk/>
            <pc:sldMk cId="2100524304" sldId="9785"/>
            <ac:spMk id="388" creationId="{8E52AF72-3564-4AE5-9D31-181D37F2A216}"/>
          </ac:spMkLst>
        </pc:spChg>
        <pc:spChg chg="del">
          <ac:chgData name="Macher, Andreas (DI FA CTR PLC PPM)" userId="f1dcac62-7bef-43eb-91f0-927336a1714f" providerId="ADAL" clId="{5B710B73-F6D6-4A7D-9276-5384056BD54A}" dt="2022-10-26T12:01:28.897" v="2123" actId="478"/>
          <ac:spMkLst>
            <pc:docMk/>
            <pc:sldMk cId="2100524304" sldId="9785"/>
            <ac:spMk id="389" creationId="{43146D93-CF0D-5EB2-B4BF-99099E9EBF8A}"/>
          </ac:spMkLst>
        </pc:spChg>
        <pc:spChg chg="del">
          <ac:chgData name="Macher, Andreas (DI FA CTR PLC PPM)" userId="f1dcac62-7bef-43eb-91f0-927336a1714f" providerId="ADAL" clId="{5B710B73-F6D6-4A7D-9276-5384056BD54A}" dt="2022-10-26T12:01:28.897" v="2123" actId="478"/>
          <ac:spMkLst>
            <pc:docMk/>
            <pc:sldMk cId="2100524304" sldId="9785"/>
            <ac:spMk id="390" creationId="{D5A49815-7B4B-7D0A-59DE-CFA34A972FD2}"/>
          </ac:spMkLst>
        </pc:spChg>
        <pc:spChg chg="del">
          <ac:chgData name="Macher, Andreas (DI FA CTR PLC PPM)" userId="f1dcac62-7bef-43eb-91f0-927336a1714f" providerId="ADAL" clId="{5B710B73-F6D6-4A7D-9276-5384056BD54A}" dt="2022-10-26T12:01:28.897" v="2123" actId="478"/>
          <ac:spMkLst>
            <pc:docMk/>
            <pc:sldMk cId="2100524304" sldId="9785"/>
            <ac:spMk id="391" creationId="{28B168FB-6801-5594-AC18-C70D5215439D}"/>
          </ac:spMkLst>
        </pc:spChg>
        <pc:grpChg chg="del">
          <ac:chgData name="Macher, Andreas (DI FA CTR PLC PPM)" userId="f1dcac62-7bef-43eb-91f0-927336a1714f" providerId="ADAL" clId="{5B710B73-F6D6-4A7D-9276-5384056BD54A}" dt="2022-10-26T12:02:51.477" v="2124" actId="165"/>
          <ac:grpSpMkLst>
            <pc:docMk/>
            <pc:sldMk cId="2100524304" sldId="9785"/>
            <ac:grpSpMk id="3" creationId="{3AADA93F-03ED-F213-8A4D-832B4C1E8143}"/>
          </ac:grpSpMkLst>
        </pc:grpChg>
        <pc:grpChg chg="mod topLvl">
          <ac:chgData name="Macher, Andreas (DI FA CTR PLC PPM)" userId="f1dcac62-7bef-43eb-91f0-927336a1714f" providerId="ADAL" clId="{5B710B73-F6D6-4A7D-9276-5384056BD54A}" dt="2022-10-26T12:02:51.477" v="2124" actId="165"/>
          <ac:grpSpMkLst>
            <pc:docMk/>
            <pc:sldMk cId="2100524304" sldId="9785"/>
            <ac:grpSpMk id="10" creationId="{973FB228-D3DD-C868-B4B2-2519B85B68E6}"/>
          </ac:grpSpMkLst>
        </pc:grpChg>
        <pc:grpChg chg="del">
          <ac:chgData name="Macher, Andreas (DI FA CTR PLC PPM)" userId="f1dcac62-7bef-43eb-91f0-927336a1714f" providerId="ADAL" clId="{5B710B73-F6D6-4A7D-9276-5384056BD54A}" dt="2022-10-26T12:01:28.897" v="2123" actId="478"/>
          <ac:grpSpMkLst>
            <pc:docMk/>
            <pc:sldMk cId="2100524304" sldId="9785"/>
            <ac:grpSpMk id="260" creationId="{DEB185B1-CE0E-703B-D87C-35F1FFD10A10}"/>
          </ac:grpSpMkLst>
        </pc:grpChg>
        <pc:grpChg chg="del">
          <ac:chgData name="Macher, Andreas (DI FA CTR PLC PPM)" userId="f1dcac62-7bef-43eb-91f0-927336a1714f" providerId="ADAL" clId="{5B710B73-F6D6-4A7D-9276-5384056BD54A}" dt="2022-10-26T12:01:28.897" v="2123" actId="478"/>
          <ac:grpSpMkLst>
            <pc:docMk/>
            <pc:sldMk cId="2100524304" sldId="9785"/>
            <ac:grpSpMk id="261" creationId="{C8267532-671D-2490-5102-A75C9FFB9CB1}"/>
          </ac:grpSpMkLst>
        </pc:grpChg>
        <pc:grpChg chg="del">
          <ac:chgData name="Macher, Andreas (DI FA CTR PLC PPM)" userId="f1dcac62-7bef-43eb-91f0-927336a1714f" providerId="ADAL" clId="{5B710B73-F6D6-4A7D-9276-5384056BD54A}" dt="2022-10-26T12:01:28.897" v="2123" actId="478"/>
          <ac:grpSpMkLst>
            <pc:docMk/>
            <pc:sldMk cId="2100524304" sldId="9785"/>
            <ac:grpSpMk id="348" creationId="{74A2DC5D-CEB7-F1EE-309F-E891A804A9E3}"/>
          </ac:grpSpMkLst>
        </pc:grpChg>
        <pc:grpChg chg="del">
          <ac:chgData name="Macher, Andreas (DI FA CTR PLC PPM)" userId="f1dcac62-7bef-43eb-91f0-927336a1714f" providerId="ADAL" clId="{5B710B73-F6D6-4A7D-9276-5384056BD54A}" dt="2022-10-26T12:01:28.897" v="2123" actId="478"/>
          <ac:grpSpMkLst>
            <pc:docMk/>
            <pc:sldMk cId="2100524304" sldId="9785"/>
            <ac:grpSpMk id="349" creationId="{DE783055-4FEE-DF43-4829-C35866028901}"/>
          </ac:grpSpMkLst>
        </pc:grpChg>
        <pc:picChg chg="mod topLvl">
          <ac:chgData name="Macher, Andreas (DI FA CTR PLC PPM)" userId="f1dcac62-7bef-43eb-91f0-927336a1714f" providerId="ADAL" clId="{5B710B73-F6D6-4A7D-9276-5384056BD54A}" dt="2022-10-26T12:02:51.477" v="2124" actId="165"/>
          <ac:picMkLst>
            <pc:docMk/>
            <pc:sldMk cId="2100524304" sldId="9785"/>
            <ac:picMk id="9" creationId="{1641B1CB-28E9-7344-2CDC-B127FDA31AA6}"/>
          </ac:picMkLst>
        </pc:picChg>
        <pc:picChg chg="mod topLvl">
          <ac:chgData name="Macher, Andreas (DI FA CTR PLC PPM)" userId="f1dcac62-7bef-43eb-91f0-927336a1714f" providerId="ADAL" clId="{5B710B73-F6D6-4A7D-9276-5384056BD54A}" dt="2022-10-26T12:02:51.477" v="2124" actId="165"/>
          <ac:picMkLst>
            <pc:docMk/>
            <pc:sldMk cId="2100524304" sldId="9785"/>
            <ac:picMk id="13" creationId="{5733469C-DAD5-39DD-8A2F-4FF51D2C335A}"/>
          </ac:picMkLst>
        </pc:picChg>
        <pc:picChg chg="mod topLvl">
          <ac:chgData name="Macher, Andreas (DI FA CTR PLC PPM)" userId="f1dcac62-7bef-43eb-91f0-927336a1714f" providerId="ADAL" clId="{5B710B73-F6D6-4A7D-9276-5384056BD54A}" dt="2022-10-26T12:02:51.477" v="2124" actId="165"/>
          <ac:picMkLst>
            <pc:docMk/>
            <pc:sldMk cId="2100524304" sldId="9785"/>
            <ac:picMk id="14" creationId="{786F961B-30DE-F704-52EE-39570229D8A7}"/>
          </ac:picMkLst>
        </pc:picChg>
        <pc:picChg chg="mod">
          <ac:chgData name="Macher, Andreas (DI FA CTR PLC PPM)" userId="f1dcac62-7bef-43eb-91f0-927336a1714f" providerId="ADAL" clId="{5B710B73-F6D6-4A7D-9276-5384056BD54A}" dt="2022-10-26T12:02:51.477" v="2124" actId="165"/>
          <ac:picMkLst>
            <pc:docMk/>
            <pc:sldMk cId="2100524304" sldId="9785"/>
            <ac:picMk id="17" creationId="{D60A4294-E06A-4FC5-5030-5B3B092DE6CD}"/>
          </ac:picMkLst>
        </pc:picChg>
        <pc:picChg chg="mod">
          <ac:chgData name="Macher, Andreas (DI FA CTR PLC PPM)" userId="f1dcac62-7bef-43eb-91f0-927336a1714f" providerId="ADAL" clId="{5B710B73-F6D6-4A7D-9276-5384056BD54A}" dt="2022-10-26T12:02:51.477" v="2124" actId="165"/>
          <ac:picMkLst>
            <pc:docMk/>
            <pc:sldMk cId="2100524304" sldId="9785"/>
            <ac:picMk id="18" creationId="{1D386A5B-CE11-EF3F-A735-266B69E98BF2}"/>
          </ac:picMkLst>
        </pc:picChg>
        <pc:picChg chg="mod">
          <ac:chgData name="Macher, Andreas (DI FA CTR PLC PPM)" userId="f1dcac62-7bef-43eb-91f0-927336a1714f" providerId="ADAL" clId="{5B710B73-F6D6-4A7D-9276-5384056BD54A}" dt="2022-10-26T12:02:51.477" v="2124" actId="165"/>
          <ac:picMkLst>
            <pc:docMk/>
            <pc:sldMk cId="2100524304" sldId="9785"/>
            <ac:picMk id="19" creationId="{6BDCA061-8189-962E-A006-12F138AAA44E}"/>
          </ac:picMkLst>
        </pc:picChg>
        <pc:picChg chg="mod">
          <ac:chgData name="Macher, Andreas (DI FA CTR PLC PPM)" userId="f1dcac62-7bef-43eb-91f0-927336a1714f" providerId="ADAL" clId="{5B710B73-F6D6-4A7D-9276-5384056BD54A}" dt="2022-10-26T12:02:51.477" v="2124" actId="165"/>
          <ac:picMkLst>
            <pc:docMk/>
            <pc:sldMk cId="2100524304" sldId="9785"/>
            <ac:picMk id="20" creationId="{1BA26E3E-72D2-DC23-540F-AD157D933212}"/>
          </ac:picMkLst>
        </pc:picChg>
        <pc:picChg chg="del">
          <ac:chgData name="Macher, Andreas (DI FA CTR PLC PPM)" userId="f1dcac62-7bef-43eb-91f0-927336a1714f" providerId="ADAL" clId="{5B710B73-F6D6-4A7D-9276-5384056BD54A}" dt="2022-10-26T12:01:28.897" v="2123" actId="478"/>
          <ac:picMkLst>
            <pc:docMk/>
            <pc:sldMk cId="2100524304" sldId="9785"/>
            <ac:picMk id="285" creationId="{260CE9F9-0C83-934E-D959-E2F2F1E79C84}"/>
          </ac:picMkLst>
        </pc:picChg>
        <pc:picChg chg="del">
          <ac:chgData name="Macher, Andreas (DI FA CTR PLC PPM)" userId="f1dcac62-7bef-43eb-91f0-927336a1714f" providerId="ADAL" clId="{5B710B73-F6D6-4A7D-9276-5384056BD54A}" dt="2022-10-26T12:01:28.897" v="2123" actId="478"/>
          <ac:picMkLst>
            <pc:docMk/>
            <pc:sldMk cId="2100524304" sldId="9785"/>
            <ac:picMk id="286" creationId="{12A579DB-DAD2-3192-86B8-50736C4F1BED}"/>
          </ac:picMkLst>
        </pc:picChg>
        <pc:picChg chg="del">
          <ac:chgData name="Macher, Andreas (DI FA CTR PLC PPM)" userId="f1dcac62-7bef-43eb-91f0-927336a1714f" providerId="ADAL" clId="{5B710B73-F6D6-4A7D-9276-5384056BD54A}" dt="2022-10-26T12:01:28.897" v="2123" actId="478"/>
          <ac:picMkLst>
            <pc:docMk/>
            <pc:sldMk cId="2100524304" sldId="9785"/>
            <ac:picMk id="385" creationId="{2C7A7BEB-4F49-BCD1-67B6-B28BE01FB830}"/>
          </ac:picMkLst>
        </pc:picChg>
        <pc:cxnChg chg="del mod topLvl">
          <ac:chgData name="Macher, Andreas (DI FA CTR PLC PPM)" userId="f1dcac62-7bef-43eb-91f0-927336a1714f" providerId="ADAL" clId="{5B710B73-F6D6-4A7D-9276-5384056BD54A}" dt="2022-10-26T12:02:56.045" v="2126" actId="478"/>
          <ac:cxnSpMkLst>
            <pc:docMk/>
            <pc:sldMk cId="2100524304" sldId="9785"/>
            <ac:cxnSpMk id="15" creationId="{18D90C14-B352-7AE6-5093-5785BB2429BE}"/>
          </ac:cxnSpMkLst>
        </pc:cxnChg>
        <pc:cxnChg chg="del mod topLvl">
          <ac:chgData name="Macher, Andreas (DI FA CTR PLC PPM)" userId="f1dcac62-7bef-43eb-91f0-927336a1714f" providerId="ADAL" clId="{5B710B73-F6D6-4A7D-9276-5384056BD54A}" dt="2022-10-26T12:02:55.323" v="2125" actId="478"/>
          <ac:cxnSpMkLst>
            <pc:docMk/>
            <pc:sldMk cId="2100524304" sldId="9785"/>
            <ac:cxnSpMk id="16" creationId="{96AB8B3A-E3FB-61AE-0DCE-DBFC717D9D35}"/>
          </ac:cxnSpMkLst>
        </pc:cxnChg>
      </pc:sldChg>
      <pc:sldChg chg="addSp delSp modSp add mod chgLayout">
        <pc:chgData name="Macher, Andreas (DI FA CTR PLC PPM)" userId="f1dcac62-7bef-43eb-91f0-927336a1714f" providerId="ADAL" clId="{5B710B73-F6D6-4A7D-9276-5384056BD54A}" dt="2022-11-23T12:21:55.580" v="8996"/>
        <pc:sldMkLst>
          <pc:docMk/>
          <pc:sldMk cId="2745305467" sldId="9785"/>
        </pc:sldMkLst>
        <pc:spChg chg="mod ord">
          <ac:chgData name="Macher, Andreas (DI FA CTR PLC PPM)" userId="f1dcac62-7bef-43eb-91f0-927336a1714f" providerId="ADAL" clId="{5B710B73-F6D6-4A7D-9276-5384056BD54A}" dt="2022-11-23T12:21:55.580" v="8996"/>
          <ac:spMkLst>
            <pc:docMk/>
            <pc:sldMk cId="2745305467" sldId="9785"/>
            <ac:spMk id="2" creationId="{AE4304C3-7775-4955-9532-EAFA5BB5626C}"/>
          </ac:spMkLst>
        </pc:spChg>
        <pc:spChg chg="mod ord">
          <ac:chgData name="Macher, Andreas (DI FA CTR PLC PPM)" userId="f1dcac62-7bef-43eb-91f0-927336a1714f" providerId="ADAL" clId="{5B710B73-F6D6-4A7D-9276-5384056BD54A}" dt="2022-11-22T16:16:48.442" v="8476" actId="1035"/>
          <ac:spMkLst>
            <pc:docMk/>
            <pc:sldMk cId="2745305467" sldId="9785"/>
            <ac:spMk id="4" creationId="{00000000-0000-0000-0000-000000000000}"/>
          </ac:spMkLst>
        </pc:spChg>
        <pc:spChg chg="add mod ord">
          <ac:chgData name="Macher, Andreas (DI FA CTR PLC PPM)" userId="f1dcac62-7bef-43eb-91f0-927336a1714f" providerId="ADAL" clId="{5B710B73-F6D6-4A7D-9276-5384056BD54A}" dt="2022-11-07T21:01:02.154" v="6517" actId="167"/>
          <ac:spMkLst>
            <pc:docMk/>
            <pc:sldMk cId="2745305467" sldId="9785"/>
            <ac:spMk id="15" creationId="{9D78F82B-9B88-93DB-BCB4-5D607B30DF2B}"/>
          </ac:spMkLst>
        </pc:spChg>
        <pc:spChg chg="add mod ord">
          <ac:chgData name="Macher, Andreas (DI FA CTR PLC PPM)" userId="f1dcac62-7bef-43eb-91f0-927336a1714f" providerId="ADAL" clId="{5B710B73-F6D6-4A7D-9276-5384056BD54A}" dt="2022-11-07T21:01:02.154" v="6517" actId="167"/>
          <ac:spMkLst>
            <pc:docMk/>
            <pc:sldMk cId="2745305467" sldId="9785"/>
            <ac:spMk id="16" creationId="{88EED2C4-AB72-D837-F4B3-4DC57EDA95BC}"/>
          </ac:spMkLst>
        </pc:spChg>
        <pc:spChg chg="del mod topLvl">
          <ac:chgData name="Macher, Andreas (DI FA CTR PLC PPM)" userId="f1dcac62-7bef-43eb-91f0-927336a1714f" providerId="ADAL" clId="{5B710B73-F6D6-4A7D-9276-5384056BD54A}" dt="2022-10-26T13:50:33.377" v="2668" actId="478"/>
          <ac:spMkLst>
            <pc:docMk/>
            <pc:sldMk cId="2745305467" sldId="9785"/>
            <ac:spMk id="22" creationId="{8CA8734C-6541-F6E4-D65E-539EA5C21CE5}"/>
          </ac:spMkLst>
        </pc:spChg>
        <pc:spChg chg="del">
          <ac:chgData name="Macher, Andreas (DI FA CTR PLC PPM)" userId="f1dcac62-7bef-43eb-91f0-927336a1714f" providerId="ADAL" clId="{5B710B73-F6D6-4A7D-9276-5384056BD54A}" dt="2022-10-26T12:04:10.144" v="2157" actId="478"/>
          <ac:spMkLst>
            <pc:docMk/>
            <pc:sldMk cId="2745305467" sldId="9785"/>
            <ac:spMk id="24" creationId="{B5A8E5BE-6F43-0637-8397-597323C2BD59}"/>
          </ac:spMkLst>
        </pc:spChg>
        <pc:spChg chg="del topLvl">
          <ac:chgData name="Macher, Andreas (DI FA CTR PLC PPM)" userId="f1dcac62-7bef-43eb-91f0-927336a1714f" providerId="ADAL" clId="{5B710B73-F6D6-4A7D-9276-5384056BD54A}" dt="2022-11-22T16:16:39.151" v="8471" actId="478"/>
          <ac:spMkLst>
            <pc:docMk/>
            <pc:sldMk cId="2745305467" sldId="9785"/>
            <ac:spMk id="25" creationId="{41124DDB-A463-A0AF-44E9-3FEAEF74610B}"/>
          </ac:spMkLst>
        </pc:spChg>
        <pc:spChg chg="del">
          <ac:chgData name="Macher, Andreas (DI FA CTR PLC PPM)" userId="f1dcac62-7bef-43eb-91f0-927336a1714f" providerId="ADAL" clId="{5B710B73-F6D6-4A7D-9276-5384056BD54A}" dt="2022-10-26T12:04:07.919" v="2156" actId="478"/>
          <ac:spMkLst>
            <pc:docMk/>
            <pc:sldMk cId="2745305467" sldId="9785"/>
            <ac:spMk id="25" creationId="{766E0B13-032A-D204-CEE5-244F4782B5F9}"/>
          </ac:spMkLst>
        </pc:spChg>
        <pc:spChg chg="del mod topLvl">
          <ac:chgData name="Macher, Andreas (DI FA CTR PLC PPM)" userId="f1dcac62-7bef-43eb-91f0-927336a1714f" providerId="ADAL" clId="{5B710B73-F6D6-4A7D-9276-5384056BD54A}" dt="2022-10-26T13:51:16.864" v="2684" actId="478"/>
          <ac:spMkLst>
            <pc:docMk/>
            <pc:sldMk cId="2745305467" sldId="9785"/>
            <ac:spMk id="26" creationId="{63741CDB-4EED-340B-300D-FE976ED7858C}"/>
          </ac:spMkLst>
        </pc:spChg>
        <pc:spChg chg="del mod topLvl">
          <ac:chgData name="Macher, Andreas (DI FA CTR PLC PPM)" userId="f1dcac62-7bef-43eb-91f0-927336a1714f" providerId="ADAL" clId="{5B710B73-F6D6-4A7D-9276-5384056BD54A}" dt="2022-11-22T16:16:37.643" v="8470" actId="478"/>
          <ac:spMkLst>
            <pc:docMk/>
            <pc:sldMk cId="2745305467" sldId="9785"/>
            <ac:spMk id="26" creationId="{74D08FFA-19A0-DF55-8A1B-08487D41597C}"/>
          </ac:spMkLst>
        </pc:spChg>
        <pc:spChg chg="mod topLvl">
          <ac:chgData name="Macher, Andreas (DI FA CTR PLC PPM)" userId="f1dcac62-7bef-43eb-91f0-927336a1714f" providerId="ADAL" clId="{5B710B73-F6D6-4A7D-9276-5384056BD54A}" dt="2022-10-26T13:50:30.658" v="2667" actId="165"/>
          <ac:spMkLst>
            <pc:docMk/>
            <pc:sldMk cId="2745305467" sldId="9785"/>
            <ac:spMk id="27" creationId="{5CA707BA-4150-37B1-CB87-9E3278E94B1F}"/>
          </ac:spMkLst>
        </pc:spChg>
        <pc:spChg chg="mod topLvl">
          <ac:chgData name="Macher, Andreas (DI FA CTR PLC PPM)" userId="f1dcac62-7bef-43eb-91f0-927336a1714f" providerId="ADAL" clId="{5B710B73-F6D6-4A7D-9276-5384056BD54A}" dt="2022-10-26T13:50:30.658" v="2667" actId="165"/>
          <ac:spMkLst>
            <pc:docMk/>
            <pc:sldMk cId="2745305467" sldId="9785"/>
            <ac:spMk id="28" creationId="{23674974-96F5-1185-D955-1728D9AC822F}"/>
          </ac:spMkLst>
        </pc:spChg>
        <pc:spChg chg="del topLvl">
          <ac:chgData name="Macher, Andreas (DI FA CTR PLC PPM)" userId="f1dcac62-7bef-43eb-91f0-927336a1714f" providerId="ADAL" clId="{5B710B73-F6D6-4A7D-9276-5384056BD54A}" dt="2022-11-22T16:16:43.437" v="8474" actId="478"/>
          <ac:spMkLst>
            <pc:docMk/>
            <pc:sldMk cId="2745305467" sldId="9785"/>
            <ac:spMk id="30" creationId="{5852EAAB-E206-F3A3-AB33-C0094F5697D4}"/>
          </ac:spMkLst>
        </pc:spChg>
        <pc:spChg chg="del mod topLvl">
          <ac:chgData name="Macher, Andreas (DI FA CTR PLC PPM)" userId="f1dcac62-7bef-43eb-91f0-927336a1714f" providerId="ADAL" clId="{5B710B73-F6D6-4A7D-9276-5384056BD54A}" dt="2022-11-22T16:16:42.013" v="8473" actId="478"/>
          <ac:spMkLst>
            <pc:docMk/>
            <pc:sldMk cId="2745305467" sldId="9785"/>
            <ac:spMk id="31" creationId="{9BBEA6A0-0A86-1111-6C45-D962BDE99935}"/>
          </ac:spMkLst>
        </pc:spChg>
        <pc:spChg chg="mod topLvl">
          <ac:chgData name="Macher, Andreas (DI FA CTR PLC PPM)" userId="f1dcac62-7bef-43eb-91f0-927336a1714f" providerId="ADAL" clId="{5B710B73-F6D6-4A7D-9276-5384056BD54A}" dt="2022-10-26T13:50:30.658" v="2667" actId="165"/>
          <ac:spMkLst>
            <pc:docMk/>
            <pc:sldMk cId="2745305467" sldId="9785"/>
            <ac:spMk id="195" creationId="{734A3145-C1D5-6147-A53E-CB212E01E61B}"/>
          </ac:spMkLst>
        </pc:spChg>
        <pc:spChg chg="mod topLvl">
          <ac:chgData name="Macher, Andreas (DI FA CTR PLC PPM)" userId="f1dcac62-7bef-43eb-91f0-927336a1714f" providerId="ADAL" clId="{5B710B73-F6D6-4A7D-9276-5384056BD54A}" dt="2022-10-26T13:50:30.658" v="2667" actId="165"/>
          <ac:spMkLst>
            <pc:docMk/>
            <pc:sldMk cId="2745305467" sldId="9785"/>
            <ac:spMk id="196" creationId="{6D121528-EBBA-5612-B7CE-4961837E721B}"/>
          </ac:spMkLst>
        </pc:spChg>
        <pc:spChg chg="add mod ord">
          <ac:chgData name="Macher, Andreas (DI FA CTR PLC PPM)" userId="f1dcac62-7bef-43eb-91f0-927336a1714f" providerId="ADAL" clId="{5B710B73-F6D6-4A7D-9276-5384056BD54A}" dt="2022-11-07T21:01:02.154" v="6517" actId="167"/>
          <ac:spMkLst>
            <pc:docMk/>
            <pc:sldMk cId="2745305467" sldId="9785"/>
            <ac:spMk id="256" creationId="{4F34AB1A-FE75-1D51-A587-15656554EA89}"/>
          </ac:spMkLst>
        </pc:spChg>
        <pc:spChg chg="del">
          <ac:chgData name="Macher, Andreas (DI FA CTR PLC PPM)" userId="f1dcac62-7bef-43eb-91f0-927336a1714f" providerId="ADAL" clId="{5B710B73-F6D6-4A7D-9276-5384056BD54A}" dt="2022-11-22T16:16:33.082" v="8469" actId="478"/>
          <ac:spMkLst>
            <pc:docMk/>
            <pc:sldMk cId="2745305467" sldId="9785"/>
            <ac:spMk id="257" creationId="{5D8A97E4-6149-9777-2981-614D6872328E}"/>
          </ac:spMkLst>
        </pc:spChg>
        <pc:spChg chg="mod ord">
          <ac:chgData name="Macher, Andreas (DI FA CTR PLC PPM)" userId="f1dcac62-7bef-43eb-91f0-927336a1714f" providerId="ADAL" clId="{5B710B73-F6D6-4A7D-9276-5384056BD54A}" dt="2022-10-26T12:16:52.936" v="2434" actId="167"/>
          <ac:spMkLst>
            <pc:docMk/>
            <pc:sldMk cId="2745305467" sldId="9785"/>
            <ac:spMk id="262" creationId="{8B1576EA-E43F-A8AA-B746-32BCBB427F6C}"/>
          </ac:spMkLst>
        </pc:spChg>
        <pc:spChg chg="mod">
          <ac:chgData name="Macher, Andreas (DI FA CTR PLC PPM)" userId="f1dcac62-7bef-43eb-91f0-927336a1714f" providerId="ADAL" clId="{5B710B73-F6D6-4A7D-9276-5384056BD54A}" dt="2022-10-26T12:14:46.444" v="2385" actId="1036"/>
          <ac:spMkLst>
            <pc:docMk/>
            <pc:sldMk cId="2745305467" sldId="9785"/>
            <ac:spMk id="265" creationId="{61D7D8FD-D046-2971-18CF-F83F532BA062}"/>
          </ac:spMkLst>
        </pc:spChg>
        <pc:spChg chg="mod">
          <ac:chgData name="Macher, Andreas (DI FA CTR PLC PPM)" userId="f1dcac62-7bef-43eb-91f0-927336a1714f" providerId="ADAL" clId="{5B710B73-F6D6-4A7D-9276-5384056BD54A}" dt="2022-10-26T12:14:46.444" v="2385" actId="1036"/>
          <ac:spMkLst>
            <pc:docMk/>
            <pc:sldMk cId="2745305467" sldId="9785"/>
            <ac:spMk id="268" creationId="{BC7C8CD2-C3A6-7009-F34B-FF5FE7BDEB1C}"/>
          </ac:spMkLst>
        </pc:spChg>
        <pc:spChg chg="del">
          <ac:chgData name="Macher, Andreas (DI FA CTR PLC PPM)" userId="f1dcac62-7bef-43eb-91f0-927336a1714f" providerId="ADAL" clId="{5B710B73-F6D6-4A7D-9276-5384056BD54A}" dt="2022-10-26T12:08:10.189" v="2254" actId="478"/>
          <ac:spMkLst>
            <pc:docMk/>
            <pc:sldMk cId="2745305467" sldId="9785"/>
            <ac:spMk id="281" creationId="{964A58A3-553B-6830-5EE3-AF1558B2B23C}"/>
          </ac:spMkLst>
        </pc:spChg>
        <pc:spChg chg="mod">
          <ac:chgData name="Macher, Andreas (DI FA CTR PLC PPM)" userId="f1dcac62-7bef-43eb-91f0-927336a1714f" providerId="ADAL" clId="{5B710B73-F6D6-4A7D-9276-5384056BD54A}" dt="2022-11-07T21:01:54.829" v="6526" actId="207"/>
          <ac:spMkLst>
            <pc:docMk/>
            <pc:sldMk cId="2745305467" sldId="9785"/>
            <ac:spMk id="282" creationId="{14B6B828-15B7-4018-48E6-203A29B1E891}"/>
          </ac:spMkLst>
        </pc:spChg>
        <pc:spChg chg="mod">
          <ac:chgData name="Macher, Andreas (DI FA CTR PLC PPM)" userId="f1dcac62-7bef-43eb-91f0-927336a1714f" providerId="ADAL" clId="{5B710B73-F6D6-4A7D-9276-5384056BD54A}" dt="2022-10-26T12:14:46.444" v="2385" actId="1036"/>
          <ac:spMkLst>
            <pc:docMk/>
            <pc:sldMk cId="2745305467" sldId="9785"/>
            <ac:spMk id="283" creationId="{5C07A4FD-51AF-DAE3-36B2-FA17C1728DC4}"/>
          </ac:spMkLst>
        </pc:spChg>
        <pc:spChg chg="del mod topLvl">
          <ac:chgData name="Macher, Andreas (DI FA CTR PLC PPM)" userId="f1dcac62-7bef-43eb-91f0-927336a1714f" providerId="ADAL" clId="{5B710B73-F6D6-4A7D-9276-5384056BD54A}" dt="2022-10-26T13:56:12.517" v="2711" actId="478"/>
          <ac:spMkLst>
            <pc:docMk/>
            <pc:sldMk cId="2745305467" sldId="9785"/>
            <ac:spMk id="288" creationId="{2E044D94-6FF6-F703-5940-D8CBFF556225}"/>
          </ac:spMkLst>
        </pc:spChg>
        <pc:spChg chg="del mod topLvl">
          <ac:chgData name="Macher, Andreas (DI FA CTR PLC PPM)" userId="f1dcac62-7bef-43eb-91f0-927336a1714f" providerId="ADAL" clId="{5B710B73-F6D6-4A7D-9276-5384056BD54A}" dt="2022-10-26T14:02:59.884" v="2816" actId="478"/>
          <ac:spMkLst>
            <pc:docMk/>
            <pc:sldMk cId="2745305467" sldId="9785"/>
            <ac:spMk id="291" creationId="{1790F7CD-A4E6-69EE-AD71-2DD9B294C556}"/>
          </ac:spMkLst>
        </pc:spChg>
        <pc:spChg chg="del mod topLvl">
          <ac:chgData name="Macher, Andreas (DI FA CTR PLC PPM)" userId="f1dcac62-7bef-43eb-91f0-927336a1714f" providerId="ADAL" clId="{5B710B73-F6D6-4A7D-9276-5384056BD54A}" dt="2022-10-26T14:02:59.884" v="2816" actId="478"/>
          <ac:spMkLst>
            <pc:docMk/>
            <pc:sldMk cId="2745305467" sldId="9785"/>
            <ac:spMk id="292" creationId="{337120A2-EE57-CCF6-88A4-8A40A84DB80E}"/>
          </ac:spMkLst>
        </pc:spChg>
        <pc:spChg chg="del mod topLvl">
          <ac:chgData name="Macher, Andreas (DI FA CTR PLC PPM)" userId="f1dcac62-7bef-43eb-91f0-927336a1714f" providerId="ADAL" clId="{5B710B73-F6D6-4A7D-9276-5384056BD54A}" dt="2022-10-26T14:02:59.884" v="2816" actId="478"/>
          <ac:spMkLst>
            <pc:docMk/>
            <pc:sldMk cId="2745305467" sldId="9785"/>
            <ac:spMk id="295" creationId="{0BFD3321-5E0C-527E-3265-08F4A0CC10A0}"/>
          </ac:spMkLst>
        </pc:spChg>
        <pc:spChg chg="del mod topLvl">
          <ac:chgData name="Macher, Andreas (DI FA CTR PLC PPM)" userId="f1dcac62-7bef-43eb-91f0-927336a1714f" providerId="ADAL" clId="{5B710B73-F6D6-4A7D-9276-5384056BD54A}" dt="2022-10-26T14:02:59.884" v="2816" actId="478"/>
          <ac:spMkLst>
            <pc:docMk/>
            <pc:sldMk cId="2745305467" sldId="9785"/>
            <ac:spMk id="296" creationId="{A9F4EAE8-02B2-3FFD-F35C-D977ABD62BED}"/>
          </ac:spMkLst>
        </pc:spChg>
        <pc:spChg chg="del mod topLvl">
          <ac:chgData name="Macher, Andreas (DI FA CTR PLC PPM)" userId="f1dcac62-7bef-43eb-91f0-927336a1714f" providerId="ADAL" clId="{5B710B73-F6D6-4A7D-9276-5384056BD54A}" dt="2022-10-26T13:54:53.743" v="2700" actId="478"/>
          <ac:spMkLst>
            <pc:docMk/>
            <pc:sldMk cId="2745305467" sldId="9785"/>
            <ac:spMk id="313" creationId="{78463DCF-DEBF-974C-58B7-9F70F668FD80}"/>
          </ac:spMkLst>
        </pc:spChg>
        <pc:spChg chg="mod">
          <ac:chgData name="Macher, Andreas (DI FA CTR PLC PPM)" userId="f1dcac62-7bef-43eb-91f0-927336a1714f" providerId="ADAL" clId="{5B710B73-F6D6-4A7D-9276-5384056BD54A}" dt="2022-10-26T13:54:44.808" v="2697" actId="165"/>
          <ac:spMkLst>
            <pc:docMk/>
            <pc:sldMk cId="2745305467" sldId="9785"/>
            <ac:spMk id="315" creationId="{DE1FCF9D-C5A6-E952-ADCC-8374A162C49A}"/>
          </ac:spMkLst>
        </pc:spChg>
        <pc:spChg chg="mod">
          <ac:chgData name="Macher, Andreas (DI FA CTR PLC PPM)" userId="f1dcac62-7bef-43eb-91f0-927336a1714f" providerId="ADAL" clId="{5B710B73-F6D6-4A7D-9276-5384056BD54A}" dt="2022-10-26T13:54:44.808" v="2697" actId="165"/>
          <ac:spMkLst>
            <pc:docMk/>
            <pc:sldMk cId="2745305467" sldId="9785"/>
            <ac:spMk id="316" creationId="{0E11C01D-BBEA-D5F8-3B62-2488281D2220}"/>
          </ac:spMkLst>
        </pc:spChg>
        <pc:spChg chg="mod">
          <ac:chgData name="Macher, Andreas (DI FA CTR PLC PPM)" userId="f1dcac62-7bef-43eb-91f0-927336a1714f" providerId="ADAL" clId="{5B710B73-F6D6-4A7D-9276-5384056BD54A}" dt="2022-10-26T13:54:44.808" v="2697" actId="165"/>
          <ac:spMkLst>
            <pc:docMk/>
            <pc:sldMk cId="2745305467" sldId="9785"/>
            <ac:spMk id="317" creationId="{5C4C8894-5BBA-26C1-1214-210FEB6FAAE0}"/>
          </ac:spMkLst>
        </pc:spChg>
        <pc:spChg chg="del mod topLvl">
          <ac:chgData name="Macher, Andreas (DI FA CTR PLC PPM)" userId="f1dcac62-7bef-43eb-91f0-927336a1714f" providerId="ADAL" clId="{5B710B73-F6D6-4A7D-9276-5384056BD54A}" dt="2022-10-26T14:02:59.884" v="2816" actId="478"/>
          <ac:spMkLst>
            <pc:docMk/>
            <pc:sldMk cId="2745305467" sldId="9785"/>
            <ac:spMk id="318" creationId="{1CB14370-8E04-7CA5-984C-A9B7F2C2A4C7}"/>
          </ac:spMkLst>
        </pc:spChg>
        <pc:spChg chg="del mod topLvl">
          <ac:chgData name="Macher, Andreas (DI FA CTR PLC PPM)" userId="f1dcac62-7bef-43eb-91f0-927336a1714f" providerId="ADAL" clId="{5B710B73-F6D6-4A7D-9276-5384056BD54A}" dt="2022-10-26T14:02:59.884" v="2816" actId="478"/>
          <ac:spMkLst>
            <pc:docMk/>
            <pc:sldMk cId="2745305467" sldId="9785"/>
            <ac:spMk id="319" creationId="{B7C8DA23-0A55-1FB6-E9E7-DED2F3FC01F5}"/>
          </ac:spMkLst>
        </pc:spChg>
        <pc:spChg chg="del mod topLvl">
          <ac:chgData name="Macher, Andreas (DI FA CTR PLC PPM)" userId="f1dcac62-7bef-43eb-91f0-927336a1714f" providerId="ADAL" clId="{5B710B73-F6D6-4A7D-9276-5384056BD54A}" dt="2022-10-26T14:02:59.884" v="2816" actId="478"/>
          <ac:spMkLst>
            <pc:docMk/>
            <pc:sldMk cId="2745305467" sldId="9785"/>
            <ac:spMk id="326" creationId="{2FD67715-3BBF-3F3E-D56A-9DC6D7C1F35D}"/>
          </ac:spMkLst>
        </pc:spChg>
        <pc:spChg chg="del mod topLvl">
          <ac:chgData name="Macher, Andreas (DI FA CTR PLC PPM)" userId="f1dcac62-7bef-43eb-91f0-927336a1714f" providerId="ADAL" clId="{5B710B73-F6D6-4A7D-9276-5384056BD54A}" dt="2022-10-26T14:02:59.884" v="2816" actId="478"/>
          <ac:spMkLst>
            <pc:docMk/>
            <pc:sldMk cId="2745305467" sldId="9785"/>
            <ac:spMk id="327" creationId="{7A5106F3-A757-D62E-D831-5F258186BD96}"/>
          </ac:spMkLst>
        </pc:spChg>
        <pc:spChg chg="del mod topLvl">
          <ac:chgData name="Macher, Andreas (DI FA CTR PLC PPM)" userId="f1dcac62-7bef-43eb-91f0-927336a1714f" providerId="ADAL" clId="{5B710B73-F6D6-4A7D-9276-5384056BD54A}" dt="2022-10-26T14:02:59.884" v="2816" actId="478"/>
          <ac:spMkLst>
            <pc:docMk/>
            <pc:sldMk cId="2745305467" sldId="9785"/>
            <ac:spMk id="345" creationId="{02B49DDF-9C0A-2F74-12A9-342428E827E2}"/>
          </ac:spMkLst>
        </pc:spChg>
        <pc:spChg chg="del mod topLvl">
          <ac:chgData name="Macher, Andreas (DI FA CTR PLC PPM)" userId="f1dcac62-7bef-43eb-91f0-927336a1714f" providerId="ADAL" clId="{5B710B73-F6D6-4A7D-9276-5384056BD54A}" dt="2022-10-26T13:59:28.257" v="2731" actId="478"/>
          <ac:spMkLst>
            <pc:docMk/>
            <pc:sldMk cId="2745305467" sldId="9785"/>
            <ac:spMk id="350" creationId="{131CDED0-15AF-E95F-08A1-5FB0C1D40432}"/>
          </ac:spMkLst>
        </pc:spChg>
        <pc:spChg chg="del mod topLvl">
          <ac:chgData name="Macher, Andreas (DI FA CTR PLC PPM)" userId="f1dcac62-7bef-43eb-91f0-927336a1714f" providerId="ADAL" clId="{5B710B73-F6D6-4A7D-9276-5384056BD54A}" dt="2022-10-26T14:02:59.884" v="2816" actId="478"/>
          <ac:spMkLst>
            <pc:docMk/>
            <pc:sldMk cId="2745305467" sldId="9785"/>
            <ac:spMk id="353" creationId="{05E7B15D-BF07-CC03-CBCA-BF80BA7451C1}"/>
          </ac:spMkLst>
        </pc:spChg>
        <pc:spChg chg="del mod topLvl">
          <ac:chgData name="Macher, Andreas (DI FA CTR PLC PPM)" userId="f1dcac62-7bef-43eb-91f0-927336a1714f" providerId="ADAL" clId="{5B710B73-F6D6-4A7D-9276-5384056BD54A}" dt="2022-10-26T14:02:59.884" v="2816" actId="478"/>
          <ac:spMkLst>
            <pc:docMk/>
            <pc:sldMk cId="2745305467" sldId="9785"/>
            <ac:spMk id="356" creationId="{B7F35589-B9D6-B5DF-AD43-5BC60A29634C}"/>
          </ac:spMkLst>
        </pc:spChg>
        <pc:spChg chg="add mod">
          <ac:chgData name="Macher, Andreas (DI FA CTR PLC PPM)" userId="f1dcac62-7bef-43eb-91f0-927336a1714f" providerId="ADAL" clId="{5B710B73-F6D6-4A7D-9276-5384056BD54A}" dt="2022-10-26T12:11:28.816" v="2329" actId="1076"/>
          <ac:spMkLst>
            <pc:docMk/>
            <pc:sldMk cId="2745305467" sldId="9785"/>
            <ac:spMk id="357" creationId="{204D4412-7DD7-2786-EFA6-D34B85B79FB1}"/>
          </ac:spMkLst>
        </pc:spChg>
        <pc:spChg chg="add mod">
          <ac:chgData name="Macher, Andreas (DI FA CTR PLC PPM)" userId="f1dcac62-7bef-43eb-91f0-927336a1714f" providerId="ADAL" clId="{5B710B73-F6D6-4A7D-9276-5384056BD54A}" dt="2022-10-26T12:11:43.320" v="2354" actId="1038"/>
          <ac:spMkLst>
            <pc:docMk/>
            <pc:sldMk cId="2745305467" sldId="9785"/>
            <ac:spMk id="362" creationId="{04DAC075-F734-4538-F918-02D013E18F87}"/>
          </ac:spMkLst>
        </pc:spChg>
        <pc:spChg chg="del mod topLvl">
          <ac:chgData name="Macher, Andreas (DI FA CTR PLC PPM)" userId="f1dcac62-7bef-43eb-91f0-927336a1714f" providerId="ADAL" clId="{5B710B73-F6D6-4A7D-9276-5384056BD54A}" dt="2022-10-26T14:02:59.884" v="2816" actId="478"/>
          <ac:spMkLst>
            <pc:docMk/>
            <pc:sldMk cId="2745305467" sldId="9785"/>
            <ac:spMk id="364" creationId="{B1010F19-585D-E441-A9BA-DDAD0CA13082}"/>
          </ac:spMkLst>
        </pc:spChg>
        <pc:spChg chg="mod">
          <ac:chgData name="Macher, Andreas (DI FA CTR PLC PPM)" userId="f1dcac62-7bef-43eb-91f0-927336a1714f" providerId="ADAL" clId="{5B710B73-F6D6-4A7D-9276-5384056BD54A}" dt="2022-10-26T13:59:16.695" v="2729" actId="165"/>
          <ac:spMkLst>
            <pc:docMk/>
            <pc:sldMk cId="2745305467" sldId="9785"/>
            <ac:spMk id="382" creationId="{9C6076FE-4FA0-A905-82D3-0785D083FEBB}"/>
          </ac:spMkLst>
        </pc:spChg>
        <pc:spChg chg="mod">
          <ac:chgData name="Macher, Andreas (DI FA CTR PLC PPM)" userId="f1dcac62-7bef-43eb-91f0-927336a1714f" providerId="ADAL" clId="{5B710B73-F6D6-4A7D-9276-5384056BD54A}" dt="2022-10-26T13:59:16.695" v="2729" actId="165"/>
          <ac:spMkLst>
            <pc:docMk/>
            <pc:sldMk cId="2745305467" sldId="9785"/>
            <ac:spMk id="383" creationId="{4F04F79E-DFBC-70C6-C34B-DDCB9D395C7D}"/>
          </ac:spMkLst>
        </pc:spChg>
        <pc:spChg chg="mod">
          <ac:chgData name="Macher, Andreas (DI FA CTR PLC PPM)" userId="f1dcac62-7bef-43eb-91f0-927336a1714f" providerId="ADAL" clId="{5B710B73-F6D6-4A7D-9276-5384056BD54A}" dt="2022-10-26T13:59:16.695" v="2729" actId="165"/>
          <ac:spMkLst>
            <pc:docMk/>
            <pc:sldMk cId="2745305467" sldId="9785"/>
            <ac:spMk id="384" creationId="{E2E85C43-984B-5182-C378-688FE6F1D727}"/>
          </ac:spMkLst>
        </pc:spChg>
        <pc:spChg chg="del">
          <ac:chgData name="Macher, Andreas (DI FA CTR PLC PPM)" userId="f1dcac62-7bef-43eb-91f0-927336a1714f" providerId="ADAL" clId="{5B710B73-F6D6-4A7D-9276-5384056BD54A}" dt="2022-10-26T14:02:59.884" v="2816" actId="478"/>
          <ac:spMkLst>
            <pc:docMk/>
            <pc:sldMk cId="2745305467" sldId="9785"/>
            <ac:spMk id="386" creationId="{C8674459-F4FB-603E-3966-E5546FDA999A}"/>
          </ac:spMkLst>
        </pc:spChg>
        <pc:spChg chg="mod">
          <ac:chgData name="Macher, Andreas (DI FA CTR PLC PPM)" userId="f1dcac62-7bef-43eb-91f0-927336a1714f" providerId="ADAL" clId="{5B710B73-F6D6-4A7D-9276-5384056BD54A}" dt="2022-11-16T16:08:03.154" v="7886" actId="207"/>
          <ac:spMkLst>
            <pc:docMk/>
            <pc:sldMk cId="2745305467" sldId="9785"/>
            <ac:spMk id="387" creationId="{3503F1FE-9683-5098-7F33-9FF804975DA3}"/>
          </ac:spMkLst>
        </pc:spChg>
        <pc:spChg chg="mod">
          <ac:chgData name="Macher, Andreas (DI FA CTR PLC PPM)" userId="f1dcac62-7bef-43eb-91f0-927336a1714f" providerId="ADAL" clId="{5B710B73-F6D6-4A7D-9276-5384056BD54A}" dt="2022-11-07T21:03:32.531" v="6539" actId="1076"/>
          <ac:spMkLst>
            <pc:docMk/>
            <pc:sldMk cId="2745305467" sldId="9785"/>
            <ac:spMk id="388" creationId="{8E52AF72-3564-4AE5-9D31-181D37F2A216}"/>
          </ac:spMkLst>
        </pc:spChg>
        <pc:spChg chg="del mod">
          <ac:chgData name="Macher, Andreas (DI FA CTR PLC PPM)" userId="f1dcac62-7bef-43eb-91f0-927336a1714f" providerId="ADAL" clId="{5B710B73-F6D6-4A7D-9276-5384056BD54A}" dt="2022-10-26T14:02:59.884" v="2816" actId="478"/>
          <ac:spMkLst>
            <pc:docMk/>
            <pc:sldMk cId="2745305467" sldId="9785"/>
            <ac:spMk id="389" creationId="{43146D93-CF0D-5EB2-B4BF-99099E9EBF8A}"/>
          </ac:spMkLst>
        </pc:spChg>
        <pc:spChg chg="mod">
          <ac:chgData name="Macher, Andreas (DI FA CTR PLC PPM)" userId="f1dcac62-7bef-43eb-91f0-927336a1714f" providerId="ADAL" clId="{5B710B73-F6D6-4A7D-9276-5384056BD54A}" dt="2022-11-07T21:03:39.391" v="6540" actId="1076"/>
          <ac:spMkLst>
            <pc:docMk/>
            <pc:sldMk cId="2745305467" sldId="9785"/>
            <ac:spMk id="390" creationId="{D5A49815-7B4B-7D0A-59DE-CFA34A972FD2}"/>
          </ac:spMkLst>
        </pc:spChg>
        <pc:spChg chg="del mod">
          <ac:chgData name="Macher, Andreas (DI FA CTR PLC PPM)" userId="f1dcac62-7bef-43eb-91f0-927336a1714f" providerId="ADAL" clId="{5B710B73-F6D6-4A7D-9276-5384056BD54A}" dt="2022-10-26T14:02:59.884" v="2816" actId="478"/>
          <ac:spMkLst>
            <pc:docMk/>
            <pc:sldMk cId="2745305467" sldId="9785"/>
            <ac:spMk id="391" creationId="{28B168FB-6801-5594-AC18-C70D5215439D}"/>
          </ac:spMkLst>
        </pc:spChg>
        <pc:spChg chg="add mod ord">
          <ac:chgData name="Macher, Andreas (DI FA CTR PLC PPM)" userId="f1dcac62-7bef-43eb-91f0-927336a1714f" providerId="ADAL" clId="{5B710B73-F6D6-4A7D-9276-5384056BD54A}" dt="2022-10-26T12:16:28.987" v="2432" actId="167"/>
          <ac:spMkLst>
            <pc:docMk/>
            <pc:sldMk cId="2745305467" sldId="9785"/>
            <ac:spMk id="393" creationId="{F478D910-847D-BD67-88DB-E827EAF11CA2}"/>
          </ac:spMkLst>
        </pc:spChg>
        <pc:spChg chg="add mod">
          <ac:chgData name="Macher, Andreas (DI FA CTR PLC PPM)" userId="f1dcac62-7bef-43eb-91f0-927336a1714f" providerId="ADAL" clId="{5B710B73-F6D6-4A7D-9276-5384056BD54A}" dt="2022-11-07T21:01:58.132" v="6527" actId="207"/>
          <ac:spMkLst>
            <pc:docMk/>
            <pc:sldMk cId="2745305467" sldId="9785"/>
            <ac:spMk id="394" creationId="{2C024769-EF40-A610-DB07-C87EF6BB3235}"/>
          </ac:spMkLst>
        </pc:spChg>
        <pc:spChg chg="add del mod">
          <ac:chgData name="Macher, Andreas (DI FA CTR PLC PPM)" userId="f1dcac62-7bef-43eb-91f0-927336a1714f" providerId="ADAL" clId="{5B710B73-F6D6-4A7D-9276-5384056BD54A}" dt="2022-10-26T12:17:58.231" v="2437" actId="478"/>
          <ac:spMkLst>
            <pc:docMk/>
            <pc:sldMk cId="2745305467" sldId="9785"/>
            <ac:spMk id="395" creationId="{5A116529-3F26-DDE8-F4EF-6A9B0EDA04BB}"/>
          </ac:spMkLst>
        </pc:spChg>
        <pc:spChg chg="add del mod">
          <ac:chgData name="Macher, Andreas (DI FA CTR PLC PPM)" userId="f1dcac62-7bef-43eb-91f0-927336a1714f" providerId="ADAL" clId="{5B710B73-F6D6-4A7D-9276-5384056BD54A}" dt="2022-10-26T14:02:59.884" v="2816" actId="478"/>
          <ac:spMkLst>
            <pc:docMk/>
            <pc:sldMk cId="2745305467" sldId="9785"/>
            <ac:spMk id="402" creationId="{7A8C476C-9E1C-8763-CA80-747617AE5BBA}"/>
          </ac:spMkLst>
        </pc:spChg>
        <pc:spChg chg="add del mod">
          <ac:chgData name="Macher, Andreas (DI FA CTR PLC PPM)" userId="f1dcac62-7bef-43eb-91f0-927336a1714f" providerId="ADAL" clId="{5B710B73-F6D6-4A7D-9276-5384056BD54A}" dt="2022-10-26T14:02:59.884" v="2816" actId="478"/>
          <ac:spMkLst>
            <pc:docMk/>
            <pc:sldMk cId="2745305467" sldId="9785"/>
            <ac:spMk id="403" creationId="{1AF551C0-4522-F002-FD13-BECBF6449CA1}"/>
          </ac:spMkLst>
        </pc:spChg>
        <pc:spChg chg="add mod">
          <ac:chgData name="Macher, Andreas (DI FA CTR PLC PPM)" userId="f1dcac62-7bef-43eb-91f0-927336a1714f" providerId="ADAL" clId="{5B710B73-F6D6-4A7D-9276-5384056BD54A}" dt="2022-11-07T21:03:39.391" v="6540" actId="1076"/>
          <ac:spMkLst>
            <pc:docMk/>
            <pc:sldMk cId="2745305467" sldId="9785"/>
            <ac:spMk id="406" creationId="{788E3DB7-5754-F939-9505-C3EDDBC9BDF8}"/>
          </ac:spMkLst>
        </pc:spChg>
        <pc:spChg chg="add mod">
          <ac:chgData name="Macher, Andreas (DI FA CTR PLC PPM)" userId="f1dcac62-7bef-43eb-91f0-927336a1714f" providerId="ADAL" clId="{5B710B73-F6D6-4A7D-9276-5384056BD54A}" dt="2022-11-07T21:03:39.391" v="6540" actId="1076"/>
          <ac:spMkLst>
            <pc:docMk/>
            <pc:sldMk cId="2745305467" sldId="9785"/>
            <ac:spMk id="409" creationId="{84624466-2BFD-0F2F-16F1-A303935E55C7}"/>
          </ac:spMkLst>
        </pc:spChg>
        <pc:grpChg chg="del">
          <ac:chgData name="Macher, Andreas (DI FA CTR PLC PPM)" userId="f1dcac62-7bef-43eb-91f0-927336a1714f" providerId="ADAL" clId="{5B710B73-F6D6-4A7D-9276-5384056BD54A}" dt="2022-10-26T12:04:10.144" v="2157" actId="478"/>
          <ac:grpSpMkLst>
            <pc:docMk/>
            <pc:sldMk cId="2745305467" sldId="9785"/>
            <ac:grpSpMk id="23" creationId="{A25F322E-5DBB-181A-323A-C33B41B35F96}"/>
          </ac:grpSpMkLst>
        </pc:grpChg>
        <pc:grpChg chg="del">
          <ac:chgData name="Macher, Andreas (DI FA CTR PLC PPM)" userId="f1dcac62-7bef-43eb-91f0-927336a1714f" providerId="ADAL" clId="{5B710B73-F6D6-4A7D-9276-5384056BD54A}" dt="2022-11-22T16:16:37.643" v="8470" actId="478"/>
          <ac:grpSpMkLst>
            <pc:docMk/>
            <pc:sldMk cId="2745305467" sldId="9785"/>
            <ac:grpSpMk id="24" creationId="{82CCCAFE-1F0E-38C6-DCAA-5D24437BE1DB}"/>
          </ac:grpSpMkLst>
        </pc:grpChg>
        <pc:grpChg chg="del">
          <ac:chgData name="Macher, Andreas (DI FA CTR PLC PPM)" userId="f1dcac62-7bef-43eb-91f0-927336a1714f" providerId="ADAL" clId="{5B710B73-F6D6-4A7D-9276-5384056BD54A}" dt="2022-11-22T16:16:42.013" v="8473" actId="478"/>
          <ac:grpSpMkLst>
            <pc:docMk/>
            <pc:sldMk cId="2745305467" sldId="9785"/>
            <ac:grpSpMk id="29" creationId="{0CFFF078-088D-6A07-C51A-2AF6A2692A8C}"/>
          </ac:grpSpMkLst>
        </pc:grpChg>
        <pc:grpChg chg="del mod topLvl">
          <ac:chgData name="Macher, Andreas (DI FA CTR PLC PPM)" userId="f1dcac62-7bef-43eb-91f0-927336a1714f" providerId="ADAL" clId="{5B710B73-F6D6-4A7D-9276-5384056BD54A}" dt="2022-10-26T13:50:37.822" v="2673" actId="478"/>
          <ac:grpSpMkLst>
            <pc:docMk/>
            <pc:sldMk cId="2745305467" sldId="9785"/>
            <ac:grpSpMk id="30" creationId="{402F7CBD-4422-8DD0-9EDA-76F71E7093FE}"/>
          </ac:grpSpMkLst>
        </pc:grpChg>
        <pc:grpChg chg="del mod">
          <ac:chgData name="Macher, Andreas (DI FA CTR PLC PPM)" userId="f1dcac62-7bef-43eb-91f0-927336a1714f" providerId="ADAL" clId="{5B710B73-F6D6-4A7D-9276-5384056BD54A}" dt="2022-10-26T13:50:30.658" v="2667" actId="165"/>
          <ac:grpSpMkLst>
            <pc:docMk/>
            <pc:sldMk cId="2745305467" sldId="9785"/>
            <ac:grpSpMk id="260" creationId="{DEB185B1-CE0E-703B-D87C-35F1FFD10A10}"/>
          </ac:grpSpMkLst>
        </pc:grpChg>
        <pc:grpChg chg="mod">
          <ac:chgData name="Macher, Andreas (DI FA CTR PLC PPM)" userId="f1dcac62-7bef-43eb-91f0-927336a1714f" providerId="ADAL" clId="{5B710B73-F6D6-4A7D-9276-5384056BD54A}" dt="2022-10-26T12:14:46.444" v="2385" actId="1036"/>
          <ac:grpSpMkLst>
            <pc:docMk/>
            <pc:sldMk cId="2745305467" sldId="9785"/>
            <ac:grpSpMk id="261" creationId="{C8267532-671D-2490-5102-A75C9FFB9CB1}"/>
          </ac:grpSpMkLst>
        </pc:grpChg>
        <pc:grpChg chg="mod">
          <ac:chgData name="Macher, Andreas (DI FA CTR PLC PPM)" userId="f1dcac62-7bef-43eb-91f0-927336a1714f" providerId="ADAL" clId="{5B710B73-F6D6-4A7D-9276-5384056BD54A}" dt="2022-10-26T12:14:46.444" v="2385" actId="1036"/>
          <ac:grpSpMkLst>
            <pc:docMk/>
            <pc:sldMk cId="2745305467" sldId="9785"/>
            <ac:grpSpMk id="263" creationId="{F569E467-FF9D-A0C4-8752-8F477B73F594}"/>
          </ac:grpSpMkLst>
        </pc:grpChg>
        <pc:grpChg chg="mod">
          <ac:chgData name="Macher, Andreas (DI FA CTR PLC PPM)" userId="f1dcac62-7bef-43eb-91f0-927336a1714f" providerId="ADAL" clId="{5B710B73-F6D6-4A7D-9276-5384056BD54A}" dt="2022-10-26T12:14:46.444" v="2385" actId="1036"/>
          <ac:grpSpMkLst>
            <pc:docMk/>
            <pc:sldMk cId="2745305467" sldId="9785"/>
            <ac:grpSpMk id="267" creationId="{BD530F28-3F3B-6D80-D3E3-9203BFB21591}"/>
          </ac:grpSpMkLst>
        </pc:grpChg>
        <pc:grpChg chg="del">
          <ac:chgData name="Macher, Andreas (DI FA CTR PLC PPM)" userId="f1dcac62-7bef-43eb-91f0-927336a1714f" providerId="ADAL" clId="{5B710B73-F6D6-4A7D-9276-5384056BD54A}" dt="2022-10-26T13:56:09.316" v="2709" actId="165"/>
          <ac:grpSpMkLst>
            <pc:docMk/>
            <pc:sldMk cId="2745305467" sldId="9785"/>
            <ac:grpSpMk id="287" creationId="{A26A1BC9-973C-BFFB-AB5C-43166716ACF1}"/>
          </ac:grpSpMkLst>
        </pc:grpChg>
        <pc:grpChg chg="del mod topLvl">
          <ac:chgData name="Macher, Andreas (DI FA CTR PLC PPM)" userId="f1dcac62-7bef-43eb-91f0-927336a1714f" providerId="ADAL" clId="{5B710B73-F6D6-4A7D-9276-5384056BD54A}" dt="2022-10-26T13:56:13.903" v="2713" actId="478"/>
          <ac:grpSpMkLst>
            <pc:docMk/>
            <pc:sldMk cId="2745305467" sldId="9785"/>
            <ac:grpSpMk id="290" creationId="{1B3F8678-9B15-5073-76DB-DC6125384E90}"/>
          </ac:grpSpMkLst>
        </pc:grpChg>
        <pc:grpChg chg="del mod topLvl">
          <ac:chgData name="Macher, Andreas (DI FA CTR PLC PPM)" userId="f1dcac62-7bef-43eb-91f0-927336a1714f" providerId="ADAL" clId="{5B710B73-F6D6-4A7D-9276-5384056BD54A}" dt="2022-10-26T13:56:15.582" v="2715" actId="478"/>
          <ac:grpSpMkLst>
            <pc:docMk/>
            <pc:sldMk cId="2745305467" sldId="9785"/>
            <ac:grpSpMk id="294" creationId="{5DA47924-ED12-076B-4E58-BAF8AF0A5CFB}"/>
          </ac:grpSpMkLst>
        </pc:grpChg>
        <pc:grpChg chg="del mod topLvl">
          <ac:chgData name="Macher, Andreas (DI FA CTR PLC PPM)" userId="f1dcac62-7bef-43eb-91f0-927336a1714f" providerId="ADAL" clId="{5B710B73-F6D6-4A7D-9276-5384056BD54A}" dt="2022-10-26T13:56:11.858" v="2710" actId="478"/>
          <ac:grpSpMkLst>
            <pc:docMk/>
            <pc:sldMk cId="2745305467" sldId="9785"/>
            <ac:grpSpMk id="299" creationId="{FE2BFC01-BFAD-EB03-26D2-68D89103EE3F}"/>
          </ac:grpSpMkLst>
        </pc:grpChg>
        <pc:grpChg chg="del mod topLvl">
          <ac:chgData name="Macher, Andreas (DI FA CTR PLC PPM)" userId="f1dcac62-7bef-43eb-91f0-927336a1714f" providerId="ADAL" clId="{5B710B73-F6D6-4A7D-9276-5384056BD54A}" dt="2022-10-26T13:56:13.129" v="2712" actId="478"/>
          <ac:grpSpMkLst>
            <pc:docMk/>
            <pc:sldMk cId="2745305467" sldId="9785"/>
            <ac:grpSpMk id="300" creationId="{8472DC1E-E6AD-EB00-3A4A-6D66E0CCAC41}"/>
          </ac:grpSpMkLst>
        </pc:grpChg>
        <pc:grpChg chg="del mod topLvl">
          <ac:chgData name="Macher, Andreas (DI FA CTR PLC PPM)" userId="f1dcac62-7bef-43eb-91f0-927336a1714f" providerId="ADAL" clId="{5B710B73-F6D6-4A7D-9276-5384056BD54A}" dt="2022-10-26T13:54:55.022" v="2701" actId="478"/>
          <ac:grpSpMkLst>
            <pc:docMk/>
            <pc:sldMk cId="2745305467" sldId="9785"/>
            <ac:grpSpMk id="314" creationId="{E61114BC-3719-FA6C-CBE4-3BDB3066C933}"/>
          </ac:grpSpMkLst>
        </pc:grpChg>
        <pc:grpChg chg="del mod topLvl">
          <ac:chgData name="Macher, Andreas (DI FA CTR PLC PPM)" userId="f1dcac62-7bef-43eb-91f0-927336a1714f" providerId="ADAL" clId="{5B710B73-F6D6-4A7D-9276-5384056BD54A}" dt="2022-10-26T14:02:59.884" v="2816" actId="478"/>
          <ac:grpSpMkLst>
            <pc:docMk/>
            <pc:sldMk cId="2745305467" sldId="9785"/>
            <ac:grpSpMk id="321" creationId="{8E3C3B4C-AE32-5E90-C7CF-DF48DFE89A8B}"/>
          </ac:grpSpMkLst>
        </pc:grpChg>
        <pc:grpChg chg="del mod topLvl">
          <ac:chgData name="Macher, Andreas (DI FA CTR PLC PPM)" userId="f1dcac62-7bef-43eb-91f0-927336a1714f" providerId="ADAL" clId="{5B710B73-F6D6-4A7D-9276-5384056BD54A}" dt="2022-10-26T13:54:47.695" v="2698" actId="478"/>
          <ac:grpSpMkLst>
            <pc:docMk/>
            <pc:sldMk cId="2745305467" sldId="9785"/>
            <ac:grpSpMk id="333" creationId="{F55C92D8-B1F1-3C4B-5EA8-90F40B9D3794}"/>
          </ac:grpSpMkLst>
        </pc:grpChg>
        <pc:grpChg chg="mod">
          <ac:chgData name="Macher, Andreas (DI FA CTR PLC PPM)" userId="f1dcac62-7bef-43eb-91f0-927336a1714f" providerId="ADAL" clId="{5B710B73-F6D6-4A7D-9276-5384056BD54A}" dt="2022-10-26T13:54:44.808" v="2697" actId="165"/>
          <ac:grpSpMkLst>
            <pc:docMk/>
            <pc:sldMk cId="2745305467" sldId="9785"/>
            <ac:grpSpMk id="334" creationId="{3BEA95FA-2AED-73DC-2E25-4FDB61C75703}"/>
          </ac:grpSpMkLst>
        </pc:grpChg>
        <pc:grpChg chg="mod">
          <ac:chgData name="Macher, Andreas (DI FA CTR PLC PPM)" userId="f1dcac62-7bef-43eb-91f0-927336a1714f" providerId="ADAL" clId="{5B710B73-F6D6-4A7D-9276-5384056BD54A}" dt="2022-10-26T13:54:44.808" v="2697" actId="165"/>
          <ac:grpSpMkLst>
            <pc:docMk/>
            <pc:sldMk cId="2745305467" sldId="9785"/>
            <ac:grpSpMk id="335" creationId="{AAA3B7DF-044E-F9F4-131E-EF158A4FC409}"/>
          </ac:grpSpMkLst>
        </pc:grpChg>
        <pc:grpChg chg="mod">
          <ac:chgData name="Macher, Andreas (DI FA CTR PLC PPM)" userId="f1dcac62-7bef-43eb-91f0-927336a1714f" providerId="ADAL" clId="{5B710B73-F6D6-4A7D-9276-5384056BD54A}" dt="2022-10-26T13:54:44.808" v="2697" actId="165"/>
          <ac:grpSpMkLst>
            <pc:docMk/>
            <pc:sldMk cId="2745305467" sldId="9785"/>
            <ac:grpSpMk id="336" creationId="{34B09098-FAE0-5506-19C0-8F2E59CCE8DA}"/>
          </ac:grpSpMkLst>
        </pc:grpChg>
        <pc:grpChg chg="del">
          <ac:chgData name="Macher, Andreas (DI FA CTR PLC PPM)" userId="f1dcac62-7bef-43eb-91f0-927336a1714f" providerId="ADAL" clId="{5B710B73-F6D6-4A7D-9276-5384056BD54A}" dt="2022-10-26T13:54:44.808" v="2697" actId="165"/>
          <ac:grpSpMkLst>
            <pc:docMk/>
            <pc:sldMk cId="2745305467" sldId="9785"/>
            <ac:grpSpMk id="348" creationId="{74A2DC5D-CEB7-F1EE-309F-E891A804A9E3}"/>
          </ac:grpSpMkLst>
        </pc:grpChg>
        <pc:grpChg chg="del">
          <ac:chgData name="Macher, Andreas (DI FA CTR PLC PPM)" userId="f1dcac62-7bef-43eb-91f0-927336a1714f" providerId="ADAL" clId="{5B710B73-F6D6-4A7D-9276-5384056BD54A}" dt="2022-10-26T13:59:16.695" v="2729" actId="165"/>
          <ac:grpSpMkLst>
            <pc:docMk/>
            <pc:sldMk cId="2745305467" sldId="9785"/>
            <ac:grpSpMk id="349" creationId="{DE783055-4FEE-DF43-4829-C35866028901}"/>
          </ac:grpSpMkLst>
        </pc:grpChg>
        <pc:grpChg chg="del mod topLvl">
          <ac:chgData name="Macher, Andreas (DI FA CTR PLC PPM)" userId="f1dcac62-7bef-43eb-91f0-927336a1714f" providerId="ADAL" clId="{5B710B73-F6D6-4A7D-9276-5384056BD54A}" dt="2022-10-26T13:59:33.328" v="2736" actId="478"/>
          <ac:grpSpMkLst>
            <pc:docMk/>
            <pc:sldMk cId="2745305467" sldId="9785"/>
            <ac:grpSpMk id="351" creationId="{2F5C1C38-B5A6-021F-CE19-84FC4A1D3E42}"/>
          </ac:grpSpMkLst>
        </pc:grpChg>
        <pc:grpChg chg="del mod topLvl">
          <ac:chgData name="Macher, Andreas (DI FA CTR PLC PPM)" userId="f1dcac62-7bef-43eb-91f0-927336a1714f" providerId="ADAL" clId="{5B710B73-F6D6-4A7D-9276-5384056BD54A}" dt="2022-10-26T13:59:28.936" v="2732" actId="478"/>
          <ac:grpSpMkLst>
            <pc:docMk/>
            <pc:sldMk cId="2745305467" sldId="9785"/>
            <ac:grpSpMk id="355" creationId="{1B79F71E-2DCD-39E2-8365-54FDCD440C8F}"/>
          </ac:grpSpMkLst>
        </pc:grpChg>
        <pc:grpChg chg="del mod topLvl">
          <ac:chgData name="Macher, Andreas (DI FA CTR PLC PPM)" userId="f1dcac62-7bef-43eb-91f0-927336a1714f" providerId="ADAL" clId="{5B710B73-F6D6-4A7D-9276-5384056BD54A}" dt="2022-10-26T13:59:26.857" v="2730" actId="478"/>
          <ac:grpSpMkLst>
            <pc:docMk/>
            <pc:sldMk cId="2745305467" sldId="9785"/>
            <ac:grpSpMk id="363" creationId="{8BE783D6-B732-ED87-5006-230265FA7610}"/>
          </ac:grpSpMkLst>
        </pc:grpChg>
        <pc:grpChg chg="mod">
          <ac:chgData name="Macher, Andreas (DI FA CTR PLC PPM)" userId="f1dcac62-7bef-43eb-91f0-927336a1714f" providerId="ADAL" clId="{5B710B73-F6D6-4A7D-9276-5384056BD54A}" dt="2022-10-26T13:59:16.695" v="2729" actId="165"/>
          <ac:grpSpMkLst>
            <pc:docMk/>
            <pc:sldMk cId="2745305467" sldId="9785"/>
            <ac:grpSpMk id="367" creationId="{4F3B4720-FEC4-3D48-3A68-420B4654C30A}"/>
          </ac:grpSpMkLst>
        </pc:grpChg>
        <pc:grpChg chg="mod">
          <ac:chgData name="Macher, Andreas (DI FA CTR PLC PPM)" userId="f1dcac62-7bef-43eb-91f0-927336a1714f" providerId="ADAL" clId="{5B710B73-F6D6-4A7D-9276-5384056BD54A}" dt="2022-10-26T13:59:16.695" v="2729" actId="165"/>
          <ac:grpSpMkLst>
            <pc:docMk/>
            <pc:sldMk cId="2745305467" sldId="9785"/>
            <ac:grpSpMk id="368" creationId="{49FF6268-EACD-86AF-C7D6-DD8AC59F7C58}"/>
          </ac:grpSpMkLst>
        </pc:grpChg>
        <pc:grpChg chg="mod">
          <ac:chgData name="Macher, Andreas (DI FA CTR PLC PPM)" userId="f1dcac62-7bef-43eb-91f0-927336a1714f" providerId="ADAL" clId="{5B710B73-F6D6-4A7D-9276-5384056BD54A}" dt="2022-10-26T13:59:16.695" v="2729" actId="165"/>
          <ac:grpSpMkLst>
            <pc:docMk/>
            <pc:sldMk cId="2745305467" sldId="9785"/>
            <ac:grpSpMk id="369" creationId="{BBA80CAD-F1BE-B0EF-38C8-3435EC552173}"/>
          </ac:grpSpMkLst>
        </pc:grpChg>
        <pc:picChg chg="mod">
          <ac:chgData name="Macher, Andreas (DI FA CTR PLC PPM)" userId="f1dcac62-7bef-43eb-91f0-927336a1714f" providerId="ADAL" clId="{5B710B73-F6D6-4A7D-9276-5384056BD54A}" dt="2022-11-07T21:01:15.364" v="6518" actId="207"/>
          <ac:picMkLst>
            <pc:docMk/>
            <pc:sldMk cId="2745305467" sldId="9785"/>
            <ac:picMk id="9" creationId="{1641B1CB-28E9-7344-2CDC-B127FDA31AA6}"/>
          </ac:picMkLst>
        </pc:picChg>
        <pc:picChg chg="mod">
          <ac:chgData name="Macher, Andreas (DI FA CTR PLC PPM)" userId="f1dcac62-7bef-43eb-91f0-927336a1714f" providerId="ADAL" clId="{5B710B73-F6D6-4A7D-9276-5384056BD54A}" dt="2022-11-07T21:01:22.677" v="6519" actId="207"/>
          <ac:picMkLst>
            <pc:docMk/>
            <pc:sldMk cId="2745305467" sldId="9785"/>
            <ac:picMk id="17" creationId="{D60A4294-E06A-4FC5-5030-5B3B092DE6CD}"/>
          </ac:picMkLst>
        </pc:picChg>
        <pc:picChg chg="mod">
          <ac:chgData name="Macher, Andreas (DI FA CTR PLC PPM)" userId="f1dcac62-7bef-43eb-91f0-927336a1714f" providerId="ADAL" clId="{5B710B73-F6D6-4A7D-9276-5384056BD54A}" dt="2022-11-07T21:01:22.677" v="6519" actId="207"/>
          <ac:picMkLst>
            <pc:docMk/>
            <pc:sldMk cId="2745305467" sldId="9785"/>
            <ac:picMk id="19" creationId="{6BDCA061-8189-962E-A006-12F138AAA44E}"/>
          </ac:picMkLst>
        </pc:picChg>
        <pc:picChg chg="mod">
          <ac:chgData name="Macher, Andreas (DI FA CTR PLC PPM)" userId="f1dcac62-7bef-43eb-91f0-927336a1714f" providerId="ADAL" clId="{5B710B73-F6D6-4A7D-9276-5384056BD54A}" dt="2022-11-07T21:01:22.677" v="6519" actId="207"/>
          <ac:picMkLst>
            <pc:docMk/>
            <pc:sldMk cId="2745305467" sldId="9785"/>
            <ac:picMk id="20" creationId="{1BA26E3E-72D2-DC23-540F-AD157D933212}"/>
          </ac:picMkLst>
        </pc:picChg>
        <pc:picChg chg="del mod topLvl">
          <ac:chgData name="Macher, Andreas (DI FA CTR PLC PPM)" userId="f1dcac62-7bef-43eb-91f0-927336a1714f" providerId="ADAL" clId="{5B710B73-F6D6-4A7D-9276-5384056BD54A}" dt="2022-10-26T13:50:34.294" v="2669" actId="478"/>
          <ac:picMkLst>
            <pc:docMk/>
            <pc:sldMk cId="2745305467" sldId="9785"/>
            <ac:picMk id="29" creationId="{4AAE38CC-15D3-EAD0-B2AD-212EF41A6A6A}"/>
          </ac:picMkLst>
        </pc:picChg>
        <pc:picChg chg="mod">
          <ac:chgData name="Macher, Andreas (DI FA CTR PLC PPM)" userId="f1dcac62-7bef-43eb-91f0-927336a1714f" providerId="ADAL" clId="{5B710B73-F6D6-4A7D-9276-5384056BD54A}" dt="2022-10-26T13:50:30.658" v="2667" actId="165"/>
          <ac:picMkLst>
            <pc:docMk/>
            <pc:sldMk cId="2745305467" sldId="9785"/>
            <ac:picMk id="31" creationId="{99891076-C5E9-6B4E-2A29-89BDE5CD8FBB}"/>
          </ac:picMkLst>
        </pc:picChg>
        <pc:picChg chg="mod">
          <ac:chgData name="Macher, Andreas (DI FA CTR PLC PPM)" userId="f1dcac62-7bef-43eb-91f0-927336a1714f" providerId="ADAL" clId="{5B710B73-F6D6-4A7D-9276-5384056BD54A}" dt="2022-10-26T13:50:30.658" v="2667" actId="165"/>
          <ac:picMkLst>
            <pc:docMk/>
            <pc:sldMk cId="2745305467" sldId="9785"/>
            <ac:picMk id="192" creationId="{8E9EC082-2EFC-B9CA-6DA5-AD5F74A585C5}"/>
          </ac:picMkLst>
        </pc:picChg>
        <pc:picChg chg="mod">
          <ac:chgData name="Macher, Andreas (DI FA CTR PLC PPM)" userId="f1dcac62-7bef-43eb-91f0-927336a1714f" providerId="ADAL" clId="{5B710B73-F6D6-4A7D-9276-5384056BD54A}" dt="2022-10-26T13:50:30.658" v="2667" actId="165"/>
          <ac:picMkLst>
            <pc:docMk/>
            <pc:sldMk cId="2745305467" sldId="9785"/>
            <ac:picMk id="193" creationId="{5773BECD-5CEF-0B55-733C-228B12862F98}"/>
          </ac:picMkLst>
        </pc:picChg>
        <pc:picChg chg="mod">
          <ac:chgData name="Macher, Andreas (DI FA CTR PLC PPM)" userId="f1dcac62-7bef-43eb-91f0-927336a1714f" providerId="ADAL" clId="{5B710B73-F6D6-4A7D-9276-5384056BD54A}" dt="2022-10-26T13:50:30.658" v="2667" actId="165"/>
          <ac:picMkLst>
            <pc:docMk/>
            <pc:sldMk cId="2745305467" sldId="9785"/>
            <ac:picMk id="194" creationId="{21ABB342-E2F5-32B7-82FD-85A75247F72E}"/>
          </ac:picMkLst>
        </pc:picChg>
        <pc:picChg chg="del mod topLvl">
          <ac:chgData name="Macher, Andreas (DI FA CTR PLC PPM)" userId="f1dcac62-7bef-43eb-91f0-927336a1714f" providerId="ADAL" clId="{5B710B73-F6D6-4A7D-9276-5384056BD54A}" dt="2022-10-26T13:50:34.942" v="2670" actId="478"/>
          <ac:picMkLst>
            <pc:docMk/>
            <pc:sldMk cId="2745305467" sldId="9785"/>
            <ac:picMk id="197" creationId="{9566385E-0D14-ECE3-9944-1DC2C1B3A37D}"/>
          </ac:picMkLst>
        </pc:picChg>
        <pc:picChg chg="del mod topLvl">
          <ac:chgData name="Macher, Andreas (DI FA CTR PLC PPM)" userId="f1dcac62-7bef-43eb-91f0-927336a1714f" providerId="ADAL" clId="{5B710B73-F6D6-4A7D-9276-5384056BD54A}" dt="2022-10-26T13:50:37.125" v="2672" actId="478"/>
          <ac:picMkLst>
            <pc:docMk/>
            <pc:sldMk cId="2745305467" sldId="9785"/>
            <ac:picMk id="198" creationId="{76FBA92C-32D5-FAA4-8FE7-B081EF0D9338}"/>
          </ac:picMkLst>
        </pc:picChg>
        <pc:picChg chg="mod topLvl">
          <ac:chgData name="Macher, Andreas (DI FA CTR PLC PPM)" userId="f1dcac62-7bef-43eb-91f0-927336a1714f" providerId="ADAL" clId="{5B710B73-F6D6-4A7D-9276-5384056BD54A}" dt="2022-10-26T13:50:30.658" v="2667" actId="165"/>
          <ac:picMkLst>
            <pc:docMk/>
            <pc:sldMk cId="2745305467" sldId="9785"/>
            <ac:picMk id="199" creationId="{8D49CA18-6311-641B-01E2-3EABF40B46FB}"/>
          </ac:picMkLst>
        </pc:picChg>
        <pc:picChg chg="mod topLvl">
          <ac:chgData name="Macher, Andreas (DI FA CTR PLC PPM)" userId="f1dcac62-7bef-43eb-91f0-927336a1714f" providerId="ADAL" clId="{5B710B73-F6D6-4A7D-9276-5384056BD54A}" dt="2022-10-26T13:50:30.658" v="2667" actId="165"/>
          <ac:picMkLst>
            <pc:docMk/>
            <pc:sldMk cId="2745305467" sldId="9785"/>
            <ac:picMk id="259" creationId="{F64E7214-A500-CB89-4587-6243EC5C6DB2}"/>
          </ac:picMkLst>
        </pc:picChg>
        <pc:picChg chg="mod">
          <ac:chgData name="Macher, Andreas (DI FA CTR PLC PPM)" userId="f1dcac62-7bef-43eb-91f0-927336a1714f" providerId="ADAL" clId="{5B710B73-F6D6-4A7D-9276-5384056BD54A}" dt="2022-11-07T21:01:27.813" v="6520" actId="207"/>
          <ac:picMkLst>
            <pc:docMk/>
            <pc:sldMk cId="2745305467" sldId="9785"/>
            <ac:picMk id="266" creationId="{AAC67865-5358-BE17-B1E0-38D5782A0D0C}"/>
          </ac:picMkLst>
        </pc:picChg>
        <pc:picChg chg="mod">
          <ac:chgData name="Macher, Andreas (DI FA CTR PLC PPM)" userId="f1dcac62-7bef-43eb-91f0-927336a1714f" providerId="ADAL" clId="{5B710B73-F6D6-4A7D-9276-5384056BD54A}" dt="2022-10-26T12:14:46.444" v="2385" actId="1036"/>
          <ac:picMkLst>
            <pc:docMk/>
            <pc:sldMk cId="2745305467" sldId="9785"/>
            <ac:picMk id="270" creationId="{073465C1-4C83-0ED0-7483-EEB1795AC42C}"/>
          </ac:picMkLst>
        </pc:picChg>
        <pc:picChg chg="mod">
          <ac:chgData name="Macher, Andreas (DI FA CTR PLC PPM)" userId="f1dcac62-7bef-43eb-91f0-927336a1714f" providerId="ADAL" clId="{5B710B73-F6D6-4A7D-9276-5384056BD54A}" dt="2022-10-26T12:14:46.444" v="2385" actId="1036"/>
          <ac:picMkLst>
            <pc:docMk/>
            <pc:sldMk cId="2745305467" sldId="9785"/>
            <ac:picMk id="271" creationId="{E6BF51FC-EA36-74A5-650F-2FD239CE3CEC}"/>
          </ac:picMkLst>
        </pc:picChg>
        <pc:picChg chg="mod">
          <ac:chgData name="Macher, Andreas (DI FA CTR PLC PPM)" userId="f1dcac62-7bef-43eb-91f0-927336a1714f" providerId="ADAL" clId="{5B710B73-F6D6-4A7D-9276-5384056BD54A}" dt="2022-10-26T12:14:46.444" v="2385" actId="1036"/>
          <ac:picMkLst>
            <pc:docMk/>
            <pc:sldMk cId="2745305467" sldId="9785"/>
            <ac:picMk id="272" creationId="{877C2728-0826-ED5E-36CB-03311B8387CA}"/>
          </ac:picMkLst>
        </pc:picChg>
        <pc:picChg chg="mod">
          <ac:chgData name="Macher, Andreas (DI FA CTR PLC PPM)" userId="f1dcac62-7bef-43eb-91f0-927336a1714f" providerId="ADAL" clId="{5B710B73-F6D6-4A7D-9276-5384056BD54A}" dt="2022-10-26T12:14:46.444" v="2385" actId="1036"/>
          <ac:picMkLst>
            <pc:docMk/>
            <pc:sldMk cId="2745305467" sldId="9785"/>
            <ac:picMk id="277" creationId="{9250E868-6C25-5468-58C2-FBA350074FCC}"/>
          </ac:picMkLst>
        </pc:picChg>
        <pc:picChg chg="mod">
          <ac:chgData name="Macher, Andreas (DI FA CTR PLC PPM)" userId="f1dcac62-7bef-43eb-91f0-927336a1714f" providerId="ADAL" clId="{5B710B73-F6D6-4A7D-9276-5384056BD54A}" dt="2022-10-26T12:14:46.444" v="2385" actId="1036"/>
          <ac:picMkLst>
            <pc:docMk/>
            <pc:sldMk cId="2745305467" sldId="9785"/>
            <ac:picMk id="278" creationId="{60C604CF-7C00-5F6F-70FA-F00FC8AE5B3A}"/>
          </ac:picMkLst>
        </pc:picChg>
        <pc:picChg chg="mod">
          <ac:chgData name="Macher, Andreas (DI FA CTR PLC PPM)" userId="f1dcac62-7bef-43eb-91f0-927336a1714f" providerId="ADAL" clId="{5B710B73-F6D6-4A7D-9276-5384056BD54A}" dt="2022-10-26T12:14:46.444" v="2385" actId="1036"/>
          <ac:picMkLst>
            <pc:docMk/>
            <pc:sldMk cId="2745305467" sldId="9785"/>
            <ac:picMk id="279" creationId="{C6403CA3-6A2D-0BA6-2468-F04B493E910C}"/>
          </ac:picMkLst>
        </pc:picChg>
        <pc:picChg chg="mod">
          <ac:chgData name="Macher, Andreas (DI FA CTR PLC PPM)" userId="f1dcac62-7bef-43eb-91f0-927336a1714f" providerId="ADAL" clId="{5B710B73-F6D6-4A7D-9276-5384056BD54A}" dt="2022-10-26T12:14:46.444" v="2385" actId="1036"/>
          <ac:picMkLst>
            <pc:docMk/>
            <pc:sldMk cId="2745305467" sldId="9785"/>
            <ac:picMk id="280" creationId="{528E032A-7EDB-D769-0946-BA647CA8CE60}"/>
          </ac:picMkLst>
        </pc:picChg>
        <pc:picChg chg="del">
          <ac:chgData name="Macher, Andreas (DI FA CTR PLC PPM)" userId="f1dcac62-7bef-43eb-91f0-927336a1714f" providerId="ADAL" clId="{5B710B73-F6D6-4A7D-9276-5384056BD54A}" dt="2022-10-26T12:08:52.922" v="2263" actId="478"/>
          <ac:picMkLst>
            <pc:docMk/>
            <pc:sldMk cId="2745305467" sldId="9785"/>
            <ac:picMk id="285" creationId="{260CE9F9-0C83-934E-D959-E2F2F1E79C84}"/>
          </ac:picMkLst>
        </pc:picChg>
        <pc:picChg chg="del">
          <ac:chgData name="Macher, Andreas (DI FA CTR PLC PPM)" userId="f1dcac62-7bef-43eb-91f0-927336a1714f" providerId="ADAL" clId="{5B710B73-F6D6-4A7D-9276-5384056BD54A}" dt="2022-10-26T12:09:13.360" v="2327" actId="478"/>
          <ac:picMkLst>
            <pc:docMk/>
            <pc:sldMk cId="2745305467" sldId="9785"/>
            <ac:picMk id="286" creationId="{12A579DB-DAD2-3192-86B8-50736C4F1BED}"/>
          </ac:picMkLst>
        </pc:picChg>
        <pc:picChg chg="del mod topLvl">
          <ac:chgData name="Macher, Andreas (DI FA CTR PLC PPM)" userId="f1dcac62-7bef-43eb-91f0-927336a1714f" providerId="ADAL" clId="{5B710B73-F6D6-4A7D-9276-5384056BD54A}" dt="2022-10-26T13:56:15.050" v="2714" actId="478"/>
          <ac:picMkLst>
            <pc:docMk/>
            <pc:sldMk cId="2745305467" sldId="9785"/>
            <ac:picMk id="293" creationId="{3B4FFB21-6D66-956C-5BC5-C6BCD0D510F0}"/>
          </ac:picMkLst>
        </pc:picChg>
        <pc:picChg chg="mod">
          <ac:chgData name="Macher, Andreas (DI FA CTR PLC PPM)" userId="f1dcac62-7bef-43eb-91f0-927336a1714f" providerId="ADAL" clId="{5B710B73-F6D6-4A7D-9276-5384056BD54A}" dt="2022-10-26T13:56:09.316" v="2709" actId="165"/>
          <ac:picMkLst>
            <pc:docMk/>
            <pc:sldMk cId="2745305467" sldId="9785"/>
            <ac:picMk id="301" creationId="{71EBBAFA-0D76-73AF-C458-73D4487169C0}"/>
          </ac:picMkLst>
        </pc:picChg>
        <pc:picChg chg="mod">
          <ac:chgData name="Macher, Andreas (DI FA CTR PLC PPM)" userId="f1dcac62-7bef-43eb-91f0-927336a1714f" providerId="ADAL" clId="{5B710B73-F6D6-4A7D-9276-5384056BD54A}" dt="2022-10-26T13:56:09.316" v="2709" actId="165"/>
          <ac:picMkLst>
            <pc:docMk/>
            <pc:sldMk cId="2745305467" sldId="9785"/>
            <ac:picMk id="302" creationId="{2156397F-E658-D446-D69B-5E2783753B3D}"/>
          </ac:picMkLst>
        </pc:picChg>
        <pc:picChg chg="mod">
          <ac:chgData name="Macher, Andreas (DI FA CTR PLC PPM)" userId="f1dcac62-7bef-43eb-91f0-927336a1714f" providerId="ADAL" clId="{5B710B73-F6D6-4A7D-9276-5384056BD54A}" dt="2022-10-26T13:56:09.316" v="2709" actId="165"/>
          <ac:picMkLst>
            <pc:docMk/>
            <pc:sldMk cId="2745305467" sldId="9785"/>
            <ac:picMk id="303" creationId="{F67E5D28-E9F6-DCB9-92B1-2EA438799CDE}"/>
          </ac:picMkLst>
        </pc:picChg>
        <pc:picChg chg="mod">
          <ac:chgData name="Macher, Andreas (DI FA CTR PLC PPM)" userId="f1dcac62-7bef-43eb-91f0-927336a1714f" providerId="ADAL" clId="{5B710B73-F6D6-4A7D-9276-5384056BD54A}" dt="2022-10-26T13:56:09.316" v="2709" actId="165"/>
          <ac:picMkLst>
            <pc:docMk/>
            <pc:sldMk cId="2745305467" sldId="9785"/>
            <ac:picMk id="304" creationId="{9C30D7CB-64AD-3201-5B59-401DBEA36659}"/>
          </ac:picMkLst>
        </pc:picChg>
        <pc:picChg chg="mod">
          <ac:chgData name="Macher, Andreas (DI FA CTR PLC PPM)" userId="f1dcac62-7bef-43eb-91f0-927336a1714f" providerId="ADAL" clId="{5B710B73-F6D6-4A7D-9276-5384056BD54A}" dt="2022-10-26T13:56:09.316" v="2709" actId="165"/>
          <ac:picMkLst>
            <pc:docMk/>
            <pc:sldMk cId="2745305467" sldId="9785"/>
            <ac:picMk id="305" creationId="{53D2991B-3BF2-1263-CF34-AC49DD1DC9AB}"/>
          </ac:picMkLst>
        </pc:picChg>
        <pc:picChg chg="mod">
          <ac:chgData name="Macher, Andreas (DI FA CTR PLC PPM)" userId="f1dcac62-7bef-43eb-91f0-927336a1714f" providerId="ADAL" clId="{5B710B73-F6D6-4A7D-9276-5384056BD54A}" dt="2022-10-26T13:56:09.316" v="2709" actId="165"/>
          <ac:picMkLst>
            <pc:docMk/>
            <pc:sldMk cId="2745305467" sldId="9785"/>
            <ac:picMk id="306" creationId="{FB89AAF0-8C88-0F08-CE65-F41F9A127C62}"/>
          </ac:picMkLst>
        </pc:picChg>
        <pc:picChg chg="mod">
          <ac:chgData name="Macher, Andreas (DI FA CTR PLC PPM)" userId="f1dcac62-7bef-43eb-91f0-927336a1714f" providerId="ADAL" clId="{5B710B73-F6D6-4A7D-9276-5384056BD54A}" dt="2022-10-26T13:56:09.316" v="2709" actId="165"/>
          <ac:picMkLst>
            <pc:docMk/>
            <pc:sldMk cId="2745305467" sldId="9785"/>
            <ac:picMk id="307" creationId="{5C4B7458-593C-5B33-913A-03A196866ED9}"/>
          </ac:picMkLst>
        </pc:picChg>
        <pc:picChg chg="mod">
          <ac:chgData name="Macher, Andreas (DI FA CTR PLC PPM)" userId="f1dcac62-7bef-43eb-91f0-927336a1714f" providerId="ADAL" clId="{5B710B73-F6D6-4A7D-9276-5384056BD54A}" dt="2022-10-26T13:56:09.316" v="2709" actId="165"/>
          <ac:picMkLst>
            <pc:docMk/>
            <pc:sldMk cId="2745305467" sldId="9785"/>
            <ac:picMk id="308" creationId="{79FCA646-8848-0172-ADED-60D93535980C}"/>
          </ac:picMkLst>
        </pc:picChg>
        <pc:picChg chg="mod">
          <ac:chgData name="Macher, Andreas (DI FA CTR PLC PPM)" userId="f1dcac62-7bef-43eb-91f0-927336a1714f" providerId="ADAL" clId="{5B710B73-F6D6-4A7D-9276-5384056BD54A}" dt="2022-10-26T13:56:09.316" v="2709" actId="165"/>
          <ac:picMkLst>
            <pc:docMk/>
            <pc:sldMk cId="2745305467" sldId="9785"/>
            <ac:picMk id="309" creationId="{2DA6BA20-259C-F554-DFED-831D7A50A52A}"/>
          </ac:picMkLst>
        </pc:picChg>
        <pc:picChg chg="mod">
          <ac:chgData name="Macher, Andreas (DI FA CTR PLC PPM)" userId="f1dcac62-7bef-43eb-91f0-927336a1714f" providerId="ADAL" clId="{5B710B73-F6D6-4A7D-9276-5384056BD54A}" dt="2022-10-26T13:56:09.316" v="2709" actId="165"/>
          <ac:picMkLst>
            <pc:docMk/>
            <pc:sldMk cId="2745305467" sldId="9785"/>
            <ac:picMk id="310" creationId="{6F76663A-5921-7DFB-BA45-6E4B45FC25A6}"/>
          </ac:picMkLst>
        </pc:picChg>
        <pc:picChg chg="del mod topLvl">
          <ac:chgData name="Macher, Andreas (DI FA CTR PLC PPM)" userId="f1dcac62-7bef-43eb-91f0-927336a1714f" providerId="ADAL" clId="{5B710B73-F6D6-4A7D-9276-5384056BD54A}" dt="2022-10-26T14:02:59.884" v="2816" actId="478"/>
          <ac:picMkLst>
            <pc:docMk/>
            <pc:sldMk cId="2745305467" sldId="9785"/>
            <ac:picMk id="320" creationId="{82D32524-5FAB-F249-DCC0-00250E2BDDF7}"/>
          </ac:picMkLst>
        </pc:picChg>
        <pc:picChg chg="mod">
          <ac:chgData name="Macher, Andreas (DI FA CTR PLC PPM)" userId="f1dcac62-7bef-43eb-91f0-927336a1714f" providerId="ADAL" clId="{5B710B73-F6D6-4A7D-9276-5384056BD54A}" dt="2022-10-26T13:54:44.808" v="2697" actId="165"/>
          <ac:picMkLst>
            <pc:docMk/>
            <pc:sldMk cId="2745305467" sldId="9785"/>
            <ac:picMk id="322" creationId="{1C28AA6F-6DF0-10DD-75A2-5058EB70AD4C}"/>
          </ac:picMkLst>
        </pc:picChg>
        <pc:picChg chg="mod">
          <ac:chgData name="Macher, Andreas (DI FA CTR PLC PPM)" userId="f1dcac62-7bef-43eb-91f0-927336a1714f" providerId="ADAL" clId="{5B710B73-F6D6-4A7D-9276-5384056BD54A}" dt="2022-10-26T13:54:44.808" v="2697" actId="165"/>
          <ac:picMkLst>
            <pc:docMk/>
            <pc:sldMk cId="2745305467" sldId="9785"/>
            <ac:picMk id="323" creationId="{741B18A2-9A3E-5C40-24E9-3DFDDEB3C5CA}"/>
          </ac:picMkLst>
        </pc:picChg>
        <pc:picChg chg="mod">
          <ac:chgData name="Macher, Andreas (DI FA CTR PLC PPM)" userId="f1dcac62-7bef-43eb-91f0-927336a1714f" providerId="ADAL" clId="{5B710B73-F6D6-4A7D-9276-5384056BD54A}" dt="2022-10-26T13:54:44.808" v="2697" actId="165"/>
          <ac:picMkLst>
            <pc:docMk/>
            <pc:sldMk cId="2745305467" sldId="9785"/>
            <ac:picMk id="324" creationId="{58F5E5AF-983B-DF34-7949-8ABA920EB4CE}"/>
          </ac:picMkLst>
        </pc:picChg>
        <pc:picChg chg="mod">
          <ac:chgData name="Macher, Andreas (DI FA CTR PLC PPM)" userId="f1dcac62-7bef-43eb-91f0-927336a1714f" providerId="ADAL" clId="{5B710B73-F6D6-4A7D-9276-5384056BD54A}" dt="2022-10-26T13:54:44.808" v="2697" actId="165"/>
          <ac:picMkLst>
            <pc:docMk/>
            <pc:sldMk cId="2745305467" sldId="9785"/>
            <ac:picMk id="325" creationId="{F177B562-FBD5-30A1-64E3-82FCC7F4B7EB}"/>
          </ac:picMkLst>
        </pc:picChg>
        <pc:picChg chg="del mod topLvl">
          <ac:chgData name="Macher, Andreas (DI FA CTR PLC PPM)" userId="f1dcac62-7bef-43eb-91f0-927336a1714f" providerId="ADAL" clId="{5B710B73-F6D6-4A7D-9276-5384056BD54A}" dt="2022-10-26T14:02:59.884" v="2816" actId="478"/>
          <ac:picMkLst>
            <pc:docMk/>
            <pc:sldMk cId="2745305467" sldId="9785"/>
            <ac:picMk id="328" creationId="{15E039CD-C716-90D6-24BE-8E59D6EBE03B}"/>
          </ac:picMkLst>
        </pc:picChg>
        <pc:picChg chg="del mod topLvl">
          <ac:chgData name="Macher, Andreas (DI FA CTR PLC PPM)" userId="f1dcac62-7bef-43eb-91f0-927336a1714f" providerId="ADAL" clId="{5B710B73-F6D6-4A7D-9276-5384056BD54A}" dt="2022-10-26T14:02:59.884" v="2816" actId="478"/>
          <ac:picMkLst>
            <pc:docMk/>
            <pc:sldMk cId="2745305467" sldId="9785"/>
            <ac:picMk id="331" creationId="{7F57C415-5570-A9D0-DEB5-18E9654252B9}"/>
          </ac:picMkLst>
        </pc:picChg>
        <pc:picChg chg="mod">
          <ac:chgData name="Macher, Andreas (DI FA CTR PLC PPM)" userId="f1dcac62-7bef-43eb-91f0-927336a1714f" providerId="ADAL" clId="{5B710B73-F6D6-4A7D-9276-5384056BD54A}" dt="2022-10-26T13:54:44.808" v="2697" actId="165"/>
          <ac:picMkLst>
            <pc:docMk/>
            <pc:sldMk cId="2745305467" sldId="9785"/>
            <ac:picMk id="337" creationId="{D4D3C372-0E06-77D1-D8D8-2BDB0804FDF4}"/>
          </ac:picMkLst>
        </pc:picChg>
        <pc:picChg chg="mod">
          <ac:chgData name="Macher, Andreas (DI FA CTR PLC PPM)" userId="f1dcac62-7bef-43eb-91f0-927336a1714f" providerId="ADAL" clId="{5B710B73-F6D6-4A7D-9276-5384056BD54A}" dt="2022-10-26T13:54:44.808" v="2697" actId="165"/>
          <ac:picMkLst>
            <pc:docMk/>
            <pc:sldMk cId="2745305467" sldId="9785"/>
            <ac:picMk id="338" creationId="{E0332983-4D8A-631A-BF82-3263A41B159C}"/>
          </ac:picMkLst>
        </pc:picChg>
        <pc:picChg chg="mod">
          <ac:chgData name="Macher, Andreas (DI FA CTR PLC PPM)" userId="f1dcac62-7bef-43eb-91f0-927336a1714f" providerId="ADAL" clId="{5B710B73-F6D6-4A7D-9276-5384056BD54A}" dt="2022-10-26T13:54:44.808" v="2697" actId="165"/>
          <ac:picMkLst>
            <pc:docMk/>
            <pc:sldMk cId="2745305467" sldId="9785"/>
            <ac:picMk id="339" creationId="{D4F9983D-3A47-CE7F-9AA1-E409800D6037}"/>
          </ac:picMkLst>
        </pc:picChg>
        <pc:picChg chg="mod">
          <ac:chgData name="Macher, Andreas (DI FA CTR PLC PPM)" userId="f1dcac62-7bef-43eb-91f0-927336a1714f" providerId="ADAL" clId="{5B710B73-F6D6-4A7D-9276-5384056BD54A}" dt="2022-10-26T13:54:44.808" v="2697" actId="165"/>
          <ac:picMkLst>
            <pc:docMk/>
            <pc:sldMk cId="2745305467" sldId="9785"/>
            <ac:picMk id="340" creationId="{8B623E12-2AD1-A568-2A02-7811BB02A786}"/>
          </ac:picMkLst>
        </pc:picChg>
        <pc:picChg chg="mod">
          <ac:chgData name="Macher, Andreas (DI FA CTR PLC PPM)" userId="f1dcac62-7bef-43eb-91f0-927336a1714f" providerId="ADAL" clId="{5B710B73-F6D6-4A7D-9276-5384056BD54A}" dt="2022-10-26T13:54:44.808" v="2697" actId="165"/>
          <ac:picMkLst>
            <pc:docMk/>
            <pc:sldMk cId="2745305467" sldId="9785"/>
            <ac:picMk id="341" creationId="{6E33596C-BD13-F01D-874C-F83DBE435589}"/>
          </ac:picMkLst>
        </pc:picChg>
        <pc:picChg chg="mod">
          <ac:chgData name="Macher, Andreas (DI FA CTR PLC PPM)" userId="f1dcac62-7bef-43eb-91f0-927336a1714f" providerId="ADAL" clId="{5B710B73-F6D6-4A7D-9276-5384056BD54A}" dt="2022-10-26T13:54:44.808" v="2697" actId="165"/>
          <ac:picMkLst>
            <pc:docMk/>
            <pc:sldMk cId="2745305467" sldId="9785"/>
            <ac:picMk id="342" creationId="{FE7E9899-4EDB-2ED0-0091-DB1766AF8B62}"/>
          </ac:picMkLst>
        </pc:picChg>
        <pc:picChg chg="add mod">
          <ac:chgData name="Macher, Andreas (DI FA CTR PLC PPM)" userId="f1dcac62-7bef-43eb-91f0-927336a1714f" providerId="ADAL" clId="{5B710B73-F6D6-4A7D-9276-5384056BD54A}" dt="2022-10-26T12:08:51.031" v="2262" actId="1076"/>
          <ac:picMkLst>
            <pc:docMk/>
            <pc:sldMk cId="2745305467" sldId="9785"/>
            <ac:picMk id="352" creationId="{35609A75-B240-1CFB-6DFF-E2BB5CB3F936}"/>
          </ac:picMkLst>
        </pc:picChg>
        <pc:picChg chg="del mod topLvl">
          <ac:chgData name="Macher, Andreas (DI FA CTR PLC PPM)" userId="f1dcac62-7bef-43eb-91f0-927336a1714f" providerId="ADAL" clId="{5B710B73-F6D6-4A7D-9276-5384056BD54A}" dt="2022-10-26T13:59:32.393" v="2735" actId="478"/>
          <ac:picMkLst>
            <pc:docMk/>
            <pc:sldMk cId="2745305467" sldId="9785"/>
            <ac:picMk id="354" creationId="{5DAACBBE-FF5A-4376-9C57-E5E08D1385AE}"/>
          </ac:picMkLst>
        </pc:picChg>
        <pc:picChg chg="del mod topLvl">
          <ac:chgData name="Macher, Andreas (DI FA CTR PLC PPM)" userId="f1dcac62-7bef-43eb-91f0-927336a1714f" providerId="ADAL" clId="{5B710B73-F6D6-4A7D-9276-5384056BD54A}" dt="2022-10-26T13:59:38.711" v="2737" actId="478"/>
          <ac:picMkLst>
            <pc:docMk/>
            <pc:sldMk cId="2745305467" sldId="9785"/>
            <ac:picMk id="358" creationId="{DC992E46-4B95-064A-24CC-66D7EAF40981}"/>
          </ac:picMkLst>
        </pc:picChg>
        <pc:picChg chg="del mod topLvl">
          <ac:chgData name="Macher, Andreas (DI FA CTR PLC PPM)" userId="f1dcac62-7bef-43eb-91f0-927336a1714f" providerId="ADAL" clId="{5B710B73-F6D6-4A7D-9276-5384056BD54A}" dt="2022-10-26T14:02:59.884" v="2816" actId="478"/>
          <ac:picMkLst>
            <pc:docMk/>
            <pc:sldMk cId="2745305467" sldId="9785"/>
            <ac:picMk id="361" creationId="{6EDB0DD4-F8D5-DC43-1BAB-A19BFF76EAB0}"/>
          </ac:picMkLst>
        </pc:picChg>
        <pc:picChg chg="add mod">
          <ac:chgData name="Macher, Andreas (DI FA CTR PLC PPM)" userId="f1dcac62-7bef-43eb-91f0-927336a1714f" providerId="ADAL" clId="{5B710B73-F6D6-4A7D-9276-5384056BD54A}" dt="2022-10-26T12:12:10.424" v="2362" actId="1076"/>
          <ac:picMkLst>
            <pc:docMk/>
            <pc:sldMk cId="2745305467" sldId="9785"/>
            <ac:picMk id="366" creationId="{560EE994-2F5F-686E-CE53-00CD4F76C01D}"/>
          </ac:picMkLst>
        </pc:picChg>
        <pc:picChg chg="mod">
          <ac:chgData name="Macher, Andreas (DI FA CTR PLC PPM)" userId="f1dcac62-7bef-43eb-91f0-927336a1714f" providerId="ADAL" clId="{5B710B73-F6D6-4A7D-9276-5384056BD54A}" dt="2022-10-26T13:59:16.695" v="2729" actId="165"/>
          <ac:picMkLst>
            <pc:docMk/>
            <pc:sldMk cId="2745305467" sldId="9785"/>
            <ac:picMk id="370" creationId="{06C05A58-DEAA-4476-1294-181690F13B48}"/>
          </ac:picMkLst>
        </pc:picChg>
        <pc:picChg chg="mod">
          <ac:chgData name="Macher, Andreas (DI FA CTR PLC PPM)" userId="f1dcac62-7bef-43eb-91f0-927336a1714f" providerId="ADAL" clId="{5B710B73-F6D6-4A7D-9276-5384056BD54A}" dt="2022-10-26T13:59:16.695" v="2729" actId="165"/>
          <ac:picMkLst>
            <pc:docMk/>
            <pc:sldMk cId="2745305467" sldId="9785"/>
            <ac:picMk id="371" creationId="{A7CB4148-1792-CD80-FF5A-2845AF574A9C}"/>
          </ac:picMkLst>
        </pc:picChg>
        <pc:picChg chg="mod">
          <ac:chgData name="Macher, Andreas (DI FA CTR PLC PPM)" userId="f1dcac62-7bef-43eb-91f0-927336a1714f" providerId="ADAL" clId="{5B710B73-F6D6-4A7D-9276-5384056BD54A}" dt="2022-10-26T13:59:16.695" v="2729" actId="165"/>
          <ac:picMkLst>
            <pc:docMk/>
            <pc:sldMk cId="2745305467" sldId="9785"/>
            <ac:picMk id="372" creationId="{10B6F16C-32F8-A2E0-F0D7-A8A77268F110}"/>
          </ac:picMkLst>
        </pc:picChg>
        <pc:picChg chg="mod">
          <ac:chgData name="Macher, Andreas (DI FA CTR PLC PPM)" userId="f1dcac62-7bef-43eb-91f0-927336a1714f" providerId="ADAL" clId="{5B710B73-F6D6-4A7D-9276-5384056BD54A}" dt="2022-10-26T13:59:16.695" v="2729" actId="165"/>
          <ac:picMkLst>
            <pc:docMk/>
            <pc:sldMk cId="2745305467" sldId="9785"/>
            <ac:picMk id="373" creationId="{D271E555-E778-A41A-BF1E-6983D8868CB3}"/>
          </ac:picMkLst>
        </pc:picChg>
        <pc:picChg chg="mod">
          <ac:chgData name="Macher, Andreas (DI FA CTR PLC PPM)" userId="f1dcac62-7bef-43eb-91f0-927336a1714f" providerId="ADAL" clId="{5B710B73-F6D6-4A7D-9276-5384056BD54A}" dt="2022-10-26T13:59:16.695" v="2729" actId="165"/>
          <ac:picMkLst>
            <pc:docMk/>
            <pc:sldMk cId="2745305467" sldId="9785"/>
            <ac:picMk id="374" creationId="{BFEACBEA-E3C8-6BC4-9619-FA8FD914F0F1}"/>
          </ac:picMkLst>
        </pc:picChg>
        <pc:picChg chg="mod">
          <ac:chgData name="Macher, Andreas (DI FA CTR PLC PPM)" userId="f1dcac62-7bef-43eb-91f0-927336a1714f" providerId="ADAL" clId="{5B710B73-F6D6-4A7D-9276-5384056BD54A}" dt="2022-10-26T13:59:16.695" v="2729" actId="165"/>
          <ac:picMkLst>
            <pc:docMk/>
            <pc:sldMk cId="2745305467" sldId="9785"/>
            <ac:picMk id="375" creationId="{0AD36550-CD48-3298-929D-B63567C94091}"/>
          </ac:picMkLst>
        </pc:picChg>
        <pc:picChg chg="mod">
          <ac:chgData name="Macher, Andreas (DI FA CTR PLC PPM)" userId="f1dcac62-7bef-43eb-91f0-927336a1714f" providerId="ADAL" clId="{5B710B73-F6D6-4A7D-9276-5384056BD54A}" dt="2022-10-26T13:59:16.695" v="2729" actId="165"/>
          <ac:picMkLst>
            <pc:docMk/>
            <pc:sldMk cId="2745305467" sldId="9785"/>
            <ac:picMk id="378" creationId="{8DC369EA-C47C-0CDB-7A35-2E460B6989B1}"/>
          </ac:picMkLst>
        </pc:picChg>
        <pc:picChg chg="mod">
          <ac:chgData name="Macher, Andreas (DI FA CTR PLC PPM)" userId="f1dcac62-7bef-43eb-91f0-927336a1714f" providerId="ADAL" clId="{5B710B73-F6D6-4A7D-9276-5384056BD54A}" dt="2022-10-26T13:59:16.695" v="2729" actId="165"/>
          <ac:picMkLst>
            <pc:docMk/>
            <pc:sldMk cId="2745305467" sldId="9785"/>
            <ac:picMk id="379" creationId="{C2286D97-7B9D-6867-6656-93A14AD02BEF}"/>
          </ac:picMkLst>
        </pc:picChg>
        <pc:picChg chg="mod">
          <ac:chgData name="Macher, Andreas (DI FA CTR PLC PPM)" userId="f1dcac62-7bef-43eb-91f0-927336a1714f" providerId="ADAL" clId="{5B710B73-F6D6-4A7D-9276-5384056BD54A}" dt="2022-10-26T13:59:16.695" v="2729" actId="165"/>
          <ac:picMkLst>
            <pc:docMk/>
            <pc:sldMk cId="2745305467" sldId="9785"/>
            <ac:picMk id="380" creationId="{CD2C500A-3BC3-CFE4-19C8-45A012E6D41A}"/>
          </ac:picMkLst>
        </pc:picChg>
        <pc:picChg chg="mod">
          <ac:chgData name="Macher, Andreas (DI FA CTR PLC PPM)" userId="f1dcac62-7bef-43eb-91f0-927336a1714f" providerId="ADAL" clId="{5B710B73-F6D6-4A7D-9276-5384056BD54A}" dt="2022-10-26T13:59:16.695" v="2729" actId="165"/>
          <ac:picMkLst>
            <pc:docMk/>
            <pc:sldMk cId="2745305467" sldId="9785"/>
            <ac:picMk id="381" creationId="{D03CCC58-49D6-4D2C-6E28-00228805AD6D}"/>
          </ac:picMkLst>
        </pc:picChg>
        <pc:picChg chg="del mod">
          <ac:chgData name="Macher, Andreas (DI FA CTR PLC PPM)" userId="f1dcac62-7bef-43eb-91f0-927336a1714f" providerId="ADAL" clId="{5B710B73-F6D6-4A7D-9276-5384056BD54A}" dt="2022-10-26T14:02:59.884" v="2816" actId="478"/>
          <ac:picMkLst>
            <pc:docMk/>
            <pc:sldMk cId="2745305467" sldId="9785"/>
            <ac:picMk id="385" creationId="{2C7A7BEB-4F49-BCD1-67B6-B28BE01FB830}"/>
          </ac:picMkLst>
        </pc:picChg>
        <pc:picChg chg="add mod ord">
          <ac:chgData name="Macher, Andreas (DI FA CTR PLC PPM)" userId="f1dcac62-7bef-43eb-91f0-927336a1714f" providerId="ADAL" clId="{5B710B73-F6D6-4A7D-9276-5384056BD54A}" dt="2022-10-26T13:51:43.743" v="2690" actId="1035"/>
          <ac:picMkLst>
            <pc:docMk/>
            <pc:sldMk cId="2745305467" sldId="9785"/>
            <ac:picMk id="396" creationId="{0A045082-3DC0-76A0-C365-6030E06CE618}"/>
          </ac:picMkLst>
        </pc:picChg>
        <pc:picChg chg="add del mod ord">
          <ac:chgData name="Macher, Andreas (DI FA CTR PLC PPM)" userId="f1dcac62-7bef-43eb-91f0-927336a1714f" providerId="ADAL" clId="{5B710B73-F6D6-4A7D-9276-5384056BD54A}" dt="2022-10-26T14:02:59.884" v="2816" actId="478"/>
          <ac:picMkLst>
            <pc:docMk/>
            <pc:sldMk cId="2745305467" sldId="9785"/>
            <ac:picMk id="398" creationId="{68F1A37B-97E9-5325-4DA9-28D5C2F5BCB1}"/>
          </ac:picMkLst>
        </pc:picChg>
        <pc:picChg chg="add del mod ord">
          <ac:chgData name="Macher, Andreas (DI FA CTR PLC PPM)" userId="f1dcac62-7bef-43eb-91f0-927336a1714f" providerId="ADAL" clId="{5B710B73-F6D6-4A7D-9276-5384056BD54A}" dt="2022-10-26T14:02:59.884" v="2816" actId="478"/>
          <ac:picMkLst>
            <pc:docMk/>
            <pc:sldMk cId="2745305467" sldId="9785"/>
            <ac:picMk id="399" creationId="{AFD53B8E-8585-E41F-07AA-741339431D0D}"/>
          </ac:picMkLst>
        </pc:picChg>
        <pc:picChg chg="add del mod ord">
          <ac:chgData name="Macher, Andreas (DI FA CTR PLC PPM)" userId="f1dcac62-7bef-43eb-91f0-927336a1714f" providerId="ADAL" clId="{5B710B73-F6D6-4A7D-9276-5384056BD54A}" dt="2022-10-26T14:02:59.884" v="2816" actId="478"/>
          <ac:picMkLst>
            <pc:docMk/>
            <pc:sldMk cId="2745305467" sldId="9785"/>
            <ac:picMk id="401" creationId="{D26420F4-7E8E-BC52-DBD7-F513DCC208ED}"/>
          </ac:picMkLst>
        </pc:picChg>
        <pc:picChg chg="add del mod">
          <ac:chgData name="Macher, Andreas (DI FA CTR PLC PPM)" userId="f1dcac62-7bef-43eb-91f0-927336a1714f" providerId="ADAL" clId="{5B710B73-F6D6-4A7D-9276-5384056BD54A}" dt="2022-10-26T14:02:59.884" v="2816" actId="478"/>
          <ac:picMkLst>
            <pc:docMk/>
            <pc:sldMk cId="2745305467" sldId="9785"/>
            <ac:picMk id="404" creationId="{21CB84C7-A890-EAA7-2863-E89E36E2E07F}"/>
          </ac:picMkLst>
        </pc:picChg>
        <pc:picChg chg="add del mod">
          <ac:chgData name="Macher, Andreas (DI FA CTR PLC PPM)" userId="f1dcac62-7bef-43eb-91f0-927336a1714f" providerId="ADAL" clId="{5B710B73-F6D6-4A7D-9276-5384056BD54A}" dt="2022-10-26T14:02:59.884" v="2816" actId="478"/>
          <ac:picMkLst>
            <pc:docMk/>
            <pc:sldMk cId="2745305467" sldId="9785"/>
            <ac:picMk id="405" creationId="{D286F1DA-F547-34DF-18CA-D60EB720C8B7}"/>
          </ac:picMkLst>
        </pc:picChg>
        <pc:cxnChg chg="del mod">
          <ac:chgData name="Macher, Andreas (DI FA CTR PLC PPM)" userId="f1dcac62-7bef-43eb-91f0-927336a1714f" providerId="ADAL" clId="{5B710B73-F6D6-4A7D-9276-5384056BD54A}" dt="2022-10-26T12:05:22.110" v="2219" actId="478"/>
          <ac:cxnSpMkLst>
            <pc:docMk/>
            <pc:sldMk cId="2745305467" sldId="9785"/>
            <ac:cxnSpMk id="256" creationId="{BC262DA6-0098-18B3-2AF5-44D19333E65C}"/>
          </ac:cxnSpMkLst>
        </pc:cxnChg>
        <pc:cxnChg chg="del">
          <ac:chgData name="Macher, Andreas (DI FA CTR PLC PPM)" userId="f1dcac62-7bef-43eb-91f0-927336a1714f" providerId="ADAL" clId="{5B710B73-F6D6-4A7D-9276-5384056BD54A}" dt="2022-10-26T12:04:05.313" v="2155" actId="478"/>
          <ac:cxnSpMkLst>
            <pc:docMk/>
            <pc:sldMk cId="2745305467" sldId="9785"/>
            <ac:cxnSpMk id="257" creationId="{E325842D-CE41-5749-A127-882D45C2AFCB}"/>
          </ac:cxnSpMkLst>
        </pc:cxnChg>
        <pc:cxnChg chg="mod topLvl">
          <ac:chgData name="Macher, Andreas (DI FA CTR PLC PPM)" userId="f1dcac62-7bef-43eb-91f0-927336a1714f" providerId="ADAL" clId="{5B710B73-F6D6-4A7D-9276-5384056BD54A}" dt="2022-10-26T13:50:30.658" v="2667" actId="165"/>
          <ac:cxnSpMkLst>
            <pc:docMk/>
            <pc:sldMk cId="2745305467" sldId="9785"/>
            <ac:cxnSpMk id="258" creationId="{3647AEED-5AEC-7AFB-ED33-94DC8A131FA6}"/>
          </ac:cxnSpMkLst>
        </pc:cxnChg>
        <pc:cxnChg chg="add del mod">
          <ac:chgData name="Macher, Andreas (DI FA CTR PLC PPM)" userId="f1dcac62-7bef-43eb-91f0-927336a1714f" providerId="ADAL" clId="{5B710B73-F6D6-4A7D-9276-5384056BD54A}" dt="2022-10-26T13:50:36.136" v="2671" actId="478"/>
          <ac:cxnSpMkLst>
            <pc:docMk/>
            <pc:sldMk cId="2745305467" sldId="9785"/>
            <ac:cxnSpMk id="264" creationId="{631B6686-A0D8-FF15-2BC8-4BFB09970B95}"/>
          </ac:cxnSpMkLst>
        </pc:cxnChg>
        <pc:cxnChg chg="mod">
          <ac:chgData name="Macher, Andreas (DI FA CTR PLC PPM)" userId="f1dcac62-7bef-43eb-91f0-927336a1714f" providerId="ADAL" clId="{5B710B73-F6D6-4A7D-9276-5384056BD54A}" dt="2022-10-26T12:14:46.444" v="2385" actId="1036"/>
          <ac:cxnSpMkLst>
            <pc:docMk/>
            <pc:sldMk cId="2745305467" sldId="9785"/>
            <ac:cxnSpMk id="273" creationId="{F56238D5-1780-581E-38BD-DA0CC3270832}"/>
          </ac:cxnSpMkLst>
        </pc:cxnChg>
        <pc:cxnChg chg="mod">
          <ac:chgData name="Macher, Andreas (DI FA CTR PLC PPM)" userId="f1dcac62-7bef-43eb-91f0-927336a1714f" providerId="ADAL" clId="{5B710B73-F6D6-4A7D-9276-5384056BD54A}" dt="2022-10-26T12:14:46.444" v="2385" actId="1036"/>
          <ac:cxnSpMkLst>
            <pc:docMk/>
            <pc:sldMk cId="2745305467" sldId="9785"/>
            <ac:cxnSpMk id="274" creationId="{4A3F6B59-72C3-756F-8E44-0720079E92E5}"/>
          </ac:cxnSpMkLst>
        </pc:cxnChg>
        <pc:cxnChg chg="del mod">
          <ac:chgData name="Macher, Andreas (DI FA CTR PLC PPM)" userId="f1dcac62-7bef-43eb-91f0-927336a1714f" providerId="ADAL" clId="{5B710B73-F6D6-4A7D-9276-5384056BD54A}" dt="2022-10-26T12:12:26.419" v="2363" actId="478"/>
          <ac:cxnSpMkLst>
            <pc:docMk/>
            <pc:sldMk cId="2745305467" sldId="9785"/>
            <ac:cxnSpMk id="275" creationId="{4711000E-F23C-361D-9AEC-61386A722A74}"/>
          </ac:cxnSpMkLst>
        </pc:cxnChg>
        <pc:cxnChg chg="add mod">
          <ac:chgData name="Macher, Andreas (DI FA CTR PLC PPM)" userId="f1dcac62-7bef-43eb-91f0-927336a1714f" providerId="ADAL" clId="{5B710B73-F6D6-4A7D-9276-5384056BD54A}" dt="2022-10-26T12:05:59.090" v="2253" actId="1036"/>
          <ac:cxnSpMkLst>
            <pc:docMk/>
            <pc:sldMk cId="2745305467" sldId="9785"/>
            <ac:cxnSpMk id="289" creationId="{7A83525F-05E6-1DD2-4F3C-C2241868561F}"/>
          </ac:cxnSpMkLst>
        </pc:cxnChg>
        <pc:cxnChg chg="del mod topLvl">
          <ac:chgData name="Macher, Andreas (DI FA CTR PLC PPM)" userId="f1dcac62-7bef-43eb-91f0-927336a1714f" providerId="ADAL" clId="{5B710B73-F6D6-4A7D-9276-5384056BD54A}" dt="2022-10-26T14:02:59.884" v="2816" actId="478"/>
          <ac:cxnSpMkLst>
            <pc:docMk/>
            <pc:sldMk cId="2745305467" sldId="9785"/>
            <ac:cxnSpMk id="297" creationId="{FA98E88A-BAA4-7348-99AD-4B6E78DD6A84}"/>
          </ac:cxnSpMkLst>
        </pc:cxnChg>
        <pc:cxnChg chg="del mod topLvl">
          <ac:chgData name="Macher, Andreas (DI FA CTR PLC PPM)" userId="f1dcac62-7bef-43eb-91f0-927336a1714f" providerId="ADAL" clId="{5B710B73-F6D6-4A7D-9276-5384056BD54A}" dt="2022-10-26T14:02:59.884" v="2816" actId="478"/>
          <ac:cxnSpMkLst>
            <pc:docMk/>
            <pc:sldMk cId="2745305467" sldId="9785"/>
            <ac:cxnSpMk id="298" creationId="{15B1CEE6-8B32-93FF-C5C3-D42FE8F3525A}"/>
          </ac:cxnSpMkLst>
        </pc:cxnChg>
        <pc:cxnChg chg="mod">
          <ac:chgData name="Macher, Andreas (DI FA CTR PLC PPM)" userId="f1dcac62-7bef-43eb-91f0-927336a1714f" providerId="ADAL" clId="{5B710B73-F6D6-4A7D-9276-5384056BD54A}" dt="2022-10-26T13:56:09.316" v="2709" actId="165"/>
          <ac:cxnSpMkLst>
            <pc:docMk/>
            <pc:sldMk cId="2745305467" sldId="9785"/>
            <ac:cxnSpMk id="311" creationId="{88FC5ACC-142B-DB73-6DB6-E468989D5636}"/>
          </ac:cxnSpMkLst>
        </pc:cxnChg>
        <pc:cxnChg chg="mod">
          <ac:chgData name="Macher, Andreas (DI FA CTR PLC PPM)" userId="f1dcac62-7bef-43eb-91f0-927336a1714f" providerId="ADAL" clId="{5B710B73-F6D6-4A7D-9276-5384056BD54A}" dt="2022-10-26T13:56:09.316" v="2709" actId="165"/>
          <ac:cxnSpMkLst>
            <pc:docMk/>
            <pc:sldMk cId="2745305467" sldId="9785"/>
            <ac:cxnSpMk id="312" creationId="{6ABAA826-66A8-FCA4-068E-2CCBFCFD75D8}"/>
          </ac:cxnSpMkLst>
        </pc:cxnChg>
        <pc:cxnChg chg="del mod topLvl">
          <ac:chgData name="Macher, Andreas (DI FA CTR PLC PPM)" userId="f1dcac62-7bef-43eb-91f0-927336a1714f" providerId="ADAL" clId="{5B710B73-F6D6-4A7D-9276-5384056BD54A}" dt="2022-10-26T13:54:52.535" v="2699" actId="478"/>
          <ac:cxnSpMkLst>
            <pc:docMk/>
            <pc:sldMk cId="2745305467" sldId="9785"/>
            <ac:cxnSpMk id="329" creationId="{BCED7B34-6BC2-BD98-CD9F-DF993ED3F4AF}"/>
          </ac:cxnSpMkLst>
        </pc:cxnChg>
        <pc:cxnChg chg="del mod topLvl">
          <ac:chgData name="Macher, Andreas (DI FA CTR PLC PPM)" userId="f1dcac62-7bef-43eb-91f0-927336a1714f" providerId="ADAL" clId="{5B710B73-F6D6-4A7D-9276-5384056BD54A}" dt="2022-10-26T13:54:55.880" v="2702" actId="478"/>
          <ac:cxnSpMkLst>
            <pc:docMk/>
            <pc:sldMk cId="2745305467" sldId="9785"/>
            <ac:cxnSpMk id="330" creationId="{FB06948B-A64A-55AE-45EA-E173BB57CE74}"/>
          </ac:cxnSpMkLst>
        </pc:cxnChg>
        <pc:cxnChg chg="add mod">
          <ac:chgData name="Macher, Andreas (DI FA CTR PLC PPM)" userId="f1dcac62-7bef-43eb-91f0-927336a1714f" providerId="ADAL" clId="{5B710B73-F6D6-4A7D-9276-5384056BD54A}" dt="2022-10-26T12:14:53.431" v="2387" actId="1035"/>
          <ac:cxnSpMkLst>
            <pc:docMk/>
            <pc:sldMk cId="2745305467" sldId="9785"/>
            <ac:cxnSpMk id="332" creationId="{7C58B6FD-9DB2-D5AA-3ED5-2EEAB1DCB542}"/>
          </ac:cxnSpMkLst>
        </pc:cxnChg>
        <pc:cxnChg chg="mod">
          <ac:chgData name="Macher, Andreas (DI FA CTR PLC PPM)" userId="f1dcac62-7bef-43eb-91f0-927336a1714f" providerId="ADAL" clId="{5B710B73-F6D6-4A7D-9276-5384056BD54A}" dt="2022-10-26T13:54:44.808" v="2697" actId="165"/>
          <ac:cxnSpMkLst>
            <pc:docMk/>
            <pc:sldMk cId="2745305467" sldId="9785"/>
            <ac:cxnSpMk id="343" creationId="{13127E4C-1914-2F94-715B-1C2ED5CC82DF}"/>
          </ac:cxnSpMkLst>
        </pc:cxnChg>
        <pc:cxnChg chg="mod">
          <ac:chgData name="Macher, Andreas (DI FA CTR PLC PPM)" userId="f1dcac62-7bef-43eb-91f0-927336a1714f" providerId="ADAL" clId="{5B710B73-F6D6-4A7D-9276-5384056BD54A}" dt="2022-10-26T13:54:44.808" v="2697" actId="165"/>
          <ac:cxnSpMkLst>
            <pc:docMk/>
            <pc:sldMk cId="2745305467" sldId="9785"/>
            <ac:cxnSpMk id="344" creationId="{B5B0A509-8EE5-F4A8-E707-F908E8702AD9}"/>
          </ac:cxnSpMkLst>
        </pc:cxnChg>
        <pc:cxnChg chg="del mod topLvl">
          <ac:chgData name="Macher, Andreas (DI FA CTR PLC PPM)" userId="f1dcac62-7bef-43eb-91f0-927336a1714f" providerId="ADAL" clId="{5B710B73-F6D6-4A7D-9276-5384056BD54A}" dt="2022-10-26T14:02:59.884" v="2816" actId="478"/>
          <ac:cxnSpMkLst>
            <pc:docMk/>
            <pc:sldMk cId="2745305467" sldId="9785"/>
            <ac:cxnSpMk id="346" creationId="{0FCCFB85-9437-AB59-66F2-BD26C843EA78}"/>
          </ac:cxnSpMkLst>
        </pc:cxnChg>
        <pc:cxnChg chg="del mod topLvl">
          <ac:chgData name="Macher, Andreas (DI FA CTR PLC PPM)" userId="f1dcac62-7bef-43eb-91f0-927336a1714f" providerId="ADAL" clId="{5B710B73-F6D6-4A7D-9276-5384056BD54A}" dt="2022-10-26T14:02:59.884" v="2816" actId="478"/>
          <ac:cxnSpMkLst>
            <pc:docMk/>
            <pc:sldMk cId="2745305467" sldId="9785"/>
            <ac:cxnSpMk id="347" creationId="{09C279E6-C9CF-6785-5370-10A42C347C60}"/>
          </ac:cxnSpMkLst>
        </pc:cxnChg>
        <pc:cxnChg chg="del mod topLvl">
          <ac:chgData name="Macher, Andreas (DI FA CTR PLC PPM)" userId="f1dcac62-7bef-43eb-91f0-927336a1714f" providerId="ADAL" clId="{5B710B73-F6D6-4A7D-9276-5384056BD54A}" dt="2022-10-26T13:59:29.905" v="2733" actId="478"/>
          <ac:cxnSpMkLst>
            <pc:docMk/>
            <pc:sldMk cId="2745305467" sldId="9785"/>
            <ac:cxnSpMk id="359" creationId="{E2ADEEF9-6165-56FB-74AE-61CB24621A36}"/>
          </ac:cxnSpMkLst>
        </pc:cxnChg>
        <pc:cxnChg chg="del mod topLvl">
          <ac:chgData name="Macher, Andreas (DI FA CTR PLC PPM)" userId="f1dcac62-7bef-43eb-91f0-927336a1714f" providerId="ADAL" clId="{5B710B73-F6D6-4A7D-9276-5384056BD54A}" dt="2022-10-26T13:59:30.848" v="2734" actId="478"/>
          <ac:cxnSpMkLst>
            <pc:docMk/>
            <pc:sldMk cId="2745305467" sldId="9785"/>
            <ac:cxnSpMk id="360" creationId="{6044CAAC-2A28-3008-169B-5540A59F6B2A}"/>
          </ac:cxnSpMkLst>
        </pc:cxnChg>
        <pc:cxnChg chg="del mod topLvl">
          <ac:chgData name="Macher, Andreas (DI FA CTR PLC PPM)" userId="f1dcac62-7bef-43eb-91f0-927336a1714f" providerId="ADAL" clId="{5B710B73-F6D6-4A7D-9276-5384056BD54A}" dt="2022-10-26T14:02:59.884" v="2816" actId="478"/>
          <ac:cxnSpMkLst>
            <pc:docMk/>
            <pc:sldMk cId="2745305467" sldId="9785"/>
            <ac:cxnSpMk id="365" creationId="{92A46520-6EB0-2D2E-0FD8-9F895DBE1AF6}"/>
          </ac:cxnSpMkLst>
        </pc:cxnChg>
        <pc:cxnChg chg="mod">
          <ac:chgData name="Macher, Andreas (DI FA CTR PLC PPM)" userId="f1dcac62-7bef-43eb-91f0-927336a1714f" providerId="ADAL" clId="{5B710B73-F6D6-4A7D-9276-5384056BD54A}" dt="2022-10-26T13:59:16.695" v="2729" actId="165"/>
          <ac:cxnSpMkLst>
            <pc:docMk/>
            <pc:sldMk cId="2745305467" sldId="9785"/>
            <ac:cxnSpMk id="376" creationId="{36D2933D-C9A7-63EC-9605-27C5ECCB949C}"/>
          </ac:cxnSpMkLst>
        </pc:cxnChg>
        <pc:cxnChg chg="mod">
          <ac:chgData name="Macher, Andreas (DI FA CTR PLC PPM)" userId="f1dcac62-7bef-43eb-91f0-927336a1714f" providerId="ADAL" clId="{5B710B73-F6D6-4A7D-9276-5384056BD54A}" dt="2022-10-26T13:59:16.695" v="2729" actId="165"/>
          <ac:cxnSpMkLst>
            <pc:docMk/>
            <pc:sldMk cId="2745305467" sldId="9785"/>
            <ac:cxnSpMk id="377" creationId="{B03D012D-2FBC-3767-7C67-90288E0423ED}"/>
          </ac:cxnSpMkLst>
        </pc:cxnChg>
        <pc:cxnChg chg="add mod">
          <ac:chgData name="Macher, Andreas (DI FA CTR PLC PPM)" userId="f1dcac62-7bef-43eb-91f0-927336a1714f" providerId="ADAL" clId="{5B710B73-F6D6-4A7D-9276-5384056BD54A}" dt="2022-10-26T12:12:34.797" v="2365" actId="1076"/>
          <ac:cxnSpMkLst>
            <pc:docMk/>
            <pc:sldMk cId="2745305467" sldId="9785"/>
            <ac:cxnSpMk id="392" creationId="{93B376AB-3CF8-D678-5436-9D58B9C3156B}"/>
          </ac:cxnSpMkLst>
        </pc:cxnChg>
        <pc:cxnChg chg="add del">
          <ac:chgData name="Macher, Andreas (DI FA CTR PLC PPM)" userId="f1dcac62-7bef-43eb-91f0-927336a1714f" providerId="ADAL" clId="{5B710B73-F6D6-4A7D-9276-5384056BD54A}" dt="2022-10-26T14:07:32.870" v="3098" actId="21"/>
          <ac:cxnSpMkLst>
            <pc:docMk/>
            <pc:sldMk cId="2745305467" sldId="9785"/>
            <ac:cxnSpMk id="408" creationId="{4EA95CFD-7266-9B0E-C7C1-D3273562B0D8}"/>
          </ac:cxnSpMkLst>
        </pc:cxnChg>
      </pc:sldChg>
      <pc:sldChg chg="addSp delSp modSp new mod chgLayout">
        <pc:chgData name="Macher, Andreas (DI FA CTR PLC PPM)" userId="f1dcac62-7bef-43eb-91f0-927336a1714f" providerId="ADAL" clId="{5B710B73-F6D6-4A7D-9276-5384056BD54A}" dt="2022-10-26T13:23:58.091" v="2509" actId="1076"/>
        <pc:sldMkLst>
          <pc:docMk/>
          <pc:sldMk cId="1546610047" sldId="9786"/>
        </pc:sldMkLst>
        <pc:spChg chg="del mod ord">
          <ac:chgData name="Macher, Andreas (DI FA CTR PLC PPM)" userId="f1dcac62-7bef-43eb-91f0-927336a1714f" providerId="ADAL" clId="{5B710B73-F6D6-4A7D-9276-5384056BD54A}" dt="2022-10-26T12:18:22.226" v="2439" actId="700"/>
          <ac:spMkLst>
            <pc:docMk/>
            <pc:sldMk cId="1546610047" sldId="9786"/>
            <ac:spMk id="2" creationId="{5D7EA12B-063D-468A-0DE0-E7A3C74D9E33}"/>
          </ac:spMkLst>
        </pc:spChg>
        <pc:spChg chg="del">
          <ac:chgData name="Macher, Andreas (DI FA CTR PLC PPM)" userId="f1dcac62-7bef-43eb-91f0-927336a1714f" providerId="ADAL" clId="{5B710B73-F6D6-4A7D-9276-5384056BD54A}" dt="2022-10-26T12:18:22.226" v="2439" actId="700"/>
          <ac:spMkLst>
            <pc:docMk/>
            <pc:sldMk cId="1546610047" sldId="9786"/>
            <ac:spMk id="3" creationId="{A00A0741-779E-76FD-1046-F387128E7D25}"/>
          </ac:spMkLst>
        </pc:spChg>
        <pc:spChg chg="mod ord">
          <ac:chgData name="Macher, Andreas (DI FA CTR PLC PPM)" userId="f1dcac62-7bef-43eb-91f0-927336a1714f" providerId="ADAL" clId="{5B710B73-F6D6-4A7D-9276-5384056BD54A}" dt="2022-10-26T12:18:22.226" v="2439" actId="700"/>
          <ac:spMkLst>
            <pc:docMk/>
            <pc:sldMk cId="1546610047" sldId="9786"/>
            <ac:spMk id="4" creationId="{AB592A95-16CA-5747-93F1-EF37C2E0D84A}"/>
          </ac:spMkLst>
        </pc:spChg>
        <pc:spChg chg="add mod ord">
          <ac:chgData name="Macher, Andreas (DI FA CTR PLC PPM)" userId="f1dcac62-7bef-43eb-91f0-927336a1714f" providerId="ADAL" clId="{5B710B73-F6D6-4A7D-9276-5384056BD54A}" dt="2022-10-26T12:18:22.226" v="2439" actId="700"/>
          <ac:spMkLst>
            <pc:docMk/>
            <pc:sldMk cId="1546610047" sldId="9786"/>
            <ac:spMk id="5" creationId="{C7E7C6FD-971A-3E85-6474-E8A476DB5F68}"/>
          </ac:spMkLst>
        </pc:spChg>
        <pc:spChg chg="add mod">
          <ac:chgData name="Macher, Andreas (DI FA CTR PLC PPM)" userId="f1dcac62-7bef-43eb-91f0-927336a1714f" providerId="ADAL" clId="{5B710B73-F6D6-4A7D-9276-5384056BD54A}" dt="2022-10-26T12:24:01.700" v="2461" actId="1076"/>
          <ac:spMkLst>
            <pc:docMk/>
            <pc:sldMk cId="1546610047" sldId="9786"/>
            <ac:spMk id="6" creationId="{75BAC803-D2D9-8493-2528-80E1771DCA03}"/>
          </ac:spMkLst>
        </pc:spChg>
        <pc:spChg chg="mod">
          <ac:chgData name="Macher, Andreas (DI FA CTR PLC PPM)" userId="f1dcac62-7bef-43eb-91f0-927336a1714f" providerId="ADAL" clId="{5B710B73-F6D6-4A7D-9276-5384056BD54A}" dt="2022-10-26T12:18:33.070" v="2441" actId="1076"/>
          <ac:spMkLst>
            <pc:docMk/>
            <pc:sldMk cId="1546610047" sldId="9786"/>
            <ac:spMk id="8" creationId="{D1ACE07F-09D8-FA73-5E69-ACDD8258C340}"/>
          </ac:spMkLst>
        </pc:spChg>
        <pc:spChg chg="mod">
          <ac:chgData name="Macher, Andreas (DI FA CTR PLC PPM)" userId="f1dcac62-7bef-43eb-91f0-927336a1714f" providerId="ADAL" clId="{5B710B73-F6D6-4A7D-9276-5384056BD54A}" dt="2022-10-26T12:18:33.070" v="2441" actId="1076"/>
          <ac:spMkLst>
            <pc:docMk/>
            <pc:sldMk cId="1546610047" sldId="9786"/>
            <ac:spMk id="9" creationId="{226A4B47-E8D8-60F3-CBFC-F3D6CEA8CA2E}"/>
          </ac:spMkLst>
        </pc:spChg>
        <pc:spChg chg="mod">
          <ac:chgData name="Macher, Andreas (DI FA CTR PLC PPM)" userId="f1dcac62-7bef-43eb-91f0-927336a1714f" providerId="ADAL" clId="{5B710B73-F6D6-4A7D-9276-5384056BD54A}" dt="2022-10-26T12:18:33.070" v="2441" actId="1076"/>
          <ac:spMkLst>
            <pc:docMk/>
            <pc:sldMk cId="1546610047" sldId="9786"/>
            <ac:spMk id="10" creationId="{BE1F787D-FFC1-3040-CFBC-CA13466980AD}"/>
          </ac:spMkLst>
        </pc:spChg>
        <pc:spChg chg="add del mod">
          <ac:chgData name="Macher, Andreas (DI FA CTR PLC PPM)" userId="f1dcac62-7bef-43eb-91f0-927336a1714f" providerId="ADAL" clId="{5B710B73-F6D6-4A7D-9276-5384056BD54A}" dt="2022-10-26T12:19:06.655" v="2449" actId="478"/>
          <ac:spMkLst>
            <pc:docMk/>
            <pc:sldMk cId="1546610047" sldId="9786"/>
            <ac:spMk id="11" creationId="{8751FC27-E1A9-DEBC-D517-75A02A5F2C57}"/>
          </ac:spMkLst>
        </pc:spChg>
        <pc:spChg chg="add del mod">
          <ac:chgData name="Macher, Andreas (DI FA CTR PLC PPM)" userId="f1dcac62-7bef-43eb-91f0-927336a1714f" providerId="ADAL" clId="{5B710B73-F6D6-4A7D-9276-5384056BD54A}" dt="2022-10-26T12:19:01.348" v="2447" actId="478"/>
          <ac:spMkLst>
            <pc:docMk/>
            <pc:sldMk cId="1546610047" sldId="9786"/>
            <ac:spMk id="18" creationId="{8F402573-D6E6-7C41-3C39-E8ED2F438BF3}"/>
          </ac:spMkLst>
        </pc:spChg>
        <pc:spChg chg="mod">
          <ac:chgData name="Macher, Andreas (DI FA CTR PLC PPM)" userId="f1dcac62-7bef-43eb-91f0-927336a1714f" providerId="ADAL" clId="{5B710B73-F6D6-4A7D-9276-5384056BD54A}" dt="2022-10-26T12:19:17.271" v="2451"/>
          <ac:spMkLst>
            <pc:docMk/>
            <pc:sldMk cId="1546610047" sldId="9786"/>
            <ac:spMk id="29" creationId="{1CE36E8C-7316-3553-B83D-EE63E6E378AF}"/>
          </ac:spMkLst>
        </pc:spChg>
        <pc:spChg chg="mod">
          <ac:chgData name="Macher, Andreas (DI FA CTR PLC PPM)" userId="f1dcac62-7bef-43eb-91f0-927336a1714f" providerId="ADAL" clId="{5B710B73-F6D6-4A7D-9276-5384056BD54A}" dt="2022-10-26T12:19:17.271" v="2451"/>
          <ac:spMkLst>
            <pc:docMk/>
            <pc:sldMk cId="1546610047" sldId="9786"/>
            <ac:spMk id="30" creationId="{EEA11D0C-C2C7-6219-8BF9-C02096D27595}"/>
          </ac:spMkLst>
        </pc:spChg>
        <pc:spChg chg="mod">
          <ac:chgData name="Macher, Andreas (DI FA CTR PLC PPM)" userId="f1dcac62-7bef-43eb-91f0-927336a1714f" providerId="ADAL" clId="{5B710B73-F6D6-4A7D-9276-5384056BD54A}" dt="2022-10-26T12:19:17.271" v="2451"/>
          <ac:spMkLst>
            <pc:docMk/>
            <pc:sldMk cId="1546610047" sldId="9786"/>
            <ac:spMk id="31" creationId="{6CCFC77E-A329-BEE4-D80B-D30E03EA3959}"/>
          </ac:spMkLst>
        </pc:spChg>
        <pc:spChg chg="add del mod">
          <ac:chgData name="Macher, Andreas (DI FA CTR PLC PPM)" userId="f1dcac62-7bef-43eb-91f0-927336a1714f" providerId="ADAL" clId="{5B710B73-F6D6-4A7D-9276-5384056BD54A}" dt="2022-10-26T12:29:29.249" v="2463" actId="478"/>
          <ac:spMkLst>
            <pc:docMk/>
            <pc:sldMk cId="1546610047" sldId="9786"/>
            <ac:spMk id="32" creationId="{38B9A35C-39FE-D378-9631-E963A66B19B9}"/>
          </ac:spMkLst>
        </pc:spChg>
        <pc:spChg chg="add del mod">
          <ac:chgData name="Macher, Andreas (DI FA CTR PLC PPM)" userId="f1dcac62-7bef-43eb-91f0-927336a1714f" providerId="ADAL" clId="{5B710B73-F6D6-4A7D-9276-5384056BD54A}" dt="2022-10-26T13:05:38.654" v="2472" actId="478"/>
          <ac:spMkLst>
            <pc:docMk/>
            <pc:sldMk cId="1546610047" sldId="9786"/>
            <ac:spMk id="35" creationId="{7ACEE546-F4FD-4790-35F1-BD18D95C0157}"/>
          </ac:spMkLst>
        </pc:spChg>
        <pc:grpChg chg="add del mod">
          <ac:chgData name="Macher, Andreas (DI FA CTR PLC PPM)" userId="f1dcac62-7bef-43eb-91f0-927336a1714f" providerId="ADAL" clId="{5B710B73-F6D6-4A7D-9276-5384056BD54A}" dt="2022-10-26T12:18:36.737" v="2442" actId="478"/>
          <ac:grpSpMkLst>
            <pc:docMk/>
            <pc:sldMk cId="1546610047" sldId="9786"/>
            <ac:grpSpMk id="7" creationId="{DF9F4CA2-B430-2664-9299-565705D74A32}"/>
          </ac:grpSpMkLst>
        </pc:grpChg>
        <pc:grpChg chg="add mod">
          <ac:chgData name="Macher, Andreas (DI FA CTR PLC PPM)" userId="f1dcac62-7bef-43eb-91f0-927336a1714f" providerId="ADAL" clId="{5B710B73-F6D6-4A7D-9276-5384056BD54A}" dt="2022-10-26T12:24:01.700" v="2461" actId="1076"/>
          <ac:grpSpMkLst>
            <pc:docMk/>
            <pc:sldMk cId="1546610047" sldId="9786"/>
            <ac:grpSpMk id="13" creationId="{5D15A353-BF06-598C-7F9A-CE4E03D36CA2}"/>
          </ac:grpSpMkLst>
        </pc:grpChg>
        <pc:grpChg chg="add del mod">
          <ac:chgData name="Macher, Andreas (DI FA CTR PLC PPM)" userId="f1dcac62-7bef-43eb-91f0-927336a1714f" providerId="ADAL" clId="{5B710B73-F6D6-4A7D-9276-5384056BD54A}" dt="2022-10-26T13:05:38.654" v="2472" actId="478"/>
          <ac:grpSpMkLst>
            <pc:docMk/>
            <pc:sldMk cId="1546610047" sldId="9786"/>
            <ac:grpSpMk id="28" creationId="{3ED7F175-469D-3837-A389-2A2CECFC41C4}"/>
          </ac:grpSpMkLst>
        </pc:grpChg>
        <pc:picChg chg="add mod">
          <ac:chgData name="Macher, Andreas (DI FA CTR PLC PPM)" userId="f1dcac62-7bef-43eb-91f0-927336a1714f" providerId="ADAL" clId="{5B710B73-F6D6-4A7D-9276-5384056BD54A}" dt="2022-10-26T12:29:35.783" v="2466" actId="1076"/>
          <ac:picMkLst>
            <pc:docMk/>
            <pc:sldMk cId="1546610047" sldId="9786"/>
            <ac:picMk id="12" creationId="{BCBFC1C5-3CB9-DDEE-3925-07E04B332AF3}"/>
          </ac:picMkLst>
        </pc:picChg>
        <pc:picChg chg="mod">
          <ac:chgData name="Macher, Andreas (DI FA CTR PLC PPM)" userId="f1dcac62-7bef-43eb-91f0-927336a1714f" providerId="ADAL" clId="{5B710B73-F6D6-4A7D-9276-5384056BD54A}" dt="2022-10-26T12:18:33.070" v="2441" actId="1076"/>
          <ac:picMkLst>
            <pc:docMk/>
            <pc:sldMk cId="1546610047" sldId="9786"/>
            <ac:picMk id="14" creationId="{EFA5D4D1-C823-ED44-D233-9BED806E7FDE}"/>
          </ac:picMkLst>
        </pc:picChg>
        <pc:picChg chg="mod">
          <ac:chgData name="Macher, Andreas (DI FA CTR PLC PPM)" userId="f1dcac62-7bef-43eb-91f0-927336a1714f" providerId="ADAL" clId="{5B710B73-F6D6-4A7D-9276-5384056BD54A}" dt="2022-10-26T12:18:33.070" v="2441" actId="1076"/>
          <ac:picMkLst>
            <pc:docMk/>
            <pc:sldMk cId="1546610047" sldId="9786"/>
            <ac:picMk id="15" creationId="{2FC13A67-0573-7BE6-8CD0-478AA5AB137D}"/>
          </ac:picMkLst>
        </pc:picChg>
        <pc:picChg chg="mod">
          <ac:chgData name="Macher, Andreas (DI FA CTR PLC PPM)" userId="f1dcac62-7bef-43eb-91f0-927336a1714f" providerId="ADAL" clId="{5B710B73-F6D6-4A7D-9276-5384056BD54A}" dt="2022-10-26T12:18:33.070" v="2441" actId="1076"/>
          <ac:picMkLst>
            <pc:docMk/>
            <pc:sldMk cId="1546610047" sldId="9786"/>
            <ac:picMk id="16" creationId="{A2343DDE-7574-4504-F6E1-B1472BF167D3}"/>
          </ac:picMkLst>
        </pc:picChg>
        <pc:picChg chg="mod">
          <ac:chgData name="Macher, Andreas (DI FA CTR PLC PPM)" userId="f1dcac62-7bef-43eb-91f0-927336a1714f" providerId="ADAL" clId="{5B710B73-F6D6-4A7D-9276-5384056BD54A}" dt="2022-10-26T12:18:33.070" v="2441" actId="1076"/>
          <ac:picMkLst>
            <pc:docMk/>
            <pc:sldMk cId="1546610047" sldId="9786"/>
            <ac:picMk id="17" creationId="{AA460238-131C-D901-E726-C6FDC6A62ED9}"/>
          </ac:picMkLst>
        </pc:picChg>
        <pc:picChg chg="add mod">
          <ac:chgData name="Macher, Andreas (DI FA CTR PLC PPM)" userId="f1dcac62-7bef-43eb-91f0-927336a1714f" providerId="ADAL" clId="{5B710B73-F6D6-4A7D-9276-5384056BD54A}" dt="2022-10-26T12:24:41.152" v="2462" actId="554"/>
          <ac:picMkLst>
            <pc:docMk/>
            <pc:sldMk cId="1546610047" sldId="9786"/>
            <ac:picMk id="19" creationId="{C4B11319-92C2-B175-862F-2E26E7CB7EF5}"/>
          </ac:picMkLst>
        </pc:picChg>
        <pc:picChg chg="add mod">
          <ac:chgData name="Macher, Andreas (DI FA CTR PLC PPM)" userId="f1dcac62-7bef-43eb-91f0-927336a1714f" providerId="ADAL" clId="{5B710B73-F6D6-4A7D-9276-5384056BD54A}" dt="2022-10-26T12:24:41.152" v="2462" actId="554"/>
          <ac:picMkLst>
            <pc:docMk/>
            <pc:sldMk cId="1546610047" sldId="9786"/>
            <ac:picMk id="20" creationId="{A10D0475-F4CC-F360-647D-39B1CD24D840}"/>
          </ac:picMkLst>
        </pc:picChg>
        <pc:picChg chg="add del mod">
          <ac:chgData name="Macher, Andreas (DI FA CTR PLC PPM)" userId="f1dcac62-7bef-43eb-91f0-927336a1714f" providerId="ADAL" clId="{5B710B73-F6D6-4A7D-9276-5384056BD54A}" dt="2022-10-26T12:19:09.759" v="2450" actId="478"/>
          <ac:picMkLst>
            <pc:docMk/>
            <pc:sldMk cId="1546610047" sldId="9786"/>
            <ac:picMk id="21" creationId="{483A086A-6947-131F-AADC-2E116CB811D4}"/>
          </ac:picMkLst>
        </pc:picChg>
        <pc:picChg chg="add del mod">
          <ac:chgData name="Macher, Andreas (DI FA CTR PLC PPM)" userId="f1dcac62-7bef-43eb-91f0-927336a1714f" providerId="ADAL" clId="{5B710B73-F6D6-4A7D-9276-5384056BD54A}" dt="2022-10-26T12:18:56.908" v="2444" actId="478"/>
          <ac:picMkLst>
            <pc:docMk/>
            <pc:sldMk cId="1546610047" sldId="9786"/>
            <ac:picMk id="26" creationId="{E5DA1449-85DA-F68E-1255-0EB5F147E730}"/>
          </ac:picMkLst>
        </pc:picChg>
        <pc:picChg chg="add del mod">
          <ac:chgData name="Macher, Andreas (DI FA CTR PLC PPM)" userId="f1dcac62-7bef-43eb-91f0-927336a1714f" providerId="ADAL" clId="{5B710B73-F6D6-4A7D-9276-5384056BD54A}" dt="2022-10-26T12:18:57.902" v="2445" actId="478"/>
          <ac:picMkLst>
            <pc:docMk/>
            <pc:sldMk cId="1546610047" sldId="9786"/>
            <ac:picMk id="27" creationId="{0259473B-F578-0317-75EE-E1A2DE0BF1FF}"/>
          </ac:picMkLst>
        </pc:picChg>
        <pc:picChg chg="add del mod">
          <ac:chgData name="Macher, Andreas (DI FA CTR PLC PPM)" userId="f1dcac62-7bef-43eb-91f0-927336a1714f" providerId="ADAL" clId="{5B710B73-F6D6-4A7D-9276-5384056BD54A}" dt="2022-10-26T13:05:28.168" v="2469" actId="478"/>
          <ac:picMkLst>
            <pc:docMk/>
            <pc:sldMk cId="1546610047" sldId="9786"/>
            <ac:picMk id="34" creationId="{D322396E-199E-777F-8D4B-0DE6ACCDCF1C}"/>
          </ac:picMkLst>
        </pc:picChg>
        <pc:picChg chg="add mod">
          <ac:chgData name="Macher, Andreas (DI FA CTR PLC PPM)" userId="f1dcac62-7bef-43eb-91f0-927336a1714f" providerId="ADAL" clId="{5B710B73-F6D6-4A7D-9276-5384056BD54A}" dt="2022-10-26T13:05:30.976" v="2471" actId="1076"/>
          <ac:picMkLst>
            <pc:docMk/>
            <pc:sldMk cId="1546610047" sldId="9786"/>
            <ac:picMk id="37" creationId="{5FF2E091-CD7A-64B4-8529-CEB4D76BE5BE}"/>
          </ac:picMkLst>
        </pc:picChg>
        <pc:picChg chg="add mod">
          <ac:chgData name="Macher, Andreas (DI FA CTR PLC PPM)" userId="f1dcac62-7bef-43eb-91f0-927336a1714f" providerId="ADAL" clId="{5B710B73-F6D6-4A7D-9276-5384056BD54A}" dt="2022-10-26T13:06:07.592" v="2474" actId="1076"/>
          <ac:picMkLst>
            <pc:docMk/>
            <pc:sldMk cId="1546610047" sldId="9786"/>
            <ac:picMk id="39" creationId="{80D0E5C1-8DA8-7E26-ABF4-1B2C001AF4B5}"/>
          </ac:picMkLst>
        </pc:picChg>
        <pc:picChg chg="add mod">
          <ac:chgData name="Macher, Andreas (DI FA CTR PLC PPM)" userId="f1dcac62-7bef-43eb-91f0-927336a1714f" providerId="ADAL" clId="{5B710B73-F6D6-4A7D-9276-5384056BD54A}" dt="2022-10-26T13:07:05.983" v="2476" actId="1076"/>
          <ac:picMkLst>
            <pc:docMk/>
            <pc:sldMk cId="1546610047" sldId="9786"/>
            <ac:picMk id="41" creationId="{D5791192-D32F-6001-7987-D33E3DA5C61D}"/>
          </ac:picMkLst>
        </pc:picChg>
        <pc:picChg chg="add mod">
          <ac:chgData name="Macher, Andreas (DI FA CTR PLC PPM)" userId="f1dcac62-7bef-43eb-91f0-927336a1714f" providerId="ADAL" clId="{5B710B73-F6D6-4A7D-9276-5384056BD54A}" dt="2022-10-26T13:09:39.846" v="2478" actId="1076"/>
          <ac:picMkLst>
            <pc:docMk/>
            <pc:sldMk cId="1546610047" sldId="9786"/>
            <ac:picMk id="43" creationId="{57D089AF-4D3A-846F-B96C-A1E8ACADF52D}"/>
          </ac:picMkLst>
        </pc:picChg>
        <pc:picChg chg="add mod">
          <ac:chgData name="Macher, Andreas (DI FA CTR PLC PPM)" userId="f1dcac62-7bef-43eb-91f0-927336a1714f" providerId="ADAL" clId="{5B710B73-F6D6-4A7D-9276-5384056BD54A}" dt="2022-10-26T13:23:58.091" v="2509" actId="1076"/>
          <ac:picMkLst>
            <pc:docMk/>
            <pc:sldMk cId="1546610047" sldId="9786"/>
            <ac:picMk id="45" creationId="{36364E34-FED0-B03C-F2BC-50C4C25DB4FC}"/>
          </ac:picMkLst>
        </pc:picChg>
        <pc:cxnChg chg="add del mod">
          <ac:chgData name="Macher, Andreas (DI FA CTR PLC PPM)" userId="f1dcac62-7bef-43eb-91f0-927336a1714f" providerId="ADAL" clId="{5B710B73-F6D6-4A7D-9276-5384056BD54A}" dt="2022-10-26T12:18:59.008" v="2446" actId="478"/>
          <ac:cxnSpMkLst>
            <pc:docMk/>
            <pc:sldMk cId="1546610047" sldId="9786"/>
            <ac:cxnSpMk id="22" creationId="{5CCEC482-578A-9084-D414-2C8475B65D93}"/>
          </ac:cxnSpMkLst>
        </pc:cxnChg>
        <pc:cxnChg chg="add del mod">
          <ac:chgData name="Macher, Andreas (DI FA CTR PLC PPM)" userId="f1dcac62-7bef-43eb-91f0-927336a1714f" providerId="ADAL" clId="{5B710B73-F6D6-4A7D-9276-5384056BD54A}" dt="2022-10-26T12:18:55.024" v="2443" actId="478"/>
          <ac:cxnSpMkLst>
            <pc:docMk/>
            <pc:sldMk cId="1546610047" sldId="9786"/>
            <ac:cxnSpMk id="23" creationId="{DF18F16B-EA9C-DB81-4BEF-6055621BD27C}"/>
          </ac:cxnSpMkLst>
        </pc:cxnChg>
        <pc:cxnChg chg="add mod">
          <ac:chgData name="Macher, Andreas (DI FA CTR PLC PPM)" userId="f1dcac62-7bef-43eb-91f0-927336a1714f" providerId="ADAL" clId="{5B710B73-F6D6-4A7D-9276-5384056BD54A}" dt="2022-10-26T12:24:01.700" v="2461" actId="1076"/>
          <ac:cxnSpMkLst>
            <pc:docMk/>
            <pc:sldMk cId="1546610047" sldId="9786"/>
            <ac:cxnSpMk id="24" creationId="{D088C237-3439-2D44-5572-B2C56156686C}"/>
          </ac:cxnSpMkLst>
        </pc:cxnChg>
        <pc:cxnChg chg="add mod">
          <ac:chgData name="Macher, Andreas (DI FA CTR PLC PPM)" userId="f1dcac62-7bef-43eb-91f0-927336a1714f" providerId="ADAL" clId="{5B710B73-F6D6-4A7D-9276-5384056BD54A}" dt="2022-10-26T12:24:01.700" v="2461" actId="1076"/>
          <ac:cxnSpMkLst>
            <pc:docMk/>
            <pc:sldMk cId="1546610047" sldId="9786"/>
            <ac:cxnSpMk id="25" creationId="{E44346D2-F40D-68FB-BC70-B410FA085EAD}"/>
          </ac:cxnSpMkLst>
        </pc:cxnChg>
      </pc:sldChg>
      <pc:sldChg chg="addSp delSp modSp new mod">
        <pc:chgData name="Macher, Andreas (DI FA CTR PLC PPM)" userId="f1dcac62-7bef-43eb-91f0-927336a1714f" providerId="ADAL" clId="{5B710B73-F6D6-4A7D-9276-5384056BD54A}" dt="2022-10-26T13:46:09.390" v="2628" actId="1076"/>
        <pc:sldMkLst>
          <pc:docMk/>
          <pc:sldMk cId="2690949945" sldId="9787"/>
        </pc:sldMkLst>
        <pc:spChg chg="add del">
          <ac:chgData name="Macher, Andreas (DI FA CTR PLC PPM)" userId="f1dcac62-7bef-43eb-91f0-927336a1714f" providerId="ADAL" clId="{5B710B73-F6D6-4A7D-9276-5384056BD54A}" dt="2022-10-26T13:30:56.914" v="2550"/>
          <ac:spMkLst>
            <pc:docMk/>
            <pc:sldMk cId="2690949945" sldId="9787"/>
            <ac:spMk id="6" creationId="{F78F26DA-AF04-9E36-1718-88C659BE6159}"/>
          </ac:spMkLst>
        </pc:spChg>
        <pc:spChg chg="add del">
          <ac:chgData name="Macher, Andreas (DI FA CTR PLC PPM)" userId="f1dcac62-7bef-43eb-91f0-927336a1714f" providerId="ADAL" clId="{5B710B73-F6D6-4A7D-9276-5384056BD54A}" dt="2022-10-26T13:30:56.914" v="2550"/>
          <ac:spMkLst>
            <pc:docMk/>
            <pc:sldMk cId="2690949945" sldId="9787"/>
            <ac:spMk id="7" creationId="{864226B4-584E-DDA6-21BF-19B6DCBBA05E}"/>
          </ac:spMkLst>
        </pc:spChg>
        <pc:spChg chg="add del">
          <ac:chgData name="Macher, Andreas (DI FA CTR PLC PPM)" userId="f1dcac62-7bef-43eb-91f0-927336a1714f" providerId="ADAL" clId="{5B710B73-F6D6-4A7D-9276-5384056BD54A}" dt="2022-10-26T13:30:56.914" v="2550"/>
          <ac:spMkLst>
            <pc:docMk/>
            <pc:sldMk cId="2690949945" sldId="9787"/>
            <ac:spMk id="8" creationId="{8F6DBA61-57D8-3C1C-F78A-C8A030C0F94A}"/>
          </ac:spMkLst>
        </pc:spChg>
        <pc:spChg chg="add del">
          <ac:chgData name="Macher, Andreas (DI FA CTR PLC PPM)" userId="f1dcac62-7bef-43eb-91f0-927336a1714f" providerId="ADAL" clId="{5B710B73-F6D6-4A7D-9276-5384056BD54A}" dt="2022-10-26T13:30:56.914" v="2550"/>
          <ac:spMkLst>
            <pc:docMk/>
            <pc:sldMk cId="2690949945" sldId="9787"/>
            <ac:spMk id="9" creationId="{EED76970-5146-CA2D-BC77-066429CE36E8}"/>
          </ac:spMkLst>
        </pc:spChg>
        <pc:spChg chg="add del">
          <ac:chgData name="Macher, Andreas (DI FA CTR PLC PPM)" userId="f1dcac62-7bef-43eb-91f0-927336a1714f" providerId="ADAL" clId="{5B710B73-F6D6-4A7D-9276-5384056BD54A}" dt="2022-10-26T13:30:56.914" v="2550"/>
          <ac:spMkLst>
            <pc:docMk/>
            <pc:sldMk cId="2690949945" sldId="9787"/>
            <ac:spMk id="10" creationId="{CD3778F5-195C-4765-6DB7-8504AB17B597}"/>
          </ac:spMkLst>
        </pc:spChg>
        <pc:spChg chg="add del">
          <ac:chgData name="Macher, Andreas (DI FA CTR PLC PPM)" userId="f1dcac62-7bef-43eb-91f0-927336a1714f" providerId="ADAL" clId="{5B710B73-F6D6-4A7D-9276-5384056BD54A}" dt="2022-10-26T13:30:56.914" v="2550"/>
          <ac:spMkLst>
            <pc:docMk/>
            <pc:sldMk cId="2690949945" sldId="9787"/>
            <ac:spMk id="11" creationId="{E7B06BEB-4544-B0CC-EC09-AC47DE128C90}"/>
          </ac:spMkLst>
        </pc:spChg>
        <pc:spChg chg="add del">
          <ac:chgData name="Macher, Andreas (DI FA CTR PLC PPM)" userId="f1dcac62-7bef-43eb-91f0-927336a1714f" providerId="ADAL" clId="{5B710B73-F6D6-4A7D-9276-5384056BD54A}" dt="2022-10-26T13:30:56.914" v="2550"/>
          <ac:spMkLst>
            <pc:docMk/>
            <pc:sldMk cId="2690949945" sldId="9787"/>
            <ac:spMk id="12" creationId="{5334FF9B-139C-C00C-5DDF-46CFF2800E7B}"/>
          </ac:spMkLst>
        </pc:spChg>
        <pc:spChg chg="add del">
          <ac:chgData name="Macher, Andreas (DI FA CTR PLC PPM)" userId="f1dcac62-7bef-43eb-91f0-927336a1714f" providerId="ADAL" clId="{5B710B73-F6D6-4A7D-9276-5384056BD54A}" dt="2022-10-26T13:30:56.914" v="2550"/>
          <ac:spMkLst>
            <pc:docMk/>
            <pc:sldMk cId="2690949945" sldId="9787"/>
            <ac:spMk id="13" creationId="{39AD9F45-3A9D-9A5F-5A62-1421D6262C10}"/>
          </ac:spMkLst>
        </pc:spChg>
        <pc:picChg chg="add mod">
          <ac:chgData name="Macher, Andreas (DI FA CTR PLC PPM)" userId="f1dcac62-7bef-43eb-91f0-927336a1714f" providerId="ADAL" clId="{5B710B73-F6D6-4A7D-9276-5384056BD54A}" dt="2022-10-26T13:27:48.107" v="2547" actId="1076"/>
          <ac:picMkLst>
            <pc:docMk/>
            <pc:sldMk cId="2690949945" sldId="9787"/>
            <ac:picMk id="5" creationId="{24971588-C42D-9919-BB32-ABDDE52E2E86}"/>
          </ac:picMkLst>
        </pc:picChg>
        <pc:picChg chg="add del mod">
          <ac:chgData name="Macher, Andreas (DI FA CTR PLC PPM)" userId="f1dcac62-7bef-43eb-91f0-927336a1714f" providerId="ADAL" clId="{5B710B73-F6D6-4A7D-9276-5384056BD54A}" dt="2022-10-26T13:41:08.898" v="2565" actId="478"/>
          <ac:picMkLst>
            <pc:docMk/>
            <pc:sldMk cId="2690949945" sldId="9787"/>
            <ac:picMk id="15" creationId="{869273AA-CD40-C6D4-9ED9-1DB36E9BB409}"/>
          </ac:picMkLst>
        </pc:picChg>
        <pc:picChg chg="add del mod">
          <ac:chgData name="Macher, Andreas (DI FA CTR PLC PPM)" userId="f1dcac62-7bef-43eb-91f0-927336a1714f" providerId="ADAL" clId="{5B710B73-F6D6-4A7D-9276-5384056BD54A}" dt="2022-10-26T13:41:35.830" v="2568" actId="478"/>
          <ac:picMkLst>
            <pc:docMk/>
            <pc:sldMk cId="2690949945" sldId="9787"/>
            <ac:picMk id="17" creationId="{33F46ED5-4A6B-559D-A6D8-614AF1D6C2D1}"/>
          </ac:picMkLst>
        </pc:picChg>
        <pc:picChg chg="add del mod">
          <ac:chgData name="Macher, Andreas (DI FA CTR PLC PPM)" userId="f1dcac62-7bef-43eb-91f0-927336a1714f" providerId="ADAL" clId="{5B710B73-F6D6-4A7D-9276-5384056BD54A}" dt="2022-10-26T13:42:00.573" v="2571" actId="478"/>
          <ac:picMkLst>
            <pc:docMk/>
            <pc:sldMk cId="2690949945" sldId="9787"/>
            <ac:picMk id="19" creationId="{5169503A-3609-F2B3-3030-3A13663C55C7}"/>
          </ac:picMkLst>
        </pc:picChg>
        <pc:picChg chg="add del mod">
          <ac:chgData name="Macher, Andreas (DI FA CTR PLC PPM)" userId="f1dcac62-7bef-43eb-91f0-927336a1714f" providerId="ADAL" clId="{5B710B73-F6D6-4A7D-9276-5384056BD54A}" dt="2022-10-26T13:42:29.678" v="2574" actId="478"/>
          <ac:picMkLst>
            <pc:docMk/>
            <pc:sldMk cId="2690949945" sldId="9787"/>
            <ac:picMk id="21" creationId="{3BBB20BE-CB92-6BFC-9CD5-19B93C5BF1A0}"/>
          </ac:picMkLst>
        </pc:picChg>
        <pc:picChg chg="add del mod">
          <ac:chgData name="Macher, Andreas (DI FA CTR PLC PPM)" userId="f1dcac62-7bef-43eb-91f0-927336a1714f" providerId="ADAL" clId="{5B710B73-F6D6-4A7D-9276-5384056BD54A}" dt="2022-10-26T13:40:38.365" v="2562" actId="478"/>
          <ac:picMkLst>
            <pc:docMk/>
            <pc:sldMk cId="2690949945" sldId="9787"/>
            <ac:picMk id="23" creationId="{9B0FA982-0B98-6920-C4B9-EF2F621B2059}"/>
          </ac:picMkLst>
        </pc:picChg>
        <pc:picChg chg="add mod">
          <ac:chgData name="Macher, Andreas (DI FA CTR PLC PPM)" userId="f1dcac62-7bef-43eb-91f0-927336a1714f" providerId="ADAL" clId="{5B710B73-F6D6-4A7D-9276-5384056BD54A}" dt="2022-10-26T13:40:41.500" v="2564" actId="1076"/>
          <ac:picMkLst>
            <pc:docMk/>
            <pc:sldMk cId="2690949945" sldId="9787"/>
            <ac:picMk id="25" creationId="{C56ECA36-9D03-DAA5-C940-6F4F8D543C89}"/>
          </ac:picMkLst>
        </pc:picChg>
        <pc:picChg chg="add mod">
          <ac:chgData name="Macher, Andreas (DI FA CTR PLC PPM)" userId="f1dcac62-7bef-43eb-91f0-927336a1714f" providerId="ADAL" clId="{5B710B73-F6D6-4A7D-9276-5384056BD54A}" dt="2022-10-26T13:41:12.466" v="2567" actId="1076"/>
          <ac:picMkLst>
            <pc:docMk/>
            <pc:sldMk cId="2690949945" sldId="9787"/>
            <ac:picMk id="27" creationId="{17049A20-BA6F-2953-4A57-B9E7DAEE9D0A}"/>
          </ac:picMkLst>
        </pc:picChg>
        <pc:picChg chg="add mod">
          <ac:chgData name="Macher, Andreas (DI FA CTR PLC PPM)" userId="f1dcac62-7bef-43eb-91f0-927336a1714f" providerId="ADAL" clId="{5B710B73-F6D6-4A7D-9276-5384056BD54A}" dt="2022-10-26T13:41:39.392" v="2570" actId="1076"/>
          <ac:picMkLst>
            <pc:docMk/>
            <pc:sldMk cId="2690949945" sldId="9787"/>
            <ac:picMk id="29" creationId="{68599B56-AEFC-0C0D-028A-AC2BA860A7D5}"/>
          </ac:picMkLst>
        </pc:picChg>
        <pc:picChg chg="add mod">
          <ac:chgData name="Macher, Andreas (DI FA CTR PLC PPM)" userId="f1dcac62-7bef-43eb-91f0-927336a1714f" providerId="ADAL" clId="{5B710B73-F6D6-4A7D-9276-5384056BD54A}" dt="2022-10-26T13:42:03.662" v="2573" actId="1076"/>
          <ac:picMkLst>
            <pc:docMk/>
            <pc:sldMk cId="2690949945" sldId="9787"/>
            <ac:picMk id="31" creationId="{D4F1505F-DE4A-E47A-4D88-43356814B7D0}"/>
          </ac:picMkLst>
        </pc:picChg>
        <pc:picChg chg="add mod">
          <ac:chgData name="Macher, Andreas (DI FA CTR PLC PPM)" userId="f1dcac62-7bef-43eb-91f0-927336a1714f" providerId="ADAL" clId="{5B710B73-F6D6-4A7D-9276-5384056BD54A}" dt="2022-10-26T13:42:32.220" v="2576" actId="1076"/>
          <ac:picMkLst>
            <pc:docMk/>
            <pc:sldMk cId="2690949945" sldId="9787"/>
            <ac:picMk id="33" creationId="{92595FD1-D9A2-6B24-FE81-60438CBE880E}"/>
          </ac:picMkLst>
        </pc:picChg>
        <pc:picChg chg="add del mod">
          <ac:chgData name="Macher, Andreas (DI FA CTR PLC PPM)" userId="f1dcac62-7bef-43eb-91f0-927336a1714f" providerId="ADAL" clId="{5B710B73-F6D6-4A7D-9276-5384056BD54A}" dt="2022-10-26T13:44:44.761" v="2612" actId="478"/>
          <ac:picMkLst>
            <pc:docMk/>
            <pc:sldMk cId="2690949945" sldId="9787"/>
            <ac:picMk id="35" creationId="{6AC0AE2B-04B7-348F-17ED-84A29AA0CE3C}"/>
          </ac:picMkLst>
        </pc:picChg>
        <pc:picChg chg="add mod">
          <ac:chgData name="Macher, Andreas (DI FA CTR PLC PPM)" userId="f1dcac62-7bef-43eb-91f0-927336a1714f" providerId="ADAL" clId="{5B710B73-F6D6-4A7D-9276-5384056BD54A}" dt="2022-10-26T13:46:09.390" v="2628" actId="1076"/>
          <ac:picMkLst>
            <pc:docMk/>
            <pc:sldMk cId="2690949945" sldId="9787"/>
            <ac:picMk id="37" creationId="{5FB275A0-7FDA-B9FC-F234-30E66E6B0313}"/>
          </ac:picMkLst>
        </pc:picChg>
      </pc:sldChg>
      <pc:sldChg chg="addSp delSp modSp add mod chgLayout">
        <pc:chgData name="Macher, Andreas (DI FA CTR PLC PPM)" userId="f1dcac62-7bef-43eb-91f0-927336a1714f" providerId="ADAL" clId="{5B710B73-F6D6-4A7D-9276-5384056BD54A}" dt="2022-11-23T12:21:55.580" v="8996"/>
        <pc:sldMkLst>
          <pc:docMk/>
          <pc:sldMk cId="1050852855" sldId="9788"/>
        </pc:sldMkLst>
        <pc:spChg chg="del mod">
          <ac:chgData name="Macher, Andreas (DI FA CTR PLC PPM)" userId="f1dcac62-7bef-43eb-91f0-927336a1714f" providerId="ADAL" clId="{5B710B73-F6D6-4A7D-9276-5384056BD54A}" dt="2022-10-26T14:08:44.658" v="3161" actId="478"/>
          <ac:spMkLst>
            <pc:docMk/>
            <pc:sldMk cId="1050852855" sldId="9788"/>
            <ac:spMk id="2" creationId="{AE4304C3-7775-4955-9532-EAFA5BB5626C}"/>
          </ac:spMkLst>
        </pc:spChg>
        <pc:spChg chg="add mod ord">
          <ac:chgData name="Macher, Andreas (DI FA CTR PLC PPM)" userId="f1dcac62-7bef-43eb-91f0-927336a1714f" providerId="ADAL" clId="{5B710B73-F6D6-4A7D-9276-5384056BD54A}" dt="2022-11-07T21:02:27.889" v="6530" actId="167"/>
          <ac:spMkLst>
            <pc:docMk/>
            <pc:sldMk cId="1050852855" sldId="9788"/>
            <ac:spMk id="3" creationId="{B788A649-AA64-2A3A-4218-5A18D071E125}"/>
          </ac:spMkLst>
        </pc:spChg>
        <pc:spChg chg="mod ord">
          <ac:chgData name="Macher, Andreas (DI FA CTR PLC PPM)" userId="f1dcac62-7bef-43eb-91f0-927336a1714f" providerId="ADAL" clId="{5B710B73-F6D6-4A7D-9276-5384056BD54A}" dt="2022-11-07T21:02:22.517" v="6528" actId="700"/>
          <ac:spMkLst>
            <pc:docMk/>
            <pc:sldMk cId="1050852855" sldId="9788"/>
            <ac:spMk id="4" creationId="{00000000-0000-0000-0000-000000000000}"/>
          </ac:spMkLst>
        </pc:spChg>
        <pc:spChg chg="del topLvl">
          <ac:chgData name="Macher, Andreas (DI FA CTR PLC PPM)" userId="f1dcac62-7bef-43eb-91f0-927336a1714f" providerId="ADAL" clId="{5B710B73-F6D6-4A7D-9276-5384056BD54A}" dt="2022-11-22T16:17:03.553" v="8480" actId="478"/>
          <ac:spMkLst>
            <pc:docMk/>
            <pc:sldMk cId="1050852855" sldId="9788"/>
            <ac:spMk id="9" creationId="{539FA1C7-789B-A28E-ADF5-1271333AFDAE}"/>
          </ac:spMkLst>
        </pc:spChg>
        <pc:spChg chg="del mod topLvl">
          <ac:chgData name="Macher, Andreas (DI FA CTR PLC PPM)" userId="f1dcac62-7bef-43eb-91f0-927336a1714f" providerId="ADAL" clId="{5B710B73-F6D6-4A7D-9276-5384056BD54A}" dt="2022-11-22T16:17:02.501" v="8479" actId="478"/>
          <ac:spMkLst>
            <pc:docMk/>
            <pc:sldMk cId="1050852855" sldId="9788"/>
            <ac:spMk id="10" creationId="{A28FDAFE-45D2-379E-0AFB-0C7605225F9C}"/>
          </ac:spMkLst>
        </pc:spChg>
        <pc:spChg chg="mod">
          <ac:chgData name="Macher, Andreas (DI FA CTR PLC PPM)" userId="f1dcac62-7bef-43eb-91f0-927336a1714f" providerId="ADAL" clId="{5B710B73-F6D6-4A7D-9276-5384056BD54A}" dt="2022-11-22T16:17:05.901" v="8481" actId="6549"/>
          <ac:spMkLst>
            <pc:docMk/>
            <pc:sldMk cId="1050852855" sldId="9788"/>
            <ac:spMk id="13" creationId="{3A3B1137-CE3A-9154-FBBE-CEA6C646BF11}"/>
          </ac:spMkLst>
        </pc:spChg>
        <pc:spChg chg="add mod ord">
          <ac:chgData name="Macher, Andreas (DI FA CTR PLC PPM)" userId="f1dcac62-7bef-43eb-91f0-927336a1714f" providerId="ADAL" clId="{5B710B73-F6D6-4A7D-9276-5384056BD54A}" dt="2022-11-07T21:02:27.889" v="6530" actId="167"/>
          <ac:spMkLst>
            <pc:docMk/>
            <pc:sldMk cId="1050852855" sldId="9788"/>
            <ac:spMk id="14" creationId="{C12B61D2-6650-5981-42D5-B4D6C17F63A0}"/>
          </ac:spMkLst>
        </pc:spChg>
        <pc:spChg chg="add mod ord">
          <ac:chgData name="Macher, Andreas (DI FA CTR PLC PPM)" userId="f1dcac62-7bef-43eb-91f0-927336a1714f" providerId="ADAL" clId="{5B710B73-F6D6-4A7D-9276-5384056BD54A}" dt="2022-11-07T21:02:27.889" v="6530" actId="167"/>
          <ac:spMkLst>
            <pc:docMk/>
            <pc:sldMk cId="1050852855" sldId="9788"/>
            <ac:spMk id="15" creationId="{07E1ABD3-C73E-CE33-7C40-96148716B00E}"/>
          </ac:spMkLst>
        </pc:spChg>
        <pc:spChg chg="del">
          <ac:chgData name="Macher, Andreas (DI FA CTR PLC PPM)" userId="f1dcac62-7bef-43eb-91f0-927336a1714f" providerId="ADAL" clId="{5B710B73-F6D6-4A7D-9276-5384056BD54A}" dt="2022-11-22T16:16:54.395" v="8477" actId="478"/>
          <ac:spMkLst>
            <pc:docMk/>
            <pc:sldMk cId="1050852855" sldId="9788"/>
            <ac:spMk id="16" creationId="{B2077905-3866-2E89-C551-4E5FEF1EBCC7}"/>
          </ac:spMkLst>
        </pc:spChg>
        <pc:spChg chg="del">
          <ac:chgData name="Macher, Andreas (DI FA CTR PLC PPM)" userId="f1dcac62-7bef-43eb-91f0-927336a1714f" providerId="ADAL" clId="{5B710B73-F6D6-4A7D-9276-5384056BD54A}" dt="2022-10-26T14:07:37.910" v="3099" actId="478"/>
          <ac:spMkLst>
            <pc:docMk/>
            <pc:sldMk cId="1050852855" sldId="9788"/>
            <ac:spMk id="21" creationId="{22048223-84A6-F3BD-0CD7-BADF67CB68AA}"/>
          </ac:spMkLst>
        </pc:spChg>
        <pc:spChg chg="add mod ord">
          <ac:chgData name="Macher, Andreas (DI FA CTR PLC PPM)" userId="f1dcac62-7bef-43eb-91f0-927336a1714f" providerId="ADAL" clId="{5B710B73-F6D6-4A7D-9276-5384056BD54A}" dt="2022-11-23T12:21:55.580" v="8996"/>
          <ac:spMkLst>
            <pc:docMk/>
            <pc:sldMk cId="1050852855" sldId="9788"/>
            <ac:spMk id="23" creationId="{A3F1D56D-4B75-6B78-281C-BEF04A568638}"/>
          </ac:spMkLst>
        </pc:spChg>
        <pc:spChg chg="add del mod">
          <ac:chgData name="Macher, Andreas (DI FA CTR PLC PPM)" userId="f1dcac62-7bef-43eb-91f0-927336a1714f" providerId="ADAL" clId="{5B710B73-F6D6-4A7D-9276-5384056BD54A}" dt="2022-10-26T14:11:43.849" v="3266" actId="478"/>
          <ac:spMkLst>
            <pc:docMk/>
            <pc:sldMk cId="1050852855" sldId="9788"/>
            <ac:spMk id="24" creationId="{F019C327-5051-B271-A02C-E807AE168FE6}"/>
          </ac:spMkLst>
        </pc:spChg>
        <pc:spChg chg="add del mod">
          <ac:chgData name="Macher, Andreas (DI FA CTR PLC PPM)" userId="f1dcac62-7bef-43eb-91f0-927336a1714f" providerId="ADAL" clId="{5B710B73-F6D6-4A7D-9276-5384056BD54A}" dt="2022-10-26T14:11:43.849" v="3266" actId="478"/>
          <ac:spMkLst>
            <pc:docMk/>
            <pc:sldMk cId="1050852855" sldId="9788"/>
            <ac:spMk id="25" creationId="{66FD3213-EF75-AA79-B09E-544BBCAA0F2C}"/>
          </ac:spMkLst>
        </pc:spChg>
        <pc:spChg chg="add mod">
          <ac:chgData name="Macher, Andreas (DI FA CTR PLC PPM)" userId="f1dcac62-7bef-43eb-91f0-927336a1714f" providerId="ADAL" clId="{5B710B73-F6D6-4A7D-9276-5384056BD54A}" dt="2022-11-07T21:02:50.599" v="6533" actId="207"/>
          <ac:spMkLst>
            <pc:docMk/>
            <pc:sldMk cId="1050852855" sldId="9788"/>
            <ac:spMk id="26" creationId="{75627A6B-8C43-B0EE-BA70-427465844F88}"/>
          </ac:spMkLst>
        </pc:spChg>
        <pc:spChg chg="del">
          <ac:chgData name="Macher, Andreas (DI FA CTR PLC PPM)" userId="f1dcac62-7bef-43eb-91f0-927336a1714f" providerId="ADAL" clId="{5B710B73-F6D6-4A7D-9276-5384056BD54A}" dt="2022-10-26T14:07:37.910" v="3099" actId="478"/>
          <ac:spMkLst>
            <pc:docMk/>
            <pc:sldMk cId="1050852855" sldId="9788"/>
            <ac:spMk id="27" creationId="{5CA707BA-4150-37B1-CB87-9E3278E94B1F}"/>
          </ac:spMkLst>
        </pc:spChg>
        <pc:spChg chg="del">
          <ac:chgData name="Macher, Andreas (DI FA CTR PLC PPM)" userId="f1dcac62-7bef-43eb-91f0-927336a1714f" providerId="ADAL" clId="{5B710B73-F6D6-4A7D-9276-5384056BD54A}" dt="2022-10-26T14:07:37.910" v="3099" actId="478"/>
          <ac:spMkLst>
            <pc:docMk/>
            <pc:sldMk cId="1050852855" sldId="9788"/>
            <ac:spMk id="28" creationId="{23674974-96F5-1185-D955-1728D9AC822F}"/>
          </ac:spMkLst>
        </pc:spChg>
        <pc:spChg chg="add mod">
          <ac:chgData name="Macher, Andreas (DI FA CTR PLC PPM)" userId="f1dcac62-7bef-43eb-91f0-927336a1714f" providerId="ADAL" clId="{5B710B73-F6D6-4A7D-9276-5384056BD54A}" dt="2022-11-07T21:02:50.599" v="6533" actId="207"/>
          <ac:spMkLst>
            <pc:docMk/>
            <pc:sldMk cId="1050852855" sldId="9788"/>
            <ac:spMk id="29" creationId="{847E183C-7966-EBC7-3162-71E1D339C6E7}"/>
          </ac:spMkLst>
        </pc:spChg>
        <pc:spChg chg="add mod">
          <ac:chgData name="Macher, Andreas (DI FA CTR PLC PPM)" userId="f1dcac62-7bef-43eb-91f0-927336a1714f" providerId="ADAL" clId="{5B710B73-F6D6-4A7D-9276-5384056BD54A}" dt="2022-11-07T21:02:50.599" v="6533" actId="207"/>
          <ac:spMkLst>
            <pc:docMk/>
            <pc:sldMk cId="1050852855" sldId="9788"/>
            <ac:spMk id="30" creationId="{CFEF0230-B64A-FD10-A5B3-E0DCB1B14664}"/>
          </ac:spMkLst>
        </pc:spChg>
        <pc:spChg chg="del">
          <ac:chgData name="Macher, Andreas (DI FA CTR PLC PPM)" userId="f1dcac62-7bef-43eb-91f0-927336a1714f" providerId="ADAL" clId="{5B710B73-F6D6-4A7D-9276-5384056BD54A}" dt="2022-10-26T14:07:37.910" v="3099" actId="478"/>
          <ac:spMkLst>
            <pc:docMk/>
            <pc:sldMk cId="1050852855" sldId="9788"/>
            <ac:spMk id="195" creationId="{734A3145-C1D5-6147-A53E-CB212E01E61B}"/>
          </ac:spMkLst>
        </pc:spChg>
        <pc:spChg chg="del">
          <ac:chgData name="Macher, Andreas (DI FA CTR PLC PPM)" userId="f1dcac62-7bef-43eb-91f0-927336a1714f" providerId="ADAL" clId="{5B710B73-F6D6-4A7D-9276-5384056BD54A}" dt="2022-10-26T14:07:37.910" v="3099" actId="478"/>
          <ac:spMkLst>
            <pc:docMk/>
            <pc:sldMk cId="1050852855" sldId="9788"/>
            <ac:spMk id="196" creationId="{6D121528-EBBA-5612-B7CE-4961837E721B}"/>
          </ac:spMkLst>
        </pc:spChg>
        <pc:spChg chg="del">
          <ac:chgData name="Macher, Andreas (DI FA CTR PLC PPM)" userId="f1dcac62-7bef-43eb-91f0-927336a1714f" providerId="ADAL" clId="{5B710B73-F6D6-4A7D-9276-5384056BD54A}" dt="2022-10-26T14:07:37.910" v="3099" actId="478"/>
          <ac:spMkLst>
            <pc:docMk/>
            <pc:sldMk cId="1050852855" sldId="9788"/>
            <ac:spMk id="284" creationId="{CB74631C-79C3-CE9C-1654-A14C90EFB6E6}"/>
          </ac:spMkLst>
        </pc:spChg>
        <pc:spChg chg="mod">
          <ac:chgData name="Macher, Andreas (DI FA CTR PLC PPM)" userId="f1dcac62-7bef-43eb-91f0-927336a1714f" providerId="ADAL" clId="{5B710B73-F6D6-4A7D-9276-5384056BD54A}" dt="2022-10-26T14:07:58.982" v="3156" actId="1035"/>
          <ac:spMkLst>
            <pc:docMk/>
            <pc:sldMk cId="1050852855" sldId="9788"/>
            <ac:spMk id="291" creationId="{1790F7CD-A4E6-69EE-AD71-2DD9B294C556}"/>
          </ac:spMkLst>
        </pc:spChg>
        <pc:spChg chg="mod">
          <ac:chgData name="Macher, Andreas (DI FA CTR PLC PPM)" userId="f1dcac62-7bef-43eb-91f0-927336a1714f" providerId="ADAL" clId="{5B710B73-F6D6-4A7D-9276-5384056BD54A}" dt="2022-10-26T14:07:58.982" v="3156" actId="1035"/>
          <ac:spMkLst>
            <pc:docMk/>
            <pc:sldMk cId="1050852855" sldId="9788"/>
            <ac:spMk id="292" creationId="{337120A2-EE57-CCF6-88A4-8A40A84DB80E}"/>
          </ac:spMkLst>
        </pc:spChg>
        <pc:spChg chg="mod">
          <ac:chgData name="Macher, Andreas (DI FA CTR PLC PPM)" userId="f1dcac62-7bef-43eb-91f0-927336a1714f" providerId="ADAL" clId="{5B710B73-F6D6-4A7D-9276-5384056BD54A}" dt="2022-10-26T14:07:58.982" v="3156" actId="1035"/>
          <ac:spMkLst>
            <pc:docMk/>
            <pc:sldMk cId="1050852855" sldId="9788"/>
            <ac:spMk id="295" creationId="{0BFD3321-5E0C-527E-3265-08F4A0CC10A0}"/>
          </ac:spMkLst>
        </pc:spChg>
        <pc:spChg chg="mod">
          <ac:chgData name="Macher, Andreas (DI FA CTR PLC PPM)" userId="f1dcac62-7bef-43eb-91f0-927336a1714f" providerId="ADAL" clId="{5B710B73-F6D6-4A7D-9276-5384056BD54A}" dt="2022-10-26T14:07:58.982" v="3156" actId="1035"/>
          <ac:spMkLst>
            <pc:docMk/>
            <pc:sldMk cId="1050852855" sldId="9788"/>
            <ac:spMk id="296" creationId="{A9F4EAE8-02B2-3FFD-F35C-D977ABD62BED}"/>
          </ac:spMkLst>
        </pc:spChg>
        <pc:spChg chg="mod">
          <ac:chgData name="Macher, Andreas (DI FA CTR PLC PPM)" userId="f1dcac62-7bef-43eb-91f0-927336a1714f" providerId="ADAL" clId="{5B710B73-F6D6-4A7D-9276-5384056BD54A}" dt="2022-10-26T14:07:58.982" v="3156" actId="1035"/>
          <ac:spMkLst>
            <pc:docMk/>
            <pc:sldMk cId="1050852855" sldId="9788"/>
            <ac:spMk id="318" creationId="{1CB14370-8E04-7CA5-984C-A9B7F2C2A4C7}"/>
          </ac:spMkLst>
        </pc:spChg>
        <pc:spChg chg="mod">
          <ac:chgData name="Macher, Andreas (DI FA CTR PLC PPM)" userId="f1dcac62-7bef-43eb-91f0-927336a1714f" providerId="ADAL" clId="{5B710B73-F6D6-4A7D-9276-5384056BD54A}" dt="2022-10-26T14:07:58.982" v="3156" actId="1035"/>
          <ac:spMkLst>
            <pc:docMk/>
            <pc:sldMk cId="1050852855" sldId="9788"/>
            <ac:spMk id="319" creationId="{B7C8DA23-0A55-1FB6-E9E7-DED2F3FC01F5}"/>
          </ac:spMkLst>
        </pc:spChg>
        <pc:spChg chg="mod">
          <ac:chgData name="Macher, Andreas (DI FA CTR PLC PPM)" userId="f1dcac62-7bef-43eb-91f0-927336a1714f" providerId="ADAL" clId="{5B710B73-F6D6-4A7D-9276-5384056BD54A}" dt="2022-10-26T14:07:58.982" v="3156" actId="1035"/>
          <ac:spMkLst>
            <pc:docMk/>
            <pc:sldMk cId="1050852855" sldId="9788"/>
            <ac:spMk id="326" creationId="{2FD67715-3BBF-3F3E-D56A-9DC6D7C1F35D}"/>
          </ac:spMkLst>
        </pc:spChg>
        <pc:spChg chg="mod">
          <ac:chgData name="Macher, Andreas (DI FA CTR PLC PPM)" userId="f1dcac62-7bef-43eb-91f0-927336a1714f" providerId="ADAL" clId="{5B710B73-F6D6-4A7D-9276-5384056BD54A}" dt="2022-10-26T14:07:58.982" v="3156" actId="1035"/>
          <ac:spMkLst>
            <pc:docMk/>
            <pc:sldMk cId="1050852855" sldId="9788"/>
            <ac:spMk id="327" creationId="{7A5106F3-A757-D62E-D831-5F258186BD96}"/>
          </ac:spMkLst>
        </pc:spChg>
        <pc:spChg chg="mod">
          <ac:chgData name="Macher, Andreas (DI FA CTR PLC PPM)" userId="f1dcac62-7bef-43eb-91f0-927336a1714f" providerId="ADAL" clId="{5B710B73-F6D6-4A7D-9276-5384056BD54A}" dt="2022-10-26T14:07:58.982" v="3156" actId="1035"/>
          <ac:spMkLst>
            <pc:docMk/>
            <pc:sldMk cId="1050852855" sldId="9788"/>
            <ac:spMk id="345" creationId="{02B49DDF-9C0A-2F74-12A9-342428E827E2}"/>
          </ac:spMkLst>
        </pc:spChg>
        <pc:spChg chg="mod">
          <ac:chgData name="Macher, Andreas (DI FA CTR PLC PPM)" userId="f1dcac62-7bef-43eb-91f0-927336a1714f" providerId="ADAL" clId="{5B710B73-F6D6-4A7D-9276-5384056BD54A}" dt="2022-10-26T14:07:58.982" v="3156" actId="1035"/>
          <ac:spMkLst>
            <pc:docMk/>
            <pc:sldMk cId="1050852855" sldId="9788"/>
            <ac:spMk id="353" creationId="{05E7B15D-BF07-CC03-CBCA-BF80BA7451C1}"/>
          </ac:spMkLst>
        </pc:spChg>
        <pc:spChg chg="mod">
          <ac:chgData name="Macher, Andreas (DI FA CTR PLC PPM)" userId="f1dcac62-7bef-43eb-91f0-927336a1714f" providerId="ADAL" clId="{5B710B73-F6D6-4A7D-9276-5384056BD54A}" dt="2022-10-26T14:07:58.982" v="3156" actId="1035"/>
          <ac:spMkLst>
            <pc:docMk/>
            <pc:sldMk cId="1050852855" sldId="9788"/>
            <ac:spMk id="356" creationId="{B7F35589-B9D6-B5DF-AD43-5BC60A29634C}"/>
          </ac:spMkLst>
        </pc:spChg>
        <pc:spChg chg="del">
          <ac:chgData name="Macher, Andreas (DI FA CTR PLC PPM)" userId="f1dcac62-7bef-43eb-91f0-927336a1714f" providerId="ADAL" clId="{5B710B73-F6D6-4A7D-9276-5384056BD54A}" dt="2022-10-26T14:07:37.910" v="3099" actId="478"/>
          <ac:spMkLst>
            <pc:docMk/>
            <pc:sldMk cId="1050852855" sldId="9788"/>
            <ac:spMk id="357" creationId="{204D4412-7DD7-2786-EFA6-D34B85B79FB1}"/>
          </ac:spMkLst>
        </pc:spChg>
        <pc:spChg chg="del">
          <ac:chgData name="Macher, Andreas (DI FA CTR PLC PPM)" userId="f1dcac62-7bef-43eb-91f0-927336a1714f" providerId="ADAL" clId="{5B710B73-F6D6-4A7D-9276-5384056BD54A}" dt="2022-10-26T14:07:37.910" v="3099" actId="478"/>
          <ac:spMkLst>
            <pc:docMk/>
            <pc:sldMk cId="1050852855" sldId="9788"/>
            <ac:spMk id="362" creationId="{04DAC075-F734-4538-F918-02D013E18F87}"/>
          </ac:spMkLst>
        </pc:spChg>
        <pc:spChg chg="mod">
          <ac:chgData name="Macher, Andreas (DI FA CTR PLC PPM)" userId="f1dcac62-7bef-43eb-91f0-927336a1714f" providerId="ADAL" clId="{5B710B73-F6D6-4A7D-9276-5384056BD54A}" dt="2022-10-26T14:07:58.982" v="3156" actId="1035"/>
          <ac:spMkLst>
            <pc:docMk/>
            <pc:sldMk cId="1050852855" sldId="9788"/>
            <ac:spMk id="364" creationId="{B1010F19-585D-E441-A9BA-DDAD0CA13082}"/>
          </ac:spMkLst>
        </pc:spChg>
        <pc:spChg chg="mod">
          <ac:chgData name="Macher, Andreas (DI FA CTR PLC PPM)" userId="f1dcac62-7bef-43eb-91f0-927336a1714f" providerId="ADAL" clId="{5B710B73-F6D6-4A7D-9276-5384056BD54A}" dt="2022-11-16T16:08:13.302" v="7888" actId="207"/>
          <ac:spMkLst>
            <pc:docMk/>
            <pc:sldMk cId="1050852855" sldId="9788"/>
            <ac:spMk id="386" creationId="{C8674459-F4FB-603E-3966-E5546FDA999A}"/>
          </ac:spMkLst>
        </pc:spChg>
        <pc:spChg chg="del">
          <ac:chgData name="Macher, Andreas (DI FA CTR PLC PPM)" userId="f1dcac62-7bef-43eb-91f0-927336a1714f" providerId="ADAL" clId="{5B710B73-F6D6-4A7D-9276-5384056BD54A}" dt="2022-10-26T14:07:37.910" v="3099" actId="478"/>
          <ac:spMkLst>
            <pc:docMk/>
            <pc:sldMk cId="1050852855" sldId="9788"/>
            <ac:spMk id="387" creationId="{3503F1FE-9683-5098-7F33-9FF804975DA3}"/>
          </ac:spMkLst>
        </pc:spChg>
        <pc:spChg chg="del">
          <ac:chgData name="Macher, Andreas (DI FA CTR PLC PPM)" userId="f1dcac62-7bef-43eb-91f0-927336a1714f" providerId="ADAL" clId="{5B710B73-F6D6-4A7D-9276-5384056BD54A}" dt="2022-10-26T14:07:37.910" v="3099" actId="478"/>
          <ac:spMkLst>
            <pc:docMk/>
            <pc:sldMk cId="1050852855" sldId="9788"/>
            <ac:spMk id="388" creationId="{8E52AF72-3564-4AE5-9D31-181D37F2A216}"/>
          </ac:spMkLst>
        </pc:spChg>
        <pc:spChg chg="mod">
          <ac:chgData name="Macher, Andreas (DI FA CTR PLC PPM)" userId="f1dcac62-7bef-43eb-91f0-927336a1714f" providerId="ADAL" clId="{5B710B73-F6D6-4A7D-9276-5384056BD54A}" dt="2022-11-07T21:02:54.093" v="6534" actId="207"/>
          <ac:spMkLst>
            <pc:docMk/>
            <pc:sldMk cId="1050852855" sldId="9788"/>
            <ac:spMk id="389" creationId="{43146D93-CF0D-5EB2-B4BF-99099E9EBF8A}"/>
          </ac:spMkLst>
        </pc:spChg>
        <pc:spChg chg="del">
          <ac:chgData name="Macher, Andreas (DI FA CTR PLC PPM)" userId="f1dcac62-7bef-43eb-91f0-927336a1714f" providerId="ADAL" clId="{5B710B73-F6D6-4A7D-9276-5384056BD54A}" dt="2022-10-26T14:07:37.910" v="3099" actId="478"/>
          <ac:spMkLst>
            <pc:docMk/>
            <pc:sldMk cId="1050852855" sldId="9788"/>
            <ac:spMk id="390" creationId="{D5A49815-7B4B-7D0A-59DE-CFA34A972FD2}"/>
          </ac:spMkLst>
        </pc:spChg>
        <pc:spChg chg="del mod">
          <ac:chgData name="Macher, Andreas (DI FA CTR PLC PPM)" userId="f1dcac62-7bef-43eb-91f0-927336a1714f" providerId="ADAL" clId="{5B710B73-F6D6-4A7D-9276-5384056BD54A}" dt="2022-10-26T14:09:13.210" v="3163" actId="478"/>
          <ac:spMkLst>
            <pc:docMk/>
            <pc:sldMk cId="1050852855" sldId="9788"/>
            <ac:spMk id="391" creationId="{28B168FB-6801-5594-AC18-C70D5215439D}"/>
          </ac:spMkLst>
        </pc:spChg>
        <pc:spChg chg="del">
          <ac:chgData name="Macher, Andreas (DI FA CTR PLC PPM)" userId="f1dcac62-7bef-43eb-91f0-927336a1714f" providerId="ADAL" clId="{5B710B73-F6D6-4A7D-9276-5384056BD54A}" dt="2022-10-26T14:07:37.910" v="3099" actId="478"/>
          <ac:spMkLst>
            <pc:docMk/>
            <pc:sldMk cId="1050852855" sldId="9788"/>
            <ac:spMk id="393" creationId="{F478D910-847D-BD67-88DB-E827EAF11CA2}"/>
          </ac:spMkLst>
        </pc:spChg>
        <pc:spChg chg="del">
          <ac:chgData name="Macher, Andreas (DI FA CTR PLC PPM)" userId="f1dcac62-7bef-43eb-91f0-927336a1714f" providerId="ADAL" clId="{5B710B73-F6D6-4A7D-9276-5384056BD54A}" dt="2022-10-26T14:07:37.910" v="3099" actId="478"/>
          <ac:spMkLst>
            <pc:docMk/>
            <pc:sldMk cId="1050852855" sldId="9788"/>
            <ac:spMk id="394" creationId="{2C024769-EF40-A610-DB07-C87EF6BB3235}"/>
          </ac:spMkLst>
        </pc:spChg>
        <pc:spChg chg="mod">
          <ac:chgData name="Macher, Andreas (DI FA CTR PLC PPM)" userId="f1dcac62-7bef-43eb-91f0-927336a1714f" providerId="ADAL" clId="{5B710B73-F6D6-4A7D-9276-5384056BD54A}" dt="2022-10-26T14:07:58.982" v="3156" actId="1035"/>
          <ac:spMkLst>
            <pc:docMk/>
            <pc:sldMk cId="1050852855" sldId="9788"/>
            <ac:spMk id="402" creationId="{7A8C476C-9E1C-8763-CA80-747617AE5BBA}"/>
          </ac:spMkLst>
        </pc:spChg>
        <pc:spChg chg="mod">
          <ac:chgData name="Macher, Andreas (DI FA CTR PLC PPM)" userId="f1dcac62-7bef-43eb-91f0-927336a1714f" providerId="ADAL" clId="{5B710B73-F6D6-4A7D-9276-5384056BD54A}" dt="2022-10-26T14:07:58.982" v="3156" actId="1035"/>
          <ac:spMkLst>
            <pc:docMk/>
            <pc:sldMk cId="1050852855" sldId="9788"/>
            <ac:spMk id="403" creationId="{1AF551C0-4522-F002-FD13-BECBF6449CA1}"/>
          </ac:spMkLst>
        </pc:spChg>
        <pc:grpChg chg="del">
          <ac:chgData name="Macher, Andreas (DI FA CTR PLC PPM)" userId="f1dcac62-7bef-43eb-91f0-927336a1714f" providerId="ADAL" clId="{5B710B73-F6D6-4A7D-9276-5384056BD54A}" dt="2022-10-26T14:07:37.910" v="3099" actId="478"/>
          <ac:grpSpMkLst>
            <pc:docMk/>
            <pc:sldMk cId="1050852855" sldId="9788"/>
            <ac:grpSpMk id="3" creationId="{3AADA93F-03ED-F213-8A4D-832B4C1E8143}"/>
          </ac:grpSpMkLst>
        </pc:grpChg>
        <pc:grpChg chg="del">
          <ac:chgData name="Macher, Andreas (DI FA CTR PLC PPM)" userId="f1dcac62-7bef-43eb-91f0-927336a1714f" providerId="ADAL" clId="{5B710B73-F6D6-4A7D-9276-5384056BD54A}" dt="2022-11-22T16:17:02.501" v="8479" actId="478"/>
          <ac:grpSpMkLst>
            <pc:docMk/>
            <pc:sldMk cId="1050852855" sldId="9788"/>
            <ac:grpSpMk id="8" creationId="{384FD434-CD2E-43F5-B04E-C2EC398A98E4}"/>
          </ac:grpSpMkLst>
        </pc:grpChg>
        <pc:grpChg chg="del">
          <ac:chgData name="Macher, Andreas (DI FA CTR PLC PPM)" userId="f1dcac62-7bef-43eb-91f0-927336a1714f" providerId="ADAL" clId="{5B710B73-F6D6-4A7D-9276-5384056BD54A}" dt="2022-11-22T16:17:10.483" v="8482" actId="478"/>
          <ac:grpSpMkLst>
            <pc:docMk/>
            <pc:sldMk cId="1050852855" sldId="9788"/>
            <ac:grpSpMk id="11" creationId="{6D9E6F10-3613-867B-ABA2-9FDA4E1F3C68}"/>
          </ac:grpSpMkLst>
        </pc:grpChg>
        <pc:grpChg chg="del">
          <ac:chgData name="Macher, Andreas (DI FA CTR PLC PPM)" userId="f1dcac62-7bef-43eb-91f0-927336a1714f" providerId="ADAL" clId="{5B710B73-F6D6-4A7D-9276-5384056BD54A}" dt="2022-10-26T14:07:37.910" v="3099" actId="478"/>
          <ac:grpSpMkLst>
            <pc:docMk/>
            <pc:sldMk cId="1050852855" sldId="9788"/>
            <ac:grpSpMk id="261" creationId="{C8267532-671D-2490-5102-A75C9FFB9CB1}"/>
          </ac:grpSpMkLst>
        </pc:grpChg>
        <pc:grpChg chg="del mod">
          <ac:chgData name="Macher, Andreas (DI FA CTR PLC PPM)" userId="f1dcac62-7bef-43eb-91f0-927336a1714f" providerId="ADAL" clId="{5B710B73-F6D6-4A7D-9276-5384056BD54A}" dt="2022-11-07T21:02:38.373" v="6532" actId="478"/>
          <ac:grpSpMkLst>
            <pc:docMk/>
            <pc:sldMk cId="1050852855" sldId="9788"/>
            <ac:grpSpMk id="321" creationId="{8E3C3B4C-AE32-5E90-C7CF-DF48DFE89A8B}"/>
          </ac:grpSpMkLst>
        </pc:grpChg>
        <pc:picChg chg="del">
          <ac:chgData name="Macher, Andreas (DI FA CTR PLC PPM)" userId="f1dcac62-7bef-43eb-91f0-927336a1714f" providerId="ADAL" clId="{5B710B73-F6D6-4A7D-9276-5384056BD54A}" dt="2022-10-26T14:07:37.910" v="3099" actId="478"/>
          <ac:picMkLst>
            <pc:docMk/>
            <pc:sldMk cId="1050852855" sldId="9788"/>
            <ac:picMk id="199" creationId="{8D49CA18-6311-641B-01E2-3EABF40B46FB}"/>
          </ac:picMkLst>
        </pc:picChg>
        <pc:picChg chg="del">
          <ac:chgData name="Macher, Andreas (DI FA CTR PLC PPM)" userId="f1dcac62-7bef-43eb-91f0-927336a1714f" providerId="ADAL" clId="{5B710B73-F6D6-4A7D-9276-5384056BD54A}" dt="2022-10-26T14:07:37.910" v="3099" actId="478"/>
          <ac:picMkLst>
            <pc:docMk/>
            <pc:sldMk cId="1050852855" sldId="9788"/>
            <ac:picMk id="259" creationId="{F64E7214-A500-CB89-4587-6243EC5C6DB2}"/>
          </ac:picMkLst>
        </pc:picChg>
        <pc:picChg chg="del mod">
          <ac:chgData name="Macher, Andreas (DI FA CTR PLC PPM)" userId="f1dcac62-7bef-43eb-91f0-927336a1714f" providerId="ADAL" clId="{5B710B73-F6D6-4A7D-9276-5384056BD54A}" dt="2022-11-07T21:02:34.960" v="6531" actId="478"/>
          <ac:picMkLst>
            <pc:docMk/>
            <pc:sldMk cId="1050852855" sldId="9788"/>
            <ac:picMk id="320" creationId="{82D32524-5FAB-F249-DCC0-00250E2BDDF7}"/>
          </ac:picMkLst>
        </pc:picChg>
        <pc:picChg chg="mod">
          <ac:chgData name="Macher, Andreas (DI FA CTR PLC PPM)" userId="f1dcac62-7bef-43eb-91f0-927336a1714f" providerId="ADAL" clId="{5B710B73-F6D6-4A7D-9276-5384056BD54A}" dt="2022-10-26T14:07:58.982" v="3156" actId="1035"/>
          <ac:picMkLst>
            <pc:docMk/>
            <pc:sldMk cId="1050852855" sldId="9788"/>
            <ac:picMk id="322" creationId="{1C28AA6F-6DF0-10DD-75A2-5058EB70AD4C}"/>
          </ac:picMkLst>
        </pc:picChg>
        <pc:picChg chg="mod">
          <ac:chgData name="Macher, Andreas (DI FA CTR PLC PPM)" userId="f1dcac62-7bef-43eb-91f0-927336a1714f" providerId="ADAL" clId="{5B710B73-F6D6-4A7D-9276-5384056BD54A}" dt="2022-10-26T14:07:58.982" v="3156" actId="1035"/>
          <ac:picMkLst>
            <pc:docMk/>
            <pc:sldMk cId="1050852855" sldId="9788"/>
            <ac:picMk id="323" creationId="{741B18A2-9A3E-5C40-24E9-3DFDDEB3C5CA}"/>
          </ac:picMkLst>
        </pc:picChg>
        <pc:picChg chg="mod">
          <ac:chgData name="Macher, Andreas (DI FA CTR PLC PPM)" userId="f1dcac62-7bef-43eb-91f0-927336a1714f" providerId="ADAL" clId="{5B710B73-F6D6-4A7D-9276-5384056BD54A}" dt="2022-10-26T14:07:58.982" v="3156" actId="1035"/>
          <ac:picMkLst>
            <pc:docMk/>
            <pc:sldMk cId="1050852855" sldId="9788"/>
            <ac:picMk id="324" creationId="{58F5E5AF-983B-DF34-7949-8ABA920EB4CE}"/>
          </ac:picMkLst>
        </pc:picChg>
        <pc:picChg chg="mod">
          <ac:chgData name="Macher, Andreas (DI FA CTR PLC PPM)" userId="f1dcac62-7bef-43eb-91f0-927336a1714f" providerId="ADAL" clId="{5B710B73-F6D6-4A7D-9276-5384056BD54A}" dt="2022-10-26T14:07:58.982" v="3156" actId="1035"/>
          <ac:picMkLst>
            <pc:docMk/>
            <pc:sldMk cId="1050852855" sldId="9788"/>
            <ac:picMk id="325" creationId="{F177B562-FBD5-30A1-64E3-82FCC7F4B7EB}"/>
          </ac:picMkLst>
        </pc:picChg>
        <pc:picChg chg="mod">
          <ac:chgData name="Macher, Andreas (DI FA CTR PLC PPM)" userId="f1dcac62-7bef-43eb-91f0-927336a1714f" providerId="ADAL" clId="{5B710B73-F6D6-4A7D-9276-5384056BD54A}" dt="2022-10-26T14:07:58.982" v="3156" actId="1035"/>
          <ac:picMkLst>
            <pc:docMk/>
            <pc:sldMk cId="1050852855" sldId="9788"/>
            <ac:picMk id="328" creationId="{15E039CD-C716-90D6-24BE-8E59D6EBE03B}"/>
          </ac:picMkLst>
        </pc:picChg>
        <pc:picChg chg="mod">
          <ac:chgData name="Macher, Andreas (DI FA CTR PLC PPM)" userId="f1dcac62-7bef-43eb-91f0-927336a1714f" providerId="ADAL" clId="{5B710B73-F6D6-4A7D-9276-5384056BD54A}" dt="2022-10-26T14:07:58.982" v="3156" actId="1035"/>
          <ac:picMkLst>
            <pc:docMk/>
            <pc:sldMk cId="1050852855" sldId="9788"/>
            <ac:picMk id="331" creationId="{7F57C415-5570-A9D0-DEB5-18E9654252B9}"/>
          </ac:picMkLst>
        </pc:picChg>
        <pc:picChg chg="del">
          <ac:chgData name="Macher, Andreas (DI FA CTR PLC PPM)" userId="f1dcac62-7bef-43eb-91f0-927336a1714f" providerId="ADAL" clId="{5B710B73-F6D6-4A7D-9276-5384056BD54A}" dt="2022-10-26T14:07:37.910" v="3099" actId="478"/>
          <ac:picMkLst>
            <pc:docMk/>
            <pc:sldMk cId="1050852855" sldId="9788"/>
            <ac:picMk id="352" creationId="{35609A75-B240-1CFB-6DFF-E2BB5CB3F936}"/>
          </ac:picMkLst>
        </pc:picChg>
        <pc:picChg chg="add del mod">
          <ac:chgData name="Macher, Andreas (DI FA CTR PLC PPM)" userId="f1dcac62-7bef-43eb-91f0-927336a1714f" providerId="ADAL" clId="{5B710B73-F6D6-4A7D-9276-5384056BD54A}" dt="2022-10-26T14:11:39.882" v="3265" actId="478"/>
          <ac:picMkLst>
            <pc:docMk/>
            <pc:sldMk cId="1050852855" sldId="9788"/>
            <ac:picMk id="361" creationId="{6EDB0DD4-F8D5-DC43-1BAB-A19BFF76EAB0}"/>
          </ac:picMkLst>
        </pc:picChg>
        <pc:picChg chg="del">
          <ac:chgData name="Macher, Andreas (DI FA CTR PLC PPM)" userId="f1dcac62-7bef-43eb-91f0-927336a1714f" providerId="ADAL" clId="{5B710B73-F6D6-4A7D-9276-5384056BD54A}" dt="2022-10-26T14:07:37.910" v="3099" actId="478"/>
          <ac:picMkLst>
            <pc:docMk/>
            <pc:sldMk cId="1050852855" sldId="9788"/>
            <ac:picMk id="366" creationId="{560EE994-2F5F-686E-CE53-00CD4F76C01D}"/>
          </ac:picMkLst>
        </pc:picChg>
        <pc:picChg chg="mod">
          <ac:chgData name="Macher, Andreas (DI FA CTR PLC PPM)" userId="f1dcac62-7bef-43eb-91f0-927336a1714f" providerId="ADAL" clId="{5B710B73-F6D6-4A7D-9276-5384056BD54A}" dt="2022-10-26T14:07:58.982" v="3156" actId="1035"/>
          <ac:picMkLst>
            <pc:docMk/>
            <pc:sldMk cId="1050852855" sldId="9788"/>
            <ac:picMk id="385" creationId="{2C7A7BEB-4F49-BCD1-67B6-B28BE01FB830}"/>
          </ac:picMkLst>
        </pc:picChg>
        <pc:picChg chg="del">
          <ac:chgData name="Macher, Andreas (DI FA CTR PLC PPM)" userId="f1dcac62-7bef-43eb-91f0-927336a1714f" providerId="ADAL" clId="{5B710B73-F6D6-4A7D-9276-5384056BD54A}" dt="2022-10-26T14:07:37.910" v="3099" actId="478"/>
          <ac:picMkLst>
            <pc:docMk/>
            <pc:sldMk cId="1050852855" sldId="9788"/>
            <ac:picMk id="396" creationId="{0A045082-3DC0-76A0-C365-6030E06CE618}"/>
          </ac:picMkLst>
        </pc:picChg>
        <pc:picChg chg="mod">
          <ac:chgData name="Macher, Andreas (DI FA CTR PLC PPM)" userId="f1dcac62-7bef-43eb-91f0-927336a1714f" providerId="ADAL" clId="{5B710B73-F6D6-4A7D-9276-5384056BD54A}" dt="2022-10-26T14:07:58.982" v="3156" actId="1035"/>
          <ac:picMkLst>
            <pc:docMk/>
            <pc:sldMk cId="1050852855" sldId="9788"/>
            <ac:picMk id="398" creationId="{68F1A37B-97E9-5325-4DA9-28D5C2F5BCB1}"/>
          </ac:picMkLst>
        </pc:picChg>
        <pc:picChg chg="mod">
          <ac:chgData name="Macher, Andreas (DI FA CTR PLC PPM)" userId="f1dcac62-7bef-43eb-91f0-927336a1714f" providerId="ADAL" clId="{5B710B73-F6D6-4A7D-9276-5384056BD54A}" dt="2022-10-26T14:07:58.982" v="3156" actId="1035"/>
          <ac:picMkLst>
            <pc:docMk/>
            <pc:sldMk cId="1050852855" sldId="9788"/>
            <ac:picMk id="399" creationId="{AFD53B8E-8585-E41F-07AA-741339431D0D}"/>
          </ac:picMkLst>
        </pc:picChg>
        <pc:picChg chg="mod">
          <ac:chgData name="Macher, Andreas (DI FA CTR PLC PPM)" userId="f1dcac62-7bef-43eb-91f0-927336a1714f" providerId="ADAL" clId="{5B710B73-F6D6-4A7D-9276-5384056BD54A}" dt="2022-10-26T14:07:58.982" v="3156" actId="1035"/>
          <ac:picMkLst>
            <pc:docMk/>
            <pc:sldMk cId="1050852855" sldId="9788"/>
            <ac:picMk id="401" creationId="{D26420F4-7E8E-BC52-DBD7-F513DCC208ED}"/>
          </ac:picMkLst>
        </pc:picChg>
        <pc:picChg chg="mod">
          <ac:chgData name="Macher, Andreas (DI FA CTR PLC PPM)" userId="f1dcac62-7bef-43eb-91f0-927336a1714f" providerId="ADAL" clId="{5B710B73-F6D6-4A7D-9276-5384056BD54A}" dt="2022-10-26T14:07:58.982" v="3156" actId="1035"/>
          <ac:picMkLst>
            <pc:docMk/>
            <pc:sldMk cId="1050852855" sldId="9788"/>
            <ac:picMk id="404" creationId="{21CB84C7-A890-EAA7-2863-E89E36E2E07F}"/>
          </ac:picMkLst>
        </pc:picChg>
        <pc:picChg chg="add del mod">
          <ac:chgData name="Macher, Andreas (DI FA CTR PLC PPM)" userId="f1dcac62-7bef-43eb-91f0-927336a1714f" providerId="ADAL" clId="{5B710B73-F6D6-4A7D-9276-5384056BD54A}" dt="2022-10-26T14:11:39.882" v="3265" actId="478"/>
          <ac:picMkLst>
            <pc:docMk/>
            <pc:sldMk cId="1050852855" sldId="9788"/>
            <ac:picMk id="405" creationId="{D286F1DA-F547-34DF-18CA-D60EB720C8B7}"/>
          </ac:picMkLst>
        </pc:picChg>
        <pc:cxnChg chg="add del mod">
          <ac:chgData name="Macher, Andreas (DI FA CTR PLC PPM)" userId="f1dcac62-7bef-43eb-91f0-927336a1714f" providerId="ADAL" clId="{5B710B73-F6D6-4A7D-9276-5384056BD54A}" dt="2022-10-26T14:07:52.019" v="3155" actId="478"/>
          <ac:cxnSpMkLst>
            <pc:docMk/>
            <pc:sldMk cId="1050852855" sldId="9788"/>
            <ac:cxnSpMk id="22" creationId="{9520D52A-DB11-41B2-F1E0-BA2F416161AB}"/>
          </ac:cxnSpMkLst>
        </pc:cxnChg>
        <pc:cxnChg chg="del">
          <ac:chgData name="Macher, Andreas (DI FA CTR PLC PPM)" userId="f1dcac62-7bef-43eb-91f0-927336a1714f" providerId="ADAL" clId="{5B710B73-F6D6-4A7D-9276-5384056BD54A}" dt="2022-10-26T14:07:37.910" v="3099" actId="478"/>
          <ac:cxnSpMkLst>
            <pc:docMk/>
            <pc:sldMk cId="1050852855" sldId="9788"/>
            <ac:cxnSpMk id="258" creationId="{3647AEED-5AEC-7AFB-ED33-94DC8A131FA6}"/>
          </ac:cxnSpMkLst>
        </pc:cxnChg>
        <pc:cxnChg chg="del">
          <ac:chgData name="Macher, Andreas (DI FA CTR PLC PPM)" userId="f1dcac62-7bef-43eb-91f0-927336a1714f" providerId="ADAL" clId="{5B710B73-F6D6-4A7D-9276-5384056BD54A}" dt="2022-10-26T14:07:37.910" v="3099" actId="478"/>
          <ac:cxnSpMkLst>
            <pc:docMk/>
            <pc:sldMk cId="1050852855" sldId="9788"/>
            <ac:cxnSpMk id="289" creationId="{7A83525F-05E6-1DD2-4F3C-C2241868561F}"/>
          </ac:cxnSpMkLst>
        </pc:cxnChg>
        <pc:cxnChg chg="mod">
          <ac:chgData name="Macher, Andreas (DI FA CTR PLC PPM)" userId="f1dcac62-7bef-43eb-91f0-927336a1714f" providerId="ADAL" clId="{5B710B73-F6D6-4A7D-9276-5384056BD54A}" dt="2022-10-26T14:07:58.982" v="3156" actId="1035"/>
          <ac:cxnSpMkLst>
            <pc:docMk/>
            <pc:sldMk cId="1050852855" sldId="9788"/>
            <ac:cxnSpMk id="297" creationId="{FA98E88A-BAA4-7348-99AD-4B6E78DD6A84}"/>
          </ac:cxnSpMkLst>
        </pc:cxnChg>
        <pc:cxnChg chg="mod">
          <ac:chgData name="Macher, Andreas (DI FA CTR PLC PPM)" userId="f1dcac62-7bef-43eb-91f0-927336a1714f" providerId="ADAL" clId="{5B710B73-F6D6-4A7D-9276-5384056BD54A}" dt="2022-10-26T14:07:58.982" v="3156" actId="1035"/>
          <ac:cxnSpMkLst>
            <pc:docMk/>
            <pc:sldMk cId="1050852855" sldId="9788"/>
            <ac:cxnSpMk id="298" creationId="{15B1CEE6-8B32-93FF-C5C3-D42FE8F3525A}"/>
          </ac:cxnSpMkLst>
        </pc:cxnChg>
        <pc:cxnChg chg="del">
          <ac:chgData name="Macher, Andreas (DI FA CTR PLC PPM)" userId="f1dcac62-7bef-43eb-91f0-927336a1714f" providerId="ADAL" clId="{5B710B73-F6D6-4A7D-9276-5384056BD54A}" dt="2022-10-26T14:07:37.910" v="3099" actId="478"/>
          <ac:cxnSpMkLst>
            <pc:docMk/>
            <pc:sldMk cId="1050852855" sldId="9788"/>
            <ac:cxnSpMk id="332" creationId="{7C58B6FD-9DB2-D5AA-3ED5-2EEAB1DCB542}"/>
          </ac:cxnSpMkLst>
        </pc:cxnChg>
        <pc:cxnChg chg="mod">
          <ac:chgData name="Macher, Andreas (DI FA CTR PLC PPM)" userId="f1dcac62-7bef-43eb-91f0-927336a1714f" providerId="ADAL" clId="{5B710B73-F6D6-4A7D-9276-5384056BD54A}" dt="2022-10-26T14:07:58.982" v="3156" actId="1035"/>
          <ac:cxnSpMkLst>
            <pc:docMk/>
            <pc:sldMk cId="1050852855" sldId="9788"/>
            <ac:cxnSpMk id="346" creationId="{0FCCFB85-9437-AB59-66F2-BD26C843EA78}"/>
          </ac:cxnSpMkLst>
        </pc:cxnChg>
        <pc:cxnChg chg="mod">
          <ac:chgData name="Macher, Andreas (DI FA CTR PLC PPM)" userId="f1dcac62-7bef-43eb-91f0-927336a1714f" providerId="ADAL" clId="{5B710B73-F6D6-4A7D-9276-5384056BD54A}" dt="2022-10-26T14:07:58.982" v="3156" actId="1035"/>
          <ac:cxnSpMkLst>
            <pc:docMk/>
            <pc:sldMk cId="1050852855" sldId="9788"/>
            <ac:cxnSpMk id="347" creationId="{09C279E6-C9CF-6785-5370-10A42C347C60}"/>
          </ac:cxnSpMkLst>
        </pc:cxnChg>
        <pc:cxnChg chg="mod">
          <ac:chgData name="Macher, Andreas (DI FA CTR PLC PPM)" userId="f1dcac62-7bef-43eb-91f0-927336a1714f" providerId="ADAL" clId="{5B710B73-F6D6-4A7D-9276-5384056BD54A}" dt="2022-10-26T14:07:58.982" v="3156" actId="1035"/>
          <ac:cxnSpMkLst>
            <pc:docMk/>
            <pc:sldMk cId="1050852855" sldId="9788"/>
            <ac:cxnSpMk id="365" creationId="{92A46520-6EB0-2D2E-0FD8-9F895DBE1AF6}"/>
          </ac:cxnSpMkLst>
        </pc:cxnChg>
        <pc:cxnChg chg="del">
          <ac:chgData name="Macher, Andreas (DI FA CTR PLC PPM)" userId="f1dcac62-7bef-43eb-91f0-927336a1714f" providerId="ADAL" clId="{5B710B73-F6D6-4A7D-9276-5384056BD54A}" dt="2022-10-26T14:07:37.910" v="3099" actId="478"/>
          <ac:cxnSpMkLst>
            <pc:docMk/>
            <pc:sldMk cId="1050852855" sldId="9788"/>
            <ac:cxnSpMk id="392" creationId="{93B376AB-3CF8-D678-5436-9D58B9C3156B}"/>
          </ac:cxnSpMkLst>
        </pc:cxnChg>
      </pc:sldChg>
      <pc:sldChg chg="addSp delSp modSp mod chgLayout">
        <pc:chgData name="Macher, Andreas (DI FA CTR PLC PPM)" userId="f1dcac62-7bef-43eb-91f0-927336a1714f" providerId="ADAL" clId="{5B710B73-F6D6-4A7D-9276-5384056BD54A}" dt="2022-11-23T12:21:55.580" v="8996"/>
        <pc:sldMkLst>
          <pc:docMk/>
          <pc:sldMk cId="173002088" sldId="9789"/>
        </pc:sldMkLst>
        <pc:spChg chg="mod ord">
          <ac:chgData name="Macher, Andreas (DI FA CTR PLC PPM)" userId="f1dcac62-7bef-43eb-91f0-927336a1714f" providerId="ADAL" clId="{5B710B73-F6D6-4A7D-9276-5384056BD54A}" dt="2022-11-23T12:21:55.580" v="8996"/>
          <ac:spMkLst>
            <pc:docMk/>
            <pc:sldMk cId="173002088" sldId="9789"/>
            <ac:spMk id="2" creationId="{5B64D186-2FA4-4B6C-A55E-5EAD51E916BA}"/>
          </ac:spMkLst>
        </pc:spChg>
        <pc:spChg chg="mod ord">
          <ac:chgData name="Macher, Andreas (DI FA CTR PLC PPM)" userId="f1dcac62-7bef-43eb-91f0-927336a1714f" providerId="ADAL" clId="{5B710B73-F6D6-4A7D-9276-5384056BD54A}" dt="2022-11-07T21:04:05.956" v="6541" actId="700"/>
          <ac:spMkLst>
            <pc:docMk/>
            <pc:sldMk cId="173002088" sldId="9789"/>
            <ac:spMk id="4" creationId="{00000000-0000-0000-0000-000000000000}"/>
          </ac:spMkLst>
        </pc:spChg>
        <pc:spChg chg="add mod ord">
          <ac:chgData name="Macher, Andreas (DI FA CTR PLC PPM)" userId="f1dcac62-7bef-43eb-91f0-927336a1714f" providerId="ADAL" clId="{5B710B73-F6D6-4A7D-9276-5384056BD54A}" dt="2022-11-16T15:49:47.133" v="7721" actId="1076"/>
          <ac:spMkLst>
            <pc:docMk/>
            <pc:sldMk cId="173002088" sldId="9789"/>
            <ac:spMk id="9" creationId="{24CFCC64-D236-0ECE-3C28-68ED9060B84E}"/>
          </ac:spMkLst>
        </pc:spChg>
        <pc:spChg chg="add mod ord">
          <ac:chgData name="Macher, Andreas (DI FA CTR PLC PPM)" userId="f1dcac62-7bef-43eb-91f0-927336a1714f" providerId="ADAL" clId="{5B710B73-F6D6-4A7D-9276-5384056BD54A}" dt="2022-11-07T21:05:43.707" v="6549" actId="14100"/>
          <ac:spMkLst>
            <pc:docMk/>
            <pc:sldMk cId="173002088" sldId="9789"/>
            <ac:spMk id="10" creationId="{A8521D9B-4931-D501-03B7-4469AC8462EB}"/>
          </ac:spMkLst>
        </pc:spChg>
        <pc:spChg chg="add mod ord">
          <ac:chgData name="Macher, Andreas (DI FA CTR PLC PPM)" userId="f1dcac62-7bef-43eb-91f0-927336a1714f" providerId="ADAL" clId="{5B710B73-F6D6-4A7D-9276-5384056BD54A}" dt="2022-11-07T21:05:43.707" v="6549" actId="14100"/>
          <ac:spMkLst>
            <pc:docMk/>
            <pc:sldMk cId="173002088" sldId="9789"/>
            <ac:spMk id="11" creationId="{7BF8CB9A-CAE2-B934-0A8F-AE33BDF74B4B}"/>
          </ac:spMkLst>
        </pc:spChg>
        <pc:spChg chg="add mod ord">
          <ac:chgData name="Macher, Andreas (DI FA CTR PLC PPM)" userId="f1dcac62-7bef-43eb-91f0-927336a1714f" providerId="ADAL" clId="{5B710B73-F6D6-4A7D-9276-5384056BD54A}" dt="2022-11-07T21:05:43.707" v="6549" actId="14100"/>
          <ac:spMkLst>
            <pc:docMk/>
            <pc:sldMk cId="173002088" sldId="9789"/>
            <ac:spMk id="12" creationId="{C3F6B20E-4924-2A30-076E-F61626DEBB14}"/>
          </ac:spMkLst>
        </pc:spChg>
        <pc:spChg chg="del">
          <ac:chgData name="Macher, Andreas (DI FA CTR PLC PPM)" userId="f1dcac62-7bef-43eb-91f0-927336a1714f" providerId="ADAL" clId="{5B710B73-F6D6-4A7D-9276-5384056BD54A}" dt="2022-11-22T16:17:18.573" v="8483" actId="478"/>
          <ac:spMkLst>
            <pc:docMk/>
            <pc:sldMk cId="173002088" sldId="9789"/>
            <ac:spMk id="14" creationId="{A0D6190D-0DA7-D122-C1F3-1FF7765FF427}"/>
          </ac:spMkLst>
        </pc:spChg>
        <pc:spChg chg="mod">
          <ac:chgData name="Macher, Andreas (DI FA CTR PLC PPM)" userId="f1dcac62-7bef-43eb-91f0-927336a1714f" providerId="ADAL" clId="{5B710B73-F6D6-4A7D-9276-5384056BD54A}" dt="2022-11-07T21:05:54.796" v="6551" actId="20577"/>
          <ac:spMkLst>
            <pc:docMk/>
            <pc:sldMk cId="173002088" sldId="9789"/>
            <ac:spMk id="15" creationId="{023F9E43-4B78-74FB-BA97-FF070B027BC1}"/>
          </ac:spMkLst>
        </pc:spChg>
        <pc:spChg chg="mod">
          <ac:chgData name="Macher, Andreas (DI FA CTR PLC PPM)" userId="f1dcac62-7bef-43eb-91f0-927336a1714f" providerId="ADAL" clId="{5B710B73-F6D6-4A7D-9276-5384056BD54A}" dt="2022-11-07T21:05:51.048" v="6550" actId="20577"/>
          <ac:spMkLst>
            <pc:docMk/>
            <pc:sldMk cId="173002088" sldId="9789"/>
            <ac:spMk id="16" creationId="{399F7D5F-222C-8CF0-06A2-EAE9828A2E9B}"/>
          </ac:spMkLst>
        </pc:spChg>
        <pc:spChg chg="mod">
          <ac:chgData name="Macher, Andreas (DI FA CTR PLC PPM)" userId="f1dcac62-7bef-43eb-91f0-927336a1714f" providerId="ADAL" clId="{5B710B73-F6D6-4A7D-9276-5384056BD54A}" dt="2022-11-23T12:16:35.291" v="8980"/>
          <ac:spMkLst>
            <pc:docMk/>
            <pc:sldMk cId="173002088" sldId="9789"/>
            <ac:spMk id="17" creationId="{CB26C022-3216-2F88-A18D-A8895A99B892}"/>
          </ac:spMkLst>
        </pc:spChg>
        <pc:spChg chg="mod">
          <ac:chgData name="Macher, Andreas (DI FA CTR PLC PPM)" userId="f1dcac62-7bef-43eb-91f0-927336a1714f" providerId="ADAL" clId="{5B710B73-F6D6-4A7D-9276-5384056BD54A}" dt="2022-11-07T21:04:32.452" v="6543" actId="207"/>
          <ac:spMkLst>
            <pc:docMk/>
            <pc:sldMk cId="173002088" sldId="9789"/>
            <ac:spMk id="20" creationId="{5D1AE9B5-6A9F-8290-D9AC-D574A8EC8CFA}"/>
          </ac:spMkLst>
        </pc:spChg>
        <pc:spChg chg="mod">
          <ac:chgData name="Macher, Andreas (DI FA CTR PLC PPM)" userId="f1dcac62-7bef-43eb-91f0-927336a1714f" providerId="ADAL" clId="{5B710B73-F6D6-4A7D-9276-5384056BD54A}" dt="2022-11-23T12:16:35.291" v="8980"/>
          <ac:spMkLst>
            <pc:docMk/>
            <pc:sldMk cId="173002088" sldId="9789"/>
            <ac:spMk id="29" creationId="{C3766B6E-56F8-1B2A-C115-297C9457FB6B}"/>
          </ac:spMkLst>
        </pc:spChg>
        <pc:spChg chg="mod">
          <ac:chgData name="Macher, Andreas (DI FA CTR PLC PPM)" userId="f1dcac62-7bef-43eb-91f0-927336a1714f" providerId="ADAL" clId="{5B710B73-F6D6-4A7D-9276-5384056BD54A}" dt="2022-11-07T21:06:10.643" v="6567" actId="1036"/>
          <ac:spMkLst>
            <pc:docMk/>
            <pc:sldMk cId="173002088" sldId="9789"/>
            <ac:spMk id="34" creationId="{C58FD1F7-F9A7-1465-67F6-298851D6997B}"/>
          </ac:spMkLst>
        </pc:spChg>
        <pc:spChg chg="mod">
          <ac:chgData name="Macher, Andreas (DI FA CTR PLC PPM)" userId="f1dcac62-7bef-43eb-91f0-927336a1714f" providerId="ADAL" clId="{5B710B73-F6D6-4A7D-9276-5384056BD54A}" dt="2022-11-07T21:06:10.643" v="6567" actId="1036"/>
          <ac:spMkLst>
            <pc:docMk/>
            <pc:sldMk cId="173002088" sldId="9789"/>
            <ac:spMk id="35" creationId="{547ACD40-2EBF-680F-1212-C35B4109764F}"/>
          </ac:spMkLst>
        </pc:spChg>
        <pc:spChg chg="mod">
          <ac:chgData name="Macher, Andreas (DI FA CTR PLC PPM)" userId="f1dcac62-7bef-43eb-91f0-927336a1714f" providerId="ADAL" clId="{5B710B73-F6D6-4A7D-9276-5384056BD54A}" dt="2022-11-07T21:06:10.643" v="6567" actId="1036"/>
          <ac:spMkLst>
            <pc:docMk/>
            <pc:sldMk cId="173002088" sldId="9789"/>
            <ac:spMk id="45" creationId="{7B14DFA7-AE0E-7777-954D-E2DD26E3881E}"/>
          </ac:spMkLst>
        </pc:spChg>
        <pc:spChg chg="mod">
          <ac:chgData name="Macher, Andreas (DI FA CTR PLC PPM)" userId="f1dcac62-7bef-43eb-91f0-927336a1714f" providerId="ADAL" clId="{5B710B73-F6D6-4A7D-9276-5384056BD54A}" dt="2022-11-07T21:06:10.643" v="6567" actId="1036"/>
          <ac:spMkLst>
            <pc:docMk/>
            <pc:sldMk cId="173002088" sldId="9789"/>
            <ac:spMk id="48" creationId="{6F5B7E33-BC85-2403-04AD-1E9EF0E0A48A}"/>
          </ac:spMkLst>
        </pc:spChg>
        <pc:spChg chg="mod">
          <ac:chgData name="Macher, Andreas (DI FA CTR PLC PPM)" userId="f1dcac62-7bef-43eb-91f0-927336a1714f" providerId="ADAL" clId="{5B710B73-F6D6-4A7D-9276-5384056BD54A}" dt="2022-11-07T21:06:10.643" v="6567" actId="1036"/>
          <ac:spMkLst>
            <pc:docMk/>
            <pc:sldMk cId="173002088" sldId="9789"/>
            <ac:spMk id="49" creationId="{B8A50B39-40AD-900C-E53D-0F61F43EEC56}"/>
          </ac:spMkLst>
        </pc:spChg>
        <pc:spChg chg="mod">
          <ac:chgData name="Macher, Andreas (DI FA CTR PLC PPM)" userId="f1dcac62-7bef-43eb-91f0-927336a1714f" providerId="ADAL" clId="{5B710B73-F6D6-4A7D-9276-5384056BD54A}" dt="2022-11-07T21:06:10.643" v="6567" actId="1036"/>
          <ac:spMkLst>
            <pc:docMk/>
            <pc:sldMk cId="173002088" sldId="9789"/>
            <ac:spMk id="57" creationId="{DC5FE599-43B9-B5FD-38F3-CB528AFEDAE1}"/>
          </ac:spMkLst>
        </pc:spChg>
        <pc:spChg chg="mod">
          <ac:chgData name="Macher, Andreas (DI FA CTR PLC PPM)" userId="f1dcac62-7bef-43eb-91f0-927336a1714f" providerId="ADAL" clId="{5B710B73-F6D6-4A7D-9276-5384056BD54A}" dt="2022-11-07T21:06:10.643" v="6567" actId="1036"/>
          <ac:spMkLst>
            <pc:docMk/>
            <pc:sldMk cId="173002088" sldId="9789"/>
            <ac:spMk id="58" creationId="{1EEF31F7-CF36-901C-CA27-84C7704F30DC}"/>
          </ac:spMkLst>
        </pc:spChg>
        <pc:spChg chg="mod">
          <ac:chgData name="Macher, Andreas (DI FA CTR PLC PPM)" userId="f1dcac62-7bef-43eb-91f0-927336a1714f" providerId="ADAL" clId="{5B710B73-F6D6-4A7D-9276-5384056BD54A}" dt="2022-11-07T21:06:10.643" v="6567" actId="1036"/>
          <ac:spMkLst>
            <pc:docMk/>
            <pc:sldMk cId="173002088" sldId="9789"/>
            <ac:spMk id="67" creationId="{D28C2E06-B321-C6E2-9B9F-8BE22E3648F1}"/>
          </ac:spMkLst>
        </pc:spChg>
        <pc:spChg chg="mod">
          <ac:chgData name="Macher, Andreas (DI FA CTR PLC PPM)" userId="f1dcac62-7bef-43eb-91f0-927336a1714f" providerId="ADAL" clId="{5B710B73-F6D6-4A7D-9276-5384056BD54A}" dt="2022-11-07T21:06:10.643" v="6567" actId="1036"/>
          <ac:spMkLst>
            <pc:docMk/>
            <pc:sldMk cId="173002088" sldId="9789"/>
            <ac:spMk id="69" creationId="{E13418AF-97C4-D44F-0258-B494B2C1CBA2}"/>
          </ac:spMkLst>
        </pc:spChg>
        <pc:spChg chg="del mod topLvl">
          <ac:chgData name="Macher, Andreas (DI FA CTR PLC PPM)" userId="f1dcac62-7bef-43eb-91f0-927336a1714f" providerId="ADAL" clId="{5B710B73-F6D6-4A7D-9276-5384056BD54A}" dt="2022-11-22T16:17:24.192" v="8485" actId="478"/>
          <ac:spMkLst>
            <pc:docMk/>
            <pc:sldMk cId="173002088" sldId="9789"/>
            <ac:spMk id="85" creationId="{AED1FCDE-1527-F653-3045-9488BA812DA2}"/>
          </ac:spMkLst>
        </pc:spChg>
        <pc:spChg chg="del mod topLvl">
          <ac:chgData name="Macher, Andreas (DI FA CTR PLC PPM)" userId="f1dcac62-7bef-43eb-91f0-927336a1714f" providerId="ADAL" clId="{5B710B73-F6D6-4A7D-9276-5384056BD54A}" dt="2022-11-22T16:17:22.574" v="8484" actId="478"/>
          <ac:spMkLst>
            <pc:docMk/>
            <pc:sldMk cId="173002088" sldId="9789"/>
            <ac:spMk id="86" creationId="{3D2C1DFC-26DE-014A-C6C8-247D3554423E}"/>
          </ac:spMkLst>
        </pc:spChg>
        <pc:spChg chg="del mod topLvl">
          <ac:chgData name="Macher, Andreas (DI FA CTR PLC PPM)" userId="f1dcac62-7bef-43eb-91f0-927336a1714f" providerId="ADAL" clId="{5B710B73-F6D6-4A7D-9276-5384056BD54A}" dt="2022-11-22T16:17:33.937" v="8490" actId="478"/>
          <ac:spMkLst>
            <pc:docMk/>
            <pc:sldMk cId="173002088" sldId="9789"/>
            <ac:spMk id="88" creationId="{F839D70B-AFAB-88ED-26C8-5D858184D048}"/>
          </ac:spMkLst>
        </pc:spChg>
        <pc:spChg chg="del mod topLvl">
          <ac:chgData name="Macher, Andreas (DI FA CTR PLC PPM)" userId="f1dcac62-7bef-43eb-91f0-927336a1714f" providerId="ADAL" clId="{5B710B73-F6D6-4A7D-9276-5384056BD54A}" dt="2022-11-22T16:17:32.726" v="8489" actId="478"/>
          <ac:spMkLst>
            <pc:docMk/>
            <pc:sldMk cId="173002088" sldId="9789"/>
            <ac:spMk id="89" creationId="{9DD59081-3631-F19F-774E-795C75025202}"/>
          </ac:spMkLst>
        </pc:spChg>
        <pc:spChg chg="del mod topLvl">
          <ac:chgData name="Macher, Andreas (DI FA CTR PLC PPM)" userId="f1dcac62-7bef-43eb-91f0-927336a1714f" providerId="ADAL" clId="{5B710B73-F6D6-4A7D-9276-5384056BD54A}" dt="2022-11-22T16:17:29.156" v="8487" actId="478"/>
          <ac:spMkLst>
            <pc:docMk/>
            <pc:sldMk cId="173002088" sldId="9789"/>
            <ac:spMk id="91" creationId="{D08058B8-8155-A657-E927-BAB00C4967F7}"/>
          </ac:spMkLst>
        </pc:spChg>
        <pc:spChg chg="del mod topLvl">
          <ac:chgData name="Macher, Andreas (DI FA CTR PLC PPM)" userId="f1dcac62-7bef-43eb-91f0-927336a1714f" providerId="ADAL" clId="{5B710B73-F6D6-4A7D-9276-5384056BD54A}" dt="2022-11-22T16:17:27.883" v="8486" actId="478"/>
          <ac:spMkLst>
            <pc:docMk/>
            <pc:sldMk cId="173002088" sldId="9789"/>
            <ac:spMk id="92" creationId="{8028C400-B3AE-A8EB-276A-EFAF0C0A722F}"/>
          </ac:spMkLst>
        </pc:spChg>
        <pc:spChg chg="mod">
          <ac:chgData name="Macher, Andreas (DI FA CTR PLC PPM)" userId="f1dcac62-7bef-43eb-91f0-927336a1714f" providerId="ADAL" clId="{5B710B73-F6D6-4A7D-9276-5384056BD54A}" dt="2022-11-07T21:04:38.100" v="6544" actId="207"/>
          <ac:spMkLst>
            <pc:docMk/>
            <pc:sldMk cId="173002088" sldId="9789"/>
            <ac:spMk id="102" creationId="{871CACC2-24F2-C228-36D2-D1869A6F9236}"/>
          </ac:spMkLst>
        </pc:spChg>
        <pc:spChg chg="mod">
          <ac:chgData name="Macher, Andreas (DI FA CTR PLC PPM)" userId="f1dcac62-7bef-43eb-91f0-927336a1714f" providerId="ADAL" clId="{5B710B73-F6D6-4A7D-9276-5384056BD54A}" dt="2022-11-07T21:06:10.643" v="6567" actId="1036"/>
          <ac:spMkLst>
            <pc:docMk/>
            <pc:sldMk cId="173002088" sldId="9789"/>
            <ac:spMk id="205" creationId="{8E6A7223-F3D5-E394-AA6C-9BC6840D1D11}"/>
          </ac:spMkLst>
        </pc:spChg>
        <pc:spChg chg="mod">
          <ac:chgData name="Macher, Andreas (DI FA CTR PLC PPM)" userId="f1dcac62-7bef-43eb-91f0-927336a1714f" providerId="ADAL" clId="{5B710B73-F6D6-4A7D-9276-5384056BD54A}" dt="2022-11-07T21:06:10.643" v="6567" actId="1036"/>
          <ac:spMkLst>
            <pc:docMk/>
            <pc:sldMk cId="173002088" sldId="9789"/>
            <ac:spMk id="206" creationId="{F38C038F-6483-FD37-96EA-0EA679469BFC}"/>
          </ac:spMkLst>
        </pc:spChg>
        <pc:spChg chg="mod ord">
          <ac:chgData name="Macher, Andreas (DI FA CTR PLC PPM)" userId="f1dcac62-7bef-43eb-91f0-927336a1714f" providerId="ADAL" clId="{5B710B73-F6D6-4A7D-9276-5384056BD54A}" dt="2022-11-16T15:48:53.752" v="7715" actId="20577"/>
          <ac:spMkLst>
            <pc:docMk/>
            <pc:sldMk cId="173002088" sldId="9789"/>
            <ac:spMk id="213" creationId="{5A197F7D-70D8-C66F-AE2D-E81536B7C270}"/>
          </ac:spMkLst>
        </pc:spChg>
        <pc:spChg chg="mod">
          <ac:chgData name="Macher, Andreas (DI FA CTR PLC PPM)" userId="f1dcac62-7bef-43eb-91f0-927336a1714f" providerId="ADAL" clId="{5B710B73-F6D6-4A7D-9276-5384056BD54A}" dt="2022-11-16T15:48:59.457" v="7717" actId="20577"/>
          <ac:spMkLst>
            <pc:docMk/>
            <pc:sldMk cId="173002088" sldId="9789"/>
            <ac:spMk id="214" creationId="{B30B2F62-B0AB-DA2F-06EC-CFDD94E019E0}"/>
          </ac:spMkLst>
        </pc:spChg>
        <pc:spChg chg="mod">
          <ac:chgData name="Macher, Andreas (DI FA CTR PLC PPM)" userId="f1dcac62-7bef-43eb-91f0-927336a1714f" providerId="ADAL" clId="{5B710B73-F6D6-4A7D-9276-5384056BD54A}" dt="2022-11-07T21:06:10.643" v="6567" actId="1036"/>
          <ac:spMkLst>
            <pc:docMk/>
            <pc:sldMk cId="173002088" sldId="9789"/>
            <ac:spMk id="245" creationId="{21AC843B-431A-4642-30A9-D2001334C0F6}"/>
          </ac:spMkLst>
        </pc:spChg>
        <pc:spChg chg="mod">
          <ac:chgData name="Macher, Andreas (DI FA CTR PLC PPM)" userId="f1dcac62-7bef-43eb-91f0-927336a1714f" providerId="ADAL" clId="{5B710B73-F6D6-4A7D-9276-5384056BD54A}" dt="2022-11-07T21:06:10.643" v="6567" actId="1036"/>
          <ac:spMkLst>
            <pc:docMk/>
            <pc:sldMk cId="173002088" sldId="9789"/>
            <ac:spMk id="246" creationId="{23C891C6-5344-1140-53B7-63DD3A71E752}"/>
          </ac:spMkLst>
        </pc:spChg>
        <pc:spChg chg="mod">
          <ac:chgData name="Macher, Andreas (DI FA CTR PLC PPM)" userId="f1dcac62-7bef-43eb-91f0-927336a1714f" providerId="ADAL" clId="{5B710B73-F6D6-4A7D-9276-5384056BD54A}" dt="2022-11-07T21:06:10.643" v="6567" actId="1036"/>
          <ac:spMkLst>
            <pc:docMk/>
            <pc:sldMk cId="173002088" sldId="9789"/>
            <ac:spMk id="249" creationId="{871C914A-1124-0DBA-19F8-0CCDB14612AA}"/>
          </ac:spMkLst>
        </pc:spChg>
        <pc:spChg chg="mod">
          <ac:chgData name="Macher, Andreas (DI FA CTR PLC PPM)" userId="f1dcac62-7bef-43eb-91f0-927336a1714f" providerId="ADAL" clId="{5B710B73-F6D6-4A7D-9276-5384056BD54A}" dt="2022-11-16T15:48:14.628" v="7704" actId="1076"/>
          <ac:spMkLst>
            <pc:docMk/>
            <pc:sldMk cId="173002088" sldId="9789"/>
            <ac:spMk id="250" creationId="{0148229D-4D69-19C1-6555-0ED6495D3EB2}"/>
          </ac:spMkLst>
        </pc:spChg>
        <pc:spChg chg="mod">
          <ac:chgData name="Macher, Andreas (DI FA CTR PLC PPM)" userId="f1dcac62-7bef-43eb-91f0-927336a1714f" providerId="ADAL" clId="{5B710B73-F6D6-4A7D-9276-5384056BD54A}" dt="2022-11-07T21:04:38.100" v="6544" actId="207"/>
          <ac:spMkLst>
            <pc:docMk/>
            <pc:sldMk cId="173002088" sldId="9789"/>
            <ac:spMk id="255" creationId="{86F93644-051A-48CF-F970-6877415A1BE0}"/>
          </ac:spMkLst>
        </pc:spChg>
        <pc:spChg chg="del mod">
          <ac:chgData name="Macher, Andreas (DI FA CTR PLC PPM)" userId="f1dcac62-7bef-43eb-91f0-927336a1714f" providerId="ADAL" clId="{5B710B73-F6D6-4A7D-9276-5384056BD54A}" dt="2022-11-16T16:08:41.769" v="7891" actId="478"/>
          <ac:spMkLst>
            <pc:docMk/>
            <pc:sldMk cId="173002088" sldId="9789"/>
            <ac:spMk id="256" creationId="{FBC4125C-BEC1-1087-8229-DC59A138863A}"/>
          </ac:spMkLst>
        </pc:spChg>
        <pc:spChg chg="mod">
          <ac:chgData name="Macher, Andreas (DI FA CTR PLC PPM)" userId="f1dcac62-7bef-43eb-91f0-927336a1714f" providerId="ADAL" clId="{5B710B73-F6D6-4A7D-9276-5384056BD54A}" dt="2022-11-07T21:04:38.100" v="6544" actId="207"/>
          <ac:spMkLst>
            <pc:docMk/>
            <pc:sldMk cId="173002088" sldId="9789"/>
            <ac:spMk id="257" creationId="{E90A220F-DB8C-8FF6-C3C1-DF46AD503F6F}"/>
          </ac:spMkLst>
        </pc:spChg>
        <pc:spChg chg="mod">
          <ac:chgData name="Macher, Andreas (DI FA CTR PLC PPM)" userId="f1dcac62-7bef-43eb-91f0-927336a1714f" providerId="ADAL" clId="{5B710B73-F6D6-4A7D-9276-5384056BD54A}" dt="2022-11-07T21:06:10.643" v="6567" actId="1036"/>
          <ac:spMkLst>
            <pc:docMk/>
            <pc:sldMk cId="173002088" sldId="9789"/>
            <ac:spMk id="264" creationId="{8A1D1C79-56E4-3366-F035-40F1A71AD4A9}"/>
          </ac:spMkLst>
        </pc:spChg>
        <pc:spChg chg="mod">
          <ac:chgData name="Macher, Andreas (DI FA CTR PLC PPM)" userId="f1dcac62-7bef-43eb-91f0-927336a1714f" providerId="ADAL" clId="{5B710B73-F6D6-4A7D-9276-5384056BD54A}" dt="2022-11-07T21:06:10.643" v="6567" actId="1036"/>
          <ac:spMkLst>
            <pc:docMk/>
            <pc:sldMk cId="173002088" sldId="9789"/>
            <ac:spMk id="265" creationId="{F47D5A05-D1C3-D482-9614-44A7B0B8AD15}"/>
          </ac:spMkLst>
        </pc:spChg>
        <pc:spChg chg="mod">
          <ac:chgData name="Macher, Andreas (DI FA CTR PLC PPM)" userId="f1dcac62-7bef-43eb-91f0-927336a1714f" providerId="ADAL" clId="{5B710B73-F6D6-4A7D-9276-5384056BD54A}" dt="2022-11-07T21:06:10.643" v="6567" actId="1036"/>
          <ac:spMkLst>
            <pc:docMk/>
            <pc:sldMk cId="173002088" sldId="9789"/>
            <ac:spMk id="266" creationId="{86AE99AE-80AF-C6D5-D4C7-3B3222F460A7}"/>
          </ac:spMkLst>
        </pc:spChg>
        <pc:spChg chg="mod ord">
          <ac:chgData name="Macher, Andreas (DI FA CTR PLC PPM)" userId="f1dcac62-7bef-43eb-91f0-927336a1714f" providerId="ADAL" clId="{5B710B73-F6D6-4A7D-9276-5384056BD54A}" dt="2022-11-16T15:49:52.948" v="7723" actId="166"/>
          <ac:spMkLst>
            <pc:docMk/>
            <pc:sldMk cId="173002088" sldId="9789"/>
            <ac:spMk id="267" creationId="{437D3FCE-9560-9E23-5B35-532258BB021D}"/>
          </ac:spMkLst>
        </pc:spChg>
        <pc:spChg chg="mod">
          <ac:chgData name="Macher, Andreas (DI FA CTR PLC PPM)" userId="f1dcac62-7bef-43eb-91f0-927336a1714f" providerId="ADAL" clId="{5B710B73-F6D6-4A7D-9276-5384056BD54A}" dt="2022-11-16T15:48:46.899" v="7711" actId="1076"/>
          <ac:spMkLst>
            <pc:docMk/>
            <pc:sldMk cId="173002088" sldId="9789"/>
            <ac:spMk id="268" creationId="{32949470-B556-A19E-7811-DF1F9EFD1F44}"/>
          </ac:spMkLst>
        </pc:spChg>
        <pc:spChg chg="mod">
          <ac:chgData name="Macher, Andreas (DI FA CTR PLC PPM)" userId="f1dcac62-7bef-43eb-91f0-927336a1714f" providerId="ADAL" clId="{5B710B73-F6D6-4A7D-9276-5384056BD54A}" dt="2022-11-07T21:06:10.643" v="6567" actId="1036"/>
          <ac:spMkLst>
            <pc:docMk/>
            <pc:sldMk cId="173002088" sldId="9789"/>
            <ac:spMk id="270" creationId="{60FDDF9C-094C-543A-19E2-DCF38E89972D}"/>
          </ac:spMkLst>
        </pc:spChg>
        <pc:spChg chg="mod">
          <ac:chgData name="Macher, Andreas (DI FA CTR PLC PPM)" userId="f1dcac62-7bef-43eb-91f0-927336a1714f" providerId="ADAL" clId="{5B710B73-F6D6-4A7D-9276-5384056BD54A}" dt="2022-11-07T21:06:10.643" v="6567" actId="1036"/>
          <ac:spMkLst>
            <pc:docMk/>
            <pc:sldMk cId="173002088" sldId="9789"/>
            <ac:spMk id="273" creationId="{A5BC9115-913F-987A-B852-1B32071A726F}"/>
          </ac:spMkLst>
        </pc:spChg>
        <pc:spChg chg="mod">
          <ac:chgData name="Macher, Andreas (DI FA CTR PLC PPM)" userId="f1dcac62-7bef-43eb-91f0-927336a1714f" providerId="ADAL" clId="{5B710B73-F6D6-4A7D-9276-5384056BD54A}" dt="2022-11-07T21:06:10.643" v="6567" actId="1036"/>
          <ac:spMkLst>
            <pc:docMk/>
            <pc:sldMk cId="173002088" sldId="9789"/>
            <ac:spMk id="274" creationId="{7A9BA691-0A20-9D2E-9A70-2DF2893D9044}"/>
          </ac:spMkLst>
        </pc:spChg>
        <pc:spChg chg="mod">
          <ac:chgData name="Macher, Andreas (DI FA CTR PLC PPM)" userId="f1dcac62-7bef-43eb-91f0-927336a1714f" providerId="ADAL" clId="{5B710B73-F6D6-4A7D-9276-5384056BD54A}" dt="2022-11-07T21:06:10.643" v="6567" actId="1036"/>
          <ac:spMkLst>
            <pc:docMk/>
            <pc:sldMk cId="173002088" sldId="9789"/>
            <ac:spMk id="279" creationId="{0CF18318-9E2D-137B-F943-9C10C457AD6C}"/>
          </ac:spMkLst>
        </pc:spChg>
        <pc:spChg chg="mod">
          <ac:chgData name="Macher, Andreas (DI FA CTR PLC PPM)" userId="f1dcac62-7bef-43eb-91f0-927336a1714f" providerId="ADAL" clId="{5B710B73-F6D6-4A7D-9276-5384056BD54A}" dt="2022-11-07T21:06:10.643" v="6567" actId="1036"/>
          <ac:spMkLst>
            <pc:docMk/>
            <pc:sldMk cId="173002088" sldId="9789"/>
            <ac:spMk id="280" creationId="{663AF40D-22A3-D07F-14C5-A640C4A79C7E}"/>
          </ac:spMkLst>
        </pc:spChg>
        <pc:grpChg chg="add mod">
          <ac:chgData name="Macher, Andreas (DI FA CTR PLC PPM)" userId="f1dcac62-7bef-43eb-91f0-927336a1714f" providerId="ADAL" clId="{5B710B73-F6D6-4A7D-9276-5384056BD54A}" dt="2022-11-23T12:16:41.742" v="8981" actId="1076"/>
          <ac:grpSpMkLst>
            <pc:docMk/>
            <pc:sldMk cId="173002088" sldId="9789"/>
            <ac:grpSpMk id="14" creationId="{20D7A6F6-D61A-D893-8AE9-55D4B8FF85C6}"/>
          </ac:grpSpMkLst>
        </pc:grpChg>
        <pc:grpChg chg="mod">
          <ac:chgData name="Macher, Andreas (DI FA CTR PLC PPM)" userId="f1dcac62-7bef-43eb-91f0-927336a1714f" providerId="ADAL" clId="{5B710B73-F6D6-4A7D-9276-5384056BD54A}" dt="2022-11-07T21:06:10.643" v="6567" actId="1036"/>
          <ac:grpSpMkLst>
            <pc:docMk/>
            <pc:sldMk cId="173002088" sldId="9789"/>
            <ac:grpSpMk id="32" creationId="{ACCB6896-BC38-D991-FEBE-997BCCEDA5B1}"/>
          </ac:grpSpMkLst>
        </pc:grpChg>
        <pc:grpChg chg="mod">
          <ac:chgData name="Macher, Andreas (DI FA CTR PLC PPM)" userId="f1dcac62-7bef-43eb-91f0-927336a1714f" providerId="ADAL" clId="{5B710B73-F6D6-4A7D-9276-5384056BD54A}" dt="2022-11-07T21:06:10.643" v="6567" actId="1036"/>
          <ac:grpSpMkLst>
            <pc:docMk/>
            <pc:sldMk cId="173002088" sldId="9789"/>
            <ac:grpSpMk id="47" creationId="{CD878134-59AA-8E9F-2A06-E10879D2D24F}"/>
          </ac:grpSpMkLst>
        </pc:grpChg>
        <pc:grpChg chg="mod">
          <ac:chgData name="Macher, Andreas (DI FA CTR PLC PPM)" userId="f1dcac62-7bef-43eb-91f0-927336a1714f" providerId="ADAL" clId="{5B710B73-F6D6-4A7D-9276-5384056BD54A}" dt="2022-11-07T21:06:10.643" v="6567" actId="1036"/>
          <ac:grpSpMkLst>
            <pc:docMk/>
            <pc:sldMk cId="173002088" sldId="9789"/>
            <ac:grpSpMk id="50" creationId="{C3621AE0-B1C6-603E-7D4A-65418F8E9452}"/>
          </ac:grpSpMkLst>
        </pc:grpChg>
        <pc:grpChg chg="mod">
          <ac:chgData name="Macher, Andreas (DI FA CTR PLC PPM)" userId="f1dcac62-7bef-43eb-91f0-927336a1714f" providerId="ADAL" clId="{5B710B73-F6D6-4A7D-9276-5384056BD54A}" dt="2022-11-07T21:06:10.643" v="6567" actId="1036"/>
          <ac:grpSpMkLst>
            <pc:docMk/>
            <pc:sldMk cId="173002088" sldId="9789"/>
            <ac:grpSpMk id="53" creationId="{028D55B7-3DA5-231E-F958-63865859C508}"/>
          </ac:grpSpMkLst>
        </pc:grpChg>
        <pc:grpChg chg="mod">
          <ac:chgData name="Macher, Andreas (DI FA CTR PLC PPM)" userId="f1dcac62-7bef-43eb-91f0-927336a1714f" providerId="ADAL" clId="{5B710B73-F6D6-4A7D-9276-5384056BD54A}" dt="2022-11-07T21:06:10.643" v="6567" actId="1036"/>
          <ac:grpSpMkLst>
            <pc:docMk/>
            <pc:sldMk cId="173002088" sldId="9789"/>
            <ac:grpSpMk id="54" creationId="{74FB08B2-EB0E-41CB-3733-7C6D36533092}"/>
          </ac:grpSpMkLst>
        </pc:grpChg>
        <pc:grpChg chg="del mod">
          <ac:chgData name="Macher, Andreas (DI FA CTR PLC PPM)" userId="f1dcac62-7bef-43eb-91f0-927336a1714f" providerId="ADAL" clId="{5B710B73-F6D6-4A7D-9276-5384056BD54A}" dt="2022-11-22T16:17:22.574" v="8484" actId="478"/>
          <ac:grpSpMkLst>
            <pc:docMk/>
            <pc:sldMk cId="173002088" sldId="9789"/>
            <ac:grpSpMk id="84" creationId="{B59ABAC9-E9C8-8597-D1BF-DC5B5717786C}"/>
          </ac:grpSpMkLst>
        </pc:grpChg>
        <pc:grpChg chg="del mod">
          <ac:chgData name="Macher, Andreas (DI FA CTR PLC PPM)" userId="f1dcac62-7bef-43eb-91f0-927336a1714f" providerId="ADAL" clId="{5B710B73-F6D6-4A7D-9276-5384056BD54A}" dt="2022-11-22T16:17:32.726" v="8489" actId="478"/>
          <ac:grpSpMkLst>
            <pc:docMk/>
            <pc:sldMk cId="173002088" sldId="9789"/>
            <ac:grpSpMk id="87" creationId="{ACE47E96-E298-FC1F-41E7-1F1417DF56C8}"/>
          </ac:grpSpMkLst>
        </pc:grpChg>
        <pc:grpChg chg="del mod">
          <ac:chgData name="Macher, Andreas (DI FA CTR PLC PPM)" userId="f1dcac62-7bef-43eb-91f0-927336a1714f" providerId="ADAL" clId="{5B710B73-F6D6-4A7D-9276-5384056BD54A}" dt="2022-11-22T16:17:27.883" v="8486" actId="478"/>
          <ac:grpSpMkLst>
            <pc:docMk/>
            <pc:sldMk cId="173002088" sldId="9789"/>
            <ac:grpSpMk id="90" creationId="{2CCC13CD-E7CE-C547-E29C-53C144AB7CEF}"/>
          </ac:grpSpMkLst>
        </pc:grpChg>
        <pc:grpChg chg="mod">
          <ac:chgData name="Macher, Andreas (DI FA CTR PLC PPM)" userId="f1dcac62-7bef-43eb-91f0-927336a1714f" providerId="ADAL" clId="{5B710B73-F6D6-4A7D-9276-5384056BD54A}" dt="2022-11-07T21:06:10.643" v="6567" actId="1036"/>
          <ac:grpSpMkLst>
            <pc:docMk/>
            <pc:sldMk cId="173002088" sldId="9789"/>
            <ac:grpSpMk id="244" creationId="{92E22CD8-14DC-F74B-6981-9ADF0FCC5915}"/>
          </ac:grpSpMkLst>
        </pc:grpChg>
        <pc:grpChg chg="mod">
          <ac:chgData name="Macher, Andreas (DI FA CTR PLC PPM)" userId="f1dcac62-7bef-43eb-91f0-927336a1714f" providerId="ADAL" clId="{5B710B73-F6D6-4A7D-9276-5384056BD54A}" dt="2022-11-07T21:06:10.643" v="6567" actId="1036"/>
          <ac:grpSpMkLst>
            <pc:docMk/>
            <pc:sldMk cId="173002088" sldId="9789"/>
            <ac:grpSpMk id="247" creationId="{DE3A87CF-7446-C7D5-EED1-DA5765259070}"/>
          </ac:grpSpMkLst>
        </pc:grpChg>
        <pc:grpChg chg="mod">
          <ac:chgData name="Macher, Andreas (DI FA CTR PLC PPM)" userId="f1dcac62-7bef-43eb-91f0-927336a1714f" providerId="ADAL" clId="{5B710B73-F6D6-4A7D-9276-5384056BD54A}" dt="2022-11-07T21:06:10.643" v="6567" actId="1036"/>
          <ac:grpSpMkLst>
            <pc:docMk/>
            <pc:sldMk cId="173002088" sldId="9789"/>
            <ac:grpSpMk id="254" creationId="{7E2390DE-D56E-2DC3-2A15-39D9EF0463BA}"/>
          </ac:grpSpMkLst>
        </pc:grpChg>
        <pc:grpChg chg="mod">
          <ac:chgData name="Macher, Andreas (DI FA CTR PLC PPM)" userId="f1dcac62-7bef-43eb-91f0-927336a1714f" providerId="ADAL" clId="{5B710B73-F6D6-4A7D-9276-5384056BD54A}" dt="2022-11-07T21:06:10.643" v="6567" actId="1036"/>
          <ac:grpSpMkLst>
            <pc:docMk/>
            <pc:sldMk cId="173002088" sldId="9789"/>
            <ac:grpSpMk id="272" creationId="{CA13B1BC-F9CC-9B7F-CCEA-F648C7409DE5}"/>
          </ac:grpSpMkLst>
        </pc:grpChg>
        <pc:grpChg chg="mod">
          <ac:chgData name="Macher, Andreas (DI FA CTR PLC PPM)" userId="f1dcac62-7bef-43eb-91f0-927336a1714f" providerId="ADAL" clId="{5B710B73-F6D6-4A7D-9276-5384056BD54A}" dt="2022-11-07T21:06:10.643" v="6567" actId="1036"/>
          <ac:grpSpMkLst>
            <pc:docMk/>
            <pc:sldMk cId="173002088" sldId="9789"/>
            <ac:grpSpMk id="275" creationId="{B5822D71-426C-51E1-60ED-59AB223AA546}"/>
          </ac:grpSpMkLst>
        </pc:grpChg>
        <pc:grpChg chg="mod">
          <ac:chgData name="Macher, Andreas (DI FA CTR PLC PPM)" userId="f1dcac62-7bef-43eb-91f0-927336a1714f" providerId="ADAL" clId="{5B710B73-F6D6-4A7D-9276-5384056BD54A}" dt="2022-11-07T21:06:10.643" v="6567" actId="1036"/>
          <ac:grpSpMkLst>
            <pc:docMk/>
            <pc:sldMk cId="173002088" sldId="9789"/>
            <ac:grpSpMk id="276" creationId="{6D108D7D-709B-78BC-AEC9-FCA9F422C9AE}"/>
          </ac:grpSpMkLst>
        </pc:grpChg>
        <pc:grpChg chg="mod">
          <ac:chgData name="Macher, Andreas (DI FA CTR PLC PPM)" userId="f1dcac62-7bef-43eb-91f0-927336a1714f" providerId="ADAL" clId="{5B710B73-F6D6-4A7D-9276-5384056BD54A}" dt="2022-11-07T21:06:10.643" v="6567" actId="1036"/>
          <ac:grpSpMkLst>
            <pc:docMk/>
            <pc:sldMk cId="173002088" sldId="9789"/>
            <ac:grpSpMk id="277" creationId="{24087EB1-AB79-CA83-6AE0-D15B5063E9A6}"/>
          </ac:grpSpMkLst>
        </pc:grpChg>
        <pc:picChg chg="mod">
          <ac:chgData name="Macher, Andreas (DI FA CTR PLC PPM)" userId="f1dcac62-7bef-43eb-91f0-927336a1714f" providerId="ADAL" clId="{5B710B73-F6D6-4A7D-9276-5384056BD54A}" dt="2022-11-07T21:04:24.232" v="6542" actId="207"/>
          <ac:picMkLst>
            <pc:docMk/>
            <pc:sldMk cId="173002088" sldId="9789"/>
            <ac:picMk id="8" creationId="{A31F1468-DE80-DE7B-6E20-FB16DF4B3728}"/>
          </ac:picMkLst>
        </pc:picChg>
        <pc:picChg chg="mod">
          <ac:chgData name="Macher, Andreas (DI FA CTR PLC PPM)" userId="f1dcac62-7bef-43eb-91f0-927336a1714f" providerId="ADAL" clId="{5B710B73-F6D6-4A7D-9276-5384056BD54A}" dt="2022-11-07T21:04:24.232" v="6542" actId="207"/>
          <ac:picMkLst>
            <pc:docMk/>
            <pc:sldMk cId="173002088" sldId="9789"/>
            <ac:picMk id="18" creationId="{537B4D94-0961-AC46-2563-BE4EF05A1682}"/>
          </ac:picMkLst>
        </pc:picChg>
        <pc:picChg chg="mod">
          <ac:chgData name="Macher, Andreas (DI FA CTR PLC PPM)" userId="f1dcac62-7bef-43eb-91f0-927336a1714f" providerId="ADAL" clId="{5B710B73-F6D6-4A7D-9276-5384056BD54A}" dt="2022-11-07T21:04:24.232" v="6542" actId="207"/>
          <ac:picMkLst>
            <pc:docMk/>
            <pc:sldMk cId="173002088" sldId="9789"/>
            <ac:picMk id="21" creationId="{E48F350E-82AF-D345-0A14-4FDB07E24191}"/>
          </ac:picMkLst>
        </pc:picChg>
        <pc:picChg chg="mod">
          <ac:chgData name="Macher, Andreas (DI FA CTR PLC PPM)" userId="f1dcac62-7bef-43eb-91f0-927336a1714f" providerId="ADAL" clId="{5B710B73-F6D6-4A7D-9276-5384056BD54A}" dt="2022-11-07T21:04:24.232" v="6542" actId="207"/>
          <ac:picMkLst>
            <pc:docMk/>
            <pc:sldMk cId="173002088" sldId="9789"/>
            <ac:picMk id="25" creationId="{80AB9BEE-69EF-AB46-EB40-446F049CDB6E}"/>
          </ac:picMkLst>
        </pc:picChg>
        <pc:picChg chg="mod">
          <ac:chgData name="Macher, Andreas (DI FA CTR PLC PPM)" userId="f1dcac62-7bef-43eb-91f0-927336a1714f" providerId="ADAL" clId="{5B710B73-F6D6-4A7D-9276-5384056BD54A}" dt="2022-11-07T21:04:24.232" v="6542" actId="207"/>
          <ac:picMkLst>
            <pc:docMk/>
            <pc:sldMk cId="173002088" sldId="9789"/>
            <ac:picMk id="26" creationId="{C30EA030-12D8-6DC0-66B6-29BE275FF96B}"/>
          </ac:picMkLst>
        </pc:picChg>
        <pc:picChg chg="mod">
          <ac:chgData name="Macher, Andreas (DI FA CTR PLC PPM)" userId="f1dcac62-7bef-43eb-91f0-927336a1714f" providerId="ADAL" clId="{5B710B73-F6D6-4A7D-9276-5384056BD54A}" dt="2022-11-07T21:04:24.232" v="6542" actId="207"/>
          <ac:picMkLst>
            <pc:docMk/>
            <pc:sldMk cId="173002088" sldId="9789"/>
            <ac:picMk id="27" creationId="{CAF68A8A-0C40-F930-A13C-E66BF86C0A9B}"/>
          </ac:picMkLst>
        </pc:picChg>
        <pc:picChg chg="mod">
          <ac:chgData name="Macher, Andreas (DI FA CTR PLC PPM)" userId="f1dcac62-7bef-43eb-91f0-927336a1714f" providerId="ADAL" clId="{5B710B73-F6D6-4A7D-9276-5384056BD54A}" dt="2022-11-07T21:06:10.643" v="6567" actId="1036"/>
          <ac:picMkLst>
            <pc:docMk/>
            <pc:sldMk cId="173002088" sldId="9789"/>
            <ac:picMk id="33" creationId="{C274B104-B0E7-D909-3A65-325F1DA1344F}"/>
          </ac:picMkLst>
        </pc:picChg>
        <pc:picChg chg="mod">
          <ac:chgData name="Macher, Andreas (DI FA CTR PLC PPM)" userId="f1dcac62-7bef-43eb-91f0-927336a1714f" providerId="ADAL" clId="{5B710B73-F6D6-4A7D-9276-5384056BD54A}" dt="2022-11-07T21:06:49.887" v="6568" actId="207"/>
          <ac:picMkLst>
            <pc:docMk/>
            <pc:sldMk cId="173002088" sldId="9789"/>
            <ac:picMk id="36" creationId="{61CB89EE-ED95-D571-B602-C6D21C090413}"/>
          </ac:picMkLst>
        </pc:picChg>
        <pc:picChg chg="mod">
          <ac:chgData name="Macher, Andreas (DI FA CTR PLC PPM)" userId="f1dcac62-7bef-43eb-91f0-927336a1714f" providerId="ADAL" clId="{5B710B73-F6D6-4A7D-9276-5384056BD54A}" dt="2022-11-07T21:06:49.887" v="6568" actId="207"/>
          <ac:picMkLst>
            <pc:docMk/>
            <pc:sldMk cId="173002088" sldId="9789"/>
            <ac:picMk id="37" creationId="{1328B11D-B1BE-1FD0-336A-52AB88D7E380}"/>
          </ac:picMkLst>
        </pc:picChg>
        <pc:picChg chg="mod">
          <ac:chgData name="Macher, Andreas (DI FA CTR PLC PPM)" userId="f1dcac62-7bef-43eb-91f0-927336a1714f" providerId="ADAL" clId="{5B710B73-F6D6-4A7D-9276-5384056BD54A}" dt="2022-11-07T21:06:49.887" v="6568" actId="207"/>
          <ac:picMkLst>
            <pc:docMk/>
            <pc:sldMk cId="173002088" sldId="9789"/>
            <ac:picMk id="38" creationId="{7EF0470A-9D46-8EB2-9488-EE27F167CF01}"/>
          </ac:picMkLst>
        </pc:picChg>
        <pc:picChg chg="mod">
          <ac:chgData name="Macher, Andreas (DI FA CTR PLC PPM)" userId="f1dcac62-7bef-43eb-91f0-927336a1714f" providerId="ADAL" clId="{5B710B73-F6D6-4A7D-9276-5384056BD54A}" dt="2022-11-07T21:06:49.887" v="6568" actId="207"/>
          <ac:picMkLst>
            <pc:docMk/>
            <pc:sldMk cId="173002088" sldId="9789"/>
            <ac:picMk id="39" creationId="{2E1FC169-90DB-1EAF-3D7B-AF4FF0FA5032}"/>
          </ac:picMkLst>
        </pc:picChg>
        <pc:picChg chg="mod">
          <ac:chgData name="Macher, Andreas (DI FA CTR PLC PPM)" userId="f1dcac62-7bef-43eb-91f0-927336a1714f" providerId="ADAL" clId="{5B710B73-F6D6-4A7D-9276-5384056BD54A}" dt="2022-11-07T21:06:49.887" v="6568" actId="207"/>
          <ac:picMkLst>
            <pc:docMk/>
            <pc:sldMk cId="173002088" sldId="9789"/>
            <ac:picMk id="40" creationId="{4BE753C4-3320-8560-FB91-417705863C27}"/>
          </ac:picMkLst>
        </pc:picChg>
        <pc:picChg chg="mod">
          <ac:chgData name="Macher, Andreas (DI FA CTR PLC PPM)" userId="f1dcac62-7bef-43eb-91f0-927336a1714f" providerId="ADAL" clId="{5B710B73-F6D6-4A7D-9276-5384056BD54A}" dt="2022-11-07T21:06:49.887" v="6568" actId="207"/>
          <ac:picMkLst>
            <pc:docMk/>
            <pc:sldMk cId="173002088" sldId="9789"/>
            <ac:picMk id="41" creationId="{DE2AE5F1-4CCE-607C-B99F-6DF796475D14}"/>
          </ac:picMkLst>
        </pc:picChg>
        <pc:picChg chg="mod">
          <ac:chgData name="Macher, Andreas (DI FA CTR PLC PPM)" userId="f1dcac62-7bef-43eb-91f0-927336a1714f" providerId="ADAL" clId="{5B710B73-F6D6-4A7D-9276-5384056BD54A}" dt="2022-11-07T21:06:10.643" v="6567" actId="1036"/>
          <ac:picMkLst>
            <pc:docMk/>
            <pc:sldMk cId="173002088" sldId="9789"/>
            <ac:picMk id="44" creationId="{6AB4490B-45FD-1B26-D04B-E5B78F99613F}"/>
          </ac:picMkLst>
        </pc:picChg>
        <pc:picChg chg="mod">
          <ac:chgData name="Macher, Andreas (DI FA CTR PLC PPM)" userId="f1dcac62-7bef-43eb-91f0-927336a1714f" providerId="ADAL" clId="{5B710B73-F6D6-4A7D-9276-5384056BD54A}" dt="2022-11-07T21:06:10.643" v="6567" actId="1036"/>
          <ac:picMkLst>
            <pc:docMk/>
            <pc:sldMk cId="173002088" sldId="9789"/>
            <ac:picMk id="56" creationId="{A72F3FB5-DEC4-9E07-0EF5-5314645174D7}"/>
          </ac:picMkLst>
        </pc:picChg>
        <pc:picChg chg="mod">
          <ac:chgData name="Macher, Andreas (DI FA CTR PLC PPM)" userId="f1dcac62-7bef-43eb-91f0-927336a1714f" providerId="ADAL" clId="{5B710B73-F6D6-4A7D-9276-5384056BD54A}" dt="2022-11-07T21:07:13.701" v="6569" actId="207"/>
          <ac:picMkLst>
            <pc:docMk/>
            <pc:sldMk cId="173002088" sldId="9789"/>
            <ac:picMk id="59" creationId="{D64405D1-9874-E8AB-8AEC-8E6B9BA54C75}"/>
          </ac:picMkLst>
        </pc:picChg>
        <pc:picChg chg="mod">
          <ac:chgData name="Macher, Andreas (DI FA CTR PLC PPM)" userId="f1dcac62-7bef-43eb-91f0-927336a1714f" providerId="ADAL" clId="{5B710B73-F6D6-4A7D-9276-5384056BD54A}" dt="2022-11-07T21:07:13.701" v="6569" actId="207"/>
          <ac:picMkLst>
            <pc:docMk/>
            <pc:sldMk cId="173002088" sldId="9789"/>
            <ac:picMk id="60" creationId="{AAD62557-B375-0702-DF6B-78099790958A}"/>
          </ac:picMkLst>
        </pc:picChg>
        <pc:picChg chg="mod">
          <ac:chgData name="Macher, Andreas (DI FA CTR PLC PPM)" userId="f1dcac62-7bef-43eb-91f0-927336a1714f" providerId="ADAL" clId="{5B710B73-F6D6-4A7D-9276-5384056BD54A}" dt="2022-11-07T21:07:13.701" v="6569" actId="207"/>
          <ac:picMkLst>
            <pc:docMk/>
            <pc:sldMk cId="173002088" sldId="9789"/>
            <ac:picMk id="61" creationId="{4E56F5C7-74A1-DC6D-0CF8-375EF087FE92}"/>
          </ac:picMkLst>
        </pc:picChg>
        <pc:picChg chg="mod">
          <ac:chgData name="Macher, Andreas (DI FA CTR PLC PPM)" userId="f1dcac62-7bef-43eb-91f0-927336a1714f" providerId="ADAL" clId="{5B710B73-F6D6-4A7D-9276-5384056BD54A}" dt="2022-11-07T21:07:13.701" v="6569" actId="207"/>
          <ac:picMkLst>
            <pc:docMk/>
            <pc:sldMk cId="173002088" sldId="9789"/>
            <ac:picMk id="63" creationId="{B836BE8F-3C68-960F-D100-CB17E1067885}"/>
          </ac:picMkLst>
        </pc:picChg>
        <pc:picChg chg="mod">
          <ac:chgData name="Macher, Andreas (DI FA CTR PLC PPM)" userId="f1dcac62-7bef-43eb-91f0-927336a1714f" providerId="ADAL" clId="{5B710B73-F6D6-4A7D-9276-5384056BD54A}" dt="2022-11-07T21:06:10.643" v="6567" actId="1036"/>
          <ac:picMkLst>
            <pc:docMk/>
            <pc:sldMk cId="173002088" sldId="9789"/>
            <ac:picMk id="65" creationId="{991E2C0A-AA19-88F9-FFDB-79BD7D6EC255}"/>
          </ac:picMkLst>
        </pc:picChg>
        <pc:picChg chg="mod">
          <ac:chgData name="Macher, Andreas (DI FA CTR PLC PPM)" userId="f1dcac62-7bef-43eb-91f0-927336a1714f" providerId="ADAL" clId="{5B710B73-F6D6-4A7D-9276-5384056BD54A}" dt="2022-11-07T21:06:10.643" v="6567" actId="1036"/>
          <ac:picMkLst>
            <pc:docMk/>
            <pc:sldMk cId="173002088" sldId="9789"/>
            <ac:picMk id="68" creationId="{2E5DF015-7763-0A6F-BAF7-475CAD75184E}"/>
          </ac:picMkLst>
        </pc:picChg>
        <pc:picChg chg="mod">
          <ac:chgData name="Macher, Andreas (DI FA CTR PLC PPM)" userId="f1dcac62-7bef-43eb-91f0-927336a1714f" providerId="ADAL" clId="{5B710B73-F6D6-4A7D-9276-5384056BD54A}" dt="2022-11-07T21:07:13.701" v="6569" actId="207"/>
          <ac:picMkLst>
            <pc:docMk/>
            <pc:sldMk cId="173002088" sldId="9789"/>
            <ac:picMk id="258" creationId="{5337169F-C1EC-1A18-08FE-AECE6ED452B6}"/>
          </ac:picMkLst>
        </pc:picChg>
        <pc:picChg chg="mod">
          <ac:chgData name="Macher, Andreas (DI FA CTR PLC PPM)" userId="f1dcac62-7bef-43eb-91f0-927336a1714f" providerId="ADAL" clId="{5B710B73-F6D6-4A7D-9276-5384056BD54A}" dt="2022-11-07T21:07:13.701" v="6569" actId="207"/>
          <ac:picMkLst>
            <pc:docMk/>
            <pc:sldMk cId="173002088" sldId="9789"/>
            <ac:picMk id="259" creationId="{59DE88D1-38F2-3B8B-3761-FB3816764C67}"/>
          </ac:picMkLst>
        </pc:picChg>
        <pc:picChg chg="mod">
          <ac:chgData name="Macher, Andreas (DI FA CTR PLC PPM)" userId="f1dcac62-7bef-43eb-91f0-927336a1714f" providerId="ADAL" clId="{5B710B73-F6D6-4A7D-9276-5384056BD54A}" dt="2022-11-07T21:06:10.643" v="6567" actId="1036"/>
          <ac:picMkLst>
            <pc:docMk/>
            <pc:sldMk cId="173002088" sldId="9789"/>
            <ac:picMk id="262" creationId="{16FBA2A0-A68E-F8FF-55B4-D16548528885}"/>
          </ac:picMkLst>
        </pc:picChg>
        <pc:picChg chg="mod">
          <ac:chgData name="Macher, Andreas (DI FA CTR PLC PPM)" userId="f1dcac62-7bef-43eb-91f0-927336a1714f" providerId="ADAL" clId="{5B710B73-F6D6-4A7D-9276-5384056BD54A}" dt="2022-11-07T21:06:10.643" v="6567" actId="1036"/>
          <ac:picMkLst>
            <pc:docMk/>
            <pc:sldMk cId="173002088" sldId="9789"/>
            <ac:picMk id="271" creationId="{557031A8-8E01-E611-DF0F-10C3B63F27F5}"/>
          </ac:picMkLst>
        </pc:picChg>
        <pc:picChg chg="mod">
          <ac:chgData name="Macher, Andreas (DI FA CTR PLC PPM)" userId="f1dcac62-7bef-43eb-91f0-927336a1714f" providerId="ADAL" clId="{5B710B73-F6D6-4A7D-9276-5384056BD54A}" dt="2022-11-07T21:06:10.643" v="6567" actId="1036"/>
          <ac:picMkLst>
            <pc:docMk/>
            <pc:sldMk cId="173002088" sldId="9789"/>
            <ac:picMk id="278" creationId="{A4678B95-03CA-BB74-AB08-375C55CCDEFC}"/>
          </ac:picMkLst>
        </pc:picChg>
        <pc:picChg chg="mod">
          <ac:chgData name="Macher, Andreas (DI FA CTR PLC PPM)" userId="f1dcac62-7bef-43eb-91f0-927336a1714f" providerId="ADAL" clId="{5B710B73-F6D6-4A7D-9276-5384056BD54A}" dt="2022-11-07T21:07:22.293" v="6570" actId="207"/>
          <ac:picMkLst>
            <pc:docMk/>
            <pc:sldMk cId="173002088" sldId="9789"/>
            <ac:picMk id="281" creationId="{76D5F2BA-72E2-1CE5-284F-5EC2FF075148}"/>
          </ac:picMkLst>
        </pc:picChg>
        <pc:picChg chg="mod">
          <ac:chgData name="Macher, Andreas (DI FA CTR PLC PPM)" userId="f1dcac62-7bef-43eb-91f0-927336a1714f" providerId="ADAL" clId="{5B710B73-F6D6-4A7D-9276-5384056BD54A}" dt="2022-11-07T21:07:22.293" v="6570" actId="207"/>
          <ac:picMkLst>
            <pc:docMk/>
            <pc:sldMk cId="173002088" sldId="9789"/>
            <ac:picMk id="282" creationId="{D1CC6823-578A-23E1-2FB6-696405CC0D26}"/>
          </ac:picMkLst>
        </pc:picChg>
        <pc:picChg chg="mod">
          <ac:chgData name="Macher, Andreas (DI FA CTR PLC PPM)" userId="f1dcac62-7bef-43eb-91f0-927336a1714f" providerId="ADAL" clId="{5B710B73-F6D6-4A7D-9276-5384056BD54A}" dt="2022-11-07T21:07:22.293" v="6570" actId="207"/>
          <ac:picMkLst>
            <pc:docMk/>
            <pc:sldMk cId="173002088" sldId="9789"/>
            <ac:picMk id="283" creationId="{4522F660-040F-E00D-7469-87777FD8FB15}"/>
          </ac:picMkLst>
        </pc:picChg>
        <pc:picChg chg="mod">
          <ac:chgData name="Macher, Andreas (DI FA CTR PLC PPM)" userId="f1dcac62-7bef-43eb-91f0-927336a1714f" providerId="ADAL" clId="{5B710B73-F6D6-4A7D-9276-5384056BD54A}" dt="2022-11-07T21:07:22.293" v="6570" actId="207"/>
          <ac:picMkLst>
            <pc:docMk/>
            <pc:sldMk cId="173002088" sldId="9789"/>
            <ac:picMk id="284" creationId="{1701A298-9C41-7118-722F-9CAE925C75F8}"/>
          </ac:picMkLst>
        </pc:picChg>
        <pc:picChg chg="mod">
          <ac:chgData name="Macher, Andreas (DI FA CTR PLC PPM)" userId="f1dcac62-7bef-43eb-91f0-927336a1714f" providerId="ADAL" clId="{5B710B73-F6D6-4A7D-9276-5384056BD54A}" dt="2022-11-07T21:07:22.293" v="6570" actId="207"/>
          <ac:picMkLst>
            <pc:docMk/>
            <pc:sldMk cId="173002088" sldId="9789"/>
            <ac:picMk id="285" creationId="{29FBA170-1F87-0A7F-8D4F-04F770E214D5}"/>
          </ac:picMkLst>
        </pc:picChg>
        <pc:picChg chg="mod">
          <ac:chgData name="Macher, Andreas (DI FA CTR PLC PPM)" userId="f1dcac62-7bef-43eb-91f0-927336a1714f" providerId="ADAL" clId="{5B710B73-F6D6-4A7D-9276-5384056BD54A}" dt="2022-11-07T21:07:22.293" v="6570" actId="207"/>
          <ac:picMkLst>
            <pc:docMk/>
            <pc:sldMk cId="173002088" sldId="9789"/>
            <ac:picMk id="286" creationId="{9EC539C0-61CA-7656-CF11-347330ACF620}"/>
          </ac:picMkLst>
        </pc:picChg>
        <pc:picChg chg="mod">
          <ac:chgData name="Macher, Andreas (DI FA CTR PLC PPM)" userId="f1dcac62-7bef-43eb-91f0-927336a1714f" providerId="ADAL" clId="{5B710B73-F6D6-4A7D-9276-5384056BD54A}" dt="2022-11-07T21:06:10.643" v="6567" actId="1036"/>
          <ac:picMkLst>
            <pc:docMk/>
            <pc:sldMk cId="173002088" sldId="9789"/>
            <ac:picMk id="301" creationId="{7948DFA6-F49D-27E4-CBD7-AAF55A778F75}"/>
          </ac:picMkLst>
        </pc:picChg>
        <pc:cxnChg chg="add mod">
          <ac:chgData name="Macher, Andreas (DI FA CTR PLC PPM)" userId="f1dcac62-7bef-43eb-91f0-927336a1714f" providerId="ADAL" clId="{5B710B73-F6D6-4A7D-9276-5384056BD54A}" dt="2022-11-16T16:08:42.048" v="7892"/>
          <ac:cxnSpMkLst>
            <pc:docMk/>
            <pc:sldMk cId="173002088" sldId="9789"/>
            <ac:cxnSpMk id="13" creationId="{67B27139-4765-20DD-69E7-C49C6435F763}"/>
          </ac:cxnSpMkLst>
        </pc:cxnChg>
        <pc:cxnChg chg="mod">
          <ac:chgData name="Macher, Andreas (DI FA CTR PLC PPM)" userId="f1dcac62-7bef-43eb-91f0-927336a1714f" providerId="ADAL" clId="{5B710B73-F6D6-4A7D-9276-5384056BD54A}" dt="2022-11-07T21:06:10.643" v="6567" actId="1036"/>
          <ac:cxnSpMkLst>
            <pc:docMk/>
            <pc:sldMk cId="173002088" sldId="9789"/>
            <ac:cxnSpMk id="42" creationId="{E9E10093-F082-0A4E-940A-3068E30189D1}"/>
          </ac:cxnSpMkLst>
        </pc:cxnChg>
        <pc:cxnChg chg="mod">
          <ac:chgData name="Macher, Andreas (DI FA CTR PLC PPM)" userId="f1dcac62-7bef-43eb-91f0-927336a1714f" providerId="ADAL" clId="{5B710B73-F6D6-4A7D-9276-5384056BD54A}" dt="2022-11-07T21:06:10.643" v="6567" actId="1036"/>
          <ac:cxnSpMkLst>
            <pc:docMk/>
            <pc:sldMk cId="173002088" sldId="9789"/>
            <ac:cxnSpMk id="43" creationId="{10EF09BA-99B0-CAF1-9156-34BCCD60AC62}"/>
          </ac:cxnSpMkLst>
        </pc:cxnChg>
        <pc:cxnChg chg="mod">
          <ac:chgData name="Macher, Andreas (DI FA CTR PLC PPM)" userId="f1dcac62-7bef-43eb-91f0-927336a1714f" providerId="ADAL" clId="{5B710B73-F6D6-4A7D-9276-5384056BD54A}" dt="2022-11-07T21:06:10.643" v="6567" actId="1036"/>
          <ac:cxnSpMkLst>
            <pc:docMk/>
            <pc:sldMk cId="173002088" sldId="9789"/>
            <ac:cxnSpMk id="64" creationId="{EDC560C6-A0EA-1D3D-6252-D6EC0750D455}"/>
          </ac:cxnSpMkLst>
        </pc:cxnChg>
        <pc:cxnChg chg="mod">
          <ac:chgData name="Macher, Andreas (DI FA CTR PLC PPM)" userId="f1dcac62-7bef-43eb-91f0-927336a1714f" providerId="ADAL" clId="{5B710B73-F6D6-4A7D-9276-5384056BD54A}" dt="2022-11-07T21:06:10.643" v="6567" actId="1036"/>
          <ac:cxnSpMkLst>
            <pc:docMk/>
            <pc:sldMk cId="173002088" sldId="9789"/>
            <ac:cxnSpMk id="66" creationId="{3E2BBBDA-6A5C-73B1-EF7A-0D58BE1E569A}"/>
          </ac:cxnSpMkLst>
        </pc:cxnChg>
        <pc:cxnChg chg="mod">
          <ac:chgData name="Macher, Andreas (DI FA CTR PLC PPM)" userId="f1dcac62-7bef-43eb-91f0-927336a1714f" providerId="ADAL" clId="{5B710B73-F6D6-4A7D-9276-5384056BD54A}" dt="2022-11-07T21:06:10.643" v="6567" actId="1036"/>
          <ac:cxnSpMkLst>
            <pc:docMk/>
            <pc:sldMk cId="173002088" sldId="9789"/>
            <ac:cxnSpMk id="260" creationId="{092BD390-1F0F-7020-8939-764D62D3F412}"/>
          </ac:cxnSpMkLst>
        </pc:cxnChg>
        <pc:cxnChg chg="mod">
          <ac:chgData name="Macher, Andreas (DI FA CTR PLC PPM)" userId="f1dcac62-7bef-43eb-91f0-927336a1714f" providerId="ADAL" clId="{5B710B73-F6D6-4A7D-9276-5384056BD54A}" dt="2022-11-07T21:06:10.643" v="6567" actId="1036"/>
          <ac:cxnSpMkLst>
            <pc:docMk/>
            <pc:sldMk cId="173002088" sldId="9789"/>
            <ac:cxnSpMk id="261" creationId="{DCA39A2D-6E7C-ED9F-39AB-CD57E89EC1C3}"/>
          </ac:cxnSpMkLst>
        </pc:cxnChg>
        <pc:cxnChg chg="mod">
          <ac:chgData name="Macher, Andreas (DI FA CTR PLC PPM)" userId="f1dcac62-7bef-43eb-91f0-927336a1714f" providerId="ADAL" clId="{5B710B73-F6D6-4A7D-9276-5384056BD54A}" dt="2022-11-07T21:06:10.643" v="6567" actId="1036"/>
          <ac:cxnSpMkLst>
            <pc:docMk/>
            <pc:sldMk cId="173002088" sldId="9789"/>
            <ac:cxnSpMk id="263" creationId="{5B7AC8C6-FD6F-C91C-E3F2-352AB3D6AD45}"/>
          </ac:cxnSpMkLst>
        </pc:cxnChg>
        <pc:cxnChg chg="mod">
          <ac:chgData name="Macher, Andreas (DI FA CTR PLC PPM)" userId="f1dcac62-7bef-43eb-91f0-927336a1714f" providerId="ADAL" clId="{5B710B73-F6D6-4A7D-9276-5384056BD54A}" dt="2022-11-07T21:06:10.643" v="6567" actId="1036"/>
          <ac:cxnSpMkLst>
            <pc:docMk/>
            <pc:sldMk cId="173002088" sldId="9789"/>
            <ac:cxnSpMk id="287" creationId="{358A6D34-905A-F413-C98D-F33B062044C4}"/>
          </ac:cxnSpMkLst>
        </pc:cxnChg>
      </pc:sldChg>
      <pc:sldChg chg="addSp modSp mod chgLayout">
        <pc:chgData name="Macher, Andreas (DI FA CTR PLC PPM)" userId="f1dcac62-7bef-43eb-91f0-927336a1714f" providerId="ADAL" clId="{5B710B73-F6D6-4A7D-9276-5384056BD54A}" dt="2022-11-23T12:21:55.580" v="8996"/>
        <pc:sldMkLst>
          <pc:docMk/>
          <pc:sldMk cId="1519133652" sldId="9790"/>
        </pc:sldMkLst>
        <pc:spChg chg="mod ord">
          <ac:chgData name="Macher, Andreas (DI FA CTR PLC PPM)" userId="f1dcac62-7bef-43eb-91f0-927336a1714f" providerId="ADAL" clId="{5B710B73-F6D6-4A7D-9276-5384056BD54A}" dt="2022-11-23T12:21:55.580" v="8996"/>
          <ac:spMkLst>
            <pc:docMk/>
            <pc:sldMk cId="1519133652" sldId="9790"/>
            <ac:spMk id="2" creationId="{6E3881A0-AE27-440B-85FF-039A5B808AC5}"/>
          </ac:spMkLst>
        </pc:spChg>
        <pc:spChg chg="mod ord">
          <ac:chgData name="Macher, Andreas (DI FA CTR PLC PPM)" userId="f1dcac62-7bef-43eb-91f0-927336a1714f" providerId="ADAL" clId="{5B710B73-F6D6-4A7D-9276-5384056BD54A}" dt="2022-11-07T21:07:42.628" v="6571" actId="700"/>
          <ac:spMkLst>
            <pc:docMk/>
            <pc:sldMk cId="1519133652" sldId="9790"/>
            <ac:spMk id="4" creationId="{00000000-0000-0000-0000-000000000000}"/>
          </ac:spMkLst>
        </pc:spChg>
        <pc:spChg chg="mod">
          <ac:chgData name="Macher, Andreas (DI FA CTR PLC PPM)" userId="f1dcac62-7bef-43eb-91f0-927336a1714f" providerId="ADAL" clId="{5B710B73-F6D6-4A7D-9276-5384056BD54A}" dt="2022-11-07T21:08:30.644" v="6576" actId="207"/>
          <ac:spMkLst>
            <pc:docMk/>
            <pc:sldMk cId="1519133652" sldId="9790"/>
            <ac:spMk id="11" creationId="{C03503DE-E898-CF77-34C2-78A5D15F0F78}"/>
          </ac:spMkLst>
        </pc:spChg>
        <pc:spChg chg="add mod ord">
          <ac:chgData name="Macher, Andreas (DI FA CTR PLC PPM)" userId="f1dcac62-7bef-43eb-91f0-927336a1714f" providerId="ADAL" clId="{5B710B73-F6D6-4A7D-9276-5384056BD54A}" dt="2022-11-07T21:08:20.694" v="6575" actId="167"/>
          <ac:spMkLst>
            <pc:docMk/>
            <pc:sldMk cId="1519133652" sldId="9790"/>
            <ac:spMk id="18" creationId="{7B37A92F-6B17-C199-1A87-EAD807329930}"/>
          </ac:spMkLst>
        </pc:spChg>
        <pc:spChg chg="add mod ord">
          <ac:chgData name="Macher, Andreas (DI FA CTR PLC PPM)" userId="f1dcac62-7bef-43eb-91f0-927336a1714f" providerId="ADAL" clId="{5B710B73-F6D6-4A7D-9276-5384056BD54A}" dt="2022-11-07T21:08:44.417" v="6579" actId="167"/>
          <ac:spMkLst>
            <pc:docMk/>
            <pc:sldMk cId="1519133652" sldId="9790"/>
            <ac:spMk id="19" creationId="{9C56DE45-3582-66BF-83CF-7634DEC32F77}"/>
          </ac:spMkLst>
        </pc:spChg>
        <pc:spChg chg="add mod ord">
          <ac:chgData name="Macher, Andreas (DI FA CTR PLC PPM)" userId="f1dcac62-7bef-43eb-91f0-927336a1714f" providerId="ADAL" clId="{5B710B73-F6D6-4A7D-9276-5384056BD54A}" dt="2022-11-07T21:08:55.557" v="6582" actId="167"/>
          <ac:spMkLst>
            <pc:docMk/>
            <pc:sldMk cId="1519133652" sldId="9790"/>
            <ac:spMk id="20" creationId="{E29AB798-4CF2-B22A-A806-63AF38339B01}"/>
          </ac:spMkLst>
        </pc:spChg>
        <pc:spChg chg="mod">
          <ac:chgData name="Macher, Andreas (DI FA CTR PLC PPM)" userId="f1dcac62-7bef-43eb-91f0-927336a1714f" providerId="ADAL" clId="{5B710B73-F6D6-4A7D-9276-5384056BD54A}" dt="2022-11-07T21:08:30.644" v="6576" actId="207"/>
          <ac:spMkLst>
            <pc:docMk/>
            <pc:sldMk cId="1519133652" sldId="9790"/>
            <ac:spMk id="25" creationId="{1ACDBAC1-7378-6EA1-1D3C-03332AFCE75D}"/>
          </ac:spMkLst>
        </pc:spChg>
        <pc:spChg chg="mod">
          <ac:chgData name="Macher, Andreas (DI FA CTR PLC PPM)" userId="f1dcac62-7bef-43eb-91f0-927336a1714f" providerId="ADAL" clId="{5B710B73-F6D6-4A7D-9276-5384056BD54A}" dt="2022-11-23T12:16:50.098" v="8982"/>
          <ac:spMkLst>
            <pc:docMk/>
            <pc:sldMk cId="1519133652" sldId="9790"/>
            <ac:spMk id="26" creationId="{DF603AF0-DCB4-FF5B-23EE-ED023428D853}"/>
          </ac:spMkLst>
        </pc:spChg>
        <pc:spChg chg="mod">
          <ac:chgData name="Macher, Andreas (DI FA CTR PLC PPM)" userId="f1dcac62-7bef-43eb-91f0-927336a1714f" providerId="ADAL" clId="{5B710B73-F6D6-4A7D-9276-5384056BD54A}" dt="2022-11-23T12:16:50.098" v="8982"/>
          <ac:spMkLst>
            <pc:docMk/>
            <pc:sldMk cId="1519133652" sldId="9790"/>
            <ac:spMk id="27" creationId="{0EBADFC1-19FA-876A-E95C-704120F9A5DA}"/>
          </ac:spMkLst>
        </pc:spChg>
        <pc:spChg chg="mod">
          <ac:chgData name="Macher, Andreas (DI FA CTR PLC PPM)" userId="f1dcac62-7bef-43eb-91f0-927336a1714f" providerId="ADAL" clId="{5B710B73-F6D6-4A7D-9276-5384056BD54A}" dt="2022-11-07T21:08:30.644" v="6576" actId="207"/>
          <ac:spMkLst>
            <pc:docMk/>
            <pc:sldMk cId="1519133652" sldId="9790"/>
            <ac:spMk id="39" creationId="{35F6ED7B-BE84-1A18-5349-BD58BA50106E}"/>
          </ac:spMkLst>
        </pc:spChg>
        <pc:spChg chg="mod">
          <ac:chgData name="Macher, Andreas (DI FA CTR PLC PPM)" userId="f1dcac62-7bef-43eb-91f0-927336a1714f" providerId="ADAL" clId="{5B710B73-F6D6-4A7D-9276-5384056BD54A}" dt="2022-11-07T21:09:37.383" v="6588" actId="14100"/>
          <ac:spMkLst>
            <pc:docMk/>
            <pc:sldMk cId="1519133652" sldId="9790"/>
            <ac:spMk id="45" creationId="{43382D88-0E6C-C35C-EE19-55EF31EC0271}"/>
          </ac:spMkLst>
        </pc:spChg>
        <pc:spChg chg="mod">
          <ac:chgData name="Macher, Andreas (DI FA CTR PLC PPM)" userId="f1dcac62-7bef-43eb-91f0-927336a1714f" providerId="ADAL" clId="{5B710B73-F6D6-4A7D-9276-5384056BD54A}" dt="2022-11-07T21:09:43.727" v="6590" actId="14100"/>
          <ac:spMkLst>
            <pc:docMk/>
            <pc:sldMk cId="1519133652" sldId="9790"/>
            <ac:spMk id="47" creationId="{6EF170DC-56C8-001B-BFD8-5F4AA843DECA}"/>
          </ac:spMkLst>
        </pc:spChg>
        <pc:spChg chg="mod">
          <ac:chgData name="Macher, Andreas (DI FA CTR PLC PPM)" userId="f1dcac62-7bef-43eb-91f0-927336a1714f" providerId="ADAL" clId="{5B710B73-F6D6-4A7D-9276-5384056BD54A}" dt="2022-11-07T21:10:23.787" v="6596" actId="207"/>
          <ac:spMkLst>
            <pc:docMk/>
            <pc:sldMk cId="1519133652" sldId="9790"/>
            <ac:spMk id="48" creationId="{E8886699-B518-5CC4-CF54-2ADB43E14A80}"/>
          </ac:spMkLst>
        </pc:spChg>
        <pc:spChg chg="mod">
          <ac:chgData name="Macher, Andreas (DI FA CTR PLC PPM)" userId="f1dcac62-7bef-43eb-91f0-927336a1714f" providerId="ADAL" clId="{5B710B73-F6D6-4A7D-9276-5384056BD54A}" dt="2022-11-07T21:07:59.305" v="6572" actId="207"/>
          <ac:spMkLst>
            <pc:docMk/>
            <pc:sldMk cId="1519133652" sldId="9790"/>
            <ac:spMk id="49" creationId="{F0B930A9-3AFA-C41C-1F98-0E0FC1C0DBBE}"/>
          </ac:spMkLst>
        </pc:spChg>
        <pc:spChg chg="mod">
          <ac:chgData name="Macher, Andreas (DI FA CTR PLC PPM)" userId="f1dcac62-7bef-43eb-91f0-927336a1714f" providerId="ADAL" clId="{5B710B73-F6D6-4A7D-9276-5384056BD54A}" dt="2022-11-07T21:07:59.305" v="6572" actId="207"/>
          <ac:spMkLst>
            <pc:docMk/>
            <pc:sldMk cId="1519133652" sldId="9790"/>
            <ac:spMk id="50" creationId="{C7EA2A32-0107-8BD4-3ACD-61505547036D}"/>
          </ac:spMkLst>
        </pc:spChg>
        <pc:spChg chg="mod">
          <ac:chgData name="Macher, Andreas (DI FA CTR PLC PPM)" userId="f1dcac62-7bef-43eb-91f0-927336a1714f" providerId="ADAL" clId="{5B710B73-F6D6-4A7D-9276-5384056BD54A}" dt="2022-11-07T21:07:59.305" v="6572" actId="207"/>
          <ac:spMkLst>
            <pc:docMk/>
            <pc:sldMk cId="1519133652" sldId="9790"/>
            <ac:spMk id="51" creationId="{079A96EE-465A-B019-1101-6E0B50B9C979}"/>
          </ac:spMkLst>
        </pc:spChg>
        <pc:spChg chg="mod">
          <ac:chgData name="Macher, Andreas (DI FA CTR PLC PPM)" userId="f1dcac62-7bef-43eb-91f0-927336a1714f" providerId="ADAL" clId="{5B710B73-F6D6-4A7D-9276-5384056BD54A}" dt="2022-11-07T21:08:30.644" v="6576" actId="207"/>
          <ac:spMkLst>
            <pc:docMk/>
            <pc:sldMk cId="1519133652" sldId="9790"/>
            <ac:spMk id="232" creationId="{9F1D3D17-BEF3-93F8-6BD1-1A7115BDFFD4}"/>
          </ac:spMkLst>
        </pc:spChg>
        <pc:spChg chg="mod">
          <ac:chgData name="Macher, Andreas (DI FA CTR PLC PPM)" userId="f1dcac62-7bef-43eb-91f0-927336a1714f" providerId="ADAL" clId="{5B710B73-F6D6-4A7D-9276-5384056BD54A}" dt="2022-11-07T21:09:59.771" v="6592" actId="14100"/>
          <ac:spMkLst>
            <pc:docMk/>
            <pc:sldMk cId="1519133652" sldId="9790"/>
            <ac:spMk id="237" creationId="{EF2EA6AE-8D5A-7A33-8C58-C5C39B23E67D}"/>
          </ac:spMkLst>
        </pc:spChg>
        <pc:spChg chg="mod">
          <ac:chgData name="Macher, Andreas (DI FA CTR PLC PPM)" userId="f1dcac62-7bef-43eb-91f0-927336a1714f" providerId="ADAL" clId="{5B710B73-F6D6-4A7D-9276-5384056BD54A}" dt="2022-11-07T21:10:10.663" v="6594" actId="14100"/>
          <ac:spMkLst>
            <pc:docMk/>
            <pc:sldMk cId="1519133652" sldId="9790"/>
            <ac:spMk id="238" creationId="{9F865225-0DC7-D019-6654-9A1BDF6F7A52}"/>
          </ac:spMkLst>
        </pc:spChg>
        <pc:spChg chg="mod">
          <ac:chgData name="Macher, Andreas (DI FA CTR PLC PPM)" userId="f1dcac62-7bef-43eb-91f0-927336a1714f" providerId="ADAL" clId="{5B710B73-F6D6-4A7D-9276-5384056BD54A}" dt="2022-11-07T21:09:52.078" v="6591" actId="207"/>
          <ac:spMkLst>
            <pc:docMk/>
            <pc:sldMk cId="1519133652" sldId="9790"/>
            <ac:spMk id="239" creationId="{D8299584-D70B-3DAE-6A6E-285E26651431}"/>
          </ac:spMkLst>
        </pc:spChg>
        <pc:spChg chg="mod">
          <ac:chgData name="Macher, Andreas (DI FA CTR PLC PPM)" userId="f1dcac62-7bef-43eb-91f0-927336a1714f" providerId="ADAL" clId="{5B710B73-F6D6-4A7D-9276-5384056BD54A}" dt="2022-11-07T21:08:30.644" v="6576" actId="207"/>
          <ac:spMkLst>
            <pc:docMk/>
            <pc:sldMk cId="1519133652" sldId="9790"/>
            <ac:spMk id="243" creationId="{1B0D2F7A-6700-75D0-DEB7-7B771FF0B4FE}"/>
          </ac:spMkLst>
        </pc:spChg>
        <pc:spChg chg="mod">
          <ac:chgData name="Macher, Andreas (DI FA CTR PLC PPM)" userId="f1dcac62-7bef-43eb-91f0-927336a1714f" providerId="ADAL" clId="{5B710B73-F6D6-4A7D-9276-5384056BD54A}" dt="2022-11-16T13:46:20.652" v="7453" actId="1036"/>
          <ac:spMkLst>
            <pc:docMk/>
            <pc:sldMk cId="1519133652" sldId="9790"/>
            <ac:spMk id="314" creationId="{DC2E4C49-8F28-5D93-E582-FC5D1B80F925}"/>
          </ac:spMkLst>
        </pc:spChg>
        <pc:spChg chg="mod">
          <ac:chgData name="Macher, Andreas (DI FA CTR PLC PPM)" userId="f1dcac62-7bef-43eb-91f0-927336a1714f" providerId="ADAL" clId="{5B710B73-F6D6-4A7D-9276-5384056BD54A}" dt="2022-11-16T13:46:20.652" v="7453" actId="1036"/>
          <ac:spMkLst>
            <pc:docMk/>
            <pc:sldMk cId="1519133652" sldId="9790"/>
            <ac:spMk id="323" creationId="{DA3D4FCA-3E59-C122-DA95-D473C5AF245D}"/>
          </ac:spMkLst>
        </pc:spChg>
        <pc:spChg chg="mod">
          <ac:chgData name="Macher, Andreas (DI FA CTR PLC PPM)" userId="f1dcac62-7bef-43eb-91f0-927336a1714f" providerId="ADAL" clId="{5B710B73-F6D6-4A7D-9276-5384056BD54A}" dt="2022-11-16T13:46:20.652" v="7453" actId="1036"/>
          <ac:spMkLst>
            <pc:docMk/>
            <pc:sldMk cId="1519133652" sldId="9790"/>
            <ac:spMk id="324" creationId="{068038BE-D46A-C0C3-225E-01184651C2CD}"/>
          </ac:spMkLst>
        </pc:spChg>
        <pc:spChg chg="mod">
          <ac:chgData name="Macher, Andreas (DI FA CTR PLC PPM)" userId="f1dcac62-7bef-43eb-91f0-927336a1714f" providerId="ADAL" clId="{5B710B73-F6D6-4A7D-9276-5384056BD54A}" dt="2022-11-07T21:08:30.644" v="6576" actId="207"/>
          <ac:spMkLst>
            <pc:docMk/>
            <pc:sldMk cId="1519133652" sldId="9790"/>
            <ac:spMk id="388" creationId="{00000000-0000-0000-0000-000000000000}"/>
          </ac:spMkLst>
        </pc:spChg>
        <pc:grpChg chg="mod">
          <ac:chgData name="Macher, Andreas (DI FA CTR PLC PPM)" userId="f1dcac62-7bef-43eb-91f0-927336a1714f" providerId="ADAL" clId="{5B710B73-F6D6-4A7D-9276-5384056BD54A}" dt="2022-11-07T21:10:19.481" v="6595" actId="207"/>
          <ac:grpSpMkLst>
            <pc:docMk/>
            <pc:sldMk cId="1519133652" sldId="9790"/>
            <ac:grpSpMk id="8" creationId="{AF03EC1B-0635-9F61-7CE9-518DD7E48F27}"/>
          </ac:grpSpMkLst>
        </pc:grpChg>
        <pc:grpChg chg="add mod">
          <ac:chgData name="Macher, Andreas (DI FA CTR PLC PPM)" userId="f1dcac62-7bef-43eb-91f0-927336a1714f" providerId="ADAL" clId="{5B710B73-F6D6-4A7D-9276-5384056BD54A}" dt="2022-11-23T12:16:54.373" v="8983" actId="1076"/>
          <ac:grpSpMkLst>
            <pc:docMk/>
            <pc:sldMk cId="1519133652" sldId="9790"/>
            <ac:grpSpMk id="22" creationId="{2731E692-7CA0-F8C3-4FB7-31F332664CBD}"/>
          </ac:grpSpMkLst>
        </pc:grpChg>
        <pc:grpChg chg="mod">
          <ac:chgData name="Macher, Andreas (DI FA CTR PLC PPM)" userId="f1dcac62-7bef-43eb-91f0-927336a1714f" providerId="ADAL" clId="{5B710B73-F6D6-4A7D-9276-5384056BD54A}" dt="2022-11-07T21:10:19.481" v="6595" actId="207"/>
          <ac:grpSpMkLst>
            <pc:docMk/>
            <pc:sldMk cId="1519133652" sldId="9790"/>
            <ac:grpSpMk id="30" creationId="{69C4A89B-5DEA-35CC-BE6A-423A1CC84A0D}"/>
          </ac:grpSpMkLst>
        </pc:grpChg>
        <pc:grpChg chg="mod">
          <ac:chgData name="Macher, Andreas (DI FA CTR PLC PPM)" userId="f1dcac62-7bef-43eb-91f0-927336a1714f" providerId="ADAL" clId="{5B710B73-F6D6-4A7D-9276-5384056BD54A}" dt="2022-11-07T21:10:19.481" v="6595" actId="207"/>
          <ac:grpSpMkLst>
            <pc:docMk/>
            <pc:sldMk cId="1519133652" sldId="9790"/>
            <ac:grpSpMk id="33" creationId="{6C0F3DDA-9027-936A-1240-1FBE220483CA}"/>
          </ac:grpSpMkLst>
        </pc:grpChg>
        <pc:grpChg chg="mod">
          <ac:chgData name="Macher, Andreas (DI FA CTR PLC PPM)" userId="f1dcac62-7bef-43eb-91f0-927336a1714f" providerId="ADAL" clId="{5B710B73-F6D6-4A7D-9276-5384056BD54A}" dt="2022-11-07T21:10:19.481" v="6595" actId="207"/>
          <ac:grpSpMkLst>
            <pc:docMk/>
            <pc:sldMk cId="1519133652" sldId="9790"/>
            <ac:grpSpMk id="226" creationId="{7F42A954-51E5-84CD-DFB9-301FB3620187}"/>
          </ac:grpSpMkLst>
        </pc:grpChg>
        <pc:grpChg chg="mod">
          <ac:chgData name="Macher, Andreas (DI FA CTR PLC PPM)" userId="f1dcac62-7bef-43eb-91f0-927336a1714f" providerId="ADAL" clId="{5B710B73-F6D6-4A7D-9276-5384056BD54A}" dt="2022-11-07T21:10:19.481" v="6595" actId="207"/>
          <ac:grpSpMkLst>
            <pc:docMk/>
            <pc:sldMk cId="1519133652" sldId="9790"/>
            <ac:grpSpMk id="240" creationId="{3E438C6B-9FA3-3AB4-88D1-A89AC7D0BD3F}"/>
          </ac:grpSpMkLst>
        </pc:grpChg>
        <pc:grpChg chg="mod">
          <ac:chgData name="Macher, Andreas (DI FA CTR PLC PPM)" userId="f1dcac62-7bef-43eb-91f0-927336a1714f" providerId="ADAL" clId="{5B710B73-F6D6-4A7D-9276-5384056BD54A}" dt="2022-11-07T21:10:19.481" v="6595" actId="207"/>
          <ac:grpSpMkLst>
            <pc:docMk/>
            <pc:sldMk cId="1519133652" sldId="9790"/>
            <ac:grpSpMk id="246" creationId="{F2E664FE-B2B4-07BC-BD6B-1BD70DA72AB2}"/>
          </ac:grpSpMkLst>
        </pc:grpChg>
        <pc:grpChg chg="mod">
          <ac:chgData name="Macher, Andreas (DI FA CTR PLC PPM)" userId="f1dcac62-7bef-43eb-91f0-927336a1714f" providerId="ADAL" clId="{5B710B73-F6D6-4A7D-9276-5384056BD54A}" dt="2022-11-07T21:10:19.481" v="6595" actId="207"/>
          <ac:grpSpMkLst>
            <pc:docMk/>
            <pc:sldMk cId="1519133652" sldId="9790"/>
            <ac:grpSpMk id="250" creationId="{1C474ED1-56C4-4AB4-9E26-AB9EDBBEDDC5}"/>
          </ac:grpSpMkLst>
        </pc:grpChg>
        <pc:grpChg chg="mod">
          <ac:chgData name="Macher, Andreas (DI FA CTR PLC PPM)" userId="f1dcac62-7bef-43eb-91f0-927336a1714f" providerId="ADAL" clId="{5B710B73-F6D6-4A7D-9276-5384056BD54A}" dt="2022-11-07T21:10:19.481" v="6595" actId="207"/>
          <ac:grpSpMkLst>
            <pc:docMk/>
            <pc:sldMk cId="1519133652" sldId="9790"/>
            <ac:grpSpMk id="371" creationId="{00000000-0000-0000-0000-000000000000}"/>
          </ac:grpSpMkLst>
        </pc:grpChg>
        <pc:grpChg chg="mod">
          <ac:chgData name="Macher, Andreas (DI FA CTR PLC PPM)" userId="f1dcac62-7bef-43eb-91f0-927336a1714f" providerId="ADAL" clId="{5B710B73-F6D6-4A7D-9276-5384056BD54A}" dt="2022-11-07T21:10:19.481" v="6595" actId="207"/>
          <ac:grpSpMkLst>
            <pc:docMk/>
            <pc:sldMk cId="1519133652" sldId="9790"/>
            <ac:grpSpMk id="375" creationId="{00000000-0000-0000-0000-000000000000}"/>
          </ac:grpSpMkLst>
        </pc:grpChg>
        <pc:picChg chg="mod">
          <ac:chgData name="Macher, Andreas (DI FA CTR PLC PPM)" userId="f1dcac62-7bef-43eb-91f0-927336a1714f" providerId="ADAL" clId="{5B710B73-F6D6-4A7D-9276-5384056BD54A}" dt="2022-11-07T21:10:19.481" v="6595" actId="207"/>
          <ac:picMkLst>
            <pc:docMk/>
            <pc:sldMk cId="1519133652" sldId="9790"/>
            <ac:picMk id="31" creationId="{B78F1BFB-1595-FADD-FF3F-F1D84C4921D9}"/>
          </ac:picMkLst>
        </pc:picChg>
        <pc:picChg chg="mod">
          <ac:chgData name="Macher, Andreas (DI FA CTR PLC PPM)" userId="f1dcac62-7bef-43eb-91f0-927336a1714f" providerId="ADAL" clId="{5B710B73-F6D6-4A7D-9276-5384056BD54A}" dt="2022-11-07T21:10:19.481" v="6595" actId="207"/>
          <ac:picMkLst>
            <pc:docMk/>
            <pc:sldMk cId="1519133652" sldId="9790"/>
            <ac:picMk id="32" creationId="{3A360938-7AA0-DF99-3506-8D6EF8158FCE}"/>
          </ac:picMkLst>
        </pc:picChg>
        <pc:picChg chg="mod">
          <ac:chgData name="Macher, Andreas (DI FA CTR PLC PPM)" userId="f1dcac62-7bef-43eb-91f0-927336a1714f" providerId="ADAL" clId="{5B710B73-F6D6-4A7D-9276-5384056BD54A}" dt="2022-11-07T21:10:19.481" v="6595" actId="207"/>
          <ac:picMkLst>
            <pc:docMk/>
            <pc:sldMk cId="1519133652" sldId="9790"/>
            <ac:picMk id="34" creationId="{D0E69AF6-174A-B8D1-2DF3-449D268ED5B6}"/>
          </ac:picMkLst>
        </pc:picChg>
        <pc:picChg chg="mod">
          <ac:chgData name="Macher, Andreas (DI FA CTR PLC PPM)" userId="f1dcac62-7bef-43eb-91f0-927336a1714f" providerId="ADAL" clId="{5B710B73-F6D6-4A7D-9276-5384056BD54A}" dt="2022-11-07T21:10:19.481" v="6595" actId="207"/>
          <ac:picMkLst>
            <pc:docMk/>
            <pc:sldMk cId="1519133652" sldId="9790"/>
            <ac:picMk id="35" creationId="{0AB31B71-7585-F649-7AF5-2A12943E26BB}"/>
          </ac:picMkLst>
        </pc:picChg>
        <pc:picChg chg="mod">
          <ac:chgData name="Macher, Andreas (DI FA CTR PLC PPM)" userId="f1dcac62-7bef-43eb-91f0-927336a1714f" providerId="ADAL" clId="{5B710B73-F6D6-4A7D-9276-5384056BD54A}" dt="2022-11-07T21:10:19.481" v="6595" actId="207"/>
          <ac:picMkLst>
            <pc:docMk/>
            <pc:sldMk cId="1519133652" sldId="9790"/>
            <ac:picMk id="36" creationId="{64875FA7-7B3E-3D6A-F14D-C8E9C598A816}"/>
          </ac:picMkLst>
        </pc:picChg>
        <pc:picChg chg="mod">
          <ac:chgData name="Macher, Andreas (DI FA CTR PLC PPM)" userId="f1dcac62-7bef-43eb-91f0-927336a1714f" providerId="ADAL" clId="{5B710B73-F6D6-4A7D-9276-5384056BD54A}" dt="2022-11-07T21:10:19.481" v="6595" actId="207"/>
          <ac:picMkLst>
            <pc:docMk/>
            <pc:sldMk cId="1519133652" sldId="9790"/>
            <ac:picMk id="224" creationId="{33F33E57-0EE4-A892-597D-B3D6F11E8480}"/>
          </ac:picMkLst>
        </pc:picChg>
        <pc:picChg chg="mod">
          <ac:chgData name="Macher, Andreas (DI FA CTR PLC PPM)" userId="f1dcac62-7bef-43eb-91f0-927336a1714f" providerId="ADAL" clId="{5B710B73-F6D6-4A7D-9276-5384056BD54A}" dt="2022-11-07T21:10:19.481" v="6595" actId="207"/>
          <ac:picMkLst>
            <pc:docMk/>
            <pc:sldMk cId="1519133652" sldId="9790"/>
            <ac:picMk id="225" creationId="{444B6EC9-8774-394C-FB7B-B6320A728EB7}"/>
          </ac:picMkLst>
        </pc:picChg>
        <pc:picChg chg="mod">
          <ac:chgData name="Macher, Andreas (DI FA CTR PLC PPM)" userId="f1dcac62-7bef-43eb-91f0-927336a1714f" providerId="ADAL" clId="{5B710B73-F6D6-4A7D-9276-5384056BD54A}" dt="2022-11-07T21:10:19.481" v="6595" actId="207"/>
          <ac:picMkLst>
            <pc:docMk/>
            <pc:sldMk cId="1519133652" sldId="9790"/>
            <ac:picMk id="227" creationId="{62C37C11-CD23-BA40-492D-FADDD20DE8B5}"/>
          </ac:picMkLst>
        </pc:picChg>
        <pc:picChg chg="mod">
          <ac:chgData name="Macher, Andreas (DI FA CTR PLC PPM)" userId="f1dcac62-7bef-43eb-91f0-927336a1714f" providerId="ADAL" clId="{5B710B73-F6D6-4A7D-9276-5384056BD54A}" dt="2022-11-07T21:10:19.481" v="6595" actId="207"/>
          <ac:picMkLst>
            <pc:docMk/>
            <pc:sldMk cId="1519133652" sldId="9790"/>
            <ac:picMk id="228" creationId="{A630C207-CACD-5840-EE18-C2D05FF92487}"/>
          </ac:picMkLst>
        </pc:picChg>
        <pc:picChg chg="mod">
          <ac:chgData name="Macher, Andreas (DI FA CTR PLC PPM)" userId="f1dcac62-7bef-43eb-91f0-927336a1714f" providerId="ADAL" clId="{5B710B73-F6D6-4A7D-9276-5384056BD54A}" dt="2022-11-07T21:10:19.481" v="6595" actId="207"/>
          <ac:picMkLst>
            <pc:docMk/>
            <pc:sldMk cId="1519133652" sldId="9790"/>
            <ac:picMk id="229" creationId="{4586A4F1-96D4-6107-3E8F-17ECBEC90469}"/>
          </ac:picMkLst>
        </pc:picChg>
        <pc:picChg chg="mod">
          <ac:chgData name="Macher, Andreas (DI FA CTR PLC PPM)" userId="f1dcac62-7bef-43eb-91f0-927336a1714f" providerId="ADAL" clId="{5B710B73-F6D6-4A7D-9276-5384056BD54A}" dt="2022-11-07T21:10:19.481" v="6595" actId="207"/>
          <ac:picMkLst>
            <pc:docMk/>
            <pc:sldMk cId="1519133652" sldId="9790"/>
            <ac:picMk id="247" creationId="{029892A3-7D95-D0E7-BBDE-7FE46FC99EA4}"/>
          </ac:picMkLst>
        </pc:picChg>
        <pc:picChg chg="mod">
          <ac:chgData name="Macher, Andreas (DI FA CTR PLC PPM)" userId="f1dcac62-7bef-43eb-91f0-927336a1714f" providerId="ADAL" clId="{5B710B73-F6D6-4A7D-9276-5384056BD54A}" dt="2022-11-07T21:10:19.481" v="6595" actId="207"/>
          <ac:picMkLst>
            <pc:docMk/>
            <pc:sldMk cId="1519133652" sldId="9790"/>
            <ac:picMk id="248" creationId="{99756A68-B43D-104C-F846-B3B6B4A84289}"/>
          </ac:picMkLst>
        </pc:picChg>
        <pc:picChg chg="mod">
          <ac:chgData name="Macher, Andreas (DI FA CTR PLC PPM)" userId="f1dcac62-7bef-43eb-91f0-927336a1714f" providerId="ADAL" clId="{5B710B73-F6D6-4A7D-9276-5384056BD54A}" dt="2022-11-07T21:10:19.481" v="6595" actId="207"/>
          <ac:picMkLst>
            <pc:docMk/>
            <pc:sldMk cId="1519133652" sldId="9790"/>
            <ac:picMk id="372" creationId="{00000000-0000-0000-0000-000000000000}"/>
          </ac:picMkLst>
        </pc:picChg>
        <pc:picChg chg="mod">
          <ac:chgData name="Macher, Andreas (DI FA CTR PLC PPM)" userId="f1dcac62-7bef-43eb-91f0-927336a1714f" providerId="ADAL" clId="{5B710B73-F6D6-4A7D-9276-5384056BD54A}" dt="2022-11-07T21:10:19.481" v="6595" actId="207"/>
          <ac:picMkLst>
            <pc:docMk/>
            <pc:sldMk cId="1519133652" sldId="9790"/>
            <ac:picMk id="373" creationId="{00000000-0000-0000-0000-000000000000}"/>
          </ac:picMkLst>
        </pc:picChg>
        <pc:picChg chg="mod">
          <ac:chgData name="Macher, Andreas (DI FA CTR PLC PPM)" userId="f1dcac62-7bef-43eb-91f0-927336a1714f" providerId="ADAL" clId="{5B710B73-F6D6-4A7D-9276-5384056BD54A}" dt="2022-11-07T21:10:19.481" v="6595" actId="207"/>
          <ac:picMkLst>
            <pc:docMk/>
            <pc:sldMk cId="1519133652" sldId="9790"/>
            <ac:picMk id="374" creationId="{00000000-0000-0000-0000-000000000000}"/>
          </ac:picMkLst>
        </pc:picChg>
        <pc:picChg chg="mod">
          <ac:chgData name="Macher, Andreas (DI FA CTR PLC PPM)" userId="f1dcac62-7bef-43eb-91f0-927336a1714f" providerId="ADAL" clId="{5B710B73-F6D6-4A7D-9276-5384056BD54A}" dt="2022-11-07T21:10:19.481" v="6595" actId="207"/>
          <ac:picMkLst>
            <pc:docMk/>
            <pc:sldMk cId="1519133652" sldId="9790"/>
            <ac:picMk id="376" creationId="{00000000-0000-0000-0000-000000000000}"/>
          </ac:picMkLst>
        </pc:picChg>
        <pc:picChg chg="mod">
          <ac:chgData name="Macher, Andreas (DI FA CTR PLC PPM)" userId="f1dcac62-7bef-43eb-91f0-927336a1714f" providerId="ADAL" clId="{5B710B73-F6D6-4A7D-9276-5384056BD54A}" dt="2022-11-07T21:10:19.481" v="6595" actId="207"/>
          <ac:picMkLst>
            <pc:docMk/>
            <pc:sldMk cId="1519133652" sldId="9790"/>
            <ac:picMk id="377" creationId="{00000000-0000-0000-0000-000000000000}"/>
          </ac:picMkLst>
        </pc:picChg>
        <pc:picChg chg="mod">
          <ac:chgData name="Macher, Andreas (DI FA CTR PLC PPM)" userId="f1dcac62-7bef-43eb-91f0-927336a1714f" providerId="ADAL" clId="{5B710B73-F6D6-4A7D-9276-5384056BD54A}" dt="2022-11-07T21:10:19.481" v="6595" actId="207"/>
          <ac:picMkLst>
            <pc:docMk/>
            <pc:sldMk cId="1519133652" sldId="9790"/>
            <ac:picMk id="378" creationId="{00000000-0000-0000-0000-000000000000}"/>
          </ac:picMkLst>
        </pc:picChg>
        <pc:cxnChg chg="mod">
          <ac:chgData name="Macher, Andreas (DI FA CTR PLC PPM)" userId="f1dcac62-7bef-43eb-91f0-927336a1714f" providerId="ADAL" clId="{5B710B73-F6D6-4A7D-9276-5384056BD54A}" dt="2022-11-07T21:10:19.481" v="6595" actId="207"/>
          <ac:cxnSpMkLst>
            <pc:docMk/>
            <pc:sldMk cId="1519133652" sldId="9790"/>
            <ac:cxnSpMk id="9" creationId="{092BC0C3-59A7-8972-33F2-6E46D931FA39}"/>
          </ac:cxnSpMkLst>
        </pc:cxnChg>
        <pc:cxnChg chg="mod">
          <ac:chgData name="Macher, Andreas (DI FA CTR PLC PPM)" userId="f1dcac62-7bef-43eb-91f0-927336a1714f" providerId="ADAL" clId="{5B710B73-F6D6-4A7D-9276-5384056BD54A}" dt="2022-11-07T21:10:19.481" v="6595" actId="207"/>
          <ac:cxnSpMkLst>
            <pc:docMk/>
            <pc:sldMk cId="1519133652" sldId="9790"/>
            <ac:cxnSpMk id="10" creationId="{9510330D-8CF2-E9D5-4CF7-7910EA7B803C}"/>
          </ac:cxnSpMkLst>
        </pc:cxnChg>
        <pc:cxnChg chg="mod">
          <ac:chgData name="Macher, Andreas (DI FA CTR PLC PPM)" userId="f1dcac62-7bef-43eb-91f0-927336a1714f" providerId="ADAL" clId="{5B710B73-F6D6-4A7D-9276-5384056BD54A}" dt="2022-11-07T21:10:19.481" v="6595" actId="207"/>
          <ac:cxnSpMkLst>
            <pc:docMk/>
            <pc:sldMk cId="1519133652" sldId="9790"/>
            <ac:cxnSpMk id="241" creationId="{BDEF4178-FF09-75E1-B43A-6CCEE6E82C5E}"/>
          </ac:cxnSpMkLst>
        </pc:cxnChg>
        <pc:cxnChg chg="mod">
          <ac:chgData name="Macher, Andreas (DI FA CTR PLC PPM)" userId="f1dcac62-7bef-43eb-91f0-927336a1714f" providerId="ADAL" clId="{5B710B73-F6D6-4A7D-9276-5384056BD54A}" dt="2022-11-07T21:10:19.481" v="6595" actId="207"/>
          <ac:cxnSpMkLst>
            <pc:docMk/>
            <pc:sldMk cId="1519133652" sldId="9790"/>
            <ac:cxnSpMk id="242" creationId="{A6E06DEC-FA3C-E245-EB0E-E37EF8A286B9}"/>
          </ac:cxnSpMkLst>
        </pc:cxnChg>
        <pc:cxnChg chg="mod">
          <ac:chgData name="Macher, Andreas (DI FA CTR PLC PPM)" userId="f1dcac62-7bef-43eb-91f0-927336a1714f" providerId="ADAL" clId="{5B710B73-F6D6-4A7D-9276-5384056BD54A}" dt="2022-11-07T21:10:19.481" v="6595" actId="207"/>
          <ac:cxnSpMkLst>
            <pc:docMk/>
            <pc:sldMk cId="1519133652" sldId="9790"/>
            <ac:cxnSpMk id="251" creationId="{6671AE69-DAA2-A7D8-5944-1AB217F03C38}"/>
          </ac:cxnSpMkLst>
        </pc:cxnChg>
        <pc:cxnChg chg="mod">
          <ac:chgData name="Macher, Andreas (DI FA CTR PLC PPM)" userId="f1dcac62-7bef-43eb-91f0-927336a1714f" providerId="ADAL" clId="{5B710B73-F6D6-4A7D-9276-5384056BD54A}" dt="2022-11-07T21:10:19.481" v="6595" actId="207"/>
          <ac:cxnSpMkLst>
            <pc:docMk/>
            <pc:sldMk cId="1519133652" sldId="9790"/>
            <ac:cxnSpMk id="252" creationId="{2D4689BA-7286-B128-15EA-D52AE1F0129D}"/>
          </ac:cxnSpMkLst>
        </pc:cxnChg>
      </pc:sldChg>
      <pc:sldChg chg="delSp modSp del mod chgLayout">
        <pc:chgData name="Macher, Andreas (DI FA CTR PLC PPM)" userId="f1dcac62-7bef-43eb-91f0-927336a1714f" providerId="ADAL" clId="{5B710B73-F6D6-4A7D-9276-5384056BD54A}" dt="2022-11-23T10:55:35.580" v="8517" actId="47"/>
        <pc:sldMkLst>
          <pc:docMk/>
          <pc:sldMk cId="681887152" sldId="9791"/>
        </pc:sldMkLst>
        <pc:spChg chg="mod ord">
          <ac:chgData name="Macher, Andreas (DI FA CTR PLC PPM)" userId="f1dcac62-7bef-43eb-91f0-927336a1714f" providerId="ADAL" clId="{5B710B73-F6D6-4A7D-9276-5384056BD54A}" dt="2022-11-07T21:34:52.535" v="6848" actId="700"/>
          <ac:spMkLst>
            <pc:docMk/>
            <pc:sldMk cId="681887152" sldId="9791"/>
            <ac:spMk id="2" creationId="{FB6E8433-8910-4215-8221-7BF8396D9E39}"/>
          </ac:spMkLst>
        </pc:spChg>
        <pc:spChg chg="del">
          <ac:chgData name="Macher, Andreas (DI FA CTR PLC PPM)" userId="f1dcac62-7bef-43eb-91f0-927336a1714f" providerId="ADAL" clId="{5B710B73-F6D6-4A7D-9276-5384056BD54A}" dt="2022-11-23T10:53:49.818" v="8504" actId="478"/>
          <ac:spMkLst>
            <pc:docMk/>
            <pc:sldMk cId="681887152" sldId="9791"/>
            <ac:spMk id="4" creationId="{F5688ACB-185D-13F9-7BD6-734208E43599}"/>
          </ac:spMkLst>
        </pc:spChg>
        <pc:spChg chg="mod ord">
          <ac:chgData name="Macher, Andreas (DI FA CTR PLC PPM)" userId="f1dcac62-7bef-43eb-91f0-927336a1714f" providerId="ADAL" clId="{5B710B73-F6D6-4A7D-9276-5384056BD54A}" dt="2022-11-16T13:36:56.928" v="7227" actId="207"/>
          <ac:spMkLst>
            <pc:docMk/>
            <pc:sldMk cId="681887152" sldId="9791"/>
            <ac:spMk id="5" creationId="{00000000-0000-0000-0000-000000000000}"/>
          </ac:spMkLst>
        </pc:spChg>
        <pc:spChg chg="mod">
          <ac:chgData name="Macher, Andreas (DI FA CTR PLC PPM)" userId="f1dcac62-7bef-43eb-91f0-927336a1714f" providerId="ADAL" clId="{5B710B73-F6D6-4A7D-9276-5384056BD54A}" dt="2022-11-23T10:54:00.653" v="8506" actId="14100"/>
          <ac:spMkLst>
            <pc:docMk/>
            <pc:sldMk cId="681887152" sldId="9791"/>
            <ac:spMk id="22" creationId="{6C67A62B-CF95-4DD2-A8EC-8B8C88EF4BC0}"/>
          </ac:spMkLst>
        </pc:spChg>
      </pc:sldChg>
      <pc:sldChg chg="addSp delSp modSp new del mod chgLayout">
        <pc:chgData name="Macher, Andreas (DI FA CTR PLC PPM)" userId="f1dcac62-7bef-43eb-91f0-927336a1714f" providerId="ADAL" clId="{5B710B73-F6D6-4A7D-9276-5384056BD54A}" dt="2022-11-23T12:11:30.323" v="8896" actId="47"/>
        <pc:sldMkLst>
          <pc:docMk/>
          <pc:sldMk cId="2821698927" sldId="9792"/>
        </pc:sldMkLst>
        <pc:spChg chg="mod ord">
          <ac:chgData name="Macher, Andreas (DI FA CTR PLC PPM)" userId="f1dcac62-7bef-43eb-91f0-927336a1714f" providerId="ADAL" clId="{5B710B73-F6D6-4A7D-9276-5384056BD54A}" dt="2022-11-16T13:27:09.484" v="7158" actId="113"/>
          <ac:spMkLst>
            <pc:docMk/>
            <pc:sldMk cId="2821698927" sldId="9792"/>
            <ac:spMk id="2" creationId="{CF49CCF8-0E46-F763-B653-608232F2FDD8}"/>
          </ac:spMkLst>
        </pc:spChg>
        <pc:spChg chg="mod ord">
          <ac:chgData name="Macher, Andreas (DI FA CTR PLC PPM)" userId="f1dcac62-7bef-43eb-91f0-927336a1714f" providerId="ADAL" clId="{5B710B73-F6D6-4A7D-9276-5384056BD54A}" dt="2022-11-16T13:24:03.068" v="7130" actId="700"/>
          <ac:spMkLst>
            <pc:docMk/>
            <pc:sldMk cId="2821698927" sldId="9792"/>
            <ac:spMk id="3" creationId="{E827D3D1-24CD-2294-D768-C94E24053F5E}"/>
          </ac:spMkLst>
        </pc:spChg>
        <pc:spChg chg="add mod ord">
          <ac:chgData name="Macher, Andreas (DI FA CTR PLC PPM)" userId="f1dcac62-7bef-43eb-91f0-927336a1714f" providerId="ADAL" clId="{5B710B73-F6D6-4A7D-9276-5384056BD54A}" dt="2022-11-16T13:27:12.954" v="7159" actId="14100"/>
          <ac:spMkLst>
            <pc:docMk/>
            <pc:sldMk cId="2821698927" sldId="9792"/>
            <ac:spMk id="4" creationId="{1F90EA3C-9EF2-D252-2B81-0A210A9D0EB4}"/>
          </ac:spMkLst>
        </pc:spChg>
        <pc:spChg chg="add del mod">
          <ac:chgData name="Macher, Andreas (DI FA CTR PLC PPM)" userId="f1dcac62-7bef-43eb-91f0-927336a1714f" providerId="ADAL" clId="{5B710B73-F6D6-4A7D-9276-5384056BD54A}" dt="2022-11-07T13:26:26.691" v="4432" actId="478"/>
          <ac:spMkLst>
            <pc:docMk/>
            <pc:sldMk cId="2821698927" sldId="9792"/>
            <ac:spMk id="4" creationId="{B9BEDA95-C8AD-BD85-EBD4-C1736EA177D0}"/>
          </ac:spMkLst>
        </pc:spChg>
        <pc:spChg chg="add mod">
          <ac:chgData name="Macher, Andreas (DI FA CTR PLC PPM)" userId="f1dcac62-7bef-43eb-91f0-927336a1714f" providerId="ADAL" clId="{5B710B73-F6D6-4A7D-9276-5384056BD54A}" dt="2022-11-07T13:28:53.373" v="4631" actId="1076"/>
          <ac:spMkLst>
            <pc:docMk/>
            <pc:sldMk cId="2821698927" sldId="9792"/>
            <ac:spMk id="5" creationId="{7F5A1A68-7A1F-A785-EE43-6241AD138196}"/>
          </ac:spMkLst>
        </pc:spChg>
        <pc:spChg chg="add mod">
          <ac:chgData name="Macher, Andreas (DI FA CTR PLC PPM)" userId="f1dcac62-7bef-43eb-91f0-927336a1714f" providerId="ADAL" clId="{5B710B73-F6D6-4A7D-9276-5384056BD54A}" dt="2022-11-07T13:28:53.373" v="4631" actId="1076"/>
          <ac:spMkLst>
            <pc:docMk/>
            <pc:sldMk cId="2821698927" sldId="9792"/>
            <ac:spMk id="6" creationId="{0F9A91B3-CC3D-BB3E-03F4-B97AD9D15D85}"/>
          </ac:spMkLst>
        </pc:spChg>
        <pc:spChg chg="add mod">
          <ac:chgData name="Macher, Andreas (DI FA CTR PLC PPM)" userId="f1dcac62-7bef-43eb-91f0-927336a1714f" providerId="ADAL" clId="{5B710B73-F6D6-4A7D-9276-5384056BD54A}" dt="2022-11-07T13:28:53.373" v="4631" actId="1076"/>
          <ac:spMkLst>
            <pc:docMk/>
            <pc:sldMk cId="2821698927" sldId="9792"/>
            <ac:spMk id="7" creationId="{A2815FEB-69DB-06F7-D97A-6D9BC73578E9}"/>
          </ac:spMkLst>
        </pc:spChg>
        <pc:spChg chg="add mod">
          <ac:chgData name="Macher, Andreas (DI FA CTR PLC PPM)" userId="f1dcac62-7bef-43eb-91f0-927336a1714f" providerId="ADAL" clId="{5B710B73-F6D6-4A7D-9276-5384056BD54A}" dt="2022-11-16T13:24:30.547" v="7134" actId="207"/>
          <ac:spMkLst>
            <pc:docMk/>
            <pc:sldMk cId="2821698927" sldId="9792"/>
            <ac:spMk id="8" creationId="{ACFC659A-4B42-964B-258F-C5EDD021E64E}"/>
          </ac:spMkLst>
        </pc:spChg>
        <pc:spChg chg="add mod">
          <ac:chgData name="Macher, Andreas (DI FA CTR PLC PPM)" userId="f1dcac62-7bef-43eb-91f0-927336a1714f" providerId="ADAL" clId="{5B710B73-F6D6-4A7D-9276-5384056BD54A}" dt="2022-11-16T13:24:30.547" v="7134" actId="207"/>
          <ac:spMkLst>
            <pc:docMk/>
            <pc:sldMk cId="2821698927" sldId="9792"/>
            <ac:spMk id="9" creationId="{65C6715C-5B9B-4B82-B380-023BE6906736}"/>
          </ac:spMkLst>
        </pc:spChg>
        <pc:spChg chg="add mod">
          <ac:chgData name="Macher, Andreas (DI FA CTR PLC PPM)" userId="f1dcac62-7bef-43eb-91f0-927336a1714f" providerId="ADAL" clId="{5B710B73-F6D6-4A7D-9276-5384056BD54A}" dt="2022-11-16T13:24:30.547" v="7134" actId="207"/>
          <ac:spMkLst>
            <pc:docMk/>
            <pc:sldMk cId="2821698927" sldId="9792"/>
            <ac:spMk id="10" creationId="{5787C2D2-ADDC-13A9-7603-143BD6AE172A}"/>
          </ac:spMkLst>
        </pc:spChg>
        <pc:spChg chg="add mod">
          <ac:chgData name="Macher, Andreas (DI FA CTR PLC PPM)" userId="f1dcac62-7bef-43eb-91f0-927336a1714f" providerId="ADAL" clId="{5B710B73-F6D6-4A7D-9276-5384056BD54A}" dt="2022-11-16T13:24:30.547" v="7134" actId="207"/>
          <ac:spMkLst>
            <pc:docMk/>
            <pc:sldMk cId="2821698927" sldId="9792"/>
            <ac:spMk id="11" creationId="{060DABB7-562E-6460-2380-2E55769BB4C2}"/>
          </ac:spMkLst>
        </pc:spChg>
        <pc:spChg chg="add mod">
          <ac:chgData name="Macher, Andreas (DI FA CTR PLC PPM)" userId="f1dcac62-7bef-43eb-91f0-927336a1714f" providerId="ADAL" clId="{5B710B73-F6D6-4A7D-9276-5384056BD54A}" dt="2022-11-16T13:24:30.547" v="7134" actId="207"/>
          <ac:spMkLst>
            <pc:docMk/>
            <pc:sldMk cId="2821698927" sldId="9792"/>
            <ac:spMk id="28" creationId="{0E20407A-9EAB-383B-0415-C83EBC832428}"/>
          </ac:spMkLst>
        </pc:spChg>
        <pc:spChg chg="add mod">
          <ac:chgData name="Macher, Andreas (DI FA CTR PLC PPM)" userId="f1dcac62-7bef-43eb-91f0-927336a1714f" providerId="ADAL" clId="{5B710B73-F6D6-4A7D-9276-5384056BD54A}" dt="2022-11-16T13:24:30.547" v="7134" actId="207"/>
          <ac:spMkLst>
            <pc:docMk/>
            <pc:sldMk cId="2821698927" sldId="9792"/>
            <ac:spMk id="29" creationId="{B966BFED-F6B2-2EDE-3941-73E42D33F649}"/>
          </ac:spMkLst>
        </pc:spChg>
        <pc:spChg chg="add mod">
          <ac:chgData name="Macher, Andreas (DI FA CTR PLC PPM)" userId="f1dcac62-7bef-43eb-91f0-927336a1714f" providerId="ADAL" clId="{5B710B73-F6D6-4A7D-9276-5384056BD54A}" dt="2022-11-16T13:24:30.547" v="7134" actId="207"/>
          <ac:spMkLst>
            <pc:docMk/>
            <pc:sldMk cId="2821698927" sldId="9792"/>
            <ac:spMk id="30" creationId="{9915FDFA-1EB0-CB1D-5AE3-94754B47FB5F}"/>
          </ac:spMkLst>
        </pc:spChg>
        <pc:spChg chg="add mod">
          <ac:chgData name="Macher, Andreas (DI FA CTR PLC PPM)" userId="f1dcac62-7bef-43eb-91f0-927336a1714f" providerId="ADAL" clId="{5B710B73-F6D6-4A7D-9276-5384056BD54A}" dt="2022-11-16T13:24:30.547" v="7134" actId="207"/>
          <ac:spMkLst>
            <pc:docMk/>
            <pc:sldMk cId="2821698927" sldId="9792"/>
            <ac:spMk id="31" creationId="{959432C8-4E4D-A114-C779-FD7EAE0899E8}"/>
          </ac:spMkLst>
        </pc:spChg>
        <pc:spChg chg="add mod">
          <ac:chgData name="Macher, Andreas (DI FA CTR PLC PPM)" userId="f1dcac62-7bef-43eb-91f0-927336a1714f" providerId="ADAL" clId="{5B710B73-F6D6-4A7D-9276-5384056BD54A}" dt="2022-11-07T13:31:08.738" v="4726" actId="11"/>
          <ac:spMkLst>
            <pc:docMk/>
            <pc:sldMk cId="2821698927" sldId="9792"/>
            <ac:spMk id="33" creationId="{3B656407-240D-6076-8092-3E1B594F5629}"/>
          </ac:spMkLst>
        </pc:spChg>
        <pc:grpChg chg="add mod">
          <ac:chgData name="Macher, Andreas (DI FA CTR PLC PPM)" userId="f1dcac62-7bef-43eb-91f0-927336a1714f" providerId="ADAL" clId="{5B710B73-F6D6-4A7D-9276-5384056BD54A}" dt="2022-11-07T13:27:34.012" v="4580" actId="1037"/>
          <ac:grpSpMkLst>
            <pc:docMk/>
            <pc:sldMk cId="2821698927" sldId="9792"/>
            <ac:grpSpMk id="12" creationId="{F636FB37-2C31-601F-BFA3-1EEDD1C91966}"/>
          </ac:grpSpMkLst>
        </pc:grpChg>
        <pc:grpChg chg="add mod">
          <ac:chgData name="Macher, Andreas (DI FA CTR PLC PPM)" userId="f1dcac62-7bef-43eb-91f0-927336a1714f" providerId="ADAL" clId="{5B710B73-F6D6-4A7D-9276-5384056BD54A}" dt="2022-11-07T13:27:34.012" v="4580" actId="1037"/>
          <ac:grpSpMkLst>
            <pc:docMk/>
            <pc:sldMk cId="2821698927" sldId="9792"/>
            <ac:grpSpMk id="16" creationId="{2C390B7E-80BB-FD56-AD48-BC54BD104D01}"/>
          </ac:grpSpMkLst>
        </pc:grpChg>
        <pc:picChg chg="mod">
          <ac:chgData name="Macher, Andreas (DI FA CTR PLC PPM)" userId="f1dcac62-7bef-43eb-91f0-927336a1714f" providerId="ADAL" clId="{5B710B73-F6D6-4A7D-9276-5384056BD54A}" dt="2022-11-07T13:26:22.814" v="4431"/>
          <ac:picMkLst>
            <pc:docMk/>
            <pc:sldMk cId="2821698927" sldId="9792"/>
            <ac:picMk id="13" creationId="{6B8B4972-57B9-3E4F-8899-9ABF5958E841}"/>
          </ac:picMkLst>
        </pc:picChg>
        <pc:picChg chg="mod">
          <ac:chgData name="Macher, Andreas (DI FA CTR PLC PPM)" userId="f1dcac62-7bef-43eb-91f0-927336a1714f" providerId="ADAL" clId="{5B710B73-F6D6-4A7D-9276-5384056BD54A}" dt="2022-11-07T13:26:22.814" v="4431"/>
          <ac:picMkLst>
            <pc:docMk/>
            <pc:sldMk cId="2821698927" sldId="9792"/>
            <ac:picMk id="14" creationId="{44B1F35F-1A4E-4EC8-AFA3-6670F718470B}"/>
          </ac:picMkLst>
        </pc:picChg>
        <pc:picChg chg="mod">
          <ac:chgData name="Macher, Andreas (DI FA CTR PLC PPM)" userId="f1dcac62-7bef-43eb-91f0-927336a1714f" providerId="ADAL" clId="{5B710B73-F6D6-4A7D-9276-5384056BD54A}" dt="2022-11-07T13:26:22.814" v="4431"/>
          <ac:picMkLst>
            <pc:docMk/>
            <pc:sldMk cId="2821698927" sldId="9792"/>
            <ac:picMk id="15" creationId="{A40B6AE7-3966-0757-3F8F-C9F664569C28}"/>
          </ac:picMkLst>
        </pc:picChg>
        <pc:picChg chg="mod">
          <ac:chgData name="Macher, Andreas (DI FA CTR PLC PPM)" userId="f1dcac62-7bef-43eb-91f0-927336a1714f" providerId="ADAL" clId="{5B710B73-F6D6-4A7D-9276-5384056BD54A}" dt="2022-11-07T13:26:22.814" v="4431"/>
          <ac:picMkLst>
            <pc:docMk/>
            <pc:sldMk cId="2821698927" sldId="9792"/>
            <ac:picMk id="17" creationId="{0C0453B7-A280-CA79-C538-173C8BBDF96F}"/>
          </ac:picMkLst>
        </pc:picChg>
        <pc:picChg chg="mod">
          <ac:chgData name="Macher, Andreas (DI FA CTR PLC PPM)" userId="f1dcac62-7bef-43eb-91f0-927336a1714f" providerId="ADAL" clId="{5B710B73-F6D6-4A7D-9276-5384056BD54A}" dt="2022-11-07T13:26:22.814" v="4431"/>
          <ac:picMkLst>
            <pc:docMk/>
            <pc:sldMk cId="2821698927" sldId="9792"/>
            <ac:picMk id="18" creationId="{FB94C7CC-594A-49BF-BADF-00CABD825A5D}"/>
          </ac:picMkLst>
        </pc:picChg>
        <pc:picChg chg="mod">
          <ac:chgData name="Macher, Andreas (DI FA CTR PLC PPM)" userId="f1dcac62-7bef-43eb-91f0-927336a1714f" providerId="ADAL" clId="{5B710B73-F6D6-4A7D-9276-5384056BD54A}" dt="2022-11-07T13:26:22.814" v="4431"/>
          <ac:picMkLst>
            <pc:docMk/>
            <pc:sldMk cId="2821698927" sldId="9792"/>
            <ac:picMk id="19" creationId="{8122F986-B1B4-5022-F480-D3A0ED6509A4}"/>
          </ac:picMkLst>
        </pc:picChg>
        <pc:picChg chg="add mod">
          <ac:chgData name="Macher, Andreas (DI FA CTR PLC PPM)" userId="f1dcac62-7bef-43eb-91f0-927336a1714f" providerId="ADAL" clId="{5B710B73-F6D6-4A7D-9276-5384056BD54A}" dt="2022-11-07T13:27:34.012" v="4580" actId="1037"/>
          <ac:picMkLst>
            <pc:docMk/>
            <pc:sldMk cId="2821698927" sldId="9792"/>
            <ac:picMk id="20" creationId="{3190720C-9597-CB9E-D7A6-C466267CA9FE}"/>
          </ac:picMkLst>
        </pc:picChg>
        <pc:picChg chg="add mod">
          <ac:chgData name="Macher, Andreas (DI FA CTR PLC PPM)" userId="f1dcac62-7bef-43eb-91f0-927336a1714f" providerId="ADAL" clId="{5B710B73-F6D6-4A7D-9276-5384056BD54A}" dt="2022-11-07T13:27:34.012" v="4580" actId="1037"/>
          <ac:picMkLst>
            <pc:docMk/>
            <pc:sldMk cId="2821698927" sldId="9792"/>
            <ac:picMk id="23" creationId="{A5DD4097-FF15-9544-CAA3-D2B53DB5CFA5}"/>
          </ac:picMkLst>
        </pc:picChg>
        <pc:picChg chg="add mod">
          <ac:chgData name="Macher, Andreas (DI FA CTR PLC PPM)" userId="f1dcac62-7bef-43eb-91f0-927336a1714f" providerId="ADAL" clId="{5B710B73-F6D6-4A7D-9276-5384056BD54A}" dt="2022-11-07T13:27:34.012" v="4580" actId="1037"/>
          <ac:picMkLst>
            <pc:docMk/>
            <pc:sldMk cId="2821698927" sldId="9792"/>
            <ac:picMk id="32" creationId="{8D7A0C7D-3ECC-51CA-BC22-70D59C4E807E}"/>
          </ac:picMkLst>
        </pc:picChg>
        <pc:cxnChg chg="add mod">
          <ac:chgData name="Macher, Andreas (DI FA CTR PLC PPM)" userId="f1dcac62-7bef-43eb-91f0-927336a1714f" providerId="ADAL" clId="{5B710B73-F6D6-4A7D-9276-5384056BD54A}" dt="2022-11-16T13:24:37.633" v="7135" actId="208"/>
          <ac:cxnSpMkLst>
            <pc:docMk/>
            <pc:sldMk cId="2821698927" sldId="9792"/>
            <ac:cxnSpMk id="21" creationId="{8F51AFEC-39DC-C3BD-7C8D-3A41230BBFA7}"/>
          </ac:cxnSpMkLst>
        </pc:cxnChg>
        <pc:cxnChg chg="add mod">
          <ac:chgData name="Macher, Andreas (DI FA CTR PLC PPM)" userId="f1dcac62-7bef-43eb-91f0-927336a1714f" providerId="ADAL" clId="{5B710B73-F6D6-4A7D-9276-5384056BD54A}" dt="2022-11-16T13:24:37.633" v="7135" actId="208"/>
          <ac:cxnSpMkLst>
            <pc:docMk/>
            <pc:sldMk cId="2821698927" sldId="9792"/>
            <ac:cxnSpMk id="22" creationId="{EEC592EA-A9D0-8F2F-6EB3-AE67E153E9A2}"/>
          </ac:cxnSpMkLst>
        </pc:cxnChg>
        <pc:cxnChg chg="add mod">
          <ac:chgData name="Macher, Andreas (DI FA CTR PLC PPM)" userId="f1dcac62-7bef-43eb-91f0-927336a1714f" providerId="ADAL" clId="{5B710B73-F6D6-4A7D-9276-5384056BD54A}" dt="2022-11-07T13:27:34.012" v="4580" actId="1037"/>
          <ac:cxnSpMkLst>
            <pc:docMk/>
            <pc:sldMk cId="2821698927" sldId="9792"/>
            <ac:cxnSpMk id="24" creationId="{F1DA053B-9194-09BD-FA44-B7DBA89A3587}"/>
          </ac:cxnSpMkLst>
        </pc:cxnChg>
        <pc:cxnChg chg="add mod">
          <ac:chgData name="Macher, Andreas (DI FA CTR PLC PPM)" userId="f1dcac62-7bef-43eb-91f0-927336a1714f" providerId="ADAL" clId="{5B710B73-F6D6-4A7D-9276-5384056BD54A}" dt="2022-11-07T13:27:34.012" v="4580" actId="1037"/>
          <ac:cxnSpMkLst>
            <pc:docMk/>
            <pc:sldMk cId="2821698927" sldId="9792"/>
            <ac:cxnSpMk id="25" creationId="{6BBAF7B0-A767-244E-EDBA-85AE8E33D554}"/>
          </ac:cxnSpMkLst>
        </pc:cxnChg>
        <pc:cxnChg chg="add mod">
          <ac:chgData name="Macher, Andreas (DI FA CTR PLC PPM)" userId="f1dcac62-7bef-43eb-91f0-927336a1714f" providerId="ADAL" clId="{5B710B73-F6D6-4A7D-9276-5384056BD54A}" dt="2022-11-07T13:27:34.012" v="4580" actId="1037"/>
          <ac:cxnSpMkLst>
            <pc:docMk/>
            <pc:sldMk cId="2821698927" sldId="9792"/>
            <ac:cxnSpMk id="26" creationId="{B9DF61B7-755E-F4BA-71D0-7B9010B1A4F1}"/>
          </ac:cxnSpMkLst>
        </pc:cxnChg>
        <pc:cxnChg chg="add mod">
          <ac:chgData name="Macher, Andreas (DI FA CTR PLC PPM)" userId="f1dcac62-7bef-43eb-91f0-927336a1714f" providerId="ADAL" clId="{5B710B73-F6D6-4A7D-9276-5384056BD54A}" dt="2022-11-07T13:27:34.012" v="4580" actId="1037"/>
          <ac:cxnSpMkLst>
            <pc:docMk/>
            <pc:sldMk cId="2821698927" sldId="9792"/>
            <ac:cxnSpMk id="27" creationId="{80207E43-8CFA-5007-A394-ACA926D7ED9A}"/>
          </ac:cxnSpMkLst>
        </pc:cxnChg>
      </pc:sldChg>
      <pc:sldChg chg="addSp delSp modSp add mod chgLayout">
        <pc:chgData name="Macher, Andreas (DI FA CTR PLC PPM)" userId="f1dcac62-7bef-43eb-91f0-927336a1714f" providerId="ADAL" clId="{5B710B73-F6D6-4A7D-9276-5384056BD54A}" dt="2022-11-23T12:34:36.850" v="9091" actId="12"/>
        <pc:sldMkLst>
          <pc:docMk/>
          <pc:sldMk cId="4248278517" sldId="9793"/>
        </pc:sldMkLst>
        <pc:spChg chg="mod ord">
          <ac:chgData name="Macher, Andreas (DI FA CTR PLC PPM)" userId="f1dcac62-7bef-43eb-91f0-927336a1714f" providerId="ADAL" clId="{5B710B73-F6D6-4A7D-9276-5384056BD54A}" dt="2022-11-16T13:32:01.969" v="7167" actId="700"/>
          <ac:spMkLst>
            <pc:docMk/>
            <pc:sldMk cId="4248278517" sldId="9793"/>
            <ac:spMk id="2" creationId="{6D6F2DDB-4C06-49DE-AC79-439A41C41973}"/>
          </ac:spMkLst>
        </pc:spChg>
        <pc:spChg chg="mod ord">
          <ac:chgData name="Macher, Andreas (DI FA CTR PLC PPM)" userId="f1dcac62-7bef-43eb-91f0-927336a1714f" providerId="ADAL" clId="{5B710B73-F6D6-4A7D-9276-5384056BD54A}" dt="2022-11-23T12:21:55.580" v="8996"/>
          <ac:spMkLst>
            <pc:docMk/>
            <pc:sldMk cId="4248278517" sldId="9793"/>
            <ac:spMk id="3" creationId="{93A1395D-1379-4A9A-8355-68B08CAC9CA6}"/>
          </ac:spMkLst>
        </pc:spChg>
        <pc:spChg chg="add mod">
          <ac:chgData name="Macher, Andreas (DI FA CTR PLC PPM)" userId="f1dcac62-7bef-43eb-91f0-927336a1714f" providerId="ADAL" clId="{5B710B73-F6D6-4A7D-9276-5384056BD54A}" dt="2022-11-23T12:34:31.184" v="9089" actId="12"/>
          <ac:spMkLst>
            <pc:docMk/>
            <pc:sldMk cId="4248278517" sldId="9793"/>
            <ac:spMk id="4" creationId="{413EB89E-FA73-7863-ACBA-7005EEF6895E}"/>
          </ac:spMkLst>
        </pc:spChg>
        <pc:spChg chg="add mod">
          <ac:chgData name="Macher, Andreas (DI FA CTR PLC PPM)" userId="f1dcac62-7bef-43eb-91f0-927336a1714f" providerId="ADAL" clId="{5B710B73-F6D6-4A7D-9276-5384056BD54A}" dt="2022-11-23T12:34:36.850" v="9091" actId="12"/>
          <ac:spMkLst>
            <pc:docMk/>
            <pc:sldMk cId="4248278517" sldId="9793"/>
            <ac:spMk id="5" creationId="{B2E67071-61E1-5FE3-D827-6CD3FCE4F7B9}"/>
          </ac:spMkLst>
        </pc:spChg>
        <pc:spChg chg="add mod">
          <ac:chgData name="Macher, Andreas (DI FA CTR PLC PPM)" userId="f1dcac62-7bef-43eb-91f0-927336a1714f" providerId="ADAL" clId="{5B710B73-F6D6-4A7D-9276-5384056BD54A}" dt="2022-11-16T13:31:56.249" v="7166"/>
          <ac:spMkLst>
            <pc:docMk/>
            <pc:sldMk cId="4248278517" sldId="9793"/>
            <ac:spMk id="6" creationId="{B687BCB4-821B-CE14-36C8-40B5587A2573}"/>
          </ac:spMkLst>
        </pc:spChg>
        <pc:spChg chg="del">
          <ac:chgData name="Macher, Andreas (DI FA CTR PLC PPM)" userId="f1dcac62-7bef-43eb-91f0-927336a1714f" providerId="ADAL" clId="{5B710B73-F6D6-4A7D-9276-5384056BD54A}" dt="2022-11-16T13:31:55.789" v="7165" actId="478"/>
          <ac:spMkLst>
            <pc:docMk/>
            <pc:sldMk cId="4248278517" sldId="9793"/>
            <ac:spMk id="9" creationId="{2AAD99A9-494C-3525-A848-37B67FAEAA69}"/>
          </ac:spMkLst>
        </pc:spChg>
        <pc:spChg chg="add mod">
          <ac:chgData name="Macher, Andreas (DI FA CTR PLC PPM)" userId="f1dcac62-7bef-43eb-91f0-927336a1714f" providerId="ADAL" clId="{5B710B73-F6D6-4A7D-9276-5384056BD54A}" dt="2022-11-16T13:31:56.249" v="7166"/>
          <ac:spMkLst>
            <pc:docMk/>
            <pc:sldMk cId="4248278517" sldId="9793"/>
            <ac:spMk id="12" creationId="{5AFCA052-F1D4-99F7-8ABA-A9252C1E32A0}"/>
          </ac:spMkLst>
        </pc:spChg>
        <pc:spChg chg="add mod">
          <ac:chgData name="Macher, Andreas (DI FA CTR PLC PPM)" userId="f1dcac62-7bef-43eb-91f0-927336a1714f" providerId="ADAL" clId="{5B710B73-F6D6-4A7D-9276-5384056BD54A}" dt="2022-11-16T13:31:56.249" v="7166"/>
          <ac:spMkLst>
            <pc:docMk/>
            <pc:sldMk cId="4248278517" sldId="9793"/>
            <ac:spMk id="13" creationId="{80761167-4623-9AEE-F05A-A84DA0E6BD8F}"/>
          </ac:spMkLst>
        </pc:spChg>
        <pc:spChg chg="del">
          <ac:chgData name="Macher, Andreas (DI FA CTR PLC PPM)" userId="f1dcac62-7bef-43eb-91f0-927336a1714f" providerId="ADAL" clId="{5B710B73-F6D6-4A7D-9276-5384056BD54A}" dt="2022-11-16T13:31:55.789" v="7165" actId="478"/>
          <ac:spMkLst>
            <pc:docMk/>
            <pc:sldMk cId="4248278517" sldId="9793"/>
            <ac:spMk id="19" creationId="{B5CAC34F-0194-F35E-0BE7-96B516C9F390}"/>
          </ac:spMkLst>
        </pc:spChg>
        <pc:grpChg chg="del">
          <ac:chgData name="Macher, Andreas (DI FA CTR PLC PPM)" userId="f1dcac62-7bef-43eb-91f0-927336a1714f" providerId="ADAL" clId="{5B710B73-F6D6-4A7D-9276-5384056BD54A}" dt="2022-11-07T15:44:48.407" v="5556" actId="478"/>
          <ac:grpSpMkLst>
            <pc:docMk/>
            <pc:sldMk cId="4248278517" sldId="9793"/>
            <ac:grpSpMk id="12" creationId="{284F3892-0664-3CB7-C21B-EFBFBAD99950}"/>
          </ac:grpSpMkLst>
        </pc:grpChg>
        <pc:grpChg chg="del">
          <ac:chgData name="Macher, Andreas (DI FA CTR PLC PPM)" userId="f1dcac62-7bef-43eb-91f0-927336a1714f" providerId="ADAL" clId="{5B710B73-F6D6-4A7D-9276-5384056BD54A}" dt="2022-11-07T15:44:48.407" v="5556" actId="478"/>
          <ac:grpSpMkLst>
            <pc:docMk/>
            <pc:sldMk cId="4248278517" sldId="9793"/>
            <ac:grpSpMk id="16" creationId="{BDA5C309-5FD9-A294-4E19-056661FA5459}"/>
          </ac:grpSpMkLst>
        </pc:grpChg>
        <pc:graphicFrameChg chg="del">
          <ac:chgData name="Macher, Andreas (DI FA CTR PLC PPM)" userId="f1dcac62-7bef-43eb-91f0-927336a1714f" providerId="ADAL" clId="{5B710B73-F6D6-4A7D-9276-5384056BD54A}" dt="2022-11-07T15:44:48.407" v="5556" actId="478"/>
          <ac:graphicFrameMkLst>
            <pc:docMk/>
            <pc:sldMk cId="4248278517" sldId="9793"/>
            <ac:graphicFrameMk id="15" creationId="{48C6106A-AD88-03AC-ED2B-074B56E2C026}"/>
          </ac:graphicFrameMkLst>
        </pc:graphicFrameChg>
        <pc:picChg chg="del">
          <ac:chgData name="Macher, Andreas (DI FA CTR PLC PPM)" userId="f1dcac62-7bef-43eb-91f0-927336a1714f" providerId="ADAL" clId="{5B710B73-F6D6-4A7D-9276-5384056BD54A}" dt="2022-11-16T13:31:55.789" v="7165" actId="478"/>
          <ac:picMkLst>
            <pc:docMk/>
            <pc:sldMk cId="4248278517" sldId="9793"/>
            <ac:picMk id="7" creationId="{2A8B664A-2805-26EE-06B8-575C52F5A6B7}"/>
          </ac:picMkLst>
        </pc:picChg>
        <pc:picChg chg="del">
          <ac:chgData name="Macher, Andreas (DI FA CTR PLC PPM)" userId="f1dcac62-7bef-43eb-91f0-927336a1714f" providerId="ADAL" clId="{5B710B73-F6D6-4A7D-9276-5384056BD54A}" dt="2022-11-16T13:31:55.789" v="7165" actId="478"/>
          <ac:picMkLst>
            <pc:docMk/>
            <pc:sldMk cId="4248278517" sldId="9793"/>
            <ac:picMk id="8" creationId="{8E134C97-F377-A950-CC39-F75109945643}"/>
          </ac:picMkLst>
        </pc:picChg>
        <pc:picChg chg="add mod">
          <ac:chgData name="Macher, Andreas (DI FA CTR PLC PPM)" userId="f1dcac62-7bef-43eb-91f0-927336a1714f" providerId="ADAL" clId="{5B710B73-F6D6-4A7D-9276-5384056BD54A}" dt="2022-11-16T13:31:56.249" v="7166"/>
          <ac:picMkLst>
            <pc:docMk/>
            <pc:sldMk cId="4248278517" sldId="9793"/>
            <ac:picMk id="10" creationId="{16AA759E-EC9D-E1F0-AA12-3FD670630087}"/>
          </ac:picMkLst>
        </pc:picChg>
        <pc:picChg chg="add mod">
          <ac:chgData name="Macher, Andreas (DI FA CTR PLC PPM)" userId="f1dcac62-7bef-43eb-91f0-927336a1714f" providerId="ADAL" clId="{5B710B73-F6D6-4A7D-9276-5384056BD54A}" dt="2022-11-16T13:31:56.249" v="7166"/>
          <ac:picMkLst>
            <pc:docMk/>
            <pc:sldMk cId="4248278517" sldId="9793"/>
            <ac:picMk id="11" creationId="{230FA3E9-9D79-7E98-E95F-5E8A1DE0850E}"/>
          </ac:picMkLst>
        </pc:picChg>
        <pc:picChg chg="add mod">
          <ac:chgData name="Macher, Andreas (DI FA CTR PLC PPM)" userId="f1dcac62-7bef-43eb-91f0-927336a1714f" providerId="ADAL" clId="{5B710B73-F6D6-4A7D-9276-5384056BD54A}" dt="2022-11-16T13:31:56.249" v="7166"/>
          <ac:picMkLst>
            <pc:docMk/>
            <pc:sldMk cId="4248278517" sldId="9793"/>
            <ac:picMk id="14" creationId="{5A66CA77-AFFE-AEB9-AB6C-E6336E25EC25}"/>
          </ac:picMkLst>
        </pc:picChg>
        <pc:picChg chg="add mod">
          <ac:chgData name="Macher, Andreas (DI FA CTR PLC PPM)" userId="f1dcac62-7bef-43eb-91f0-927336a1714f" providerId="ADAL" clId="{5B710B73-F6D6-4A7D-9276-5384056BD54A}" dt="2022-11-16T13:31:56.249" v="7166"/>
          <ac:picMkLst>
            <pc:docMk/>
            <pc:sldMk cId="4248278517" sldId="9793"/>
            <ac:picMk id="15" creationId="{E13D01C3-6059-6C3A-C4F4-B01667730EAC}"/>
          </ac:picMkLst>
        </pc:picChg>
        <pc:picChg chg="del">
          <ac:chgData name="Macher, Andreas (DI FA CTR PLC PPM)" userId="f1dcac62-7bef-43eb-91f0-927336a1714f" providerId="ADAL" clId="{5B710B73-F6D6-4A7D-9276-5384056BD54A}" dt="2022-11-16T13:31:55.789" v="7165" actId="478"/>
          <ac:picMkLst>
            <pc:docMk/>
            <pc:sldMk cId="4248278517" sldId="9793"/>
            <ac:picMk id="21" creationId="{4A30D16B-6682-1905-4B73-7E66268F98AE}"/>
          </ac:picMkLst>
        </pc:picChg>
        <pc:picChg chg="del">
          <ac:chgData name="Macher, Andreas (DI FA CTR PLC PPM)" userId="f1dcac62-7bef-43eb-91f0-927336a1714f" providerId="ADAL" clId="{5B710B73-F6D6-4A7D-9276-5384056BD54A}" dt="2022-11-16T13:31:55.789" v="7165" actId="478"/>
          <ac:picMkLst>
            <pc:docMk/>
            <pc:sldMk cId="4248278517" sldId="9793"/>
            <ac:picMk id="23" creationId="{BBDD8EA0-C10E-CDB8-7723-BC74C93BA782}"/>
          </ac:picMkLst>
        </pc:picChg>
      </pc:sldChg>
      <pc:sldChg chg="addSp delSp modSp add del mod">
        <pc:chgData name="Macher, Andreas (DI FA CTR PLC PPM)" userId="f1dcac62-7bef-43eb-91f0-927336a1714f" providerId="ADAL" clId="{5B710B73-F6D6-4A7D-9276-5384056BD54A}" dt="2022-11-22T15:56:49.669" v="8047" actId="2696"/>
        <pc:sldMkLst>
          <pc:docMk/>
          <pc:sldMk cId="2676155697" sldId="9794"/>
        </pc:sldMkLst>
        <pc:spChg chg="mod">
          <ac:chgData name="Macher, Andreas (DI FA CTR PLC PPM)" userId="f1dcac62-7bef-43eb-91f0-927336a1714f" providerId="ADAL" clId="{5B710B73-F6D6-4A7D-9276-5384056BD54A}" dt="2022-11-07T20:43:25.018" v="6320" actId="790"/>
          <ac:spMkLst>
            <pc:docMk/>
            <pc:sldMk cId="2676155697" sldId="9794"/>
            <ac:spMk id="2" creationId="{15C1A62D-F920-48BB-B71A-F11DAC140589}"/>
          </ac:spMkLst>
        </pc:spChg>
        <pc:spChg chg="add mod ord">
          <ac:chgData name="Macher, Andreas (DI FA CTR PLC PPM)" userId="f1dcac62-7bef-43eb-91f0-927336a1714f" providerId="ADAL" clId="{5B710B73-F6D6-4A7D-9276-5384056BD54A}" dt="2022-11-16T13:44:43.685" v="7421" actId="14100"/>
          <ac:spMkLst>
            <pc:docMk/>
            <pc:sldMk cId="2676155697" sldId="9794"/>
            <ac:spMk id="16" creationId="{174D2983-B67A-D73A-CD6F-E9FB37D341B3}"/>
          </ac:spMkLst>
        </pc:spChg>
        <pc:spChg chg="del">
          <ac:chgData name="Macher, Andreas (DI FA CTR PLC PPM)" userId="f1dcac62-7bef-43eb-91f0-927336a1714f" providerId="ADAL" clId="{5B710B73-F6D6-4A7D-9276-5384056BD54A}" dt="2022-11-07T20:41:04.687" v="6296" actId="478"/>
          <ac:spMkLst>
            <pc:docMk/>
            <pc:sldMk cId="2676155697" sldId="9794"/>
            <ac:spMk id="76" creationId="{E1FF0B47-6813-4B44-BC7A-051938AC1495}"/>
          </ac:spMkLst>
        </pc:spChg>
        <pc:grpChg chg="mod">
          <ac:chgData name="Macher, Andreas (DI FA CTR PLC PPM)" userId="f1dcac62-7bef-43eb-91f0-927336a1714f" providerId="ADAL" clId="{5B710B73-F6D6-4A7D-9276-5384056BD54A}" dt="2022-11-16T13:44:31.722" v="7417" actId="207"/>
          <ac:grpSpMkLst>
            <pc:docMk/>
            <pc:sldMk cId="2676155697" sldId="9794"/>
            <ac:grpSpMk id="8" creationId="{00000000-0000-0000-0000-000000000000}"/>
          </ac:grpSpMkLst>
        </pc:grpChg>
        <pc:grpChg chg="mod">
          <ac:chgData name="Macher, Andreas (DI FA CTR PLC PPM)" userId="f1dcac62-7bef-43eb-91f0-927336a1714f" providerId="ADAL" clId="{5B710B73-F6D6-4A7D-9276-5384056BD54A}" dt="2022-11-16T13:44:31.722" v="7417" actId="207"/>
          <ac:grpSpMkLst>
            <pc:docMk/>
            <pc:sldMk cId="2676155697" sldId="9794"/>
            <ac:grpSpMk id="23" creationId="{00000000-0000-0000-0000-000000000000}"/>
          </ac:grpSpMkLst>
        </pc:grpChg>
        <pc:grpChg chg="mod">
          <ac:chgData name="Macher, Andreas (DI FA CTR PLC PPM)" userId="f1dcac62-7bef-43eb-91f0-927336a1714f" providerId="ADAL" clId="{5B710B73-F6D6-4A7D-9276-5384056BD54A}" dt="2022-11-16T13:44:31.722" v="7417" actId="207"/>
          <ac:grpSpMkLst>
            <pc:docMk/>
            <pc:sldMk cId="2676155697" sldId="9794"/>
            <ac:grpSpMk id="33" creationId="{00000000-0000-0000-0000-000000000000}"/>
          </ac:grpSpMkLst>
        </pc:grpChg>
        <pc:grpChg chg="mod">
          <ac:chgData name="Macher, Andreas (DI FA CTR PLC PPM)" userId="f1dcac62-7bef-43eb-91f0-927336a1714f" providerId="ADAL" clId="{5B710B73-F6D6-4A7D-9276-5384056BD54A}" dt="2022-11-16T13:44:31.722" v="7417" actId="207"/>
          <ac:grpSpMkLst>
            <pc:docMk/>
            <pc:sldMk cId="2676155697" sldId="9794"/>
            <ac:grpSpMk id="41" creationId="{00000000-0000-0000-0000-000000000000}"/>
          </ac:grpSpMkLst>
        </pc:grpChg>
        <pc:grpChg chg="mod">
          <ac:chgData name="Macher, Andreas (DI FA CTR PLC PPM)" userId="f1dcac62-7bef-43eb-91f0-927336a1714f" providerId="ADAL" clId="{5B710B73-F6D6-4A7D-9276-5384056BD54A}" dt="2022-11-16T13:44:31.722" v="7417" actId="207"/>
          <ac:grpSpMkLst>
            <pc:docMk/>
            <pc:sldMk cId="2676155697" sldId="9794"/>
            <ac:grpSpMk id="45" creationId="{00000000-0000-0000-0000-000000000000}"/>
          </ac:grpSpMkLst>
        </pc:grpChg>
        <pc:grpChg chg="mod">
          <ac:chgData name="Macher, Andreas (DI FA CTR PLC PPM)" userId="f1dcac62-7bef-43eb-91f0-927336a1714f" providerId="ADAL" clId="{5B710B73-F6D6-4A7D-9276-5384056BD54A}" dt="2022-11-16T13:44:31.722" v="7417" actId="207"/>
          <ac:grpSpMkLst>
            <pc:docMk/>
            <pc:sldMk cId="2676155697" sldId="9794"/>
            <ac:grpSpMk id="63" creationId="{FE2926EE-48D2-42F3-9697-7E8FF6B38062}"/>
          </ac:grpSpMkLst>
        </pc:grpChg>
        <pc:grpChg chg="mod">
          <ac:chgData name="Macher, Andreas (DI FA CTR PLC PPM)" userId="f1dcac62-7bef-43eb-91f0-927336a1714f" providerId="ADAL" clId="{5B710B73-F6D6-4A7D-9276-5384056BD54A}" dt="2022-11-16T13:44:31.722" v="7417" actId="207"/>
          <ac:grpSpMkLst>
            <pc:docMk/>
            <pc:sldMk cId="2676155697" sldId="9794"/>
            <ac:grpSpMk id="67" creationId="{49CAACF4-30CB-43DF-BC80-7844F1866B66}"/>
          </ac:grpSpMkLst>
        </pc:grpChg>
        <pc:grpChg chg="mod">
          <ac:chgData name="Macher, Andreas (DI FA CTR PLC PPM)" userId="f1dcac62-7bef-43eb-91f0-927336a1714f" providerId="ADAL" clId="{5B710B73-F6D6-4A7D-9276-5384056BD54A}" dt="2022-11-16T13:44:31.722" v="7417" actId="207"/>
          <ac:grpSpMkLst>
            <pc:docMk/>
            <pc:sldMk cId="2676155697" sldId="9794"/>
            <ac:grpSpMk id="71" creationId="{029C1DC9-D1C4-4BDD-859D-CBEEEC37B3E2}"/>
          </ac:grpSpMkLst>
        </pc:grpChg>
        <pc:grpChg chg="mod">
          <ac:chgData name="Macher, Andreas (DI FA CTR PLC PPM)" userId="f1dcac62-7bef-43eb-91f0-927336a1714f" providerId="ADAL" clId="{5B710B73-F6D6-4A7D-9276-5384056BD54A}" dt="2022-11-16T13:44:31.722" v="7417" actId="207"/>
          <ac:grpSpMkLst>
            <pc:docMk/>
            <pc:sldMk cId="2676155697" sldId="9794"/>
            <ac:grpSpMk id="75" creationId="{EAD7AA9D-E814-47FC-BD1D-D235B7D204F0}"/>
          </ac:grpSpMkLst>
        </pc:grpChg>
        <pc:grpChg chg="mod">
          <ac:chgData name="Macher, Andreas (DI FA CTR PLC PPM)" userId="f1dcac62-7bef-43eb-91f0-927336a1714f" providerId="ADAL" clId="{5B710B73-F6D6-4A7D-9276-5384056BD54A}" dt="2022-11-16T13:44:31.722" v="7417" actId="207"/>
          <ac:grpSpMkLst>
            <pc:docMk/>
            <pc:sldMk cId="2676155697" sldId="9794"/>
            <ac:grpSpMk id="91" creationId="{418E7957-CBCE-4B75-B0F3-ED5AE23EDE9E}"/>
          </ac:grpSpMkLst>
        </pc:grpChg>
        <pc:grpChg chg="mod">
          <ac:chgData name="Macher, Andreas (DI FA CTR PLC PPM)" userId="f1dcac62-7bef-43eb-91f0-927336a1714f" providerId="ADAL" clId="{5B710B73-F6D6-4A7D-9276-5384056BD54A}" dt="2022-11-16T13:44:31.722" v="7417" actId="207"/>
          <ac:grpSpMkLst>
            <pc:docMk/>
            <pc:sldMk cId="2676155697" sldId="9794"/>
            <ac:grpSpMk id="95" creationId="{7020FFBF-6124-496F-9391-08E5D8D249EE}"/>
          </ac:grpSpMkLst>
        </pc:grpChg>
        <pc:grpChg chg="mod">
          <ac:chgData name="Macher, Andreas (DI FA CTR PLC PPM)" userId="f1dcac62-7bef-43eb-91f0-927336a1714f" providerId="ADAL" clId="{5B710B73-F6D6-4A7D-9276-5384056BD54A}" dt="2022-11-16T13:44:31.722" v="7417" actId="207"/>
          <ac:grpSpMkLst>
            <pc:docMk/>
            <pc:sldMk cId="2676155697" sldId="9794"/>
            <ac:grpSpMk id="100" creationId="{24AC25FB-24A0-4D44-9C1E-8632D30C34D4}"/>
          </ac:grpSpMkLst>
        </pc:grpChg>
        <pc:graphicFrameChg chg="modGraphic">
          <ac:chgData name="Macher, Andreas (DI FA CTR PLC PPM)" userId="f1dcac62-7bef-43eb-91f0-927336a1714f" providerId="ADAL" clId="{5B710B73-F6D6-4A7D-9276-5384056BD54A}" dt="2022-11-16T16:11:46.493" v="7944" actId="207"/>
          <ac:graphicFrameMkLst>
            <pc:docMk/>
            <pc:sldMk cId="2676155697" sldId="9794"/>
            <ac:graphicFrameMk id="6" creationId="{00000000-0000-0000-0000-000000000000}"/>
          </ac:graphicFrameMkLst>
        </pc:graphicFrameChg>
        <pc:picChg chg="add del mod">
          <ac:chgData name="Macher, Andreas (DI FA CTR PLC PPM)" userId="f1dcac62-7bef-43eb-91f0-927336a1714f" providerId="ADAL" clId="{5B710B73-F6D6-4A7D-9276-5384056BD54A}" dt="2022-11-07T20:40:53.905" v="6293" actId="478"/>
          <ac:picMkLst>
            <pc:docMk/>
            <pc:sldMk cId="2676155697" sldId="9794"/>
            <ac:picMk id="5" creationId="{61D43B27-C18B-7252-C207-6A830488CA59}"/>
          </ac:picMkLst>
        </pc:picChg>
        <pc:picChg chg="add mod">
          <ac:chgData name="Macher, Andreas (DI FA CTR PLC PPM)" userId="f1dcac62-7bef-43eb-91f0-927336a1714f" providerId="ADAL" clId="{5B710B73-F6D6-4A7D-9276-5384056BD54A}" dt="2022-11-07T20:40:28.148" v="6280"/>
          <ac:picMkLst>
            <pc:docMk/>
            <pc:sldMk cId="2676155697" sldId="9794"/>
            <ac:picMk id="13" creationId="{BE7D78E3-7D4F-B71F-D079-918AAEC98014}"/>
          </ac:picMkLst>
        </pc:picChg>
        <pc:picChg chg="add mod">
          <ac:chgData name="Macher, Andreas (DI FA CTR PLC PPM)" userId="f1dcac62-7bef-43eb-91f0-927336a1714f" providerId="ADAL" clId="{5B710B73-F6D6-4A7D-9276-5384056BD54A}" dt="2022-11-07T20:40:52.105" v="6292" actId="1076"/>
          <ac:picMkLst>
            <pc:docMk/>
            <pc:sldMk cId="2676155697" sldId="9794"/>
            <ac:picMk id="14" creationId="{84174B94-794F-AA2C-2E29-0A24774EB580}"/>
          </ac:picMkLst>
        </pc:picChg>
        <pc:picChg chg="add mod">
          <ac:chgData name="Macher, Andreas (DI FA CTR PLC PPM)" userId="f1dcac62-7bef-43eb-91f0-927336a1714f" providerId="ADAL" clId="{5B710B73-F6D6-4A7D-9276-5384056BD54A}" dt="2022-11-07T20:41:51.803" v="6312" actId="1038"/>
          <ac:picMkLst>
            <pc:docMk/>
            <pc:sldMk cId="2676155697" sldId="9794"/>
            <ac:picMk id="15" creationId="{E1C38407-1671-8127-4D1A-57DE8D885782}"/>
          </ac:picMkLst>
        </pc:picChg>
        <pc:picChg chg="add mod">
          <ac:chgData name="Macher, Andreas (DI FA CTR PLC PPM)" userId="f1dcac62-7bef-43eb-91f0-927336a1714f" providerId="ADAL" clId="{5B710B73-F6D6-4A7D-9276-5384056BD54A}" dt="2022-11-07T20:41:01.794" v="6295" actId="1076"/>
          <ac:picMkLst>
            <pc:docMk/>
            <pc:sldMk cId="2676155697" sldId="9794"/>
            <ac:picMk id="17" creationId="{9EDDC6B9-371A-D669-1364-749D40372A1F}"/>
          </ac:picMkLst>
        </pc:picChg>
        <pc:picChg chg="del">
          <ac:chgData name="Macher, Andreas (DI FA CTR PLC PPM)" userId="f1dcac62-7bef-43eb-91f0-927336a1714f" providerId="ADAL" clId="{5B710B73-F6D6-4A7D-9276-5384056BD54A}" dt="2022-11-07T20:39:13.972" v="6270" actId="478"/>
          <ac:picMkLst>
            <pc:docMk/>
            <pc:sldMk cId="2676155697" sldId="9794"/>
            <ac:picMk id="80" creationId="{186F6B1F-EECB-4CF0-912B-12B8B7E77434}"/>
          </ac:picMkLst>
        </pc:picChg>
        <pc:picChg chg="del">
          <ac:chgData name="Macher, Andreas (DI FA CTR PLC PPM)" userId="f1dcac62-7bef-43eb-91f0-927336a1714f" providerId="ADAL" clId="{5B710B73-F6D6-4A7D-9276-5384056BD54A}" dt="2022-11-07T20:39:14.620" v="6271" actId="478"/>
          <ac:picMkLst>
            <pc:docMk/>
            <pc:sldMk cId="2676155697" sldId="9794"/>
            <ac:picMk id="81" creationId="{BA83CBF7-7342-4181-9E29-9AA27CFD376B}"/>
          </ac:picMkLst>
        </pc:picChg>
        <pc:picChg chg="del">
          <ac:chgData name="Macher, Andreas (DI FA CTR PLC PPM)" userId="f1dcac62-7bef-43eb-91f0-927336a1714f" providerId="ADAL" clId="{5B710B73-F6D6-4A7D-9276-5384056BD54A}" dt="2022-11-07T20:39:15.233" v="6272" actId="478"/>
          <ac:picMkLst>
            <pc:docMk/>
            <pc:sldMk cId="2676155697" sldId="9794"/>
            <ac:picMk id="82" creationId="{F65F6836-525A-491B-A617-D57B31AB447E}"/>
          </ac:picMkLst>
        </pc:picChg>
        <pc:picChg chg="del">
          <ac:chgData name="Macher, Andreas (DI FA CTR PLC PPM)" userId="f1dcac62-7bef-43eb-91f0-927336a1714f" providerId="ADAL" clId="{5B710B73-F6D6-4A7D-9276-5384056BD54A}" dt="2022-11-07T20:39:15.958" v="6273" actId="478"/>
          <ac:picMkLst>
            <pc:docMk/>
            <pc:sldMk cId="2676155697" sldId="9794"/>
            <ac:picMk id="83" creationId="{BC7F4721-C932-46F0-AF9A-B9F74DC43C62}"/>
          </ac:picMkLst>
        </pc:picChg>
      </pc:sldChg>
      <pc:sldChg chg="addSp delSp modSp add mod">
        <pc:chgData name="Macher, Andreas (DI FA CTR PLC PPM)" userId="f1dcac62-7bef-43eb-91f0-927336a1714f" providerId="ADAL" clId="{5B710B73-F6D6-4A7D-9276-5384056BD54A}" dt="2022-11-22T15:58:36.963" v="8071" actId="1076"/>
        <pc:sldMkLst>
          <pc:docMk/>
          <pc:sldMk cId="3349434312" sldId="9795"/>
        </pc:sldMkLst>
        <pc:spChg chg="mod">
          <ac:chgData name="Macher, Andreas (DI FA CTR PLC PPM)" userId="f1dcac62-7bef-43eb-91f0-927336a1714f" providerId="ADAL" clId="{5B710B73-F6D6-4A7D-9276-5384056BD54A}" dt="2022-11-22T15:57:00.621" v="8054" actId="20577"/>
          <ac:spMkLst>
            <pc:docMk/>
            <pc:sldMk cId="3349434312" sldId="9795"/>
            <ac:spMk id="4" creationId="{00000000-0000-0000-0000-000000000000}"/>
          </ac:spMkLst>
        </pc:spChg>
        <pc:spChg chg="add mod">
          <ac:chgData name="Macher, Andreas (DI FA CTR PLC PPM)" userId="f1dcac62-7bef-43eb-91f0-927336a1714f" providerId="ADAL" clId="{5B710B73-F6D6-4A7D-9276-5384056BD54A}" dt="2022-11-07T20:39:38.252" v="6279" actId="207"/>
          <ac:spMkLst>
            <pc:docMk/>
            <pc:sldMk cId="3349434312" sldId="9795"/>
            <ac:spMk id="8" creationId="{E26886AC-5D93-7646-99BC-F284F8BC69C6}"/>
          </ac:spMkLst>
        </pc:spChg>
        <pc:spChg chg="mod">
          <ac:chgData name="Macher, Andreas (DI FA CTR PLC PPM)" userId="f1dcac62-7bef-43eb-91f0-927336a1714f" providerId="ADAL" clId="{5B710B73-F6D6-4A7D-9276-5384056BD54A}" dt="2022-11-16T13:43:55.799" v="7411" actId="207"/>
          <ac:spMkLst>
            <pc:docMk/>
            <pc:sldMk cId="3349434312" sldId="9795"/>
            <ac:spMk id="18" creationId="{F2096110-1E59-F8D1-CF6C-E2B82ABF0AFD}"/>
          </ac:spMkLst>
        </pc:spChg>
        <pc:spChg chg="mod">
          <ac:chgData name="Macher, Andreas (DI FA CTR PLC PPM)" userId="f1dcac62-7bef-43eb-91f0-927336a1714f" providerId="ADAL" clId="{5B710B73-F6D6-4A7D-9276-5384056BD54A}" dt="2022-11-22T15:58:19.970" v="8068"/>
          <ac:spMkLst>
            <pc:docMk/>
            <pc:sldMk cId="3349434312" sldId="9795"/>
            <ac:spMk id="23" creationId="{6D6541BE-2AC6-BB5D-FC16-C24F04053153}"/>
          </ac:spMkLst>
        </pc:spChg>
        <pc:spChg chg="mod">
          <ac:chgData name="Macher, Andreas (DI FA CTR PLC PPM)" userId="f1dcac62-7bef-43eb-91f0-927336a1714f" providerId="ADAL" clId="{5B710B73-F6D6-4A7D-9276-5384056BD54A}" dt="2022-11-22T15:58:19.970" v="8068"/>
          <ac:spMkLst>
            <pc:docMk/>
            <pc:sldMk cId="3349434312" sldId="9795"/>
            <ac:spMk id="24" creationId="{C3F39D62-E88F-BB40-39D5-6E00C1944062}"/>
          </ac:spMkLst>
        </pc:spChg>
        <pc:spChg chg="mod topLvl">
          <ac:chgData name="Macher, Andreas (DI FA CTR PLC PPM)" userId="f1dcac62-7bef-43eb-91f0-927336a1714f" providerId="ADAL" clId="{5B710B73-F6D6-4A7D-9276-5384056BD54A}" dt="2022-11-22T15:58:05.668" v="8065" actId="338"/>
          <ac:spMkLst>
            <pc:docMk/>
            <pc:sldMk cId="3349434312" sldId="9795"/>
            <ac:spMk id="87" creationId="{7F203301-AC32-4F79-9EE2-6993A22C3D9B}"/>
          </ac:spMkLst>
        </pc:spChg>
        <pc:spChg chg="mod topLvl">
          <ac:chgData name="Macher, Andreas (DI FA CTR PLC PPM)" userId="f1dcac62-7bef-43eb-91f0-927336a1714f" providerId="ADAL" clId="{5B710B73-F6D6-4A7D-9276-5384056BD54A}" dt="2022-11-22T15:58:05.668" v="8065" actId="338"/>
          <ac:spMkLst>
            <pc:docMk/>
            <pc:sldMk cId="3349434312" sldId="9795"/>
            <ac:spMk id="88" creationId="{A553555C-96AE-4999-A366-FFE6BF8A6B3D}"/>
          </ac:spMkLst>
        </pc:spChg>
        <pc:spChg chg="del topLvl">
          <ac:chgData name="Macher, Andreas (DI FA CTR PLC PPM)" userId="f1dcac62-7bef-43eb-91f0-927336a1714f" providerId="ADAL" clId="{5B710B73-F6D6-4A7D-9276-5384056BD54A}" dt="2022-11-22T15:58:09.340" v="8066" actId="478"/>
          <ac:spMkLst>
            <pc:docMk/>
            <pc:sldMk cId="3349434312" sldId="9795"/>
            <ac:spMk id="105" creationId="{195BE88B-050D-C21B-FD57-91F6ED7A657F}"/>
          </ac:spMkLst>
        </pc:spChg>
        <pc:spChg chg="del topLvl">
          <ac:chgData name="Macher, Andreas (DI FA CTR PLC PPM)" userId="f1dcac62-7bef-43eb-91f0-927336a1714f" providerId="ADAL" clId="{5B710B73-F6D6-4A7D-9276-5384056BD54A}" dt="2022-11-22T15:58:15.252" v="8067" actId="478"/>
          <ac:spMkLst>
            <pc:docMk/>
            <pc:sldMk cId="3349434312" sldId="9795"/>
            <ac:spMk id="106" creationId="{A7E93F71-EB9D-402F-F632-2A08322A8CAA}"/>
          </ac:spMkLst>
        </pc:spChg>
        <pc:grpChg chg="add mod">
          <ac:chgData name="Macher, Andreas (DI FA CTR PLC PPM)" userId="f1dcac62-7bef-43eb-91f0-927336a1714f" providerId="ADAL" clId="{5B710B73-F6D6-4A7D-9276-5384056BD54A}" dt="2022-11-22T15:58:32.323" v="8070" actId="1076"/>
          <ac:grpSpMkLst>
            <pc:docMk/>
            <pc:sldMk cId="3349434312" sldId="9795"/>
            <ac:grpSpMk id="15" creationId="{BBD0C38B-F3D0-B487-4823-1E70A9F0B461}"/>
          </ac:grpSpMkLst>
        </pc:grpChg>
        <pc:grpChg chg="add mod">
          <ac:chgData name="Macher, Andreas (DI FA CTR PLC PPM)" userId="f1dcac62-7bef-43eb-91f0-927336a1714f" providerId="ADAL" clId="{5B710B73-F6D6-4A7D-9276-5384056BD54A}" dt="2022-11-22T15:58:36.963" v="8071" actId="1076"/>
          <ac:grpSpMkLst>
            <pc:docMk/>
            <pc:sldMk cId="3349434312" sldId="9795"/>
            <ac:grpSpMk id="17" creationId="{7304235B-5E61-55FC-A39C-088227C7E6F7}"/>
          </ac:grpSpMkLst>
        </pc:grpChg>
        <pc:grpChg chg="mod">
          <ac:chgData name="Macher, Andreas (DI FA CTR PLC PPM)" userId="f1dcac62-7bef-43eb-91f0-927336a1714f" providerId="ADAL" clId="{5B710B73-F6D6-4A7D-9276-5384056BD54A}" dt="2022-11-16T13:43:59.559" v="7412" actId="207"/>
          <ac:grpSpMkLst>
            <pc:docMk/>
            <pc:sldMk cId="3349434312" sldId="9795"/>
            <ac:grpSpMk id="19" creationId="{68EF870B-92DA-F99B-45BE-4AF71A8BA85C}"/>
          </ac:grpSpMkLst>
        </pc:grpChg>
        <pc:grpChg chg="mod">
          <ac:chgData name="Macher, Andreas (DI FA CTR PLC PPM)" userId="f1dcac62-7bef-43eb-91f0-927336a1714f" providerId="ADAL" clId="{5B710B73-F6D6-4A7D-9276-5384056BD54A}" dt="2022-11-16T13:43:59.559" v="7412" actId="207"/>
          <ac:grpSpMkLst>
            <pc:docMk/>
            <pc:sldMk cId="3349434312" sldId="9795"/>
            <ac:grpSpMk id="29" creationId="{D9122D12-A0D9-96F9-4C4C-66DB588FB169}"/>
          </ac:grpSpMkLst>
        </pc:grpChg>
        <pc:grpChg chg="mod">
          <ac:chgData name="Macher, Andreas (DI FA CTR PLC PPM)" userId="f1dcac62-7bef-43eb-91f0-927336a1714f" providerId="ADAL" clId="{5B710B73-F6D6-4A7D-9276-5384056BD54A}" dt="2022-11-16T13:44:04.105" v="7413" actId="207"/>
          <ac:grpSpMkLst>
            <pc:docMk/>
            <pc:sldMk cId="3349434312" sldId="9795"/>
            <ac:grpSpMk id="37" creationId="{765CC65B-16EB-AD17-B155-103809D802B1}"/>
          </ac:grpSpMkLst>
        </pc:grpChg>
        <pc:grpChg chg="mod">
          <ac:chgData name="Macher, Andreas (DI FA CTR PLC PPM)" userId="f1dcac62-7bef-43eb-91f0-927336a1714f" providerId="ADAL" clId="{5B710B73-F6D6-4A7D-9276-5384056BD54A}" dt="2022-11-16T13:44:04.105" v="7413" actId="207"/>
          <ac:grpSpMkLst>
            <pc:docMk/>
            <pc:sldMk cId="3349434312" sldId="9795"/>
            <ac:grpSpMk id="49" creationId="{C60E2923-38B5-56C0-6203-CB51A8A81A1C}"/>
          </ac:grpSpMkLst>
        </pc:grpChg>
        <pc:grpChg chg="mod">
          <ac:chgData name="Macher, Andreas (DI FA CTR PLC PPM)" userId="f1dcac62-7bef-43eb-91f0-927336a1714f" providerId="ADAL" clId="{5B710B73-F6D6-4A7D-9276-5384056BD54A}" dt="2022-11-16T13:44:10.604" v="7414" actId="207"/>
          <ac:grpSpMkLst>
            <pc:docMk/>
            <pc:sldMk cId="3349434312" sldId="9795"/>
            <ac:grpSpMk id="53" creationId="{ED081544-4385-8438-D875-AB6DC911FA36}"/>
          </ac:grpSpMkLst>
        </pc:grpChg>
        <pc:grpChg chg="mod">
          <ac:chgData name="Macher, Andreas (DI FA CTR PLC PPM)" userId="f1dcac62-7bef-43eb-91f0-927336a1714f" providerId="ADAL" clId="{5B710B73-F6D6-4A7D-9276-5384056BD54A}" dt="2022-11-16T13:44:10.604" v="7414" actId="207"/>
          <ac:grpSpMkLst>
            <pc:docMk/>
            <pc:sldMk cId="3349434312" sldId="9795"/>
            <ac:grpSpMk id="58" creationId="{8DD0B2E5-A92D-42E8-AC26-30ED65382541}"/>
          </ac:grpSpMkLst>
        </pc:grpChg>
        <pc:grpChg chg="mod">
          <ac:chgData name="Macher, Andreas (DI FA CTR PLC PPM)" userId="f1dcac62-7bef-43eb-91f0-927336a1714f" providerId="ADAL" clId="{5B710B73-F6D6-4A7D-9276-5384056BD54A}" dt="2022-11-16T13:44:10.604" v="7414" actId="207"/>
          <ac:grpSpMkLst>
            <pc:docMk/>
            <pc:sldMk cId="3349434312" sldId="9795"/>
            <ac:grpSpMk id="62" creationId="{AFD9A6F3-26A9-9CF5-50A5-FD21124CEC70}"/>
          </ac:grpSpMkLst>
        </pc:grpChg>
        <pc:grpChg chg="del">
          <ac:chgData name="Macher, Andreas (DI FA CTR PLC PPM)" userId="f1dcac62-7bef-43eb-91f0-927336a1714f" providerId="ADAL" clId="{5B710B73-F6D6-4A7D-9276-5384056BD54A}" dt="2022-11-22T15:57:32.207" v="8055" actId="165"/>
          <ac:grpSpMkLst>
            <pc:docMk/>
            <pc:sldMk cId="3349434312" sldId="9795"/>
            <ac:grpSpMk id="86" creationId="{196972B0-B8DD-4718-A31B-3C86C953037B}"/>
          </ac:grpSpMkLst>
        </pc:grpChg>
        <pc:grpChg chg="del">
          <ac:chgData name="Macher, Andreas (DI FA CTR PLC PPM)" userId="f1dcac62-7bef-43eb-91f0-927336a1714f" providerId="ADAL" clId="{5B710B73-F6D6-4A7D-9276-5384056BD54A}" dt="2022-11-22T15:58:09.340" v="8066" actId="478"/>
          <ac:grpSpMkLst>
            <pc:docMk/>
            <pc:sldMk cId="3349434312" sldId="9795"/>
            <ac:grpSpMk id="104" creationId="{CB7A5E84-C53F-D937-EFAE-3272041EFDDA}"/>
          </ac:grpSpMkLst>
        </pc:grpChg>
        <pc:grpChg chg="mod">
          <ac:chgData name="Macher, Andreas (DI FA CTR PLC PPM)" userId="f1dcac62-7bef-43eb-91f0-927336a1714f" providerId="ADAL" clId="{5B710B73-F6D6-4A7D-9276-5384056BD54A}" dt="2022-11-16T13:44:04.105" v="7413" actId="207"/>
          <ac:grpSpMkLst>
            <pc:docMk/>
            <pc:sldMk cId="3349434312" sldId="9795"/>
            <ac:grpSpMk id="108" creationId="{9959576D-4EBE-6ACB-0D6A-16D14C52CDF2}"/>
          </ac:grpSpMkLst>
        </pc:grpChg>
        <pc:grpChg chg="mod">
          <ac:chgData name="Macher, Andreas (DI FA CTR PLC PPM)" userId="f1dcac62-7bef-43eb-91f0-927336a1714f" providerId="ADAL" clId="{5B710B73-F6D6-4A7D-9276-5384056BD54A}" dt="2022-11-16T13:44:04.105" v="7413" actId="207"/>
          <ac:grpSpMkLst>
            <pc:docMk/>
            <pc:sldMk cId="3349434312" sldId="9795"/>
            <ac:grpSpMk id="113" creationId="{02397640-1D10-EE3E-F7E5-5514AF2A29D6}"/>
          </ac:grpSpMkLst>
        </pc:grpChg>
        <pc:grpChg chg="mod">
          <ac:chgData name="Macher, Andreas (DI FA CTR PLC PPM)" userId="f1dcac62-7bef-43eb-91f0-927336a1714f" providerId="ADAL" clId="{5B710B73-F6D6-4A7D-9276-5384056BD54A}" dt="2022-11-16T13:44:10.604" v="7414" actId="207"/>
          <ac:grpSpMkLst>
            <pc:docMk/>
            <pc:sldMk cId="3349434312" sldId="9795"/>
            <ac:grpSpMk id="117" creationId="{9D168222-227D-30EE-F01F-B3B58391E66F}"/>
          </ac:grpSpMkLst>
        </pc:grpChg>
        <pc:grpChg chg="mod">
          <ac:chgData name="Macher, Andreas (DI FA CTR PLC PPM)" userId="f1dcac62-7bef-43eb-91f0-927336a1714f" providerId="ADAL" clId="{5B710B73-F6D6-4A7D-9276-5384056BD54A}" dt="2022-11-16T13:44:10.604" v="7414" actId="207"/>
          <ac:grpSpMkLst>
            <pc:docMk/>
            <pc:sldMk cId="3349434312" sldId="9795"/>
            <ac:grpSpMk id="122" creationId="{237EC34D-9001-09EE-2DD8-2EA32B67B9A5}"/>
          </ac:grpSpMkLst>
        </pc:grpChg>
        <pc:graphicFrameChg chg="mod modGraphic">
          <ac:chgData name="Macher, Andreas (DI FA CTR PLC PPM)" userId="f1dcac62-7bef-43eb-91f0-927336a1714f" providerId="ADAL" clId="{5B710B73-F6D6-4A7D-9276-5384056BD54A}" dt="2022-11-16T16:12:01.475" v="7946" actId="207"/>
          <ac:graphicFrameMkLst>
            <pc:docMk/>
            <pc:sldMk cId="3349434312" sldId="9795"/>
            <ac:graphicFrameMk id="6" creationId="{00000000-0000-0000-0000-000000000000}"/>
          </ac:graphicFrameMkLst>
        </pc:graphicFrameChg>
        <pc:picChg chg="add mod">
          <ac:chgData name="Macher, Andreas (DI FA CTR PLC PPM)" userId="f1dcac62-7bef-43eb-91f0-927336a1714f" providerId="ADAL" clId="{5B710B73-F6D6-4A7D-9276-5384056BD54A}" dt="2022-11-07T20:41:15.066" v="6297"/>
          <ac:picMkLst>
            <pc:docMk/>
            <pc:sldMk cId="3349434312" sldId="9795"/>
            <ac:picMk id="9" creationId="{61736145-AFE2-EEE3-92E4-32CD520545A9}"/>
          </ac:picMkLst>
        </pc:picChg>
        <pc:picChg chg="add mod">
          <ac:chgData name="Macher, Andreas (DI FA CTR PLC PPM)" userId="f1dcac62-7bef-43eb-91f0-927336a1714f" providerId="ADAL" clId="{5B710B73-F6D6-4A7D-9276-5384056BD54A}" dt="2022-11-07T20:41:15.066" v="6297"/>
          <ac:picMkLst>
            <pc:docMk/>
            <pc:sldMk cId="3349434312" sldId="9795"/>
            <ac:picMk id="10" creationId="{67A97139-DD95-F9D6-C206-6FB2B9CCBC84}"/>
          </ac:picMkLst>
        </pc:picChg>
        <pc:picChg chg="add mod">
          <ac:chgData name="Macher, Andreas (DI FA CTR PLC PPM)" userId="f1dcac62-7bef-43eb-91f0-927336a1714f" providerId="ADAL" clId="{5B710B73-F6D6-4A7D-9276-5384056BD54A}" dt="2022-11-07T20:41:35.369" v="6298"/>
          <ac:picMkLst>
            <pc:docMk/>
            <pc:sldMk cId="3349434312" sldId="9795"/>
            <ac:picMk id="11" creationId="{AE2228E7-8BC9-A637-D90D-62E25C567174}"/>
          </ac:picMkLst>
        </pc:picChg>
        <pc:picChg chg="add mod">
          <ac:chgData name="Macher, Andreas (DI FA CTR PLC PPM)" userId="f1dcac62-7bef-43eb-91f0-927336a1714f" providerId="ADAL" clId="{5B710B73-F6D6-4A7D-9276-5384056BD54A}" dt="2022-11-07T20:41:45.992" v="6305" actId="1038"/>
          <ac:picMkLst>
            <pc:docMk/>
            <pc:sldMk cId="3349434312" sldId="9795"/>
            <ac:picMk id="12" creationId="{B36E06A7-4929-8781-E550-F9737B8EB519}"/>
          </ac:picMkLst>
        </pc:picChg>
        <pc:picChg chg="del">
          <ac:chgData name="Macher, Andreas (DI FA CTR PLC PPM)" userId="f1dcac62-7bef-43eb-91f0-927336a1714f" providerId="ADAL" clId="{5B710B73-F6D6-4A7D-9276-5384056BD54A}" dt="2022-11-07T20:39:20.591" v="6275" actId="478"/>
          <ac:picMkLst>
            <pc:docMk/>
            <pc:sldMk cId="3349434312" sldId="9795"/>
            <ac:picMk id="15" creationId="{5EBC7EE4-FC22-0B4A-8295-6927247A6DFF}"/>
          </ac:picMkLst>
        </pc:picChg>
        <pc:picChg chg="del">
          <ac:chgData name="Macher, Andreas (DI FA CTR PLC PPM)" userId="f1dcac62-7bef-43eb-91f0-927336a1714f" providerId="ADAL" clId="{5B710B73-F6D6-4A7D-9276-5384056BD54A}" dt="2022-11-07T20:39:19.819" v="6274" actId="478"/>
          <ac:picMkLst>
            <pc:docMk/>
            <pc:sldMk cId="3349434312" sldId="9795"/>
            <ac:picMk id="17" creationId="{B413A879-9E0F-70EB-C9F7-AF3E16A33316}"/>
          </ac:picMkLst>
        </pc:picChg>
        <pc:picChg chg="del">
          <ac:chgData name="Macher, Andreas (DI FA CTR PLC PPM)" userId="f1dcac62-7bef-43eb-91f0-927336a1714f" providerId="ADAL" clId="{5B710B73-F6D6-4A7D-9276-5384056BD54A}" dt="2022-11-07T20:39:21.213" v="6276" actId="478"/>
          <ac:picMkLst>
            <pc:docMk/>
            <pc:sldMk cId="3349434312" sldId="9795"/>
            <ac:picMk id="82" creationId="{F65F6836-525A-491B-A617-D57B31AB447E}"/>
          </ac:picMkLst>
        </pc:picChg>
        <pc:picChg chg="del">
          <ac:chgData name="Macher, Andreas (DI FA CTR PLC PPM)" userId="f1dcac62-7bef-43eb-91f0-927336a1714f" providerId="ADAL" clId="{5B710B73-F6D6-4A7D-9276-5384056BD54A}" dt="2022-11-07T20:39:21.857" v="6277" actId="478"/>
          <ac:picMkLst>
            <pc:docMk/>
            <pc:sldMk cId="3349434312" sldId="9795"/>
            <ac:picMk id="83" creationId="{BC7F4721-C932-46F0-AF9A-B9F74DC43C62}"/>
          </ac:picMkLst>
        </pc:picChg>
      </pc:sldChg>
      <pc:sldChg chg="addSp delSp modSp add mod">
        <pc:chgData name="Macher, Andreas (DI FA CTR PLC PPM)" userId="f1dcac62-7bef-43eb-91f0-927336a1714f" providerId="ADAL" clId="{5B710B73-F6D6-4A7D-9276-5384056BD54A}" dt="2022-11-23T12:21:55.580" v="8996"/>
        <pc:sldMkLst>
          <pc:docMk/>
          <pc:sldMk cId="2310770534" sldId="9796"/>
        </pc:sldMkLst>
        <pc:spChg chg="mod">
          <ac:chgData name="Macher, Andreas (DI FA CTR PLC PPM)" userId="f1dcac62-7bef-43eb-91f0-927336a1714f" providerId="ADAL" clId="{5B710B73-F6D6-4A7D-9276-5384056BD54A}" dt="2022-11-23T12:21:55.580" v="8996"/>
          <ac:spMkLst>
            <pc:docMk/>
            <pc:sldMk cId="2310770534" sldId="9796"/>
            <ac:spMk id="3" creationId="{93A1395D-1379-4A9A-8355-68B08CAC9CA6}"/>
          </ac:spMkLst>
        </pc:spChg>
        <pc:graphicFrameChg chg="add mod ord modGraphic">
          <ac:chgData name="Macher, Andreas (DI FA CTR PLC PPM)" userId="f1dcac62-7bef-43eb-91f0-927336a1714f" providerId="ADAL" clId="{5B710B73-F6D6-4A7D-9276-5384056BD54A}" dt="2022-11-16T16:16:50.578" v="7983" actId="6549"/>
          <ac:graphicFrameMkLst>
            <pc:docMk/>
            <pc:sldMk cId="2310770534" sldId="9796"/>
            <ac:graphicFrameMk id="5" creationId="{B61371A2-9F1D-7A97-67D4-7B3EF82F9012}"/>
          </ac:graphicFrameMkLst>
        </pc:graphicFrameChg>
        <pc:graphicFrameChg chg="del modGraphic">
          <ac:chgData name="Macher, Andreas (DI FA CTR PLC PPM)" userId="f1dcac62-7bef-43eb-91f0-927336a1714f" providerId="ADAL" clId="{5B710B73-F6D6-4A7D-9276-5384056BD54A}" dt="2022-11-16T16:14:13.435" v="7953" actId="478"/>
          <ac:graphicFrameMkLst>
            <pc:docMk/>
            <pc:sldMk cId="2310770534" sldId="9796"/>
            <ac:graphicFrameMk id="15" creationId="{48C6106A-AD88-03AC-ED2B-074B56E2C026}"/>
          </ac:graphicFrameMkLst>
        </pc:graphicFrameChg>
      </pc:sldChg>
      <pc:sldChg chg="addSp delSp modSp mod">
        <pc:chgData name="Macher, Andreas (DI FA CTR PLC PPM)" userId="f1dcac62-7bef-43eb-91f0-927336a1714f" providerId="ADAL" clId="{5B710B73-F6D6-4A7D-9276-5384056BD54A}" dt="2022-11-23T12:29:21.238" v="9059" actId="1035"/>
        <pc:sldMkLst>
          <pc:docMk/>
          <pc:sldMk cId="1476210905" sldId="9797"/>
        </pc:sldMkLst>
        <pc:spChg chg="mod">
          <ac:chgData name="Macher, Andreas (DI FA CTR PLC PPM)" userId="f1dcac62-7bef-43eb-91f0-927336a1714f" providerId="ADAL" clId="{5B710B73-F6D6-4A7D-9276-5384056BD54A}" dt="2022-11-23T12:21:55.580" v="8996"/>
          <ac:spMkLst>
            <pc:docMk/>
            <pc:sldMk cId="1476210905" sldId="9797"/>
            <ac:spMk id="2" creationId="{25A4033A-708D-43C3-B9CD-3E72050A421C}"/>
          </ac:spMkLst>
        </pc:spChg>
        <pc:spChg chg="del">
          <ac:chgData name="Macher, Andreas (DI FA CTR PLC PPM)" userId="f1dcac62-7bef-43eb-91f0-927336a1714f" providerId="ADAL" clId="{5B710B73-F6D6-4A7D-9276-5384056BD54A}" dt="2022-11-22T16:18:25.712" v="8491" actId="478"/>
          <ac:spMkLst>
            <pc:docMk/>
            <pc:sldMk cId="1476210905" sldId="9797"/>
            <ac:spMk id="9" creationId="{458E71A3-3930-ECC6-ECB6-34B5CB7B047F}"/>
          </ac:spMkLst>
        </pc:spChg>
        <pc:spChg chg="mod">
          <ac:chgData name="Macher, Andreas (DI FA CTR PLC PPM)" userId="f1dcac62-7bef-43eb-91f0-927336a1714f" providerId="ADAL" clId="{5B710B73-F6D6-4A7D-9276-5384056BD54A}" dt="2022-11-23T12:17:35.345" v="8988"/>
          <ac:spMkLst>
            <pc:docMk/>
            <pc:sldMk cId="1476210905" sldId="9797"/>
            <ac:spMk id="9" creationId="{C6B258DF-D15D-3323-9189-38E5C67ABE39}"/>
          </ac:spMkLst>
        </pc:spChg>
        <pc:spChg chg="mod">
          <ac:chgData name="Macher, Andreas (DI FA CTR PLC PPM)" userId="f1dcac62-7bef-43eb-91f0-927336a1714f" providerId="ADAL" clId="{5B710B73-F6D6-4A7D-9276-5384056BD54A}" dt="2022-11-23T12:17:35.345" v="8988"/>
          <ac:spMkLst>
            <pc:docMk/>
            <pc:sldMk cId="1476210905" sldId="9797"/>
            <ac:spMk id="10" creationId="{491835E5-EB02-EF96-8147-23B1B7C36C58}"/>
          </ac:spMkLst>
        </pc:spChg>
        <pc:spChg chg="mod">
          <ac:chgData name="Macher, Andreas (DI FA CTR PLC PPM)" userId="f1dcac62-7bef-43eb-91f0-927336a1714f" providerId="ADAL" clId="{5B710B73-F6D6-4A7D-9276-5384056BD54A}" dt="2022-11-23T12:29:06.683" v="9034" actId="20577"/>
          <ac:spMkLst>
            <pc:docMk/>
            <pc:sldMk cId="1476210905" sldId="9797"/>
            <ac:spMk id="144" creationId="{112ABD75-D812-4C1E-9295-CC8D865B2F35}"/>
          </ac:spMkLst>
        </pc:spChg>
        <pc:grpChg chg="add mod">
          <ac:chgData name="Macher, Andreas (DI FA CTR PLC PPM)" userId="f1dcac62-7bef-43eb-91f0-927336a1714f" providerId="ADAL" clId="{5B710B73-F6D6-4A7D-9276-5384056BD54A}" dt="2022-11-23T12:29:21.238" v="9059" actId="1035"/>
          <ac:grpSpMkLst>
            <pc:docMk/>
            <pc:sldMk cId="1476210905" sldId="9797"/>
            <ac:grpSpMk id="4" creationId="{D31CE622-9792-209C-5876-287F88988852}"/>
          </ac:grpSpMkLst>
        </pc:grpChg>
        <pc:picChg chg="mod">
          <ac:chgData name="Macher, Andreas (DI FA CTR PLC PPM)" userId="f1dcac62-7bef-43eb-91f0-927336a1714f" providerId="ADAL" clId="{5B710B73-F6D6-4A7D-9276-5384056BD54A}" dt="2022-11-23T12:29:21.238" v="9059" actId="1035"/>
          <ac:picMkLst>
            <pc:docMk/>
            <pc:sldMk cId="1476210905" sldId="9797"/>
            <ac:picMk id="3" creationId="{A78CEE2B-8AED-49AC-B940-18C91174F2C4}"/>
          </ac:picMkLst>
        </pc:picChg>
        <pc:picChg chg="mod">
          <ac:chgData name="Macher, Andreas (DI FA CTR PLC PPM)" userId="f1dcac62-7bef-43eb-91f0-927336a1714f" providerId="ADAL" clId="{5B710B73-F6D6-4A7D-9276-5384056BD54A}" dt="2022-11-23T12:29:21.238" v="9059" actId="1035"/>
          <ac:picMkLst>
            <pc:docMk/>
            <pc:sldMk cId="1476210905" sldId="9797"/>
            <ac:picMk id="8" creationId="{2F0A0843-C2AB-A675-91DB-ADDE492AA586}"/>
          </ac:picMkLst>
        </pc:picChg>
      </pc:sldChg>
      <pc:sldChg chg="delSp modSp mod">
        <pc:chgData name="Macher, Andreas (DI FA CTR PLC PPM)" userId="f1dcac62-7bef-43eb-91f0-927336a1714f" providerId="ADAL" clId="{5B710B73-F6D6-4A7D-9276-5384056BD54A}" dt="2022-11-23T12:21:55.580" v="8996"/>
        <pc:sldMkLst>
          <pc:docMk/>
          <pc:sldMk cId="2023790002" sldId="9799"/>
        </pc:sldMkLst>
        <pc:spChg chg="mod">
          <ac:chgData name="Macher, Andreas (DI FA CTR PLC PPM)" userId="f1dcac62-7bef-43eb-91f0-927336a1714f" providerId="ADAL" clId="{5B710B73-F6D6-4A7D-9276-5384056BD54A}" dt="2022-11-23T12:21:55.580" v="8996"/>
          <ac:spMkLst>
            <pc:docMk/>
            <pc:sldMk cId="2023790002" sldId="9799"/>
            <ac:spMk id="3" creationId="{E827D3D1-24CD-2294-D768-C94E24053F5E}"/>
          </ac:spMkLst>
        </pc:spChg>
        <pc:spChg chg="del">
          <ac:chgData name="Macher, Andreas (DI FA CTR PLC PPM)" userId="f1dcac62-7bef-43eb-91f0-927336a1714f" providerId="ADAL" clId="{5B710B73-F6D6-4A7D-9276-5384056BD54A}" dt="2022-11-23T12:11:34.635" v="8897" actId="478"/>
          <ac:spMkLst>
            <pc:docMk/>
            <pc:sldMk cId="2023790002" sldId="9799"/>
            <ac:spMk id="35" creationId="{3EBA3926-1377-E5EF-93F9-EBB55D0CBE95}"/>
          </ac:spMkLst>
        </pc:spChg>
      </pc:sldChg>
      <pc:sldChg chg="del">
        <pc:chgData name="Macher, Andreas (DI FA CTR PLC PPM)" userId="f1dcac62-7bef-43eb-91f0-927336a1714f" providerId="ADAL" clId="{5B710B73-F6D6-4A7D-9276-5384056BD54A}" dt="2022-11-22T16:13:54.717" v="8437" actId="47"/>
        <pc:sldMkLst>
          <pc:docMk/>
          <pc:sldMk cId="3308633053" sldId="9801"/>
        </pc:sldMkLst>
      </pc:sldChg>
      <pc:sldChg chg="addSp delSp modSp mod">
        <pc:chgData name="Macher, Andreas (DI FA CTR PLC PPM)" userId="f1dcac62-7bef-43eb-91f0-927336a1714f" providerId="ADAL" clId="{5B710B73-F6D6-4A7D-9276-5384056BD54A}" dt="2022-11-23T12:31:58.716" v="9072" actId="12"/>
        <pc:sldMkLst>
          <pc:docMk/>
          <pc:sldMk cId="2103618214" sldId="9802"/>
        </pc:sldMkLst>
        <pc:spChg chg="mod">
          <ac:chgData name="Macher, Andreas (DI FA CTR PLC PPM)" userId="f1dcac62-7bef-43eb-91f0-927336a1714f" providerId="ADAL" clId="{5B710B73-F6D6-4A7D-9276-5384056BD54A}" dt="2022-11-23T12:21:55.580" v="8996"/>
          <ac:spMkLst>
            <pc:docMk/>
            <pc:sldMk cId="2103618214" sldId="9802"/>
            <ac:spMk id="2" creationId="{FB6E8433-8910-4215-8221-7BF8396D9E39}"/>
          </ac:spMkLst>
        </pc:spChg>
        <pc:spChg chg="del">
          <ac:chgData name="Macher, Andreas (DI FA CTR PLC PPM)" userId="f1dcac62-7bef-43eb-91f0-927336a1714f" providerId="ADAL" clId="{5B710B73-F6D6-4A7D-9276-5384056BD54A}" dt="2022-11-23T10:58:02.504" v="8585" actId="478"/>
          <ac:spMkLst>
            <pc:docMk/>
            <pc:sldMk cId="2103618214" sldId="9802"/>
            <ac:spMk id="3" creationId="{A205B8EC-F533-F944-12E6-B1907ABC5CD7}"/>
          </ac:spMkLst>
        </pc:spChg>
        <pc:spChg chg="add del mod">
          <ac:chgData name="Macher, Andreas (DI FA CTR PLC PPM)" userId="f1dcac62-7bef-43eb-91f0-927336a1714f" providerId="ADAL" clId="{5B710B73-F6D6-4A7D-9276-5384056BD54A}" dt="2022-11-23T11:01:21.739" v="8648" actId="478"/>
          <ac:spMkLst>
            <pc:docMk/>
            <pc:sldMk cId="2103618214" sldId="9802"/>
            <ac:spMk id="4" creationId="{4A11009F-39A9-53FF-45F1-A2E71718A64F}"/>
          </ac:spMkLst>
        </pc:spChg>
        <pc:spChg chg="mod">
          <ac:chgData name="Macher, Andreas (DI FA CTR PLC PPM)" userId="f1dcac62-7bef-43eb-91f0-927336a1714f" providerId="ADAL" clId="{5B710B73-F6D6-4A7D-9276-5384056BD54A}" dt="2022-11-23T10:54:46.542" v="8516" actId="20577"/>
          <ac:spMkLst>
            <pc:docMk/>
            <pc:sldMk cId="2103618214" sldId="9802"/>
            <ac:spMk id="5" creationId="{00000000-0000-0000-0000-000000000000}"/>
          </ac:spMkLst>
        </pc:spChg>
        <pc:spChg chg="add del mod">
          <ac:chgData name="Macher, Andreas (DI FA CTR PLC PPM)" userId="f1dcac62-7bef-43eb-91f0-927336a1714f" providerId="ADAL" clId="{5B710B73-F6D6-4A7D-9276-5384056BD54A}" dt="2022-11-23T11:01:21.739" v="8648" actId="478"/>
          <ac:spMkLst>
            <pc:docMk/>
            <pc:sldMk cId="2103618214" sldId="9802"/>
            <ac:spMk id="8" creationId="{6A5A9840-DBDA-400A-64AF-2A78C57B029D}"/>
          </ac:spMkLst>
        </pc:spChg>
        <pc:spChg chg="mod">
          <ac:chgData name="Macher, Andreas (DI FA CTR PLC PPM)" userId="f1dcac62-7bef-43eb-91f0-927336a1714f" providerId="ADAL" clId="{5B710B73-F6D6-4A7D-9276-5384056BD54A}" dt="2022-11-23T12:10:41.196" v="8888"/>
          <ac:spMkLst>
            <pc:docMk/>
            <pc:sldMk cId="2103618214" sldId="9802"/>
            <ac:spMk id="10" creationId="{43737F2B-5791-7266-12E0-2D2875E49884}"/>
          </ac:spMkLst>
        </pc:spChg>
        <pc:spChg chg="mod">
          <ac:chgData name="Macher, Andreas (DI FA CTR PLC PPM)" userId="f1dcac62-7bef-43eb-91f0-927336a1714f" providerId="ADAL" clId="{5B710B73-F6D6-4A7D-9276-5384056BD54A}" dt="2022-11-23T12:10:41.196" v="8888"/>
          <ac:spMkLst>
            <pc:docMk/>
            <pc:sldMk cId="2103618214" sldId="9802"/>
            <ac:spMk id="11" creationId="{B8B89C56-1AF6-F06A-6A22-D77E5B3DA0C1}"/>
          </ac:spMkLst>
        </pc:spChg>
        <pc:spChg chg="mod">
          <ac:chgData name="Macher, Andreas (DI FA CTR PLC PPM)" userId="f1dcac62-7bef-43eb-91f0-927336a1714f" providerId="ADAL" clId="{5B710B73-F6D6-4A7D-9276-5384056BD54A}" dt="2022-11-23T11:57:22.801" v="8841" actId="1076"/>
          <ac:spMkLst>
            <pc:docMk/>
            <pc:sldMk cId="2103618214" sldId="9802"/>
            <ac:spMk id="12" creationId="{DBBDFA57-7F93-30E7-82C0-19430EF1B5ED}"/>
          </ac:spMkLst>
        </pc:spChg>
        <pc:spChg chg="mod">
          <ac:chgData name="Macher, Andreas (DI FA CTR PLC PPM)" userId="f1dcac62-7bef-43eb-91f0-927336a1714f" providerId="ADAL" clId="{5B710B73-F6D6-4A7D-9276-5384056BD54A}" dt="2022-11-23T11:57:22.801" v="8841" actId="1076"/>
          <ac:spMkLst>
            <pc:docMk/>
            <pc:sldMk cId="2103618214" sldId="9802"/>
            <ac:spMk id="13" creationId="{CF09EAD4-7FFA-3A14-195D-9EDD0B0D7F8E}"/>
          </ac:spMkLst>
        </pc:spChg>
        <pc:spChg chg="del mod">
          <ac:chgData name="Macher, Andreas (DI FA CTR PLC PPM)" userId="f1dcac62-7bef-43eb-91f0-927336a1714f" providerId="ADAL" clId="{5B710B73-F6D6-4A7D-9276-5384056BD54A}" dt="2022-11-23T11:01:34.528" v="8650" actId="478"/>
          <ac:spMkLst>
            <pc:docMk/>
            <pc:sldMk cId="2103618214" sldId="9802"/>
            <ac:spMk id="16" creationId="{F81610F7-9CB3-418C-01FB-23D9F8692116}"/>
          </ac:spMkLst>
        </pc:spChg>
        <pc:spChg chg="del mod">
          <ac:chgData name="Macher, Andreas (DI FA CTR PLC PPM)" userId="f1dcac62-7bef-43eb-91f0-927336a1714f" providerId="ADAL" clId="{5B710B73-F6D6-4A7D-9276-5384056BD54A}" dt="2022-11-23T11:01:34.528" v="8650" actId="478"/>
          <ac:spMkLst>
            <pc:docMk/>
            <pc:sldMk cId="2103618214" sldId="9802"/>
            <ac:spMk id="17" creationId="{5B8734A3-9BCA-9831-F05A-E5E5B66FB67C}"/>
          </ac:spMkLst>
        </pc:spChg>
        <pc:spChg chg="mod">
          <ac:chgData name="Macher, Andreas (DI FA CTR PLC PPM)" userId="f1dcac62-7bef-43eb-91f0-927336a1714f" providerId="ADAL" clId="{5B710B73-F6D6-4A7D-9276-5384056BD54A}" dt="2022-11-23T11:57:22.801" v="8841" actId="1076"/>
          <ac:spMkLst>
            <pc:docMk/>
            <pc:sldMk cId="2103618214" sldId="9802"/>
            <ac:spMk id="21" creationId="{B012BBE2-094F-136C-7562-8044CFE9D81D}"/>
          </ac:spMkLst>
        </pc:spChg>
        <pc:spChg chg="mod">
          <ac:chgData name="Macher, Andreas (DI FA CTR PLC PPM)" userId="f1dcac62-7bef-43eb-91f0-927336a1714f" providerId="ADAL" clId="{5B710B73-F6D6-4A7D-9276-5384056BD54A}" dt="2022-11-23T12:31:58.716" v="9072" actId="12"/>
          <ac:spMkLst>
            <pc:docMk/>
            <pc:sldMk cId="2103618214" sldId="9802"/>
            <ac:spMk id="22" creationId="{6C67A62B-CF95-4DD2-A8EC-8B8C88EF4BC0}"/>
          </ac:spMkLst>
        </pc:spChg>
        <pc:spChg chg="del mod">
          <ac:chgData name="Macher, Andreas (DI FA CTR PLC PPM)" userId="f1dcac62-7bef-43eb-91f0-927336a1714f" providerId="ADAL" clId="{5B710B73-F6D6-4A7D-9276-5384056BD54A}" dt="2022-11-23T11:01:26.552" v="8649" actId="478"/>
          <ac:spMkLst>
            <pc:docMk/>
            <pc:sldMk cId="2103618214" sldId="9802"/>
            <ac:spMk id="23" creationId="{9073F3B3-74F7-B083-ED3A-C05CC5FC2C1A}"/>
          </ac:spMkLst>
        </pc:spChg>
        <pc:spChg chg="del mod">
          <ac:chgData name="Macher, Andreas (DI FA CTR PLC PPM)" userId="f1dcac62-7bef-43eb-91f0-927336a1714f" providerId="ADAL" clId="{5B710B73-F6D6-4A7D-9276-5384056BD54A}" dt="2022-11-23T11:01:26.552" v="8649" actId="478"/>
          <ac:spMkLst>
            <pc:docMk/>
            <pc:sldMk cId="2103618214" sldId="9802"/>
            <ac:spMk id="24" creationId="{6C6D8804-9787-FB42-B263-9C5A793511C6}"/>
          </ac:spMkLst>
        </pc:spChg>
        <pc:spChg chg="mod">
          <ac:chgData name="Macher, Andreas (DI FA CTR PLC PPM)" userId="f1dcac62-7bef-43eb-91f0-927336a1714f" providerId="ADAL" clId="{5B710B73-F6D6-4A7D-9276-5384056BD54A}" dt="2022-11-23T11:57:22.801" v="8841" actId="1076"/>
          <ac:spMkLst>
            <pc:docMk/>
            <pc:sldMk cId="2103618214" sldId="9802"/>
            <ac:spMk id="25" creationId="{15BF519E-B12B-1943-78E6-9B6661E51919}"/>
          </ac:spMkLst>
        </pc:spChg>
        <pc:spChg chg="mod">
          <ac:chgData name="Macher, Andreas (DI FA CTR PLC PPM)" userId="f1dcac62-7bef-43eb-91f0-927336a1714f" providerId="ADAL" clId="{5B710B73-F6D6-4A7D-9276-5384056BD54A}" dt="2022-11-23T11:57:22.801" v="8841" actId="1076"/>
          <ac:spMkLst>
            <pc:docMk/>
            <pc:sldMk cId="2103618214" sldId="9802"/>
            <ac:spMk id="28" creationId="{FCCC189A-F011-7C18-39F7-E28CA641C2BC}"/>
          </ac:spMkLst>
        </pc:spChg>
        <pc:spChg chg="mod">
          <ac:chgData name="Macher, Andreas (DI FA CTR PLC PPM)" userId="f1dcac62-7bef-43eb-91f0-927336a1714f" providerId="ADAL" clId="{5B710B73-F6D6-4A7D-9276-5384056BD54A}" dt="2022-11-23T11:57:22.801" v="8841" actId="1076"/>
          <ac:spMkLst>
            <pc:docMk/>
            <pc:sldMk cId="2103618214" sldId="9802"/>
            <ac:spMk id="30" creationId="{69FCBAC1-4F76-6B36-1E3F-F776215B5CD8}"/>
          </ac:spMkLst>
        </pc:spChg>
        <pc:spChg chg="mod">
          <ac:chgData name="Macher, Andreas (DI FA CTR PLC PPM)" userId="f1dcac62-7bef-43eb-91f0-927336a1714f" providerId="ADAL" clId="{5B710B73-F6D6-4A7D-9276-5384056BD54A}" dt="2022-11-23T11:57:22.801" v="8841" actId="1076"/>
          <ac:spMkLst>
            <pc:docMk/>
            <pc:sldMk cId="2103618214" sldId="9802"/>
            <ac:spMk id="31" creationId="{69910855-5884-D3AF-2F3E-23ED664A4A5D}"/>
          </ac:spMkLst>
        </pc:spChg>
        <pc:spChg chg="mod">
          <ac:chgData name="Macher, Andreas (DI FA CTR PLC PPM)" userId="f1dcac62-7bef-43eb-91f0-927336a1714f" providerId="ADAL" clId="{5B710B73-F6D6-4A7D-9276-5384056BD54A}" dt="2022-11-23T11:57:22.801" v="8841" actId="1076"/>
          <ac:spMkLst>
            <pc:docMk/>
            <pc:sldMk cId="2103618214" sldId="9802"/>
            <ac:spMk id="34" creationId="{6563190B-99F1-38F7-183D-BDBB8DF49A92}"/>
          </ac:spMkLst>
        </pc:spChg>
        <pc:spChg chg="mod">
          <ac:chgData name="Macher, Andreas (DI FA CTR PLC PPM)" userId="f1dcac62-7bef-43eb-91f0-927336a1714f" providerId="ADAL" clId="{5B710B73-F6D6-4A7D-9276-5384056BD54A}" dt="2022-11-23T11:57:22.801" v="8841" actId="1076"/>
          <ac:spMkLst>
            <pc:docMk/>
            <pc:sldMk cId="2103618214" sldId="9802"/>
            <ac:spMk id="35" creationId="{D358FBA7-53EF-C91B-835A-002966FC3E2B}"/>
          </ac:spMkLst>
        </pc:spChg>
        <pc:spChg chg="mod">
          <ac:chgData name="Macher, Andreas (DI FA CTR PLC PPM)" userId="f1dcac62-7bef-43eb-91f0-927336a1714f" providerId="ADAL" clId="{5B710B73-F6D6-4A7D-9276-5384056BD54A}" dt="2022-11-23T11:57:22.801" v="8841" actId="1076"/>
          <ac:spMkLst>
            <pc:docMk/>
            <pc:sldMk cId="2103618214" sldId="9802"/>
            <ac:spMk id="37" creationId="{B4D1C657-77A2-AE26-4930-8783550A3119}"/>
          </ac:spMkLst>
        </pc:spChg>
        <pc:spChg chg="mod">
          <ac:chgData name="Macher, Andreas (DI FA CTR PLC PPM)" userId="f1dcac62-7bef-43eb-91f0-927336a1714f" providerId="ADAL" clId="{5B710B73-F6D6-4A7D-9276-5384056BD54A}" dt="2022-11-23T11:57:22.801" v="8841" actId="1076"/>
          <ac:spMkLst>
            <pc:docMk/>
            <pc:sldMk cId="2103618214" sldId="9802"/>
            <ac:spMk id="38" creationId="{28E6D2A2-C27C-77CA-68F0-E5E19FF1D4C8}"/>
          </ac:spMkLst>
        </pc:spChg>
        <pc:spChg chg="mod">
          <ac:chgData name="Macher, Andreas (DI FA CTR PLC PPM)" userId="f1dcac62-7bef-43eb-91f0-927336a1714f" providerId="ADAL" clId="{5B710B73-F6D6-4A7D-9276-5384056BD54A}" dt="2022-11-23T11:57:22.801" v="8841" actId="1076"/>
          <ac:spMkLst>
            <pc:docMk/>
            <pc:sldMk cId="2103618214" sldId="9802"/>
            <ac:spMk id="43" creationId="{F336EAFE-98E7-E668-DEE6-B69B20C9B570}"/>
          </ac:spMkLst>
        </pc:spChg>
        <pc:spChg chg="del mod">
          <ac:chgData name="Macher, Andreas (DI FA CTR PLC PPM)" userId="f1dcac62-7bef-43eb-91f0-927336a1714f" providerId="ADAL" clId="{5B710B73-F6D6-4A7D-9276-5384056BD54A}" dt="2022-11-23T11:48:46.765" v="8717" actId="478"/>
          <ac:spMkLst>
            <pc:docMk/>
            <pc:sldMk cId="2103618214" sldId="9802"/>
            <ac:spMk id="44" creationId="{62F8B9FA-4417-F15E-4C15-CA0E82EEEF1F}"/>
          </ac:spMkLst>
        </pc:spChg>
        <pc:spChg chg="mod">
          <ac:chgData name="Macher, Andreas (DI FA CTR PLC PPM)" userId="f1dcac62-7bef-43eb-91f0-927336a1714f" providerId="ADAL" clId="{5B710B73-F6D6-4A7D-9276-5384056BD54A}" dt="2022-11-23T11:57:22.801" v="8841" actId="1076"/>
          <ac:spMkLst>
            <pc:docMk/>
            <pc:sldMk cId="2103618214" sldId="9802"/>
            <ac:spMk id="45" creationId="{02A2214F-41F2-BD62-EC5E-196574C9BEE3}"/>
          </ac:spMkLst>
        </pc:spChg>
        <pc:spChg chg="del mod">
          <ac:chgData name="Macher, Andreas (DI FA CTR PLC PPM)" userId="f1dcac62-7bef-43eb-91f0-927336a1714f" providerId="ADAL" clId="{5B710B73-F6D6-4A7D-9276-5384056BD54A}" dt="2022-11-23T11:49:10.468" v="8722" actId="478"/>
          <ac:spMkLst>
            <pc:docMk/>
            <pc:sldMk cId="2103618214" sldId="9802"/>
            <ac:spMk id="46" creationId="{B53220CD-AB36-7267-97D0-2693426EA3DC}"/>
          </ac:spMkLst>
        </pc:spChg>
        <pc:spChg chg="mod">
          <ac:chgData name="Macher, Andreas (DI FA CTR PLC PPM)" userId="f1dcac62-7bef-43eb-91f0-927336a1714f" providerId="ADAL" clId="{5B710B73-F6D6-4A7D-9276-5384056BD54A}" dt="2022-11-23T11:57:22.801" v="8841" actId="1076"/>
          <ac:spMkLst>
            <pc:docMk/>
            <pc:sldMk cId="2103618214" sldId="9802"/>
            <ac:spMk id="48" creationId="{A8FB177D-6CD6-FFAE-2E80-C423924DB2BF}"/>
          </ac:spMkLst>
        </pc:spChg>
        <pc:spChg chg="mod">
          <ac:chgData name="Macher, Andreas (DI FA CTR PLC PPM)" userId="f1dcac62-7bef-43eb-91f0-927336a1714f" providerId="ADAL" clId="{5B710B73-F6D6-4A7D-9276-5384056BD54A}" dt="2022-11-23T11:57:22.801" v="8841" actId="1076"/>
          <ac:spMkLst>
            <pc:docMk/>
            <pc:sldMk cId="2103618214" sldId="9802"/>
            <ac:spMk id="49" creationId="{B114C86D-EBAD-1497-1B2E-368DBF593E15}"/>
          </ac:spMkLst>
        </pc:spChg>
        <pc:spChg chg="mod">
          <ac:chgData name="Macher, Andreas (DI FA CTR PLC PPM)" userId="f1dcac62-7bef-43eb-91f0-927336a1714f" providerId="ADAL" clId="{5B710B73-F6D6-4A7D-9276-5384056BD54A}" dt="2022-11-23T11:57:22.801" v="8841" actId="1076"/>
          <ac:spMkLst>
            <pc:docMk/>
            <pc:sldMk cId="2103618214" sldId="9802"/>
            <ac:spMk id="50" creationId="{9BEE62FA-42F8-FDC5-52ED-C1CBB9F9F3BB}"/>
          </ac:spMkLst>
        </pc:spChg>
        <pc:spChg chg="mod">
          <ac:chgData name="Macher, Andreas (DI FA CTR PLC PPM)" userId="f1dcac62-7bef-43eb-91f0-927336a1714f" providerId="ADAL" clId="{5B710B73-F6D6-4A7D-9276-5384056BD54A}" dt="2022-11-23T11:57:22.801" v="8841" actId="1076"/>
          <ac:spMkLst>
            <pc:docMk/>
            <pc:sldMk cId="2103618214" sldId="9802"/>
            <ac:spMk id="51" creationId="{EB74D088-4BF1-C0A0-04BA-F2B65E9C3F56}"/>
          </ac:spMkLst>
        </pc:spChg>
        <pc:spChg chg="mod">
          <ac:chgData name="Macher, Andreas (DI FA CTR PLC PPM)" userId="f1dcac62-7bef-43eb-91f0-927336a1714f" providerId="ADAL" clId="{5B710B73-F6D6-4A7D-9276-5384056BD54A}" dt="2022-11-23T11:57:22.801" v="8841" actId="1076"/>
          <ac:spMkLst>
            <pc:docMk/>
            <pc:sldMk cId="2103618214" sldId="9802"/>
            <ac:spMk id="53" creationId="{EB8D38A7-B40C-64A3-F126-ED7F1642F58A}"/>
          </ac:spMkLst>
        </pc:spChg>
        <pc:spChg chg="mod">
          <ac:chgData name="Macher, Andreas (DI FA CTR PLC PPM)" userId="f1dcac62-7bef-43eb-91f0-927336a1714f" providerId="ADAL" clId="{5B710B73-F6D6-4A7D-9276-5384056BD54A}" dt="2022-11-23T11:57:22.801" v="8841" actId="1076"/>
          <ac:spMkLst>
            <pc:docMk/>
            <pc:sldMk cId="2103618214" sldId="9802"/>
            <ac:spMk id="54" creationId="{08F2349C-7F56-DB77-4B3A-0556B24E587E}"/>
          </ac:spMkLst>
        </pc:spChg>
        <pc:spChg chg="mod">
          <ac:chgData name="Macher, Andreas (DI FA CTR PLC PPM)" userId="f1dcac62-7bef-43eb-91f0-927336a1714f" providerId="ADAL" clId="{5B710B73-F6D6-4A7D-9276-5384056BD54A}" dt="2022-11-23T11:57:22.801" v="8841" actId="1076"/>
          <ac:spMkLst>
            <pc:docMk/>
            <pc:sldMk cId="2103618214" sldId="9802"/>
            <ac:spMk id="55" creationId="{175D9DAC-0552-BF53-1FA6-FF533DBD5940}"/>
          </ac:spMkLst>
        </pc:spChg>
        <pc:spChg chg="mod">
          <ac:chgData name="Macher, Andreas (DI FA CTR PLC PPM)" userId="f1dcac62-7bef-43eb-91f0-927336a1714f" providerId="ADAL" clId="{5B710B73-F6D6-4A7D-9276-5384056BD54A}" dt="2022-11-23T11:57:22.801" v="8841" actId="1076"/>
          <ac:spMkLst>
            <pc:docMk/>
            <pc:sldMk cId="2103618214" sldId="9802"/>
            <ac:spMk id="56" creationId="{65019EB6-45B1-32A9-8488-A1C8437C9686}"/>
          </ac:spMkLst>
        </pc:spChg>
        <pc:spChg chg="del mod">
          <ac:chgData name="Macher, Andreas (DI FA CTR PLC PPM)" userId="f1dcac62-7bef-43eb-91f0-927336a1714f" providerId="ADAL" clId="{5B710B73-F6D6-4A7D-9276-5384056BD54A}" dt="2022-11-23T11:54:23.517" v="8784" actId="478"/>
          <ac:spMkLst>
            <pc:docMk/>
            <pc:sldMk cId="2103618214" sldId="9802"/>
            <ac:spMk id="57" creationId="{DB20CCCB-409F-353A-FE76-DA0CC57A7509}"/>
          </ac:spMkLst>
        </pc:spChg>
        <pc:spChg chg="del mod">
          <ac:chgData name="Macher, Andreas (DI FA CTR PLC PPM)" userId="f1dcac62-7bef-43eb-91f0-927336a1714f" providerId="ADAL" clId="{5B710B73-F6D6-4A7D-9276-5384056BD54A}" dt="2022-11-23T11:54:29.421" v="8786" actId="478"/>
          <ac:spMkLst>
            <pc:docMk/>
            <pc:sldMk cId="2103618214" sldId="9802"/>
            <ac:spMk id="58" creationId="{B6F2A669-6B2D-961F-3C4F-0478009FFEC2}"/>
          </ac:spMkLst>
        </pc:spChg>
        <pc:spChg chg="mod ord">
          <ac:chgData name="Macher, Andreas (DI FA CTR PLC PPM)" userId="f1dcac62-7bef-43eb-91f0-927336a1714f" providerId="ADAL" clId="{5B710B73-F6D6-4A7D-9276-5384056BD54A}" dt="2022-11-23T11:57:22.801" v="8841" actId="1076"/>
          <ac:spMkLst>
            <pc:docMk/>
            <pc:sldMk cId="2103618214" sldId="9802"/>
            <ac:spMk id="59" creationId="{147417EA-00FD-780D-AF93-F7CF6DDFFC21}"/>
          </ac:spMkLst>
        </pc:spChg>
        <pc:spChg chg="mod">
          <ac:chgData name="Macher, Andreas (DI FA CTR PLC PPM)" userId="f1dcac62-7bef-43eb-91f0-927336a1714f" providerId="ADAL" clId="{5B710B73-F6D6-4A7D-9276-5384056BD54A}" dt="2022-11-23T11:57:22.801" v="8841" actId="1076"/>
          <ac:spMkLst>
            <pc:docMk/>
            <pc:sldMk cId="2103618214" sldId="9802"/>
            <ac:spMk id="60" creationId="{FCC06A84-85B9-92A8-6038-BBD177A1AF08}"/>
          </ac:spMkLst>
        </pc:spChg>
        <pc:spChg chg="del">
          <ac:chgData name="Macher, Andreas (DI FA CTR PLC PPM)" userId="f1dcac62-7bef-43eb-91f0-927336a1714f" providerId="ADAL" clId="{5B710B73-F6D6-4A7D-9276-5384056BD54A}" dt="2022-11-23T11:55:20.179" v="8815" actId="478"/>
          <ac:spMkLst>
            <pc:docMk/>
            <pc:sldMk cId="2103618214" sldId="9802"/>
            <ac:spMk id="61" creationId="{C06F76C4-7DD0-1564-0AE8-2617B740EEE1}"/>
          </ac:spMkLst>
        </pc:spChg>
        <pc:spChg chg="del">
          <ac:chgData name="Macher, Andreas (DI FA CTR PLC PPM)" userId="f1dcac62-7bef-43eb-91f0-927336a1714f" providerId="ADAL" clId="{5B710B73-F6D6-4A7D-9276-5384056BD54A}" dt="2022-11-23T11:55:18.359" v="8814" actId="478"/>
          <ac:spMkLst>
            <pc:docMk/>
            <pc:sldMk cId="2103618214" sldId="9802"/>
            <ac:spMk id="62" creationId="{E6D37C40-CB8F-1D46-D02D-D8B9A47B8069}"/>
          </ac:spMkLst>
        </pc:spChg>
        <pc:spChg chg="mod ord">
          <ac:chgData name="Macher, Andreas (DI FA CTR PLC PPM)" userId="f1dcac62-7bef-43eb-91f0-927336a1714f" providerId="ADAL" clId="{5B710B73-F6D6-4A7D-9276-5384056BD54A}" dt="2022-11-23T11:57:22.801" v="8841" actId="1076"/>
          <ac:spMkLst>
            <pc:docMk/>
            <pc:sldMk cId="2103618214" sldId="9802"/>
            <ac:spMk id="63" creationId="{7A827A59-10CD-7349-EFF1-963E766105BF}"/>
          </ac:spMkLst>
        </pc:spChg>
        <pc:spChg chg="mod">
          <ac:chgData name="Macher, Andreas (DI FA CTR PLC PPM)" userId="f1dcac62-7bef-43eb-91f0-927336a1714f" providerId="ADAL" clId="{5B710B73-F6D6-4A7D-9276-5384056BD54A}" dt="2022-11-23T11:57:22.801" v="8841" actId="1076"/>
          <ac:spMkLst>
            <pc:docMk/>
            <pc:sldMk cId="2103618214" sldId="9802"/>
            <ac:spMk id="64" creationId="{2D169CFB-731F-B6C9-B820-82F813B083B5}"/>
          </ac:spMkLst>
        </pc:spChg>
        <pc:spChg chg="mod">
          <ac:chgData name="Macher, Andreas (DI FA CTR PLC PPM)" userId="f1dcac62-7bef-43eb-91f0-927336a1714f" providerId="ADAL" clId="{5B710B73-F6D6-4A7D-9276-5384056BD54A}" dt="2022-11-23T11:57:22.801" v="8841" actId="1076"/>
          <ac:spMkLst>
            <pc:docMk/>
            <pc:sldMk cId="2103618214" sldId="9802"/>
            <ac:spMk id="66" creationId="{664173EC-BAEB-4DB5-FA93-72449742346A}"/>
          </ac:spMkLst>
        </pc:spChg>
        <pc:spChg chg="mod">
          <ac:chgData name="Macher, Andreas (DI FA CTR PLC PPM)" userId="f1dcac62-7bef-43eb-91f0-927336a1714f" providerId="ADAL" clId="{5B710B73-F6D6-4A7D-9276-5384056BD54A}" dt="2022-11-23T11:57:22.801" v="8841" actId="1076"/>
          <ac:spMkLst>
            <pc:docMk/>
            <pc:sldMk cId="2103618214" sldId="9802"/>
            <ac:spMk id="67" creationId="{BFB36A9F-5ACA-8309-2105-28BEF2261E8F}"/>
          </ac:spMkLst>
        </pc:spChg>
        <pc:spChg chg="mod">
          <ac:chgData name="Macher, Andreas (DI FA CTR PLC PPM)" userId="f1dcac62-7bef-43eb-91f0-927336a1714f" providerId="ADAL" clId="{5B710B73-F6D6-4A7D-9276-5384056BD54A}" dt="2022-11-23T11:57:22.801" v="8841" actId="1076"/>
          <ac:spMkLst>
            <pc:docMk/>
            <pc:sldMk cId="2103618214" sldId="9802"/>
            <ac:spMk id="72" creationId="{7A63C36A-F90E-D37A-AF5F-8E562E95FE22}"/>
          </ac:spMkLst>
        </pc:spChg>
        <pc:spChg chg="mod">
          <ac:chgData name="Macher, Andreas (DI FA CTR PLC PPM)" userId="f1dcac62-7bef-43eb-91f0-927336a1714f" providerId="ADAL" clId="{5B710B73-F6D6-4A7D-9276-5384056BD54A}" dt="2022-11-23T11:57:22.801" v="8841" actId="1076"/>
          <ac:spMkLst>
            <pc:docMk/>
            <pc:sldMk cId="2103618214" sldId="9802"/>
            <ac:spMk id="73" creationId="{E5D5B857-7BC3-AADB-E29A-42FD11682908}"/>
          </ac:spMkLst>
        </pc:spChg>
        <pc:spChg chg="mod">
          <ac:chgData name="Macher, Andreas (DI FA CTR PLC PPM)" userId="f1dcac62-7bef-43eb-91f0-927336a1714f" providerId="ADAL" clId="{5B710B73-F6D6-4A7D-9276-5384056BD54A}" dt="2022-11-23T11:57:22.801" v="8841" actId="1076"/>
          <ac:spMkLst>
            <pc:docMk/>
            <pc:sldMk cId="2103618214" sldId="9802"/>
            <ac:spMk id="84" creationId="{FF1E4307-BAEC-2F54-700B-924DC44E1DB4}"/>
          </ac:spMkLst>
        </pc:spChg>
        <pc:spChg chg="mod">
          <ac:chgData name="Macher, Andreas (DI FA CTR PLC PPM)" userId="f1dcac62-7bef-43eb-91f0-927336a1714f" providerId="ADAL" clId="{5B710B73-F6D6-4A7D-9276-5384056BD54A}" dt="2022-11-23T11:57:22.801" v="8841" actId="1076"/>
          <ac:spMkLst>
            <pc:docMk/>
            <pc:sldMk cId="2103618214" sldId="9802"/>
            <ac:spMk id="87" creationId="{65940F67-68F7-50E6-B9EE-0A1C3147B6DC}"/>
          </ac:spMkLst>
        </pc:spChg>
        <pc:spChg chg="mod">
          <ac:chgData name="Macher, Andreas (DI FA CTR PLC PPM)" userId="f1dcac62-7bef-43eb-91f0-927336a1714f" providerId="ADAL" clId="{5B710B73-F6D6-4A7D-9276-5384056BD54A}" dt="2022-11-23T11:57:22.801" v="8841" actId="1076"/>
          <ac:spMkLst>
            <pc:docMk/>
            <pc:sldMk cId="2103618214" sldId="9802"/>
            <ac:spMk id="88" creationId="{6112B5EE-D8DD-261F-8BF8-8EB10E449045}"/>
          </ac:spMkLst>
        </pc:spChg>
        <pc:spChg chg="mod">
          <ac:chgData name="Macher, Andreas (DI FA CTR PLC PPM)" userId="f1dcac62-7bef-43eb-91f0-927336a1714f" providerId="ADAL" clId="{5B710B73-F6D6-4A7D-9276-5384056BD54A}" dt="2022-11-23T11:57:22.801" v="8841" actId="1076"/>
          <ac:spMkLst>
            <pc:docMk/>
            <pc:sldMk cId="2103618214" sldId="9802"/>
            <ac:spMk id="93" creationId="{39FE8AF6-6163-6C00-F844-1CCF614D9A2A}"/>
          </ac:spMkLst>
        </pc:spChg>
        <pc:spChg chg="mod">
          <ac:chgData name="Macher, Andreas (DI FA CTR PLC PPM)" userId="f1dcac62-7bef-43eb-91f0-927336a1714f" providerId="ADAL" clId="{5B710B73-F6D6-4A7D-9276-5384056BD54A}" dt="2022-11-23T11:57:22.801" v="8841" actId="1076"/>
          <ac:spMkLst>
            <pc:docMk/>
            <pc:sldMk cId="2103618214" sldId="9802"/>
            <ac:spMk id="94" creationId="{BEB86077-1D6D-E81E-BCB1-D85AD3551CA7}"/>
          </ac:spMkLst>
        </pc:spChg>
        <pc:spChg chg="mod">
          <ac:chgData name="Macher, Andreas (DI FA CTR PLC PPM)" userId="f1dcac62-7bef-43eb-91f0-927336a1714f" providerId="ADAL" clId="{5B710B73-F6D6-4A7D-9276-5384056BD54A}" dt="2022-11-23T11:57:22.801" v="8841" actId="1076"/>
          <ac:spMkLst>
            <pc:docMk/>
            <pc:sldMk cId="2103618214" sldId="9802"/>
            <ac:spMk id="105" creationId="{B2FB0562-DE69-252F-640C-91F1DE5E41C6}"/>
          </ac:spMkLst>
        </pc:spChg>
        <pc:spChg chg="mod">
          <ac:chgData name="Macher, Andreas (DI FA CTR PLC PPM)" userId="f1dcac62-7bef-43eb-91f0-927336a1714f" providerId="ADAL" clId="{5B710B73-F6D6-4A7D-9276-5384056BD54A}" dt="2022-11-23T11:57:22.801" v="8841" actId="1076"/>
          <ac:spMkLst>
            <pc:docMk/>
            <pc:sldMk cId="2103618214" sldId="9802"/>
            <ac:spMk id="108" creationId="{06BD1883-3A97-6C47-A62F-CCDE47C465C8}"/>
          </ac:spMkLst>
        </pc:spChg>
        <pc:spChg chg="mod">
          <ac:chgData name="Macher, Andreas (DI FA CTR PLC PPM)" userId="f1dcac62-7bef-43eb-91f0-927336a1714f" providerId="ADAL" clId="{5B710B73-F6D6-4A7D-9276-5384056BD54A}" dt="2022-11-23T11:57:22.801" v="8841" actId="1076"/>
          <ac:spMkLst>
            <pc:docMk/>
            <pc:sldMk cId="2103618214" sldId="9802"/>
            <ac:spMk id="109" creationId="{C608350B-B5A1-6FB8-BF69-80B1A8653317}"/>
          </ac:spMkLst>
        </pc:spChg>
        <pc:spChg chg="mod">
          <ac:chgData name="Macher, Andreas (DI FA CTR PLC PPM)" userId="f1dcac62-7bef-43eb-91f0-927336a1714f" providerId="ADAL" clId="{5B710B73-F6D6-4A7D-9276-5384056BD54A}" dt="2022-11-23T11:57:22.801" v="8841" actId="1076"/>
          <ac:spMkLst>
            <pc:docMk/>
            <pc:sldMk cId="2103618214" sldId="9802"/>
            <ac:spMk id="111" creationId="{E2293191-7AFB-FDD4-D1DF-26CFFA2CCC0C}"/>
          </ac:spMkLst>
        </pc:spChg>
        <pc:spChg chg="mod">
          <ac:chgData name="Macher, Andreas (DI FA CTR PLC PPM)" userId="f1dcac62-7bef-43eb-91f0-927336a1714f" providerId="ADAL" clId="{5B710B73-F6D6-4A7D-9276-5384056BD54A}" dt="2022-11-23T11:57:22.801" v="8841" actId="1076"/>
          <ac:spMkLst>
            <pc:docMk/>
            <pc:sldMk cId="2103618214" sldId="9802"/>
            <ac:spMk id="112" creationId="{4404C1F4-48CB-D607-A00E-4446BAC762D4}"/>
          </ac:spMkLst>
        </pc:spChg>
        <pc:spChg chg="del mod">
          <ac:chgData name="Macher, Andreas (DI FA CTR PLC PPM)" userId="f1dcac62-7bef-43eb-91f0-927336a1714f" providerId="ADAL" clId="{5B710B73-F6D6-4A7D-9276-5384056BD54A}" dt="2022-11-23T11:49:42.279" v="8763" actId="478"/>
          <ac:spMkLst>
            <pc:docMk/>
            <pc:sldMk cId="2103618214" sldId="9802"/>
            <ac:spMk id="113" creationId="{7924693B-2380-4301-A34E-8FD17D4E3964}"/>
          </ac:spMkLst>
        </pc:spChg>
        <pc:spChg chg="del mod">
          <ac:chgData name="Macher, Andreas (DI FA CTR PLC PPM)" userId="f1dcac62-7bef-43eb-91f0-927336a1714f" providerId="ADAL" clId="{5B710B73-F6D6-4A7D-9276-5384056BD54A}" dt="2022-11-23T11:55:14.667" v="8812" actId="478"/>
          <ac:spMkLst>
            <pc:docMk/>
            <pc:sldMk cId="2103618214" sldId="9802"/>
            <ac:spMk id="114" creationId="{E4A29DC3-5F7A-F440-C811-025479D48BFF}"/>
          </ac:spMkLst>
        </pc:spChg>
        <pc:spChg chg="mod">
          <ac:chgData name="Macher, Andreas (DI FA CTR PLC PPM)" userId="f1dcac62-7bef-43eb-91f0-927336a1714f" providerId="ADAL" clId="{5B710B73-F6D6-4A7D-9276-5384056BD54A}" dt="2022-11-23T11:57:22.801" v="8841" actId="1076"/>
          <ac:spMkLst>
            <pc:docMk/>
            <pc:sldMk cId="2103618214" sldId="9802"/>
            <ac:spMk id="115" creationId="{1C2A9127-F76A-207A-1529-B6EB61B5AF7C}"/>
          </ac:spMkLst>
        </pc:spChg>
        <pc:spChg chg="mod">
          <ac:chgData name="Macher, Andreas (DI FA CTR PLC PPM)" userId="f1dcac62-7bef-43eb-91f0-927336a1714f" providerId="ADAL" clId="{5B710B73-F6D6-4A7D-9276-5384056BD54A}" dt="2022-11-23T11:57:22.801" v="8841" actId="1076"/>
          <ac:spMkLst>
            <pc:docMk/>
            <pc:sldMk cId="2103618214" sldId="9802"/>
            <ac:spMk id="116" creationId="{A482FF9C-2A0F-AB39-FE03-C4647754B6D2}"/>
          </ac:spMkLst>
        </pc:spChg>
        <pc:grpChg chg="add mod">
          <ac:chgData name="Macher, Andreas (DI FA CTR PLC PPM)" userId="f1dcac62-7bef-43eb-91f0-927336a1714f" providerId="ADAL" clId="{5B710B73-F6D6-4A7D-9276-5384056BD54A}" dt="2022-11-23T12:10:45.778" v="8889" actId="1076"/>
          <ac:grpSpMkLst>
            <pc:docMk/>
            <pc:sldMk cId="2103618214" sldId="9802"/>
            <ac:grpSpMk id="9" creationId="{13CEC9B8-2F91-9DAF-6840-CFD5C1EF4BFB}"/>
          </ac:grpSpMkLst>
        </pc:grpChg>
        <pc:grpChg chg="mod">
          <ac:chgData name="Macher, Andreas (DI FA CTR PLC PPM)" userId="f1dcac62-7bef-43eb-91f0-927336a1714f" providerId="ADAL" clId="{5B710B73-F6D6-4A7D-9276-5384056BD54A}" dt="2022-11-23T11:57:22.801" v="8841" actId="1076"/>
          <ac:grpSpMkLst>
            <pc:docMk/>
            <pc:sldMk cId="2103618214" sldId="9802"/>
            <ac:grpSpMk id="33" creationId="{EDD4C29D-C2BB-AD11-2705-DC8F7CA2E4F0}"/>
          </ac:grpSpMkLst>
        </pc:grpChg>
        <pc:grpChg chg="mod">
          <ac:chgData name="Macher, Andreas (DI FA CTR PLC PPM)" userId="f1dcac62-7bef-43eb-91f0-927336a1714f" providerId="ADAL" clId="{5B710B73-F6D6-4A7D-9276-5384056BD54A}" dt="2022-11-23T11:57:22.801" v="8841" actId="1076"/>
          <ac:grpSpMkLst>
            <pc:docMk/>
            <pc:sldMk cId="2103618214" sldId="9802"/>
            <ac:grpSpMk id="36" creationId="{94FE8A95-9826-3D4A-0535-251AAB465290}"/>
          </ac:grpSpMkLst>
        </pc:grpChg>
        <pc:grpChg chg="mod">
          <ac:chgData name="Macher, Andreas (DI FA CTR PLC PPM)" userId="f1dcac62-7bef-43eb-91f0-927336a1714f" providerId="ADAL" clId="{5B710B73-F6D6-4A7D-9276-5384056BD54A}" dt="2022-11-23T11:57:22.801" v="8841" actId="1076"/>
          <ac:grpSpMkLst>
            <pc:docMk/>
            <pc:sldMk cId="2103618214" sldId="9802"/>
            <ac:grpSpMk id="47" creationId="{A85C4FBC-670A-E313-9EF5-8C4E3FF73E11}"/>
          </ac:grpSpMkLst>
        </pc:grpChg>
        <pc:grpChg chg="mod">
          <ac:chgData name="Macher, Andreas (DI FA CTR PLC PPM)" userId="f1dcac62-7bef-43eb-91f0-927336a1714f" providerId="ADAL" clId="{5B710B73-F6D6-4A7D-9276-5384056BD54A}" dt="2022-11-23T11:57:22.801" v="8841" actId="1076"/>
          <ac:grpSpMkLst>
            <pc:docMk/>
            <pc:sldMk cId="2103618214" sldId="9802"/>
            <ac:grpSpMk id="52" creationId="{3B23A991-208D-2569-13A2-228D5CABF127}"/>
          </ac:grpSpMkLst>
        </pc:grpChg>
        <pc:grpChg chg="mod">
          <ac:chgData name="Macher, Andreas (DI FA CTR PLC PPM)" userId="f1dcac62-7bef-43eb-91f0-927336a1714f" providerId="ADAL" clId="{5B710B73-F6D6-4A7D-9276-5384056BD54A}" dt="2022-11-23T11:57:22.801" v="8841" actId="1076"/>
          <ac:grpSpMkLst>
            <pc:docMk/>
            <pc:sldMk cId="2103618214" sldId="9802"/>
            <ac:grpSpMk id="65" creationId="{EE2D0648-2BD4-1BE7-0B53-9D1F9C9DFB3B}"/>
          </ac:grpSpMkLst>
        </pc:grpChg>
        <pc:grpChg chg="mod">
          <ac:chgData name="Macher, Andreas (DI FA CTR PLC PPM)" userId="f1dcac62-7bef-43eb-91f0-927336a1714f" providerId="ADAL" clId="{5B710B73-F6D6-4A7D-9276-5384056BD54A}" dt="2022-11-23T11:57:22.801" v="8841" actId="1076"/>
          <ac:grpSpMkLst>
            <pc:docMk/>
            <pc:sldMk cId="2103618214" sldId="9802"/>
            <ac:grpSpMk id="68" creationId="{BC683620-47FC-B757-3502-D96D67B184C3}"/>
          </ac:grpSpMkLst>
        </pc:grpChg>
        <pc:grpChg chg="mod">
          <ac:chgData name="Macher, Andreas (DI FA CTR PLC PPM)" userId="f1dcac62-7bef-43eb-91f0-927336a1714f" providerId="ADAL" clId="{5B710B73-F6D6-4A7D-9276-5384056BD54A}" dt="2022-11-23T11:57:22.801" v="8841" actId="1076"/>
          <ac:grpSpMkLst>
            <pc:docMk/>
            <pc:sldMk cId="2103618214" sldId="9802"/>
            <ac:grpSpMk id="69" creationId="{998214DB-09EF-BF61-4508-EB50F0F62D21}"/>
          </ac:grpSpMkLst>
        </pc:grpChg>
        <pc:grpChg chg="mod">
          <ac:chgData name="Macher, Andreas (DI FA CTR PLC PPM)" userId="f1dcac62-7bef-43eb-91f0-927336a1714f" providerId="ADAL" clId="{5B710B73-F6D6-4A7D-9276-5384056BD54A}" dt="2022-11-23T11:57:22.801" v="8841" actId="1076"/>
          <ac:grpSpMkLst>
            <pc:docMk/>
            <pc:sldMk cId="2103618214" sldId="9802"/>
            <ac:grpSpMk id="70" creationId="{9CD58E72-2930-288F-3A02-097245ED1D27}"/>
          </ac:grpSpMkLst>
        </pc:grpChg>
        <pc:grpChg chg="mod">
          <ac:chgData name="Macher, Andreas (DI FA CTR PLC PPM)" userId="f1dcac62-7bef-43eb-91f0-927336a1714f" providerId="ADAL" clId="{5B710B73-F6D6-4A7D-9276-5384056BD54A}" dt="2022-11-23T11:57:22.801" v="8841" actId="1076"/>
          <ac:grpSpMkLst>
            <pc:docMk/>
            <pc:sldMk cId="2103618214" sldId="9802"/>
            <ac:grpSpMk id="86" creationId="{DF45DFE1-FCCB-FFA6-D5F7-6311DA48140A}"/>
          </ac:grpSpMkLst>
        </pc:grpChg>
        <pc:grpChg chg="mod">
          <ac:chgData name="Macher, Andreas (DI FA CTR PLC PPM)" userId="f1dcac62-7bef-43eb-91f0-927336a1714f" providerId="ADAL" clId="{5B710B73-F6D6-4A7D-9276-5384056BD54A}" dt="2022-11-23T11:57:22.801" v="8841" actId="1076"/>
          <ac:grpSpMkLst>
            <pc:docMk/>
            <pc:sldMk cId="2103618214" sldId="9802"/>
            <ac:grpSpMk id="89" creationId="{F87A55BC-CFF3-DB73-0D00-165CB279299D}"/>
          </ac:grpSpMkLst>
        </pc:grpChg>
        <pc:grpChg chg="mod">
          <ac:chgData name="Macher, Andreas (DI FA CTR PLC PPM)" userId="f1dcac62-7bef-43eb-91f0-927336a1714f" providerId="ADAL" clId="{5B710B73-F6D6-4A7D-9276-5384056BD54A}" dt="2022-11-23T11:57:22.801" v="8841" actId="1076"/>
          <ac:grpSpMkLst>
            <pc:docMk/>
            <pc:sldMk cId="2103618214" sldId="9802"/>
            <ac:grpSpMk id="90" creationId="{BC36ADA0-4D39-110D-343E-E57569A2C095}"/>
          </ac:grpSpMkLst>
        </pc:grpChg>
        <pc:grpChg chg="mod">
          <ac:chgData name="Macher, Andreas (DI FA CTR PLC PPM)" userId="f1dcac62-7bef-43eb-91f0-927336a1714f" providerId="ADAL" clId="{5B710B73-F6D6-4A7D-9276-5384056BD54A}" dt="2022-11-23T11:57:22.801" v="8841" actId="1076"/>
          <ac:grpSpMkLst>
            <pc:docMk/>
            <pc:sldMk cId="2103618214" sldId="9802"/>
            <ac:grpSpMk id="91" creationId="{C8842074-1162-365B-9E48-DF9C06C5E00E}"/>
          </ac:grpSpMkLst>
        </pc:grpChg>
        <pc:grpChg chg="mod">
          <ac:chgData name="Macher, Andreas (DI FA CTR PLC PPM)" userId="f1dcac62-7bef-43eb-91f0-927336a1714f" providerId="ADAL" clId="{5B710B73-F6D6-4A7D-9276-5384056BD54A}" dt="2022-11-23T11:57:22.801" v="8841" actId="1076"/>
          <ac:grpSpMkLst>
            <pc:docMk/>
            <pc:sldMk cId="2103618214" sldId="9802"/>
            <ac:grpSpMk id="107" creationId="{51B1347B-B424-CBF3-4D00-568FFAFC57D3}"/>
          </ac:grpSpMkLst>
        </pc:grpChg>
        <pc:grpChg chg="mod">
          <ac:chgData name="Macher, Andreas (DI FA CTR PLC PPM)" userId="f1dcac62-7bef-43eb-91f0-927336a1714f" providerId="ADAL" clId="{5B710B73-F6D6-4A7D-9276-5384056BD54A}" dt="2022-11-23T11:57:22.801" v="8841" actId="1076"/>
          <ac:grpSpMkLst>
            <pc:docMk/>
            <pc:sldMk cId="2103618214" sldId="9802"/>
            <ac:grpSpMk id="110" creationId="{13204411-0564-B821-E9DD-87B20CE20A1C}"/>
          </ac:grpSpMkLst>
        </pc:grpChg>
        <pc:picChg chg="mod">
          <ac:chgData name="Macher, Andreas (DI FA CTR PLC PPM)" userId="f1dcac62-7bef-43eb-91f0-927336a1714f" providerId="ADAL" clId="{5B710B73-F6D6-4A7D-9276-5384056BD54A}" dt="2022-11-23T11:57:22.801" v="8841" actId="1076"/>
          <ac:picMkLst>
            <pc:docMk/>
            <pc:sldMk cId="2103618214" sldId="9802"/>
            <ac:picMk id="14" creationId="{059B808B-C7D6-23B3-0D55-3A2C28A986B3}"/>
          </ac:picMkLst>
        </pc:picChg>
        <pc:picChg chg="mod">
          <ac:chgData name="Macher, Andreas (DI FA CTR PLC PPM)" userId="f1dcac62-7bef-43eb-91f0-927336a1714f" providerId="ADAL" clId="{5B710B73-F6D6-4A7D-9276-5384056BD54A}" dt="2022-11-23T11:57:22.801" v="8841" actId="1076"/>
          <ac:picMkLst>
            <pc:docMk/>
            <pc:sldMk cId="2103618214" sldId="9802"/>
            <ac:picMk id="15" creationId="{25425F36-B6D9-3124-2D3F-EB577D634773}"/>
          </ac:picMkLst>
        </pc:picChg>
        <pc:picChg chg="mod">
          <ac:chgData name="Macher, Andreas (DI FA CTR PLC PPM)" userId="f1dcac62-7bef-43eb-91f0-927336a1714f" providerId="ADAL" clId="{5B710B73-F6D6-4A7D-9276-5384056BD54A}" dt="2022-11-23T11:57:22.801" v="8841" actId="1076"/>
          <ac:picMkLst>
            <pc:docMk/>
            <pc:sldMk cId="2103618214" sldId="9802"/>
            <ac:picMk id="18" creationId="{6C69F15D-DB75-E71D-D2C0-401DEC62760B}"/>
          </ac:picMkLst>
        </pc:picChg>
        <pc:picChg chg="mod">
          <ac:chgData name="Macher, Andreas (DI FA CTR PLC PPM)" userId="f1dcac62-7bef-43eb-91f0-927336a1714f" providerId="ADAL" clId="{5B710B73-F6D6-4A7D-9276-5384056BD54A}" dt="2022-11-23T11:57:22.801" v="8841" actId="1076"/>
          <ac:picMkLst>
            <pc:docMk/>
            <pc:sldMk cId="2103618214" sldId="9802"/>
            <ac:picMk id="19" creationId="{68C11C62-B650-8F1C-FAAC-F15567F9C339}"/>
          </ac:picMkLst>
        </pc:picChg>
        <pc:picChg chg="mod">
          <ac:chgData name="Macher, Andreas (DI FA CTR PLC PPM)" userId="f1dcac62-7bef-43eb-91f0-927336a1714f" providerId="ADAL" clId="{5B710B73-F6D6-4A7D-9276-5384056BD54A}" dt="2022-11-23T11:57:22.801" v="8841" actId="1076"/>
          <ac:picMkLst>
            <pc:docMk/>
            <pc:sldMk cId="2103618214" sldId="9802"/>
            <ac:picMk id="20" creationId="{781D556B-5DD6-F344-F101-C0FB67D9BBB5}"/>
          </ac:picMkLst>
        </pc:picChg>
        <pc:picChg chg="mod">
          <ac:chgData name="Macher, Andreas (DI FA CTR PLC PPM)" userId="f1dcac62-7bef-43eb-91f0-927336a1714f" providerId="ADAL" clId="{5B710B73-F6D6-4A7D-9276-5384056BD54A}" dt="2022-11-23T11:57:22.801" v="8841" actId="1076"/>
          <ac:picMkLst>
            <pc:docMk/>
            <pc:sldMk cId="2103618214" sldId="9802"/>
            <ac:picMk id="26" creationId="{C1974DA5-40C5-5474-6235-26CD491170D5}"/>
          </ac:picMkLst>
        </pc:picChg>
        <pc:picChg chg="mod">
          <ac:chgData name="Macher, Andreas (DI FA CTR PLC PPM)" userId="f1dcac62-7bef-43eb-91f0-927336a1714f" providerId="ADAL" clId="{5B710B73-F6D6-4A7D-9276-5384056BD54A}" dt="2022-11-23T11:57:22.801" v="8841" actId="1076"/>
          <ac:picMkLst>
            <pc:docMk/>
            <pc:sldMk cId="2103618214" sldId="9802"/>
            <ac:picMk id="27" creationId="{5DEBB32B-EF41-E526-6C75-F626666111F5}"/>
          </ac:picMkLst>
        </pc:picChg>
        <pc:picChg chg="mod">
          <ac:chgData name="Macher, Andreas (DI FA CTR PLC PPM)" userId="f1dcac62-7bef-43eb-91f0-927336a1714f" providerId="ADAL" clId="{5B710B73-F6D6-4A7D-9276-5384056BD54A}" dt="2022-11-23T11:57:22.801" v="8841" actId="1076"/>
          <ac:picMkLst>
            <pc:docMk/>
            <pc:sldMk cId="2103618214" sldId="9802"/>
            <ac:picMk id="71" creationId="{88FE9721-EE8E-60A8-CC0E-062B0111C1BE}"/>
          </ac:picMkLst>
        </pc:picChg>
        <pc:picChg chg="mod">
          <ac:chgData name="Macher, Andreas (DI FA CTR PLC PPM)" userId="f1dcac62-7bef-43eb-91f0-927336a1714f" providerId="ADAL" clId="{5B710B73-F6D6-4A7D-9276-5384056BD54A}" dt="2022-11-23T11:57:22.801" v="8841" actId="1076"/>
          <ac:picMkLst>
            <pc:docMk/>
            <pc:sldMk cId="2103618214" sldId="9802"/>
            <ac:picMk id="74" creationId="{9CF452CF-2E39-C0BD-8475-E9C20CCE7787}"/>
          </ac:picMkLst>
        </pc:picChg>
        <pc:picChg chg="mod">
          <ac:chgData name="Macher, Andreas (DI FA CTR PLC PPM)" userId="f1dcac62-7bef-43eb-91f0-927336a1714f" providerId="ADAL" clId="{5B710B73-F6D6-4A7D-9276-5384056BD54A}" dt="2022-11-23T11:57:22.801" v="8841" actId="1076"/>
          <ac:picMkLst>
            <pc:docMk/>
            <pc:sldMk cId="2103618214" sldId="9802"/>
            <ac:picMk id="75" creationId="{3261C25F-7AEC-B771-F765-EDB6215A357C}"/>
          </ac:picMkLst>
        </pc:picChg>
        <pc:picChg chg="mod">
          <ac:chgData name="Macher, Andreas (DI FA CTR PLC PPM)" userId="f1dcac62-7bef-43eb-91f0-927336a1714f" providerId="ADAL" clId="{5B710B73-F6D6-4A7D-9276-5384056BD54A}" dt="2022-11-23T11:57:22.801" v="8841" actId="1076"/>
          <ac:picMkLst>
            <pc:docMk/>
            <pc:sldMk cId="2103618214" sldId="9802"/>
            <ac:picMk id="76" creationId="{053820A2-7CC0-B6D8-7670-E8A5D823F6E3}"/>
          </ac:picMkLst>
        </pc:picChg>
        <pc:picChg chg="mod">
          <ac:chgData name="Macher, Andreas (DI FA CTR PLC PPM)" userId="f1dcac62-7bef-43eb-91f0-927336a1714f" providerId="ADAL" clId="{5B710B73-F6D6-4A7D-9276-5384056BD54A}" dt="2022-11-23T11:57:22.801" v="8841" actId="1076"/>
          <ac:picMkLst>
            <pc:docMk/>
            <pc:sldMk cId="2103618214" sldId="9802"/>
            <ac:picMk id="77" creationId="{1C0B3157-DBFA-7A50-4E9B-B7DD3297010F}"/>
          </ac:picMkLst>
        </pc:picChg>
        <pc:picChg chg="mod">
          <ac:chgData name="Macher, Andreas (DI FA CTR PLC PPM)" userId="f1dcac62-7bef-43eb-91f0-927336a1714f" providerId="ADAL" clId="{5B710B73-F6D6-4A7D-9276-5384056BD54A}" dt="2022-11-23T11:57:22.801" v="8841" actId="1076"/>
          <ac:picMkLst>
            <pc:docMk/>
            <pc:sldMk cId="2103618214" sldId="9802"/>
            <ac:picMk id="78" creationId="{B98ACD5A-31C0-5CD6-46C8-56C78D6A4E50}"/>
          </ac:picMkLst>
        </pc:picChg>
        <pc:picChg chg="mod">
          <ac:chgData name="Macher, Andreas (DI FA CTR PLC PPM)" userId="f1dcac62-7bef-43eb-91f0-927336a1714f" providerId="ADAL" clId="{5B710B73-F6D6-4A7D-9276-5384056BD54A}" dt="2022-11-23T11:57:22.801" v="8841" actId="1076"/>
          <ac:picMkLst>
            <pc:docMk/>
            <pc:sldMk cId="2103618214" sldId="9802"/>
            <ac:picMk id="79" creationId="{537AA200-616C-BAAA-1A54-D6AF584DDA73}"/>
          </ac:picMkLst>
        </pc:picChg>
        <pc:picChg chg="mod">
          <ac:chgData name="Macher, Andreas (DI FA CTR PLC PPM)" userId="f1dcac62-7bef-43eb-91f0-927336a1714f" providerId="ADAL" clId="{5B710B73-F6D6-4A7D-9276-5384056BD54A}" dt="2022-11-23T11:57:22.801" v="8841" actId="1076"/>
          <ac:picMkLst>
            <pc:docMk/>
            <pc:sldMk cId="2103618214" sldId="9802"/>
            <ac:picMk id="82" creationId="{615BE52E-1213-2EE6-8334-56FAF7E21ED6}"/>
          </ac:picMkLst>
        </pc:picChg>
        <pc:picChg chg="mod">
          <ac:chgData name="Macher, Andreas (DI FA CTR PLC PPM)" userId="f1dcac62-7bef-43eb-91f0-927336a1714f" providerId="ADAL" clId="{5B710B73-F6D6-4A7D-9276-5384056BD54A}" dt="2022-11-23T11:57:22.801" v="8841" actId="1076"/>
          <ac:picMkLst>
            <pc:docMk/>
            <pc:sldMk cId="2103618214" sldId="9802"/>
            <ac:picMk id="85" creationId="{792CA88B-C1B7-5E19-39DE-B3F4E4A5B7BF}"/>
          </ac:picMkLst>
        </pc:picChg>
        <pc:picChg chg="mod">
          <ac:chgData name="Macher, Andreas (DI FA CTR PLC PPM)" userId="f1dcac62-7bef-43eb-91f0-927336a1714f" providerId="ADAL" clId="{5B710B73-F6D6-4A7D-9276-5384056BD54A}" dt="2022-11-23T11:57:22.801" v="8841" actId="1076"/>
          <ac:picMkLst>
            <pc:docMk/>
            <pc:sldMk cId="2103618214" sldId="9802"/>
            <ac:picMk id="92" creationId="{07AE77B2-062F-A3BD-E672-BF7F8AB34222}"/>
          </ac:picMkLst>
        </pc:picChg>
        <pc:picChg chg="mod">
          <ac:chgData name="Macher, Andreas (DI FA CTR PLC PPM)" userId="f1dcac62-7bef-43eb-91f0-927336a1714f" providerId="ADAL" clId="{5B710B73-F6D6-4A7D-9276-5384056BD54A}" dt="2022-11-23T11:57:22.801" v="8841" actId="1076"/>
          <ac:picMkLst>
            <pc:docMk/>
            <pc:sldMk cId="2103618214" sldId="9802"/>
            <ac:picMk id="95" creationId="{173005FA-FEC5-310B-93C2-8F41A80F4B03}"/>
          </ac:picMkLst>
        </pc:picChg>
        <pc:picChg chg="mod">
          <ac:chgData name="Macher, Andreas (DI FA CTR PLC PPM)" userId="f1dcac62-7bef-43eb-91f0-927336a1714f" providerId="ADAL" clId="{5B710B73-F6D6-4A7D-9276-5384056BD54A}" dt="2022-11-23T11:57:22.801" v="8841" actId="1076"/>
          <ac:picMkLst>
            <pc:docMk/>
            <pc:sldMk cId="2103618214" sldId="9802"/>
            <ac:picMk id="96" creationId="{02D47EEB-629B-0984-85E5-B708DCB1437C}"/>
          </ac:picMkLst>
        </pc:picChg>
        <pc:picChg chg="mod">
          <ac:chgData name="Macher, Andreas (DI FA CTR PLC PPM)" userId="f1dcac62-7bef-43eb-91f0-927336a1714f" providerId="ADAL" clId="{5B710B73-F6D6-4A7D-9276-5384056BD54A}" dt="2022-11-23T11:57:22.801" v="8841" actId="1076"/>
          <ac:picMkLst>
            <pc:docMk/>
            <pc:sldMk cId="2103618214" sldId="9802"/>
            <ac:picMk id="97" creationId="{1E220B27-A2E3-A303-796E-965355BC3A43}"/>
          </ac:picMkLst>
        </pc:picChg>
        <pc:picChg chg="mod">
          <ac:chgData name="Macher, Andreas (DI FA CTR PLC PPM)" userId="f1dcac62-7bef-43eb-91f0-927336a1714f" providerId="ADAL" clId="{5B710B73-F6D6-4A7D-9276-5384056BD54A}" dt="2022-11-23T11:57:22.801" v="8841" actId="1076"/>
          <ac:picMkLst>
            <pc:docMk/>
            <pc:sldMk cId="2103618214" sldId="9802"/>
            <ac:picMk id="98" creationId="{F09C8DFB-B31B-96E9-3BA2-ED12311726B5}"/>
          </ac:picMkLst>
        </pc:picChg>
        <pc:picChg chg="mod">
          <ac:chgData name="Macher, Andreas (DI FA CTR PLC PPM)" userId="f1dcac62-7bef-43eb-91f0-927336a1714f" providerId="ADAL" clId="{5B710B73-F6D6-4A7D-9276-5384056BD54A}" dt="2022-11-23T11:57:22.801" v="8841" actId="1076"/>
          <ac:picMkLst>
            <pc:docMk/>
            <pc:sldMk cId="2103618214" sldId="9802"/>
            <ac:picMk id="99" creationId="{31FE3785-66E4-5AB9-D207-9DDCBE183A8B}"/>
          </ac:picMkLst>
        </pc:picChg>
        <pc:picChg chg="mod">
          <ac:chgData name="Macher, Andreas (DI FA CTR PLC PPM)" userId="f1dcac62-7bef-43eb-91f0-927336a1714f" providerId="ADAL" clId="{5B710B73-F6D6-4A7D-9276-5384056BD54A}" dt="2022-11-23T11:57:22.801" v="8841" actId="1076"/>
          <ac:picMkLst>
            <pc:docMk/>
            <pc:sldMk cId="2103618214" sldId="9802"/>
            <ac:picMk id="100" creationId="{E5FD4D94-ECFA-009A-383B-20C0D167DB82}"/>
          </ac:picMkLst>
        </pc:picChg>
        <pc:picChg chg="mod">
          <ac:chgData name="Macher, Andreas (DI FA CTR PLC PPM)" userId="f1dcac62-7bef-43eb-91f0-927336a1714f" providerId="ADAL" clId="{5B710B73-F6D6-4A7D-9276-5384056BD54A}" dt="2022-11-23T11:57:22.801" v="8841" actId="1076"/>
          <ac:picMkLst>
            <pc:docMk/>
            <pc:sldMk cId="2103618214" sldId="9802"/>
            <ac:picMk id="103" creationId="{FB43B048-E743-7F21-1E14-A15DADA983BA}"/>
          </ac:picMkLst>
        </pc:picChg>
        <pc:picChg chg="mod">
          <ac:chgData name="Macher, Andreas (DI FA CTR PLC PPM)" userId="f1dcac62-7bef-43eb-91f0-927336a1714f" providerId="ADAL" clId="{5B710B73-F6D6-4A7D-9276-5384056BD54A}" dt="2022-11-23T11:57:22.801" v="8841" actId="1076"/>
          <ac:picMkLst>
            <pc:docMk/>
            <pc:sldMk cId="2103618214" sldId="9802"/>
            <ac:picMk id="106" creationId="{9AB05CF6-7E0D-D997-7BF5-17E64057046E}"/>
          </ac:picMkLst>
        </pc:picChg>
        <pc:cxnChg chg="mod">
          <ac:chgData name="Macher, Andreas (DI FA CTR PLC PPM)" userId="f1dcac62-7bef-43eb-91f0-927336a1714f" providerId="ADAL" clId="{5B710B73-F6D6-4A7D-9276-5384056BD54A}" dt="2022-11-23T11:57:22.801" v="8841" actId="1076"/>
          <ac:cxnSpMkLst>
            <pc:docMk/>
            <pc:sldMk cId="2103618214" sldId="9802"/>
            <ac:cxnSpMk id="29" creationId="{7442E7FA-9CBC-C487-5968-3F64251E2D08}"/>
          </ac:cxnSpMkLst>
        </pc:cxnChg>
        <pc:cxnChg chg="mod">
          <ac:chgData name="Macher, Andreas (DI FA CTR PLC PPM)" userId="f1dcac62-7bef-43eb-91f0-927336a1714f" providerId="ADAL" clId="{5B710B73-F6D6-4A7D-9276-5384056BD54A}" dt="2022-11-23T11:57:22.801" v="8841" actId="1076"/>
          <ac:cxnSpMkLst>
            <pc:docMk/>
            <pc:sldMk cId="2103618214" sldId="9802"/>
            <ac:cxnSpMk id="32" creationId="{2AB406F8-72AE-FC3E-AFF3-B19051173D36}"/>
          </ac:cxnSpMkLst>
        </pc:cxnChg>
        <pc:cxnChg chg="mod">
          <ac:chgData name="Macher, Andreas (DI FA CTR PLC PPM)" userId="f1dcac62-7bef-43eb-91f0-927336a1714f" providerId="ADAL" clId="{5B710B73-F6D6-4A7D-9276-5384056BD54A}" dt="2022-11-23T11:57:22.801" v="8841" actId="1076"/>
          <ac:cxnSpMkLst>
            <pc:docMk/>
            <pc:sldMk cId="2103618214" sldId="9802"/>
            <ac:cxnSpMk id="80" creationId="{5256FED5-10CA-178A-A010-73B548D73D95}"/>
          </ac:cxnSpMkLst>
        </pc:cxnChg>
        <pc:cxnChg chg="mod">
          <ac:chgData name="Macher, Andreas (DI FA CTR PLC PPM)" userId="f1dcac62-7bef-43eb-91f0-927336a1714f" providerId="ADAL" clId="{5B710B73-F6D6-4A7D-9276-5384056BD54A}" dt="2022-11-23T11:57:22.801" v="8841" actId="1076"/>
          <ac:cxnSpMkLst>
            <pc:docMk/>
            <pc:sldMk cId="2103618214" sldId="9802"/>
            <ac:cxnSpMk id="81" creationId="{3DA9D413-2145-5AB2-A29B-DACCB2318892}"/>
          </ac:cxnSpMkLst>
        </pc:cxnChg>
        <pc:cxnChg chg="mod">
          <ac:chgData name="Macher, Andreas (DI FA CTR PLC PPM)" userId="f1dcac62-7bef-43eb-91f0-927336a1714f" providerId="ADAL" clId="{5B710B73-F6D6-4A7D-9276-5384056BD54A}" dt="2022-11-23T11:57:22.801" v="8841" actId="1076"/>
          <ac:cxnSpMkLst>
            <pc:docMk/>
            <pc:sldMk cId="2103618214" sldId="9802"/>
            <ac:cxnSpMk id="83" creationId="{AAF43E2D-CCD6-9E77-969F-7AF76237BC2B}"/>
          </ac:cxnSpMkLst>
        </pc:cxnChg>
        <pc:cxnChg chg="mod">
          <ac:chgData name="Macher, Andreas (DI FA CTR PLC PPM)" userId="f1dcac62-7bef-43eb-91f0-927336a1714f" providerId="ADAL" clId="{5B710B73-F6D6-4A7D-9276-5384056BD54A}" dt="2022-11-23T11:57:22.801" v="8841" actId="1076"/>
          <ac:cxnSpMkLst>
            <pc:docMk/>
            <pc:sldMk cId="2103618214" sldId="9802"/>
            <ac:cxnSpMk id="101" creationId="{D9ECCD30-6232-F5A3-3E03-113286793B78}"/>
          </ac:cxnSpMkLst>
        </pc:cxnChg>
        <pc:cxnChg chg="mod">
          <ac:chgData name="Macher, Andreas (DI FA CTR PLC PPM)" userId="f1dcac62-7bef-43eb-91f0-927336a1714f" providerId="ADAL" clId="{5B710B73-F6D6-4A7D-9276-5384056BD54A}" dt="2022-11-23T11:57:22.801" v="8841" actId="1076"/>
          <ac:cxnSpMkLst>
            <pc:docMk/>
            <pc:sldMk cId="2103618214" sldId="9802"/>
            <ac:cxnSpMk id="102" creationId="{1B8A4C12-1547-DA10-678D-C129A9273FC7}"/>
          </ac:cxnSpMkLst>
        </pc:cxnChg>
        <pc:cxnChg chg="mod">
          <ac:chgData name="Macher, Andreas (DI FA CTR PLC PPM)" userId="f1dcac62-7bef-43eb-91f0-927336a1714f" providerId="ADAL" clId="{5B710B73-F6D6-4A7D-9276-5384056BD54A}" dt="2022-11-23T11:57:22.801" v="8841" actId="1076"/>
          <ac:cxnSpMkLst>
            <pc:docMk/>
            <pc:sldMk cId="2103618214" sldId="9802"/>
            <ac:cxnSpMk id="104" creationId="{92950BB1-CC6A-408B-D25E-A82F61649BB5}"/>
          </ac:cxnSpMkLst>
        </pc:cxnChg>
      </pc:sldChg>
      <pc:sldChg chg="addSp delSp modSp add mod">
        <pc:chgData name="Macher, Andreas (DI FA CTR PLC PPM)" userId="f1dcac62-7bef-43eb-91f0-927336a1714f" providerId="ADAL" clId="{5B710B73-F6D6-4A7D-9276-5384056BD54A}" dt="2022-11-23T12:21:55.580" v="8996"/>
        <pc:sldMkLst>
          <pc:docMk/>
          <pc:sldMk cId="451783602" sldId="9803"/>
        </pc:sldMkLst>
        <pc:spChg chg="mod">
          <ac:chgData name="Macher, Andreas (DI FA CTR PLC PPM)" userId="f1dcac62-7bef-43eb-91f0-927336a1714f" providerId="ADAL" clId="{5B710B73-F6D6-4A7D-9276-5384056BD54A}" dt="2022-11-23T12:21:55.580" v="8996"/>
          <ac:spMkLst>
            <pc:docMk/>
            <pc:sldMk cId="451783602" sldId="9803"/>
            <ac:spMk id="2" creationId="{18A2DB4B-FE85-458A-8817-E52BD7A503EC}"/>
          </ac:spMkLst>
        </pc:spChg>
        <pc:spChg chg="mod">
          <ac:chgData name="Macher, Andreas (DI FA CTR PLC PPM)" userId="f1dcac62-7bef-43eb-91f0-927336a1714f" providerId="ADAL" clId="{5B710B73-F6D6-4A7D-9276-5384056BD54A}" dt="2022-11-22T15:59:47.516" v="8111" actId="20577"/>
          <ac:spMkLst>
            <pc:docMk/>
            <pc:sldMk cId="451783602" sldId="9803"/>
            <ac:spMk id="4" creationId="{00000000-0000-0000-0000-000000000000}"/>
          </ac:spMkLst>
        </pc:spChg>
        <pc:spChg chg="del">
          <ac:chgData name="Macher, Andreas (DI FA CTR PLC PPM)" userId="f1dcac62-7bef-43eb-91f0-927336a1714f" providerId="ADAL" clId="{5B710B73-F6D6-4A7D-9276-5384056BD54A}" dt="2022-11-22T16:03:08.643" v="8173" actId="478"/>
          <ac:spMkLst>
            <pc:docMk/>
            <pc:sldMk cId="451783602" sldId="9803"/>
            <ac:spMk id="5" creationId="{561C0DA1-C168-DB6B-B3C8-2AA72F329A55}"/>
          </ac:spMkLst>
        </pc:spChg>
        <pc:spChg chg="add mod">
          <ac:chgData name="Macher, Andreas (DI FA CTR PLC PPM)" userId="f1dcac62-7bef-43eb-91f0-927336a1714f" providerId="ADAL" clId="{5B710B73-F6D6-4A7D-9276-5384056BD54A}" dt="2022-11-22T16:08:53.116" v="8323" actId="1076"/>
          <ac:spMkLst>
            <pc:docMk/>
            <pc:sldMk cId="451783602" sldId="9803"/>
            <ac:spMk id="8" creationId="{EC09E37D-DEDC-0EF1-1CD4-C435AA7F54D0}"/>
          </ac:spMkLst>
        </pc:spChg>
        <pc:spChg chg="add mod">
          <ac:chgData name="Macher, Andreas (DI FA CTR PLC PPM)" userId="f1dcac62-7bef-43eb-91f0-927336a1714f" providerId="ADAL" clId="{5B710B73-F6D6-4A7D-9276-5384056BD54A}" dt="2022-11-22T16:08:53.116" v="8323" actId="1076"/>
          <ac:spMkLst>
            <pc:docMk/>
            <pc:sldMk cId="451783602" sldId="9803"/>
            <ac:spMk id="9" creationId="{9704C17E-1BBF-EC10-DC6D-5DD3009E0C29}"/>
          </ac:spMkLst>
        </pc:spChg>
        <pc:spChg chg="mod">
          <ac:chgData name="Macher, Andreas (DI FA CTR PLC PPM)" userId="f1dcac62-7bef-43eb-91f0-927336a1714f" providerId="ADAL" clId="{5B710B73-F6D6-4A7D-9276-5384056BD54A}" dt="2022-11-22T16:13:33.779" v="8435"/>
          <ac:spMkLst>
            <pc:docMk/>
            <pc:sldMk cId="451783602" sldId="9803"/>
            <ac:spMk id="12" creationId="{82958555-DB92-5980-AD70-32C0531B74AA}"/>
          </ac:spMkLst>
        </pc:spChg>
        <pc:spChg chg="mod">
          <ac:chgData name="Macher, Andreas (DI FA CTR PLC PPM)" userId="f1dcac62-7bef-43eb-91f0-927336a1714f" providerId="ADAL" clId="{5B710B73-F6D6-4A7D-9276-5384056BD54A}" dt="2022-11-22T16:13:33.779" v="8435"/>
          <ac:spMkLst>
            <pc:docMk/>
            <pc:sldMk cId="451783602" sldId="9803"/>
            <ac:spMk id="13" creationId="{5F7776B2-9D10-CF29-FC72-05D154A3BC82}"/>
          </ac:spMkLst>
        </pc:spChg>
        <pc:spChg chg="mod">
          <ac:chgData name="Macher, Andreas (DI FA CTR PLC PPM)" userId="f1dcac62-7bef-43eb-91f0-927336a1714f" providerId="ADAL" clId="{5B710B73-F6D6-4A7D-9276-5384056BD54A}" dt="2022-11-22T16:13:06.859" v="8433" actId="207"/>
          <ac:spMkLst>
            <pc:docMk/>
            <pc:sldMk cId="451783602" sldId="9803"/>
            <ac:spMk id="14" creationId="{E41F9B6A-F03E-4D91-9983-07F0C2A0B4AE}"/>
          </ac:spMkLst>
        </pc:spChg>
        <pc:grpChg chg="add mod">
          <ac:chgData name="Macher, Andreas (DI FA CTR PLC PPM)" userId="f1dcac62-7bef-43eb-91f0-927336a1714f" providerId="ADAL" clId="{5B710B73-F6D6-4A7D-9276-5384056BD54A}" dt="2022-11-22T16:13:44.215" v="8436" actId="1076"/>
          <ac:grpSpMkLst>
            <pc:docMk/>
            <pc:sldMk cId="451783602" sldId="9803"/>
            <ac:grpSpMk id="11" creationId="{B8B55186-3C87-A7DD-614E-DDBD129032E7}"/>
          </ac:grpSpMkLst>
        </pc:grpChg>
        <pc:graphicFrameChg chg="del mod modGraphic">
          <ac:chgData name="Macher, Andreas (DI FA CTR PLC PPM)" userId="f1dcac62-7bef-43eb-91f0-927336a1714f" providerId="ADAL" clId="{5B710B73-F6D6-4A7D-9276-5384056BD54A}" dt="2022-11-22T16:01:14.814" v="8117" actId="478"/>
          <ac:graphicFrameMkLst>
            <pc:docMk/>
            <pc:sldMk cId="451783602" sldId="9803"/>
            <ac:graphicFrameMk id="3" creationId="{5498F197-193A-4990-871A-FBECFB81C0AD}"/>
          </ac:graphicFrameMkLst>
        </pc:graphicFrameChg>
        <pc:graphicFrameChg chg="add mod modGraphic">
          <ac:chgData name="Macher, Andreas (DI FA CTR PLC PPM)" userId="f1dcac62-7bef-43eb-91f0-927336a1714f" providerId="ADAL" clId="{5B710B73-F6D6-4A7D-9276-5384056BD54A}" dt="2022-11-22T16:14:24.118" v="8439" actId="20577"/>
          <ac:graphicFrameMkLst>
            <pc:docMk/>
            <pc:sldMk cId="451783602" sldId="9803"/>
            <ac:graphicFrameMk id="10" creationId="{46E6D97E-41A9-7E49-5A08-BBDCFA4065AA}"/>
          </ac:graphicFrameMkLst>
        </pc:graphicFrameChg>
        <pc:picChg chg="mod">
          <ac:chgData name="Macher, Andreas (DI FA CTR PLC PPM)" userId="f1dcac62-7bef-43eb-91f0-927336a1714f" providerId="ADAL" clId="{5B710B73-F6D6-4A7D-9276-5384056BD54A}" dt="2022-11-22T16:08:53.116" v="8323" actId="1076"/>
          <ac:picMkLst>
            <pc:docMk/>
            <pc:sldMk cId="451783602" sldId="9803"/>
            <ac:picMk id="7" creationId="{EC0DF953-133D-4CE0-A7EA-8ADCB4682ECA}"/>
          </ac:picMkLst>
        </pc:picChg>
        <pc:picChg chg="mod">
          <ac:chgData name="Macher, Andreas (DI FA CTR PLC PPM)" userId="f1dcac62-7bef-43eb-91f0-927336a1714f" providerId="ADAL" clId="{5B710B73-F6D6-4A7D-9276-5384056BD54A}" dt="2022-11-22T16:08:53.116" v="8323" actId="1076"/>
          <ac:picMkLst>
            <pc:docMk/>
            <pc:sldMk cId="451783602" sldId="9803"/>
            <ac:picMk id="52" creationId="{00000000-0000-0000-0000-000000000000}"/>
          </ac:picMkLst>
        </pc:picChg>
      </pc:sldChg>
      <pc:sldMasterChg chg="modSp modSldLayout">
        <pc:chgData name="Macher, Andreas (DI FA CTR PLC PPM)" userId="f1dcac62-7bef-43eb-91f0-927336a1714f" providerId="ADAL" clId="{5B710B73-F6D6-4A7D-9276-5384056BD54A}" dt="2022-11-23T12:21:55.580" v="8996"/>
        <pc:sldMasterMkLst>
          <pc:docMk/>
          <pc:sldMasterMk cId="1698585145" sldId="2147483648"/>
        </pc:sldMasterMkLst>
        <pc:spChg chg="mod">
          <ac:chgData name="Macher, Andreas (DI FA CTR PLC PPM)" userId="f1dcac62-7bef-43eb-91f0-927336a1714f" providerId="ADAL" clId="{5B710B73-F6D6-4A7D-9276-5384056BD54A}" dt="2022-11-23T12:21:55.580" v="8996"/>
          <ac:spMkLst>
            <pc:docMk/>
            <pc:sldMasterMk cId="1698585145" sldId="2147483648"/>
            <ac:spMk id="5" creationId="{4F5CAFE5-0972-49AB-B42B-7C613C153AFE}"/>
          </ac:spMkLst>
        </pc:spChg>
        <pc:sldLayoutChg chg="modSp">
          <pc:chgData name="Macher, Andreas (DI FA CTR PLC PPM)" userId="f1dcac62-7bef-43eb-91f0-927336a1714f" providerId="ADAL" clId="{5B710B73-F6D6-4A7D-9276-5384056BD54A}" dt="2022-11-23T12:21:55.580" v="8996"/>
          <pc:sldLayoutMkLst>
            <pc:docMk/>
            <pc:sldMasterMk cId="1698585145" sldId="2147483648"/>
            <pc:sldLayoutMk cId="1842942607" sldId="2147483650"/>
          </pc:sldLayoutMkLst>
          <pc:spChg chg="mod">
            <ac:chgData name="Macher, Andreas (DI FA CTR PLC PPM)" userId="f1dcac62-7bef-43eb-91f0-927336a1714f" providerId="ADAL" clId="{5B710B73-F6D6-4A7D-9276-5384056BD54A}" dt="2022-11-23T12:21:55.580" v="8996"/>
            <ac:spMkLst>
              <pc:docMk/>
              <pc:sldMasterMk cId="1698585145" sldId="2147483648"/>
              <pc:sldLayoutMk cId="1842942607" sldId="2147483650"/>
              <ac:spMk id="5" creationId="{E519D384-FA09-4D60-95A8-589F157A93F4}"/>
            </ac:spMkLst>
          </pc:spChg>
        </pc:sldLayoutChg>
        <pc:sldLayoutChg chg="modSp">
          <pc:chgData name="Macher, Andreas (DI FA CTR PLC PPM)" userId="f1dcac62-7bef-43eb-91f0-927336a1714f" providerId="ADAL" clId="{5B710B73-F6D6-4A7D-9276-5384056BD54A}" dt="2022-11-23T12:21:55.580" v="8996"/>
          <pc:sldLayoutMkLst>
            <pc:docMk/>
            <pc:sldMasterMk cId="1698585145" sldId="2147483648"/>
            <pc:sldLayoutMk cId="2943002918" sldId="2147483655"/>
          </pc:sldLayoutMkLst>
          <pc:spChg chg="mod">
            <ac:chgData name="Macher, Andreas (DI FA CTR PLC PPM)" userId="f1dcac62-7bef-43eb-91f0-927336a1714f" providerId="ADAL" clId="{5B710B73-F6D6-4A7D-9276-5384056BD54A}" dt="2022-11-23T12:21:55.580" v="8996"/>
            <ac:spMkLst>
              <pc:docMk/>
              <pc:sldMasterMk cId="1698585145" sldId="2147483648"/>
              <pc:sldLayoutMk cId="2943002918" sldId="2147483655"/>
              <ac:spMk id="9" creationId="{8C6E0B19-DC70-4D19-9A56-05E87567F196}"/>
            </ac:spMkLst>
          </pc:spChg>
        </pc:sldLayoutChg>
        <pc:sldLayoutChg chg="modSp">
          <pc:chgData name="Macher, Andreas (DI FA CTR PLC PPM)" userId="f1dcac62-7bef-43eb-91f0-927336a1714f" providerId="ADAL" clId="{5B710B73-F6D6-4A7D-9276-5384056BD54A}" dt="2022-11-23T12:21:55.580" v="8996"/>
          <pc:sldLayoutMkLst>
            <pc:docMk/>
            <pc:sldMasterMk cId="1698585145" sldId="2147483648"/>
            <pc:sldLayoutMk cId="4100799088" sldId="2147483678"/>
          </pc:sldLayoutMkLst>
          <pc:spChg chg="mod">
            <ac:chgData name="Macher, Andreas (DI FA CTR PLC PPM)" userId="f1dcac62-7bef-43eb-91f0-927336a1714f" providerId="ADAL" clId="{5B710B73-F6D6-4A7D-9276-5384056BD54A}" dt="2022-11-23T12:21:55.580" v="8996"/>
            <ac:spMkLst>
              <pc:docMk/>
              <pc:sldMasterMk cId="1698585145" sldId="2147483648"/>
              <pc:sldLayoutMk cId="4100799088" sldId="2147483678"/>
              <ac:spMk id="8" creationId="{3279A350-3BB2-4CA2-A422-8F5A951F6F64}"/>
            </ac:spMkLst>
          </pc:spChg>
        </pc:sldLayoutChg>
        <pc:sldLayoutChg chg="modSp">
          <pc:chgData name="Macher, Andreas (DI FA CTR PLC PPM)" userId="f1dcac62-7bef-43eb-91f0-927336a1714f" providerId="ADAL" clId="{5B710B73-F6D6-4A7D-9276-5384056BD54A}" dt="2022-11-23T12:21:55.580" v="8996"/>
          <pc:sldLayoutMkLst>
            <pc:docMk/>
            <pc:sldMasterMk cId="1698585145" sldId="2147483648"/>
            <pc:sldLayoutMk cId="674823635" sldId="2147483708"/>
          </pc:sldLayoutMkLst>
          <pc:spChg chg="mod">
            <ac:chgData name="Macher, Andreas (DI FA CTR PLC PPM)" userId="f1dcac62-7bef-43eb-91f0-927336a1714f" providerId="ADAL" clId="{5B710B73-F6D6-4A7D-9276-5384056BD54A}" dt="2022-11-23T12:21:55.580" v="8996"/>
            <ac:spMkLst>
              <pc:docMk/>
              <pc:sldMasterMk cId="1698585145" sldId="2147483648"/>
              <pc:sldLayoutMk cId="674823635" sldId="2147483708"/>
              <ac:spMk id="5" creationId="{16495290-0795-4AB1-8AEA-2BB786783622}"/>
            </ac:spMkLst>
          </pc:spChg>
        </pc:sldLayoutChg>
        <pc:sldLayoutChg chg="modSp">
          <pc:chgData name="Macher, Andreas (DI FA CTR PLC PPM)" userId="f1dcac62-7bef-43eb-91f0-927336a1714f" providerId="ADAL" clId="{5B710B73-F6D6-4A7D-9276-5384056BD54A}" dt="2022-11-23T12:21:55.580" v="8996"/>
          <pc:sldLayoutMkLst>
            <pc:docMk/>
            <pc:sldMasterMk cId="1698585145" sldId="2147483648"/>
            <pc:sldLayoutMk cId="2294859123" sldId="2147483737"/>
          </pc:sldLayoutMkLst>
          <pc:spChg chg="mod">
            <ac:chgData name="Macher, Andreas (DI FA CTR PLC PPM)" userId="f1dcac62-7bef-43eb-91f0-927336a1714f" providerId="ADAL" clId="{5B710B73-F6D6-4A7D-9276-5384056BD54A}" dt="2022-11-23T12:21:55.580" v="8996"/>
            <ac:spMkLst>
              <pc:docMk/>
              <pc:sldMasterMk cId="1698585145" sldId="2147483648"/>
              <pc:sldLayoutMk cId="2294859123" sldId="2147483737"/>
              <ac:spMk id="5" creationId="{21031E7D-E514-484A-9CCD-52A9C2222261}"/>
            </ac:spMkLst>
          </pc:spChg>
        </pc:sldLayoutChg>
        <pc:sldLayoutChg chg="delSp mod">
          <pc:chgData name="Macher, Andreas (DI FA CTR PLC PPM)" userId="f1dcac62-7bef-43eb-91f0-927336a1714f" providerId="ADAL" clId="{5B710B73-F6D6-4A7D-9276-5384056BD54A}" dt="2022-11-04T13:02:17.502" v="4035" actId="478"/>
          <pc:sldLayoutMkLst>
            <pc:docMk/>
            <pc:sldMasterMk cId="1698585145" sldId="2147483648"/>
            <pc:sldLayoutMk cId="2560382572" sldId="2147483738"/>
          </pc:sldLayoutMkLst>
          <pc:spChg chg="del">
            <ac:chgData name="Macher, Andreas (DI FA CTR PLC PPM)" userId="f1dcac62-7bef-43eb-91f0-927336a1714f" providerId="ADAL" clId="{5B710B73-F6D6-4A7D-9276-5384056BD54A}" dt="2022-11-04T13:02:17.502" v="4035" actId="478"/>
            <ac:spMkLst>
              <pc:docMk/>
              <pc:sldMasterMk cId="1698585145" sldId="2147483648"/>
              <pc:sldLayoutMk cId="2560382572" sldId="2147483738"/>
              <ac:spMk id="2" creationId="{F677C357-7E98-4C85-9D68-A4F970EC951A}"/>
            </ac:spMkLst>
          </pc:spChg>
        </pc:sldLayoutChg>
      </pc:sldMaster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a:extLst>
              <a:ext uri="{FF2B5EF4-FFF2-40B4-BE49-F238E27FC236}">
                <a16:creationId xmlns:a16="http://schemas.microsoft.com/office/drawing/2014/main" id="{9A8492AF-21D1-4EA9-B88E-2B2469E5B0BF}"/>
              </a:ext>
            </a:extLst>
          </p:cNvPr>
          <p:cNvSpPr>
            <a:spLocks noGrp="1"/>
          </p:cNvSpPr>
          <p:nvPr>
            <p:ph type="hdr" sz="quarter"/>
          </p:nvPr>
        </p:nvSpPr>
        <p:spPr>
          <a:xfrm>
            <a:off x="0" y="0"/>
            <a:ext cx="4363200" cy="360000"/>
          </a:xfrm>
          <a:prstGeom prst="rect">
            <a:avLst/>
          </a:prstGeom>
        </p:spPr>
        <p:txBody>
          <a:bodyPr vert="horz" lIns="91440" tIns="45720" rIns="91440" bIns="45720" rtlCol="0"/>
          <a:lstStyle>
            <a:lvl1pPr algn="l">
              <a:defRPr sz="1200"/>
            </a:lvl1pPr>
          </a:lstStyle>
          <a:p>
            <a:endParaRPr lang="de-DE" sz="1050" b="1" dirty="0"/>
          </a:p>
        </p:txBody>
      </p:sp>
      <p:sp>
        <p:nvSpPr>
          <p:cNvPr id="3" name="Date">
            <a:extLst>
              <a:ext uri="{FF2B5EF4-FFF2-40B4-BE49-F238E27FC236}">
                <a16:creationId xmlns:a16="http://schemas.microsoft.com/office/drawing/2014/main" id="{F2C5CF11-9AB8-4366-83D6-4A911EAE67AA}"/>
              </a:ext>
            </a:extLst>
          </p:cNvPr>
          <p:cNvSpPr>
            <a:spLocks noGrp="1"/>
          </p:cNvSpPr>
          <p:nvPr>
            <p:ph type="dt" sz="quarter" idx="1"/>
          </p:nvPr>
        </p:nvSpPr>
        <p:spPr>
          <a:xfrm>
            <a:off x="5086800" y="0"/>
            <a:ext cx="1771200" cy="360000"/>
          </a:xfrm>
          <a:prstGeom prst="rect">
            <a:avLst/>
          </a:prstGeom>
        </p:spPr>
        <p:txBody>
          <a:bodyPr vert="horz" lIns="91440" tIns="45720" rIns="91440" bIns="45720" rtlCol="0"/>
          <a:lstStyle>
            <a:lvl1pPr algn="r">
              <a:defRPr sz="1200"/>
            </a:lvl1pPr>
          </a:lstStyle>
          <a:p>
            <a:r>
              <a:rPr lang="de-DE" sz="1050" dirty="0"/>
              <a:t>29.09.2020</a:t>
            </a:r>
          </a:p>
        </p:txBody>
      </p:sp>
      <p:sp>
        <p:nvSpPr>
          <p:cNvPr id="4" name="Footer Placeholder">
            <a:extLst>
              <a:ext uri="{FF2B5EF4-FFF2-40B4-BE49-F238E27FC236}">
                <a16:creationId xmlns:a16="http://schemas.microsoft.com/office/drawing/2014/main" id="{9797856F-D8D3-4EDB-AD63-B3F84321424C}"/>
              </a:ext>
            </a:extLst>
          </p:cNvPr>
          <p:cNvSpPr>
            <a:spLocks noGrp="1"/>
          </p:cNvSpPr>
          <p:nvPr>
            <p:ph type="ftr" sz="quarter" idx="2"/>
          </p:nvPr>
        </p:nvSpPr>
        <p:spPr>
          <a:xfrm>
            <a:off x="0" y="8784000"/>
            <a:ext cx="4363200" cy="360000"/>
          </a:xfrm>
          <a:prstGeom prst="rect">
            <a:avLst/>
          </a:prstGeom>
        </p:spPr>
        <p:txBody>
          <a:bodyPr vert="horz" lIns="91440" tIns="45720" rIns="91440" bIns="45720" rtlCol="0" anchor="b"/>
          <a:lstStyle>
            <a:lvl1pPr algn="l">
              <a:defRPr sz="1200"/>
            </a:lvl1pPr>
          </a:lstStyle>
          <a:p>
            <a:endParaRPr lang="de-DE" sz="1050" dirty="0"/>
          </a:p>
        </p:txBody>
      </p:sp>
      <p:sp>
        <p:nvSpPr>
          <p:cNvPr id="5" name="Slide Number Placeholder">
            <a:extLst>
              <a:ext uri="{FF2B5EF4-FFF2-40B4-BE49-F238E27FC236}">
                <a16:creationId xmlns:a16="http://schemas.microsoft.com/office/drawing/2014/main" id="{DA566997-7A2F-418F-AC55-BAC678F9F134}"/>
              </a:ext>
            </a:extLst>
          </p:cNvPr>
          <p:cNvSpPr>
            <a:spLocks noGrp="1"/>
          </p:cNvSpPr>
          <p:nvPr>
            <p:ph type="sldNum" sz="quarter" idx="3"/>
          </p:nvPr>
        </p:nvSpPr>
        <p:spPr>
          <a:xfrm>
            <a:off x="5086800" y="8784000"/>
            <a:ext cx="1771200" cy="360000"/>
          </a:xfrm>
          <a:prstGeom prst="rect">
            <a:avLst/>
          </a:prstGeom>
        </p:spPr>
        <p:txBody>
          <a:bodyPr vert="horz" lIns="91440" tIns="45720" rIns="91440" bIns="45720" rtlCol="0" anchor="b"/>
          <a:lstStyle>
            <a:lvl1pPr algn="r">
              <a:defRPr sz="1200"/>
            </a:lvl1pPr>
          </a:lstStyle>
          <a:p>
            <a:r>
              <a:rPr lang="de-DE" sz="1050" b="1" dirty="0">
                <a:solidFill>
                  <a:schemeClr val="accent2"/>
                </a:solidFill>
              </a:rPr>
              <a:t>Handzettel</a:t>
            </a:r>
            <a:r>
              <a:rPr lang="de-DE" sz="1050" dirty="0">
                <a:solidFill>
                  <a:schemeClr val="accent2"/>
                </a:solidFill>
              </a:rPr>
              <a:t> </a:t>
            </a:r>
            <a:fld id="{C92BABF8-1341-4DCB-864A-D83C08BEEAE4}" type="slidenum">
              <a:rPr lang="de-DE" sz="1050" smtClean="0"/>
              <a:t>‹Nr.›</a:t>
            </a:fld>
            <a:endParaRPr lang="de-DE" sz="1050" dirty="0"/>
          </a:p>
        </p:txBody>
      </p:sp>
      <p:pic>
        <p:nvPicPr>
          <p:cNvPr id="6" name="Siemens logo">
            <a:extLst>
              <a:ext uri="{FF2B5EF4-FFF2-40B4-BE49-F238E27FC236}">
                <a16:creationId xmlns:a16="http://schemas.microsoft.com/office/drawing/2014/main" id="{C5A460D9-E760-498F-8A06-286EB0B001C9}"/>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853000" y="550800"/>
            <a:ext cx="1152000" cy="183168"/>
          </a:xfrm>
          <a:prstGeom prst="rect">
            <a:avLst/>
          </a:prstGeom>
        </p:spPr>
      </p:pic>
    </p:spTree>
    <p:extLst>
      <p:ext uri="{BB962C8B-B14F-4D97-AF65-F5344CB8AC3E}">
        <p14:creationId xmlns:p14="http://schemas.microsoft.com/office/powerpoint/2010/main" val="13597834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4363200" cy="360000"/>
          </a:xfrm>
          <a:prstGeom prst="rect">
            <a:avLst/>
          </a:prstGeom>
        </p:spPr>
        <p:txBody>
          <a:bodyPr vert="horz" lIns="91440" tIns="45720" rIns="91440" bIns="45720" rtlCol="0"/>
          <a:lstStyle>
            <a:lvl1pPr algn="l">
              <a:defRPr sz="1050" b="1"/>
            </a:lvl1pPr>
          </a:lstStyle>
          <a:p>
            <a:endParaRPr lang="de-DE" noProof="0" dirty="0"/>
          </a:p>
        </p:txBody>
      </p:sp>
      <p:sp>
        <p:nvSpPr>
          <p:cNvPr id="3" name="Date"/>
          <p:cNvSpPr>
            <a:spLocks noGrp="1"/>
          </p:cNvSpPr>
          <p:nvPr>
            <p:ph type="dt" idx="1"/>
          </p:nvPr>
        </p:nvSpPr>
        <p:spPr>
          <a:xfrm>
            <a:off x="5086800" y="0"/>
            <a:ext cx="1771200" cy="360000"/>
          </a:xfrm>
          <a:prstGeom prst="rect">
            <a:avLst/>
          </a:prstGeom>
        </p:spPr>
        <p:txBody>
          <a:bodyPr vert="horz" lIns="91440" tIns="45720" rIns="91440" bIns="45720" rtlCol="0"/>
          <a:lstStyle>
            <a:lvl1pPr algn="r">
              <a:defRPr sz="1050"/>
            </a:lvl1pPr>
          </a:lstStyle>
          <a:p>
            <a:r>
              <a:rPr lang="de-DE" noProof="0" dirty="0"/>
              <a:t>29.09.2020</a:t>
            </a:r>
          </a:p>
        </p:txBody>
      </p:sp>
      <p:sp>
        <p:nvSpPr>
          <p:cNvPr id="4" name="Slide Image Placeholder"/>
          <p:cNvSpPr>
            <a:spLocks noGrp="1" noRot="1" noChangeAspect="1"/>
          </p:cNvSpPr>
          <p:nvPr>
            <p:ph type="sldImg" idx="2"/>
          </p:nvPr>
        </p:nvSpPr>
        <p:spPr>
          <a:xfrm>
            <a:off x="406800" y="619200"/>
            <a:ext cx="6048000" cy="3402000"/>
          </a:xfrm>
          <a:prstGeom prst="rect">
            <a:avLst/>
          </a:prstGeom>
          <a:noFill/>
          <a:ln w="12700">
            <a:solidFill>
              <a:prstClr val="black"/>
            </a:solidFill>
          </a:ln>
        </p:spPr>
        <p:txBody>
          <a:bodyPr vert="horz" lIns="91440" tIns="45720" rIns="91440" bIns="45720" rtlCol="0" anchor="ctr"/>
          <a:lstStyle/>
          <a:p>
            <a:endParaRPr lang="de-DE" noProof="0" dirty="0"/>
          </a:p>
        </p:txBody>
      </p:sp>
      <p:sp>
        <p:nvSpPr>
          <p:cNvPr id="5" name="Notes Placeholder"/>
          <p:cNvSpPr>
            <a:spLocks noGrp="1"/>
          </p:cNvSpPr>
          <p:nvPr>
            <p:ph type="body" sz="quarter" idx="3"/>
          </p:nvPr>
        </p:nvSpPr>
        <p:spPr>
          <a:xfrm>
            <a:off x="406800" y="4575600"/>
            <a:ext cx="6048000" cy="3960000"/>
          </a:xfrm>
          <a:prstGeom prst="rect">
            <a:avLst/>
          </a:prstGeom>
        </p:spPr>
        <p:txBody>
          <a:bodyPr vert="horz" lIns="0" tIns="0" rIns="0" bIns="0" rtlCol="0"/>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Siebente Ebene</a:t>
            </a:r>
          </a:p>
          <a:p>
            <a:pPr lvl="7"/>
            <a:r>
              <a:rPr lang="de-DE" noProof="0"/>
              <a:t>Achte Ebene</a:t>
            </a:r>
          </a:p>
          <a:p>
            <a:pPr lvl="8"/>
            <a:r>
              <a:rPr lang="de-DE" noProof="0"/>
              <a:t>Neunte Ebene</a:t>
            </a:r>
          </a:p>
        </p:txBody>
      </p:sp>
      <p:sp>
        <p:nvSpPr>
          <p:cNvPr id="6" name="Footer Placeholder"/>
          <p:cNvSpPr>
            <a:spLocks noGrp="1"/>
          </p:cNvSpPr>
          <p:nvPr>
            <p:ph type="ftr" sz="quarter" idx="4"/>
          </p:nvPr>
        </p:nvSpPr>
        <p:spPr>
          <a:xfrm>
            <a:off x="0" y="8784000"/>
            <a:ext cx="4363200" cy="360000"/>
          </a:xfrm>
          <a:prstGeom prst="rect">
            <a:avLst/>
          </a:prstGeom>
        </p:spPr>
        <p:txBody>
          <a:bodyPr vert="horz" lIns="91440" tIns="45720" rIns="91440" bIns="45720" rtlCol="0" anchor="b"/>
          <a:lstStyle>
            <a:lvl1pPr algn="l">
              <a:defRPr sz="1050"/>
            </a:lvl1pPr>
          </a:lstStyle>
          <a:p>
            <a:endParaRPr lang="de-DE" noProof="0" dirty="0"/>
          </a:p>
        </p:txBody>
      </p:sp>
      <p:sp>
        <p:nvSpPr>
          <p:cNvPr id="7" name="Slide Number Placeholder"/>
          <p:cNvSpPr>
            <a:spLocks noGrp="1"/>
          </p:cNvSpPr>
          <p:nvPr>
            <p:ph type="sldNum" sz="quarter" idx="5"/>
          </p:nvPr>
        </p:nvSpPr>
        <p:spPr>
          <a:xfrm>
            <a:off x="5086800" y="8784000"/>
            <a:ext cx="1771200" cy="360000"/>
          </a:xfrm>
          <a:prstGeom prst="rect">
            <a:avLst/>
          </a:prstGeom>
        </p:spPr>
        <p:txBody>
          <a:bodyPr vert="horz" lIns="91440" tIns="45720" rIns="91440" bIns="45720" rtlCol="0" anchor="b"/>
          <a:lstStyle>
            <a:lvl1pPr algn="r">
              <a:defRPr sz="1050"/>
            </a:lvl1pPr>
          </a:lstStyle>
          <a:p>
            <a:r>
              <a:rPr lang="de-DE" b="1" noProof="0" dirty="0">
                <a:solidFill>
                  <a:schemeClr val="accent2"/>
                </a:solidFill>
              </a:rPr>
              <a:t>Notizzettel</a:t>
            </a:r>
            <a:r>
              <a:rPr lang="de-DE" noProof="0" dirty="0"/>
              <a:t> </a:t>
            </a:r>
            <a:fld id="{E76C657F-0E32-4130-ADDA-66B81138A76A}" type="slidenum">
              <a:rPr lang="de-DE" noProof="0" smtClean="0"/>
              <a:pPr/>
              <a:t>‹Nr.›</a:t>
            </a:fld>
            <a:endParaRPr lang="de-DE" noProof="0" dirty="0"/>
          </a:p>
        </p:txBody>
      </p:sp>
    </p:spTree>
    <p:extLst>
      <p:ext uri="{BB962C8B-B14F-4D97-AF65-F5344CB8AC3E}">
        <p14:creationId xmlns:p14="http://schemas.microsoft.com/office/powerpoint/2010/main" val="527306072"/>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600"/>
      </a:spcAft>
      <a:defRPr sz="1200" kern="1200">
        <a:solidFill>
          <a:schemeClr val="tx1"/>
        </a:solidFill>
        <a:latin typeface="+mn-lt"/>
        <a:ea typeface="+mn-ea"/>
        <a:cs typeface="+mn-cs"/>
      </a:defRPr>
    </a:lvl1pPr>
    <a:lvl2pPr marL="144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2pPr>
    <a:lvl3pPr marL="288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3pPr>
    <a:lvl4pPr marL="432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576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6pPr>
    <a:lvl7pPr marL="864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7pPr>
    <a:lvl8pPr marL="1008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8pPr>
    <a:lvl9pPr marL="1152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defRPr>
            </a:lvl1pPr>
            <a:lvl2pPr marL="789669" indent="-303718" eaLnBrk="0" hangingPunct="0">
              <a:defRPr>
                <a:solidFill>
                  <a:schemeClr val="tx1"/>
                </a:solidFill>
                <a:latin typeface="Arial" pitchFamily="34" charset="0"/>
              </a:defRPr>
            </a:lvl2pPr>
            <a:lvl3pPr marL="1214875" indent="-242975" eaLnBrk="0" hangingPunct="0">
              <a:defRPr>
                <a:solidFill>
                  <a:schemeClr val="tx1"/>
                </a:solidFill>
                <a:latin typeface="Arial" pitchFamily="34" charset="0"/>
              </a:defRPr>
            </a:lvl3pPr>
            <a:lvl4pPr marL="1700825" indent="-242975" eaLnBrk="0" hangingPunct="0">
              <a:defRPr>
                <a:solidFill>
                  <a:schemeClr val="tx1"/>
                </a:solidFill>
                <a:latin typeface="Arial" pitchFamily="34" charset="0"/>
              </a:defRPr>
            </a:lvl4pPr>
            <a:lvl5pPr marL="2186774" indent="-242975" eaLnBrk="0" hangingPunct="0">
              <a:defRPr>
                <a:solidFill>
                  <a:schemeClr val="tx1"/>
                </a:solidFill>
                <a:latin typeface="Arial" pitchFamily="34" charset="0"/>
              </a:defRPr>
            </a:lvl5pPr>
            <a:lvl6pPr marL="2672725" indent="-242975" eaLnBrk="0" fontAlgn="base" hangingPunct="0">
              <a:spcBef>
                <a:spcPct val="50000"/>
              </a:spcBef>
              <a:spcAft>
                <a:spcPct val="0"/>
              </a:spcAft>
              <a:buClr>
                <a:schemeClr val="accent1"/>
              </a:buClr>
              <a:buFont typeface="Wingdings" pitchFamily="2" charset="2"/>
              <a:defRPr>
                <a:solidFill>
                  <a:schemeClr val="tx1"/>
                </a:solidFill>
                <a:latin typeface="Arial" pitchFamily="34" charset="0"/>
              </a:defRPr>
            </a:lvl6pPr>
            <a:lvl7pPr marL="3158673" indent="-242975" eaLnBrk="0" fontAlgn="base" hangingPunct="0">
              <a:spcBef>
                <a:spcPct val="50000"/>
              </a:spcBef>
              <a:spcAft>
                <a:spcPct val="0"/>
              </a:spcAft>
              <a:buClr>
                <a:schemeClr val="accent1"/>
              </a:buClr>
              <a:buFont typeface="Wingdings" pitchFamily="2" charset="2"/>
              <a:defRPr>
                <a:solidFill>
                  <a:schemeClr val="tx1"/>
                </a:solidFill>
                <a:latin typeface="Arial" pitchFamily="34" charset="0"/>
              </a:defRPr>
            </a:lvl7pPr>
            <a:lvl8pPr marL="3644624" indent="-242975" eaLnBrk="0" fontAlgn="base" hangingPunct="0">
              <a:spcBef>
                <a:spcPct val="50000"/>
              </a:spcBef>
              <a:spcAft>
                <a:spcPct val="0"/>
              </a:spcAft>
              <a:buClr>
                <a:schemeClr val="accent1"/>
              </a:buClr>
              <a:buFont typeface="Wingdings" pitchFamily="2" charset="2"/>
              <a:defRPr>
                <a:solidFill>
                  <a:schemeClr val="tx1"/>
                </a:solidFill>
                <a:latin typeface="Arial" pitchFamily="34" charset="0"/>
              </a:defRPr>
            </a:lvl8pPr>
            <a:lvl9pPr marL="4130574" indent="-242975" eaLnBrk="0" fontAlgn="base" hangingPunct="0">
              <a:spcBef>
                <a:spcPct val="50000"/>
              </a:spcBef>
              <a:spcAft>
                <a:spcPct val="0"/>
              </a:spcAft>
              <a:buClr>
                <a:schemeClr val="accent1"/>
              </a:buClr>
              <a:buFont typeface="Wingdings" pitchFamily="2" charset="2"/>
              <a:defRPr>
                <a:solidFill>
                  <a:schemeClr val="tx1"/>
                </a:solidFill>
                <a:latin typeface="Arial" pitchFamily="34" charset="0"/>
              </a:defRPr>
            </a:lvl9pPr>
          </a:lstStyle>
          <a:p>
            <a:pPr eaLnBrk="1" hangingPunct="1"/>
            <a:endParaRPr lang="de-DE" dirty="0"/>
          </a:p>
        </p:txBody>
      </p:sp>
      <p:sp>
        <p:nvSpPr>
          <p:cNvPr id="63491" name="Rectangle 2"/>
          <p:cNvSpPr>
            <a:spLocks noGrp="1" noRot="1" noChangeAspect="1" noChangeArrowheads="1" noTextEdit="1"/>
          </p:cNvSpPr>
          <p:nvPr>
            <p:ph type="sldImg"/>
          </p:nvPr>
        </p:nvSpPr>
        <p:spPr>
          <a:xfrm>
            <a:off x="692150" y="520700"/>
            <a:ext cx="3786188" cy="2130425"/>
          </a:xfrm>
          <a:ln/>
        </p:spPr>
      </p:sp>
      <p:sp>
        <p:nvSpPr>
          <p:cNvPr id="63492" name="Rectangle 3"/>
          <p:cNvSpPr>
            <a:spLocks noGrp="1" noChangeArrowheads="1"/>
          </p:cNvSpPr>
          <p:nvPr>
            <p:ph type="body" idx="1"/>
          </p:nvPr>
        </p:nvSpPr>
        <p:spPr>
          <a:noFill/>
        </p:spPr>
        <p:txBody>
          <a:bodyPr>
            <a:noAutofit/>
          </a:bodyPr>
          <a:lstStyle/>
          <a:p>
            <a:pPr eaLnBrk="1" hangingPunct="1"/>
            <a:endParaRPr lang="de-DE"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6</a:t>
            </a:fld>
            <a:endParaRPr lang="de-DE" dirty="0">
              <a:latin typeface="Arial" pitchFamily="34" charset="0"/>
            </a:endParaRPr>
          </a:p>
        </p:txBody>
      </p:sp>
    </p:spTree>
    <p:extLst>
      <p:ext uri="{BB962C8B-B14F-4D97-AF65-F5344CB8AC3E}">
        <p14:creationId xmlns:p14="http://schemas.microsoft.com/office/powerpoint/2010/main" val="2402251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endParaRPr lang="de-DE" dirty="0"/>
          </a:p>
        </p:txBody>
      </p:sp>
    </p:spTree>
    <p:extLst>
      <p:ext uri="{BB962C8B-B14F-4D97-AF65-F5344CB8AC3E}">
        <p14:creationId xmlns:p14="http://schemas.microsoft.com/office/powerpoint/2010/main" val="630990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9</a:t>
            </a:fld>
            <a:endParaRPr lang="de-DE" dirty="0">
              <a:latin typeface="Arial" pitchFamily="34" charset="0"/>
            </a:endParaRPr>
          </a:p>
        </p:txBody>
      </p:sp>
    </p:spTree>
    <p:extLst>
      <p:ext uri="{BB962C8B-B14F-4D97-AF65-F5344CB8AC3E}">
        <p14:creationId xmlns:p14="http://schemas.microsoft.com/office/powerpoint/2010/main" val="360632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10</a:t>
            </a:fld>
            <a:endParaRPr lang="de-DE" dirty="0">
              <a:latin typeface="Arial" pitchFamily="34" charset="0"/>
            </a:endParaRPr>
          </a:p>
        </p:txBody>
      </p:sp>
    </p:spTree>
    <p:extLst>
      <p:ext uri="{BB962C8B-B14F-4D97-AF65-F5344CB8AC3E}">
        <p14:creationId xmlns:p14="http://schemas.microsoft.com/office/powerpoint/2010/main" val="4181195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12</a:t>
            </a:fld>
            <a:endParaRPr lang="de-DE" dirty="0">
              <a:latin typeface="Arial" pitchFamily="34" charset="0"/>
            </a:endParaRPr>
          </a:p>
        </p:txBody>
      </p:sp>
    </p:spTree>
    <p:extLst>
      <p:ext uri="{BB962C8B-B14F-4D97-AF65-F5344CB8AC3E}">
        <p14:creationId xmlns:p14="http://schemas.microsoft.com/office/powerpoint/2010/main" val="800057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13</a:t>
            </a:fld>
            <a:endParaRPr lang="de-DE" dirty="0">
              <a:latin typeface="Arial" pitchFamily="34" charset="0"/>
            </a:endParaRPr>
          </a:p>
        </p:txBody>
      </p:sp>
    </p:spTree>
    <p:extLst>
      <p:ext uri="{BB962C8B-B14F-4D97-AF65-F5344CB8AC3E}">
        <p14:creationId xmlns:p14="http://schemas.microsoft.com/office/powerpoint/2010/main" val="230397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14</a:t>
            </a:fld>
            <a:endParaRPr lang="de-DE" dirty="0">
              <a:latin typeface="Arial" pitchFamily="34" charset="0"/>
            </a:endParaRPr>
          </a:p>
        </p:txBody>
      </p:sp>
    </p:spTree>
    <p:extLst>
      <p:ext uri="{BB962C8B-B14F-4D97-AF65-F5344CB8AC3E}">
        <p14:creationId xmlns:p14="http://schemas.microsoft.com/office/powerpoint/2010/main" val="3376325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15</a:t>
            </a:fld>
            <a:endParaRPr lang="de-DE" dirty="0">
              <a:latin typeface="Arial" pitchFamily="34" charset="0"/>
            </a:endParaRPr>
          </a:p>
        </p:txBody>
      </p:sp>
    </p:spTree>
    <p:extLst>
      <p:ext uri="{BB962C8B-B14F-4D97-AF65-F5344CB8AC3E}">
        <p14:creationId xmlns:p14="http://schemas.microsoft.com/office/powerpoint/2010/main" val="378054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16</a:t>
            </a:fld>
            <a:endParaRPr lang="de-DE" dirty="0">
              <a:latin typeface="Arial" pitchFamily="34" charset="0"/>
            </a:endParaRPr>
          </a:p>
        </p:txBody>
      </p:sp>
    </p:spTree>
    <p:extLst>
      <p:ext uri="{BB962C8B-B14F-4D97-AF65-F5344CB8AC3E}">
        <p14:creationId xmlns:p14="http://schemas.microsoft.com/office/powerpoint/2010/main" val="3866822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17</a:t>
            </a:fld>
            <a:endParaRPr lang="de-DE" dirty="0">
              <a:latin typeface="Arial" pitchFamily="34" charset="0"/>
            </a:endParaRPr>
          </a:p>
        </p:txBody>
      </p:sp>
    </p:spTree>
    <p:extLst>
      <p:ext uri="{BB962C8B-B14F-4D97-AF65-F5344CB8AC3E}">
        <p14:creationId xmlns:p14="http://schemas.microsoft.com/office/powerpoint/2010/main" val="24937848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18</a:t>
            </a:fld>
            <a:endParaRPr lang="de-DE" dirty="0">
              <a:latin typeface="Arial" pitchFamily="34" charset="0"/>
            </a:endParaRPr>
          </a:p>
        </p:txBody>
      </p:sp>
    </p:spTree>
    <p:extLst>
      <p:ext uri="{BB962C8B-B14F-4D97-AF65-F5344CB8AC3E}">
        <p14:creationId xmlns:p14="http://schemas.microsoft.com/office/powerpoint/2010/main" val="36637221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19</a:t>
            </a:fld>
            <a:endParaRPr lang="de-DE" dirty="0">
              <a:latin typeface="Arial" pitchFamily="34" charset="0"/>
            </a:endParaRPr>
          </a:p>
        </p:txBody>
      </p:sp>
    </p:spTree>
    <p:extLst>
      <p:ext uri="{BB962C8B-B14F-4D97-AF65-F5344CB8AC3E}">
        <p14:creationId xmlns:p14="http://schemas.microsoft.com/office/powerpoint/2010/main" val="23178780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21</a:t>
            </a:fld>
            <a:endParaRPr lang="de-DE" dirty="0">
              <a:latin typeface="Arial" pitchFamily="34" charset="0"/>
            </a:endParaRPr>
          </a:p>
        </p:txBody>
      </p:sp>
    </p:spTree>
    <p:extLst>
      <p:ext uri="{BB962C8B-B14F-4D97-AF65-F5344CB8AC3E}">
        <p14:creationId xmlns:p14="http://schemas.microsoft.com/office/powerpoint/2010/main" val="3080478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22</a:t>
            </a:fld>
            <a:endParaRPr lang="de-DE" dirty="0">
              <a:latin typeface="Arial" pitchFamily="34" charset="0"/>
            </a:endParaRPr>
          </a:p>
        </p:txBody>
      </p:sp>
    </p:spTree>
    <p:extLst>
      <p:ext uri="{BB962C8B-B14F-4D97-AF65-F5344CB8AC3E}">
        <p14:creationId xmlns:p14="http://schemas.microsoft.com/office/powerpoint/2010/main" val="3874008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23</a:t>
            </a:fld>
            <a:endParaRPr lang="de-DE" dirty="0">
              <a:latin typeface="Arial" pitchFamily="34" charset="0"/>
            </a:endParaRPr>
          </a:p>
        </p:txBody>
      </p:sp>
    </p:spTree>
    <p:extLst>
      <p:ext uri="{BB962C8B-B14F-4D97-AF65-F5344CB8AC3E}">
        <p14:creationId xmlns:p14="http://schemas.microsoft.com/office/powerpoint/2010/main" val="39422617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24</a:t>
            </a:fld>
            <a:endParaRPr lang="de-DE" dirty="0">
              <a:latin typeface="Arial" pitchFamily="34" charset="0"/>
            </a:endParaRPr>
          </a:p>
        </p:txBody>
      </p:sp>
    </p:spTree>
    <p:extLst>
      <p:ext uri="{BB962C8B-B14F-4D97-AF65-F5344CB8AC3E}">
        <p14:creationId xmlns:p14="http://schemas.microsoft.com/office/powerpoint/2010/main" val="7786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28</a:t>
            </a:fld>
            <a:endParaRPr lang="de-DE" dirty="0">
              <a:latin typeface="Arial" pitchFamily="34" charset="0"/>
            </a:endParaRPr>
          </a:p>
        </p:txBody>
      </p:sp>
    </p:spTree>
    <p:extLst>
      <p:ext uri="{BB962C8B-B14F-4D97-AF65-F5344CB8AC3E}">
        <p14:creationId xmlns:p14="http://schemas.microsoft.com/office/powerpoint/2010/main" val="1429398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29</a:t>
            </a:fld>
            <a:endParaRPr lang="de-DE" dirty="0">
              <a:latin typeface="Arial" pitchFamily="34" charset="0"/>
            </a:endParaRPr>
          </a:p>
        </p:txBody>
      </p:sp>
    </p:spTree>
    <p:extLst>
      <p:ext uri="{BB962C8B-B14F-4D97-AF65-F5344CB8AC3E}">
        <p14:creationId xmlns:p14="http://schemas.microsoft.com/office/powerpoint/2010/main" val="42243760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30</a:t>
            </a:fld>
            <a:endParaRPr lang="de-DE" dirty="0">
              <a:latin typeface="Arial" pitchFamily="34" charset="0"/>
            </a:endParaRPr>
          </a:p>
        </p:txBody>
      </p:sp>
    </p:spTree>
    <p:extLst>
      <p:ext uri="{BB962C8B-B14F-4D97-AF65-F5344CB8AC3E}">
        <p14:creationId xmlns:p14="http://schemas.microsoft.com/office/powerpoint/2010/main" val="18896585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41</a:t>
            </a:fld>
            <a:endParaRPr lang="de-DE" dirty="0">
              <a:latin typeface="Arial" pitchFamily="34" charset="0"/>
            </a:endParaRPr>
          </a:p>
        </p:txBody>
      </p:sp>
    </p:spTree>
    <p:extLst>
      <p:ext uri="{BB962C8B-B14F-4D97-AF65-F5344CB8AC3E}">
        <p14:creationId xmlns:p14="http://schemas.microsoft.com/office/powerpoint/2010/main" val="23193245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42</a:t>
            </a:fld>
            <a:endParaRPr lang="de-DE" dirty="0">
              <a:latin typeface="Arial" pitchFamily="34" charset="0"/>
            </a:endParaRPr>
          </a:p>
        </p:txBody>
      </p:sp>
    </p:spTree>
    <p:extLst>
      <p:ext uri="{BB962C8B-B14F-4D97-AF65-F5344CB8AC3E}">
        <p14:creationId xmlns:p14="http://schemas.microsoft.com/office/powerpoint/2010/main" val="27373000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43</a:t>
            </a:fld>
            <a:endParaRPr lang="de-DE" dirty="0">
              <a:latin typeface="Arial" pitchFamily="34" charset="0"/>
            </a:endParaRPr>
          </a:p>
        </p:txBody>
      </p:sp>
    </p:spTree>
    <p:extLst>
      <p:ext uri="{BB962C8B-B14F-4D97-AF65-F5344CB8AC3E}">
        <p14:creationId xmlns:p14="http://schemas.microsoft.com/office/powerpoint/2010/main" val="38385228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44</a:t>
            </a:fld>
            <a:endParaRPr lang="de-DE" dirty="0">
              <a:latin typeface="Arial" pitchFamily="34" charset="0"/>
            </a:endParaRPr>
          </a:p>
        </p:txBody>
      </p:sp>
    </p:spTree>
    <p:extLst>
      <p:ext uri="{BB962C8B-B14F-4D97-AF65-F5344CB8AC3E}">
        <p14:creationId xmlns:p14="http://schemas.microsoft.com/office/powerpoint/2010/main" val="2301462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r>
              <a:rPr lang="en-US" dirty="0">
                <a:latin typeface="Arial" pitchFamily="34" charset="0"/>
              </a:rPr>
              <a:t>Notes </a:t>
            </a:r>
            <a:fld id="{AD141568-5488-4AC9-B82D-9F5CE1225E2A}" type="slidenum">
              <a:rPr lang="en-US" smtClean="0">
                <a:latin typeface="Arial" pitchFamily="34" charset="0"/>
              </a:rPr>
              <a:pPr/>
              <a:t>62</a:t>
            </a:fld>
            <a:endParaRPr lang="en-US" dirty="0">
              <a:latin typeface="Arial" pitchFamily="34" charset="0"/>
            </a:endParaRPr>
          </a:p>
        </p:txBody>
      </p:sp>
    </p:spTree>
    <p:extLst>
      <p:ext uri="{BB962C8B-B14F-4D97-AF65-F5344CB8AC3E}">
        <p14:creationId xmlns:p14="http://schemas.microsoft.com/office/powerpoint/2010/main" val="28228528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r>
              <a:rPr lang="en-US" dirty="0">
                <a:latin typeface="Arial" pitchFamily="34" charset="0"/>
              </a:rPr>
              <a:t>Notes </a:t>
            </a:r>
            <a:fld id="{AD141568-5488-4AC9-B82D-9F5CE1225E2A}" type="slidenum">
              <a:rPr lang="en-US" smtClean="0">
                <a:latin typeface="Arial" pitchFamily="34" charset="0"/>
              </a:rPr>
              <a:pPr/>
              <a:t>64</a:t>
            </a:fld>
            <a:endParaRPr lang="en-US" dirty="0">
              <a:latin typeface="Arial" pitchFamily="34" charset="0"/>
            </a:endParaRPr>
          </a:p>
        </p:txBody>
      </p:sp>
    </p:spTree>
    <p:extLst>
      <p:ext uri="{BB962C8B-B14F-4D97-AF65-F5344CB8AC3E}">
        <p14:creationId xmlns:p14="http://schemas.microsoft.com/office/powerpoint/2010/main" val="21643085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r>
              <a:rPr lang="en-US" dirty="0">
                <a:latin typeface="Arial" pitchFamily="34" charset="0"/>
              </a:rPr>
              <a:t>Notes </a:t>
            </a:r>
            <a:fld id="{AD141568-5488-4AC9-B82D-9F5CE1225E2A}" type="slidenum">
              <a:rPr lang="en-US" smtClean="0">
                <a:latin typeface="Arial" pitchFamily="34" charset="0"/>
              </a:rPr>
              <a:pPr/>
              <a:t>65</a:t>
            </a:fld>
            <a:endParaRPr lang="en-US" dirty="0">
              <a:latin typeface="Arial" pitchFamily="34" charset="0"/>
            </a:endParaRPr>
          </a:p>
        </p:txBody>
      </p:sp>
    </p:spTree>
    <p:extLst>
      <p:ext uri="{BB962C8B-B14F-4D97-AF65-F5344CB8AC3E}">
        <p14:creationId xmlns:p14="http://schemas.microsoft.com/office/powerpoint/2010/main" val="41446743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77</a:t>
            </a:fld>
            <a:endParaRPr lang="de-DE" dirty="0">
              <a:latin typeface="Arial" pitchFamily="34" charset="0"/>
            </a:endParaRPr>
          </a:p>
        </p:txBody>
      </p:sp>
    </p:spTree>
    <p:extLst>
      <p:ext uri="{BB962C8B-B14F-4D97-AF65-F5344CB8AC3E}">
        <p14:creationId xmlns:p14="http://schemas.microsoft.com/office/powerpoint/2010/main" val="9973484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78</a:t>
            </a:fld>
            <a:endParaRPr lang="de-DE" dirty="0">
              <a:latin typeface="Arial" pitchFamily="34" charset="0"/>
            </a:endParaRPr>
          </a:p>
        </p:txBody>
      </p:sp>
    </p:spTree>
    <p:extLst>
      <p:ext uri="{BB962C8B-B14F-4D97-AF65-F5344CB8AC3E}">
        <p14:creationId xmlns:p14="http://schemas.microsoft.com/office/powerpoint/2010/main" val="18748623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1ED062C5-C32A-4761-8683-03C17825CA7C}"/>
              </a:ext>
            </a:extLst>
          </p:cNvPr>
          <p:cNvSpPr>
            <a:spLocks noGrp="1" noChangeArrowheads="1"/>
          </p:cNvSpPr>
          <p:nvPr>
            <p:ph type="sldNum" sz="quarter" idx="5"/>
          </p:nvPr>
        </p:nvSpPr>
        <p:spPr>
          <a:noFill/>
        </p:spPr>
        <p:txBody>
          <a:bodyPr/>
          <a:lstStyle>
            <a:lvl1pPr defTabSz="903288" eaLnBrk="0" hangingPunct="0">
              <a:spcBef>
                <a:spcPct val="30000"/>
              </a:spcBef>
              <a:defRPr sz="1200">
                <a:solidFill>
                  <a:srgbClr val="000000"/>
                </a:solidFill>
                <a:latin typeface="Arial" panose="020B0604020202020204" pitchFamily="34" charset="0"/>
              </a:defRPr>
            </a:lvl1pPr>
            <a:lvl2pPr marL="742950" indent="-285750" defTabSz="903288" eaLnBrk="0" hangingPunct="0">
              <a:spcBef>
                <a:spcPct val="30000"/>
              </a:spcBef>
              <a:buChar char="-"/>
              <a:defRPr sz="1200">
                <a:solidFill>
                  <a:srgbClr val="000000"/>
                </a:solidFill>
                <a:latin typeface="Arial" panose="020B0604020202020204" pitchFamily="34" charset="0"/>
              </a:defRPr>
            </a:lvl2pPr>
            <a:lvl3pPr marL="1143000" indent="-228600" defTabSz="903288" eaLnBrk="0" hangingPunct="0">
              <a:spcBef>
                <a:spcPct val="30000"/>
              </a:spcBef>
              <a:buChar char="-"/>
              <a:defRPr sz="1200">
                <a:solidFill>
                  <a:srgbClr val="000000"/>
                </a:solidFill>
                <a:latin typeface="Arial" panose="020B0604020202020204" pitchFamily="34" charset="0"/>
              </a:defRPr>
            </a:lvl3pPr>
            <a:lvl4pPr marL="1600200" indent="-228600" defTabSz="903288" eaLnBrk="0" hangingPunct="0">
              <a:spcBef>
                <a:spcPct val="30000"/>
              </a:spcBef>
              <a:buChar char="-"/>
              <a:defRPr sz="1200">
                <a:solidFill>
                  <a:srgbClr val="000000"/>
                </a:solidFill>
                <a:latin typeface="Arial" panose="020B0604020202020204" pitchFamily="34" charset="0"/>
              </a:defRPr>
            </a:lvl4pPr>
            <a:lvl5pPr marL="2057400" indent="-228600" defTabSz="903288" eaLnBrk="0" hangingPunct="0">
              <a:spcBef>
                <a:spcPct val="30000"/>
              </a:spcBef>
              <a:buChar char="-"/>
              <a:defRPr sz="1200">
                <a:solidFill>
                  <a:srgbClr val="000000"/>
                </a:solidFill>
                <a:latin typeface="Arial" panose="020B0604020202020204" pitchFamily="34" charset="0"/>
              </a:defRPr>
            </a:lvl5pPr>
            <a:lvl6pPr marL="2514600" indent="-228600" defTabSz="903288" eaLnBrk="0" fontAlgn="base" hangingPunct="0">
              <a:spcBef>
                <a:spcPct val="30000"/>
              </a:spcBef>
              <a:spcAft>
                <a:spcPct val="0"/>
              </a:spcAft>
              <a:buChar char="-"/>
              <a:defRPr sz="1200">
                <a:solidFill>
                  <a:srgbClr val="000000"/>
                </a:solidFill>
                <a:latin typeface="Arial" panose="020B0604020202020204" pitchFamily="34" charset="0"/>
              </a:defRPr>
            </a:lvl6pPr>
            <a:lvl7pPr marL="2971800" indent="-228600" defTabSz="903288" eaLnBrk="0" fontAlgn="base" hangingPunct="0">
              <a:spcBef>
                <a:spcPct val="30000"/>
              </a:spcBef>
              <a:spcAft>
                <a:spcPct val="0"/>
              </a:spcAft>
              <a:buChar char="-"/>
              <a:defRPr sz="1200">
                <a:solidFill>
                  <a:srgbClr val="000000"/>
                </a:solidFill>
                <a:latin typeface="Arial" panose="020B0604020202020204" pitchFamily="34" charset="0"/>
              </a:defRPr>
            </a:lvl7pPr>
            <a:lvl8pPr marL="3429000" indent="-228600" defTabSz="903288" eaLnBrk="0" fontAlgn="base" hangingPunct="0">
              <a:spcBef>
                <a:spcPct val="30000"/>
              </a:spcBef>
              <a:spcAft>
                <a:spcPct val="0"/>
              </a:spcAft>
              <a:buChar char="-"/>
              <a:defRPr sz="1200">
                <a:solidFill>
                  <a:srgbClr val="000000"/>
                </a:solidFill>
                <a:latin typeface="Arial" panose="020B0604020202020204" pitchFamily="34" charset="0"/>
              </a:defRPr>
            </a:lvl8pPr>
            <a:lvl9pPr marL="3886200" indent="-228600" defTabSz="903288" eaLnBrk="0" fontAlgn="base" hangingPunct="0">
              <a:spcBef>
                <a:spcPct val="30000"/>
              </a:spcBef>
              <a:spcAft>
                <a:spcPct val="0"/>
              </a:spcAft>
              <a:buChar char="-"/>
              <a:defRPr sz="1200">
                <a:solidFill>
                  <a:srgbClr val="000000"/>
                </a:solidFill>
                <a:latin typeface="Arial" panose="020B0604020202020204" pitchFamily="34" charset="0"/>
              </a:defRPr>
            </a:lvl9pPr>
          </a:lstStyle>
          <a:p>
            <a:pPr eaLnBrk="1" hangingPunct="1">
              <a:spcBef>
                <a:spcPct val="0"/>
              </a:spcBef>
            </a:pPr>
            <a:fld id="{B99D6FCE-75C3-42A1-AF04-3CC08A13431C}" type="slidenum">
              <a:rPr lang="de-DE" altLang="de-DE">
                <a:solidFill>
                  <a:schemeClr val="tx1"/>
                </a:solidFill>
              </a:rPr>
              <a:pPr eaLnBrk="1" hangingPunct="1">
                <a:spcBef>
                  <a:spcPct val="0"/>
                </a:spcBef>
              </a:pPr>
              <a:t>80</a:t>
            </a:fld>
            <a:endParaRPr lang="de-DE" altLang="de-DE" dirty="0">
              <a:solidFill>
                <a:schemeClr val="tx1"/>
              </a:solidFill>
            </a:endParaRPr>
          </a:p>
        </p:txBody>
      </p:sp>
      <p:sp>
        <p:nvSpPr>
          <p:cNvPr id="107523" name="Rectangle 2">
            <a:extLst>
              <a:ext uri="{FF2B5EF4-FFF2-40B4-BE49-F238E27FC236}">
                <a16:creationId xmlns:a16="http://schemas.microsoft.com/office/drawing/2014/main" id="{897A7512-0A73-4F06-ACE3-5BDD35E11255}"/>
              </a:ext>
            </a:extLst>
          </p:cNvPr>
          <p:cNvSpPr>
            <a:spLocks noGrp="1" noRot="1" noChangeAspect="1" noChangeArrowheads="1" noTextEdit="1"/>
          </p:cNvSpPr>
          <p:nvPr>
            <p:ph type="sldImg"/>
          </p:nvPr>
        </p:nvSpPr>
        <p:spPr>
          <a:xfrm>
            <a:off x="198438" y="496888"/>
            <a:ext cx="3600450" cy="2025650"/>
          </a:xfrm>
          <a:ln/>
        </p:spPr>
      </p:sp>
      <p:sp>
        <p:nvSpPr>
          <p:cNvPr id="107524" name="Rectangle 3">
            <a:extLst>
              <a:ext uri="{FF2B5EF4-FFF2-40B4-BE49-F238E27FC236}">
                <a16:creationId xmlns:a16="http://schemas.microsoft.com/office/drawing/2014/main" id="{25F6E2A6-67B5-45AD-8A40-A8FA974CE1AE}"/>
              </a:ext>
            </a:extLst>
          </p:cNvPr>
          <p:cNvSpPr>
            <a:spLocks noGrp="1" noChangeArrowheads="1"/>
          </p:cNvSpPr>
          <p:nvPr>
            <p:ph type="body" idx="1"/>
          </p:nvPr>
        </p:nvSpPr>
        <p:spPr>
          <a:noFill/>
        </p:spPr>
        <p:txBody>
          <a:bodyPr/>
          <a:lstStyle/>
          <a:p>
            <a:pPr eaLnBrk="1" hangingPunct="1"/>
            <a:endParaRPr lang="de-DE" altLang="de-DE" dirty="0">
              <a:latin typeface="Arial" panose="020B0604020202020204" pitchFamily="34" charset="0"/>
            </a:endParaRPr>
          </a:p>
        </p:txBody>
      </p:sp>
    </p:spTree>
    <p:extLst>
      <p:ext uri="{BB962C8B-B14F-4D97-AF65-F5344CB8AC3E}">
        <p14:creationId xmlns:p14="http://schemas.microsoft.com/office/powerpoint/2010/main" val="31638976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12.emf"/><Relationship Id="rId2" Type="http://schemas.openxmlformats.org/officeDocument/2006/relationships/tags" Target="../tags/tag3.xml"/><Relationship Id="rId1" Type="http://schemas.openxmlformats.org/officeDocument/2006/relationships/customXml" Target="../../customXml/item4.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icture Gradient 48pt">
    <p:bg>
      <p:bgPr>
        <a:gradFill>
          <a:gsLst>
            <a:gs pos="52000">
              <a:schemeClr val="bg2"/>
            </a:gs>
            <a:gs pos="100000">
              <a:schemeClr val="accent1"/>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de-DE" noProof="0" dirty="0"/>
              <a:t>Titelbild</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477328"/>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324000">
              <a:lnSpc>
                <a:spcPct val="100000"/>
              </a:lnSpc>
              <a:defRPr sz="4800">
                <a:solidFill>
                  <a:schemeClr val="tx1"/>
                </a:solidFill>
              </a:defRPr>
            </a:lvl1pPr>
          </a:lstStyle>
          <a:p>
            <a:r>
              <a:rPr lang="de-DE" noProof="0"/>
              <a:t>Titelformat bearbeiten</a:t>
            </a:r>
            <a:br>
              <a:rPr lang="de-DE" noProof="0"/>
            </a:br>
            <a:r>
              <a:rPr lang="de-DE" noProof="0"/>
              <a:t>Titel 48 pt</a:t>
            </a:r>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de-DE" noProof="0"/>
              <a:t>Subhead für Titelgröße 48 pt</a:t>
            </a:r>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it-IT" dirty="0"/>
              <a:t>Frei </a:t>
            </a:r>
            <a:r>
              <a:rPr lang="it-IT" dirty="0" err="1"/>
              <a:t>verwendbar</a:t>
            </a:r>
            <a:r>
              <a:rPr lang="it-IT" dirty="0"/>
              <a:t> | © Siemens 2021 | DI FA | 29.09.2021</a:t>
            </a:r>
            <a:endParaRPr lang="de-DE" noProof="0" dirty="0"/>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094236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title dark 6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769989"/>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de-DE" noProof="0"/>
              <a:t>Titelformat bearbeiten </a:t>
            </a:r>
            <a:br>
              <a:rPr lang="de-DE" noProof="0"/>
            </a:br>
            <a:r>
              <a:rPr lang="de-DE" noProof="0"/>
              <a:t>3 Zeilen</a:t>
            </a:r>
            <a:br>
              <a:rPr lang="de-DE" noProof="0"/>
            </a:br>
            <a:r>
              <a:rPr lang="de-DE" noProof="0"/>
              <a:t>Kapiteltrenner 60 pt</a:t>
            </a:r>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2"/>
            <a:ext cx="9288000" cy="1622622"/>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de-DE" noProof="0"/>
              <a:t>Subhead für Kapiteltrennergröße 60 pt</a:t>
            </a:r>
          </a:p>
        </p:txBody>
      </p:sp>
      <p:sp>
        <p:nvSpPr>
          <p:cNvPr id="5" name="Footer Placeholder">
            <a:extLst>
              <a:ext uri="{FF2B5EF4-FFF2-40B4-BE49-F238E27FC236}">
                <a16:creationId xmlns:a16="http://schemas.microsoft.com/office/drawing/2014/main" id="{21031E7D-E514-484A-9CCD-52A9C2222261}"/>
              </a:ext>
            </a:extLst>
          </p:cNvPr>
          <p:cNvSpPr>
            <a:spLocks noGrp="1"/>
          </p:cNvSpPr>
          <p:nvPr>
            <p:ph type="ftr" sz="quarter" idx="10"/>
          </p:nvPr>
        </p:nvSpPr>
        <p:spPr>
          <a:xfrm>
            <a:off x="1059160" y="6310800"/>
            <a:ext cx="8640003" cy="547200"/>
          </a:xfrm>
        </p:spPr>
        <p:txBody>
          <a:bodyPr/>
          <a:lstStyle/>
          <a:p>
            <a:r>
              <a:rPr lang="it-IT" noProof="0" dirty="0"/>
              <a:t>Frei </a:t>
            </a:r>
            <a:r>
              <a:rPr lang="it-IT" noProof="0" dirty="0" err="1"/>
              <a:t>verwendbar</a:t>
            </a:r>
            <a:r>
              <a:rPr lang="it-IT" noProof="0" dirty="0"/>
              <a:t> | © Siemens 2022 | DI FA | 08.12.2022</a:t>
            </a:r>
            <a:endParaRPr lang="de-DE" noProof="0" dirty="0"/>
          </a:p>
        </p:txBody>
      </p:sp>
      <p:sp>
        <p:nvSpPr>
          <p:cNvPr id="6" name="Slide Number Placeholder">
            <a:extLst>
              <a:ext uri="{FF2B5EF4-FFF2-40B4-BE49-F238E27FC236}">
                <a16:creationId xmlns:a16="http://schemas.microsoft.com/office/drawing/2014/main" id="{447F428C-5AA7-413C-A721-B7AADDF8B425}"/>
              </a:ext>
            </a:extLst>
          </p:cNvPr>
          <p:cNvSpPr>
            <a:spLocks noGrp="1"/>
          </p:cNvSpPr>
          <p:nvPr>
            <p:ph type="sldNum" sz="quarter" idx="11"/>
          </p:nvPr>
        </p:nvSpPr>
        <p:spPr/>
        <p:txBody>
          <a:bodyPr/>
          <a:lstStyle/>
          <a:p>
            <a:r>
              <a:rPr lang="de-DE" noProof="0" dirty="0"/>
              <a:t>Seite </a:t>
            </a:r>
            <a:fld id="{15EBE321-CBB1-4E91-BD14-37C8D44326FB}" type="slidenum">
              <a:rPr lang="de-DE" noProof="0" smtClean="0"/>
              <a:pPr/>
              <a:t>‹Nr.›</a:t>
            </a:fld>
            <a:endParaRPr lang="de-DE" noProof="0"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2948591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 / Agenda">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hasCustomPrompt="1"/>
          </p:nvPr>
        </p:nvSpPr>
        <p:spPr/>
        <p:txBody>
          <a:bodyPr/>
          <a:lstStyle>
            <a:lvl1pPr>
              <a:defRPr>
                <a:solidFill>
                  <a:schemeClr val="tx1"/>
                </a:solidFill>
              </a:defRPr>
            </a:lvl1pPr>
          </a:lstStyle>
          <a:p>
            <a:r>
              <a:rPr lang="de-DE" noProof="0"/>
              <a:t>Inhaltsverzeichnis</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pPr>
              <a:lnSpc>
                <a:spcPct val="100000"/>
              </a:lnSpc>
            </a:pPr>
            <a:r>
              <a:rPr lang="it-IT" noProof="0" dirty="0"/>
              <a:t>Frei </a:t>
            </a:r>
            <a:r>
              <a:rPr lang="it-IT" noProof="0" dirty="0" err="1"/>
              <a:t>verwendbar</a:t>
            </a:r>
            <a:r>
              <a:rPr lang="it-IT" noProof="0" dirty="0"/>
              <a:t> | © Siemens 2022 | DI FA | 08.12.2022</a:t>
            </a:r>
            <a:endParaRPr lang="de-DE" noProof="0" dirty="0"/>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de-DE" noProof="0" dirty="0"/>
              <a:t>Seite </a:t>
            </a:r>
            <a:fld id="{15EBE321-CBB1-4E91-BD14-37C8D44326FB}" type="slidenum">
              <a:rPr lang="de-DE" noProof="0" smtClean="0"/>
              <a:pPr/>
              <a:t>‹Nr.›</a:t>
            </a:fld>
            <a:endParaRPr lang="de-DE" noProof="0"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6748236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hasCustomPrompt="1"/>
          </p:nvPr>
        </p:nvSpPr>
        <p:spPr/>
        <p:txBody>
          <a:bodyPr/>
          <a:lstStyle>
            <a:lvl1pPr>
              <a:defRPr/>
            </a:lvl1pPr>
          </a:lstStyle>
          <a:p>
            <a:r>
              <a:rPr lang="de-DE" noProof="0"/>
              <a:t>Titelformat bearbeiten</a:t>
            </a:r>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pPr>
              <a:lnSpc>
                <a:spcPct val="100000"/>
              </a:lnSpc>
            </a:pPr>
            <a:r>
              <a:rPr lang="it-IT" noProof="0" dirty="0"/>
              <a:t>Frei </a:t>
            </a:r>
            <a:r>
              <a:rPr lang="it-IT" noProof="0" dirty="0" err="1"/>
              <a:t>verwendbar</a:t>
            </a:r>
            <a:r>
              <a:rPr lang="it-IT" noProof="0" dirty="0"/>
              <a:t> | © Siemens 2022 | DI FA | 08.12.2022</a:t>
            </a:r>
            <a:endParaRPr lang="de-DE" noProof="0" dirty="0"/>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de-DE" noProof="0" dirty="0"/>
              <a:t>Seite </a:t>
            </a:r>
            <a:fld id="{15EBE321-CBB1-4E91-BD14-37C8D44326FB}" type="slidenum">
              <a:rPr lang="de-DE" noProof="0" smtClean="0"/>
              <a:pPr/>
              <a:t>‹Nr.›</a:t>
            </a:fld>
            <a:endParaRPr lang="de-DE" noProof="0" dirty="0"/>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943002918"/>
      </p:ext>
    </p:extLst>
  </p:cSld>
  <p:clrMapOvr>
    <a:masterClrMapping/>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object (small)">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hasCustomPrompt="1"/>
          </p:nvPr>
        </p:nvSpPr>
        <p:spPr/>
        <p:txBody>
          <a:bodyPr/>
          <a:lstStyle/>
          <a:p>
            <a:r>
              <a:rPr lang="de-DE" noProof="0"/>
              <a:t>Titelformat bearbeiten</a:t>
            </a:r>
          </a:p>
        </p:txBody>
      </p:sp>
      <p:sp>
        <p:nvSpPr>
          <p:cNvPr id="3" name="Copy">
            <a:extLst>
              <a:ext uri="{FF2B5EF4-FFF2-40B4-BE49-F238E27FC236}">
                <a16:creationId xmlns:a16="http://schemas.microsoft.com/office/drawing/2014/main" id="{9CE7E2D8-94E8-4FE6-93A5-924CA3EC5315}"/>
              </a:ext>
            </a:extLst>
          </p:cNvPr>
          <p:cNvSpPr>
            <a:spLocks noGrp="1"/>
          </p:cNvSpPr>
          <p:nvPr>
            <p:ph idx="1" hasCustomPrompt="1"/>
          </p:nvPr>
        </p:nvSpPr>
        <p:spPr>
          <a:xfrm>
            <a:off x="411162" y="1414800"/>
            <a:ext cx="7199313" cy="4752000"/>
          </a:xfrm>
          <a:prstGeom prst="rect">
            <a:avLst/>
          </a:prstGeom>
        </p:spPr>
        <p:txBody>
          <a:bodyPr>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Siebente Ebene</a:t>
            </a:r>
          </a:p>
          <a:p>
            <a:pPr lvl="7"/>
            <a:r>
              <a:rPr lang="de-DE" noProof="0"/>
              <a:t>Achte Ebene</a:t>
            </a:r>
          </a:p>
          <a:p>
            <a:pPr lvl="8"/>
            <a:r>
              <a:rPr lang="de-DE" noProof="0"/>
              <a:t>Neunte Ebene</a:t>
            </a:r>
          </a:p>
        </p:txBody>
      </p:sp>
      <p:sp>
        <p:nvSpPr>
          <p:cNvPr id="5" name="Footer Placeholder">
            <a:extLst>
              <a:ext uri="{FF2B5EF4-FFF2-40B4-BE49-F238E27FC236}">
                <a16:creationId xmlns:a16="http://schemas.microsoft.com/office/drawing/2014/main" id="{E519D384-FA09-4D60-95A8-589F157A93F4}"/>
              </a:ext>
            </a:extLst>
          </p:cNvPr>
          <p:cNvSpPr>
            <a:spLocks noGrp="1"/>
          </p:cNvSpPr>
          <p:nvPr>
            <p:ph type="ftr" sz="quarter" idx="10"/>
          </p:nvPr>
        </p:nvSpPr>
        <p:spPr/>
        <p:txBody>
          <a:bodyPr/>
          <a:lstStyle/>
          <a:p>
            <a:pPr>
              <a:lnSpc>
                <a:spcPct val="100000"/>
              </a:lnSpc>
            </a:pPr>
            <a:r>
              <a:rPr lang="it-IT" noProof="0" dirty="0"/>
              <a:t>Frei </a:t>
            </a:r>
            <a:r>
              <a:rPr lang="it-IT" noProof="0" dirty="0" err="1"/>
              <a:t>verwendbar</a:t>
            </a:r>
            <a:r>
              <a:rPr lang="it-IT" noProof="0" dirty="0"/>
              <a:t> | © Siemens 2022 | DI FA | 08.12.2022</a:t>
            </a:r>
            <a:endParaRPr lang="de-DE" noProof="0" dirty="0"/>
          </a:p>
        </p:txBody>
      </p:sp>
      <p:sp>
        <p:nvSpPr>
          <p:cNvPr id="6" name="Slide Number Placeholder">
            <a:extLst>
              <a:ext uri="{FF2B5EF4-FFF2-40B4-BE49-F238E27FC236}">
                <a16:creationId xmlns:a16="http://schemas.microsoft.com/office/drawing/2014/main" id="{7B1666FD-2258-443A-846C-6C7533C61D5C}"/>
              </a:ext>
            </a:extLst>
          </p:cNvPr>
          <p:cNvSpPr>
            <a:spLocks noGrp="1"/>
          </p:cNvSpPr>
          <p:nvPr>
            <p:ph type="sldNum" sz="quarter" idx="11"/>
          </p:nvPr>
        </p:nvSpPr>
        <p:spPr/>
        <p:txBody>
          <a:bodyPr/>
          <a:lstStyle/>
          <a:p>
            <a:r>
              <a:rPr lang="de-DE" noProof="0" dirty="0"/>
              <a:t>Seite </a:t>
            </a:r>
            <a:fld id="{15EBE321-CBB1-4E91-BD14-37C8D44326FB}" type="slidenum">
              <a:rPr lang="de-DE" noProof="0" smtClean="0"/>
              <a:pPr/>
              <a:t>‹Nr.›</a:t>
            </a:fld>
            <a:endParaRPr lang="de-DE" noProof="0" dirty="0"/>
          </a:p>
        </p:txBody>
      </p:sp>
      <p:pic>
        <p:nvPicPr>
          <p:cNvPr id="8" name="Siemens Logo">
            <a:extLst>
              <a:ext uri="{FF2B5EF4-FFF2-40B4-BE49-F238E27FC236}">
                <a16:creationId xmlns:a16="http://schemas.microsoft.com/office/drawing/2014/main" id="{91EB517C-C8FD-4E2E-B744-DB952E96B47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842942607"/>
      </p:ext>
    </p:extLst>
  </p:cSld>
  <p:clrMapOvr>
    <a:masterClrMapping/>
  </p:clrMapOvr>
  <p:extLst>
    <p:ext uri="{DCECCB84-F9BA-43D5-87BE-67443E8EF086}">
      <p15:sldGuideLst xmlns:p15="http://schemas.microsoft.com/office/powerpoint/2012/main">
        <p15:guide id="1" pos="259" userDrawn="1">
          <p15:clr>
            <a:srgbClr val="65CEFF"/>
          </p15:clr>
        </p15:guide>
        <p15:guide id="2" pos="4794" userDrawn="1">
          <p15:clr>
            <a:srgbClr val="65CEFF"/>
          </p15:clr>
        </p15:guide>
        <p15:guide id="3" pos="6472" userDrawn="1">
          <p15:clr>
            <a:srgbClr val="65CEFF"/>
          </p15:clr>
        </p15:guide>
        <p15:guide id="4" pos="7425" userDrawn="1">
          <p15:clr>
            <a:srgbClr val="65CEFF"/>
          </p15:clr>
        </p15:guide>
        <p15:guide id="5" orient="horz" pos="302" userDrawn="1">
          <p15:clr>
            <a:srgbClr val="65CEFF"/>
          </p15:clr>
        </p15:guide>
        <p15:guide id="6" orient="horz" pos="664" userDrawn="1">
          <p15:clr>
            <a:srgbClr val="65CEFF"/>
          </p15:clr>
        </p15:guide>
        <p15:guide id="7" orient="horz" pos="891" userDrawn="1">
          <p15:clr>
            <a:srgbClr val="65CEFF"/>
          </p15:clr>
        </p15:guide>
        <p15:guide id="8" orient="horz" pos="3658" userDrawn="1">
          <p15:clr>
            <a:srgbClr val="65CEFF"/>
          </p15:clr>
        </p15:guide>
        <p15:guide id="9" orient="horz" pos="3885" userDrawn="1">
          <p15:clr>
            <a:srgbClr val="65CEFF"/>
          </p15:clr>
        </p15:guide>
        <p15:guide id="10" orient="horz" pos="4157" userDrawn="1">
          <p15:clr>
            <a:srgbClr val="65CEF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B29E3DA4-014E-4F3D-8186-84366ADFCB03}"/>
              </a:ext>
            </a:extLst>
          </p:cNvPr>
          <p:cNvSpPr>
            <a:spLocks noGrp="1"/>
          </p:cNvSpPr>
          <p:nvPr>
            <p:ph type="title" hasCustomPrompt="1"/>
          </p:nvPr>
        </p:nvSpPr>
        <p:spPr>
          <a:xfrm>
            <a:off x="411163" y="1234800"/>
            <a:ext cx="9863237" cy="1162523"/>
          </a:xfrm>
          <a:blipFill dpi="0" rotWithShape="1">
            <a:blip r:embed="rId2">
              <a:extLst>
                <a:ext uri="{96DAC541-7B7A-43D3-8B79-37D633B846F1}">
                  <asvg:svgBlip xmlns:asvg="http://schemas.microsoft.com/office/drawing/2016/SVG/main" r:embed="rId3"/>
                </a:ext>
              </a:extLst>
            </a:blip>
            <a:srcRect/>
            <a:stretch>
              <a:fillRect/>
            </a:stretch>
          </a:blipFill>
        </p:spPr>
        <p:txBody>
          <a:bodyPr wrap="square" lIns="0" tIns="54000" rIns="0" bIns="0" anchor="t" anchorCtr="0">
            <a:spAutoFit/>
          </a:bodyPr>
          <a:lstStyle>
            <a:lvl1pPr marL="540000">
              <a:defRPr sz="8000">
                <a:solidFill>
                  <a:schemeClr val="tx1"/>
                </a:solidFill>
              </a:defRPr>
            </a:lvl1pPr>
          </a:lstStyle>
          <a:p>
            <a:r>
              <a:rPr lang="de-DE" noProof="0"/>
              <a:t>Kontakt</a:t>
            </a:r>
          </a:p>
        </p:txBody>
      </p:sp>
      <p:sp>
        <p:nvSpPr>
          <p:cNvPr id="3" name="Copy">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lvl2pPr>
            <a:lvl3pPr marL="180000" indent="-180000" algn="l">
              <a:spcAft>
                <a:spcPts val="0"/>
              </a:spcAft>
              <a:buFont typeface="Arial" panose="020B0604020202020204" pitchFamily="34" charset="0"/>
              <a:buChar char="•"/>
              <a:defRPr sz="1400" b="0"/>
            </a:lvl3pPr>
            <a:lvl4pPr marL="360000" indent="-180000" algn="l">
              <a:spcAft>
                <a:spcPts val="0"/>
              </a:spcAft>
              <a:buFont typeface="Arial" panose="020B0604020202020204" pitchFamily="34" charset="0"/>
              <a:buChar char="•"/>
              <a:defRPr sz="1400"/>
            </a:lvl4pPr>
            <a:lvl5pPr marL="360000" indent="-180000" algn="l">
              <a:spcAft>
                <a:spcPts val="0"/>
              </a:spcAft>
              <a:buFont typeface="Arial" panose="020B0604020202020204" pitchFamily="34" charset="0"/>
              <a:buChar char="•"/>
              <a:defRPr sz="1400" b="1"/>
            </a:lvl5pPr>
            <a:lvl6pPr marL="540000" indent="-180000" algn="l">
              <a:spcAft>
                <a:spcPts val="0"/>
              </a:spcAft>
              <a:buFont typeface="Arial" panose="020B0604020202020204" pitchFamily="34" charset="0"/>
              <a:buChar char="•"/>
              <a:defRPr sz="1400"/>
            </a:lvl6pPr>
            <a:lvl7pPr marL="540000" indent="-180000" algn="l">
              <a:spcAft>
                <a:spcPts val="0"/>
              </a:spcAft>
              <a:buFont typeface="Arial" panose="020B0604020202020204" pitchFamily="34" charset="0"/>
              <a:buChar char="•"/>
              <a:defRPr sz="1400" b="1"/>
            </a:lvl7pPr>
            <a:lvl8pPr marL="720000" indent="-180000" algn="l">
              <a:spcAft>
                <a:spcPts val="0"/>
              </a:spcAft>
              <a:buFont typeface="Arial" panose="020B0604020202020204" pitchFamily="34" charset="0"/>
              <a:buChar char="•"/>
              <a:defRPr sz="1400"/>
            </a:lvl8pPr>
            <a:lvl9pPr marL="720000" indent="-180000" algn="l">
              <a:spcAft>
                <a:spcPts val="0"/>
              </a:spcAft>
              <a:buFont typeface="Arial" panose="020B0604020202020204" pitchFamily="34" charset="0"/>
              <a:buChar char="•"/>
              <a:defRPr sz="1400" b="1"/>
            </a:lvl9pPr>
          </a:lstStyle>
          <a:p>
            <a:pPr lvl="0"/>
            <a:r>
              <a:rPr lang="de-DE" noProof="0"/>
              <a:t>Kontakt bearbeiten</a:t>
            </a:r>
          </a:p>
          <a:p>
            <a:pPr lvl="1"/>
            <a:r>
              <a:rPr lang="de-DE" noProof="0"/>
              <a:t>Name etc.</a:t>
            </a:r>
          </a:p>
          <a:p>
            <a:pPr lvl="2"/>
            <a:r>
              <a:rPr lang="de-DE" noProof="0"/>
              <a:t>Abteilung etc.</a:t>
            </a:r>
          </a:p>
          <a:p>
            <a:pPr lvl="3"/>
            <a:r>
              <a:rPr lang="de-DE" noProof="0"/>
              <a:t>Unterkapitel</a:t>
            </a:r>
          </a:p>
          <a:p>
            <a:pPr lvl="4"/>
            <a:r>
              <a:rPr lang="de-DE" noProof="0"/>
              <a:t>Aktives Unterkapitel</a:t>
            </a:r>
          </a:p>
        </p:txBody>
      </p:sp>
      <p:sp>
        <p:nvSpPr>
          <p:cNvPr id="8" name="Footer Placeholder">
            <a:extLst>
              <a:ext uri="{FF2B5EF4-FFF2-40B4-BE49-F238E27FC236}">
                <a16:creationId xmlns:a16="http://schemas.microsoft.com/office/drawing/2014/main" id="{3279A350-3BB2-4CA2-A422-8F5A951F6F64}"/>
              </a:ext>
            </a:extLst>
          </p:cNvPr>
          <p:cNvSpPr>
            <a:spLocks noGrp="1"/>
          </p:cNvSpPr>
          <p:nvPr>
            <p:ph type="ftr" sz="quarter" idx="10"/>
          </p:nvPr>
        </p:nvSpPr>
        <p:spPr/>
        <p:txBody>
          <a:bodyPr/>
          <a:lstStyle/>
          <a:p>
            <a:pPr>
              <a:lnSpc>
                <a:spcPct val="100000"/>
              </a:lnSpc>
            </a:pPr>
            <a:r>
              <a:rPr lang="it-IT" noProof="0" dirty="0"/>
              <a:t>Frei </a:t>
            </a:r>
            <a:r>
              <a:rPr lang="it-IT" noProof="0" dirty="0" err="1"/>
              <a:t>verwendbar</a:t>
            </a:r>
            <a:r>
              <a:rPr lang="it-IT" noProof="0" dirty="0"/>
              <a:t> | © Siemens 2022 | DI FA | 08.12.2022</a:t>
            </a:r>
            <a:endParaRPr lang="de-DE" noProof="0" dirty="0"/>
          </a:p>
        </p:txBody>
      </p:sp>
      <p:sp>
        <p:nvSpPr>
          <p:cNvPr id="9" name="Slide Number Placeholder">
            <a:extLst>
              <a:ext uri="{FF2B5EF4-FFF2-40B4-BE49-F238E27FC236}">
                <a16:creationId xmlns:a16="http://schemas.microsoft.com/office/drawing/2014/main" id="{CFF9630D-791D-45AE-8E5E-36F747F599E9}"/>
              </a:ext>
            </a:extLst>
          </p:cNvPr>
          <p:cNvSpPr>
            <a:spLocks noGrp="1"/>
          </p:cNvSpPr>
          <p:nvPr>
            <p:ph type="sldNum" sz="quarter" idx="11"/>
          </p:nvPr>
        </p:nvSpPr>
        <p:spPr/>
        <p:txBody>
          <a:bodyPr/>
          <a:lstStyle/>
          <a:p>
            <a:r>
              <a:rPr lang="de-DE" noProof="0" dirty="0"/>
              <a:t>Seite </a:t>
            </a:r>
            <a:fld id="{15EBE321-CBB1-4E91-BD14-37C8D44326FB}" type="slidenum">
              <a:rPr lang="de-DE" noProof="0" smtClean="0"/>
              <a:pPr/>
              <a:t>‹Nr.›</a:t>
            </a:fld>
            <a:endParaRPr lang="de-DE" noProof="0" dirty="0"/>
          </a:p>
        </p:txBody>
      </p:sp>
      <p:pic>
        <p:nvPicPr>
          <p:cNvPr id="10" name="Siemens Logo">
            <a:extLst>
              <a:ext uri="{FF2B5EF4-FFF2-40B4-BE49-F238E27FC236}">
                <a16:creationId xmlns:a16="http://schemas.microsoft.com/office/drawing/2014/main" id="{5FD2C39E-5D81-4A0E-9F45-909328900889}"/>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41007990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6472" userDrawn="1">
          <p15:clr>
            <a:srgbClr val="65CEFF"/>
          </p15:clr>
        </p15:guide>
        <p15:guide id="3" pos="7425" userDrawn="1">
          <p15:clr>
            <a:srgbClr val="65CEFF"/>
          </p15:clr>
        </p15:guide>
        <p15:guide id="4" orient="horz" pos="778" userDrawn="1">
          <p15:clr>
            <a:srgbClr val="65CEFF"/>
          </p15:clr>
        </p15:guide>
        <p15:guide id="5" orient="horz" pos="3658" userDrawn="1">
          <p15:clr>
            <a:srgbClr val="65CEFF"/>
          </p15:clr>
        </p15:guide>
        <p15:guide id="6" orient="horz" pos="4157" userDrawn="1">
          <p15:clr>
            <a:srgbClr val="65CE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Free Content" userDrawn="1">
  <p:cSld name="1_Free Content">
    <p:spTree>
      <p:nvGrpSpPr>
        <p:cNvPr id="1" name=""/>
        <p:cNvGrpSpPr/>
        <p:nvPr/>
      </p:nvGrpSpPr>
      <p:grpSpPr>
        <a:xfrm>
          <a:off x="0" y="0"/>
          <a:ext cx="0" cy="0"/>
          <a:chOff x="0" y="0"/>
          <a:chExt cx="0" cy="0"/>
        </a:xfrm>
      </p:grpSpPr>
      <p:graphicFrame>
        <p:nvGraphicFramePr>
          <p:cNvPr id="9" name="Objekt 8" hidden="1"/>
          <p:cNvGraphicFramePr>
            <a:graphicFrameLocks noChangeAspect="1"/>
          </p:cNvGraphicFramePr>
          <p:nvPr userDrawn="1">
            <p:custDataLst>
              <p:tags r:id="rId2"/>
            </p:custDataLst>
            <p:extLst>
              <p:ext uri="{D42A27DB-BD31-4B8C-83A1-F6EECF244321}">
                <p14:modId xmlns:p14="http://schemas.microsoft.com/office/powerpoint/2010/main" val="2688996751"/>
              </p:ext>
            </p:extLst>
          </p:nvPr>
        </p:nvGraphicFramePr>
        <p:xfrm>
          <a:off x="1588" y="1589"/>
          <a:ext cx="1586" cy="1587"/>
        </p:xfrm>
        <a:graphic>
          <a:graphicData uri="http://schemas.openxmlformats.org/presentationml/2006/ole">
            <mc:AlternateContent xmlns:mc="http://schemas.openxmlformats.org/markup-compatibility/2006">
              <mc:Choice xmlns:v="urn:schemas-microsoft-com:vml" Requires="v">
                <p:oleObj name="think-cell Folie" r:id="rId6" imgW="270" imgH="270" progId="TCLayout.ActiveDocument.1">
                  <p:embed/>
                </p:oleObj>
              </mc:Choice>
              <mc:Fallback>
                <p:oleObj name="think-cell Folie" r:id="rId6" imgW="270" imgH="270" progId="TCLayout.ActiveDocument.1">
                  <p:embed/>
                  <p:pic>
                    <p:nvPicPr>
                      <p:cNvPr id="9" name="Objekt 8" hidden="1"/>
                      <p:cNvPicPr/>
                      <p:nvPr/>
                    </p:nvPicPr>
                    <p:blipFill>
                      <a:blip r:embed="rId7"/>
                      <a:stretch>
                        <a:fillRect/>
                      </a:stretch>
                    </p:blipFill>
                    <p:spPr>
                      <a:xfrm>
                        <a:off x="1588" y="1589"/>
                        <a:ext cx="1586" cy="1587"/>
                      </a:xfrm>
                      <a:prstGeom prst="rect">
                        <a:avLst/>
                      </a:prstGeom>
                    </p:spPr>
                  </p:pic>
                </p:oleObj>
              </mc:Fallback>
            </mc:AlternateContent>
          </a:graphicData>
        </a:graphic>
      </p:graphicFrame>
      <p:sp>
        <p:nvSpPr>
          <p:cNvPr id="6" name="Titel 5"/>
          <p:cNvSpPr>
            <a:spLocks noGrp="1"/>
          </p:cNvSpPr>
          <p:nvPr>
            <p:ph type="title" hasCustomPrompt="1"/>
          </p:nvPr>
        </p:nvSpPr>
        <p:spPr bwMode="gray"/>
        <p:txBody>
          <a:bodyPr/>
          <a:lstStyle/>
          <a:p>
            <a:r>
              <a:rPr lang="en-US" noProof="0"/>
              <a:t>Titelmasterformat durch Klicken bearbeiten</a:t>
            </a:r>
          </a:p>
        </p:txBody>
      </p:sp>
      <p:sp>
        <p:nvSpPr>
          <p:cNvPr id="11" name="Rechteck 10" hidden="1"/>
          <p:cNvSpPr/>
          <p:nvPr userDrawn="1">
            <p:custDataLst>
              <p:tags r:id="rId3"/>
            </p:custDataLst>
          </p:nvPr>
        </p:nvSpPr>
        <p:spPr bwMode="gray">
          <a:xfrm>
            <a:off x="0" y="1414800"/>
            <a:ext cx="12190451" cy="4806000"/>
          </a:xfrm>
          <a:prstGeom prst="rect">
            <a:avLst/>
          </a:prstGeom>
          <a:solidFill>
            <a:srgbClr val="C00000"/>
          </a:solidFill>
          <a:ln>
            <a:noFill/>
          </a:ln>
          <a:effectLst/>
        </p:spPr>
        <p:txBody>
          <a:bodyPr wrap="square" lIns="107944" tIns="53972" rIns="107944" bIns="53972" numCol="1" spcCol="72000" rtlCol="0" anchor="ctr">
            <a:noAutofit/>
          </a:bodyPr>
          <a:lstStyle/>
          <a:p>
            <a:pPr algn="ctr">
              <a:lnSpc>
                <a:spcPct val="110000"/>
              </a:lnSpc>
              <a:spcBef>
                <a:spcPct val="0"/>
              </a:spcBef>
              <a:buFont typeface="Wingdings" charset="0"/>
              <a:buNone/>
            </a:pPr>
            <a:endParaRPr lang="de-DE" sz="1799">
              <a:solidFill>
                <a:schemeClr val="tx1"/>
              </a:solidFill>
              <a:latin typeface="+mn-lt"/>
              <a:ea typeface="Arial Unicode MS" panose="020B0604020202020204" pitchFamily="34" charset="-128"/>
              <a:cs typeface="Arial Unicode MS" panose="020B0604020202020204" pitchFamily="34" charset="-128"/>
            </a:endParaRPr>
          </a:p>
        </p:txBody>
      </p:sp>
      <p:sp>
        <p:nvSpPr>
          <p:cNvPr id="12" name="Rechteck 11" hidden="1"/>
          <p:cNvSpPr/>
          <p:nvPr userDrawn="1">
            <p:custDataLst>
              <p:tags r:id="rId4"/>
            </p:custDataLst>
          </p:nvPr>
        </p:nvSpPr>
        <p:spPr bwMode="gray">
          <a:xfrm>
            <a:off x="8974226" y="-1"/>
            <a:ext cx="3217774" cy="1412876"/>
          </a:xfrm>
          <a:prstGeom prst="rect">
            <a:avLst/>
          </a:prstGeom>
          <a:solidFill>
            <a:schemeClr val="accent4"/>
          </a:solidFill>
          <a:ln>
            <a:noFill/>
          </a:ln>
          <a:effectLst/>
        </p:spPr>
        <p:txBody>
          <a:bodyPr wrap="square" lIns="107944" tIns="53972" rIns="107944" bIns="53972" numCol="1" spcCol="72000" rtlCol="0" anchor="ctr">
            <a:noAutofit/>
          </a:bodyPr>
          <a:lstStyle/>
          <a:p>
            <a:pPr algn="ctr">
              <a:lnSpc>
                <a:spcPct val="110000"/>
              </a:lnSpc>
              <a:spcBef>
                <a:spcPct val="0"/>
              </a:spcBef>
              <a:buFont typeface="Wingdings" charset="0"/>
              <a:buNone/>
            </a:pPr>
            <a:endParaRPr lang="de-DE" sz="1799">
              <a:solidFill>
                <a:schemeClr val="tx1"/>
              </a:solidFill>
              <a:latin typeface="+mn-lt"/>
              <a:ea typeface="Arial Unicode MS" panose="020B0604020202020204" pitchFamily="34" charset="-128"/>
              <a:cs typeface="Arial Unicode MS" panose="020B0604020202020204" pitchFamily="34" charset="-128"/>
            </a:endParaRPr>
          </a:p>
        </p:txBody>
      </p:sp>
    </p:spTree>
    <p:custDataLst>
      <p:custData r:id="rId1"/>
    </p:custDataLst>
    <p:extLst>
      <p:ext uri="{BB962C8B-B14F-4D97-AF65-F5344CB8AC3E}">
        <p14:creationId xmlns:p14="http://schemas.microsoft.com/office/powerpoint/2010/main" val="2560382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ACB07DB3-4EDB-44E5-BD6D-77203D8A2415}"/>
              </a:ext>
            </a:extLst>
          </p:cNvPr>
          <p:cNvGraphicFramePr>
            <a:graphicFrameLocks noChangeAspect="1"/>
          </p:cNvGraphicFramePr>
          <p:nvPr userDrawn="1">
            <p:custDataLst>
              <p:tags r:id="rId9"/>
            </p:custDataLst>
            <p:extLst>
              <p:ext uri="{D42A27DB-BD31-4B8C-83A1-F6EECF244321}">
                <p14:modId xmlns:p14="http://schemas.microsoft.com/office/powerpoint/2010/main" val="6833549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0" imgW="532" imgH="533" progId="TCLayout.ActiveDocument.1">
                  <p:embed/>
                </p:oleObj>
              </mc:Choice>
              <mc:Fallback>
                <p:oleObj name="think-cell Folie" r:id="rId10" imgW="532" imgH="533" progId="TCLayout.ActiveDocument.1">
                  <p:embed/>
                  <p:pic>
                    <p:nvPicPr>
                      <p:cNvPr id="7" name="Objekt 6" hidden="1">
                        <a:extLst>
                          <a:ext uri="{FF2B5EF4-FFF2-40B4-BE49-F238E27FC236}">
                            <a16:creationId xmlns:a16="http://schemas.microsoft.com/office/drawing/2014/main" id="{ACB07DB3-4EDB-44E5-BD6D-77203D8A2415}"/>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Placeholder">
            <a:extLst>
              <a:ext uri="{FF2B5EF4-FFF2-40B4-BE49-F238E27FC236}">
                <a16:creationId xmlns:a16="http://schemas.microsoft.com/office/drawing/2014/main" id="{2500D031-E8B7-42AD-B616-57A243A31EFA}"/>
              </a:ext>
            </a:extLst>
          </p:cNvPr>
          <p:cNvSpPr>
            <a:spLocks noGrp="1"/>
          </p:cNvSpPr>
          <p:nvPr>
            <p:ph type="title"/>
          </p:nvPr>
        </p:nvSpPr>
        <p:spPr>
          <a:xfrm>
            <a:off x="410400" y="478800"/>
            <a:ext cx="9863997" cy="576000"/>
          </a:xfrm>
          <a:prstGeom prst="rect">
            <a:avLst/>
          </a:prstGeom>
        </p:spPr>
        <p:txBody>
          <a:bodyPr vert="horz" lIns="0" tIns="0" rIns="324000" bIns="14400" rtlCol="0" anchor="t" anchorCtr="0">
            <a:noAutofit/>
          </a:bodyPr>
          <a:lstStyle/>
          <a:p>
            <a:r>
              <a:rPr lang="de-DE" noProof="0" dirty="0"/>
              <a:t>Titelmasterformat durch Klicken bearbeiten</a:t>
            </a:r>
          </a:p>
        </p:txBody>
      </p:sp>
      <p:sp>
        <p:nvSpPr>
          <p:cNvPr id="3" name="Text Placeholder">
            <a:extLst>
              <a:ext uri="{FF2B5EF4-FFF2-40B4-BE49-F238E27FC236}">
                <a16:creationId xmlns:a16="http://schemas.microsoft.com/office/drawing/2014/main" id="{6750A408-ED0E-47CF-AC3A-5AD4A6E25CE3}"/>
              </a:ext>
            </a:extLst>
          </p:cNvPr>
          <p:cNvSpPr>
            <a:spLocks noGrp="1"/>
          </p:cNvSpPr>
          <p:nvPr>
            <p:ph type="body" idx="1"/>
          </p:nvPr>
        </p:nvSpPr>
        <p:spPr>
          <a:xfrm>
            <a:off x="411161" y="1414800"/>
            <a:ext cx="7200000" cy="4536000"/>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Siebente Ebene</a:t>
            </a:r>
          </a:p>
          <a:p>
            <a:pPr lvl="7"/>
            <a:r>
              <a:rPr lang="de-DE" noProof="0"/>
              <a:t>Achte Ebene</a:t>
            </a:r>
          </a:p>
          <a:p>
            <a:pPr lvl="8"/>
            <a:r>
              <a:rPr lang="de-DE" noProof="0"/>
              <a:t>Neunte Ebene</a:t>
            </a:r>
          </a:p>
        </p:txBody>
      </p:sp>
      <p:sp>
        <p:nvSpPr>
          <p:cNvPr id="5" name="Footer Placeholder">
            <a:extLst>
              <a:ext uri="{FF2B5EF4-FFF2-40B4-BE49-F238E27FC236}">
                <a16:creationId xmlns:a16="http://schemas.microsoft.com/office/drawing/2014/main" id="{4F5CAFE5-0972-49AB-B42B-7C613C153AFE}"/>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it-IT" noProof="0" dirty="0"/>
              <a:t>Frei </a:t>
            </a:r>
            <a:r>
              <a:rPr lang="it-IT" noProof="0" dirty="0" err="1"/>
              <a:t>verwendbar</a:t>
            </a:r>
            <a:r>
              <a:rPr lang="it-IT" noProof="0" dirty="0"/>
              <a:t> | © Siemens 2022 | DI FA | 08.12.2022</a:t>
            </a:r>
            <a:endParaRPr lang="de-DE" noProof="0" dirty="0"/>
          </a:p>
        </p:txBody>
      </p:sp>
      <p:sp>
        <p:nvSpPr>
          <p:cNvPr id="6" name="Slide Number Placeholder">
            <a:extLst>
              <a:ext uri="{FF2B5EF4-FFF2-40B4-BE49-F238E27FC236}">
                <a16:creationId xmlns:a16="http://schemas.microsoft.com/office/drawing/2014/main" id="{1C051FD7-F65C-4306-9083-C9770A0AF2DF}"/>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de-DE" noProof="0" dirty="0"/>
              <a:t>Seite </a:t>
            </a:r>
            <a:fld id="{15EBE321-CBB1-4E91-BD14-37C8D44326FB}" type="slidenum">
              <a:rPr lang="de-DE" noProof="0" smtClean="0"/>
              <a:pPr/>
              <a:t>‹Nr.›</a:t>
            </a:fld>
            <a:endParaRPr lang="de-DE" noProof="0" dirty="0"/>
          </a:p>
        </p:txBody>
      </p:sp>
    </p:spTree>
    <p:extLst>
      <p:ext uri="{BB962C8B-B14F-4D97-AF65-F5344CB8AC3E}">
        <p14:creationId xmlns:p14="http://schemas.microsoft.com/office/powerpoint/2010/main" val="1698585145"/>
      </p:ext>
    </p:extLst>
  </p:cSld>
  <p:clrMap bg1="lt1" tx1="dk1" bg2="lt2" tx2="dk2" accent1="accent1" accent2="accent2" accent3="accent3" accent4="accent4" accent5="accent5" accent6="accent6" hlink="hlink" folHlink="folHlink"/>
  <p:sldLayoutIdLst>
    <p:sldLayoutId id="2147483730" r:id="rId1"/>
    <p:sldLayoutId id="2147483737" r:id="rId2"/>
    <p:sldLayoutId id="2147483708" r:id="rId3"/>
    <p:sldLayoutId id="2147483655" r:id="rId4"/>
    <p:sldLayoutId id="2147483650" r:id="rId5"/>
    <p:sldLayoutId id="2147483678" r:id="rId6"/>
    <p:sldLayoutId id="2147483738" r:id="rId7"/>
  </p:sldLayoutIdLst>
  <p:hf sldNum="0" hd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image" Target="../media/image14.png"/><Relationship Id="rId5" Type="http://schemas.openxmlformats.org/officeDocument/2006/relationships/image" Target="../media/image13.jp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tags" Target="../tags/tag7.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8" Type="http://schemas.openxmlformats.org/officeDocument/2006/relationships/slide" Target="slide20.xml"/><Relationship Id="rId13" Type="http://schemas.openxmlformats.org/officeDocument/2006/relationships/slide" Target="slide45.xml"/><Relationship Id="rId18" Type="http://schemas.openxmlformats.org/officeDocument/2006/relationships/slide" Target="slide79.xml"/><Relationship Id="rId3" Type="http://schemas.openxmlformats.org/officeDocument/2006/relationships/oleObject" Target="../embeddings/oleObject4.bin"/><Relationship Id="rId7" Type="http://schemas.openxmlformats.org/officeDocument/2006/relationships/slide" Target="slide11.xml"/><Relationship Id="rId12" Type="http://schemas.openxmlformats.org/officeDocument/2006/relationships/slide" Target="slide40.xml"/><Relationship Id="rId17" Type="http://schemas.openxmlformats.org/officeDocument/2006/relationships/slide" Target="slide76.xml"/><Relationship Id="rId2" Type="http://schemas.openxmlformats.org/officeDocument/2006/relationships/slideLayout" Target="../slideLayouts/slideLayout3.xml"/><Relationship Id="rId16" Type="http://schemas.openxmlformats.org/officeDocument/2006/relationships/slide" Target="slide68.xml"/><Relationship Id="rId1" Type="http://schemas.openxmlformats.org/officeDocument/2006/relationships/tags" Target="../tags/tag8.xml"/><Relationship Id="rId6" Type="http://schemas.openxmlformats.org/officeDocument/2006/relationships/slide" Target="slide7.xml"/><Relationship Id="rId11" Type="http://schemas.openxmlformats.org/officeDocument/2006/relationships/slide" Target="slide35.xml"/><Relationship Id="rId5" Type="http://schemas.openxmlformats.org/officeDocument/2006/relationships/slide" Target="slide4.xml"/><Relationship Id="rId15" Type="http://schemas.openxmlformats.org/officeDocument/2006/relationships/slide" Target="slide61.xml"/><Relationship Id="rId10" Type="http://schemas.openxmlformats.org/officeDocument/2006/relationships/slide" Target="slide31.xml"/><Relationship Id="rId4" Type="http://schemas.openxmlformats.org/officeDocument/2006/relationships/image" Target="../media/image1.emf"/><Relationship Id="rId9" Type="http://schemas.openxmlformats.org/officeDocument/2006/relationships/slide" Target="slide25.xml"/><Relationship Id="rId14" Type="http://schemas.openxmlformats.org/officeDocument/2006/relationships/slide" Target="slide49.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8" Type="http://schemas.openxmlformats.org/officeDocument/2006/relationships/image" Target="../media/image16.jpg"/><Relationship Id="rId3" Type="http://schemas.openxmlformats.org/officeDocument/2006/relationships/tags" Target="../tags/tag12.xml"/><Relationship Id="rId7" Type="http://schemas.openxmlformats.org/officeDocument/2006/relationships/image" Target="../media/image15.emf"/><Relationship Id="rId12" Type="http://schemas.openxmlformats.org/officeDocument/2006/relationships/image" Target="../media/image20.jp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oleObject" Target="../embeddings/oleObject6.bin"/><Relationship Id="rId11" Type="http://schemas.openxmlformats.org/officeDocument/2006/relationships/image" Target="../media/image19.jpg"/><Relationship Id="rId5" Type="http://schemas.openxmlformats.org/officeDocument/2006/relationships/notesSlide" Target="../notesSlides/notesSlide1.xml"/><Relationship Id="rId10" Type="http://schemas.openxmlformats.org/officeDocument/2006/relationships/image" Target="../media/image18.jpg"/><Relationship Id="rId4" Type="http://schemas.openxmlformats.org/officeDocument/2006/relationships/slideLayout" Target="../slideLayouts/slideLayout3.xml"/><Relationship Id="rId9" Type="http://schemas.openxmlformats.org/officeDocument/2006/relationships/image" Target="../media/image17.jp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21.jpeg"/><Relationship Id="rId4"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16.xml"/><Relationship Id="rId6" Type="http://schemas.openxmlformats.org/officeDocument/2006/relationships/image" Target="../media/image23.png"/><Relationship Id="rId5" Type="http://schemas.openxmlformats.org/officeDocument/2006/relationships/image" Target="../media/image22.emf"/><Relationship Id="rId4"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13" Type="http://schemas.openxmlformats.org/officeDocument/2006/relationships/tags" Target="../tags/tag29.xml"/><Relationship Id="rId18" Type="http://schemas.openxmlformats.org/officeDocument/2006/relationships/tags" Target="../tags/tag34.xml"/><Relationship Id="rId26" Type="http://schemas.openxmlformats.org/officeDocument/2006/relationships/tags" Target="../tags/tag42.xml"/><Relationship Id="rId39" Type="http://schemas.openxmlformats.org/officeDocument/2006/relationships/tags" Target="../tags/tag55.xml"/><Relationship Id="rId3" Type="http://schemas.openxmlformats.org/officeDocument/2006/relationships/tags" Target="../tags/tag19.xml"/><Relationship Id="rId21" Type="http://schemas.openxmlformats.org/officeDocument/2006/relationships/tags" Target="../tags/tag37.xml"/><Relationship Id="rId34" Type="http://schemas.openxmlformats.org/officeDocument/2006/relationships/tags" Target="../tags/tag50.xml"/><Relationship Id="rId42" Type="http://schemas.openxmlformats.org/officeDocument/2006/relationships/tags" Target="../tags/tag58.xml"/><Relationship Id="rId47" Type="http://schemas.openxmlformats.org/officeDocument/2006/relationships/notesSlide" Target="../notesSlides/notesSlide4.xml"/><Relationship Id="rId50" Type="http://schemas.openxmlformats.org/officeDocument/2006/relationships/image" Target="../media/image25.png"/><Relationship Id="rId7" Type="http://schemas.openxmlformats.org/officeDocument/2006/relationships/tags" Target="../tags/tag23.xml"/><Relationship Id="rId12" Type="http://schemas.openxmlformats.org/officeDocument/2006/relationships/tags" Target="../tags/tag28.xml"/><Relationship Id="rId17" Type="http://schemas.openxmlformats.org/officeDocument/2006/relationships/tags" Target="../tags/tag33.xml"/><Relationship Id="rId25" Type="http://schemas.openxmlformats.org/officeDocument/2006/relationships/tags" Target="../tags/tag41.xml"/><Relationship Id="rId33" Type="http://schemas.openxmlformats.org/officeDocument/2006/relationships/tags" Target="../tags/tag49.xml"/><Relationship Id="rId38" Type="http://schemas.openxmlformats.org/officeDocument/2006/relationships/tags" Target="../tags/tag54.xml"/><Relationship Id="rId46" Type="http://schemas.openxmlformats.org/officeDocument/2006/relationships/slideLayout" Target="../slideLayouts/slideLayout3.xml"/><Relationship Id="rId2" Type="http://schemas.openxmlformats.org/officeDocument/2006/relationships/tags" Target="../tags/tag18.xml"/><Relationship Id="rId16" Type="http://schemas.openxmlformats.org/officeDocument/2006/relationships/tags" Target="../tags/tag32.xml"/><Relationship Id="rId20" Type="http://schemas.openxmlformats.org/officeDocument/2006/relationships/tags" Target="../tags/tag36.xml"/><Relationship Id="rId29" Type="http://schemas.openxmlformats.org/officeDocument/2006/relationships/tags" Target="../tags/tag45.xml"/><Relationship Id="rId41" Type="http://schemas.openxmlformats.org/officeDocument/2006/relationships/tags" Target="../tags/tag57.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24" Type="http://schemas.openxmlformats.org/officeDocument/2006/relationships/tags" Target="../tags/tag40.xml"/><Relationship Id="rId32" Type="http://schemas.openxmlformats.org/officeDocument/2006/relationships/tags" Target="../tags/tag48.xml"/><Relationship Id="rId37" Type="http://schemas.openxmlformats.org/officeDocument/2006/relationships/tags" Target="../tags/tag53.xml"/><Relationship Id="rId40" Type="http://schemas.openxmlformats.org/officeDocument/2006/relationships/tags" Target="../tags/tag56.xml"/><Relationship Id="rId45" Type="http://schemas.openxmlformats.org/officeDocument/2006/relationships/tags" Target="../tags/tag61.xml"/><Relationship Id="rId5" Type="http://schemas.openxmlformats.org/officeDocument/2006/relationships/tags" Target="../tags/tag21.xml"/><Relationship Id="rId15" Type="http://schemas.openxmlformats.org/officeDocument/2006/relationships/tags" Target="../tags/tag31.xml"/><Relationship Id="rId23" Type="http://schemas.openxmlformats.org/officeDocument/2006/relationships/tags" Target="../tags/tag39.xml"/><Relationship Id="rId28" Type="http://schemas.openxmlformats.org/officeDocument/2006/relationships/tags" Target="../tags/tag44.xml"/><Relationship Id="rId36" Type="http://schemas.openxmlformats.org/officeDocument/2006/relationships/tags" Target="../tags/tag52.xml"/><Relationship Id="rId49" Type="http://schemas.openxmlformats.org/officeDocument/2006/relationships/image" Target="../media/image1.emf"/><Relationship Id="rId10" Type="http://schemas.openxmlformats.org/officeDocument/2006/relationships/tags" Target="../tags/tag26.xml"/><Relationship Id="rId19" Type="http://schemas.openxmlformats.org/officeDocument/2006/relationships/tags" Target="../tags/tag35.xml"/><Relationship Id="rId31" Type="http://schemas.openxmlformats.org/officeDocument/2006/relationships/tags" Target="../tags/tag47.xml"/><Relationship Id="rId44" Type="http://schemas.openxmlformats.org/officeDocument/2006/relationships/tags" Target="../tags/tag60.xml"/><Relationship Id="rId52" Type="http://schemas.openxmlformats.org/officeDocument/2006/relationships/image" Target="../media/image27.jpg"/><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 Id="rId22" Type="http://schemas.openxmlformats.org/officeDocument/2006/relationships/tags" Target="../tags/tag38.xml"/><Relationship Id="rId27" Type="http://schemas.openxmlformats.org/officeDocument/2006/relationships/tags" Target="../tags/tag43.xml"/><Relationship Id="rId30" Type="http://schemas.openxmlformats.org/officeDocument/2006/relationships/tags" Target="../tags/tag46.xml"/><Relationship Id="rId35" Type="http://schemas.openxmlformats.org/officeDocument/2006/relationships/tags" Target="../tags/tag51.xml"/><Relationship Id="rId43" Type="http://schemas.openxmlformats.org/officeDocument/2006/relationships/tags" Target="../tags/tag59.xml"/><Relationship Id="rId48" Type="http://schemas.openxmlformats.org/officeDocument/2006/relationships/oleObject" Target="../embeddings/oleObject9.bin"/><Relationship Id="rId8" Type="http://schemas.openxmlformats.org/officeDocument/2006/relationships/tags" Target="../tags/tag24.xml"/><Relationship Id="rId51" Type="http://schemas.openxmlformats.org/officeDocument/2006/relationships/image" Target="../media/image26.jpg"/></Relationships>
</file>

<file path=ppt/slides/_rels/slide10.xml.rels><?xml version="1.0" encoding="UTF-8" standalone="yes"?>
<Relationships xmlns="http://schemas.openxmlformats.org/package/2006/relationships"><Relationship Id="rId8" Type="http://schemas.openxmlformats.org/officeDocument/2006/relationships/hyperlink" Target="https://mall.industry.siemens.com/mall/en/en/Catalog/Products/10000396?tree=CatalogTree" TargetMode="External"/><Relationship Id="rId3" Type="http://schemas.openxmlformats.org/officeDocument/2006/relationships/notesSlide" Target="../notesSlides/notesSlide5.xml"/><Relationship Id="rId7" Type="http://schemas.openxmlformats.org/officeDocument/2006/relationships/image" Target="../media/image29.png"/><Relationship Id="rId2" Type="http://schemas.openxmlformats.org/officeDocument/2006/relationships/slideLayout" Target="../slideLayouts/slideLayout3.xml"/><Relationship Id="rId1" Type="http://schemas.openxmlformats.org/officeDocument/2006/relationships/tags" Target="../tags/tag62.xml"/><Relationship Id="rId6" Type="http://schemas.openxmlformats.org/officeDocument/2006/relationships/image" Target="../media/image28.jpeg"/><Relationship Id="rId5" Type="http://schemas.openxmlformats.org/officeDocument/2006/relationships/image" Target="../media/image1.emf"/><Relationship Id="rId4" Type="http://schemas.openxmlformats.org/officeDocument/2006/relationships/oleObject" Target="../embeddings/oleObject10.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tags" Target="../tags/tag63.xml"/><Relationship Id="rId4" Type="http://schemas.openxmlformats.org/officeDocument/2006/relationships/image" Target="../media/image1.emf"/></Relationships>
</file>

<file path=ppt/slides/_rels/slide12.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tags" Target="../tags/tag76.xml"/><Relationship Id="rId18" Type="http://schemas.openxmlformats.org/officeDocument/2006/relationships/tags" Target="../tags/tag81.xml"/><Relationship Id="rId26" Type="http://schemas.openxmlformats.org/officeDocument/2006/relationships/oleObject" Target="../embeddings/oleObject12.bin"/><Relationship Id="rId3" Type="http://schemas.openxmlformats.org/officeDocument/2006/relationships/tags" Target="../tags/tag66.xml"/><Relationship Id="rId21" Type="http://schemas.openxmlformats.org/officeDocument/2006/relationships/slideLayout" Target="../slideLayouts/slideLayout3.xml"/><Relationship Id="rId34" Type="http://schemas.openxmlformats.org/officeDocument/2006/relationships/image" Target="../media/image39.png"/><Relationship Id="rId7" Type="http://schemas.openxmlformats.org/officeDocument/2006/relationships/tags" Target="../tags/tag70.xml"/><Relationship Id="rId12" Type="http://schemas.openxmlformats.org/officeDocument/2006/relationships/tags" Target="../tags/tag75.xml"/><Relationship Id="rId17" Type="http://schemas.openxmlformats.org/officeDocument/2006/relationships/tags" Target="../tags/tag80.xml"/><Relationship Id="rId25" Type="http://schemas.openxmlformats.org/officeDocument/2006/relationships/image" Target="../media/image32.png"/><Relationship Id="rId33" Type="http://schemas.openxmlformats.org/officeDocument/2006/relationships/image" Target="../media/image38.png"/><Relationship Id="rId2" Type="http://schemas.openxmlformats.org/officeDocument/2006/relationships/tags" Target="../tags/tag65.xml"/><Relationship Id="rId16" Type="http://schemas.openxmlformats.org/officeDocument/2006/relationships/tags" Target="../tags/tag79.xml"/><Relationship Id="rId20" Type="http://schemas.openxmlformats.org/officeDocument/2006/relationships/tags" Target="../tags/tag83.xml"/><Relationship Id="rId29" Type="http://schemas.openxmlformats.org/officeDocument/2006/relationships/image" Target="../media/image34.png"/><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tags" Target="../tags/tag74.xml"/><Relationship Id="rId24" Type="http://schemas.openxmlformats.org/officeDocument/2006/relationships/image" Target="../media/image31.png"/><Relationship Id="rId32" Type="http://schemas.openxmlformats.org/officeDocument/2006/relationships/image" Target="../media/image37.png"/><Relationship Id="rId5" Type="http://schemas.openxmlformats.org/officeDocument/2006/relationships/tags" Target="../tags/tag68.xml"/><Relationship Id="rId15" Type="http://schemas.openxmlformats.org/officeDocument/2006/relationships/tags" Target="../tags/tag78.xml"/><Relationship Id="rId23" Type="http://schemas.openxmlformats.org/officeDocument/2006/relationships/image" Target="../media/image30.png"/><Relationship Id="rId28" Type="http://schemas.openxmlformats.org/officeDocument/2006/relationships/image" Target="../media/image33.bin"/><Relationship Id="rId36" Type="http://schemas.openxmlformats.org/officeDocument/2006/relationships/image" Target="../media/image41.svg"/><Relationship Id="rId10" Type="http://schemas.openxmlformats.org/officeDocument/2006/relationships/tags" Target="../tags/tag73.xml"/><Relationship Id="rId19" Type="http://schemas.openxmlformats.org/officeDocument/2006/relationships/tags" Target="../tags/tag82.xml"/><Relationship Id="rId31" Type="http://schemas.openxmlformats.org/officeDocument/2006/relationships/image" Target="../media/image36.png"/><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tags" Target="../tags/tag77.xml"/><Relationship Id="rId22" Type="http://schemas.openxmlformats.org/officeDocument/2006/relationships/notesSlide" Target="../notesSlides/notesSlide6.xml"/><Relationship Id="rId27" Type="http://schemas.openxmlformats.org/officeDocument/2006/relationships/image" Target="../media/image1.emf"/><Relationship Id="rId30" Type="http://schemas.openxmlformats.org/officeDocument/2006/relationships/image" Target="../media/image35.png"/><Relationship Id="rId35" Type="http://schemas.openxmlformats.org/officeDocument/2006/relationships/image" Target="../media/image40.png"/></Relationships>
</file>

<file path=ppt/slides/_rels/slide13.xml.rels><?xml version="1.0" encoding="UTF-8" standalone="yes"?>
<Relationships xmlns="http://schemas.openxmlformats.org/package/2006/relationships"><Relationship Id="rId8" Type="http://schemas.openxmlformats.org/officeDocument/2006/relationships/tags" Target="../tags/tag91.xml"/><Relationship Id="rId13" Type="http://schemas.openxmlformats.org/officeDocument/2006/relationships/tags" Target="../tags/tag96.xml"/><Relationship Id="rId18" Type="http://schemas.openxmlformats.org/officeDocument/2006/relationships/tags" Target="../tags/tag101.xml"/><Relationship Id="rId26" Type="http://schemas.openxmlformats.org/officeDocument/2006/relationships/tags" Target="../tags/tag109.xml"/><Relationship Id="rId39" Type="http://schemas.openxmlformats.org/officeDocument/2006/relationships/image" Target="../media/image37.png"/><Relationship Id="rId3" Type="http://schemas.openxmlformats.org/officeDocument/2006/relationships/tags" Target="../tags/tag86.xml"/><Relationship Id="rId21" Type="http://schemas.openxmlformats.org/officeDocument/2006/relationships/tags" Target="../tags/tag104.xml"/><Relationship Id="rId34" Type="http://schemas.openxmlformats.org/officeDocument/2006/relationships/image" Target="../media/image40.png"/><Relationship Id="rId42" Type="http://schemas.openxmlformats.org/officeDocument/2006/relationships/image" Target="../media/image46.png"/><Relationship Id="rId7" Type="http://schemas.openxmlformats.org/officeDocument/2006/relationships/tags" Target="../tags/tag90.xml"/><Relationship Id="rId12" Type="http://schemas.openxmlformats.org/officeDocument/2006/relationships/tags" Target="../tags/tag95.xml"/><Relationship Id="rId17" Type="http://schemas.openxmlformats.org/officeDocument/2006/relationships/tags" Target="../tags/tag100.xml"/><Relationship Id="rId25" Type="http://schemas.openxmlformats.org/officeDocument/2006/relationships/tags" Target="../tags/tag108.xml"/><Relationship Id="rId33" Type="http://schemas.openxmlformats.org/officeDocument/2006/relationships/image" Target="../media/image1.emf"/><Relationship Id="rId38" Type="http://schemas.openxmlformats.org/officeDocument/2006/relationships/image" Target="../media/image36.png"/><Relationship Id="rId2" Type="http://schemas.openxmlformats.org/officeDocument/2006/relationships/tags" Target="../tags/tag85.xml"/><Relationship Id="rId16" Type="http://schemas.openxmlformats.org/officeDocument/2006/relationships/tags" Target="../tags/tag99.xml"/><Relationship Id="rId20" Type="http://schemas.openxmlformats.org/officeDocument/2006/relationships/tags" Target="../tags/tag103.xml"/><Relationship Id="rId29" Type="http://schemas.openxmlformats.org/officeDocument/2006/relationships/image" Target="../media/image42.png"/><Relationship Id="rId41" Type="http://schemas.openxmlformats.org/officeDocument/2006/relationships/image" Target="../media/image45.png"/><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tags" Target="../tags/tag94.xml"/><Relationship Id="rId24" Type="http://schemas.openxmlformats.org/officeDocument/2006/relationships/tags" Target="../tags/tag107.xml"/><Relationship Id="rId32" Type="http://schemas.openxmlformats.org/officeDocument/2006/relationships/oleObject" Target="../embeddings/oleObject12.bin"/><Relationship Id="rId37" Type="http://schemas.openxmlformats.org/officeDocument/2006/relationships/image" Target="../media/image35.png"/><Relationship Id="rId40" Type="http://schemas.openxmlformats.org/officeDocument/2006/relationships/image" Target="../media/image38.png"/><Relationship Id="rId5" Type="http://schemas.openxmlformats.org/officeDocument/2006/relationships/tags" Target="../tags/tag88.xml"/><Relationship Id="rId15" Type="http://schemas.openxmlformats.org/officeDocument/2006/relationships/tags" Target="../tags/tag98.xml"/><Relationship Id="rId23" Type="http://schemas.openxmlformats.org/officeDocument/2006/relationships/tags" Target="../tags/tag106.xml"/><Relationship Id="rId28" Type="http://schemas.openxmlformats.org/officeDocument/2006/relationships/notesSlide" Target="../notesSlides/notesSlide7.xml"/><Relationship Id="rId36" Type="http://schemas.openxmlformats.org/officeDocument/2006/relationships/image" Target="../media/image34.png"/><Relationship Id="rId10" Type="http://schemas.openxmlformats.org/officeDocument/2006/relationships/tags" Target="../tags/tag93.xml"/><Relationship Id="rId19" Type="http://schemas.openxmlformats.org/officeDocument/2006/relationships/tags" Target="../tags/tag102.xml"/><Relationship Id="rId31" Type="http://schemas.openxmlformats.org/officeDocument/2006/relationships/image" Target="../media/image44.png"/><Relationship Id="rId4" Type="http://schemas.openxmlformats.org/officeDocument/2006/relationships/tags" Target="../tags/tag87.xml"/><Relationship Id="rId9" Type="http://schemas.openxmlformats.org/officeDocument/2006/relationships/tags" Target="../tags/tag92.xml"/><Relationship Id="rId14" Type="http://schemas.openxmlformats.org/officeDocument/2006/relationships/tags" Target="../tags/tag97.xml"/><Relationship Id="rId22" Type="http://schemas.openxmlformats.org/officeDocument/2006/relationships/tags" Target="../tags/tag105.xml"/><Relationship Id="rId27" Type="http://schemas.openxmlformats.org/officeDocument/2006/relationships/slideLayout" Target="../slideLayouts/slideLayout3.xml"/><Relationship Id="rId30" Type="http://schemas.openxmlformats.org/officeDocument/2006/relationships/image" Target="../media/image43.png"/><Relationship Id="rId35" Type="http://schemas.openxmlformats.org/officeDocument/2006/relationships/image" Target="../media/image41.svg"/><Relationship Id="rId43" Type="http://schemas.openxmlformats.org/officeDocument/2006/relationships/image" Target="../media/image33.bin"/></Relationships>
</file>

<file path=ppt/slides/_rels/slide14.xml.rels><?xml version="1.0" encoding="UTF-8" standalone="yes"?>
<Relationships xmlns="http://schemas.openxmlformats.org/package/2006/relationships"><Relationship Id="rId13" Type="http://schemas.openxmlformats.org/officeDocument/2006/relationships/tags" Target="../tags/tag122.xml"/><Relationship Id="rId18" Type="http://schemas.openxmlformats.org/officeDocument/2006/relationships/tags" Target="../tags/tag127.xml"/><Relationship Id="rId26" Type="http://schemas.openxmlformats.org/officeDocument/2006/relationships/tags" Target="../tags/tag135.xml"/><Relationship Id="rId39" Type="http://schemas.openxmlformats.org/officeDocument/2006/relationships/tags" Target="../tags/tag148.xml"/><Relationship Id="rId21" Type="http://schemas.openxmlformats.org/officeDocument/2006/relationships/tags" Target="../tags/tag130.xml"/><Relationship Id="rId34" Type="http://schemas.openxmlformats.org/officeDocument/2006/relationships/tags" Target="../tags/tag143.xml"/><Relationship Id="rId42" Type="http://schemas.openxmlformats.org/officeDocument/2006/relationships/tags" Target="../tags/tag151.xml"/><Relationship Id="rId47" Type="http://schemas.openxmlformats.org/officeDocument/2006/relationships/tags" Target="../tags/tag156.xml"/><Relationship Id="rId50" Type="http://schemas.openxmlformats.org/officeDocument/2006/relationships/tags" Target="../tags/tag159.xml"/><Relationship Id="rId55" Type="http://schemas.openxmlformats.org/officeDocument/2006/relationships/notesSlide" Target="../notesSlides/notesSlide8.xml"/><Relationship Id="rId63" Type="http://schemas.openxmlformats.org/officeDocument/2006/relationships/image" Target="../media/image37.png"/><Relationship Id="rId68" Type="http://schemas.openxmlformats.org/officeDocument/2006/relationships/image" Target="../media/image33.bin"/><Relationship Id="rId7" Type="http://schemas.openxmlformats.org/officeDocument/2006/relationships/tags" Target="../tags/tag116.xml"/><Relationship Id="rId2" Type="http://schemas.openxmlformats.org/officeDocument/2006/relationships/tags" Target="../tags/tag111.xml"/><Relationship Id="rId16" Type="http://schemas.openxmlformats.org/officeDocument/2006/relationships/tags" Target="../tags/tag125.xml"/><Relationship Id="rId29" Type="http://schemas.openxmlformats.org/officeDocument/2006/relationships/tags" Target="../tags/tag138.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tags" Target="../tags/tag120.xml"/><Relationship Id="rId24" Type="http://schemas.openxmlformats.org/officeDocument/2006/relationships/tags" Target="../tags/tag133.xml"/><Relationship Id="rId32" Type="http://schemas.openxmlformats.org/officeDocument/2006/relationships/tags" Target="../tags/tag141.xml"/><Relationship Id="rId37" Type="http://schemas.openxmlformats.org/officeDocument/2006/relationships/tags" Target="../tags/tag146.xml"/><Relationship Id="rId40" Type="http://schemas.openxmlformats.org/officeDocument/2006/relationships/tags" Target="../tags/tag149.xml"/><Relationship Id="rId45" Type="http://schemas.openxmlformats.org/officeDocument/2006/relationships/tags" Target="../tags/tag154.xml"/><Relationship Id="rId53" Type="http://schemas.openxmlformats.org/officeDocument/2006/relationships/tags" Target="../tags/tag162.xml"/><Relationship Id="rId58" Type="http://schemas.openxmlformats.org/officeDocument/2006/relationships/oleObject" Target="../embeddings/oleObject13.bin"/><Relationship Id="rId66" Type="http://schemas.openxmlformats.org/officeDocument/2006/relationships/image" Target="../media/image40.png"/><Relationship Id="rId5" Type="http://schemas.openxmlformats.org/officeDocument/2006/relationships/tags" Target="../tags/tag114.xml"/><Relationship Id="rId15" Type="http://schemas.openxmlformats.org/officeDocument/2006/relationships/tags" Target="../tags/tag124.xml"/><Relationship Id="rId23" Type="http://schemas.openxmlformats.org/officeDocument/2006/relationships/tags" Target="../tags/tag132.xml"/><Relationship Id="rId28" Type="http://schemas.openxmlformats.org/officeDocument/2006/relationships/tags" Target="../tags/tag137.xml"/><Relationship Id="rId36" Type="http://schemas.openxmlformats.org/officeDocument/2006/relationships/tags" Target="../tags/tag145.xml"/><Relationship Id="rId49" Type="http://schemas.openxmlformats.org/officeDocument/2006/relationships/tags" Target="../tags/tag158.xml"/><Relationship Id="rId57" Type="http://schemas.openxmlformats.org/officeDocument/2006/relationships/image" Target="../media/image32.png"/><Relationship Id="rId61" Type="http://schemas.openxmlformats.org/officeDocument/2006/relationships/image" Target="../media/image35.png"/><Relationship Id="rId10" Type="http://schemas.openxmlformats.org/officeDocument/2006/relationships/tags" Target="../tags/tag119.xml"/><Relationship Id="rId19" Type="http://schemas.openxmlformats.org/officeDocument/2006/relationships/tags" Target="../tags/tag128.xml"/><Relationship Id="rId31" Type="http://schemas.openxmlformats.org/officeDocument/2006/relationships/tags" Target="../tags/tag140.xml"/><Relationship Id="rId44" Type="http://schemas.openxmlformats.org/officeDocument/2006/relationships/tags" Target="../tags/tag153.xml"/><Relationship Id="rId52" Type="http://schemas.openxmlformats.org/officeDocument/2006/relationships/tags" Target="../tags/tag161.xml"/><Relationship Id="rId60" Type="http://schemas.openxmlformats.org/officeDocument/2006/relationships/image" Target="../media/image34.png"/><Relationship Id="rId65" Type="http://schemas.openxmlformats.org/officeDocument/2006/relationships/image" Target="../media/image39.png"/><Relationship Id="rId4" Type="http://schemas.openxmlformats.org/officeDocument/2006/relationships/tags" Target="../tags/tag113.xml"/><Relationship Id="rId9" Type="http://schemas.openxmlformats.org/officeDocument/2006/relationships/tags" Target="../tags/tag118.xml"/><Relationship Id="rId14" Type="http://schemas.openxmlformats.org/officeDocument/2006/relationships/tags" Target="../tags/tag123.xml"/><Relationship Id="rId22" Type="http://schemas.openxmlformats.org/officeDocument/2006/relationships/tags" Target="../tags/tag131.xml"/><Relationship Id="rId27" Type="http://schemas.openxmlformats.org/officeDocument/2006/relationships/tags" Target="../tags/tag136.xml"/><Relationship Id="rId30" Type="http://schemas.openxmlformats.org/officeDocument/2006/relationships/tags" Target="../tags/tag139.xml"/><Relationship Id="rId35" Type="http://schemas.openxmlformats.org/officeDocument/2006/relationships/tags" Target="../tags/tag144.xml"/><Relationship Id="rId43" Type="http://schemas.openxmlformats.org/officeDocument/2006/relationships/tags" Target="../tags/tag152.xml"/><Relationship Id="rId48" Type="http://schemas.openxmlformats.org/officeDocument/2006/relationships/tags" Target="../tags/tag157.xml"/><Relationship Id="rId56" Type="http://schemas.openxmlformats.org/officeDocument/2006/relationships/image" Target="../media/image47.png"/><Relationship Id="rId64" Type="http://schemas.openxmlformats.org/officeDocument/2006/relationships/image" Target="../media/image38.png"/><Relationship Id="rId69" Type="http://schemas.openxmlformats.org/officeDocument/2006/relationships/image" Target="../media/image45.png"/><Relationship Id="rId8" Type="http://schemas.openxmlformats.org/officeDocument/2006/relationships/tags" Target="../tags/tag117.xml"/><Relationship Id="rId51" Type="http://schemas.openxmlformats.org/officeDocument/2006/relationships/tags" Target="../tags/tag160.xml"/><Relationship Id="rId3" Type="http://schemas.openxmlformats.org/officeDocument/2006/relationships/tags" Target="../tags/tag112.xml"/><Relationship Id="rId12" Type="http://schemas.openxmlformats.org/officeDocument/2006/relationships/tags" Target="../tags/tag121.xml"/><Relationship Id="rId17" Type="http://schemas.openxmlformats.org/officeDocument/2006/relationships/tags" Target="../tags/tag126.xml"/><Relationship Id="rId25" Type="http://schemas.openxmlformats.org/officeDocument/2006/relationships/tags" Target="../tags/tag134.xml"/><Relationship Id="rId33" Type="http://schemas.openxmlformats.org/officeDocument/2006/relationships/tags" Target="../tags/tag142.xml"/><Relationship Id="rId38" Type="http://schemas.openxmlformats.org/officeDocument/2006/relationships/tags" Target="../tags/tag147.xml"/><Relationship Id="rId46" Type="http://schemas.openxmlformats.org/officeDocument/2006/relationships/tags" Target="../tags/tag155.xml"/><Relationship Id="rId59" Type="http://schemas.openxmlformats.org/officeDocument/2006/relationships/image" Target="../media/image1.emf"/><Relationship Id="rId67" Type="http://schemas.openxmlformats.org/officeDocument/2006/relationships/image" Target="../media/image41.svg"/><Relationship Id="rId20" Type="http://schemas.openxmlformats.org/officeDocument/2006/relationships/tags" Target="../tags/tag129.xml"/><Relationship Id="rId41" Type="http://schemas.openxmlformats.org/officeDocument/2006/relationships/tags" Target="../tags/tag150.xml"/><Relationship Id="rId54" Type="http://schemas.openxmlformats.org/officeDocument/2006/relationships/slideLayout" Target="../slideLayouts/slideLayout3.xml"/><Relationship Id="rId62" Type="http://schemas.openxmlformats.org/officeDocument/2006/relationships/image" Target="../media/image36.png"/><Relationship Id="rId70" Type="http://schemas.openxmlformats.org/officeDocument/2006/relationships/image" Target="../media/image46.png"/></Relationships>
</file>

<file path=ppt/slides/_rels/slide15.xml.rels><?xml version="1.0" encoding="UTF-8" standalone="yes"?>
<Relationships xmlns="http://schemas.openxmlformats.org/package/2006/relationships"><Relationship Id="rId8" Type="http://schemas.openxmlformats.org/officeDocument/2006/relationships/tags" Target="../tags/tag170.xml"/><Relationship Id="rId13" Type="http://schemas.openxmlformats.org/officeDocument/2006/relationships/tags" Target="../tags/tag175.xml"/><Relationship Id="rId18" Type="http://schemas.openxmlformats.org/officeDocument/2006/relationships/tags" Target="../tags/tag180.xml"/><Relationship Id="rId26" Type="http://schemas.openxmlformats.org/officeDocument/2006/relationships/image" Target="../media/image48.png"/><Relationship Id="rId3" Type="http://schemas.openxmlformats.org/officeDocument/2006/relationships/tags" Target="../tags/tag165.xml"/><Relationship Id="rId21" Type="http://schemas.openxmlformats.org/officeDocument/2006/relationships/tags" Target="../tags/tag183.xml"/><Relationship Id="rId34" Type="http://schemas.openxmlformats.org/officeDocument/2006/relationships/image" Target="../media/image39.png"/><Relationship Id="rId7" Type="http://schemas.openxmlformats.org/officeDocument/2006/relationships/tags" Target="../tags/tag169.xml"/><Relationship Id="rId12" Type="http://schemas.openxmlformats.org/officeDocument/2006/relationships/tags" Target="../tags/tag174.xml"/><Relationship Id="rId17" Type="http://schemas.openxmlformats.org/officeDocument/2006/relationships/tags" Target="../tags/tag179.xml"/><Relationship Id="rId25" Type="http://schemas.openxmlformats.org/officeDocument/2006/relationships/notesSlide" Target="../notesSlides/notesSlide9.xml"/><Relationship Id="rId33" Type="http://schemas.openxmlformats.org/officeDocument/2006/relationships/image" Target="../media/image38.png"/><Relationship Id="rId2" Type="http://schemas.openxmlformats.org/officeDocument/2006/relationships/tags" Target="../tags/tag164.xml"/><Relationship Id="rId16" Type="http://schemas.openxmlformats.org/officeDocument/2006/relationships/tags" Target="../tags/tag178.xml"/><Relationship Id="rId20" Type="http://schemas.openxmlformats.org/officeDocument/2006/relationships/tags" Target="../tags/tag182.xml"/><Relationship Id="rId29" Type="http://schemas.openxmlformats.org/officeDocument/2006/relationships/image" Target="../media/image34.png"/><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tags" Target="../tags/tag173.xml"/><Relationship Id="rId24" Type="http://schemas.openxmlformats.org/officeDocument/2006/relationships/slideLayout" Target="../slideLayouts/slideLayout3.xml"/><Relationship Id="rId32" Type="http://schemas.openxmlformats.org/officeDocument/2006/relationships/image" Target="../media/image37.png"/><Relationship Id="rId37" Type="http://schemas.openxmlformats.org/officeDocument/2006/relationships/image" Target="../media/image41.svg"/><Relationship Id="rId5" Type="http://schemas.openxmlformats.org/officeDocument/2006/relationships/tags" Target="../tags/tag167.xml"/><Relationship Id="rId15" Type="http://schemas.openxmlformats.org/officeDocument/2006/relationships/tags" Target="../tags/tag177.xml"/><Relationship Id="rId23" Type="http://schemas.openxmlformats.org/officeDocument/2006/relationships/tags" Target="../tags/tag185.xml"/><Relationship Id="rId28" Type="http://schemas.openxmlformats.org/officeDocument/2006/relationships/image" Target="../media/image1.emf"/><Relationship Id="rId36" Type="http://schemas.openxmlformats.org/officeDocument/2006/relationships/image" Target="../media/image40.png"/><Relationship Id="rId10" Type="http://schemas.openxmlformats.org/officeDocument/2006/relationships/tags" Target="../tags/tag172.xml"/><Relationship Id="rId19" Type="http://schemas.openxmlformats.org/officeDocument/2006/relationships/tags" Target="../tags/tag181.xml"/><Relationship Id="rId31" Type="http://schemas.openxmlformats.org/officeDocument/2006/relationships/image" Target="../media/image36.png"/><Relationship Id="rId4" Type="http://schemas.openxmlformats.org/officeDocument/2006/relationships/tags" Target="../tags/tag166.xml"/><Relationship Id="rId9" Type="http://schemas.openxmlformats.org/officeDocument/2006/relationships/tags" Target="../tags/tag171.xml"/><Relationship Id="rId14" Type="http://schemas.openxmlformats.org/officeDocument/2006/relationships/tags" Target="../tags/tag176.xml"/><Relationship Id="rId22" Type="http://schemas.openxmlformats.org/officeDocument/2006/relationships/tags" Target="../tags/tag184.xml"/><Relationship Id="rId27" Type="http://schemas.openxmlformats.org/officeDocument/2006/relationships/oleObject" Target="../embeddings/oleObject13.bin"/><Relationship Id="rId30" Type="http://schemas.openxmlformats.org/officeDocument/2006/relationships/image" Target="../media/image35.png"/><Relationship Id="rId35" Type="http://schemas.openxmlformats.org/officeDocument/2006/relationships/image" Target="../media/image33.bin"/></Relationships>
</file>

<file path=ppt/slides/_rels/slide16.xml.rels><?xml version="1.0" encoding="UTF-8" standalone="yes"?>
<Relationships xmlns="http://schemas.openxmlformats.org/package/2006/relationships"><Relationship Id="rId8" Type="http://schemas.openxmlformats.org/officeDocument/2006/relationships/tags" Target="../tags/tag193.xml"/><Relationship Id="rId13" Type="http://schemas.openxmlformats.org/officeDocument/2006/relationships/tags" Target="../tags/tag198.xml"/><Relationship Id="rId18" Type="http://schemas.openxmlformats.org/officeDocument/2006/relationships/image" Target="../media/image47.png"/><Relationship Id="rId3" Type="http://schemas.openxmlformats.org/officeDocument/2006/relationships/tags" Target="../tags/tag188.xml"/><Relationship Id="rId21" Type="http://schemas.openxmlformats.org/officeDocument/2006/relationships/image" Target="../media/image1.emf"/><Relationship Id="rId7" Type="http://schemas.openxmlformats.org/officeDocument/2006/relationships/tags" Target="../tags/tag192.xml"/><Relationship Id="rId12" Type="http://schemas.openxmlformats.org/officeDocument/2006/relationships/tags" Target="../tags/tag197.xml"/><Relationship Id="rId17" Type="http://schemas.openxmlformats.org/officeDocument/2006/relationships/image" Target="../media/image33.bin"/><Relationship Id="rId2" Type="http://schemas.openxmlformats.org/officeDocument/2006/relationships/tags" Target="../tags/tag187.xml"/><Relationship Id="rId16" Type="http://schemas.openxmlformats.org/officeDocument/2006/relationships/image" Target="../media/image49.png"/><Relationship Id="rId20" Type="http://schemas.openxmlformats.org/officeDocument/2006/relationships/oleObject" Target="../embeddings/oleObject13.bin"/><Relationship Id="rId1" Type="http://schemas.openxmlformats.org/officeDocument/2006/relationships/tags" Target="../tags/tag186.xml"/><Relationship Id="rId6" Type="http://schemas.openxmlformats.org/officeDocument/2006/relationships/tags" Target="../tags/tag191.xml"/><Relationship Id="rId11" Type="http://schemas.openxmlformats.org/officeDocument/2006/relationships/tags" Target="../tags/tag196.xml"/><Relationship Id="rId5" Type="http://schemas.openxmlformats.org/officeDocument/2006/relationships/tags" Target="../tags/tag190.xml"/><Relationship Id="rId15" Type="http://schemas.openxmlformats.org/officeDocument/2006/relationships/notesSlide" Target="../notesSlides/notesSlide10.xml"/><Relationship Id="rId23" Type="http://schemas.openxmlformats.org/officeDocument/2006/relationships/image" Target="../media/image41.svg"/><Relationship Id="rId10" Type="http://schemas.openxmlformats.org/officeDocument/2006/relationships/tags" Target="../tags/tag195.xml"/><Relationship Id="rId19" Type="http://schemas.openxmlformats.org/officeDocument/2006/relationships/image" Target="../media/image50.png"/><Relationship Id="rId4" Type="http://schemas.openxmlformats.org/officeDocument/2006/relationships/tags" Target="../tags/tag189.xml"/><Relationship Id="rId9" Type="http://schemas.openxmlformats.org/officeDocument/2006/relationships/tags" Target="../tags/tag194.xml"/><Relationship Id="rId14" Type="http://schemas.openxmlformats.org/officeDocument/2006/relationships/slideLayout" Target="../slideLayouts/slideLayout3.xml"/><Relationship Id="rId22" Type="http://schemas.openxmlformats.org/officeDocument/2006/relationships/image" Target="../media/image40.png"/></Relationships>
</file>

<file path=ppt/slides/_rels/slide17.xml.rels><?xml version="1.0" encoding="UTF-8" standalone="yes"?>
<Relationships xmlns="http://schemas.openxmlformats.org/package/2006/relationships"><Relationship Id="rId13" Type="http://schemas.openxmlformats.org/officeDocument/2006/relationships/tags" Target="../tags/tag211.xml"/><Relationship Id="rId18" Type="http://schemas.openxmlformats.org/officeDocument/2006/relationships/tags" Target="../tags/tag216.xml"/><Relationship Id="rId26" Type="http://schemas.openxmlformats.org/officeDocument/2006/relationships/tags" Target="../tags/tag224.xml"/><Relationship Id="rId39" Type="http://schemas.openxmlformats.org/officeDocument/2006/relationships/tags" Target="../tags/tag237.xml"/><Relationship Id="rId3" Type="http://schemas.openxmlformats.org/officeDocument/2006/relationships/tags" Target="../tags/tag201.xml"/><Relationship Id="rId21" Type="http://schemas.openxmlformats.org/officeDocument/2006/relationships/tags" Target="../tags/tag219.xml"/><Relationship Id="rId34" Type="http://schemas.openxmlformats.org/officeDocument/2006/relationships/tags" Target="../tags/tag232.xml"/><Relationship Id="rId42" Type="http://schemas.openxmlformats.org/officeDocument/2006/relationships/tags" Target="../tags/tag240.xml"/><Relationship Id="rId47" Type="http://schemas.openxmlformats.org/officeDocument/2006/relationships/image" Target="../media/image1.emf"/><Relationship Id="rId50" Type="http://schemas.openxmlformats.org/officeDocument/2006/relationships/image" Target="../media/image51.png"/><Relationship Id="rId7" Type="http://schemas.openxmlformats.org/officeDocument/2006/relationships/tags" Target="../tags/tag205.xml"/><Relationship Id="rId12" Type="http://schemas.openxmlformats.org/officeDocument/2006/relationships/tags" Target="../tags/tag210.xml"/><Relationship Id="rId17" Type="http://schemas.openxmlformats.org/officeDocument/2006/relationships/tags" Target="../tags/tag215.xml"/><Relationship Id="rId25" Type="http://schemas.openxmlformats.org/officeDocument/2006/relationships/tags" Target="../tags/tag223.xml"/><Relationship Id="rId33" Type="http://schemas.openxmlformats.org/officeDocument/2006/relationships/tags" Target="../tags/tag231.xml"/><Relationship Id="rId38" Type="http://schemas.openxmlformats.org/officeDocument/2006/relationships/tags" Target="../tags/tag236.xml"/><Relationship Id="rId46" Type="http://schemas.openxmlformats.org/officeDocument/2006/relationships/oleObject" Target="../embeddings/oleObject12.bin"/><Relationship Id="rId2" Type="http://schemas.openxmlformats.org/officeDocument/2006/relationships/tags" Target="../tags/tag200.xml"/><Relationship Id="rId16" Type="http://schemas.openxmlformats.org/officeDocument/2006/relationships/tags" Target="../tags/tag214.xml"/><Relationship Id="rId20" Type="http://schemas.openxmlformats.org/officeDocument/2006/relationships/tags" Target="../tags/tag218.xml"/><Relationship Id="rId29" Type="http://schemas.openxmlformats.org/officeDocument/2006/relationships/tags" Target="../tags/tag227.xml"/><Relationship Id="rId41" Type="http://schemas.openxmlformats.org/officeDocument/2006/relationships/tags" Target="../tags/tag239.xml"/><Relationship Id="rId1" Type="http://schemas.openxmlformats.org/officeDocument/2006/relationships/tags" Target="../tags/tag199.xml"/><Relationship Id="rId6" Type="http://schemas.openxmlformats.org/officeDocument/2006/relationships/tags" Target="../tags/tag204.xml"/><Relationship Id="rId11" Type="http://schemas.openxmlformats.org/officeDocument/2006/relationships/tags" Target="../tags/tag209.xml"/><Relationship Id="rId24" Type="http://schemas.openxmlformats.org/officeDocument/2006/relationships/tags" Target="../tags/tag222.xml"/><Relationship Id="rId32" Type="http://schemas.openxmlformats.org/officeDocument/2006/relationships/tags" Target="../tags/tag230.xml"/><Relationship Id="rId37" Type="http://schemas.openxmlformats.org/officeDocument/2006/relationships/tags" Target="../tags/tag235.xml"/><Relationship Id="rId40" Type="http://schemas.openxmlformats.org/officeDocument/2006/relationships/tags" Target="../tags/tag238.xml"/><Relationship Id="rId45" Type="http://schemas.openxmlformats.org/officeDocument/2006/relationships/notesSlide" Target="../notesSlides/notesSlide11.xml"/><Relationship Id="rId53" Type="http://schemas.openxmlformats.org/officeDocument/2006/relationships/image" Target="../media/image41.svg"/><Relationship Id="rId5" Type="http://schemas.openxmlformats.org/officeDocument/2006/relationships/tags" Target="../tags/tag203.xml"/><Relationship Id="rId15" Type="http://schemas.openxmlformats.org/officeDocument/2006/relationships/tags" Target="../tags/tag213.xml"/><Relationship Id="rId23" Type="http://schemas.openxmlformats.org/officeDocument/2006/relationships/tags" Target="../tags/tag221.xml"/><Relationship Id="rId28" Type="http://schemas.openxmlformats.org/officeDocument/2006/relationships/tags" Target="../tags/tag226.xml"/><Relationship Id="rId36" Type="http://schemas.openxmlformats.org/officeDocument/2006/relationships/tags" Target="../tags/tag234.xml"/><Relationship Id="rId49" Type="http://schemas.openxmlformats.org/officeDocument/2006/relationships/image" Target="../media/image46.png"/><Relationship Id="rId10" Type="http://schemas.openxmlformats.org/officeDocument/2006/relationships/tags" Target="../tags/tag208.xml"/><Relationship Id="rId19" Type="http://schemas.openxmlformats.org/officeDocument/2006/relationships/tags" Target="../tags/tag217.xml"/><Relationship Id="rId31" Type="http://schemas.openxmlformats.org/officeDocument/2006/relationships/tags" Target="../tags/tag229.xml"/><Relationship Id="rId44" Type="http://schemas.openxmlformats.org/officeDocument/2006/relationships/slideLayout" Target="../slideLayouts/slideLayout3.xml"/><Relationship Id="rId52" Type="http://schemas.openxmlformats.org/officeDocument/2006/relationships/image" Target="../media/image40.png"/><Relationship Id="rId4" Type="http://schemas.openxmlformats.org/officeDocument/2006/relationships/tags" Target="../tags/tag202.xml"/><Relationship Id="rId9" Type="http://schemas.openxmlformats.org/officeDocument/2006/relationships/tags" Target="../tags/tag207.xml"/><Relationship Id="rId14" Type="http://schemas.openxmlformats.org/officeDocument/2006/relationships/tags" Target="../tags/tag212.xml"/><Relationship Id="rId22" Type="http://schemas.openxmlformats.org/officeDocument/2006/relationships/tags" Target="../tags/tag220.xml"/><Relationship Id="rId27" Type="http://schemas.openxmlformats.org/officeDocument/2006/relationships/tags" Target="../tags/tag225.xml"/><Relationship Id="rId30" Type="http://schemas.openxmlformats.org/officeDocument/2006/relationships/tags" Target="../tags/tag228.xml"/><Relationship Id="rId35" Type="http://schemas.openxmlformats.org/officeDocument/2006/relationships/tags" Target="../tags/tag233.xml"/><Relationship Id="rId43" Type="http://schemas.openxmlformats.org/officeDocument/2006/relationships/tags" Target="../tags/tag241.xml"/><Relationship Id="rId48" Type="http://schemas.openxmlformats.org/officeDocument/2006/relationships/image" Target="../media/image45.png"/><Relationship Id="rId8" Type="http://schemas.openxmlformats.org/officeDocument/2006/relationships/tags" Target="../tags/tag206.xml"/><Relationship Id="rId51" Type="http://schemas.openxmlformats.org/officeDocument/2006/relationships/image" Target="../media/image33.bin"/></Relationships>
</file>

<file path=ppt/slides/_rels/slide18.xml.rels><?xml version="1.0" encoding="UTF-8" standalone="yes"?>
<Relationships xmlns="http://schemas.openxmlformats.org/package/2006/relationships"><Relationship Id="rId8" Type="http://schemas.openxmlformats.org/officeDocument/2006/relationships/tags" Target="../tags/tag249.xml"/><Relationship Id="rId13" Type="http://schemas.openxmlformats.org/officeDocument/2006/relationships/tags" Target="../tags/tag254.xml"/><Relationship Id="rId18" Type="http://schemas.openxmlformats.org/officeDocument/2006/relationships/tags" Target="../tags/tag259.xml"/><Relationship Id="rId26" Type="http://schemas.openxmlformats.org/officeDocument/2006/relationships/tags" Target="../tags/tag267.xml"/><Relationship Id="rId39" Type="http://schemas.openxmlformats.org/officeDocument/2006/relationships/image" Target="../media/image33.bin"/><Relationship Id="rId3" Type="http://schemas.openxmlformats.org/officeDocument/2006/relationships/tags" Target="../tags/tag244.xml"/><Relationship Id="rId21" Type="http://schemas.openxmlformats.org/officeDocument/2006/relationships/tags" Target="../tags/tag262.xml"/><Relationship Id="rId34" Type="http://schemas.openxmlformats.org/officeDocument/2006/relationships/oleObject" Target="../embeddings/oleObject14.bin"/><Relationship Id="rId7" Type="http://schemas.openxmlformats.org/officeDocument/2006/relationships/tags" Target="../tags/tag248.xml"/><Relationship Id="rId12" Type="http://schemas.openxmlformats.org/officeDocument/2006/relationships/tags" Target="../tags/tag253.xml"/><Relationship Id="rId17" Type="http://schemas.openxmlformats.org/officeDocument/2006/relationships/tags" Target="../tags/tag258.xml"/><Relationship Id="rId25" Type="http://schemas.openxmlformats.org/officeDocument/2006/relationships/tags" Target="../tags/tag266.xml"/><Relationship Id="rId33" Type="http://schemas.openxmlformats.org/officeDocument/2006/relationships/notesSlide" Target="../notesSlides/notesSlide12.xml"/><Relationship Id="rId38" Type="http://schemas.openxmlformats.org/officeDocument/2006/relationships/image" Target="../media/image51.png"/><Relationship Id="rId2" Type="http://schemas.openxmlformats.org/officeDocument/2006/relationships/tags" Target="../tags/tag243.xml"/><Relationship Id="rId16" Type="http://schemas.openxmlformats.org/officeDocument/2006/relationships/tags" Target="../tags/tag257.xml"/><Relationship Id="rId20" Type="http://schemas.openxmlformats.org/officeDocument/2006/relationships/tags" Target="../tags/tag261.xml"/><Relationship Id="rId29" Type="http://schemas.openxmlformats.org/officeDocument/2006/relationships/tags" Target="../tags/tag270.xml"/><Relationship Id="rId41" Type="http://schemas.openxmlformats.org/officeDocument/2006/relationships/image" Target="../media/image41.svg"/><Relationship Id="rId1" Type="http://schemas.openxmlformats.org/officeDocument/2006/relationships/tags" Target="../tags/tag242.xml"/><Relationship Id="rId6" Type="http://schemas.openxmlformats.org/officeDocument/2006/relationships/tags" Target="../tags/tag247.xml"/><Relationship Id="rId11" Type="http://schemas.openxmlformats.org/officeDocument/2006/relationships/tags" Target="../tags/tag252.xml"/><Relationship Id="rId24" Type="http://schemas.openxmlformats.org/officeDocument/2006/relationships/tags" Target="../tags/tag265.xml"/><Relationship Id="rId32" Type="http://schemas.openxmlformats.org/officeDocument/2006/relationships/slideLayout" Target="../slideLayouts/slideLayout3.xml"/><Relationship Id="rId37" Type="http://schemas.openxmlformats.org/officeDocument/2006/relationships/image" Target="../media/image46.png"/><Relationship Id="rId40" Type="http://schemas.openxmlformats.org/officeDocument/2006/relationships/image" Target="../media/image40.png"/><Relationship Id="rId5" Type="http://schemas.openxmlformats.org/officeDocument/2006/relationships/tags" Target="../tags/tag246.xml"/><Relationship Id="rId15" Type="http://schemas.openxmlformats.org/officeDocument/2006/relationships/tags" Target="../tags/tag256.xml"/><Relationship Id="rId23" Type="http://schemas.openxmlformats.org/officeDocument/2006/relationships/tags" Target="../tags/tag264.xml"/><Relationship Id="rId28" Type="http://schemas.openxmlformats.org/officeDocument/2006/relationships/tags" Target="../tags/tag269.xml"/><Relationship Id="rId36" Type="http://schemas.openxmlformats.org/officeDocument/2006/relationships/image" Target="../media/image45.png"/><Relationship Id="rId10" Type="http://schemas.openxmlformats.org/officeDocument/2006/relationships/tags" Target="../tags/tag251.xml"/><Relationship Id="rId19" Type="http://schemas.openxmlformats.org/officeDocument/2006/relationships/tags" Target="../tags/tag260.xml"/><Relationship Id="rId31" Type="http://schemas.openxmlformats.org/officeDocument/2006/relationships/tags" Target="../tags/tag272.xml"/><Relationship Id="rId4" Type="http://schemas.openxmlformats.org/officeDocument/2006/relationships/tags" Target="../tags/tag245.xml"/><Relationship Id="rId9" Type="http://schemas.openxmlformats.org/officeDocument/2006/relationships/tags" Target="../tags/tag250.xml"/><Relationship Id="rId14" Type="http://schemas.openxmlformats.org/officeDocument/2006/relationships/tags" Target="../tags/tag255.xml"/><Relationship Id="rId22" Type="http://schemas.openxmlformats.org/officeDocument/2006/relationships/tags" Target="../tags/tag263.xml"/><Relationship Id="rId27" Type="http://schemas.openxmlformats.org/officeDocument/2006/relationships/tags" Target="../tags/tag268.xml"/><Relationship Id="rId30" Type="http://schemas.openxmlformats.org/officeDocument/2006/relationships/tags" Target="../tags/tag271.xml"/><Relationship Id="rId35" Type="http://schemas.openxmlformats.org/officeDocument/2006/relationships/image" Target="../media/image1.emf"/></Relationships>
</file>

<file path=ppt/slides/_rels/slide19.xml.rels><?xml version="1.0" encoding="UTF-8" standalone="yes"?>
<Relationships xmlns="http://schemas.openxmlformats.org/package/2006/relationships"><Relationship Id="rId8" Type="http://schemas.openxmlformats.org/officeDocument/2006/relationships/tags" Target="../tags/tag280.xml"/><Relationship Id="rId13" Type="http://schemas.openxmlformats.org/officeDocument/2006/relationships/tags" Target="../tags/tag285.xml"/><Relationship Id="rId18" Type="http://schemas.openxmlformats.org/officeDocument/2006/relationships/tags" Target="../tags/tag290.xml"/><Relationship Id="rId26" Type="http://schemas.openxmlformats.org/officeDocument/2006/relationships/tags" Target="../tags/tag298.xml"/><Relationship Id="rId39" Type="http://schemas.openxmlformats.org/officeDocument/2006/relationships/image" Target="../media/image33.bin"/><Relationship Id="rId3" Type="http://schemas.openxmlformats.org/officeDocument/2006/relationships/tags" Target="../tags/tag275.xml"/><Relationship Id="rId21" Type="http://schemas.openxmlformats.org/officeDocument/2006/relationships/tags" Target="../tags/tag293.xml"/><Relationship Id="rId34" Type="http://schemas.openxmlformats.org/officeDocument/2006/relationships/oleObject" Target="../embeddings/oleObject14.bin"/><Relationship Id="rId7" Type="http://schemas.openxmlformats.org/officeDocument/2006/relationships/tags" Target="../tags/tag279.xml"/><Relationship Id="rId12" Type="http://schemas.openxmlformats.org/officeDocument/2006/relationships/tags" Target="../tags/tag284.xml"/><Relationship Id="rId17" Type="http://schemas.openxmlformats.org/officeDocument/2006/relationships/tags" Target="../tags/tag289.xml"/><Relationship Id="rId25" Type="http://schemas.openxmlformats.org/officeDocument/2006/relationships/tags" Target="../tags/tag297.xml"/><Relationship Id="rId33" Type="http://schemas.openxmlformats.org/officeDocument/2006/relationships/notesSlide" Target="../notesSlides/notesSlide13.xml"/><Relationship Id="rId38" Type="http://schemas.openxmlformats.org/officeDocument/2006/relationships/image" Target="../media/image51.png"/><Relationship Id="rId2" Type="http://schemas.openxmlformats.org/officeDocument/2006/relationships/tags" Target="../tags/tag274.xml"/><Relationship Id="rId16" Type="http://schemas.openxmlformats.org/officeDocument/2006/relationships/tags" Target="../tags/tag288.xml"/><Relationship Id="rId20" Type="http://schemas.openxmlformats.org/officeDocument/2006/relationships/tags" Target="../tags/tag292.xml"/><Relationship Id="rId29" Type="http://schemas.openxmlformats.org/officeDocument/2006/relationships/tags" Target="../tags/tag301.xml"/><Relationship Id="rId41" Type="http://schemas.openxmlformats.org/officeDocument/2006/relationships/image" Target="../media/image41.svg"/><Relationship Id="rId1" Type="http://schemas.openxmlformats.org/officeDocument/2006/relationships/tags" Target="../tags/tag273.xml"/><Relationship Id="rId6" Type="http://schemas.openxmlformats.org/officeDocument/2006/relationships/tags" Target="../tags/tag278.xml"/><Relationship Id="rId11" Type="http://schemas.openxmlformats.org/officeDocument/2006/relationships/tags" Target="../tags/tag283.xml"/><Relationship Id="rId24" Type="http://schemas.openxmlformats.org/officeDocument/2006/relationships/tags" Target="../tags/tag296.xml"/><Relationship Id="rId32" Type="http://schemas.openxmlformats.org/officeDocument/2006/relationships/slideLayout" Target="../slideLayouts/slideLayout3.xml"/><Relationship Id="rId37" Type="http://schemas.openxmlformats.org/officeDocument/2006/relationships/image" Target="../media/image46.png"/><Relationship Id="rId40" Type="http://schemas.openxmlformats.org/officeDocument/2006/relationships/image" Target="../media/image40.png"/><Relationship Id="rId5" Type="http://schemas.openxmlformats.org/officeDocument/2006/relationships/tags" Target="../tags/tag277.xml"/><Relationship Id="rId15" Type="http://schemas.openxmlformats.org/officeDocument/2006/relationships/tags" Target="../tags/tag287.xml"/><Relationship Id="rId23" Type="http://schemas.openxmlformats.org/officeDocument/2006/relationships/tags" Target="../tags/tag295.xml"/><Relationship Id="rId28" Type="http://schemas.openxmlformats.org/officeDocument/2006/relationships/tags" Target="../tags/tag300.xml"/><Relationship Id="rId36" Type="http://schemas.openxmlformats.org/officeDocument/2006/relationships/image" Target="../media/image45.png"/><Relationship Id="rId10" Type="http://schemas.openxmlformats.org/officeDocument/2006/relationships/tags" Target="../tags/tag282.xml"/><Relationship Id="rId19" Type="http://schemas.openxmlformats.org/officeDocument/2006/relationships/tags" Target="../tags/tag291.xml"/><Relationship Id="rId31" Type="http://schemas.openxmlformats.org/officeDocument/2006/relationships/tags" Target="../tags/tag303.xml"/><Relationship Id="rId4" Type="http://schemas.openxmlformats.org/officeDocument/2006/relationships/tags" Target="../tags/tag276.xml"/><Relationship Id="rId9" Type="http://schemas.openxmlformats.org/officeDocument/2006/relationships/tags" Target="../tags/tag281.xml"/><Relationship Id="rId14" Type="http://schemas.openxmlformats.org/officeDocument/2006/relationships/tags" Target="../tags/tag286.xml"/><Relationship Id="rId22" Type="http://schemas.openxmlformats.org/officeDocument/2006/relationships/tags" Target="../tags/tag294.xml"/><Relationship Id="rId27" Type="http://schemas.openxmlformats.org/officeDocument/2006/relationships/tags" Target="../tags/tag299.xml"/><Relationship Id="rId30" Type="http://schemas.openxmlformats.org/officeDocument/2006/relationships/tags" Target="../tags/tag302.xml"/><Relationship Id="rId35" Type="http://schemas.openxmlformats.org/officeDocument/2006/relationships/image" Target="../media/image1.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tags" Target="../tags/tag304.xml"/><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8" Type="http://schemas.openxmlformats.org/officeDocument/2006/relationships/tags" Target="../tags/tag312.xml"/><Relationship Id="rId13" Type="http://schemas.openxmlformats.org/officeDocument/2006/relationships/tags" Target="../tags/tag317.xml"/><Relationship Id="rId18" Type="http://schemas.openxmlformats.org/officeDocument/2006/relationships/tags" Target="../tags/tag322.xml"/><Relationship Id="rId26" Type="http://schemas.openxmlformats.org/officeDocument/2006/relationships/image" Target="../media/image55.png"/><Relationship Id="rId3" Type="http://schemas.openxmlformats.org/officeDocument/2006/relationships/tags" Target="../tags/tag307.xml"/><Relationship Id="rId21" Type="http://schemas.openxmlformats.org/officeDocument/2006/relationships/slideLayout" Target="../slideLayouts/slideLayout3.xml"/><Relationship Id="rId7" Type="http://schemas.openxmlformats.org/officeDocument/2006/relationships/tags" Target="../tags/tag311.xml"/><Relationship Id="rId12" Type="http://schemas.openxmlformats.org/officeDocument/2006/relationships/tags" Target="../tags/tag316.xml"/><Relationship Id="rId17" Type="http://schemas.openxmlformats.org/officeDocument/2006/relationships/tags" Target="../tags/tag321.xml"/><Relationship Id="rId25" Type="http://schemas.openxmlformats.org/officeDocument/2006/relationships/image" Target="../media/image54.png"/><Relationship Id="rId2" Type="http://schemas.openxmlformats.org/officeDocument/2006/relationships/tags" Target="../tags/tag306.xml"/><Relationship Id="rId16" Type="http://schemas.openxmlformats.org/officeDocument/2006/relationships/tags" Target="../tags/tag320.xml"/><Relationship Id="rId20" Type="http://schemas.openxmlformats.org/officeDocument/2006/relationships/tags" Target="../tags/tag324.xml"/><Relationship Id="rId29" Type="http://schemas.openxmlformats.org/officeDocument/2006/relationships/image" Target="../media/image58.png"/><Relationship Id="rId1" Type="http://schemas.openxmlformats.org/officeDocument/2006/relationships/tags" Target="../tags/tag305.xml"/><Relationship Id="rId6" Type="http://schemas.openxmlformats.org/officeDocument/2006/relationships/tags" Target="../tags/tag310.xml"/><Relationship Id="rId11" Type="http://schemas.openxmlformats.org/officeDocument/2006/relationships/tags" Target="../tags/tag315.xml"/><Relationship Id="rId24" Type="http://schemas.openxmlformats.org/officeDocument/2006/relationships/image" Target="../media/image53.png"/><Relationship Id="rId5" Type="http://schemas.openxmlformats.org/officeDocument/2006/relationships/tags" Target="../tags/tag309.xml"/><Relationship Id="rId15" Type="http://schemas.openxmlformats.org/officeDocument/2006/relationships/tags" Target="../tags/tag319.xml"/><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tags" Target="../tags/tag314.xml"/><Relationship Id="rId19" Type="http://schemas.openxmlformats.org/officeDocument/2006/relationships/tags" Target="../tags/tag323.xml"/><Relationship Id="rId4" Type="http://schemas.openxmlformats.org/officeDocument/2006/relationships/tags" Target="../tags/tag308.xml"/><Relationship Id="rId9" Type="http://schemas.openxmlformats.org/officeDocument/2006/relationships/tags" Target="../tags/tag313.xml"/><Relationship Id="rId14" Type="http://schemas.openxmlformats.org/officeDocument/2006/relationships/tags" Target="../tags/tag318.xml"/><Relationship Id="rId22" Type="http://schemas.openxmlformats.org/officeDocument/2006/relationships/notesSlide" Target="../notesSlides/notesSlide14.xml"/><Relationship Id="rId27" Type="http://schemas.openxmlformats.org/officeDocument/2006/relationships/image" Target="../media/image56.png"/><Relationship Id="rId30" Type="http://schemas.openxmlformats.org/officeDocument/2006/relationships/image" Target="../media/image59.png"/></Relationships>
</file>

<file path=ppt/slides/_rels/slide22.xml.rels><?xml version="1.0" encoding="UTF-8" standalone="yes"?>
<Relationships xmlns="http://schemas.openxmlformats.org/package/2006/relationships"><Relationship Id="rId8" Type="http://schemas.openxmlformats.org/officeDocument/2006/relationships/tags" Target="../tags/tag332.xml"/><Relationship Id="rId13" Type="http://schemas.openxmlformats.org/officeDocument/2006/relationships/tags" Target="../tags/tag337.xml"/><Relationship Id="rId18" Type="http://schemas.openxmlformats.org/officeDocument/2006/relationships/slideLayout" Target="../slideLayouts/slideLayout3.xml"/><Relationship Id="rId26" Type="http://schemas.openxmlformats.org/officeDocument/2006/relationships/image" Target="../media/image58.png"/><Relationship Id="rId3" Type="http://schemas.openxmlformats.org/officeDocument/2006/relationships/tags" Target="../tags/tag327.xml"/><Relationship Id="rId21" Type="http://schemas.openxmlformats.org/officeDocument/2006/relationships/image" Target="../media/image53.png"/><Relationship Id="rId7" Type="http://schemas.openxmlformats.org/officeDocument/2006/relationships/tags" Target="../tags/tag331.xml"/><Relationship Id="rId12" Type="http://schemas.openxmlformats.org/officeDocument/2006/relationships/tags" Target="../tags/tag336.xml"/><Relationship Id="rId17" Type="http://schemas.openxmlformats.org/officeDocument/2006/relationships/tags" Target="../tags/tag341.xml"/><Relationship Id="rId25" Type="http://schemas.openxmlformats.org/officeDocument/2006/relationships/image" Target="../media/image57.png"/><Relationship Id="rId2" Type="http://schemas.openxmlformats.org/officeDocument/2006/relationships/tags" Target="../tags/tag326.xml"/><Relationship Id="rId16" Type="http://schemas.openxmlformats.org/officeDocument/2006/relationships/tags" Target="../tags/tag340.xml"/><Relationship Id="rId20" Type="http://schemas.openxmlformats.org/officeDocument/2006/relationships/image" Target="../media/image52.png"/><Relationship Id="rId1" Type="http://schemas.openxmlformats.org/officeDocument/2006/relationships/tags" Target="../tags/tag325.xml"/><Relationship Id="rId6" Type="http://schemas.openxmlformats.org/officeDocument/2006/relationships/tags" Target="../tags/tag330.xml"/><Relationship Id="rId11" Type="http://schemas.openxmlformats.org/officeDocument/2006/relationships/tags" Target="../tags/tag335.xml"/><Relationship Id="rId24" Type="http://schemas.openxmlformats.org/officeDocument/2006/relationships/image" Target="../media/image56.png"/><Relationship Id="rId5" Type="http://schemas.openxmlformats.org/officeDocument/2006/relationships/tags" Target="../tags/tag329.xml"/><Relationship Id="rId15" Type="http://schemas.openxmlformats.org/officeDocument/2006/relationships/tags" Target="../tags/tag339.xml"/><Relationship Id="rId23" Type="http://schemas.openxmlformats.org/officeDocument/2006/relationships/image" Target="../media/image55.png"/><Relationship Id="rId10" Type="http://schemas.openxmlformats.org/officeDocument/2006/relationships/tags" Target="../tags/tag334.xml"/><Relationship Id="rId19" Type="http://schemas.openxmlformats.org/officeDocument/2006/relationships/notesSlide" Target="../notesSlides/notesSlide15.xml"/><Relationship Id="rId4" Type="http://schemas.openxmlformats.org/officeDocument/2006/relationships/tags" Target="../tags/tag328.xml"/><Relationship Id="rId9" Type="http://schemas.openxmlformats.org/officeDocument/2006/relationships/tags" Target="../tags/tag333.xml"/><Relationship Id="rId14" Type="http://schemas.openxmlformats.org/officeDocument/2006/relationships/tags" Target="../tags/tag338.xml"/><Relationship Id="rId22" Type="http://schemas.openxmlformats.org/officeDocument/2006/relationships/image" Target="../media/image54.png"/></Relationships>
</file>

<file path=ppt/slides/_rels/slide23.xml.rels><?xml version="1.0" encoding="UTF-8" standalone="yes"?>
<Relationships xmlns="http://schemas.openxmlformats.org/package/2006/relationships"><Relationship Id="rId8" Type="http://schemas.openxmlformats.org/officeDocument/2006/relationships/tags" Target="../tags/tag349.xml"/><Relationship Id="rId13" Type="http://schemas.openxmlformats.org/officeDocument/2006/relationships/tags" Target="../tags/tag354.xml"/><Relationship Id="rId18" Type="http://schemas.openxmlformats.org/officeDocument/2006/relationships/slideLayout" Target="../slideLayouts/slideLayout3.xml"/><Relationship Id="rId26" Type="http://schemas.openxmlformats.org/officeDocument/2006/relationships/image" Target="../media/image58.png"/><Relationship Id="rId3" Type="http://schemas.openxmlformats.org/officeDocument/2006/relationships/tags" Target="../tags/tag344.xml"/><Relationship Id="rId21" Type="http://schemas.openxmlformats.org/officeDocument/2006/relationships/image" Target="../media/image53.png"/><Relationship Id="rId7" Type="http://schemas.openxmlformats.org/officeDocument/2006/relationships/tags" Target="../tags/tag348.xml"/><Relationship Id="rId12" Type="http://schemas.openxmlformats.org/officeDocument/2006/relationships/tags" Target="../tags/tag353.xml"/><Relationship Id="rId17" Type="http://schemas.openxmlformats.org/officeDocument/2006/relationships/tags" Target="../tags/tag358.xml"/><Relationship Id="rId25" Type="http://schemas.openxmlformats.org/officeDocument/2006/relationships/image" Target="../media/image57.png"/><Relationship Id="rId2" Type="http://schemas.openxmlformats.org/officeDocument/2006/relationships/tags" Target="../tags/tag343.xml"/><Relationship Id="rId16" Type="http://schemas.openxmlformats.org/officeDocument/2006/relationships/tags" Target="../tags/tag357.xml"/><Relationship Id="rId20" Type="http://schemas.openxmlformats.org/officeDocument/2006/relationships/image" Target="../media/image52.png"/><Relationship Id="rId1" Type="http://schemas.openxmlformats.org/officeDocument/2006/relationships/tags" Target="../tags/tag342.xml"/><Relationship Id="rId6" Type="http://schemas.openxmlformats.org/officeDocument/2006/relationships/tags" Target="../tags/tag347.xml"/><Relationship Id="rId11" Type="http://schemas.openxmlformats.org/officeDocument/2006/relationships/tags" Target="../tags/tag352.xml"/><Relationship Id="rId24" Type="http://schemas.openxmlformats.org/officeDocument/2006/relationships/image" Target="../media/image56.png"/><Relationship Id="rId5" Type="http://schemas.openxmlformats.org/officeDocument/2006/relationships/tags" Target="../tags/tag346.xml"/><Relationship Id="rId15" Type="http://schemas.openxmlformats.org/officeDocument/2006/relationships/tags" Target="../tags/tag356.xml"/><Relationship Id="rId23" Type="http://schemas.openxmlformats.org/officeDocument/2006/relationships/image" Target="../media/image55.png"/><Relationship Id="rId10" Type="http://schemas.openxmlformats.org/officeDocument/2006/relationships/tags" Target="../tags/tag351.xml"/><Relationship Id="rId19" Type="http://schemas.openxmlformats.org/officeDocument/2006/relationships/notesSlide" Target="../notesSlides/notesSlide16.xml"/><Relationship Id="rId4" Type="http://schemas.openxmlformats.org/officeDocument/2006/relationships/tags" Target="../tags/tag345.xml"/><Relationship Id="rId9" Type="http://schemas.openxmlformats.org/officeDocument/2006/relationships/tags" Target="../tags/tag350.xml"/><Relationship Id="rId14" Type="http://schemas.openxmlformats.org/officeDocument/2006/relationships/tags" Target="../tags/tag355.xml"/><Relationship Id="rId22" Type="http://schemas.openxmlformats.org/officeDocument/2006/relationships/image" Target="../media/image54.png"/></Relationships>
</file>

<file path=ppt/slides/_rels/slide24.xml.rels><?xml version="1.0" encoding="UTF-8" standalone="yes"?>
<Relationships xmlns="http://schemas.openxmlformats.org/package/2006/relationships"><Relationship Id="rId8" Type="http://schemas.openxmlformats.org/officeDocument/2006/relationships/tags" Target="../tags/tag366.xml"/><Relationship Id="rId13" Type="http://schemas.openxmlformats.org/officeDocument/2006/relationships/tags" Target="../tags/tag371.xml"/><Relationship Id="rId18" Type="http://schemas.openxmlformats.org/officeDocument/2006/relationships/tags" Target="../tags/tag376.xml"/><Relationship Id="rId26" Type="http://schemas.openxmlformats.org/officeDocument/2006/relationships/image" Target="../media/image56.png"/><Relationship Id="rId3" Type="http://schemas.openxmlformats.org/officeDocument/2006/relationships/tags" Target="../tags/tag361.xml"/><Relationship Id="rId21" Type="http://schemas.openxmlformats.org/officeDocument/2006/relationships/tags" Target="../tags/tag379.xml"/><Relationship Id="rId7" Type="http://schemas.openxmlformats.org/officeDocument/2006/relationships/tags" Target="../tags/tag365.xml"/><Relationship Id="rId12" Type="http://schemas.openxmlformats.org/officeDocument/2006/relationships/tags" Target="../tags/tag370.xml"/><Relationship Id="rId17" Type="http://schemas.openxmlformats.org/officeDocument/2006/relationships/tags" Target="../tags/tag375.xml"/><Relationship Id="rId25" Type="http://schemas.openxmlformats.org/officeDocument/2006/relationships/notesSlide" Target="../notesSlides/notesSlide17.xml"/><Relationship Id="rId2" Type="http://schemas.openxmlformats.org/officeDocument/2006/relationships/tags" Target="../tags/tag360.xml"/><Relationship Id="rId16" Type="http://schemas.openxmlformats.org/officeDocument/2006/relationships/tags" Target="../tags/tag374.xml"/><Relationship Id="rId20" Type="http://schemas.openxmlformats.org/officeDocument/2006/relationships/tags" Target="../tags/tag378.xml"/><Relationship Id="rId1" Type="http://schemas.openxmlformats.org/officeDocument/2006/relationships/tags" Target="../tags/tag359.xml"/><Relationship Id="rId6" Type="http://schemas.openxmlformats.org/officeDocument/2006/relationships/tags" Target="../tags/tag364.xml"/><Relationship Id="rId11" Type="http://schemas.openxmlformats.org/officeDocument/2006/relationships/tags" Target="../tags/tag369.xml"/><Relationship Id="rId24" Type="http://schemas.openxmlformats.org/officeDocument/2006/relationships/slideLayout" Target="../slideLayouts/slideLayout3.xml"/><Relationship Id="rId5" Type="http://schemas.openxmlformats.org/officeDocument/2006/relationships/tags" Target="../tags/tag363.xml"/><Relationship Id="rId15" Type="http://schemas.openxmlformats.org/officeDocument/2006/relationships/tags" Target="../tags/tag373.xml"/><Relationship Id="rId23" Type="http://schemas.openxmlformats.org/officeDocument/2006/relationships/tags" Target="../tags/tag381.xml"/><Relationship Id="rId10" Type="http://schemas.openxmlformats.org/officeDocument/2006/relationships/tags" Target="../tags/tag368.xml"/><Relationship Id="rId19" Type="http://schemas.openxmlformats.org/officeDocument/2006/relationships/tags" Target="../tags/tag377.xml"/><Relationship Id="rId4" Type="http://schemas.openxmlformats.org/officeDocument/2006/relationships/tags" Target="../tags/tag362.xml"/><Relationship Id="rId9" Type="http://schemas.openxmlformats.org/officeDocument/2006/relationships/tags" Target="../tags/tag367.xml"/><Relationship Id="rId14" Type="http://schemas.openxmlformats.org/officeDocument/2006/relationships/tags" Target="../tags/tag372.xml"/><Relationship Id="rId22" Type="http://schemas.openxmlformats.org/officeDocument/2006/relationships/tags" Target="../tags/tag380.xml"/><Relationship Id="rId27" Type="http://schemas.openxmlformats.org/officeDocument/2006/relationships/image" Target="../media/image57.png"/></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tags" Target="../tags/tag382.xml"/><Relationship Id="rId4" Type="http://schemas.openxmlformats.org/officeDocument/2006/relationships/image" Target="../media/image1.emf"/></Relationships>
</file>

<file path=ppt/slides/_rels/slide26.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slideLayout" Target="../slideLayouts/slideLayout3.xml"/><Relationship Id="rId7" Type="http://schemas.openxmlformats.org/officeDocument/2006/relationships/image" Target="../media/image62.png"/><Relationship Id="rId2" Type="http://schemas.openxmlformats.org/officeDocument/2006/relationships/tags" Target="../tags/tag384.xml"/><Relationship Id="rId1" Type="http://schemas.openxmlformats.org/officeDocument/2006/relationships/tags" Target="../tags/tag383.xml"/><Relationship Id="rId6" Type="http://schemas.openxmlformats.org/officeDocument/2006/relationships/image" Target="../media/image61.png"/><Relationship Id="rId5" Type="http://schemas.openxmlformats.org/officeDocument/2006/relationships/image" Target="../media/image60.emf"/><Relationship Id="rId4" Type="http://schemas.openxmlformats.org/officeDocument/2006/relationships/oleObject" Target="../embeddings/oleObject17.bin"/></Relationships>
</file>

<file path=ppt/slides/_rels/slide27.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slideLayout" Target="../slideLayouts/slideLayout3.xml"/><Relationship Id="rId7" Type="http://schemas.openxmlformats.org/officeDocument/2006/relationships/image" Target="../media/image62.png"/><Relationship Id="rId2" Type="http://schemas.openxmlformats.org/officeDocument/2006/relationships/tags" Target="../tags/tag386.xml"/><Relationship Id="rId1" Type="http://schemas.openxmlformats.org/officeDocument/2006/relationships/tags" Target="../tags/tag385.xml"/><Relationship Id="rId6" Type="http://schemas.openxmlformats.org/officeDocument/2006/relationships/image" Target="../media/image61.png"/><Relationship Id="rId5" Type="http://schemas.openxmlformats.org/officeDocument/2006/relationships/image" Target="../media/image60.emf"/><Relationship Id="rId4" Type="http://schemas.openxmlformats.org/officeDocument/2006/relationships/oleObject" Target="../embeddings/oleObject17.bin"/><Relationship Id="rId9" Type="http://schemas.openxmlformats.org/officeDocument/2006/relationships/image" Target="../media/image64.png"/></Relationships>
</file>

<file path=ppt/slides/_rels/slide28.xml.rels><?xml version="1.0" encoding="UTF-8" standalone="yes"?>
<Relationships xmlns="http://schemas.openxmlformats.org/package/2006/relationships"><Relationship Id="rId8" Type="http://schemas.openxmlformats.org/officeDocument/2006/relationships/tags" Target="../tags/tag394.xml"/><Relationship Id="rId13" Type="http://schemas.openxmlformats.org/officeDocument/2006/relationships/tags" Target="../tags/tag399.xml"/><Relationship Id="rId18" Type="http://schemas.openxmlformats.org/officeDocument/2006/relationships/tags" Target="../tags/tag404.xml"/><Relationship Id="rId26" Type="http://schemas.openxmlformats.org/officeDocument/2006/relationships/image" Target="../media/image36.png"/><Relationship Id="rId3" Type="http://schemas.openxmlformats.org/officeDocument/2006/relationships/tags" Target="../tags/tag389.xml"/><Relationship Id="rId21" Type="http://schemas.openxmlformats.org/officeDocument/2006/relationships/image" Target="../media/image34.png"/><Relationship Id="rId7" Type="http://schemas.openxmlformats.org/officeDocument/2006/relationships/tags" Target="../tags/tag393.xml"/><Relationship Id="rId12" Type="http://schemas.openxmlformats.org/officeDocument/2006/relationships/tags" Target="../tags/tag398.xml"/><Relationship Id="rId17" Type="http://schemas.openxmlformats.org/officeDocument/2006/relationships/tags" Target="../tags/tag403.xml"/><Relationship Id="rId25" Type="http://schemas.openxmlformats.org/officeDocument/2006/relationships/image" Target="../media/image35.png"/><Relationship Id="rId2" Type="http://schemas.openxmlformats.org/officeDocument/2006/relationships/tags" Target="../tags/tag388.xml"/><Relationship Id="rId16" Type="http://schemas.openxmlformats.org/officeDocument/2006/relationships/tags" Target="../tags/tag402.xml"/><Relationship Id="rId20" Type="http://schemas.openxmlformats.org/officeDocument/2006/relationships/notesSlide" Target="../notesSlides/notesSlide18.xml"/><Relationship Id="rId29" Type="http://schemas.openxmlformats.org/officeDocument/2006/relationships/image" Target="../media/image66.png"/><Relationship Id="rId1" Type="http://schemas.openxmlformats.org/officeDocument/2006/relationships/tags" Target="../tags/tag387.xml"/><Relationship Id="rId6" Type="http://schemas.openxmlformats.org/officeDocument/2006/relationships/tags" Target="../tags/tag392.xml"/><Relationship Id="rId11" Type="http://schemas.openxmlformats.org/officeDocument/2006/relationships/tags" Target="../tags/tag397.xml"/><Relationship Id="rId24" Type="http://schemas.openxmlformats.org/officeDocument/2006/relationships/image" Target="../media/image57.png"/><Relationship Id="rId5" Type="http://schemas.openxmlformats.org/officeDocument/2006/relationships/tags" Target="../tags/tag391.xml"/><Relationship Id="rId15" Type="http://schemas.openxmlformats.org/officeDocument/2006/relationships/tags" Target="../tags/tag401.xml"/><Relationship Id="rId23" Type="http://schemas.openxmlformats.org/officeDocument/2006/relationships/image" Target="../media/image56.png"/><Relationship Id="rId28" Type="http://schemas.openxmlformats.org/officeDocument/2006/relationships/image" Target="../media/image38.png"/><Relationship Id="rId10" Type="http://schemas.openxmlformats.org/officeDocument/2006/relationships/tags" Target="../tags/tag396.xml"/><Relationship Id="rId19" Type="http://schemas.openxmlformats.org/officeDocument/2006/relationships/slideLayout" Target="../slideLayouts/slideLayout3.xml"/><Relationship Id="rId4" Type="http://schemas.openxmlformats.org/officeDocument/2006/relationships/tags" Target="../tags/tag390.xml"/><Relationship Id="rId9" Type="http://schemas.openxmlformats.org/officeDocument/2006/relationships/tags" Target="../tags/tag395.xml"/><Relationship Id="rId14" Type="http://schemas.openxmlformats.org/officeDocument/2006/relationships/tags" Target="../tags/tag400.xml"/><Relationship Id="rId22" Type="http://schemas.openxmlformats.org/officeDocument/2006/relationships/image" Target="../media/image65.png"/><Relationship Id="rId27" Type="http://schemas.openxmlformats.org/officeDocument/2006/relationships/image" Target="../media/image37.png"/></Relationships>
</file>

<file path=ppt/slides/_rels/slide29.xml.rels><?xml version="1.0" encoding="UTF-8" standalone="yes"?>
<Relationships xmlns="http://schemas.openxmlformats.org/package/2006/relationships"><Relationship Id="rId8" Type="http://schemas.openxmlformats.org/officeDocument/2006/relationships/tags" Target="../tags/tag412.xml"/><Relationship Id="rId13" Type="http://schemas.openxmlformats.org/officeDocument/2006/relationships/tags" Target="../tags/tag417.xml"/><Relationship Id="rId18" Type="http://schemas.openxmlformats.org/officeDocument/2006/relationships/slideLayout" Target="../slideLayouts/slideLayout3.xml"/><Relationship Id="rId26" Type="http://schemas.openxmlformats.org/officeDocument/2006/relationships/image" Target="../media/image38.png"/><Relationship Id="rId3" Type="http://schemas.openxmlformats.org/officeDocument/2006/relationships/tags" Target="../tags/tag407.xml"/><Relationship Id="rId21" Type="http://schemas.openxmlformats.org/officeDocument/2006/relationships/image" Target="../media/image1.emf"/><Relationship Id="rId7" Type="http://schemas.openxmlformats.org/officeDocument/2006/relationships/tags" Target="../tags/tag411.xml"/><Relationship Id="rId12" Type="http://schemas.openxmlformats.org/officeDocument/2006/relationships/tags" Target="../tags/tag416.xml"/><Relationship Id="rId17" Type="http://schemas.openxmlformats.org/officeDocument/2006/relationships/tags" Target="../tags/tag421.xml"/><Relationship Id="rId25" Type="http://schemas.openxmlformats.org/officeDocument/2006/relationships/image" Target="../media/image37.png"/><Relationship Id="rId2" Type="http://schemas.openxmlformats.org/officeDocument/2006/relationships/tags" Target="../tags/tag406.xml"/><Relationship Id="rId16" Type="http://schemas.openxmlformats.org/officeDocument/2006/relationships/tags" Target="../tags/tag420.xml"/><Relationship Id="rId20" Type="http://schemas.openxmlformats.org/officeDocument/2006/relationships/oleObject" Target="../embeddings/oleObject18.bin"/><Relationship Id="rId29" Type="http://schemas.openxmlformats.org/officeDocument/2006/relationships/image" Target="../media/image67.png"/><Relationship Id="rId1" Type="http://schemas.openxmlformats.org/officeDocument/2006/relationships/tags" Target="../tags/tag405.xml"/><Relationship Id="rId6" Type="http://schemas.openxmlformats.org/officeDocument/2006/relationships/tags" Target="../tags/tag410.xml"/><Relationship Id="rId11" Type="http://schemas.openxmlformats.org/officeDocument/2006/relationships/tags" Target="../tags/tag415.xml"/><Relationship Id="rId24" Type="http://schemas.openxmlformats.org/officeDocument/2006/relationships/image" Target="../media/image36.png"/><Relationship Id="rId5" Type="http://schemas.openxmlformats.org/officeDocument/2006/relationships/tags" Target="../tags/tag409.xml"/><Relationship Id="rId15" Type="http://schemas.openxmlformats.org/officeDocument/2006/relationships/tags" Target="../tags/tag419.xml"/><Relationship Id="rId23" Type="http://schemas.openxmlformats.org/officeDocument/2006/relationships/image" Target="../media/image35.png"/><Relationship Id="rId28" Type="http://schemas.openxmlformats.org/officeDocument/2006/relationships/image" Target="../media/image66.png"/><Relationship Id="rId10" Type="http://schemas.openxmlformats.org/officeDocument/2006/relationships/tags" Target="../tags/tag414.xml"/><Relationship Id="rId19" Type="http://schemas.openxmlformats.org/officeDocument/2006/relationships/notesSlide" Target="../notesSlides/notesSlide19.xml"/><Relationship Id="rId4" Type="http://schemas.openxmlformats.org/officeDocument/2006/relationships/tags" Target="../tags/tag408.xml"/><Relationship Id="rId9" Type="http://schemas.openxmlformats.org/officeDocument/2006/relationships/tags" Target="../tags/tag413.xml"/><Relationship Id="rId14" Type="http://schemas.openxmlformats.org/officeDocument/2006/relationships/tags" Target="../tags/tag418.xml"/><Relationship Id="rId22" Type="http://schemas.openxmlformats.org/officeDocument/2006/relationships/image" Target="../media/image34.png"/><Relationship Id="rId27" Type="http://schemas.openxmlformats.org/officeDocument/2006/relationships/image" Target="../media/image65.png"/></Relationships>
</file>

<file path=ppt/slides/_rels/slide30.xml.rels><?xml version="1.0" encoding="UTF-8" standalone="yes"?>
<Relationships xmlns="http://schemas.openxmlformats.org/package/2006/relationships"><Relationship Id="rId8" Type="http://schemas.openxmlformats.org/officeDocument/2006/relationships/tags" Target="../tags/tag429.xml"/><Relationship Id="rId13" Type="http://schemas.openxmlformats.org/officeDocument/2006/relationships/tags" Target="../tags/tag434.xml"/><Relationship Id="rId18" Type="http://schemas.openxmlformats.org/officeDocument/2006/relationships/tags" Target="../tags/tag439.xml"/><Relationship Id="rId26" Type="http://schemas.openxmlformats.org/officeDocument/2006/relationships/image" Target="../media/image1.emf"/><Relationship Id="rId3" Type="http://schemas.openxmlformats.org/officeDocument/2006/relationships/tags" Target="../tags/tag424.xml"/><Relationship Id="rId21" Type="http://schemas.openxmlformats.org/officeDocument/2006/relationships/tags" Target="../tags/tag442.xml"/><Relationship Id="rId34" Type="http://schemas.openxmlformats.org/officeDocument/2006/relationships/image" Target="../media/image67.png"/><Relationship Id="rId7" Type="http://schemas.openxmlformats.org/officeDocument/2006/relationships/tags" Target="../tags/tag428.xml"/><Relationship Id="rId12" Type="http://schemas.openxmlformats.org/officeDocument/2006/relationships/tags" Target="../tags/tag433.xml"/><Relationship Id="rId17" Type="http://schemas.openxmlformats.org/officeDocument/2006/relationships/tags" Target="../tags/tag438.xml"/><Relationship Id="rId25" Type="http://schemas.openxmlformats.org/officeDocument/2006/relationships/oleObject" Target="../embeddings/oleObject19.bin"/><Relationship Id="rId33" Type="http://schemas.openxmlformats.org/officeDocument/2006/relationships/image" Target="../media/image66.png"/><Relationship Id="rId2" Type="http://schemas.openxmlformats.org/officeDocument/2006/relationships/tags" Target="../tags/tag423.xml"/><Relationship Id="rId16" Type="http://schemas.openxmlformats.org/officeDocument/2006/relationships/tags" Target="../tags/tag437.xml"/><Relationship Id="rId20" Type="http://schemas.openxmlformats.org/officeDocument/2006/relationships/tags" Target="../tags/tag441.xml"/><Relationship Id="rId29" Type="http://schemas.openxmlformats.org/officeDocument/2006/relationships/image" Target="../media/image36.png"/><Relationship Id="rId1" Type="http://schemas.openxmlformats.org/officeDocument/2006/relationships/tags" Target="../tags/tag422.xml"/><Relationship Id="rId6" Type="http://schemas.openxmlformats.org/officeDocument/2006/relationships/tags" Target="../tags/tag427.xml"/><Relationship Id="rId11" Type="http://schemas.openxmlformats.org/officeDocument/2006/relationships/tags" Target="../tags/tag432.xml"/><Relationship Id="rId24" Type="http://schemas.openxmlformats.org/officeDocument/2006/relationships/notesSlide" Target="../notesSlides/notesSlide20.xml"/><Relationship Id="rId32" Type="http://schemas.openxmlformats.org/officeDocument/2006/relationships/image" Target="../media/image65.png"/><Relationship Id="rId5" Type="http://schemas.openxmlformats.org/officeDocument/2006/relationships/tags" Target="../tags/tag426.xml"/><Relationship Id="rId15" Type="http://schemas.openxmlformats.org/officeDocument/2006/relationships/tags" Target="../tags/tag436.xml"/><Relationship Id="rId23" Type="http://schemas.openxmlformats.org/officeDocument/2006/relationships/slideLayout" Target="../slideLayouts/slideLayout3.xml"/><Relationship Id="rId28" Type="http://schemas.openxmlformats.org/officeDocument/2006/relationships/image" Target="../media/image35.png"/><Relationship Id="rId10" Type="http://schemas.openxmlformats.org/officeDocument/2006/relationships/tags" Target="../tags/tag431.xml"/><Relationship Id="rId19" Type="http://schemas.openxmlformats.org/officeDocument/2006/relationships/tags" Target="../tags/tag440.xml"/><Relationship Id="rId31" Type="http://schemas.openxmlformats.org/officeDocument/2006/relationships/image" Target="../media/image38.png"/><Relationship Id="rId4" Type="http://schemas.openxmlformats.org/officeDocument/2006/relationships/tags" Target="../tags/tag425.xml"/><Relationship Id="rId9" Type="http://schemas.openxmlformats.org/officeDocument/2006/relationships/tags" Target="../tags/tag430.xml"/><Relationship Id="rId14" Type="http://schemas.openxmlformats.org/officeDocument/2006/relationships/tags" Target="../tags/tag435.xml"/><Relationship Id="rId22" Type="http://schemas.openxmlformats.org/officeDocument/2006/relationships/tags" Target="../tags/tag443.xml"/><Relationship Id="rId27" Type="http://schemas.openxmlformats.org/officeDocument/2006/relationships/image" Target="../media/image34.png"/><Relationship Id="rId30"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tags" Target="../tags/tag444.xml"/><Relationship Id="rId4" Type="http://schemas.openxmlformats.org/officeDocument/2006/relationships/image" Target="../media/image1.emf"/></Relationships>
</file>

<file path=ppt/slides/_rels/slide3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slideLayout" Target="../slideLayouts/slideLayout3.xml"/><Relationship Id="rId1" Type="http://schemas.openxmlformats.org/officeDocument/2006/relationships/tags" Target="../tags/tag445.xml"/></Relationships>
</file>

<file path=ppt/slides/_rels/slide3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slideLayout" Target="../slideLayouts/slideLayout3.xml"/><Relationship Id="rId1" Type="http://schemas.openxmlformats.org/officeDocument/2006/relationships/tags" Target="../tags/tag446.xml"/></Relationships>
</file>

<file path=ppt/slides/_rels/slide3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slideLayout" Target="../slideLayouts/slideLayout3.xml"/><Relationship Id="rId1" Type="http://schemas.openxmlformats.org/officeDocument/2006/relationships/tags" Target="../tags/tag447.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tags" Target="../tags/tag448.xml"/><Relationship Id="rId4" Type="http://schemas.openxmlformats.org/officeDocument/2006/relationships/image" Target="../media/image1.emf"/></Relationships>
</file>

<file path=ppt/slides/_rels/slide36.xml.rels><?xml version="1.0" encoding="UTF-8" standalone="yes"?>
<Relationships xmlns="http://schemas.openxmlformats.org/package/2006/relationships"><Relationship Id="rId3" Type="http://schemas.openxmlformats.org/officeDocument/2006/relationships/hyperlink" Target="https://io-link.com/de/Technologie/Was_ist_IO-Link.php?thisID=63" TargetMode="External"/><Relationship Id="rId2" Type="http://schemas.openxmlformats.org/officeDocument/2006/relationships/hyperlink" Target="https://www.siemens.com/io-link" TargetMode="External"/><Relationship Id="rId1" Type="http://schemas.openxmlformats.org/officeDocument/2006/relationships/slideLayout" Target="../slideLayouts/slideLayout3.xml"/><Relationship Id="rId5" Type="http://schemas.openxmlformats.org/officeDocument/2006/relationships/image" Target="../media/image70.png"/><Relationship Id="rId4" Type="http://schemas.openxmlformats.org/officeDocument/2006/relationships/image" Target="../media/image69.png"/></Relationships>
</file>

<file path=ppt/slides/_rels/slide37.xml.rels><?xml version="1.0" encoding="UTF-8" standalone="yes"?>
<Relationships xmlns="http://schemas.openxmlformats.org/package/2006/relationships"><Relationship Id="rId8" Type="http://schemas.openxmlformats.org/officeDocument/2006/relationships/tags" Target="../tags/tag456.xml"/><Relationship Id="rId13" Type="http://schemas.openxmlformats.org/officeDocument/2006/relationships/tags" Target="../tags/tag461.xml"/><Relationship Id="rId18" Type="http://schemas.openxmlformats.org/officeDocument/2006/relationships/tags" Target="../tags/tag466.xml"/><Relationship Id="rId26" Type="http://schemas.openxmlformats.org/officeDocument/2006/relationships/image" Target="../media/image73.png"/><Relationship Id="rId3" Type="http://schemas.openxmlformats.org/officeDocument/2006/relationships/tags" Target="../tags/tag451.xml"/><Relationship Id="rId21" Type="http://schemas.openxmlformats.org/officeDocument/2006/relationships/image" Target="../media/image46.png"/><Relationship Id="rId7" Type="http://schemas.openxmlformats.org/officeDocument/2006/relationships/tags" Target="../tags/tag455.xml"/><Relationship Id="rId12" Type="http://schemas.openxmlformats.org/officeDocument/2006/relationships/tags" Target="../tags/tag460.xml"/><Relationship Id="rId17" Type="http://schemas.openxmlformats.org/officeDocument/2006/relationships/tags" Target="../tags/tag465.xml"/><Relationship Id="rId25" Type="http://schemas.openxmlformats.org/officeDocument/2006/relationships/image" Target="../media/image72.png"/><Relationship Id="rId2" Type="http://schemas.openxmlformats.org/officeDocument/2006/relationships/tags" Target="../tags/tag450.xml"/><Relationship Id="rId16" Type="http://schemas.openxmlformats.org/officeDocument/2006/relationships/tags" Target="../tags/tag464.xml"/><Relationship Id="rId20" Type="http://schemas.openxmlformats.org/officeDocument/2006/relationships/image" Target="../media/image45.png"/><Relationship Id="rId1" Type="http://schemas.openxmlformats.org/officeDocument/2006/relationships/tags" Target="../tags/tag449.xml"/><Relationship Id="rId6" Type="http://schemas.openxmlformats.org/officeDocument/2006/relationships/tags" Target="../tags/tag454.xml"/><Relationship Id="rId11" Type="http://schemas.openxmlformats.org/officeDocument/2006/relationships/tags" Target="../tags/tag459.xml"/><Relationship Id="rId24" Type="http://schemas.openxmlformats.org/officeDocument/2006/relationships/image" Target="../media/image70.png"/><Relationship Id="rId5" Type="http://schemas.openxmlformats.org/officeDocument/2006/relationships/tags" Target="../tags/tag453.xml"/><Relationship Id="rId15" Type="http://schemas.openxmlformats.org/officeDocument/2006/relationships/tags" Target="../tags/tag463.xml"/><Relationship Id="rId23" Type="http://schemas.openxmlformats.org/officeDocument/2006/relationships/image" Target="../media/image34.png"/><Relationship Id="rId28" Type="http://schemas.openxmlformats.org/officeDocument/2006/relationships/image" Target="../media/image75.png"/><Relationship Id="rId10" Type="http://schemas.openxmlformats.org/officeDocument/2006/relationships/tags" Target="../tags/tag458.xml"/><Relationship Id="rId19" Type="http://schemas.openxmlformats.org/officeDocument/2006/relationships/slideLayout" Target="../slideLayouts/slideLayout3.xml"/><Relationship Id="rId4" Type="http://schemas.openxmlformats.org/officeDocument/2006/relationships/tags" Target="../tags/tag452.xml"/><Relationship Id="rId9" Type="http://schemas.openxmlformats.org/officeDocument/2006/relationships/tags" Target="../tags/tag457.xml"/><Relationship Id="rId14" Type="http://schemas.openxmlformats.org/officeDocument/2006/relationships/tags" Target="../tags/tag462.xml"/><Relationship Id="rId22" Type="http://schemas.openxmlformats.org/officeDocument/2006/relationships/image" Target="../media/image71.png"/><Relationship Id="rId27" Type="http://schemas.openxmlformats.org/officeDocument/2006/relationships/image" Target="../media/image7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png"/><Relationship Id="rId1" Type="http://schemas.openxmlformats.org/officeDocument/2006/relationships/slideLayout" Target="../slideLayouts/slideLayout3.xml"/><Relationship Id="rId6" Type="http://schemas.openxmlformats.org/officeDocument/2006/relationships/image" Target="../media/image80.png"/><Relationship Id="rId11" Type="http://schemas.openxmlformats.org/officeDocument/2006/relationships/image" Target="../media/image84.PNG"/><Relationship Id="rId5" Type="http://schemas.openxmlformats.org/officeDocument/2006/relationships/image" Target="../media/image79.png"/><Relationship Id="rId10" Type="http://schemas.openxmlformats.org/officeDocument/2006/relationships/image" Target="../media/image70.png"/><Relationship Id="rId4" Type="http://schemas.openxmlformats.org/officeDocument/2006/relationships/image" Target="../media/image78.png"/><Relationship Id="rId9" Type="http://schemas.openxmlformats.org/officeDocument/2006/relationships/image" Target="../media/image83.png"/></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tags" Target="../tags/tag467.xml"/><Relationship Id="rId4" Type="http://schemas.openxmlformats.org/officeDocument/2006/relationships/image" Target="../media/image1.emf"/></Relationships>
</file>

<file path=ppt/slides/_rels/slide41.xml.rels><?xml version="1.0" encoding="UTF-8" standalone="yes"?>
<Relationships xmlns="http://schemas.openxmlformats.org/package/2006/relationships"><Relationship Id="rId13" Type="http://schemas.openxmlformats.org/officeDocument/2006/relationships/tags" Target="../tags/tag480.xml"/><Relationship Id="rId18" Type="http://schemas.openxmlformats.org/officeDocument/2006/relationships/tags" Target="../tags/tag485.xml"/><Relationship Id="rId26" Type="http://schemas.openxmlformats.org/officeDocument/2006/relationships/tags" Target="../tags/tag493.xml"/><Relationship Id="rId39" Type="http://schemas.openxmlformats.org/officeDocument/2006/relationships/tags" Target="../tags/tag506.xml"/><Relationship Id="rId21" Type="http://schemas.openxmlformats.org/officeDocument/2006/relationships/tags" Target="../tags/tag488.xml"/><Relationship Id="rId34" Type="http://schemas.openxmlformats.org/officeDocument/2006/relationships/tags" Target="../tags/tag501.xml"/><Relationship Id="rId42" Type="http://schemas.openxmlformats.org/officeDocument/2006/relationships/notesSlide" Target="../notesSlides/notesSlide21.xml"/><Relationship Id="rId47" Type="http://schemas.openxmlformats.org/officeDocument/2006/relationships/image" Target="../media/image36.png"/><Relationship Id="rId50" Type="http://schemas.openxmlformats.org/officeDocument/2006/relationships/image" Target="../media/image45.png"/><Relationship Id="rId55" Type="http://schemas.openxmlformats.org/officeDocument/2006/relationships/image" Target="../media/image89.png"/><Relationship Id="rId7" Type="http://schemas.openxmlformats.org/officeDocument/2006/relationships/tags" Target="../tags/tag474.xml"/><Relationship Id="rId12" Type="http://schemas.openxmlformats.org/officeDocument/2006/relationships/tags" Target="../tags/tag479.xml"/><Relationship Id="rId17" Type="http://schemas.openxmlformats.org/officeDocument/2006/relationships/tags" Target="../tags/tag484.xml"/><Relationship Id="rId25" Type="http://schemas.openxmlformats.org/officeDocument/2006/relationships/tags" Target="../tags/tag492.xml"/><Relationship Id="rId33" Type="http://schemas.openxmlformats.org/officeDocument/2006/relationships/tags" Target="../tags/tag500.xml"/><Relationship Id="rId38" Type="http://schemas.openxmlformats.org/officeDocument/2006/relationships/tags" Target="../tags/tag505.xml"/><Relationship Id="rId46" Type="http://schemas.openxmlformats.org/officeDocument/2006/relationships/image" Target="../media/image35.png"/><Relationship Id="rId2" Type="http://schemas.openxmlformats.org/officeDocument/2006/relationships/tags" Target="../tags/tag469.xml"/><Relationship Id="rId16" Type="http://schemas.openxmlformats.org/officeDocument/2006/relationships/tags" Target="../tags/tag483.xml"/><Relationship Id="rId20" Type="http://schemas.openxmlformats.org/officeDocument/2006/relationships/tags" Target="../tags/tag487.xml"/><Relationship Id="rId29" Type="http://schemas.openxmlformats.org/officeDocument/2006/relationships/tags" Target="../tags/tag496.xml"/><Relationship Id="rId41" Type="http://schemas.openxmlformats.org/officeDocument/2006/relationships/slideLayout" Target="../slideLayouts/slideLayout3.xml"/><Relationship Id="rId54" Type="http://schemas.openxmlformats.org/officeDocument/2006/relationships/image" Target="../media/image88.png"/><Relationship Id="rId1" Type="http://schemas.openxmlformats.org/officeDocument/2006/relationships/tags" Target="../tags/tag468.xml"/><Relationship Id="rId6" Type="http://schemas.openxmlformats.org/officeDocument/2006/relationships/tags" Target="../tags/tag473.xml"/><Relationship Id="rId11" Type="http://schemas.openxmlformats.org/officeDocument/2006/relationships/tags" Target="../tags/tag478.xml"/><Relationship Id="rId24" Type="http://schemas.openxmlformats.org/officeDocument/2006/relationships/tags" Target="../tags/tag491.xml"/><Relationship Id="rId32" Type="http://schemas.openxmlformats.org/officeDocument/2006/relationships/tags" Target="../tags/tag499.xml"/><Relationship Id="rId37" Type="http://schemas.openxmlformats.org/officeDocument/2006/relationships/tags" Target="../tags/tag504.xml"/><Relationship Id="rId40" Type="http://schemas.openxmlformats.org/officeDocument/2006/relationships/tags" Target="../tags/tag507.xml"/><Relationship Id="rId45" Type="http://schemas.openxmlformats.org/officeDocument/2006/relationships/image" Target="../media/image34.png"/><Relationship Id="rId53" Type="http://schemas.openxmlformats.org/officeDocument/2006/relationships/image" Target="../media/image87.png"/><Relationship Id="rId5" Type="http://schemas.openxmlformats.org/officeDocument/2006/relationships/tags" Target="../tags/tag472.xml"/><Relationship Id="rId15" Type="http://schemas.openxmlformats.org/officeDocument/2006/relationships/tags" Target="../tags/tag482.xml"/><Relationship Id="rId23" Type="http://schemas.openxmlformats.org/officeDocument/2006/relationships/tags" Target="../tags/tag490.xml"/><Relationship Id="rId28" Type="http://schemas.openxmlformats.org/officeDocument/2006/relationships/tags" Target="../tags/tag495.xml"/><Relationship Id="rId36" Type="http://schemas.openxmlformats.org/officeDocument/2006/relationships/tags" Target="../tags/tag503.xml"/><Relationship Id="rId49" Type="http://schemas.openxmlformats.org/officeDocument/2006/relationships/image" Target="../media/image38.png"/><Relationship Id="rId10" Type="http://schemas.openxmlformats.org/officeDocument/2006/relationships/tags" Target="../tags/tag477.xml"/><Relationship Id="rId19" Type="http://schemas.openxmlformats.org/officeDocument/2006/relationships/tags" Target="../tags/tag486.xml"/><Relationship Id="rId31" Type="http://schemas.openxmlformats.org/officeDocument/2006/relationships/tags" Target="../tags/tag498.xml"/><Relationship Id="rId44" Type="http://schemas.openxmlformats.org/officeDocument/2006/relationships/image" Target="../media/image86.png"/><Relationship Id="rId52" Type="http://schemas.openxmlformats.org/officeDocument/2006/relationships/slide" Target="slide50.xml"/><Relationship Id="rId4" Type="http://schemas.openxmlformats.org/officeDocument/2006/relationships/tags" Target="../tags/tag471.xml"/><Relationship Id="rId9" Type="http://schemas.openxmlformats.org/officeDocument/2006/relationships/tags" Target="../tags/tag476.xml"/><Relationship Id="rId14" Type="http://schemas.openxmlformats.org/officeDocument/2006/relationships/tags" Target="../tags/tag481.xml"/><Relationship Id="rId22" Type="http://schemas.openxmlformats.org/officeDocument/2006/relationships/tags" Target="../tags/tag489.xml"/><Relationship Id="rId27" Type="http://schemas.openxmlformats.org/officeDocument/2006/relationships/tags" Target="../tags/tag494.xml"/><Relationship Id="rId30" Type="http://schemas.openxmlformats.org/officeDocument/2006/relationships/tags" Target="../tags/tag497.xml"/><Relationship Id="rId35" Type="http://schemas.openxmlformats.org/officeDocument/2006/relationships/tags" Target="../tags/tag502.xml"/><Relationship Id="rId43" Type="http://schemas.openxmlformats.org/officeDocument/2006/relationships/image" Target="../media/image85.png"/><Relationship Id="rId48" Type="http://schemas.openxmlformats.org/officeDocument/2006/relationships/image" Target="../media/image37.png"/><Relationship Id="rId56" Type="http://schemas.openxmlformats.org/officeDocument/2006/relationships/image" Target="../media/image90.png"/><Relationship Id="rId8" Type="http://schemas.openxmlformats.org/officeDocument/2006/relationships/tags" Target="../tags/tag475.xml"/><Relationship Id="rId51" Type="http://schemas.openxmlformats.org/officeDocument/2006/relationships/image" Target="../media/image46.png"/><Relationship Id="rId3" Type="http://schemas.openxmlformats.org/officeDocument/2006/relationships/tags" Target="../tags/tag470.xml"/></Relationships>
</file>

<file path=ppt/slides/_rels/slide42.xml.rels><?xml version="1.0" encoding="UTF-8" standalone="yes"?>
<Relationships xmlns="http://schemas.openxmlformats.org/package/2006/relationships"><Relationship Id="rId8" Type="http://schemas.openxmlformats.org/officeDocument/2006/relationships/tags" Target="../tags/tag515.xml"/><Relationship Id="rId13" Type="http://schemas.openxmlformats.org/officeDocument/2006/relationships/tags" Target="../tags/tag520.xml"/><Relationship Id="rId18" Type="http://schemas.openxmlformats.org/officeDocument/2006/relationships/tags" Target="../tags/tag525.xml"/><Relationship Id="rId26" Type="http://schemas.openxmlformats.org/officeDocument/2006/relationships/image" Target="../media/image85.png"/><Relationship Id="rId3" Type="http://schemas.openxmlformats.org/officeDocument/2006/relationships/tags" Target="../tags/tag510.xml"/><Relationship Id="rId21" Type="http://schemas.openxmlformats.org/officeDocument/2006/relationships/tags" Target="../tags/tag528.xml"/><Relationship Id="rId34" Type="http://schemas.openxmlformats.org/officeDocument/2006/relationships/image" Target="../media/image45.png"/><Relationship Id="rId7" Type="http://schemas.openxmlformats.org/officeDocument/2006/relationships/tags" Target="../tags/tag514.xml"/><Relationship Id="rId12" Type="http://schemas.openxmlformats.org/officeDocument/2006/relationships/tags" Target="../tags/tag519.xml"/><Relationship Id="rId17" Type="http://schemas.openxmlformats.org/officeDocument/2006/relationships/tags" Target="../tags/tag524.xml"/><Relationship Id="rId25" Type="http://schemas.openxmlformats.org/officeDocument/2006/relationships/notesSlide" Target="../notesSlides/notesSlide22.xml"/><Relationship Id="rId33" Type="http://schemas.openxmlformats.org/officeDocument/2006/relationships/image" Target="../media/image38.png"/><Relationship Id="rId2" Type="http://schemas.openxmlformats.org/officeDocument/2006/relationships/tags" Target="../tags/tag509.xml"/><Relationship Id="rId16" Type="http://schemas.openxmlformats.org/officeDocument/2006/relationships/tags" Target="../tags/tag523.xml"/><Relationship Id="rId20" Type="http://schemas.openxmlformats.org/officeDocument/2006/relationships/tags" Target="../tags/tag527.xml"/><Relationship Id="rId29" Type="http://schemas.openxmlformats.org/officeDocument/2006/relationships/image" Target="../media/image34.png"/><Relationship Id="rId1" Type="http://schemas.openxmlformats.org/officeDocument/2006/relationships/tags" Target="../tags/tag508.xml"/><Relationship Id="rId6" Type="http://schemas.openxmlformats.org/officeDocument/2006/relationships/tags" Target="../tags/tag513.xml"/><Relationship Id="rId11" Type="http://schemas.openxmlformats.org/officeDocument/2006/relationships/tags" Target="../tags/tag518.xml"/><Relationship Id="rId24" Type="http://schemas.openxmlformats.org/officeDocument/2006/relationships/slideLayout" Target="../slideLayouts/slideLayout3.xml"/><Relationship Id="rId32" Type="http://schemas.openxmlformats.org/officeDocument/2006/relationships/image" Target="../media/image37.png"/><Relationship Id="rId5" Type="http://schemas.openxmlformats.org/officeDocument/2006/relationships/tags" Target="../tags/tag512.xml"/><Relationship Id="rId15" Type="http://schemas.openxmlformats.org/officeDocument/2006/relationships/tags" Target="../tags/tag522.xml"/><Relationship Id="rId23" Type="http://schemas.openxmlformats.org/officeDocument/2006/relationships/tags" Target="../tags/tag530.xml"/><Relationship Id="rId28" Type="http://schemas.openxmlformats.org/officeDocument/2006/relationships/hyperlink" Target="https://support.industry.siemens.com/cs/ww/de/view/109781687" TargetMode="External"/><Relationship Id="rId10" Type="http://schemas.openxmlformats.org/officeDocument/2006/relationships/tags" Target="../tags/tag517.xml"/><Relationship Id="rId19" Type="http://schemas.openxmlformats.org/officeDocument/2006/relationships/tags" Target="../tags/tag526.xml"/><Relationship Id="rId31" Type="http://schemas.openxmlformats.org/officeDocument/2006/relationships/image" Target="../media/image36.png"/><Relationship Id="rId4" Type="http://schemas.openxmlformats.org/officeDocument/2006/relationships/tags" Target="../tags/tag511.xml"/><Relationship Id="rId9" Type="http://schemas.openxmlformats.org/officeDocument/2006/relationships/tags" Target="../tags/tag516.xml"/><Relationship Id="rId14" Type="http://schemas.openxmlformats.org/officeDocument/2006/relationships/tags" Target="../tags/tag521.xml"/><Relationship Id="rId22" Type="http://schemas.openxmlformats.org/officeDocument/2006/relationships/tags" Target="../tags/tag529.xml"/><Relationship Id="rId27" Type="http://schemas.openxmlformats.org/officeDocument/2006/relationships/image" Target="../media/image86.png"/><Relationship Id="rId30" Type="http://schemas.openxmlformats.org/officeDocument/2006/relationships/image" Target="../media/image35.png"/><Relationship Id="rId35" Type="http://schemas.openxmlformats.org/officeDocument/2006/relationships/image" Target="../media/image46.png"/></Relationships>
</file>

<file path=ppt/slides/_rels/slide43.xml.rels><?xml version="1.0" encoding="UTF-8" standalone="yes"?>
<Relationships xmlns="http://schemas.openxmlformats.org/package/2006/relationships"><Relationship Id="rId8" Type="http://schemas.openxmlformats.org/officeDocument/2006/relationships/tags" Target="../tags/tag538.xml"/><Relationship Id="rId13" Type="http://schemas.openxmlformats.org/officeDocument/2006/relationships/tags" Target="../tags/tag543.xml"/><Relationship Id="rId18" Type="http://schemas.openxmlformats.org/officeDocument/2006/relationships/tags" Target="../tags/tag548.xml"/><Relationship Id="rId26" Type="http://schemas.openxmlformats.org/officeDocument/2006/relationships/image" Target="../media/image38.png"/><Relationship Id="rId3" Type="http://schemas.openxmlformats.org/officeDocument/2006/relationships/tags" Target="../tags/tag533.xml"/><Relationship Id="rId21" Type="http://schemas.openxmlformats.org/officeDocument/2006/relationships/hyperlink" Target="https://support.industry.siemens.com/cs/ww/de/view/109773067" TargetMode="External"/><Relationship Id="rId7" Type="http://schemas.openxmlformats.org/officeDocument/2006/relationships/tags" Target="../tags/tag537.xml"/><Relationship Id="rId12" Type="http://schemas.openxmlformats.org/officeDocument/2006/relationships/tags" Target="../tags/tag542.xml"/><Relationship Id="rId17" Type="http://schemas.openxmlformats.org/officeDocument/2006/relationships/tags" Target="../tags/tag547.xml"/><Relationship Id="rId25" Type="http://schemas.openxmlformats.org/officeDocument/2006/relationships/image" Target="../media/image37.png"/><Relationship Id="rId2" Type="http://schemas.openxmlformats.org/officeDocument/2006/relationships/tags" Target="../tags/tag532.xml"/><Relationship Id="rId16" Type="http://schemas.openxmlformats.org/officeDocument/2006/relationships/tags" Target="../tags/tag546.xml"/><Relationship Id="rId20" Type="http://schemas.openxmlformats.org/officeDocument/2006/relationships/notesSlide" Target="../notesSlides/notesSlide23.xml"/><Relationship Id="rId29" Type="http://schemas.openxmlformats.org/officeDocument/2006/relationships/image" Target="../media/image85.png"/><Relationship Id="rId1" Type="http://schemas.openxmlformats.org/officeDocument/2006/relationships/tags" Target="../tags/tag531.xml"/><Relationship Id="rId6" Type="http://schemas.openxmlformats.org/officeDocument/2006/relationships/tags" Target="../tags/tag536.xml"/><Relationship Id="rId11" Type="http://schemas.openxmlformats.org/officeDocument/2006/relationships/tags" Target="../tags/tag541.xml"/><Relationship Id="rId24" Type="http://schemas.openxmlformats.org/officeDocument/2006/relationships/image" Target="../media/image36.png"/><Relationship Id="rId5" Type="http://schemas.openxmlformats.org/officeDocument/2006/relationships/tags" Target="../tags/tag535.xml"/><Relationship Id="rId15" Type="http://schemas.openxmlformats.org/officeDocument/2006/relationships/tags" Target="../tags/tag545.xml"/><Relationship Id="rId23" Type="http://schemas.openxmlformats.org/officeDocument/2006/relationships/image" Target="../media/image35.png"/><Relationship Id="rId28" Type="http://schemas.openxmlformats.org/officeDocument/2006/relationships/image" Target="../media/image46.png"/><Relationship Id="rId10" Type="http://schemas.openxmlformats.org/officeDocument/2006/relationships/tags" Target="../tags/tag540.xml"/><Relationship Id="rId19" Type="http://schemas.openxmlformats.org/officeDocument/2006/relationships/slideLayout" Target="../slideLayouts/slideLayout3.xml"/><Relationship Id="rId4" Type="http://schemas.openxmlformats.org/officeDocument/2006/relationships/tags" Target="../tags/tag534.xml"/><Relationship Id="rId9" Type="http://schemas.openxmlformats.org/officeDocument/2006/relationships/tags" Target="../tags/tag539.xml"/><Relationship Id="rId14" Type="http://schemas.openxmlformats.org/officeDocument/2006/relationships/tags" Target="../tags/tag544.xml"/><Relationship Id="rId22" Type="http://schemas.openxmlformats.org/officeDocument/2006/relationships/image" Target="../media/image34.png"/><Relationship Id="rId27" Type="http://schemas.openxmlformats.org/officeDocument/2006/relationships/image" Target="../media/image45.png"/></Relationships>
</file>

<file path=ppt/slides/_rels/slide44.xml.rels><?xml version="1.0" encoding="UTF-8" standalone="yes"?>
<Relationships xmlns="http://schemas.openxmlformats.org/package/2006/relationships"><Relationship Id="rId8" Type="http://schemas.openxmlformats.org/officeDocument/2006/relationships/tags" Target="../tags/tag556.xml"/><Relationship Id="rId13" Type="http://schemas.openxmlformats.org/officeDocument/2006/relationships/tags" Target="../tags/tag561.xml"/><Relationship Id="rId18" Type="http://schemas.openxmlformats.org/officeDocument/2006/relationships/slideLayout" Target="../slideLayouts/slideLayout3.xml"/><Relationship Id="rId26" Type="http://schemas.openxmlformats.org/officeDocument/2006/relationships/image" Target="../media/image45.png"/><Relationship Id="rId3" Type="http://schemas.openxmlformats.org/officeDocument/2006/relationships/tags" Target="../tags/tag551.xml"/><Relationship Id="rId21" Type="http://schemas.openxmlformats.org/officeDocument/2006/relationships/image" Target="../media/image34.png"/><Relationship Id="rId7" Type="http://schemas.openxmlformats.org/officeDocument/2006/relationships/tags" Target="../tags/tag555.xml"/><Relationship Id="rId12" Type="http://schemas.openxmlformats.org/officeDocument/2006/relationships/tags" Target="../tags/tag560.xml"/><Relationship Id="rId17" Type="http://schemas.openxmlformats.org/officeDocument/2006/relationships/tags" Target="../tags/tag565.xml"/><Relationship Id="rId25" Type="http://schemas.openxmlformats.org/officeDocument/2006/relationships/image" Target="../media/image38.png"/><Relationship Id="rId2" Type="http://schemas.openxmlformats.org/officeDocument/2006/relationships/tags" Target="../tags/tag550.xml"/><Relationship Id="rId16" Type="http://schemas.openxmlformats.org/officeDocument/2006/relationships/tags" Target="../tags/tag564.xml"/><Relationship Id="rId20" Type="http://schemas.openxmlformats.org/officeDocument/2006/relationships/image" Target="../media/image85.png"/><Relationship Id="rId1" Type="http://schemas.openxmlformats.org/officeDocument/2006/relationships/tags" Target="../tags/tag549.xml"/><Relationship Id="rId6" Type="http://schemas.openxmlformats.org/officeDocument/2006/relationships/tags" Target="../tags/tag554.xml"/><Relationship Id="rId11" Type="http://schemas.openxmlformats.org/officeDocument/2006/relationships/tags" Target="../tags/tag559.xml"/><Relationship Id="rId24" Type="http://schemas.openxmlformats.org/officeDocument/2006/relationships/image" Target="../media/image37.png"/><Relationship Id="rId5" Type="http://schemas.openxmlformats.org/officeDocument/2006/relationships/tags" Target="../tags/tag553.xml"/><Relationship Id="rId15" Type="http://schemas.openxmlformats.org/officeDocument/2006/relationships/tags" Target="../tags/tag563.xml"/><Relationship Id="rId23" Type="http://schemas.openxmlformats.org/officeDocument/2006/relationships/image" Target="../media/image36.png"/><Relationship Id="rId10" Type="http://schemas.openxmlformats.org/officeDocument/2006/relationships/tags" Target="../tags/tag558.xml"/><Relationship Id="rId19" Type="http://schemas.openxmlformats.org/officeDocument/2006/relationships/notesSlide" Target="../notesSlides/notesSlide24.xml"/><Relationship Id="rId4" Type="http://schemas.openxmlformats.org/officeDocument/2006/relationships/tags" Target="../tags/tag552.xml"/><Relationship Id="rId9" Type="http://schemas.openxmlformats.org/officeDocument/2006/relationships/tags" Target="../tags/tag557.xml"/><Relationship Id="rId14" Type="http://schemas.openxmlformats.org/officeDocument/2006/relationships/tags" Target="../tags/tag562.xml"/><Relationship Id="rId22" Type="http://schemas.openxmlformats.org/officeDocument/2006/relationships/image" Target="../media/image35.png"/><Relationship Id="rId27" Type="http://schemas.openxmlformats.org/officeDocument/2006/relationships/image" Target="../media/image46.png"/></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tags" Target="../tags/tag566.xml"/><Relationship Id="rId4" Type="http://schemas.openxmlformats.org/officeDocument/2006/relationships/image" Target="../media/image1.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3.xml"/><Relationship Id="rId1" Type="http://schemas.openxmlformats.org/officeDocument/2006/relationships/tags" Target="../tags/tag567.xml"/><Relationship Id="rId4" Type="http://schemas.openxmlformats.org/officeDocument/2006/relationships/image" Target="../media/image1.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xml"/><Relationship Id="rId1" Type="http://schemas.openxmlformats.org/officeDocument/2006/relationships/tags" Target="../tags/tag568.xml"/><Relationship Id="rId5" Type="http://schemas.openxmlformats.org/officeDocument/2006/relationships/image" Target="../media/image91.png"/><Relationship Id="rId4" Type="http://schemas.openxmlformats.org/officeDocument/2006/relationships/image" Target="../media/image1.e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3.xml"/><Relationship Id="rId1" Type="http://schemas.openxmlformats.org/officeDocument/2006/relationships/tags" Target="../tags/tag569.xml"/><Relationship Id="rId5" Type="http://schemas.openxmlformats.org/officeDocument/2006/relationships/image" Target="../media/image92.png"/><Relationship Id="rId4" Type="http://schemas.openxmlformats.org/officeDocument/2006/relationships/image" Target="../media/image1.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tags" Target="../tags/tag570.xml"/><Relationship Id="rId4" Type="http://schemas.openxmlformats.org/officeDocument/2006/relationships/image" Target="../media/image1.emf"/></Relationships>
</file>

<file path=ppt/slides/_rels/slide50.xml.rels><?xml version="1.0" encoding="UTF-8" standalone="yes"?>
<Relationships xmlns="http://schemas.openxmlformats.org/package/2006/relationships"><Relationship Id="rId8" Type="http://schemas.openxmlformats.org/officeDocument/2006/relationships/tags" Target="../tags/tag578.xml"/><Relationship Id="rId13" Type="http://schemas.openxmlformats.org/officeDocument/2006/relationships/tags" Target="../tags/tag583.xml"/><Relationship Id="rId18" Type="http://schemas.openxmlformats.org/officeDocument/2006/relationships/tags" Target="../tags/tag588.xml"/><Relationship Id="rId26" Type="http://schemas.openxmlformats.org/officeDocument/2006/relationships/tags" Target="../tags/tag596.xml"/><Relationship Id="rId3" Type="http://schemas.openxmlformats.org/officeDocument/2006/relationships/tags" Target="../tags/tag573.xml"/><Relationship Id="rId21" Type="http://schemas.openxmlformats.org/officeDocument/2006/relationships/tags" Target="../tags/tag591.xml"/><Relationship Id="rId7" Type="http://schemas.openxmlformats.org/officeDocument/2006/relationships/tags" Target="../tags/tag577.xml"/><Relationship Id="rId12" Type="http://schemas.openxmlformats.org/officeDocument/2006/relationships/tags" Target="../tags/tag582.xml"/><Relationship Id="rId17" Type="http://schemas.openxmlformats.org/officeDocument/2006/relationships/tags" Target="../tags/tag587.xml"/><Relationship Id="rId25" Type="http://schemas.openxmlformats.org/officeDocument/2006/relationships/tags" Target="../tags/tag595.xml"/><Relationship Id="rId33" Type="http://schemas.openxmlformats.org/officeDocument/2006/relationships/image" Target="../media/image96.png"/><Relationship Id="rId2" Type="http://schemas.openxmlformats.org/officeDocument/2006/relationships/tags" Target="../tags/tag572.xml"/><Relationship Id="rId16" Type="http://schemas.openxmlformats.org/officeDocument/2006/relationships/tags" Target="../tags/tag586.xml"/><Relationship Id="rId20" Type="http://schemas.openxmlformats.org/officeDocument/2006/relationships/tags" Target="../tags/tag590.xml"/><Relationship Id="rId29" Type="http://schemas.openxmlformats.org/officeDocument/2006/relationships/image" Target="../media/image60.emf"/><Relationship Id="rId1" Type="http://schemas.openxmlformats.org/officeDocument/2006/relationships/tags" Target="../tags/tag571.xml"/><Relationship Id="rId6" Type="http://schemas.openxmlformats.org/officeDocument/2006/relationships/tags" Target="../tags/tag576.xml"/><Relationship Id="rId11" Type="http://schemas.openxmlformats.org/officeDocument/2006/relationships/tags" Target="../tags/tag581.xml"/><Relationship Id="rId24" Type="http://schemas.openxmlformats.org/officeDocument/2006/relationships/tags" Target="../tags/tag594.xml"/><Relationship Id="rId32" Type="http://schemas.openxmlformats.org/officeDocument/2006/relationships/image" Target="../media/image95.png"/><Relationship Id="rId5" Type="http://schemas.openxmlformats.org/officeDocument/2006/relationships/tags" Target="../tags/tag575.xml"/><Relationship Id="rId15" Type="http://schemas.openxmlformats.org/officeDocument/2006/relationships/tags" Target="../tags/tag585.xml"/><Relationship Id="rId23" Type="http://schemas.openxmlformats.org/officeDocument/2006/relationships/tags" Target="../tags/tag593.xml"/><Relationship Id="rId28" Type="http://schemas.openxmlformats.org/officeDocument/2006/relationships/oleObject" Target="../embeddings/oleObject27.bin"/><Relationship Id="rId10" Type="http://schemas.openxmlformats.org/officeDocument/2006/relationships/tags" Target="../tags/tag580.xml"/><Relationship Id="rId19" Type="http://schemas.openxmlformats.org/officeDocument/2006/relationships/tags" Target="../tags/tag589.xml"/><Relationship Id="rId31" Type="http://schemas.openxmlformats.org/officeDocument/2006/relationships/image" Target="../media/image94.png"/><Relationship Id="rId4" Type="http://schemas.openxmlformats.org/officeDocument/2006/relationships/tags" Target="../tags/tag574.xml"/><Relationship Id="rId9" Type="http://schemas.openxmlformats.org/officeDocument/2006/relationships/tags" Target="../tags/tag579.xml"/><Relationship Id="rId14" Type="http://schemas.openxmlformats.org/officeDocument/2006/relationships/tags" Target="../tags/tag584.xml"/><Relationship Id="rId22" Type="http://schemas.openxmlformats.org/officeDocument/2006/relationships/tags" Target="../tags/tag592.xml"/><Relationship Id="rId27" Type="http://schemas.openxmlformats.org/officeDocument/2006/relationships/slideLayout" Target="../slideLayouts/slideLayout3.xml"/><Relationship Id="rId30" Type="http://schemas.openxmlformats.org/officeDocument/2006/relationships/image" Target="../media/image93.png"/></Relationships>
</file>

<file path=ppt/slides/_rels/slide51.xml.rels><?xml version="1.0" encoding="UTF-8" standalone="yes"?>
<Relationships xmlns="http://schemas.openxmlformats.org/package/2006/relationships"><Relationship Id="rId8" Type="http://schemas.openxmlformats.org/officeDocument/2006/relationships/tags" Target="../tags/tag604.xml"/><Relationship Id="rId13" Type="http://schemas.openxmlformats.org/officeDocument/2006/relationships/tags" Target="../tags/tag609.xml"/><Relationship Id="rId18" Type="http://schemas.openxmlformats.org/officeDocument/2006/relationships/image" Target="../media/image67.png"/><Relationship Id="rId3" Type="http://schemas.openxmlformats.org/officeDocument/2006/relationships/tags" Target="../tags/tag599.xml"/><Relationship Id="rId21" Type="http://schemas.microsoft.com/office/2007/relationships/hdphoto" Target="../media/hdphoto1.wdp"/><Relationship Id="rId7" Type="http://schemas.openxmlformats.org/officeDocument/2006/relationships/tags" Target="../tags/tag603.xml"/><Relationship Id="rId12" Type="http://schemas.openxmlformats.org/officeDocument/2006/relationships/tags" Target="../tags/tag608.xml"/><Relationship Id="rId17" Type="http://schemas.openxmlformats.org/officeDocument/2006/relationships/slideLayout" Target="../slideLayouts/slideLayout3.xml"/><Relationship Id="rId2" Type="http://schemas.openxmlformats.org/officeDocument/2006/relationships/tags" Target="../tags/tag598.xml"/><Relationship Id="rId16" Type="http://schemas.openxmlformats.org/officeDocument/2006/relationships/tags" Target="../tags/tag612.xml"/><Relationship Id="rId20" Type="http://schemas.openxmlformats.org/officeDocument/2006/relationships/image" Target="../media/image98.png"/><Relationship Id="rId1" Type="http://schemas.openxmlformats.org/officeDocument/2006/relationships/tags" Target="../tags/tag597.xml"/><Relationship Id="rId6" Type="http://schemas.openxmlformats.org/officeDocument/2006/relationships/tags" Target="../tags/tag602.xml"/><Relationship Id="rId11" Type="http://schemas.openxmlformats.org/officeDocument/2006/relationships/tags" Target="../tags/tag607.xml"/><Relationship Id="rId5" Type="http://schemas.openxmlformats.org/officeDocument/2006/relationships/tags" Target="../tags/tag601.xml"/><Relationship Id="rId15" Type="http://schemas.openxmlformats.org/officeDocument/2006/relationships/tags" Target="../tags/tag611.xml"/><Relationship Id="rId10" Type="http://schemas.openxmlformats.org/officeDocument/2006/relationships/tags" Target="../tags/tag606.xml"/><Relationship Id="rId19" Type="http://schemas.openxmlformats.org/officeDocument/2006/relationships/image" Target="../media/image97.png"/><Relationship Id="rId4" Type="http://schemas.openxmlformats.org/officeDocument/2006/relationships/tags" Target="../tags/tag600.xml"/><Relationship Id="rId9" Type="http://schemas.openxmlformats.org/officeDocument/2006/relationships/tags" Target="../tags/tag605.xml"/><Relationship Id="rId14" Type="http://schemas.openxmlformats.org/officeDocument/2006/relationships/tags" Target="../tags/tag610.xml"/><Relationship Id="rId22" Type="http://schemas.openxmlformats.org/officeDocument/2006/relationships/image" Target="../media/image99.png"/></Relationships>
</file>

<file path=ppt/slides/_rels/slide5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8.png"/><Relationship Id="rId1" Type="http://schemas.openxmlformats.org/officeDocument/2006/relationships/slideLayout" Target="../slideLayouts/slideLayout3.xml"/><Relationship Id="rId4" Type="http://schemas.openxmlformats.org/officeDocument/2006/relationships/image" Target="../media/image100.png"/></Relationships>
</file>

<file path=ppt/slides/_rels/slide53.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slideLayout" Target="../slideLayouts/slideLayout3.xml"/><Relationship Id="rId7" Type="http://schemas.openxmlformats.org/officeDocument/2006/relationships/image" Target="../media/image57.png"/><Relationship Id="rId2" Type="http://schemas.openxmlformats.org/officeDocument/2006/relationships/tags" Target="../tags/tag614.xml"/><Relationship Id="rId1" Type="http://schemas.openxmlformats.org/officeDocument/2006/relationships/tags" Target="../tags/tag613.xml"/><Relationship Id="rId6" Type="http://schemas.openxmlformats.org/officeDocument/2006/relationships/image" Target="../media/image56.png"/><Relationship Id="rId5" Type="http://schemas.openxmlformats.org/officeDocument/2006/relationships/image" Target="../media/image60.emf"/><Relationship Id="rId4" Type="http://schemas.openxmlformats.org/officeDocument/2006/relationships/oleObject" Target="../embeddings/oleObject28.bin"/></Relationships>
</file>

<file path=ppt/slides/_rels/slide54.xml.rels><?xml version="1.0" encoding="UTF-8" standalone="yes"?>
<Relationships xmlns="http://schemas.openxmlformats.org/package/2006/relationships"><Relationship Id="rId8" Type="http://schemas.openxmlformats.org/officeDocument/2006/relationships/tags" Target="../tags/tag622.xml"/><Relationship Id="rId13" Type="http://schemas.openxmlformats.org/officeDocument/2006/relationships/tags" Target="../tags/tag627.xml"/><Relationship Id="rId18" Type="http://schemas.openxmlformats.org/officeDocument/2006/relationships/tags" Target="../tags/tag632.xml"/><Relationship Id="rId26" Type="http://schemas.openxmlformats.org/officeDocument/2006/relationships/image" Target="../media/image42.png"/><Relationship Id="rId3" Type="http://schemas.openxmlformats.org/officeDocument/2006/relationships/tags" Target="../tags/tag617.xml"/><Relationship Id="rId21" Type="http://schemas.openxmlformats.org/officeDocument/2006/relationships/tags" Target="../tags/tag635.xml"/><Relationship Id="rId7" Type="http://schemas.openxmlformats.org/officeDocument/2006/relationships/tags" Target="../tags/tag621.xml"/><Relationship Id="rId12" Type="http://schemas.openxmlformats.org/officeDocument/2006/relationships/tags" Target="../tags/tag626.xml"/><Relationship Id="rId17" Type="http://schemas.openxmlformats.org/officeDocument/2006/relationships/tags" Target="../tags/tag631.xml"/><Relationship Id="rId25" Type="http://schemas.openxmlformats.org/officeDocument/2006/relationships/image" Target="../media/image60.emf"/><Relationship Id="rId33" Type="http://schemas.openxmlformats.org/officeDocument/2006/relationships/image" Target="../media/image51.png"/><Relationship Id="rId2" Type="http://schemas.openxmlformats.org/officeDocument/2006/relationships/tags" Target="../tags/tag616.xml"/><Relationship Id="rId16" Type="http://schemas.openxmlformats.org/officeDocument/2006/relationships/tags" Target="../tags/tag630.xml"/><Relationship Id="rId20" Type="http://schemas.openxmlformats.org/officeDocument/2006/relationships/tags" Target="../tags/tag634.xml"/><Relationship Id="rId29" Type="http://schemas.openxmlformats.org/officeDocument/2006/relationships/image" Target="../media/image41.svg"/><Relationship Id="rId1" Type="http://schemas.openxmlformats.org/officeDocument/2006/relationships/tags" Target="../tags/tag615.xml"/><Relationship Id="rId6" Type="http://schemas.openxmlformats.org/officeDocument/2006/relationships/tags" Target="../tags/tag620.xml"/><Relationship Id="rId11" Type="http://schemas.openxmlformats.org/officeDocument/2006/relationships/tags" Target="../tags/tag625.xml"/><Relationship Id="rId24" Type="http://schemas.openxmlformats.org/officeDocument/2006/relationships/oleObject" Target="../embeddings/oleObject28.bin"/><Relationship Id="rId32" Type="http://schemas.openxmlformats.org/officeDocument/2006/relationships/image" Target="../media/image46.png"/><Relationship Id="rId5" Type="http://schemas.openxmlformats.org/officeDocument/2006/relationships/tags" Target="../tags/tag619.xml"/><Relationship Id="rId15" Type="http://schemas.openxmlformats.org/officeDocument/2006/relationships/tags" Target="../tags/tag629.xml"/><Relationship Id="rId23" Type="http://schemas.openxmlformats.org/officeDocument/2006/relationships/slideLayout" Target="../slideLayouts/slideLayout3.xml"/><Relationship Id="rId28" Type="http://schemas.openxmlformats.org/officeDocument/2006/relationships/image" Target="../media/image40.png"/><Relationship Id="rId10" Type="http://schemas.openxmlformats.org/officeDocument/2006/relationships/tags" Target="../tags/tag624.xml"/><Relationship Id="rId19" Type="http://schemas.openxmlformats.org/officeDocument/2006/relationships/tags" Target="../tags/tag633.xml"/><Relationship Id="rId31" Type="http://schemas.openxmlformats.org/officeDocument/2006/relationships/image" Target="../media/image45.png"/><Relationship Id="rId4" Type="http://schemas.openxmlformats.org/officeDocument/2006/relationships/tags" Target="../tags/tag618.xml"/><Relationship Id="rId9" Type="http://schemas.openxmlformats.org/officeDocument/2006/relationships/tags" Target="../tags/tag623.xml"/><Relationship Id="rId14" Type="http://schemas.openxmlformats.org/officeDocument/2006/relationships/tags" Target="../tags/tag628.xml"/><Relationship Id="rId22" Type="http://schemas.openxmlformats.org/officeDocument/2006/relationships/tags" Target="../tags/tag636.xml"/><Relationship Id="rId27" Type="http://schemas.openxmlformats.org/officeDocument/2006/relationships/image" Target="../media/image43.png"/><Relationship Id="rId30" Type="http://schemas.openxmlformats.org/officeDocument/2006/relationships/image" Target="../media/image33.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tags" Target="../tags/tag637.xml"/><Relationship Id="rId4" Type="http://schemas.openxmlformats.org/officeDocument/2006/relationships/image" Target="../media/image1.emf"/></Relationships>
</file>

<file path=ppt/slides/_rels/slide56.xml.rels><?xml version="1.0" encoding="UTF-8" standalone="yes"?>
<Relationships xmlns="http://schemas.openxmlformats.org/package/2006/relationships"><Relationship Id="rId8" Type="http://schemas.openxmlformats.org/officeDocument/2006/relationships/tags" Target="../tags/tag645.xml"/><Relationship Id="rId13" Type="http://schemas.openxmlformats.org/officeDocument/2006/relationships/slideLayout" Target="../slideLayouts/slideLayout3.xml"/><Relationship Id="rId18" Type="http://schemas.openxmlformats.org/officeDocument/2006/relationships/image" Target="../media/image101.png"/><Relationship Id="rId3" Type="http://schemas.openxmlformats.org/officeDocument/2006/relationships/tags" Target="../tags/tag640.xml"/><Relationship Id="rId21" Type="http://schemas.openxmlformats.org/officeDocument/2006/relationships/image" Target="../media/image104.png"/><Relationship Id="rId7" Type="http://schemas.openxmlformats.org/officeDocument/2006/relationships/tags" Target="../tags/tag644.xml"/><Relationship Id="rId12" Type="http://schemas.openxmlformats.org/officeDocument/2006/relationships/tags" Target="../tags/tag649.xml"/><Relationship Id="rId17" Type="http://schemas.openxmlformats.org/officeDocument/2006/relationships/image" Target="../media/image86.png"/><Relationship Id="rId2" Type="http://schemas.openxmlformats.org/officeDocument/2006/relationships/tags" Target="../tags/tag639.xml"/><Relationship Id="rId16" Type="http://schemas.openxmlformats.org/officeDocument/2006/relationships/image" Target="../media/image57.png"/><Relationship Id="rId20" Type="http://schemas.openxmlformats.org/officeDocument/2006/relationships/image" Target="../media/image103.png"/><Relationship Id="rId1" Type="http://schemas.openxmlformats.org/officeDocument/2006/relationships/tags" Target="../tags/tag638.xml"/><Relationship Id="rId6" Type="http://schemas.openxmlformats.org/officeDocument/2006/relationships/tags" Target="../tags/tag643.xml"/><Relationship Id="rId11" Type="http://schemas.openxmlformats.org/officeDocument/2006/relationships/tags" Target="../tags/tag648.xml"/><Relationship Id="rId5" Type="http://schemas.openxmlformats.org/officeDocument/2006/relationships/tags" Target="../tags/tag642.xml"/><Relationship Id="rId15" Type="http://schemas.openxmlformats.org/officeDocument/2006/relationships/image" Target="../media/image56.png"/><Relationship Id="rId10" Type="http://schemas.openxmlformats.org/officeDocument/2006/relationships/tags" Target="../tags/tag647.xml"/><Relationship Id="rId19" Type="http://schemas.openxmlformats.org/officeDocument/2006/relationships/image" Target="../media/image102.svg"/><Relationship Id="rId4" Type="http://schemas.openxmlformats.org/officeDocument/2006/relationships/tags" Target="../tags/tag641.xml"/><Relationship Id="rId9" Type="http://schemas.openxmlformats.org/officeDocument/2006/relationships/tags" Target="../tags/tag646.xml"/><Relationship Id="rId14" Type="http://schemas.openxmlformats.org/officeDocument/2006/relationships/image" Target="../media/image85.png"/><Relationship Id="rId22" Type="http://schemas.openxmlformats.org/officeDocument/2006/relationships/image" Target="../media/image105.svg"/></Relationships>
</file>

<file path=ppt/slides/_rels/slide57.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tags" Target="../tags/tag652.xml"/><Relationship Id="rId7" Type="http://schemas.openxmlformats.org/officeDocument/2006/relationships/image" Target="../media/image57.png"/><Relationship Id="rId12" Type="http://schemas.openxmlformats.org/officeDocument/2006/relationships/image" Target="../media/image102.svg"/><Relationship Id="rId2" Type="http://schemas.openxmlformats.org/officeDocument/2006/relationships/tags" Target="../tags/tag651.xml"/><Relationship Id="rId1" Type="http://schemas.openxmlformats.org/officeDocument/2006/relationships/tags" Target="../tags/tag650.xml"/><Relationship Id="rId6" Type="http://schemas.openxmlformats.org/officeDocument/2006/relationships/image" Target="../media/image56.png"/><Relationship Id="rId11" Type="http://schemas.openxmlformats.org/officeDocument/2006/relationships/image" Target="../media/image101.png"/><Relationship Id="rId5" Type="http://schemas.openxmlformats.org/officeDocument/2006/relationships/image" Target="../media/image106.PNG"/><Relationship Id="rId10" Type="http://schemas.openxmlformats.org/officeDocument/2006/relationships/image" Target="../media/image105.svg"/><Relationship Id="rId4" Type="http://schemas.openxmlformats.org/officeDocument/2006/relationships/slideLayout" Target="../slideLayouts/slideLayout3.xml"/><Relationship Id="rId9" Type="http://schemas.openxmlformats.org/officeDocument/2006/relationships/image" Target="../media/image104.png"/></Relationships>
</file>

<file path=ppt/slides/_rels/slide58.xml.rels><?xml version="1.0" encoding="UTF-8" standalone="yes"?>
<Relationships xmlns="http://schemas.openxmlformats.org/package/2006/relationships"><Relationship Id="rId8" Type="http://schemas.openxmlformats.org/officeDocument/2006/relationships/tags" Target="../tags/tag660.xml"/><Relationship Id="rId13" Type="http://schemas.openxmlformats.org/officeDocument/2006/relationships/tags" Target="../tags/tag665.xml"/><Relationship Id="rId18" Type="http://schemas.openxmlformats.org/officeDocument/2006/relationships/tags" Target="../tags/tag670.xml"/><Relationship Id="rId26" Type="http://schemas.openxmlformats.org/officeDocument/2006/relationships/image" Target="../media/image56.png"/><Relationship Id="rId3" Type="http://schemas.openxmlformats.org/officeDocument/2006/relationships/tags" Target="../tags/tag655.xml"/><Relationship Id="rId21" Type="http://schemas.openxmlformats.org/officeDocument/2006/relationships/image" Target="../media/image107.jpg"/><Relationship Id="rId7" Type="http://schemas.openxmlformats.org/officeDocument/2006/relationships/tags" Target="../tags/tag659.xml"/><Relationship Id="rId12" Type="http://schemas.openxmlformats.org/officeDocument/2006/relationships/tags" Target="../tags/tag664.xml"/><Relationship Id="rId17" Type="http://schemas.openxmlformats.org/officeDocument/2006/relationships/tags" Target="../tags/tag669.xml"/><Relationship Id="rId25" Type="http://schemas.openxmlformats.org/officeDocument/2006/relationships/image" Target="../media/image111.png"/><Relationship Id="rId33" Type="http://schemas.openxmlformats.org/officeDocument/2006/relationships/image" Target="../media/image103.png"/><Relationship Id="rId2" Type="http://schemas.openxmlformats.org/officeDocument/2006/relationships/tags" Target="../tags/tag654.xml"/><Relationship Id="rId16" Type="http://schemas.openxmlformats.org/officeDocument/2006/relationships/tags" Target="../tags/tag668.xml"/><Relationship Id="rId20" Type="http://schemas.openxmlformats.org/officeDocument/2006/relationships/slideLayout" Target="../slideLayouts/slideLayout3.xml"/><Relationship Id="rId29" Type="http://schemas.openxmlformats.org/officeDocument/2006/relationships/image" Target="../media/image101.png"/><Relationship Id="rId1" Type="http://schemas.openxmlformats.org/officeDocument/2006/relationships/tags" Target="../tags/tag653.xml"/><Relationship Id="rId6" Type="http://schemas.openxmlformats.org/officeDocument/2006/relationships/tags" Target="../tags/tag658.xml"/><Relationship Id="rId11" Type="http://schemas.openxmlformats.org/officeDocument/2006/relationships/tags" Target="../tags/tag663.xml"/><Relationship Id="rId24" Type="http://schemas.openxmlformats.org/officeDocument/2006/relationships/image" Target="../media/image110.svg"/><Relationship Id="rId32" Type="http://schemas.openxmlformats.org/officeDocument/2006/relationships/image" Target="../media/image105.svg"/><Relationship Id="rId5" Type="http://schemas.openxmlformats.org/officeDocument/2006/relationships/tags" Target="../tags/tag657.xml"/><Relationship Id="rId15" Type="http://schemas.openxmlformats.org/officeDocument/2006/relationships/tags" Target="../tags/tag667.xml"/><Relationship Id="rId23" Type="http://schemas.openxmlformats.org/officeDocument/2006/relationships/image" Target="../media/image109.png"/><Relationship Id="rId28" Type="http://schemas.openxmlformats.org/officeDocument/2006/relationships/image" Target="../media/image112.png"/><Relationship Id="rId10" Type="http://schemas.openxmlformats.org/officeDocument/2006/relationships/tags" Target="../tags/tag662.xml"/><Relationship Id="rId19" Type="http://schemas.openxmlformats.org/officeDocument/2006/relationships/tags" Target="../tags/tag671.xml"/><Relationship Id="rId31" Type="http://schemas.openxmlformats.org/officeDocument/2006/relationships/image" Target="../media/image104.png"/><Relationship Id="rId4" Type="http://schemas.openxmlformats.org/officeDocument/2006/relationships/tags" Target="../tags/tag656.xml"/><Relationship Id="rId9" Type="http://schemas.openxmlformats.org/officeDocument/2006/relationships/tags" Target="../tags/tag661.xml"/><Relationship Id="rId14" Type="http://schemas.openxmlformats.org/officeDocument/2006/relationships/tags" Target="../tags/tag666.xml"/><Relationship Id="rId22" Type="http://schemas.openxmlformats.org/officeDocument/2006/relationships/image" Target="../media/image108.png"/><Relationship Id="rId27" Type="http://schemas.openxmlformats.org/officeDocument/2006/relationships/image" Target="../media/image57.png"/><Relationship Id="rId30" Type="http://schemas.openxmlformats.org/officeDocument/2006/relationships/image" Target="../media/image102.svg"/></Relationships>
</file>

<file path=ppt/slides/_rels/slide59.xml.rels><?xml version="1.0" encoding="UTF-8" standalone="yes"?>
<Relationships xmlns="http://schemas.openxmlformats.org/package/2006/relationships"><Relationship Id="rId8" Type="http://schemas.openxmlformats.org/officeDocument/2006/relationships/tags" Target="../tags/tag679.xml"/><Relationship Id="rId13" Type="http://schemas.openxmlformats.org/officeDocument/2006/relationships/tags" Target="../tags/tag684.xml"/><Relationship Id="rId18" Type="http://schemas.openxmlformats.org/officeDocument/2006/relationships/tags" Target="../tags/tag689.xml"/><Relationship Id="rId26" Type="http://schemas.openxmlformats.org/officeDocument/2006/relationships/image" Target="../media/image110.svg"/><Relationship Id="rId3" Type="http://schemas.openxmlformats.org/officeDocument/2006/relationships/tags" Target="../tags/tag674.xml"/><Relationship Id="rId21" Type="http://schemas.openxmlformats.org/officeDocument/2006/relationships/image" Target="../media/image56.png"/><Relationship Id="rId34" Type="http://schemas.openxmlformats.org/officeDocument/2006/relationships/image" Target="../media/image103.png"/><Relationship Id="rId7" Type="http://schemas.openxmlformats.org/officeDocument/2006/relationships/tags" Target="../tags/tag678.xml"/><Relationship Id="rId12" Type="http://schemas.openxmlformats.org/officeDocument/2006/relationships/tags" Target="../tags/tag683.xml"/><Relationship Id="rId17" Type="http://schemas.openxmlformats.org/officeDocument/2006/relationships/tags" Target="../tags/tag688.xml"/><Relationship Id="rId25" Type="http://schemas.openxmlformats.org/officeDocument/2006/relationships/image" Target="../media/image109.png"/><Relationship Id="rId33" Type="http://schemas.openxmlformats.org/officeDocument/2006/relationships/image" Target="../media/image33.bin"/><Relationship Id="rId2" Type="http://schemas.openxmlformats.org/officeDocument/2006/relationships/tags" Target="../tags/tag673.xml"/><Relationship Id="rId16" Type="http://schemas.openxmlformats.org/officeDocument/2006/relationships/tags" Target="../tags/tag687.xml"/><Relationship Id="rId20" Type="http://schemas.openxmlformats.org/officeDocument/2006/relationships/slideLayout" Target="../slideLayouts/slideLayout3.xml"/><Relationship Id="rId29" Type="http://schemas.openxmlformats.org/officeDocument/2006/relationships/image" Target="../media/image101.png"/><Relationship Id="rId1" Type="http://schemas.openxmlformats.org/officeDocument/2006/relationships/tags" Target="../tags/tag672.xml"/><Relationship Id="rId6" Type="http://schemas.openxmlformats.org/officeDocument/2006/relationships/tags" Target="../tags/tag677.xml"/><Relationship Id="rId11" Type="http://schemas.openxmlformats.org/officeDocument/2006/relationships/tags" Target="../tags/tag682.xml"/><Relationship Id="rId24" Type="http://schemas.openxmlformats.org/officeDocument/2006/relationships/image" Target="../media/image108.png"/><Relationship Id="rId32" Type="http://schemas.openxmlformats.org/officeDocument/2006/relationships/image" Target="../media/image105.svg"/><Relationship Id="rId5" Type="http://schemas.openxmlformats.org/officeDocument/2006/relationships/tags" Target="../tags/tag676.xml"/><Relationship Id="rId15" Type="http://schemas.openxmlformats.org/officeDocument/2006/relationships/tags" Target="../tags/tag686.xml"/><Relationship Id="rId23" Type="http://schemas.openxmlformats.org/officeDocument/2006/relationships/image" Target="../media/image107.jpg"/><Relationship Id="rId28" Type="http://schemas.openxmlformats.org/officeDocument/2006/relationships/image" Target="../media/image112.png"/><Relationship Id="rId10" Type="http://schemas.openxmlformats.org/officeDocument/2006/relationships/tags" Target="../tags/tag681.xml"/><Relationship Id="rId19" Type="http://schemas.openxmlformats.org/officeDocument/2006/relationships/tags" Target="../tags/tag690.xml"/><Relationship Id="rId31" Type="http://schemas.openxmlformats.org/officeDocument/2006/relationships/image" Target="../media/image104.png"/><Relationship Id="rId4" Type="http://schemas.openxmlformats.org/officeDocument/2006/relationships/tags" Target="../tags/tag675.xml"/><Relationship Id="rId9" Type="http://schemas.openxmlformats.org/officeDocument/2006/relationships/tags" Target="../tags/tag680.xml"/><Relationship Id="rId14" Type="http://schemas.openxmlformats.org/officeDocument/2006/relationships/tags" Target="../tags/tag685.xml"/><Relationship Id="rId22" Type="http://schemas.openxmlformats.org/officeDocument/2006/relationships/image" Target="../media/image57.png"/><Relationship Id="rId27" Type="http://schemas.openxmlformats.org/officeDocument/2006/relationships/image" Target="../media/image111.png"/><Relationship Id="rId30" Type="http://schemas.openxmlformats.org/officeDocument/2006/relationships/image" Target="../media/image102.svg"/></Relationships>
</file>

<file path=ppt/slides/_rels/slide60.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tags" Target="../tags/tag691.xml"/><Relationship Id="rId4" Type="http://schemas.openxmlformats.org/officeDocument/2006/relationships/image" Target="../media/image1.emf"/></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8" Type="http://schemas.openxmlformats.org/officeDocument/2006/relationships/image" Target="../media/image115.bin"/><Relationship Id="rId3" Type="http://schemas.openxmlformats.org/officeDocument/2006/relationships/tags" Target="../tags/tag694.xml"/><Relationship Id="rId7" Type="http://schemas.openxmlformats.org/officeDocument/2006/relationships/slideLayout" Target="../slideLayouts/slideLayout3.xml"/><Relationship Id="rId2" Type="http://schemas.openxmlformats.org/officeDocument/2006/relationships/tags" Target="../tags/tag693.xml"/><Relationship Id="rId1" Type="http://schemas.openxmlformats.org/officeDocument/2006/relationships/tags" Target="../tags/tag692.xml"/><Relationship Id="rId6" Type="http://schemas.openxmlformats.org/officeDocument/2006/relationships/tags" Target="../tags/tag697.xml"/><Relationship Id="rId5" Type="http://schemas.openxmlformats.org/officeDocument/2006/relationships/tags" Target="../tags/tag696.xml"/><Relationship Id="rId10" Type="http://schemas.openxmlformats.org/officeDocument/2006/relationships/image" Target="../media/image117.png"/><Relationship Id="rId4" Type="http://schemas.openxmlformats.org/officeDocument/2006/relationships/tags" Target="../tags/tag695.xml"/><Relationship Id="rId9" Type="http://schemas.openxmlformats.org/officeDocument/2006/relationships/image" Target="../media/image116.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121.png"/><Relationship Id="rId2" Type="http://schemas.openxmlformats.org/officeDocument/2006/relationships/slideLayout" Target="../slideLayouts/slideLayout3.xml"/><Relationship Id="rId1" Type="http://schemas.openxmlformats.org/officeDocument/2006/relationships/tags" Target="../tags/tag698.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6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microsoft.com/office/2007/relationships/hdphoto" Target="../media/hdphoto2.wdp"/><Relationship Id="rId5" Type="http://schemas.openxmlformats.org/officeDocument/2006/relationships/image" Target="../media/image123.png"/><Relationship Id="rId4" Type="http://schemas.openxmlformats.org/officeDocument/2006/relationships/image" Target="../media/image122.png"/></Relationships>
</file>

<file path=ppt/slides/_rels/slide6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3.xml"/><Relationship Id="rId5" Type="http://schemas.openxmlformats.org/officeDocument/2006/relationships/image" Target="../media/image125.png"/><Relationship Id="rId4" Type="http://schemas.openxmlformats.org/officeDocument/2006/relationships/image" Target="../media/image124.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25.png"/><Relationship Id="rId2" Type="http://schemas.openxmlformats.org/officeDocument/2006/relationships/tags" Target="../tags/tag700.xml"/><Relationship Id="rId1" Type="http://schemas.openxmlformats.org/officeDocument/2006/relationships/tags" Target="../tags/tag699.xml"/><Relationship Id="rId6" Type="http://schemas.openxmlformats.org/officeDocument/2006/relationships/image" Target="../media/image124.png"/><Relationship Id="rId5" Type="http://schemas.openxmlformats.org/officeDocument/2006/relationships/image" Target="../media/image27.jpg"/><Relationship Id="rId4" Type="http://schemas.openxmlformats.org/officeDocument/2006/relationships/image" Target="../media/image26.jpg"/></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tags" Target="../tags/tag701.xml"/><Relationship Id="rId4" Type="http://schemas.openxmlformats.org/officeDocument/2006/relationships/image" Target="../media/image1.emf"/></Relationships>
</file>

<file path=ppt/slides/_rels/slide69.xml.rels><?xml version="1.0" encoding="UTF-8" standalone="yes"?>
<Relationships xmlns="http://schemas.openxmlformats.org/package/2006/relationships"><Relationship Id="rId8" Type="http://schemas.openxmlformats.org/officeDocument/2006/relationships/tags" Target="../tags/tag709.xml"/><Relationship Id="rId13" Type="http://schemas.openxmlformats.org/officeDocument/2006/relationships/image" Target="../media/image60.emf"/><Relationship Id="rId3" Type="http://schemas.openxmlformats.org/officeDocument/2006/relationships/tags" Target="../tags/tag704.xml"/><Relationship Id="rId7" Type="http://schemas.openxmlformats.org/officeDocument/2006/relationships/tags" Target="../tags/tag708.xml"/><Relationship Id="rId12" Type="http://schemas.openxmlformats.org/officeDocument/2006/relationships/oleObject" Target="../embeddings/oleObject30.bin"/><Relationship Id="rId17" Type="http://schemas.openxmlformats.org/officeDocument/2006/relationships/image" Target="../media/image57.png"/><Relationship Id="rId2" Type="http://schemas.openxmlformats.org/officeDocument/2006/relationships/tags" Target="../tags/tag703.xml"/><Relationship Id="rId16" Type="http://schemas.openxmlformats.org/officeDocument/2006/relationships/image" Target="../media/image56.png"/><Relationship Id="rId1" Type="http://schemas.openxmlformats.org/officeDocument/2006/relationships/tags" Target="../tags/tag702.xml"/><Relationship Id="rId6" Type="http://schemas.openxmlformats.org/officeDocument/2006/relationships/tags" Target="../tags/tag707.xml"/><Relationship Id="rId11" Type="http://schemas.openxmlformats.org/officeDocument/2006/relationships/slideLayout" Target="../slideLayouts/slideLayout3.xml"/><Relationship Id="rId5" Type="http://schemas.openxmlformats.org/officeDocument/2006/relationships/tags" Target="../tags/tag706.xml"/><Relationship Id="rId15" Type="http://schemas.openxmlformats.org/officeDocument/2006/relationships/image" Target="../media/image126.png"/><Relationship Id="rId10" Type="http://schemas.openxmlformats.org/officeDocument/2006/relationships/tags" Target="../tags/tag711.xml"/><Relationship Id="rId4" Type="http://schemas.openxmlformats.org/officeDocument/2006/relationships/tags" Target="../tags/tag705.xml"/><Relationship Id="rId9" Type="http://schemas.openxmlformats.org/officeDocument/2006/relationships/tags" Target="../tags/tag710.xml"/><Relationship Id="rId14" Type="http://schemas.openxmlformats.org/officeDocument/2006/relationships/hyperlink" Target="https://support.industry.siemens.com/cs/ww/en/view/98161300" TargetMode="External"/></Relationships>
</file>

<file path=ppt/slides/_rels/slide70.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slideLayout" Target="../slideLayouts/slideLayout3.xml"/><Relationship Id="rId7" Type="http://schemas.openxmlformats.org/officeDocument/2006/relationships/hyperlink" Target="https://support.industry.siemens.com/cs/ww/en/view/109769093" TargetMode="External"/><Relationship Id="rId2" Type="http://schemas.openxmlformats.org/officeDocument/2006/relationships/tags" Target="../tags/tag713.xml"/><Relationship Id="rId1" Type="http://schemas.openxmlformats.org/officeDocument/2006/relationships/tags" Target="../tags/tag712.xml"/><Relationship Id="rId6" Type="http://schemas.openxmlformats.org/officeDocument/2006/relationships/image" Target="../media/image128.png"/><Relationship Id="rId5" Type="http://schemas.openxmlformats.org/officeDocument/2006/relationships/image" Target="../media/image127.emf"/><Relationship Id="rId4" Type="http://schemas.openxmlformats.org/officeDocument/2006/relationships/oleObject" Target="../embeddings/oleObject31.bin"/></Relationships>
</file>

<file path=ppt/slides/_rels/slide71.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slideLayout" Target="../slideLayouts/slideLayout3.xml"/><Relationship Id="rId7" Type="http://schemas.openxmlformats.org/officeDocument/2006/relationships/image" Target="../media/image130.png"/><Relationship Id="rId2" Type="http://schemas.openxmlformats.org/officeDocument/2006/relationships/tags" Target="../tags/tag715.xml"/><Relationship Id="rId1" Type="http://schemas.openxmlformats.org/officeDocument/2006/relationships/tags" Target="../tags/tag714.xml"/><Relationship Id="rId6" Type="http://schemas.openxmlformats.org/officeDocument/2006/relationships/hyperlink" Target="https://support.industry.siemens.com/cs/ww/en/view/109767576" TargetMode="External"/><Relationship Id="rId5" Type="http://schemas.openxmlformats.org/officeDocument/2006/relationships/image" Target="../media/image127.emf"/><Relationship Id="rId4" Type="http://schemas.openxmlformats.org/officeDocument/2006/relationships/oleObject" Target="../embeddings/oleObject32.bin"/></Relationships>
</file>

<file path=ppt/slides/_rels/slide72.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slideLayout" Target="../slideLayouts/slideLayout3.xml"/><Relationship Id="rId7" Type="http://schemas.openxmlformats.org/officeDocument/2006/relationships/image" Target="../media/image132.png"/><Relationship Id="rId2" Type="http://schemas.openxmlformats.org/officeDocument/2006/relationships/tags" Target="../tags/tag717.xml"/><Relationship Id="rId1" Type="http://schemas.openxmlformats.org/officeDocument/2006/relationships/tags" Target="../tags/tag716.xml"/><Relationship Id="rId6" Type="http://schemas.openxmlformats.org/officeDocument/2006/relationships/hyperlink" Target="https://support.industry.siemens.com/cs/ww/en/view/109763768" TargetMode="External"/><Relationship Id="rId5" Type="http://schemas.openxmlformats.org/officeDocument/2006/relationships/image" Target="../media/image127.emf"/><Relationship Id="rId4" Type="http://schemas.openxmlformats.org/officeDocument/2006/relationships/oleObject" Target="../embeddings/oleObject33.bin"/></Relationships>
</file>

<file path=ppt/slides/_rels/slide73.xml.rels><?xml version="1.0" encoding="UTF-8" standalone="yes"?>
<Relationships xmlns="http://schemas.openxmlformats.org/package/2006/relationships"><Relationship Id="rId8" Type="http://schemas.openxmlformats.org/officeDocument/2006/relationships/hyperlink" Target="https://support.industry.siemens.com/cs/ww/en/pv/9LA1110-6PC10-2BC8/pi?dl=en" TargetMode="External"/><Relationship Id="rId3" Type="http://schemas.openxmlformats.org/officeDocument/2006/relationships/slideLayout" Target="../slideLayouts/slideLayout3.xml"/><Relationship Id="rId7" Type="http://schemas.openxmlformats.org/officeDocument/2006/relationships/hyperlink" Target="https://support.industry.siemens.com/cs/ww/en/view/109422039" TargetMode="External"/><Relationship Id="rId2" Type="http://schemas.openxmlformats.org/officeDocument/2006/relationships/tags" Target="../tags/tag719.xml"/><Relationship Id="rId1" Type="http://schemas.openxmlformats.org/officeDocument/2006/relationships/tags" Target="../tags/tag718.xml"/><Relationship Id="rId6" Type="http://schemas.openxmlformats.org/officeDocument/2006/relationships/hyperlink" Target="https://support.industry.siemens.com/cs/ww/en/view/109774204" TargetMode="External"/><Relationship Id="rId5" Type="http://schemas.openxmlformats.org/officeDocument/2006/relationships/image" Target="../media/image127.emf"/><Relationship Id="rId4" Type="http://schemas.openxmlformats.org/officeDocument/2006/relationships/oleObject" Target="../embeddings/oleObject34.bin"/><Relationship Id="rId9" Type="http://schemas.openxmlformats.org/officeDocument/2006/relationships/image" Target="../media/image134.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hyperlink" Target="https://support.industry.siemens.com/cs/ww/en/view/109763719" TargetMode="External"/><Relationship Id="rId2" Type="http://schemas.openxmlformats.org/officeDocument/2006/relationships/tags" Target="../tags/tag721.xml"/><Relationship Id="rId1" Type="http://schemas.openxmlformats.org/officeDocument/2006/relationships/tags" Target="../tags/tag720.xml"/><Relationship Id="rId6" Type="http://schemas.openxmlformats.org/officeDocument/2006/relationships/hyperlink" Target="https://support.industry.siemens.com/cs/bd/en/ps/6AV6676-6MB40-0AX0" TargetMode="External"/><Relationship Id="rId5" Type="http://schemas.openxmlformats.org/officeDocument/2006/relationships/image" Target="../media/image127.emf"/><Relationship Id="rId4" Type="http://schemas.openxmlformats.org/officeDocument/2006/relationships/oleObject" Target="../embeddings/oleObject35.bin"/></Relationships>
</file>

<file path=ppt/slides/_rels/slide75.xml.rels><?xml version="1.0" encoding="UTF-8" standalone="yes"?>
<Relationships xmlns="http://schemas.openxmlformats.org/package/2006/relationships"><Relationship Id="rId8" Type="http://schemas.openxmlformats.org/officeDocument/2006/relationships/hyperlink" Target="https://support.industry.siemens.com/cs/ww/en/view/109767975" TargetMode="External"/><Relationship Id="rId3" Type="http://schemas.openxmlformats.org/officeDocument/2006/relationships/slideLayout" Target="../slideLayouts/slideLayout3.xml"/><Relationship Id="rId7" Type="http://schemas.openxmlformats.org/officeDocument/2006/relationships/image" Target="../media/image136.jpeg"/><Relationship Id="rId2" Type="http://schemas.openxmlformats.org/officeDocument/2006/relationships/tags" Target="../tags/tag723.xml"/><Relationship Id="rId1" Type="http://schemas.openxmlformats.org/officeDocument/2006/relationships/tags" Target="../tags/tag722.xml"/><Relationship Id="rId6" Type="http://schemas.openxmlformats.org/officeDocument/2006/relationships/image" Target="../media/image135.png"/><Relationship Id="rId5" Type="http://schemas.openxmlformats.org/officeDocument/2006/relationships/image" Target="../media/image127.emf"/><Relationship Id="rId4" Type="http://schemas.openxmlformats.org/officeDocument/2006/relationships/oleObject" Target="../embeddings/oleObject36.bin"/><Relationship Id="rId9" Type="http://schemas.openxmlformats.org/officeDocument/2006/relationships/hyperlink" Target="https://support.industry.siemens.com/cs/ww/en/view/109768676" TargetMode="Externa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tags" Target="../tags/tag724.xml"/><Relationship Id="rId4" Type="http://schemas.openxmlformats.org/officeDocument/2006/relationships/image" Target="../media/image1.emf"/></Relationships>
</file>

<file path=ppt/slides/_rels/slide77.xml.rels><?xml version="1.0" encoding="UTF-8" standalone="yes"?>
<Relationships xmlns="http://schemas.openxmlformats.org/package/2006/relationships"><Relationship Id="rId3" Type="http://schemas.openxmlformats.org/officeDocument/2006/relationships/hyperlink" Target="https://support.industry.siemens.com/cs/ww/de/view/109763719" TargetMode="External"/><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slide" Target="slide35.xml"/><Relationship Id="rId4" Type="http://schemas.openxmlformats.org/officeDocument/2006/relationships/hyperlink" Target="https://support.industry.siemens.com/cs/ww/de/view/109767576" TargetMode="Externa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tags" Target="../tags/tag725.xml"/><Relationship Id="rId4" Type="http://schemas.openxmlformats.org/officeDocument/2006/relationships/image" Target="../media/image1.emf"/></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tags" Target="../tags/tag72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kt 10" hidden="1">
            <a:extLst>
              <a:ext uri="{FF2B5EF4-FFF2-40B4-BE49-F238E27FC236}">
                <a16:creationId xmlns:a16="http://schemas.microsoft.com/office/drawing/2014/main" id="{4570661E-270A-4F1E-A393-48DB2F01E9DA}"/>
              </a:ext>
            </a:extLst>
          </p:cNvPr>
          <p:cNvGraphicFramePr>
            <a:graphicFrameLocks noChangeAspect="1"/>
          </p:cNvGraphicFramePr>
          <p:nvPr>
            <p:custDataLst>
              <p:tags r:id="rId1"/>
            </p:custDataLst>
            <p:extLst>
              <p:ext uri="{D42A27DB-BD31-4B8C-83A1-F6EECF244321}">
                <p14:modId xmlns:p14="http://schemas.microsoft.com/office/powerpoint/2010/main" val="33471469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11" name="Objekt 10" hidden="1">
                        <a:extLst>
                          <a:ext uri="{FF2B5EF4-FFF2-40B4-BE49-F238E27FC236}">
                            <a16:creationId xmlns:a16="http://schemas.microsoft.com/office/drawing/2014/main" id="{4570661E-270A-4F1E-A393-48DB2F01E9D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a:extLst>
              <a:ext uri="{FF2B5EF4-FFF2-40B4-BE49-F238E27FC236}">
                <a16:creationId xmlns:a16="http://schemas.microsoft.com/office/drawing/2014/main" id="{C7413F94-559E-46DF-A817-2051A7BA92CB}"/>
              </a:ext>
            </a:extLst>
          </p:cNvPr>
          <p:cNvSpPr>
            <a:spLocks noGrp="1"/>
          </p:cNvSpPr>
          <p:nvPr>
            <p:ph type="title"/>
          </p:nvPr>
        </p:nvSpPr>
        <p:spPr>
          <a:xfrm>
            <a:off x="410401" y="3780000"/>
            <a:ext cx="9287638" cy="1477328"/>
          </a:xfrm>
        </p:spPr>
        <p:txBody>
          <a:bodyPr vert="horz"/>
          <a:lstStyle/>
          <a:p>
            <a:r>
              <a:rPr lang="de-DE" dirty="0"/>
              <a:t>Redundant Systems</a:t>
            </a:r>
            <a:br>
              <a:rPr lang="de-DE" dirty="0"/>
            </a:br>
            <a:r>
              <a:rPr lang="de-DE" dirty="0"/>
              <a:t>SIMATIC S7-1500 R/H</a:t>
            </a:r>
            <a:endParaRPr lang="de-DE" b="0" dirty="0"/>
          </a:p>
        </p:txBody>
      </p:sp>
      <p:sp>
        <p:nvSpPr>
          <p:cNvPr id="2" name="Subtitle">
            <a:extLst>
              <a:ext uri="{FF2B5EF4-FFF2-40B4-BE49-F238E27FC236}">
                <a16:creationId xmlns:a16="http://schemas.microsoft.com/office/drawing/2014/main" id="{27507DB2-A004-4C7F-BB03-CAB07E07A0D3}"/>
              </a:ext>
            </a:extLst>
          </p:cNvPr>
          <p:cNvSpPr>
            <a:spLocks noGrp="1"/>
          </p:cNvSpPr>
          <p:nvPr>
            <p:ph type="subTitle" idx="1"/>
          </p:nvPr>
        </p:nvSpPr>
        <p:spPr/>
        <p:txBody>
          <a:bodyPr/>
          <a:lstStyle/>
          <a:p>
            <a:r>
              <a:rPr lang="de-DE" dirty="0"/>
              <a:t>Technical details</a:t>
            </a:r>
          </a:p>
        </p:txBody>
      </p:sp>
      <p:pic>
        <p:nvPicPr>
          <p:cNvPr id="9" name="Bildplatzhalter 8">
            <a:extLst>
              <a:ext uri="{FF2B5EF4-FFF2-40B4-BE49-F238E27FC236}">
                <a16:creationId xmlns:a16="http://schemas.microsoft.com/office/drawing/2014/main" id="{DFB477AD-6976-B417-55BC-D0597BDB5D9A}"/>
              </a:ext>
            </a:extLst>
          </p:cNvPr>
          <p:cNvPicPr>
            <a:picLocks noGrp="1" noChangeAspect="1"/>
          </p:cNvPicPr>
          <p:nvPr>
            <p:ph type="pic" sz="quarter" idx="11"/>
          </p:nvPr>
        </p:nvPicPr>
        <p:blipFill>
          <a:blip r:embed="rId5"/>
          <a:srcRect t="24468" b="24468"/>
          <a:stretch>
            <a:fillRect/>
          </a:stretch>
        </p:blipFill>
        <p:spPr>
          <a:xfrm>
            <a:off x="0" y="205519"/>
            <a:ext cx="12192000" cy="3502800"/>
          </a:xfrm>
        </p:spPr>
      </p:pic>
      <p:pic>
        <p:nvPicPr>
          <p:cNvPr id="7" name="Grafik 6">
            <a:extLst>
              <a:ext uri="{FF2B5EF4-FFF2-40B4-BE49-F238E27FC236}">
                <a16:creationId xmlns:a16="http://schemas.microsoft.com/office/drawing/2014/main" id="{A02F15DC-9116-4E33-CC12-052E4D509093}"/>
              </a:ext>
            </a:extLst>
          </p:cNvPr>
          <p:cNvPicPr>
            <a:picLocks noChangeAspect="1"/>
          </p:cNvPicPr>
          <p:nvPr/>
        </p:nvPicPr>
        <p:blipFill>
          <a:blip r:embed="rId6"/>
          <a:stretch>
            <a:fillRect/>
          </a:stretch>
        </p:blipFill>
        <p:spPr>
          <a:xfrm>
            <a:off x="988719" y="6301586"/>
            <a:ext cx="9291109" cy="548688"/>
          </a:xfrm>
          <a:prstGeom prst="rect">
            <a:avLst/>
          </a:prstGeom>
        </p:spPr>
      </p:pic>
    </p:spTree>
    <p:extLst>
      <p:ext uri="{BB962C8B-B14F-4D97-AF65-F5344CB8AC3E}">
        <p14:creationId xmlns:p14="http://schemas.microsoft.com/office/powerpoint/2010/main" val="3826715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E9CAF38F-04A4-4EDD-8EF9-6D0063DA352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7" name="Objekt 6" hidden="1">
                        <a:extLst>
                          <a:ext uri="{FF2B5EF4-FFF2-40B4-BE49-F238E27FC236}">
                            <a16:creationId xmlns:a16="http://schemas.microsoft.com/office/drawing/2014/main" id="{E9CAF38F-04A4-4EDD-8EF9-6D0063DA352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a:extLst>
              <a:ext uri="{FF2B5EF4-FFF2-40B4-BE49-F238E27FC236}">
                <a16:creationId xmlns:a16="http://schemas.microsoft.com/office/drawing/2014/main" id="{D844B46B-66FB-4F76-8B0E-37D7D4617D33}"/>
              </a:ext>
            </a:extLst>
          </p:cNvPr>
          <p:cNvSpPr>
            <a:spLocks noGrp="1"/>
          </p:cNvSpPr>
          <p:nvPr>
            <p:ph type="title"/>
          </p:nvPr>
        </p:nvSpPr>
        <p:spPr/>
        <p:txBody>
          <a:bodyPr vert="horz"/>
          <a:lstStyle/>
          <a:p>
            <a:r>
              <a:rPr lang="en-US" dirty="0"/>
              <a:t>SIMATIC S7-1500 Redundant Systems</a:t>
            </a:r>
            <a:br>
              <a:rPr lang="en-US" noProof="0" dirty="0"/>
            </a:br>
            <a:r>
              <a:rPr lang="en-US" b="0" noProof="0" dirty="0"/>
              <a:t>Further technical slide sets</a:t>
            </a:r>
            <a:endParaRPr lang="en-US" noProof="0" dirty="0"/>
          </a:p>
        </p:txBody>
      </p:sp>
      <p:sp>
        <p:nvSpPr>
          <p:cNvPr id="3" name="Footer Placeholder">
            <a:extLst>
              <a:ext uri="{FF2B5EF4-FFF2-40B4-BE49-F238E27FC236}">
                <a16:creationId xmlns:a16="http://schemas.microsoft.com/office/drawing/2014/main" id="{06245AF5-1AE3-49EC-B4ED-2C4EC9A6E5FC}"/>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5" name="Aganda">
            <a:extLst>
              <a:ext uri="{FF2B5EF4-FFF2-40B4-BE49-F238E27FC236}">
                <a16:creationId xmlns:a16="http://schemas.microsoft.com/office/drawing/2014/main" id="{A38F6808-4085-423A-A99A-9DC01B1678CB}"/>
              </a:ext>
            </a:extLst>
          </p:cNvPr>
          <p:cNvSpPr>
            <a:spLocks noGrp="1"/>
          </p:cNvSpPr>
          <p:nvPr>
            <p:ph type="body" sz="quarter" idx="4294967295"/>
          </p:nvPr>
        </p:nvSpPr>
        <p:spPr>
          <a:xfrm>
            <a:off x="2055223" y="2048012"/>
            <a:ext cx="8926028" cy="3408911"/>
          </a:xfrm>
        </p:spPr>
        <p:txBody>
          <a:bodyPr vert="horz" wrap="square" lIns="0" tIns="71120" rIns="71120" bIns="71120" rtlCol="0" anchor="t">
            <a:noAutofit/>
          </a:bodyPr>
          <a:lstStyle/>
          <a:p>
            <a:pPr>
              <a:lnSpc>
                <a:spcPct val="100000"/>
              </a:lnSpc>
              <a:spcAft>
                <a:spcPts val="600"/>
              </a:spcAft>
              <a:buClr>
                <a:srgbClr val="879BAA"/>
              </a:buClr>
              <a:buSzPct val="100000"/>
              <a:tabLst>
                <a:tab pos="5902325" algn="r"/>
              </a:tabLst>
            </a:pPr>
            <a:r>
              <a:rPr lang="en-US" sz="2000" dirty="0">
                <a:latin typeface="Arial"/>
                <a:ea typeface="+mj-ea"/>
                <a:cs typeface="+mj-cs"/>
              </a:rPr>
              <a:t>This document is part of a three-part set of slides</a:t>
            </a:r>
          </a:p>
          <a:p>
            <a:pPr>
              <a:lnSpc>
                <a:spcPct val="100000"/>
              </a:lnSpc>
              <a:spcAft>
                <a:spcPts val="600"/>
              </a:spcAft>
              <a:buClr>
                <a:srgbClr val="879BAA"/>
              </a:buClr>
              <a:buSzPct val="100000"/>
              <a:tabLst>
                <a:tab pos="5902325" algn="r"/>
              </a:tabLst>
            </a:pPr>
            <a:endParaRPr lang="en-US" sz="2000" dirty="0"/>
          </a:p>
          <a:p>
            <a:pPr>
              <a:lnSpc>
                <a:spcPct val="100000"/>
              </a:lnSpc>
              <a:spcAft>
                <a:spcPts val="600"/>
              </a:spcAft>
              <a:buClr>
                <a:srgbClr val="879BAA"/>
              </a:buClr>
              <a:buSzPct val="100000"/>
              <a:tabLst>
                <a:tab pos="5902325" algn="r"/>
              </a:tabLst>
            </a:pPr>
            <a:r>
              <a:rPr lang="en-US" sz="2000" dirty="0">
                <a:solidFill>
                  <a:srgbClr val="009999"/>
                </a:solidFill>
                <a:latin typeface="Arial"/>
                <a:ea typeface="+mj-ea"/>
                <a:cs typeface="+mj-cs"/>
              </a:rPr>
              <a:t>Part 1: </a:t>
            </a:r>
            <a:r>
              <a:rPr lang="en-US" sz="2000" dirty="0"/>
              <a:t>Redundant Systems SIMATIC S7-1500 R/H</a:t>
            </a:r>
          </a:p>
          <a:p>
            <a:pPr>
              <a:lnSpc>
                <a:spcPct val="100000"/>
              </a:lnSpc>
              <a:spcAft>
                <a:spcPts val="600"/>
              </a:spcAft>
              <a:buClr>
                <a:srgbClr val="879BAA"/>
              </a:buClr>
              <a:buSzPct val="100000"/>
              <a:tabLst>
                <a:tab pos="5902325" algn="r"/>
              </a:tabLst>
            </a:pPr>
            <a:r>
              <a:rPr lang="en-US" sz="2000" dirty="0">
                <a:solidFill>
                  <a:srgbClr val="009999"/>
                </a:solidFill>
                <a:latin typeface="Arial"/>
                <a:ea typeface="+mj-ea"/>
                <a:cs typeface="+mj-cs"/>
              </a:rPr>
              <a:t>Part 2: </a:t>
            </a:r>
            <a:r>
              <a:rPr lang="en-US" sz="2000" dirty="0">
                <a:latin typeface="Arial"/>
                <a:ea typeface="+mj-ea"/>
                <a:cs typeface="+mj-cs"/>
              </a:rPr>
              <a:t>PROFINET System Redundancy </a:t>
            </a:r>
            <a:r>
              <a:rPr lang="en-US" sz="2000" dirty="0"/>
              <a:t>with S7-1500 R/H and ET 200</a:t>
            </a:r>
            <a:endParaRPr lang="en-US" sz="2000" dirty="0">
              <a:latin typeface="Arial"/>
              <a:ea typeface="+mj-ea"/>
              <a:cs typeface="+mj-cs"/>
            </a:endParaRPr>
          </a:p>
          <a:p>
            <a:pPr>
              <a:lnSpc>
                <a:spcPct val="100000"/>
              </a:lnSpc>
              <a:spcAft>
                <a:spcPts val="600"/>
              </a:spcAft>
              <a:buClr>
                <a:srgbClr val="879BAA"/>
              </a:buClr>
              <a:buSzPct val="100000"/>
              <a:tabLst>
                <a:tab pos="5902325" algn="r"/>
              </a:tabLst>
            </a:pPr>
            <a:r>
              <a:rPr lang="en-US" sz="2000" dirty="0">
                <a:solidFill>
                  <a:srgbClr val="009999"/>
                </a:solidFill>
                <a:latin typeface="Arial"/>
                <a:ea typeface="+mj-ea"/>
                <a:cs typeface="+mj-cs"/>
              </a:rPr>
              <a:t>Part 3: </a:t>
            </a:r>
            <a:r>
              <a:rPr lang="en-US" sz="2000" dirty="0"/>
              <a:t>Network configuration with S7-1500 R/H</a:t>
            </a:r>
          </a:p>
          <a:p>
            <a:pPr>
              <a:lnSpc>
                <a:spcPct val="100000"/>
              </a:lnSpc>
              <a:spcAft>
                <a:spcPts val="600"/>
              </a:spcAft>
              <a:buClr>
                <a:srgbClr val="879BAA"/>
              </a:buClr>
              <a:buSzPct val="100000"/>
              <a:tabLst>
                <a:tab pos="5902325" algn="r"/>
              </a:tabLst>
            </a:pPr>
            <a:endParaRPr lang="en-US" sz="2000" dirty="0">
              <a:latin typeface="Arial"/>
              <a:ea typeface="+mj-ea"/>
              <a:cs typeface="+mj-cs"/>
            </a:endParaRPr>
          </a:p>
        </p:txBody>
      </p:sp>
      <p:grpSp>
        <p:nvGrpSpPr>
          <p:cNvPr id="9" name="Gruppieren 8">
            <a:extLst>
              <a:ext uri="{FF2B5EF4-FFF2-40B4-BE49-F238E27FC236}">
                <a16:creationId xmlns:a16="http://schemas.microsoft.com/office/drawing/2014/main" id="{27A92C2F-D47D-57BB-8D48-72EC2F30F9AE}"/>
              </a:ext>
            </a:extLst>
          </p:cNvPr>
          <p:cNvGrpSpPr/>
          <p:nvPr/>
        </p:nvGrpSpPr>
        <p:grpSpPr>
          <a:xfrm>
            <a:off x="593280" y="2779758"/>
            <a:ext cx="1383566" cy="478971"/>
            <a:chOff x="410400" y="2743200"/>
            <a:chExt cx="1383566" cy="478971"/>
          </a:xfrm>
          <a:solidFill>
            <a:srgbClr val="009999"/>
          </a:solidFill>
        </p:grpSpPr>
        <p:sp>
          <p:nvSpPr>
            <p:cNvPr id="4" name="Pfeil: nach rechts 3">
              <a:extLst>
                <a:ext uri="{FF2B5EF4-FFF2-40B4-BE49-F238E27FC236}">
                  <a16:creationId xmlns:a16="http://schemas.microsoft.com/office/drawing/2014/main" id="{59CA34EA-4792-9B73-9FCB-6C0D4AE3F30D}"/>
                </a:ext>
              </a:extLst>
            </p:cNvPr>
            <p:cNvSpPr/>
            <p:nvPr/>
          </p:nvSpPr>
          <p:spPr>
            <a:xfrm>
              <a:off x="410400" y="2743200"/>
              <a:ext cx="1383566" cy="478971"/>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 name="Textfeld 5">
              <a:extLst>
                <a:ext uri="{FF2B5EF4-FFF2-40B4-BE49-F238E27FC236}">
                  <a16:creationId xmlns:a16="http://schemas.microsoft.com/office/drawing/2014/main" id="{3148748C-847D-C8C3-8852-8210D6336767}"/>
                </a:ext>
              </a:extLst>
            </p:cNvPr>
            <p:cNvSpPr txBox="1"/>
            <p:nvPr/>
          </p:nvSpPr>
          <p:spPr>
            <a:xfrm>
              <a:off x="454026" y="2890352"/>
              <a:ext cx="1006686" cy="184666"/>
            </a:xfrm>
            <a:prstGeom prst="rect">
              <a:avLst/>
            </a:prstGeom>
            <a:grpFill/>
          </p:spPr>
          <p:txBody>
            <a:bodyPr wrap="none" lIns="0" tIns="0" rIns="0" bIns="0" rtlCol="0">
              <a:spAutoFit/>
            </a:bodyPr>
            <a:lstStyle/>
            <a:p>
              <a:pPr algn="l"/>
              <a:r>
                <a:rPr lang="en-US" sz="1200" dirty="0"/>
                <a:t>This document</a:t>
              </a:r>
            </a:p>
          </p:txBody>
        </p:sp>
      </p:grpSp>
      <p:grpSp>
        <p:nvGrpSpPr>
          <p:cNvPr id="8" name="Gruppieren 7">
            <a:extLst>
              <a:ext uri="{FF2B5EF4-FFF2-40B4-BE49-F238E27FC236}">
                <a16:creationId xmlns:a16="http://schemas.microsoft.com/office/drawing/2014/main" id="{00547EB3-29C4-364A-6BCC-4C4966461520}"/>
              </a:ext>
            </a:extLst>
          </p:cNvPr>
          <p:cNvGrpSpPr/>
          <p:nvPr/>
        </p:nvGrpSpPr>
        <p:grpSpPr>
          <a:xfrm>
            <a:off x="3024331" y="5218179"/>
            <a:ext cx="501126" cy="443788"/>
            <a:chOff x="3803362" y="1877343"/>
            <a:chExt cx="501126" cy="443788"/>
          </a:xfrm>
        </p:grpSpPr>
        <p:sp>
          <p:nvSpPr>
            <p:cNvPr id="10" name="Explosion: 8 Zacken 9">
              <a:extLst>
                <a:ext uri="{FF2B5EF4-FFF2-40B4-BE49-F238E27FC236}">
                  <a16:creationId xmlns:a16="http://schemas.microsoft.com/office/drawing/2014/main" id="{DEFA907D-CD11-D4CB-8FBC-A6666DF95B28}"/>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1" name="Textfeld 10">
              <a:extLst>
                <a:ext uri="{FF2B5EF4-FFF2-40B4-BE49-F238E27FC236}">
                  <a16:creationId xmlns:a16="http://schemas.microsoft.com/office/drawing/2014/main" id="{BDEB1F14-BABC-0BFE-1823-97A5746B8EDD}"/>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
        <p:nvSpPr>
          <p:cNvPr id="12" name="Textfeld 11">
            <a:extLst>
              <a:ext uri="{FF2B5EF4-FFF2-40B4-BE49-F238E27FC236}">
                <a16:creationId xmlns:a16="http://schemas.microsoft.com/office/drawing/2014/main" id="{6A394810-61B9-E0FD-DCB7-ED6AC6D10436}"/>
              </a:ext>
            </a:extLst>
          </p:cNvPr>
          <p:cNvSpPr txBox="1"/>
          <p:nvPr/>
        </p:nvSpPr>
        <p:spPr>
          <a:xfrm>
            <a:off x="3650033" y="5317190"/>
            <a:ext cx="4101762" cy="553998"/>
          </a:xfrm>
          <a:prstGeom prst="rect">
            <a:avLst/>
          </a:prstGeom>
          <a:noFill/>
        </p:spPr>
        <p:txBody>
          <a:bodyPr wrap="square" lIns="0" tIns="0" rIns="0" bIns="0" rtlCol="0">
            <a:spAutoFit/>
          </a:bodyPr>
          <a:lstStyle/>
          <a:p>
            <a:pPr algn="l"/>
            <a:r>
              <a:rPr lang="en-US" dirty="0"/>
              <a:t>New with TIA Portal V18 / Firmware V3.0</a:t>
            </a:r>
          </a:p>
        </p:txBody>
      </p:sp>
      <p:sp>
        <p:nvSpPr>
          <p:cNvPr id="13" name="Textfeld 12">
            <a:extLst>
              <a:ext uri="{FF2B5EF4-FFF2-40B4-BE49-F238E27FC236}">
                <a16:creationId xmlns:a16="http://schemas.microsoft.com/office/drawing/2014/main" id="{04D64973-D549-F267-54BD-33EF3696BE1F}"/>
              </a:ext>
            </a:extLst>
          </p:cNvPr>
          <p:cNvSpPr txBox="1"/>
          <p:nvPr/>
        </p:nvSpPr>
        <p:spPr>
          <a:xfrm>
            <a:off x="2962031" y="4923692"/>
            <a:ext cx="833562" cy="276999"/>
          </a:xfrm>
          <a:prstGeom prst="rect">
            <a:avLst/>
          </a:prstGeom>
          <a:noFill/>
        </p:spPr>
        <p:txBody>
          <a:bodyPr wrap="none" lIns="0" tIns="0" rIns="0" bIns="0" rtlCol="0">
            <a:spAutoFit/>
          </a:bodyPr>
          <a:lstStyle/>
          <a:p>
            <a:pPr algn="l"/>
            <a:r>
              <a:rPr lang="en-US" dirty="0"/>
              <a:t>Legend:</a:t>
            </a:r>
          </a:p>
        </p:txBody>
      </p:sp>
    </p:spTree>
    <p:extLst>
      <p:ext uri="{BB962C8B-B14F-4D97-AF65-F5344CB8AC3E}">
        <p14:creationId xmlns:p14="http://schemas.microsoft.com/office/powerpoint/2010/main" val="3721668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E9CAF38F-04A4-4EDD-8EF9-6D0063DA352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7" name="Objekt 6" hidden="1">
                        <a:extLst>
                          <a:ext uri="{FF2B5EF4-FFF2-40B4-BE49-F238E27FC236}">
                            <a16:creationId xmlns:a16="http://schemas.microsoft.com/office/drawing/2014/main" id="{E9CAF38F-04A4-4EDD-8EF9-6D0063DA352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a:extLst>
              <a:ext uri="{FF2B5EF4-FFF2-40B4-BE49-F238E27FC236}">
                <a16:creationId xmlns:a16="http://schemas.microsoft.com/office/drawing/2014/main" id="{D844B46B-66FB-4F76-8B0E-37D7D4617D33}"/>
              </a:ext>
            </a:extLst>
          </p:cNvPr>
          <p:cNvSpPr>
            <a:spLocks noGrp="1"/>
          </p:cNvSpPr>
          <p:nvPr>
            <p:ph type="title"/>
          </p:nvPr>
        </p:nvSpPr>
        <p:spPr/>
        <p:txBody>
          <a:bodyPr vert="horz"/>
          <a:lstStyle/>
          <a:p>
            <a:r>
              <a:rPr lang="en-US" dirty="0"/>
              <a:t>SIMATIC S7-1500 Redundant Systems</a:t>
            </a:r>
            <a:br>
              <a:rPr lang="en-US" noProof="0" dirty="0"/>
            </a:br>
            <a:r>
              <a:rPr lang="en-US" b="0" noProof="0" dirty="0"/>
              <a:t>Content</a:t>
            </a:r>
            <a:endParaRPr lang="en-US" noProof="0" dirty="0"/>
          </a:p>
        </p:txBody>
      </p:sp>
      <p:sp>
        <p:nvSpPr>
          <p:cNvPr id="3" name="Footer Placeholder">
            <a:extLst>
              <a:ext uri="{FF2B5EF4-FFF2-40B4-BE49-F238E27FC236}">
                <a16:creationId xmlns:a16="http://schemas.microsoft.com/office/drawing/2014/main" id="{06245AF5-1AE3-49EC-B4ED-2C4EC9A6E5FC}"/>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5" name="Aganda">
            <a:extLst>
              <a:ext uri="{FF2B5EF4-FFF2-40B4-BE49-F238E27FC236}">
                <a16:creationId xmlns:a16="http://schemas.microsoft.com/office/drawing/2014/main" id="{A38F6808-4085-423A-A99A-9DC01B1678CB}"/>
              </a:ext>
            </a:extLst>
          </p:cNvPr>
          <p:cNvSpPr>
            <a:spLocks noGrp="1"/>
          </p:cNvSpPr>
          <p:nvPr>
            <p:ph type="body" sz="quarter" idx="4294967295"/>
          </p:nvPr>
        </p:nvSpPr>
        <p:spPr>
          <a:xfrm>
            <a:off x="679011" y="2023164"/>
            <a:ext cx="5719568" cy="3408911"/>
          </a:xfrm>
        </p:spPr>
        <p:txBody>
          <a:bodyPr vert="horz" lIns="0" tIns="0" rIns="0" bIns="0" rtlCol="0">
            <a:noAutofit/>
          </a:bodyPr>
          <a:lstStyle/>
          <a:p>
            <a:pPr marL="457200" indent="-457200">
              <a:lnSpc>
                <a:spcPct val="100000"/>
              </a:lnSpc>
              <a:spcAft>
                <a:spcPts val="600"/>
              </a:spcAft>
              <a:buClr>
                <a:schemeClr val="tx1"/>
              </a:buClr>
              <a:buFont typeface="+mj-lt"/>
              <a:buAutoNum type="arabicPeriod"/>
              <a:tabLst>
                <a:tab pos="5902325" algn="r"/>
              </a:tabLst>
            </a:pPr>
            <a:r>
              <a:rPr lang="en-US" sz="2000" dirty="0">
                <a:solidFill>
                  <a:srgbClr val="00646E"/>
                </a:solidFill>
                <a:hlinkClick r:id="rId5" action="ppaction://hlinksldjump"/>
              </a:rPr>
              <a:t>Motivation and product strategy</a:t>
            </a:r>
            <a:endParaRPr lang="en-US" sz="2000" dirty="0">
              <a:solidFill>
                <a:srgbClr val="00646E"/>
              </a:solidFill>
            </a:endParaRPr>
          </a:p>
          <a:p>
            <a:pPr marL="457200" indent="-457200">
              <a:lnSpc>
                <a:spcPct val="100000"/>
              </a:lnSpc>
              <a:spcAft>
                <a:spcPts val="600"/>
              </a:spcAft>
              <a:buClr>
                <a:schemeClr val="tx1"/>
              </a:buClr>
              <a:buFont typeface="+mj-lt"/>
              <a:buAutoNum type="arabicPeriod"/>
              <a:tabLst>
                <a:tab pos="5902325" algn="r"/>
              </a:tabLst>
            </a:pPr>
            <a:r>
              <a:rPr lang="en-US" sz="2000" dirty="0">
                <a:solidFill>
                  <a:srgbClr val="00646E"/>
                </a:solidFill>
                <a:hlinkClick r:id="rId6" action="ppaction://hlinksldjump"/>
              </a:rPr>
              <a:t>System Overview</a:t>
            </a:r>
            <a:endParaRPr lang="en-US" sz="2000" dirty="0">
              <a:solidFill>
                <a:srgbClr val="00646E"/>
              </a:solidFill>
            </a:endParaRPr>
          </a:p>
          <a:p>
            <a:pPr marL="457200" indent="-457200">
              <a:lnSpc>
                <a:spcPct val="100000"/>
              </a:lnSpc>
              <a:spcAft>
                <a:spcPts val="600"/>
              </a:spcAft>
              <a:buClr>
                <a:schemeClr val="tx1"/>
              </a:buClr>
              <a:buFont typeface="+mj-lt"/>
              <a:buAutoNum type="arabicPeriod"/>
              <a:tabLst>
                <a:tab pos="5902325" algn="r"/>
              </a:tabLst>
            </a:pPr>
            <a:r>
              <a:rPr lang="en-US" sz="2000" dirty="0">
                <a:solidFill>
                  <a:srgbClr val="00646E"/>
                </a:solidFill>
                <a:hlinkClick r:id="rId7" action="ppaction://hlinksldjump"/>
              </a:rPr>
              <a:t>Failure Scenarios</a:t>
            </a:r>
            <a:endParaRPr lang="en-US" sz="2000" dirty="0">
              <a:solidFill>
                <a:srgbClr val="00646E"/>
              </a:solidFill>
            </a:endParaRPr>
          </a:p>
          <a:p>
            <a:pPr marL="457200" indent="-457200">
              <a:lnSpc>
                <a:spcPct val="100000"/>
              </a:lnSpc>
              <a:spcAft>
                <a:spcPts val="600"/>
              </a:spcAft>
              <a:buClr>
                <a:schemeClr val="tx1"/>
              </a:buClr>
              <a:buFont typeface="+mj-lt"/>
              <a:buAutoNum type="arabicPeriod"/>
              <a:tabLst>
                <a:tab pos="5902325" algn="r"/>
              </a:tabLst>
            </a:pPr>
            <a:r>
              <a:rPr lang="en-US" sz="2000" dirty="0">
                <a:solidFill>
                  <a:srgbClr val="00646E"/>
                </a:solidFill>
                <a:hlinkClick r:id="rId8" action="ppaction://hlinksldjump"/>
              </a:rPr>
              <a:t>Communication via System IP addresses</a:t>
            </a:r>
            <a:r>
              <a:rPr lang="en-US" sz="2000" dirty="0">
                <a:solidFill>
                  <a:srgbClr val="00646E"/>
                </a:solidFill>
              </a:rPr>
              <a:t> </a:t>
            </a:r>
          </a:p>
          <a:p>
            <a:pPr marL="457200" indent="-457200">
              <a:lnSpc>
                <a:spcPct val="100000"/>
              </a:lnSpc>
              <a:spcAft>
                <a:spcPts val="600"/>
              </a:spcAft>
              <a:buClr>
                <a:schemeClr val="tx1"/>
              </a:buClr>
              <a:buFont typeface="+mj-lt"/>
              <a:buAutoNum type="arabicPeriod"/>
              <a:tabLst>
                <a:tab pos="5902325" algn="r"/>
              </a:tabLst>
            </a:pPr>
            <a:r>
              <a:rPr lang="en-US" sz="2000" dirty="0">
                <a:solidFill>
                  <a:srgbClr val="00646E"/>
                </a:solidFill>
                <a:hlinkClick r:id="rId9" action="ppaction://hlinksldjump"/>
              </a:rPr>
              <a:t>Safety for Redundant Systems</a:t>
            </a:r>
            <a:endParaRPr lang="en-US" sz="2000" dirty="0">
              <a:solidFill>
                <a:srgbClr val="00646E"/>
              </a:solidFill>
            </a:endParaRPr>
          </a:p>
          <a:p>
            <a:pPr marL="457200" indent="-457200">
              <a:lnSpc>
                <a:spcPct val="100000"/>
              </a:lnSpc>
              <a:spcAft>
                <a:spcPts val="600"/>
              </a:spcAft>
              <a:buClr>
                <a:schemeClr val="tx1"/>
              </a:buClr>
              <a:buFont typeface="+mj-lt"/>
              <a:buAutoNum type="arabicPeriod"/>
              <a:tabLst>
                <a:tab pos="5902325" algn="r"/>
              </a:tabLst>
            </a:pPr>
            <a:r>
              <a:rPr lang="en-US" sz="2000" dirty="0">
                <a:solidFill>
                  <a:srgbClr val="00646E"/>
                </a:solidFill>
                <a:hlinkClick r:id="rId10" action="ppaction://hlinksldjump"/>
              </a:rPr>
              <a:t>Load Program / Project</a:t>
            </a:r>
            <a:endParaRPr lang="en-US" sz="2000" dirty="0">
              <a:solidFill>
                <a:srgbClr val="00646E"/>
              </a:solidFill>
            </a:endParaRPr>
          </a:p>
          <a:p>
            <a:pPr marL="457200" indent="-457200">
              <a:lnSpc>
                <a:spcPct val="100000"/>
              </a:lnSpc>
              <a:spcAft>
                <a:spcPts val="600"/>
              </a:spcAft>
              <a:buClr>
                <a:schemeClr val="tx1"/>
              </a:buClr>
              <a:buFont typeface="+mj-lt"/>
              <a:buAutoNum type="arabicPeriod"/>
              <a:tabLst>
                <a:tab pos="5902325" algn="r"/>
              </a:tabLst>
            </a:pPr>
            <a:r>
              <a:rPr lang="en-US" sz="2000" dirty="0">
                <a:solidFill>
                  <a:srgbClr val="00646E"/>
                </a:solidFill>
                <a:hlinkClick r:id="rId11" action="ppaction://hlinksldjump"/>
              </a:rPr>
              <a:t>Hardware extensions in Run with IO-Link</a:t>
            </a:r>
            <a:endParaRPr lang="en-US" sz="2000" dirty="0">
              <a:solidFill>
                <a:srgbClr val="00646E"/>
              </a:solidFill>
            </a:endParaRPr>
          </a:p>
        </p:txBody>
      </p:sp>
      <p:sp>
        <p:nvSpPr>
          <p:cNvPr id="6" name="Aganda">
            <a:extLst>
              <a:ext uri="{FF2B5EF4-FFF2-40B4-BE49-F238E27FC236}">
                <a16:creationId xmlns:a16="http://schemas.microsoft.com/office/drawing/2014/main" id="{6A170028-9FA8-4B43-9B25-027AA705A688}"/>
              </a:ext>
            </a:extLst>
          </p:cNvPr>
          <p:cNvSpPr txBox="1">
            <a:spLocks/>
          </p:cNvSpPr>
          <p:nvPr/>
        </p:nvSpPr>
        <p:spPr>
          <a:xfrm>
            <a:off x="6740585" y="2011988"/>
            <a:ext cx="5056080" cy="3683418"/>
          </a:xfrm>
          <a:prstGeom prst="rect">
            <a:avLst/>
          </a:prstGeom>
        </p:spPr>
        <p:txBody>
          <a:bodyPr vert="horz" lIns="0" tIns="0" rIns="0" bIns="0" rtlCol="0">
            <a:noAutofit/>
          </a:bodyPr>
          <a:lstStyle>
            <a:lvl1pPr marL="0" indent="0" algn="l" defTabSz="914400" rtl="0" eaLnBrk="1" latinLnBrk="0" hangingPunct="1">
              <a:lnSpc>
                <a:spcPct val="110000"/>
              </a:lnSpc>
              <a:spcBef>
                <a:spcPts val="0"/>
              </a:spcBef>
              <a:spcAft>
                <a:spcPts val="900"/>
              </a:spcAft>
              <a:buFont typeface="Arial" panose="020B0604020202020204" pitchFamily="34" charset="0"/>
              <a:buNone/>
              <a:tabLst>
                <a:tab pos="5902325" algn="r"/>
              </a:tabLst>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900"/>
              </a:spcAft>
              <a:buClr>
                <a:schemeClr val="accent1"/>
              </a:buClr>
              <a:buFont typeface="Arial" panose="020B0604020202020204" pitchFamily="34" charset="0"/>
              <a:buChar char="•"/>
              <a:tabLst>
                <a:tab pos="5902325" algn="r"/>
              </a:tabLst>
              <a:defRPr sz="1800" kern="1200">
                <a:solidFill>
                  <a:schemeClr val="tx1"/>
                </a:solidFill>
                <a:latin typeface="+mn-lt"/>
                <a:ea typeface="+mn-ea"/>
                <a:cs typeface="+mn-cs"/>
              </a:defRPr>
            </a:lvl2pPr>
            <a:lvl3pPr marL="180000" indent="-180000" algn="l" defTabSz="914400" rtl="0" eaLnBrk="1" latinLnBrk="0" hangingPunct="1">
              <a:lnSpc>
                <a:spcPct val="110000"/>
              </a:lnSpc>
              <a:spcBef>
                <a:spcPts val="0"/>
              </a:spcBef>
              <a:spcAft>
                <a:spcPts val="900"/>
              </a:spcAft>
              <a:buClr>
                <a:schemeClr val="accent1"/>
              </a:buClr>
              <a:buFont typeface="Arial" panose="020B0604020202020204" pitchFamily="34" charset="0"/>
              <a:buChar char="•"/>
              <a:tabLst>
                <a:tab pos="5902325" algn="r"/>
              </a:tabLst>
              <a:defRPr sz="1800" b="1" kern="1200">
                <a:solidFill>
                  <a:schemeClr val="tx1"/>
                </a:solidFill>
                <a:latin typeface="+mn-lt"/>
                <a:ea typeface="+mn-ea"/>
                <a:cs typeface="+mn-cs"/>
              </a:defRPr>
            </a:lvl3pPr>
            <a:lvl4pPr marL="360000" indent="-180000" algn="l" defTabSz="914400" rtl="0" eaLnBrk="1" latinLnBrk="0" hangingPunct="1">
              <a:lnSpc>
                <a:spcPct val="110000"/>
              </a:lnSpc>
              <a:spcBef>
                <a:spcPts val="0"/>
              </a:spcBef>
              <a:spcAft>
                <a:spcPts val="900"/>
              </a:spcAft>
              <a:buClr>
                <a:schemeClr val="accent1"/>
              </a:buClr>
              <a:buFont typeface="Arial" panose="020B0604020202020204" pitchFamily="34" charset="0"/>
              <a:buChar char="•"/>
              <a:tabLst>
                <a:tab pos="5902325" algn="r"/>
              </a:tabLst>
              <a:defRPr sz="1800" kern="1200">
                <a:solidFill>
                  <a:schemeClr val="tx1"/>
                </a:solidFill>
                <a:latin typeface="+mn-lt"/>
                <a:ea typeface="+mn-ea"/>
                <a:cs typeface="+mn-cs"/>
              </a:defRPr>
            </a:lvl4pPr>
            <a:lvl5pPr marL="360000" indent="-180000" algn="l" defTabSz="914400" rtl="0" eaLnBrk="1" latinLnBrk="0" hangingPunct="1">
              <a:lnSpc>
                <a:spcPct val="110000"/>
              </a:lnSpc>
              <a:spcBef>
                <a:spcPts val="0"/>
              </a:spcBef>
              <a:spcAft>
                <a:spcPts val="900"/>
              </a:spcAft>
              <a:buClr>
                <a:schemeClr val="accent1"/>
              </a:buClr>
              <a:buFont typeface="Arial" panose="020B0604020202020204" pitchFamily="34" charset="0"/>
              <a:buChar char="•"/>
              <a:tabLst>
                <a:tab pos="5902325" algn="r"/>
              </a:tabLst>
              <a:defRPr sz="1800" b="1" kern="1200">
                <a:solidFill>
                  <a:schemeClr val="tx1"/>
                </a:solidFill>
                <a:latin typeface="+mn-lt"/>
                <a:ea typeface="+mn-ea"/>
                <a:cs typeface="+mn-cs"/>
              </a:defRPr>
            </a:lvl5pPr>
            <a:lvl6pPr marL="180000" indent="-180000" algn="l" defTabSz="914400" rtl="0" eaLnBrk="1" latinLnBrk="0" hangingPunct="1">
              <a:lnSpc>
                <a:spcPct val="110000"/>
              </a:lnSpc>
              <a:spcBef>
                <a:spcPts val="0"/>
              </a:spcBef>
              <a:spcAft>
                <a:spcPts val="600"/>
              </a:spcAft>
              <a:buClr>
                <a:schemeClr val="accent1"/>
              </a:buClr>
              <a:buFont typeface="Arial" panose="020B0604020202020204" pitchFamily="34" charset="0"/>
              <a:buChar char="•"/>
              <a:tabLst>
                <a:tab pos="5902325" algn="r"/>
              </a:tabLst>
              <a:defRPr sz="1600" kern="1200">
                <a:solidFill>
                  <a:schemeClr val="tx1"/>
                </a:solidFill>
                <a:latin typeface="+mn-lt"/>
                <a:ea typeface="+mn-ea"/>
                <a:cs typeface="+mn-cs"/>
              </a:defRPr>
            </a:lvl6pPr>
            <a:lvl7pPr marL="180000" indent="-180000" algn="l" defTabSz="914400" rtl="0" eaLnBrk="1" latinLnBrk="0" hangingPunct="1">
              <a:lnSpc>
                <a:spcPct val="110000"/>
              </a:lnSpc>
              <a:spcBef>
                <a:spcPts val="0"/>
              </a:spcBef>
              <a:spcAft>
                <a:spcPts val="600"/>
              </a:spcAft>
              <a:buClr>
                <a:schemeClr val="accent1"/>
              </a:buClr>
              <a:buFont typeface="Arial" panose="020B0604020202020204" pitchFamily="34" charset="0"/>
              <a:buChar char="•"/>
              <a:tabLst>
                <a:tab pos="5902325" algn="r"/>
              </a:tabLst>
              <a:defRPr sz="1600" b="1" kern="1200">
                <a:solidFill>
                  <a:schemeClr val="tx1"/>
                </a:solidFill>
                <a:latin typeface="+mn-lt"/>
                <a:ea typeface="+mn-ea"/>
                <a:cs typeface="+mn-cs"/>
              </a:defRPr>
            </a:lvl7pPr>
            <a:lvl8pPr marL="360000" indent="-180000" algn="l" defTabSz="914400" rtl="0" eaLnBrk="1" latinLnBrk="0" hangingPunct="1">
              <a:lnSpc>
                <a:spcPct val="110000"/>
              </a:lnSpc>
              <a:spcBef>
                <a:spcPts val="0"/>
              </a:spcBef>
              <a:spcAft>
                <a:spcPts val="600"/>
              </a:spcAft>
              <a:buClr>
                <a:schemeClr val="accent1"/>
              </a:buClr>
              <a:buFont typeface="Arial" panose="020B0604020202020204" pitchFamily="34" charset="0"/>
              <a:buChar char="•"/>
              <a:tabLst>
                <a:tab pos="5902325" algn="r"/>
              </a:tabLst>
              <a:defRPr sz="1600" kern="1200">
                <a:solidFill>
                  <a:schemeClr val="tx1"/>
                </a:solidFill>
                <a:latin typeface="+mn-lt"/>
                <a:ea typeface="+mn-ea"/>
                <a:cs typeface="+mn-cs"/>
              </a:defRPr>
            </a:lvl8pPr>
            <a:lvl9pPr marL="360000" indent="-180000" algn="l" defTabSz="914400" rtl="0" eaLnBrk="1" latinLnBrk="0" hangingPunct="1">
              <a:lnSpc>
                <a:spcPct val="110000"/>
              </a:lnSpc>
              <a:spcBef>
                <a:spcPts val="0"/>
              </a:spcBef>
              <a:spcAft>
                <a:spcPts val="600"/>
              </a:spcAft>
              <a:buClr>
                <a:schemeClr val="accent1"/>
              </a:buClr>
              <a:buFont typeface="Arial" panose="020B0604020202020204" pitchFamily="34" charset="0"/>
              <a:buChar char="•"/>
              <a:tabLst>
                <a:tab pos="5902325" algn="r"/>
              </a:tabLst>
              <a:defRPr sz="1600" b="1" kern="1200">
                <a:solidFill>
                  <a:schemeClr val="tx1"/>
                </a:solidFill>
                <a:latin typeface="+mn-lt"/>
                <a:ea typeface="+mn-ea"/>
                <a:cs typeface="+mn-cs"/>
              </a:defRPr>
            </a:lvl9pPr>
          </a:lstStyle>
          <a:p>
            <a:pPr marL="457200" indent="-457200">
              <a:lnSpc>
                <a:spcPct val="100000"/>
              </a:lnSpc>
              <a:spcAft>
                <a:spcPts val="600"/>
              </a:spcAft>
              <a:buClr>
                <a:schemeClr val="tx1"/>
              </a:buClr>
              <a:buFont typeface="+mj-lt"/>
              <a:buAutoNum type="arabicPeriod" startAt="9"/>
            </a:pPr>
            <a:r>
              <a:rPr lang="en-US" sz="2000" dirty="0">
                <a:solidFill>
                  <a:srgbClr val="00646E"/>
                </a:solidFill>
                <a:hlinkClick r:id="rId12" action="ppaction://hlinksldjump"/>
              </a:rPr>
              <a:t>HMI Connection</a:t>
            </a:r>
            <a:endParaRPr lang="en-US" sz="2000" dirty="0">
              <a:solidFill>
                <a:srgbClr val="00646E"/>
              </a:solidFill>
            </a:endParaRPr>
          </a:p>
          <a:p>
            <a:pPr marL="457200" indent="-457200">
              <a:lnSpc>
                <a:spcPct val="100000"/>
              </a:lnSpc>
              <a:spcAft>
                <a:spcPts val="600"/>
              </a:spcAft>
              <a:buClr>
                <a:schemeClr val="tx1"/>
              </a:buClr>
              <a:buFont typeface="+mj-lt"/>
              <a:buAutoNum type="arabicPeriod" startAt="9"/>
            </a:pPr>
            <a:r>
              <a:rPr lang="en-US" sz="2000" dirty="0">
                <a:solidFill>
                  <a:srgbClr val="00646E"/>
                </a:solidFill>
                <a:hlinkClick r:id="rId13" action="ppaction://hlinksldjump"/>
              </a:rPr>
              <a:t>Programming Recommendations</a:t>
            </a:r>
            <a:endParaRPr lang="en-US" sz="2000" dirty="0">
              <a:solidFill>
                <a:srgbClr val="00646E"/>
              </a:solidFill>
            </a:endParaRPr>
          </a:p>
          <a:p>
            <a:pPr marL="457200" indent="-457200">
              <a:lnSpc>
                <a:spcPct val="100000"/>
              </a:lnSpc>
              <a:spcAft>
                <a:spcPts val="600"/>
              </a:spcAft>
              <a:buClr>
                <a:schemeClr val="tx1"/>
              </a:buClr>
              <a:buFont typeface="+mj-lt"/>
              <a:buAutoNum type="arabicPeriod" startAt="9"/>
            </a:pPr>
            <a:r>
              <a:rPr lang="en-US" sz="2000" dirty="0">
                <a:solidFill>
                  <a:srgbClr val="00646E"/>
                </a:solidFill>
                <a:latin typeface="Arial"/>
                <a:ea typeface="Arial Unicode MS" panose="020B0604020202020204" pitchFamily="34" charset="-128"/>
                <a:cs typeface="Arial Unicode MS" panose="020B0604020202020204" pitchFamily="34" charset="-128"/>
                <a:hlinkClick r:id="rId14" action="ppaction://hlinksldjump"/>
              </a:rPr>
              <a:t>Specific Functions for R/H</a:t>
            </a:r>
            <a:endParaRPr lang="en-US" sz="2000" dirty="0">
              <a:solidFill>
                <a:srgbClr val="00646E"/>
              </a:solidFill>
              <a:latin typeface="Arial"/>
              <a:ea typeface="Arial Unicode MS" panose="020B0604020202020204" pitchFamily="34" charset="-128"/>
              <a:cs typeface="Arial Unicode MS" panose="020B0604020202020204" pitchFamily="34" charset="-128"/>
            </a:endParaRPr>
          </a:p>
          <a:p>
            <a:pPr marL="457200" indent="-457200">
              <a:lnSpc>
                <a:spcPct val="100000"/>
              </a:lnSpc>
              <a:spcAft>
                <a:spcPts val="600"/>
              </a:spcAft>
              <a:buClr>
                <a:schemeClr val="tx1"/>
              </a:buClr>
              <a:buFont typeface="+mj-lt"/>
              <a:buAutoNum type="arabicPeriod" startAt="9"/>
            </a:pPr>
            <a:r>
              <a:rPr lang="en-US" sz="2000" dirty="0">
                <a:solidFill>
                  <a:srgbClr val="00646E"/>
                </a:solidFill>
                <a:latin typeface="Arial"/>
                <a:ea typeface="Arial Unicode MS" panose="020B0604020202020204" pitchFamily="34" charset="-128"/>
                <a:cs typeface="Arial Unicode MS" panose="020B0604020202020204" pitchFamily="34" charset="-128"/>
                <a:hlinkClick r:id="rId15" action="ppaction://hlinksldjump"/>
              </a:rPr>
              <a:t>Security for Redundant Controllers</a:t>
            </a:r>
          </a:p>
          <a:p>
            <a:pPr marL="457200" indent="-457200">
              <a:lnSpc>
                <a:spcPct val="100000"/>
              </a:lnSpc>
              <a:spcAft>
                <a:spcPts val="600"/>
              </a:spcAft>
              <a:buClr>
                <a:schemeClr val="tx1"/>
              </a:buClr>
              <a:buFont typeface="+mj-lt"/>
              <a:buAutoNum type="arabicPeriod" startAt="9"/>
            </a:pPr>
            <a:r>
              <a:rPr lang="en-US" sz="2000" dirty="0">
                <a:solidFill>
                  <a:srgbClr val="00646E"/>
                </a:solidFill>
                <a:latin typeface="Arial"/>
                <a:ea typeface="Arial Unicode MS" panose="020B0604020202020204" pitchFamily="34" charset="-128"/>
                <a:cs typeface="Arial Unicode MS" panose="020B0604020202020204" pitchFamily="34" charset="-128"/>
                <a:hlinkClick r:id="rId15" action="ppaction://hlinksldjump"/>
              </a:rPr>
              <a:t>What‘s new with Firmware V3.0</a:t>
            </a:r>
            <a:endParaRPr lang="en-US" sz="2000" dirty="0">
              <a:solidFill>
                <a:srgbClr val="00646E"/>
              </a:solidFill>
              <a:latin typeface="Arial"/>
              <a:ea typeface="Arial Unicode MS" panose="020B0604020202020204" pitchFamily="34" charset="-128"/>
              <a:cs typeface="Arial Unicode MS" panose="020B0604020202020204" pitchFamily="34" charset="-128"/>
            </a:endParaRPr>
          </a:p>
          <a:p>
            <a:pPr marL="457200" indent="-457200">
              <a:lnSpc>
                <a:spcPct val="100000"/>
              </a:lnSpc>
              <a:spcAft>
                <a:spcPts val="600"/>
              </a:spcAft>
              <a:buClr>
                <a:schemeClr val="tx1"/>
              </a:buClr>
              <a:buFont typeface="+mj-lt"/>
              <a:buAutoNum type="arabicPeriod" startAt="9"/>
            </a:pPr>
            <a:r>
              <a:rPr lang="en-US" sz="2000" dirty="0">
                <a:solidFill>
                  <a:srgbClr val="00646E"/>
                </a:solidFill>
                <a:latin typeface="Arial"/>
                <a:ea typeface="Arial Unicode MS" panose="020B0604020202020204" pitchFamily="34" charset="-128"/>
                <a:cs typeface="Arial Unicode MS" panose="020B0604020202020204" pitchFamily="34" charset="-128"/>
                <a:hlinkClick r:id="rId16" action="ppaction://hlinksldjump"/>
              </a:rPr>
              <a:t>Add-Ons</a:t>
            </a:r>
            <a:endParaRPr lang="en-US" sz="2000" dirty="0">
              <a:solidFill>
                <a:srgbClr val="00646E"/>
              </a:solidFill>
              <a:latin typeface="Arial"/>
              <a:ea typeface="Arial Unicode MS" panose="020B0604020202020204" pitchFamily="34" charset="-128"/>
              <a:cs typeface="Arial Unicode MS" panose="020B0604020202020204" pitchFamily="34" charset="-128"/>
            </a:endParaRPr>
          </a:p>
          <a:p>
            <a:pPr marL="457200" indent="-457200">
              <a:lnSpc>
                <a:spcPct val="100000"/>
              </a:lnSpc>
              <a:spcAft>
                <a:spcPts val="600"/>
              </a:spcAft>
              <a:buClr>
                <a:schemeClr val="tx1"/>
              </a:buClr>
              <a:buFont typeface="+mj-lt"/>
              <a:buAutoNum type="arabicPeriod" startAt="9"/>
            </a:pPr>
            <a:r>
              <a:rPr lang="en-US" sz="2000" dirty="0">
                <a:solidFill>
                  <a:srgbClr val="00646E"/>
                </a:solidFill>
                <a:latin typeface="Arial"/>
                <a:ea typeface="Arial Unicode MS" panose="020B0604020202020204" pitchFamily="34" charset="-128"/>
                <a:cs typeface="Arial Unicode MS" panose="020B0604020202020204" pitchFamily="34" charset="-128"/>
                <a:hlinkClick r:id="rId17" action="ppaction://hlinksldjump"/>
              </a:rPr>
              <a:t>Feature Comparison / Limitations</a:t>
            </a:r>
            <a:endParaRPr lang="en-US" sz="2000" dirty="0">
              <a:solidFill>
                <a:srgbClr val="00646E"/>
              </a:solidFill>
              <a:latin typeface="Arial"/>
              <a:ea typeface="Arial Unicode MS" panose="020B0604020202020204" pitchFamily="34" charset="-128"/>
              <a:cs typeface="Arial Unicode MS" panose="020B0604020202020204" pitchFamily="34" charset="-128"/>
            </a:endParaRPr>
          </a:p>
          <a:p>
            <a:pPr marL="457200" indent="-457200" fontAlgn="base">
              <a:lnSpc>
                <a:spcPct val="100000"/>
              </a:lnSpc>
              <a:spcAft>
                <a:spcPts val="600"/>
              </a:spcAft>
              <a:buClr>
                <a:schemeClr val="tx1"/>
              </a:buClr>
              <a:buFont typeface="+mj-lt"/>
              <a:buAutoNum type="arabicPeriod" startAt="9"/>
            </a:pPr>
            <a:r>
              <a:rPr lang="en-US" sz="2000" dirty="0">
                <a:solidFill>
                  <a:srgbClr val="00646E"/>
                </a:solidFill>
                <a:latin typeface="Arial"/>
                <a:ea typeface="Arial Unicode MS" panose="020B0604020202020204" pitchFamily="34" charset="-128"/>
                <a:cs typeface="Arial Unicode MS" panose="020B0604020202020204" pitchFamily="34" charset="-128"/>
                <a:hlinkClick r:id="rId18" action="ppaction://hlinksldjump"/>
              </a:rPr>
              <a:t>Ordering Information</a:t>
            </a:r>
            <a:endParaRPr lang="en-US" sz="2000" dirty="0"/>
          </a:p>
        </p:txBody>
      </p:sp>
    </p:spTree>
    <p:extLst>
      <p:ext uri="{BB962C8B-B14F-4D97-AF65-F5344CB8AC3E}">
        <p14:creationId xmlns:p14="http://schemas.microsoft.com/office/powerpoint/2010/main" val="1588417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B0C0A4CA-50C9-4A53-83C6-79F333A26C19}"/>
              </a:ext>
            </a:extLst>
          </p:cNvPr>
          <p:cNvGraphicFramePr>
            <a:graphicFrameLocks noChangeAspect="1"/>
          </p:cNvGraphicFramePr>
          <p:nvPr>
            <p:custDataLst>
              <p:tags r:id="rId1"/>
            </p:custDataLst>
            <p:extLst>
              <p:ext uri="{D42A27DB-BD31-4B8C-83A1-F6EECF244321}">
                <p14:modId xmlns:p14="http://schemas.microsoft.com/office/powerpoint/2010/main" val="22771583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7" name="Objekt 6" hidden="1">
                        <a:extLst>
                          <a:ext uri="{FF2B5EF4-FFF2-40B4-BE49-F238E27FC236}">
                            <a16:creationId xmlns:a16="http://schemas.microsoft.com/office/drawing/2014/main" id="{B0C0A4CA-50C9-4A53-83C6-79F333A26C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a:extLst>
              <a:ext uri="{FF2B5EF4-FFF2-40B4-BE49-F238E27FC236}">
                <a16:creationId xmlns:a16="http://schemas.microsoft.com/office/drawing/2014/main" id="{F640B5D6-DA30-4A72-90BF-4686C1ACCA99}"/>
              </a:ext>
            </a:extLst>
          </p:cNvPr>
          <p:cNvSpPr>
            <a:spLocks noGrp="1"/>
          </p:cNvSpPr>
          <p:nvPr>
            <p:ph type="title"/>
          </p:nvPr>
        </p:nvSpPr>
        <p:spPr>
          <a:xfrm>
            <a:off x="410400" y="1414463"/>
            <a:ext cx="11376788" cy="1846659"/>
          </a:xfrm>
        </p:spPr>
        <p:txBody>
          <a:bodyPr vert="horz"/>
          <a:lstStyle/>
          <a:p>
            <a:r>
              <a:rPr lang="en-US" dirty="0"/>
              <a:t>Motivation and product strategy</a:t>
            </a:r>
            <a:endParaRPr lang="en-US" b="0" dirty="0"/>
          </a:p>
        </p:txBody>
      </p:sp>
      <p:sp>
        <p:nvSpPr>
          <p:cNvPr id="2" name="Subtitle">
            <a:extLst>
              <a:ext uri="{FF2B5EF4-FFF2-40B4-BE49-F238E27FC236}">
                <a16:creationId xmlns:a16="http://schemas.microsoft.com/office/drawing/2014/main" id="{27507DB2-A004-4C7F-BB03-CAB07E07A0D3}"/>
              </a:ext>
            </a:extLst>
          </p:cNvPr>
          <p:cNvSpPr>
            <a:spLocks noGrp="1"/>
          </p:cNvSpPr>
          <p:nvPr>
            <p:ph type="subTitle" idx="1"/>
          </p:nvPr>
        </p:nvSpPr>
        <p:spPr/>
        <p:txBody>
          <a:bodyPr/>
          <a:lstStyle/>
          <a:p>
            <a:r>
              <a:rPr lang="en-US" dirty="0"/>
              <a:t>SIMATIC S7-1500 Redundant Systems</a:t>
            </a:r>
          </a:p>
        </p:txBody>
      </p:sp>
      <p:sp>
        <p:nvSpPr>
          <p:cNvPr id="4" name="Footer Placeholder">
            <a:extLst>
              <a:ext uri="{FF2B5EF4-FFF2-40B4-BE49-F238E27FC236}">
                <a16:creationId xmlns:a16="http://schemas.microsoft.com/office/drawing/2014/main" id="{219E2082-A671-48FA-BA58-21BFEF63DFFA}"/>
              </a:ext>
            </a:extLst>
          </p:cNvPr>
          <p:cNvSpPr>
            <a:spLocks noGrp="1"/>
          </p:cNvSpPr>
          <p:nvPr>
            <p:ph type="ftr" sz="quarter" idx="10"/>
          </p:nvPr>
        </p:nvSpPr>
        <p:spPr/>
        <p:txBody>
          <a:bodyPr/>
          <a:lstStyle/>
          <a:p>
            <a:r>
              <a:rPr lang="en-US" dirty="0"/>
              <a:t>Unrestricted | © Siemens 2022 | DI FA | 08.12.2022</a:t>
            </a:r>
          </a:p>
        </p:txBody>
      </p:sp>
    </p:spTree>
    <p:extLst>
      <p:ext uri="{BB962C8B-B14F-4D97-AF65-F5344CB8AC3E}">
        <p14:creationId xmlns:p14="http://schemas.microsoft.com/office/powerpoint/2010/main" val="2969443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2" hidden="1"/>
          <p:cNvGraphicFramePr>
            <a:graphicFrameLocks/>
          </p:cNvGraphicFramePr>
          <p:nvPr>
            <p:custDataLst>
              <p:tags r:id="rId2"/>
            </p:custDataLst>
            <p:extLst>
              <p:ext uri="{D42A27DB-BD31-4B8C-83A1-F6EECF244321}">
                <p14:modId xmlns:p14="http://schemas.microsoft.com/office/powerpoint/2010/main" val="3644401560"/>
              </p:ext>
            </p:extLst>
          </p:nvPr>
        </p:nvGraphicFramePr>
        <p:xfrm>
          <a:off x="87269" y="-177707"/>
          <a:ext cx="158750" cy="158667"/>
        </p:xfrm>
        <a:graphic>
          <a:graphicData uri="http://schemas.openxmlformats.org/presentationml/2006/ole">
            <mc:AlternateContent xmlns:mc="http://schemas.openxmlformats.org/markup-compatibility/2006">
              <mc:Choice xmlns:v="urn:schemas-microsoft-com:vml" Requires="v">
                <p:oleObj name="think-cell Folie" r:id="rId6" imgW="360" imgH="360" progId="TCLayout.ActiveDocument.1">
                  <p:embed/>
                </p:oleObj>
              </mc:Choice>
              <mc:Fallback>
                <p:oleObj name="think-cell Folie" r:id="rId6" imgW="360" imgH="360" progId="TCLayout.ActiveDocument.1">
                  <p:embed/>
                  <p:pic>
                    <p:nvPicPr>
                      <p:cNvPr id="12290" name="Object 2" hidden="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269" y="-177707"/>
                        <a:ext cx="158750" cy="1586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4" hidden="1">
            <a:extLst>
              <a:ext uri="{FF2B5EF4-FFF2-40B4-BE49-F238E27FC236}">
                <a16:creationId xmlns:a16="http://schemas.microsoft.com/office/drawing/2014/main" id="{6C7BAD54-44D6-4963-84AF-451694507672}"/>
              </a:ext>
            </a:extLst>
          </p:cNvPr>
          <p:cNvSpPr/>
          <p:nvPr>
            <p:custDataLst>
              <p:tags r:id="rId3"/>
            </p:custDataLst>
          </p:nvPr>
        </p:nvSpPr>
        <p:spPr bwMode="auto">
          <a:xfrm>
            <a:off x="0" y="1785"/>
            <a:ext cx="158667" cy="158667"/>
          </a:xfrm>
          <a:prstGeom prst="rect">
            <a:avLst/>
          </a:prstGeom>
          <a:solidFill>
            <a:srgbClr val="DFE6ED"/>
          </a:solid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pPr>
            <a:endParaRPr lang="de-DE" sz="2199" b="1" dirty="0">
              <a:ea typeface="+mj-ea"/>
              <a:cs typeface="Arial" panose="020B0604020202020204" pitchFamily="34" charset="0"/>
              <a:sym typeface="Arial" panose="020B0604020202020204" pitchFamily="34" charset="0"/>
            </a:endParaRPr>
          </a:p>
        </p:txBody>
      </p:sp>
      <p:sp>
        <p:nvSpPr>
          <p:cNvPr id="12293" name="AutoShape 5"/>
          <p:cNvSpPr>
            <a:spLocks noChangeArrowheads="1"/>
          </p:cNvSpPr>
          <p:nvPr/>
        </p:nvSpPr>
        <p:spPr bwMode="auto">
          <a:xfrm>
            <a:off x="627019" y="4328631"/>
            <a:ext cx="3598126" cy="1093393"/>
          </a:xfrm>
          <a:prstGeom prst="rect">
            <a:avLst/>
          </a:prstGeom>
          <a:noFill/>
          <a:ln w="9525">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599" b="1" dirty="0">
                <a:solidFill>
                  <a:srgbClr val="41AAAA"/>
                </a:solidFill>
              </a:rPr>
              <a:t>Save maintenance effort</a:t>
            </a:r>
          </a:p>
          <a:p>
            <a:pPr>
              <a:spcBef>
                <a:spcPts val="300"/>
              </a:spcBef>
              <a:buClr>
                <a:schemeClr val="accent1"/>
              </a:buClr>
            </a:pPr>
            <a:r>
              <a:rPr lang="en-US" sz="1599" dirty="0"/>
              <a:t>Applicative solutions are usually</a:t>
            </a:r>
          </a:p>
          <a:p>
            <a:pPr>
              <a:spcBef>
                <a:spcPts val="300"/>
              </a:spcBef>
              <a:buClr>
                <a:schemeClr val="accent1"/>
              </a:buClr>
            </a:pPr>
            <a:r>
              <a:rPr lang="en-US" sz="1599" dirty="0"/>
              <a:t>complicated and difficult to maintain</a:t>
            </a:r>
          </a:p>
        </p:txBody>
      </p:sp>
      <p:sp>
        <p:nvSpPr>
          <p:cNvPr id="12296" name="AutoShape 8"/>
          <p:cNvSpPr>
            <a:spLocks noChangeArrowheads="1"/>
          </p:cNvSpPr>
          <p:nvPr/>
        </p:nvSpPr>
        <p:spPr bwMode="auto">
          <a:xfrm>
            <a:off x="8111076" y="2925207"/>
            <a:ext cx="3493855" cy="1093392"/>
          </a:xfrm>
          <a:prstGeom prst="rect">
            <a:avLst/>
          </a:prstGeom>
          <a:noFill/>
          <a:ln w="9525">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599" b="1" dirty="0">
                <a:solidFill>
                  <a:srgbClr val="41AAAA"/>
                </a:solidFill>
              </a:rPr>
              <a:t>Operation without persons on site</a:t>
            </a:r>
          </a:p>
          <a:p>
            <a:r>
              <a:rPr lang="en-US" sz="1599" dirty="0"/>
              <a:t>Trips for maintenance are easier to plan</a:t>
            </a:r>
          </a:p>
          <a:p>
            <a:endParaRPr lang="en-US" sz="1599" b="1" dirty="0">
              <a:solidFill>
                <a:srgbClr val="41AAAA"/>
              </a:solidFill>
            </a:endParaRPr>
          </a:p>
          <a:p>
            <a:endParaRPr lang="en-US" sz="1599" b="1" dirty="0">
              <a:solidFill>
                <a:srgbClr val="41AAAA"/>
              </a:solidFill>
            </a:endParaRPr>
          </a:p>
        </p:txBody>
      </p:sp>
      <p:sp>
        <p:nvSpPr>
          <p:cNvPr id="12297" name="AutoShape 9"/>
          <p:cNvSpPr>
            <a:spLocks noChangeArrowheads="1"/>
          </p:cNvSpPr>
          <p:nvPr/>
        </p:nvSpPr>
        <p:spPr bwMode="auto">
          <a:xfrm>
            <a:off x="627019" y="1451423"/>
            <a:ext cx="3598126" cy="1093393"/>
          </a:xfrm>
          <a:prstGeom prst="rect">
            <a:avLst/>
          </a:prstGeom>
          <a:noFill/>
          <a:ln w="9525">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599" b="1" dirty="0">
                <a:solidFill>
                  <a:srgbClr val="009999"/>
                </a:solidFill>
              </a:rPr>
              <a:t>Avoiding plant downtimes</a:t>
            </a:r>
          </a:p>
          <a:p>
            <a:r>
              <a:rPr lang="en-US" sz="1599" dirty="0"/>
              <a:t>High availability during operation, avoidance of production downtimes</a:t>
            </a:r>
          </a:p>
        </p:txBody>
      </p:sp>
      <p:sp>
        <p:nvSpPr>
          <p:cNvPr id="12300" name="Rectangle 12"/>
          <p:cNvSpPr>
            <a:spLocks noChangeArrowheads="1"/>
          </p:cNvSpPr>
          <p:nvPr/>
        </p:nvSpPr>
        <p:spPr bwMode="auto">
          <a:xfrm>
            <a:off x="627019" y="5623632"/>
            <a:ext cx="11082632" cy="575700"/>
          </a:xfrm>
          <a:prstGeom prst="rect">
            <a:avLst/>
          </a:prstGeom>
          <a:gradFill>
            <a:gsLst>
              <a:gs pos="83000">
                <a:srgbClr val="41AAC8"/>
              </a:gs>
              <a:gs pos="50000">
                <a:srgbClr val="32A0A0"/>
              </a:gs>
              <a:gs pos="0">
                <a:srgbClr val="4BB9B9"/>
              </a:gs>
              <a:gs pos="100000">
                <a:srgbClr val="2387AA"/>
              </a:gs>
            </a:gsLst>
            <a:lin ang="0" scaled="0"/>
          </a:gradFill>
          <a:ln>
            <a:noFill/>
          </a:ln>
          <a:effectLst/>
        </p:spPr>
        <p:txBody>
          <a:bodyPr lIns="143925" tIns="35981" rIns="143925" bIns="35981" anchor="ctr"/>
          <a:lstStyle/>
          <a:p>
            <a:pPr>
              <a:lnSpc>
                <a:spcPct val="110000"/>
              </a:lnSpc>
            </a:pPr>
            <a:r>
              <a:rPr lang="en-US" sz="1799" b="1" dirty="0">
                <a:solidFill>
                  <a:srgbClr val="FFFFFF"/>
                </a:solidFill>
                <a:latin typeface="Arial"/>
              </a:rPr>
              <a:t>Redundant Systems reduce costs</a:t>
            </a:r>
          </a:p>
        </p:txBody>
      </p:sp>
      <p:sp>
        <p:nvSpPr>
          <p:cNvPr id="12303" name="AutoShape 15"/>
          <p:cNvSpPr>
            <a:spLocks noChangeArrowheads="1"/>
          </p:cNvSpPr>
          <p:nvPr/>
        </p:nvSpPr>
        <p:spPr bwMode="auto">
          <a:xfrm>
            <a:off x="8111076" y="1451423"/>
            <a:ext cx="3493855" cy="1093392"/>
          </a:xfrm>
          <a:prstGeom prst="rect">
            <a:avLst/>
          </a:prstGeom>
          <a:noFill/>
          <a:ln w="9525">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599" b="1" dirty="0">
                <a:solidFill>
                  <a:srgbClr val="41AAAA"/>
                </a:solidFill>
              </a:rPr>
              <a:t>Prevention of data loss </a:t>
            </a:r>
          </a:p>
          <a:p>
            <a:r>
              <a:rPr lang="en-US" sz="1599" dirty="0"/>
              <a:t>The data is retained and long recovery times after a failure are eliminated.</a:t>
            </a:r>
          </a:p>
        </p:txBody>
      </p:sp>
      <p:sp>
        <p:nvSpPr>
          <p:cNvPr id="20" name="AutoShape 5"/>
          <p:cNvSpPr>
            <a:spLocks noChangeArrowheads="1"/>
          </p:cNvSpPr>
          <p:nvPr/>
        </p:nvSpPr>
        <p:spPr bwMode="auto">
          <a:xfrm>
            <a:off x="627018" y="2925206"/>
            <a:ext cx="3598126" cy="1093393"/>
          </a:xfrm>
          <a:prstGeom prst="rect">
            <a:avLst/>
          </a:prstGeom>
          <a:noFill/>
          <a:ln w="9525">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1599" b="1" dirty="0">
                <a:solidFill>
                  <a:srgbClr val="41AAAA"/>
                </a:solidFill>
              </a:rPr>
              <a:t>Prevention of damage </a:t>
            </a:r>
          </a:p>
          <a:p>
            <a:r>
              <a:rPr lang="en-US" sz="1599" dirty="0"/>
              <a:t>Avoidance of unplanned production stops, where the product to be processed would be permanently damaged.</a:t>
            </a:r>
          </a:p>
        </p:txBody>
      </p:sp>
      <p:sp>
        <p:nvSpPr>
          <p:cNvPr id="2" name="Title 1"/>
          <p:cNvSpPr>
            <a:spLocks noGrp="1"/>
          </p:cNvSpPr>
          <p:nvPr>
            <p:ph type="title"/>
          </p:nvPr>
        </p:nvSpPr>
        <p:spPr/>
        <p:txBody>
          <a:bodyPr vert="horz" lIns="0" tIns="0" rIns="0" bIns="0" rtlCol="0" anchor="t" anchorCtr="0">
            <a:noAutofit/>
          </a:bodyPr>
          <a:lstStyle/>
          <a:p>
            <a:r>
              <a:rPr lang="en-US" dirty="0"/>
              <a:t>SIMATIC S7-1500 Redundant Systems</a:t>
            </a:r>
            <a:br>
              <a:rPr lang="en-US" dirty="0"/>
            </a:br>
            <a:r>
              <a:rPr lang="en-US" b="0" dirty="0">
                <a:latin typeface="Arial"/>
              </a:rPr>
              <a:t>Motivation</a:t>
            </a:r>
          </a:p>
        </p:txBody>
      </p:sp>
      <p:sp>
        <p:nvSpPr>
          <p:cNvPr id="6" name="Fußzeilenplatzhalter 5">
            <a:extLst>
              <a:ext uri="{FF2B5EF4-FFF2-40B4-BE49-F238E27FC236}">
                <a16:creationId xmlns:a16="http://schemas.microsoft.com/office/drawing/2014/main" id="{650595C0-73CC-4CBD-A1E6-78A6C725B960}"/>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62468" name="Picture 4"/>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9352878" y="3744289"/>
            <a:ext cx="2356773" cy="1586045"/>
          </a:xfrm>
          <a:prstGeom prst="rect">
            <a:avLst/>
          </a:prstGeom>
          <a:noFill/>
          <a:extLst>
            <a:ext uri="{909E8E84-426E-40DD-AFC4-6F175D3DCCD1}">
              <a14:hiddenFill xmlns:a14="http://schemas.microsoft.com/office/drawing/2010/main">
                <a:solidFill>
                  <a:srgbClr val="FFFFFF"/>
                </a:solidFill>
              </a14:hiddenFill>
            </a:ext>
          </a:extLst>
        </p:spPr>
      </p:pic>
      <p:pic>
        <p:nvPicPr>
          <p:cNvPr id="62472" name="Picture 8"/>
          <p:cNvPicPr>
            <a:picLocks noChangeAspect="1" noChangeArrowheads="1"/>
          </p:cNvPicPr>
          <p:nvPr/>
        </p:nvPicPr>
        <p:blipFill>
          <a:blip r:embed="rId9">
            <a:extLst>
              <a:ext uri="{28A0092B-C50C-407E-A947-70E740481C1C}">
                <a14:useLocalDpi xmlns:a14="http://schemas.microsoft.com/office/drawing/2010/main" val="0"/>
              </a:ext>
            </a:extLst>
          </a:blip>
          <a:stretch>
            <a:fillRect/>
          </a:stretch>
        </p:blipFill>
        <p:spPr bwMode="auto">
          <a:xfrm>
            <a:off x="6860496" y="3744958"/>
            <a:ext cx="2356773" cy="1581770"/>
          </a:xfrm>
          <a:prstGeom prst="rect">
            <a:avLst/>
          </a:prstGeom>
          <a:noFill/>
          <a:extLst>
            <a:ext uri="{909E8E84-426E-40DD-AFC4-6F175D3DCCD1}">
              <a14:hiddenFill xmlns:a14="http://schemas.microsoft.com/office/drawing/2010/main">
                <a:solidFill>
                  <a:srgbClr val="FFFFFF"/>
                </a:solidFill>
              </a14:hiddenFill>
            </a:ext>
          </a:extLst>
        </p:spPr>
      </p:pic>
      <p:pic>
        <p:nvPicPr>
          <p:cNvPr id="62473" name="Picture 9"/>
          <p:cNvPicPr>
            <a:picLocks noChangeAspect="1" noChangeArrowheads="1"/>
          </p:cNvPicPr>
          <p:nvPr/>
        </p:nvPicPr>
        <p:blipFill>
          <a:blip r:embed="rId10">
            <a:extLst>
              <a:ext uri="{28A0092B-C50C-407E-A947-70E740481C1C}">
                <a14:useLocalDpi xmlns:a14="http://schemas.microsoft.com/office/drawing/2010/main" val="0"/>
              </a:ext>
            </a:extLst>
          </a:blip>
          <a:stretch>
            <a:fillRect/>
          </a:stretch>
        </p:blipFill>
        <p:spPr bwMode="auto">
          <a:xfrm>
            <a:off x="4368113" y="3744958"/>
            <a:ext cx="2356773" cy="1577517"/>
          </a:xfrm>
          <a:prstGeom prst="rect">
            <a:avLst/>
          </a:prstGeom>
          <a:noFill/>
          <a:extLst>
            <a:ext uri="{909E8E84-426E-40DD-AFC4-6F175D3DCCD1}">
              <a14:hiddenFill xmlns:a14="http://schemas.microsoft.com/office/drawing/2010/main">
                <a:solidFill>
                  <a:srgbClr val="FFFFFF"/>
                </a:solidFill>
              </a14:hiddenFill>
            </a:ext>
          </a:extLst>
        </p:spPr>
      </p:pic>
      <p:pic>
        <p:nvPicPr>
          <p:cNvPr id="62474" name="Picture 10"/>
          <p:cNvPicPr>
            <a:picLocks noChangeAspect="1" noChangeArrowheads="1"/>
          </p:cNvPicPr>
          <p:nvPr/>
        </p:nvPicPr>
        <p:blipFill>
          <a:blip r:embed="rId11">
            <a:extLst>
              <a:ext uri="{28A0092B-C50C-407E-A947-70E740481C1C}">
                <a14:useLocalDpi xmlns:a14="http://schemas.microsoft.com/office/drawing/2010/main" val="0"/>
              </a:ext>
            </a:extLst>
          </a:blip>
          <a:stretch>
            <a:fillRect/>
          </a:stretch>
        </p:blipFill>
        <p:spPr bwMode="auto">
          <a:xfrm>
            <a:off x="6240387" y="1451423"/>
            <a:ext cx="1727100" cy="2168472"/>
          </a:xfrm>
          <a:prstGeom prst="rect">
            <a:avLst/>
          </a:prstGeom>
          <a:noFill/>
          <a:extLst>
            <a:ext uri="{909E8E84-426E-40DD-AFC4-6F175D3DCCD1}">
              <a14:hiddenFill xmlns:a14="http://schemas.microsoft.com/office/drawing/2010/main">
                <a:solidFill>
                  <a:srgbClr val="FFFFFF"/>
                </a:solidFill>
              </a14:hiddenFill>
            </a:ext>
          </a:extLst>
        </p:spPr>
      </p:pic>
      <p:pic>
        <p:nvPicPr>
          <p:cNvPr id="62475" name="Picture 11"/>
          <p:cNvPicPr>
            <a:picLocks noChangeAspect="1" noChangeArrowheads="1"/>
          </p:cNvPicPr>
          <p:nvPr/>
        </p:nvPicPr>
        <p:blipFill rotWithShape="1">
          <a:blip r:embed="rId12">
            <a:extLst>
              <a:ext uri="{28A0092B-C50C-407E-A947-70E740481C1C}">
                <a14:useLocalDpi xmlns:a14="http://schemas.microsoft.com/office/drawing/2010/main" val="0"/>
              </a:ext>
            </a:extLst>
          </a:blip>
          <a:srcRect r="2865"/>
          <a:stretch/>
        </p:blipFill>
        <p:spPr bwMode="auto">
          <a:xfrm>
            <a:off x="4361514" y="1457581"/>
            <a:ext cx="1734487" cy="216967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Gerade Verbindung 8">
            <a:extLst>
              <a:ext uri="{FF2B5EF4-FFF2-40B4-BE49-F238E27FC236}">
                <a16:creationId xmlns:a16="http://schemas.microsoft.com/office/drawing/2014/main" id="{D122F793-5EDA-9102-67BC-ACAF54039F8B}"/>
              </a:ext>
            </a:extLst>
          </p:cNvPr>
          <p:cNvCxnSpPr>
            <a:cxnSpLocks/>
          </p:cNvCxnSpPr>
          <p:nvPr/>
        </p:nvCxnSpPr>
        <p:spPr bwMode="gray">
          <a:xfrm>
            <a:off x="626849" y="2709439"/>
            <a:ext cx="3598295"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 name="Gerade Verbindung 8">
            <a:extLst>
              <a:ext uri="{FF2B5EF4-FFF2-40B4-BE49-F238E27FC236}">
                <a16:creationId xmlns:a16="http://schemas.microsoft.com/office/drawing/2014/main" id="{F0AED2E6-6789-3875-4E3D-9CADF791719E}"/>
              </a:ext>
            </a:extLst>
          </p:cNvPr>
          <p:cNvCxnSpPr>
            <a:cxnSpLocks/>
          </p:cNvCxnSpPr>
          <p:nvPr/>
        </p:nvCxnSpPr>
        <p:spPr bwMode="gray">
          <a:xfrm>
            <a:off x="626849" y="4237966"/>
            <a:ext cx="3598295"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 name="Gerade Verbindung 8">
            <a:extLst>
              <a:ext uri="{FF2B5EF4-FFF2-40B4-BE49-F238E27FC236}">
                <a16:creationId xmlns:a16="http://schemas.microsoft.com/office/drawing/2014/main" id="{9A3715A7-6169-F7C3-365D-86307D7A3BE1}"/>
              </a:ext>
            </a:extLst>
          </p:cNvPr>
          <p:cNvCxnSpPr>
            <a:cxnSpLocks/>
          </p:cNvCxnSpPr>
          <p:nvPr/>
        </p:nvCxnSpPr>
        <p:spPr bwMode="gray">
          <a:xfrm>
            <a:off x="8111356" y="2709439"/>
            <a:ext cx="3598295"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Tree>
    <p:custDataLst>
      <p:tags r:id="rId1"/>
    </p:custDataLst>
    <p:extLst>
      <p:ext uri="{BB962C8B-B14F-4D97-AF65-F5344CB8AC3E}">
        <p14:creationId xmlns:p14="http://schemas.microsoft.com/office/powerpoint/2010/main" val="1679351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SIMATIC S7-1500 Redundant Systems</a:t>
            </a:r>
            <a:br>
              <a:rPr lang="en-US" dirty="0"/>
            </a:br>
            <a:r>
              <a:rPr lang="en-US" b="0" dirty="0"/>
              <a:t>Product Strategy SIMATIC S7-1500R/H</a:t>
            </a:r>
          </a:p>
        </p:txBody>
      </p:sp>
      <p:sp>
        <p:nvSpPr>
          <p:cNvPr id="3" name="Fußzeilenplatzhalter 2">
            <a:extLst>
              <a:ext uri="{FF2B5EF4-FFF2-40B4-BE49-F238E27FC236}">
                <a16:creationId xmlns:a16="http://schemas.microsoft.com/office/drawing/2014/main" id="{773F1630-BA2E-4528-AF32-DB8419A4F3B5}"/>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18" name="Picture 4" descr="C:\Users\z003k6cf\Downloads\Tunnel_KeyVisual_C.jpg"/>
          <p:cNvPicPr>
            <a:picLocks noChangeAspect="1" noChangeArrowheads="1"/>
          </p:cNvPicPr>
          <p:nvPr>
            <p:custDataLst>
              <p:tags r:id="rId2"/>
            </p:custDataLst>
          </p:nvPr>
        </p:nvPicPr>
        <p:blipFill rotWithShape="1">
          <a:blip r:embed="rId5">
            <a:extLst>
              <a:ext uri="{28A0092B-C50C-407E-A947-70E740481C1C}">
                <a14:useLocalDpi xmlns:a14="http://schemas.microsoft.com/office/drawing/2010/main" val="0"/>
              </a:ext>
            </a:extLst>
          </a:blip>
          <a:srcRect l="1" t="14465" r="2266" b="4804"/>
          <a:stretch/>
        </p:blipFill>
        <p:spPr bwMode="gray">
          <a:xfrm>
            <a:off x="6240388" y="1450418"/>
            <a:ext cx="5469263" cy="4749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9" name="Gruppieren 48"/>
          <p:cNvGrpSpPr/>
          <p:nvPr/>
        </p:nvGrpSpPr>
        <p:grpSpPr bwMode="gray">
          <a:xfrm>
            <a:off x="627088" y="1450419"/>
            <a:ext cx="5469265" cy="717937"/>
            <a:chOff x="627061" y="1558177"/>
            <a:chExt cx="5472114" cy="718311"/>
          </a:xfrm>
        </p:grpSpPr>
        <p:sp>
          <p:nvSpPr>
            <p:cNvPr id="34" name="Textfeld 33"/>
            <p:cNvSpPr txBox="1"/>
            <p:nvPr/>
          </p:nvSpPr>
          <p:spPr bwMode="gray">
            <a:xfrm>
              <a:off x="627061" y="1558177"/>
              <a:ext cx="5472114" cy="246221"/>
            </a:xfrm>
            <a:prstGeom prst="rect">
              <a:avLst/>
            </a:prstGeom>
            <a:noFill/>
          </p:spPr>
          <p:txBody>
            <a:bodyPr wrap="square" lIns="0" tIns="0" rIns="0" bIns="0" rtlCol="0">
              <a:spAutoFit/>
            </a:bodyPr>
            <a:lstStyle/>
            <a:p>
              <a:r>
                <a:rPr lang="en-US" sz="1599" b="1" dirty="0">
                  <a:solidFill>
                    <a:srgbClr val="32A0A0"/>
                  </a:solidFill>
                </a:rPr>
                <a:t>Based on standard S7-1500 CPUs and PROFINET</a:t>
              </a:r>
            </a:p>
          </p:txBody>
        </p:sp>
        <p:sp>
          <p:nvSpPr>
            <p:cNvPr id="35" name="Textfeld 34"/>
            <p:cNvSpPr txBox="1">
              <a:spLocks/>
            </p:cNvSpPr>
            <p:nvPr/>
          </p:nvSpPr>
          <p:spPr bwMode="gray">
            <a:xfrm>
              <a:off x="627061" y="1845601"/>
              <a:ext cx="5472112" cy="430887"/>
            </a:xfrm>
            <a:prstGeom prst="rect">
              <a:avLst/>
            </a:prstGeom>
            <a:noFill/>
          </p:spPr>
          <p:txBody>
            <a:bodyPr wrap="square" lIns="0" tIns="0" rIns="0" bIns="0" rtlCol="0">
              <a:spAutoFit/>
            </a:bodyPr>
            <a:lstStyle/>
            <a:p>
              <a:pPr marL="285607" indent="-285607" fontAlgn="base">
                <a:buFont typeface="Arial" panose="020B0604020202020204" pitchFamily="34" charset="0"/>
                <a:buChar char="•"/>
              </a:pPr>
              <a:r>
                <a:rPr lang="en-US" sz="1399" dirty="0">
                  <a:latin typeface="Arial" panose="020B0604020202020204" pitchFamily="34" charset="0"/>
                </a:rPr>
                <a:t>The basis is hardware of the standard and Failsafe CPUs​</a:t>
              </a:r>
            </a:p>
            <a:p>
              <a:pPr marL="285607" indent="-285607" fontAlgn="base">
                <a:buFont typeface="Arial" panose="020B0604020202020204" pitchFamily="34" charset="0"/>
                <a:buChar char="•"/>
              </a:pPr>
              <a:r>
                <a:rPr lang="en-US" sz="1399" dirty="0">
                  <a:latin typeface="Arial" panose="020B0604020202020204" pitchFamily="34" charset="0"/>
                </a:rPr>
                <a:t>The basis is the PROFINET communication standard</a:t>
              </a:r>
            </a:p>
          </p:txBody>
        </p:sp>
      </p:grpSp>
      <p:cxnSp>
        <p:nvCxnSpPr>
          <p:cNvPr id="36" name="Gerade Verbindung 35"/>
          <p:cNvCxnSpPr>
            <a:cxnSpLocks/>
          </p:cNvCxnSpPr>
          <p:nvPr/>
        </p:nvCxnSpPr>
        <p:spPr bwMode="gray">
          <a:xfrm>
            <a:off x="626737" y="2493383"/>
            <a:ext cx="5469151"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7" name="Gerade Verbindung 36"/>
          <p:cNvCxnSpPr>
            <a:cxnSpLocks/>
          </p:cNvCxnSpPr>
          <p:nvPr/>
        </p:nvCxnSpPr>
        <p:spPr bwMode="gray">
          <a:xfrm>
            <a:off x="626737" y="4304156"/>
            <a:ext cx="5469151"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8" name="Freeform 5"/>
          <p:cNvSpPr>
            <a:spLocks noChangeAspect="1"/>
          </p:cNvSpPr>
          <p:nvPr/>
        </p:nvSpPr>
        <p:spPr bwMode="gray">
          <a:xfrm>
            <a:off x="5720285" y="1447857"/>
            <a:ext cx="376068" cy="292698"/>
          </a:xfrm>
          <a:custGeom>
            <a:avLst/>
            <a:gdLst>
              <a:gd name="T0" fmla="*/ 418 w 1254"/>
              <a:gd name="T1" fmla="*/ 697 h 976"/>
              <a:gd name="T2" fmla="*/ 1114 w 1254"/>
              <a:gd name="T3" fmla="*/ 0 h 976"/>
              <a:gd name="T4" fmla="*/ 1254 w 1254"/>
              <a:gd name="T5" fmla="*/ 138 h 976"/>
              <a:gd name="T6" fmla="*/ 418 w 1254"/>
              <a:gd name="T7" fmla="*/ 976 h 976"/>
              <a:gd name="T8" fmla="*/ 0 w 1254"/>
              <a:gd name="T9" fmla="*/ 557 h 976"/>
              <a:gd name="T10" fmla="*/ 138 w 1254"/>
              <a:gd name="T11" fmla="*/ 419 h 976"/>
              <a:gd name="T12" fmla="*/ 418 w 1254"/>
              <a:gd name="T13" fmla="*/ 697 h 976"/>
              <a:gd name="T14" fmla="*/ 418 w 1254"/>
              <a:gd name="T15" fmla="*/ 697 h 9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54" h="976">
                <a:moveTo>
                  <a:pt x="418" y="697"/>
                </a:moveTo>
                <a:lnTo>
                  <a:pt x="1114" y="0"/>
                </a:lnTo>
                <a:lnTo>
                  <a:pt x="1254" y="138"/>
                </a:lnTo>
                <a:lnTo>
                  <a:pt x="418" y="976"/>
                </a:lnTo>
                <a:lnTo>
                  <a:pt x="0" y="557"/>
                </a:lnTo>
                <a:lnTo>
                  <a:pt x="138" y="419"/>
                </a:lnTo>
                <a:lnTo>
                  <a:pt x="418" y="697"/>
                </a:lnTo>
                <a:lnTo>
                  <a:pt x="418" y="697"/>
                </a:lnTo>
                <a:close/>
              </a:path>
            </a:pathLst>
          </a:custGeom>
          <a:solidFill>
            <a:srgbClr val="41AAAA"/>
          </a:solidFill>
          <a:ln>
            <a:noFill/>
          </a:ln>
        </p:spPr>
        <p:txBody>
          <a:bodyPr vert="horz" wrap="square" lIns="91392" tIns="45696" rIns="91392" bIns="45696" numCol="1" anchor="t" anchorCtr="0" compatLnSpc="1">
            <a:prstTxWarp prst="textNoShape">
              <a:avLst/>
            </a:prstTxWarp>
          </a:bodyPr>
          <a:lstStyle/>
          <a:p>
            <a:pPr>
              <a:lnSpc>
                <a:spcPct val="110000"/>
              </a:lnSpc>
              <a:spcBef>
                <a:spcPct val="0"/>
              </a:spcBef>
            </a:pPr>
            <a:endParaRPr lang="en-US" sz="1399" kern="1400" dirty="0">
              <a:solidFill>
                <a:srgbClr val="000000"/>
              </a:solidFill>
              <a:latin typeface="Arial" charset="0"/>
              <a:ea typeface="ＭＳ Ｐゴシック" pitchFamily="34" charset="-128"/>
            </a:endParaRPr>
          </a:p>
        </p:txBody>
      </p:sp>
      <p:grpSp>
        <p:nvGrpSpPr>
          <p:cNvPr id="48" name="Gruppieren 47"/>
          <p:cNvGrpSpPr/>
          <p:nvPr/>
        </p:nvGrpSpPr>
        <p:grpSpPr bwMode="gray">
          <a:xfrm>
            <a:off x="627088" y="2565354"/>
            <a:ext cx="5469265" cy="1593078"/>
            <a:chOff x="627061" y="2622484"/>
            <a:chExt cx="5472114" cy="1593907"/>
          </a:xfrm>
        </p:grpSpPr>
        <p:sp>
          <p:nvSpPr>
            <p:cNvPr id="40" name="Textfeld 39"/>
            <p:cNvSpPr txBox="1"/>
            <p:nvPr/>
          </p:nvSpPr>
          <p:spPr bwMode="gray">
            <a:xfrm>
              <a:off x="627061" y="2622484"/>
              <a:ext cx="5472114" cy="246221"/>
            </a:xfrm>
            <a:prstGeom prst="rect">
              <a:avLst/>
            </a:prstGeom>
            <a:noFill/>
          </p:spPr>
          <p:txBody>
            <a:bodyPr wrap="square" lIns="0" tIns="0" rIns="0" bIns="0" rtlCol="0">
              <a:spAutoFit/>
            </a:bodyPr>
            <a:lstStyle/>
            <a:p>
              <a:r>
                <a:rPr lang="en-US" sz="1599" b="1" dirty="0">
                  <a:solidFill>
                    <a:srgbClr val="32A0A0"/>
                  </a:solidFill>
                </a:rPr>
                <a:t>Transparent programming (like standard)</a:t>
              </a:r>
            </a:p>
          </p:txBody>
        </p:sp>
        <p:sp>
          <p:nvSpPr>
            <p:cNvPr id="41" name="Textfeld 40"/>
            <p:cNvSpPr txBox="1">
              <a:spLocks/>
            </p:cNvSpPr>
            <p:nvPr/>
          </p:nvSpPr>
          <p:spPr bwMode="gray">
            <a:xfrm>
              <a:off x="627061" y="2923827"/>
              <a:ext cx="5472112" cy="1292564"/>
            </a:xfrm>
            <a:prstGeom prst="rect">
              <a:avLst/>
            </a:prstGeom>
            <a:noFill/>
          </p:spPr>
          <p:txBody>
            <a:bodyPr wrap="square" lIns="0" tIns="0" rIns="0" bIns="0" rtlCol="0">
              <a:spAutoFit/>
            </a:bodyPr>
            <a:lstStyle/>
            <a:p>
              <a:pPr marL="180885" indent="-180885">
                <a:buClr>
                  <a:schemeClr val="accent1"/>
                </a:buClr>
                <a:buFont typeface=""/>
                <a:buChar char="•"/>
              </a:pPr>
              <a:r>
                <a:rPr lang="en-US" sz="1399" dirty="0"/>
                <a:t>Standard engineering tools incl. all programming languages</a:t>
              </a:r>
            </a:p>
            <a:p>
              <a:pPr marL="358596" indent="-180885">
                <a:buClr>
                  <a:schemeClr val="accent1"/>
                </a:buClr>
                <a:buFont typeface=""/>
                <a:buChar char="•"/>
              </a:pPr>
              <a:r>
                <a:rPr lang="en-US" sz="1399" dirty="0"/>
                <a:t>Complete Integration in TIA Portal​</a:t>
              </a:r>
            </a:p>
            <a:p>
              <a:pPr marL="358596" indent="-180885">
                <a:buClr>
                  <a:schemeClr val="accent1"/>
                </a:buClr>
                <a:buFont typeface=""/>
                <a:buChar char="•"/>
              </a:pPr>
              <a:r>
                <a:rPr lang="en-US" sz="1399" dirty="0"/>
                <a:t>No special redundancy know-how required</a:t>
              </a:r>
            </a:p>
            <a:p>
              <a:pPr marL="358596" indent="-180885">
                <a:buClr>
                  <a:schemeClr val="accent1"/>
                </a:buClr>
                <a:buFont typeface=""/>
                <a:buChar char="•"/>
              </a:pPr>
              <a:r>
                <a:rPr lang="en-US" sz="1399" dirty="0"/>
                <a:t>Easy scaling: </a:t>
              </a:r>
              <a:br>
                <a:rPr lang="en-US" sz="1399" dirty="0"/>
              </a:br>
              <a:r>
                <a:rPr lang="en-US" sz="1399" dirty="0"/>
                <a:t>  Standard CPU </a:t>
              </a:r>
              <a:r>
                <a:rPr lang="en-US" sz="1399" dirty="0">
                  <a:sym typeface="Wingdings" panose="05000000000000000000" pitchFamily="2" charset="2"/>
                </a:rPr>
                <a:t></a:t>
              </a:r>
              <a:r>
                <a:rPr lang="en-US" sz="1399" dirty="0"/>
                <a:t> S7-1500 R </a:t>
              </a:r>
              <a:r>
                <a:rPr lang="en-US" sz="1399" dirty="0">
                  <a:sym typeface="Wingdings" panose="05000000000000000000" pitchFamily="2" charset="2"/>
                </a:rPr>
                <a:t></a:t>
              </a:r>
              <a:r>
                <a:rPr lang="en-US" sz="1399" dirty="0"/>
                <a:t> S7-1500 H</a:t>
              </a:r>
              <a:br>
                <a:rPr lang="en-US" sz="1399" dirty="0"/>
              </a:br>
              <a:r>
                <a:rPr lang="en-US" sz="1399" dirty="0"/>
                <a:t>  Standard F-CPU </a:t>
              </a:r>
              <a:r>
                <a:rPr lang="en-US" sz="1399" dirty="0">
                  <a:sym typeface="Wingdings" panose="05000000000000000000" pitchFamily="2" charset="2"/>
                </a:rPr>
                <a:t> S7-1500HF</a:t>
              </a:r>
              <a:r>
                <a:rPr lang="en-US" sz="1399" dirty="0"/>
                <a:t> ​</a:t>
              </a:r>
            </a:p>
          </p:txBody>
        </p:sp>
      </p:grpSp>
      <p:grpSp>
        <p:nvGrpSpPr>
          <p:cNvPr id="47" name="Gruppieren 46"/>
          <p:cNvGrpSpPr/>
          <p:nvPr/>
        </p:nvGrpSpPr>
        <p:grpSpPr bwMode="gray">
          <a:xfrm>
            <a:off x="627088" y="4376126"/>
            <a:ext cx="5469265" cy="933877"/>
            <a:chOff x="627061" y="3914336"/>
            <a:chExt cx="5472114" cy="934363"/>
          </a:xfrm>
        </p:grpSpPr>
        <p:sp>
          <p:nvSpPr>
            <p:cNvPr id="42" name="Textfeld 41"/>
            <p:cNvSpPr txBox="1"/>
            <p:nvPr/>
          </p:nvSpPr>
          <p:spPr bwMode="gray">
            <a:xfrm>
              <a:off x="627061" y="3914336"/>
              <a:ext cx="5472114" cy="246221"/>
            </a:xfrm>
            <a:prstGeom prst="rect">
              <a:avLst/>
            </a:prstGeom>
            <a:noFill/>
          </p:spPr>
          <p:txBody>
            <a:bodyPr wrap="square" lIns="0" tIns="0" rIns="0" bIns="0" rtlCol="0">
              <a:spAutoFit/>
            </a:bodyPr>
            <a:lstStyle/>
            <a:p>
              <a:r>
                <a:rPr lang="en-US" sz="1599" b="1" dirty="0">
                  <a:solidFill>
                    <a:srgbClr val="32A0A0"/>
                  </a:solidFill>
                </a:rPr>
                <a:t>Scale extensively</a:t>
              </a:r>
            </a:p>
          </p:txBody>
        </p:sp>
        <p:sp>
          <p:nvSpPr>
            <p:cNvPr id="43" name="Textfeld 42"/>
            <p:cNvSpPr txBox="1">
              <a:spLocks/>
            </p:cNvSpPr>
            <p:nvPr/>
          </p:nvSpPr>
          <p:spPr bwMode="gray">
            <a:xfrm>
              <a:off x="627061" y="4202368"/>
              <a:ext cx="5472112" cy="646331"/>
            </a:xfrm>
            <a:prstGeom prst="rect">
              <a:avLst/>
            </a:prstGeom>
            <a:noFill/>
          </p:spPr>
          <p:txBody>
            <a:bodyPr wrap="square" lIns="0" tIns="0" rIns="0" bIns="0" rtlCol="0">
              <a:spAutoFit/>
            </a:bodyPr>
            <a:lstStyle/>
            <a:p>
              <a:pPr marL="180885" indent="-180885">
                <a:buClr>
                  <a:schemeClr val="accent1"/>
                </a:buClr>
                <a:buFont typeface=""/>
                <a:buChar char="•"/>
              </a:pPr>
              <a:r>
                <a:rPr lang="en-US" sz="1399" dirty="0"/>
                <a:t>Scaling the switching time </a:t>
              </a:r>
              <a:r>
                <a:rPr lang="en-US" sz="1399" dirty="0">
                  <a:solidFill>
                    <a:srgbClr val="000000"/>
                  </a:solidFill>
                  <a:latin typeface="Arial" panose="020B0604020202020204" pitchFamily="34" charset="0"/>
                </a:rPr>
                <a:t>(S7-1500 R </a:t>
              </a:r>
              <a:r>
                <a:rPr lang="en-US" sz="1399" dirty="0">
                  <a:solidFill>
                    <a:srgbClr val="000000"/>
                  </a:solidFill>
                  <a:latin typeface="Arial" panose="020B0604020202020204" pitchFamily="34" charset="0"/>
                  <a:sym typeface="Wingdings" panose="05000000000000000000" pitchFamily="2" charset="2"/>
                </a:rPr>
                <a:t></a:t>
              </a:r>
              <a:r>
                <a:rPr lang="en-US" sz="1399" dirty="0">
                  <a:solidFill>
                    <a:srgbClr val="000000"/>
                  </a:solidFill>
                  <a:latin typeface="Arial" panose="020B0604020202020204" pitchFamily="34" charset="0"/>
                </a:rPr>
                <a:t> S7-1500 H)</a:t>
              </a:r>
              <a:endParaRPr lang="en-US" sz="1399" dirty="0"/>
            </a:p>
            <a:p>
              <a:pPr marL="180885" indent="-180885">
                <a:buClr>
                  <a:schemeClr val="accent1"/>
                </a:buClr>
                <a:buFont typeface=""/>
                <a:buChar char="•"/>
              </a:pPr>
              <a:r>
                <a:rPr lang="en-US" sz="1399" dirty="0"/>
                <a:t>Scaling the redundancy architecture</a:t>
              </a:r>
            </a:p>
            <a:p>
              <a:pPr marL="180885" indent="-180885">
                <a:buClr>
                  <a:schemeClr val="accent1"/>
                </a:buClr>
                <a:buFont typeface=""/>
                <a:buChar char="•"/>
              </a:pPr>
              <a:r>
                <a:rPr lang="en-US" sz="1399" dirty="0"/>
                <a:t>Scaling performance from CPU 1513 to 1518</a:t>
              </a:r>
            </a:p>
          </p:txBody>
        </p:sp>
      </p:grpSp>
      <p:sp>
        <p:nvSpPr>
          <p:cNvPr id="51" name="Freeform 5"/>
          <p:cNvSpPr>
            <a:spLocks noChangeAspect="1"/>
          </p:cNvSpPr>
          <p:nvPr/>
        </p:nvSpPr>
        <p:spPr bwMode="gray">
          <a:xfrm>
            <a:off x="5719820" y="2573842"/>
            <a:ext cx="376068" cy="292698"/>
          </a:xfrm>
          <a:custGeom>
            <a:avLst/>
            <a:gdLst>
              <a:gd name="T0" fmla="*/ 418 w 1254"/>
              <a:gd name="T1" fmla="*/ 697 h 976"/>
              <a:gd name="T2" fmla="*/ 1114 w 1254"/>
              <a:gd name="T3" fmla="*/ 0 h 976"/>
              <a:gd name="T4" fmla="*/ 1254 w 1254"/>
              <a:gd name="T5" fmla="*/ 138 h 976"/>
              <a:gd name="T6" fmla="*/ 418 w 1254"/>
              <a:gd name="T7" fmla="*/ 976 h 976"/>
              <a:gd name="T8" fmla="*/ 0 w 1254"/>
              <a:gd name="T9" fmla="*/ 557 h 976"/>
              <a:gd name="T10" fmla="*/ 138 w 1254"/>
              <a:gd name="T11" fmla="*/ 419 h 976"/>
              <a:gd name="T12" fmla="*/ 418 w 1254"/>
              <a:gd name="T13" fmla="*/ 697 h 976"/>
              <a:gd name="T14" fmla="*/ 418 w 1254"/>
              <a:gd name="T15" fmla="*/ 697 h 9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54" h="976">
                <a:moveTo>
                  <a:pt x="418" y="697"/>
                </a:moveTo>
                <a:lnTo>
                  <a:pt x="1114" y="0"/>
                </a:lnTo>
                <a:lnTo>
                  <a:pt x="1254" y="138"/>
                </a:lnTo>
                <a:lnTo>
                  <a:pt x="418" y="976"/>
                </a:lnTo>
                <a:lnTo>
                  <a:pt x="0" y="557"/>
                </a:lnTo>
                <a:lnTo>
                  <a:pt x="138" y="419"/>
                </a:lnTo>
                <a:lnTo>
                  <a:pt x="418" y="697"/>
                </a:lnTo>
                <a:lnTo>
                  <a:pt x="418" y="697"/>
                </a:lnTo>
                <a:close/>
              </a:path>
            </a:pathLst>
          </a:custGeom>
          <a:solidFill>
            <a:srgbClr val="41AAAA"/>
          </a:solidFill>
          <a:ln>
            <a:noFill/>
          </a:ln>
        </p:spPr>
        <p:txBody>
          <a:bodyPr vert="horz" wrap="square" lIns="91392" tIns="45696" rIns="91392" bIns="45696" numCol="1" anchor="t" anchorCtr="0" compatLnSpc="1">
            <a:prstTxWarp prst="textNoShape">
              <a:avLst/>
            </a:prstTxWarp>
          </a:bodyPr>
          <a:lstStyle/>
          <a:p>
            <a:pPr>
              <a:lnSpc>
                <a:spcPct val="110000"/>
              </a:lnSpc>
              <a:spcBef>
                <a:spcPct val="0"/>
              </a:spcBef>
            </a:pPr>
            <a:endParaRPr lang="en-US" sz="1399" kern="1400" dirty="0">
              <a:solidFill>
                <a:srgbClr val="000000"/>
              </a:solidFill>
              <a:latin typeface="Arial" charset="0"/>
              <a:ea typeface="ＭＳ Ｐゴシック" pitchFamily="34" charset="-128"/>
            </a:endParaRPr>
          </a:p>
        </p:txBody>
      </p:sp>
      <p:sp>
        <p:nvSpPr>
          <p:cNvPr id="52" name="Freeform 5"/>
          <p:cNvSpPr>
            <a:spLocks noChangeAspect="1"/>
          </p:cNvSpPr>
          <p:nvPr/>
        </p:nvSpPr>
        <p:spPr bwMode="gray">
          <a:xfrm>
            <a:off x="5720285" y="4448357"/>
            <a:ext cx="376068" cy="292698"/>
          </a:xfrm>
          <a:custGeom>
            <a:avLst/>
            <a:gdLst>
              <a:gd name="T0" fmla="*/ 418 w 1254"/>
              <a:gd name="T1" fmla="*/ 697 h 976"/>
              <a:gd name="T2" fmla="*/ 1114 w 1254"/>
              <a:gd name="T3" fmla="*/ 0 h 976"/>
              <a:gd name="T4" fmla="*/ 1254 w 1254"/>
              <a:gd name="T5" fmla="*/ 138 h 976"/>
              <a:gd name="T6" fmla="*/ 418 w 1254"/>
              <a:gd name="T7" fmla="*/ 976 h 976"/>
              <a:gd name="T8" fmla="*/ 0 w 1254"/>
              <a:gd name="T9" fmla="*/ 557 h 976"/>
              <a:gd name="T10" fmla="*/ 138 w 1254"/>
              <a:gd name="T11" fmla="*/ 419 h 976"/>
              <a:gd name="T12" fmla="*/ 418 w 1254"/>
              <a:gd name="T13" fmla="*/ 697 h 976"/>
              <a:gd name="T14" fmla="*/ 418 w 1254"/>
              <a:gd name="T15" fmla="*/ 697 h 9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54" h="976">
                <a:moveTo>
                  <a:pt x="418" y="697"/>
                </a:moveTo>
                <a:lnTo>
                  <a:pt x="1114" y="0"/>
                </a:lnTo>
                <a:lnTo>
                  <a:pt x="1254" y="138"/>
                </a:lnTo>
                <a:lnTo>
                  <a:pt x="418" y="976"/>
                </a:lnTo>
                <a:lnTo>
                  <a:pt x="0" y="557"/>
                </a:lnTo>
                <a:lnTo>
                  <a:pt x="138" y="419"/>
                </a:lnTo>
                <a:lnTo>
                  <a:pt x="418" y="697"/>
                </a:lnTo>
                <a:lnTo>
                  <a:pt x="418" y="697"/>
                </a:lnTo>
                <a:close/>
              </a:path>
            </a:pathLst>
          </a:custGeom>
          <a:solidFill>
            <a:srgbClr val="41AAAA"/>
          </a:solidFill>
          <a:ln>
            <a:noFill/>
          </a:ln>
        </p:spPr>
        <p:txBody>
          <a:bodyPr vert="horz" wrap="square" lIns="91392" tIns="45696" rIns="91392" bIns="45696" numCol="1" anchor="t" anchorCtr="0" compatLnSpc="1">
            <a:prstTxWarp prst="textNoShape">
              <a:avLst/>
            </a:prstTxWarp>
          </a:bodyPr>
          <a:lstStyle/>
          <a:p>
            <a:pPr>
              <a:lnSpc>
                <a:spcPct val="110000"/>
              </a:lnSpc>
              <a:spcBef>
                <a:spcPct val="0"/>
              </a:spcBef>
            </a:pPr>
            <a:endParaRPr lang="en-US" sz="1399" kern="1400" dirty="0">
              <a:solidFill>
                <a:srgbClr val="000000"/>
              </a:solidFill>
              <a:latin typeface="Arial" charset="0"/>
              <a:ea typeface="ＭＳ Ｐゴシック" pitchFamily="34" charset="-128"/>
            </a:endParaRPr>
          </a:p>
        </p:txBody>
      </p:sp>
      <p:sp>
        <p:nvSpPr>
          <p:cNvPr id="55" name="Freeform 31"/>
          <p:cNvSpPr>
            <a:spLocks noChangeAspect="1" noEditPoints="1"/>
          </p:cNvSpPr>
          <p:nvPr/>
        </p:nvSpPr>
        <p:spPr bwMode="gray">
          <a:xfrm>
            <a:off x="5665224" y="1809664"/>
            <a:ext cx="430664" cy="430663"/>
          </a:xfrm>
          <a:custGeom>
            <a:avLst/>
            <a:gdLst>
              <a:gd name="T0" fmla="*/ 1200 w 2400"/>
              <a:gd name="T1" fmla="*/ 0 h 2400"/>
              <a:gd name="T2" fmla="*/ 840 w 2400"/>
              <a:gd name="T3" fmla="*/ 2220 h 2400"/>
              <a:gd name="T4" fmla="*/ 455 w 2400"/>
              <a:gd name="T5" fmla="*/ 2400 h 2400"/>
              <a:gd name="T6" fmla="*/ 0 w 2400"/>
              <a:gd name="T7" fmla="*/ 0 h 2400"/>
              <a:gd name="T8" fmla="*/ 2400 w 2400"/>
              <a:gd name="T9" fmla="*/ 2400 h 2400"/>
              <a:gd name="T10" fmla="*/ 631 w 2400"/>
              <a:gd name="T11" fmla="*/ 2329 h 2400"/>
              <a:gd name="T12" fmla="*/ 2400 w 2400"/>
              <a:gd name="T13" fmla="*/ 2260 h 2400"/>
              <a:gd name="T14" fmla="*/ 1800 w 2400"/>
              <a:gd name="T15" fmla="*/ 0 h 2400"/>
              <a:gd name="T16" fmla="*/ 1240 w 2400"/>
              <a:gd name="T17" fmla="*/ 2220 h 2400"/>
              <a:gd name="T18" fmla="*/ 1840 w 2400"/>
              <a:gd name="T19" fmla="*/ 0 h 2400"/>
              <a:gd name="T20" fmla="*/ 2400 w 2400"/>
              <a:gd name="T21" fmla="*/ 2220 h 2400"/>
              <a:gd name="T22" fmla="*/ 1840 w 2400"/>
              <a:gd name="T23" fmla="*/ 0 h 2400"/>
              <a:gd name="T24" fmla="*/ 700 w 2400"/>
              <a:gd name="T25" fmla="*/ 1400 h 2400"/>
              <a:gd name="T26" fmla="*/ 500 w 2400"/>
              <a:gd name="T27" fmla="*/ 1600 h 2400"/>
              <a:gd name="T28" fmla="*/ 532 w 2400"/>
              <a:gd name="T29" fmla="*/ 1568 h 2400"/>
              <a:gd name="T30" fmla="*/ 668 w 2400"/>
              <a:gd name="T31" fmla="*/ 1432 h 2400"/>
              <a:gd name="T32" fmla="*/ 1000 w 2400"/>
              <a:gd name="T33" fmla="*/ 1200 h 2400"/>
              <a:gd name="T34" fmla="*/ 200 w 2400"/>
              <a:gd name="T35" fmla="*/ 200 h 2400"/>
              <a:gd name="T36" fmla="*/ 1000 w 2400"/>
              <a:gd name="T37" fmla="*/ 1200 h 2400"/>
              <a:gd name="T38" fmla="*/ 460 w 2400"/>
              <a:gd name="T39" fmla="*/ 1640 h 2400"/>
              <a:gd name="T40" fmla="*/ 260 w 2400"/>
              <a:gd name="T41" fmla="*/ 1840 h 2400"/>
              <a:gd name="T42" fmla="*/ 292 w 2400"/>
              <a:gd name="T43" fmla="*/ 1808 h 2400"/>
              <a:gd name="T44" fmla="*/ 428 w 2400"/>
              <a:gd name="T45" fmla="*/ 1672 h 2400"/>
              <a:gd name="T46" fmla="*/ 676 w 2400"/>
              <a:gd name="T47" fmla="*/ 1904 h 2400"/>
              <a:gd name="T48" fmla="*/ 500 w 2400"/>
              <a:gd name="T49" fmla="*/ 1880 h 2400"/>
              <a:gd name="T50" fmla="*/ 524 w 2400"/>
              <a:gd name="T51" fmla="*/ 2056 h 2400"/>
              <a:gd name="T52" fmla="*/ 532 w 2400"/>
              <a:gd name="T53" fmla="*/ 1912 h 2400"/>
              <a:gd name="T54" fmla="*/ 676 w 2400"/>
              <a:gd name="T55" fmla="*/ 1904 h 2400"/>
              <a:gd name="T56" fmla="*/ 940 w 2400"/>
              <a:gd name="T57" fmla="*/ 1640 h 2400"/>
              <a:gd name="T58" fmla="*/ 740 w 2400"/>
              <a:gd name="T59" fmla="*/ 1840 h 2400"/>
              <a:gd name="T60" fmla="*/ 772 w 2400"/>
              <a:gd name="T61" fmla="*/ 1808 h 2400"/>
              <a:gd name="T62" fmla="*/ 908 w 2400"/>
              <a:gd name="T63" fmla="*/ 1672 h 2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00" h="2400">
                <a:moveTo>
                  <a:pt x="0" y="0"/>
                </a:moveTo>
                <a:cubicBezTo>
                  <a:pt x="1200" y="0"/>
                  <a:pt x="1200" y="0"/>
                  <a:pt x="1200" y="0"/>
                </a:cubicBezTo>
                <a:cubicBezTo>
                  <a:pt x="1200" y="2220"/>
                  <a:pt x="1200" y="2220"/>
                  <a:pt x="1200" y="2220"/>
                </a:cubicBezTo>
                <a:cubicBezTo>
                  <a:pt x="840" y="2220"/>
                  <a:pt x="840" y="2220"/>
                  <a:pt x="840" y="2220"/>
                </a:cubicBezTo>
                <a:cubicBezTo>
                  <a:pt x="726" y="2221"/>
                  <a:pt x="698" y="2242"/>
                  <a:pt x="609" y="2295"/>
                </a:cubicBezTo>
                <a:cubicBezTo>
                  <a:pt x="582" y="2313"/>
                  <a:pt x="516" y="2359"/>
                  <a:pt x="455" y="2400"/>
                </a:cubicBezTo>
                <a:cubicBezTo>
                  <a:pt x="0" y="2400"/>
                  <a:pt x="0" y="2400"/>
                  <a:pt x="0" y="2400"/>
                </a:cubicBezTo>
                <a:cubicBezTo>
                  <a:pt x="0" y="0"/>
                  <a:pt x="0" y="0"/>
                  <a:pt x="0" y="0"/>
                </a:cubicBezTo>
                <a:close/>
                <a:moveTo>
                  <a:pt x="2400" y="2260"/>
                </a:moveTo>
                <a:cubicBezTo>
                  <a:pt x="2400" y="2400"/>
                  <a:pt x="2400" y="2400"/>
                  <a:pt x="2400" y="2400"/>
                </a:cubicBezTo>
                <a:cubicBezTo>
                  <a:pt x="526" y="2400"/>
                  <a:pt x="526" y="2400"/>
                  <a:pt x="526" y="2400"/>
                </a:cubicBezTo>
                <a:cubicBezTo>
                  <a:pt x="570" y="2370"/>
                  <a:pt x="611" y="2342"/>
                  <a:pt x="631" y="2329"/>
                </a:cubicBezTo>
                <a:cubicBezTo>
                  <a:pt x="715" y="2278"/>
                  <a:pt x="735" y="2260"/>
                  <a:pt x="848" y="2260"/>
                </a:cubicBezTo>
                <a:cubicBezTo>
                  <a:pt x="2400" y="2260"/>
                  <a:pt x="2400" y="2260"/>
                  <a:pt x="2400" y="2260"/>
                </a:cubicBezTo>
                <a:close/>
                <a:moveTo>
                  <a:pt x="1240" y="0"/>
                </a:moveTo>
                <a:cubicBezTo>
                  <a:pt x="1800" y="0"/>
                  <a:pt x="1800" y="0"/>
                  <a:pt x="1800" y="0"/>
                </a:cubicBezTo>
                <a:cubicBezTo>
                  <a:pt x="1800" y="2220"/>
                  <a:pt x="1800" y="2220"/>
                  <a:pt x="1800" y="2220"/>
                </a:cubicBezTo>
                <a:cubicBezTo>
                  <a:pt x="1240" y="2220"/>
                  <a:pt x="1240" y="2220"/>
                  <a:pt x="1240" y="2220"/>
                </a:cubicBezTo>
                <a:cubicBezTo>
                  <a:pt x="1240" y="0"/>
                  <a:pt x="1240" y="0"/>
                  <a:pt x="1240" y="0"/>
                </a:cubicBezTo>
                <a:close/>
                <a:moveTo>
                  <a:pt x="1840" y="0"/>
                </a:moveTo>
                <a:cubicBezTo>
                  <a:pt x="2400" y="0"/>
                  <a:pt x="2400" y="0"/>
                  <a:pt x="2400" y="0"/>
                </a:cubicBezTo>
                <a:cubicBezTo>
                  <a:pt x="2400" y="2220"/>
                  <a:pt x="2400" y="2220"/>
                  <a:pt x="2400" y="2220"/>
                </a:cubicBezTo>
                <a:cubicBezTo>
                  <a:pt x="1840" y="2220"/>
                  <a:pt x="1840" y="2220"/>
                  <a:pt x="1840" y="2220"/>
                </a:cubicBezTo>
                <a:cubicBezTo>
                  <a:pt x="1840" y="0"/>
                  <a:pt x="1840" y="0"/>
                  <a:pt x="1840" y="0"/>
                </a:cubicBezTo>
                <a:close/>
                <a:moveTo>
                  <a:pt x="676" y="1424"/>
                </a:moveTo>
                <a:cubicBezTo>
                  <a:pt x="700" y="1400"/>
                  <a:pt x="700" y="1400"/>
                  <a:pt x="700" y="1400"/>
                </a:cubicBezTo>
                <a:cubicBezTo>
                  <a:pt x="500" y="1400"/>
                  <a:pt x="500" y="1400"/>
                  <a:pt x="500" y="1400"/>
                </a:cubicBezTo>
                <a:cubicBezTo>
                  <a:pt x="500" y="1600"/>
                  <a:pt x="500" y="1600"/>
                  <a:pt x="500" y="1600"/>
                </a:cubicBezTo>
                <a:cubicBezTo>
                  <a:pt x="524" y="1576"/>
                  <a:pt x="524" y="1576"/>
                  <a:pt x="524" y="1576"/>
                </a:cubicBezTo>
                <a:cubicBezTo>
                  <a:pt x="532" y="1568"/>
                  <a:pt x="532" y="1568"/>
                  <a:pt x="532" y="1568"/>
                </a:cubicBezTo>
                <a:cubicBezTo>
                  <a:pt x="532" y="1432"/>
                  <a:pt x="532" y="1432"/>
                  <a:pt x="532" y="1432"/>
                </a:cubicBezTo>
                <a:cubicBezTo>
                  <a:pt x="668" y="1432"/>
                  <a:pt x="668" y="1432"/>
                  <a:pt x="668" y="1432"/>
                </a:cubicBezTo>
                <a:cubicBezTo>
                  <a:pt x="676" y="1424"/>
                  <a:pt x="676" y="1424"/>
                  <a:pt x="676" y="1424"/>
                </a:cubicBezTo>
                <a:close/>
                <a:moveTo>
                  <a:pt x="1000" y="1200"/>
                </a:moveTo>
                <a:cubicBezTo>
                  <a:pt x="1000" y="200"/>
                  <a:pt x="1000" y="200"/>
                  <a:pt x="1000" y="200"/>
                </a:cubicBezTo>
                <a:cubicBezTo>
                  <a:pt x="200" y="200"/>
                  <a:pt x="200" y="200"/>
                  <a:pt x="200" y="200"/>
                </a:cubicBezTo>
                <a:cubicBezTo>
                  <a:pt x="200" y="1200"/>
                  <a:pt x="200" y="1200"/>
                  <a:pt x="200" y="1200"/>
                </a:cubicBezTo>
                <a:cubicBezTo>
                  <a:pt x="1000" y="1200"/>
                  <a:pt x="1000" y="1200"/>
                  <a:pt x="1000" y="1200"/>
                </a:cubicBezTo>
                <a:close/>
                <a:moveTo>
                  <a:pt x="436" y="1664"/>
                </a:moveTo>
                <a:cubicBezTo>
                  <a:pt x="460" y="1640"/>
                  <a:pt x="460" y="1640"/>
                  <a:pt x="460" y="1640"/>
                </a:cubicBezTo>
                <a:cubicBezTo>
                  <a:pt x="260" y="1640"/>
                  <a:pt x="260" y="1640"/>
                  <a:pt x="260" y="1640"/>
                </a:cubicBezTo>
                <a:cubicBezTo>
                  <a:pt x="260" y="1840"/>
                  <a:pt x="260" y="1840"/>
                  <a:pt x="260" y="1840"/>
                </a:cubicBezTo>
                <a:cubicBezTo>
                  <a:pt x="284" y="1816"/>
                  <a:pt x="284" y="1816"/>
                  <a:pt x="284" y="1816"/>
                </a:cubicBezTo>
                <a:cubicBezTo>
                  <a:pt x="292" y="1808"/>
                  <a:pt x="292" y="1808"/>
                  <a:pt x="292" y="1808"/>
                </a:cubicBezTo>
                <a:cubicBezTo>
                  <a:pt x="292" y="1672"/>
                  <a:pt x="292" y="1672"/>
                  <a:pt x="292" y="1672"/>
                </a:cubicBezTo>
                <a:cubicBezTo>
                  <a:pt x="428" y="1672"/>
                  <a:pt x="428" y="1672"/>
                  <a:pt x="428" y="1672"/>
                </a:cubicBezTo>
                <a:cubicBezTo>
                  <a:pt x="436" y="1664"/>
                  <a:pt x="436" y="1664"/>
                  <a:pt x="436" y="1664"/>
                </a:cubicBezTo>
                <a:close/>
                <a:moveTo>
                  <a:pt x="676" y="1904"/>
                </a:moveTo>
                <a:cubicBezTo>
                  <a:pt x="700" y="1880"/>
                  <a:pt x="700" y="1880"/>
                  <a:pt x="700" y="1880"/>
                </a:cubicBezTo>
                <a:cubicBezTo>
                  <a:pt x="500" y="1880"/>
                  <a:pt x="500" y="1880"/>
                  <a:pt x="500" y="1880"/>
                </a:cubicBezTo>
                <a:cubicBezTo>
                  <a:pt x="500" y="2080"/>
                  <a:pt x="500" y="2080"/>
                  <a:pt x="500" y="2080"/>
                </a:cubicBezTo>
                <a:cubicBezTo>
                  <a:pt x="524" y="2056"/>
                  <a:pt x="524" y="2056"/>
                  <a:pt x="524" y="2056"/>
                </a:cubicBezTo>
                <a:cubicBezTo>
                  <a:pt x="532" y="2048"/>
                  <a:pt x="532" y="2048"/>
                  <a:pt x="532" y="2048"/>
                </a:cubicBezTo>
                <a:cubicBezTo>
                  <a:pt x="532" y="1912"/>
                  <a:pt x="532" y="1912"/>
                  <a:pt x="532" y="1912"/>
                </a:cubicBezTo>
                <a:cubicBezTo>
                  <a:pt x="668" y="1912"/>
                  <a:pt x="668" y="1912"/>
                  <a:pt x="668" y="1912"/>
                </a:cubicBezTo>
                <a:cubicBezTo>
                  <a:pt x="676" y="1904"/>
                  <a:pt x="676" y="1904"/>
                  <a:pt x="676" y="1904"/>
                </a:cubicBezTo>
                <a:close/>
                <a:moveTo>
                  <a:pt x="916" y="1664"/>
                </a:moveTo>
                <a:cubicBezTo>
                  <a:pt x="940" y="1640"/>
                  <a:pt x="940" y="1640"/>
                  <a:pt x="940" y="1640"/>
                </a:cubicBezTo>
                <a:cubicBezTo>
                  <a:pt x="740" y="1640"/>
                  <a:pt x="740" y="1640"/>
                  <a:pt x="740" y="1640"/>
                </a:cubicBezTo>
                <a:cubicBezTo>
                  <a:pt x="740" y="1840"/>
                  <a:pt x="740" y="1840"/>
                  <a:pt x="740" y="1840"/>
                </a:cubicBezTo>
                <a:cubicBezTo>
                  <a:pt x="764" y="1816"/>
                  <a:pt x="764" y="1816"/>
                  <a:pt x="764" y="1816"/>
                </a:cubicBezTo>
                <a:cubicBezTo>
                  <a:pt x="772" y="1808"/>
                  <a:pt x="772" y="1808"/>
                  <a:pt x="772" y="1808"/>
                </a:cubicBezTo>
                <a:cubicBezTo>
                  <a:pt x="772" y="1672"/>
                  <a:pt x="772" y="1672"/>
                  <a:pt x="772" y="1672"/>
                </a:cubicBezTo>
                <a:cubicBezTo>
                  <a:pt x="908" y="1672"/>
                  <a:pt x="908" y="1672"/>
                  <a:pt x="908" y="1672"/>
                </a:cubicBezTo>
                <a:cubicBezTo>
                  <a:pt x="916" y="1664"/>
                  <a:pt x="916" y="1664"/>
                  <a:pt x="916" y="1664"/>
                </a:cubicBezTo>
                <a:close/>
              </a:path>
            </a:pathLst>
          </a:custGeom>
          <a:solidFill>
            <a:srgbClr val="41AAAA"/>
          </a:solidFill>
          <a:ln>
            <a:noFill/>
          </a:ln>
        </p:spPr>
        <p:txBody>
          <a:bodyPr vert="horz" wrap="square" lIns="91392" tIns="45696" rIns="91392" bIns="45696" numCol="1" anchor="t" anchorCtr="0" compatLnSpc="1">
            <a:prstTxWarp prst="textNoShape">
              <a:avLst/>
            </a:prstTxWarp>
          </a:bodyPr>
          <a:lstStyle/>
          <a:p>
            <a:pPr>
              <a:lnSpc>
                <a:spcPct val="110000"/>
              </a:lnSpc>
              <a:spcBef>
                <a:spcPct val="0"/>
              </a:spcBef>
            </a:pPr>
            <a:endParaRPr lang="en-US" sz="1399" kern="1400" dirty="0">
              <a:solidFill>
                <a:srgbClr val="788791"/>
              </a:solidFill>
              <a:latin typeface="Arial" charset="0"/>
              <a:ea typeface="ＭＳ Ｐゴシック" pitchFamily="34" charset="-128"/>
            </a:endParaRPr>
          </a:p>
        </p:txBody>
      </p:sp>
      <p:sp>
        <p:nvSpPr>
          <p:cNvPr id="57" name="Freeform 160"/>
          <p:cNvSpPr>
            <a:spLocks noChangeAspect="1" noEditPoints="1"/>
          </p:cNvSpPr>
          <p:nvPr/>
        </p:nvSpPr>
        <p:spPr bwMode="gray">
          <a:xfrm>
            <a:off x="5538379" y="3190408"/>
            <a:ext cx="626761" cy="387401"/>
          </a:xfrm>
          <a:custGeom>
            <a:avLst/>
            <a:gdLst>
              <a:gd name="T0" fmla="*/ 1325 w 2400"/>
              <a:gd name="T1" fmla="*/ 533 h 1480"/>
              <a:gd name="T2" fmla="*/ 1275 w 2400"/>
              <a:gd name="T3" fmla="*/ 593 h 1480"/>
              <a:gd name="T4" fmla="*/ 1225 w 2400"/>
              <a:gd name="T5" fmla="*/ 553 h 1480"/>
              <a:gd name="T6" fmla="*/ 1175 w 2400"/>
              <a:gd name="T7" fmla="*/ 613 h 1480"/>
              <a:gd name="T8" fmla="*/ 1118 w 2400"/>
              <a:gd name="T9" fmla="*/ 582 h 1480"/>
              <a:gd name="T10" fmla="*/ 1055 w 2400"/>
              <a:gd name="T11" fmla="*/ 603 h 1480"/>
              <a:gd name="T12" fmla="*/ 1105 w 2400"/>
              <a:gd name="T13" fmla="*/ 563 h 1480"/>
              <a:gd name="T14" fmla="*/ 1175 w 2400"/>
              <a:gd name="T15" fmla="*/ 573 h 1480"/>
              <a:gd name="T16" fmla="*/ 1225 w 2400"/>
              <a:gd name="T17" fmla="*/ 513 h 1480"/>
              <a:gd name="T18" fmla="*/ 1275 w 2400"/>
              <a:gd name="T19" fmla="*/ 553 h 1480"/>
              <a:gd name="T20" fmla="*/ 1420 w 2400"/>
              <a:gd name="T21" fmla="*/ 370 h 1480"/>
              <a:gd name="T22" fmla="*/ 960 w 2400"/>
              <a:gd name="T23" fmla="*/ 370 h 1480"/>
              <a:gd name="T24" fmla="*/ 1420 w 2400"/>
              <a:gd name="T25" fmla="*/ 370 h 1480"/>
              <a:gd name="T26" fmla="*/ 1000 w 2400"/>
              <a:gd name="T27" fmla="*/ 370 h 1480"/>
              <a:gd name="T28" fmla="*/ 1020 w 2400"/>
              <a:gd name="T29" fmla="*/ 450 h 1480"/>
              <a:gd name="T30" fmla="*/ 1060 w 2400"/>
              <a:gd name="T31" fmla="*/ 700 h 1480"/>
              <a:gd name="T32" fmla="*/ 1140 w 2400"/>
              <a:gd name="T33" fmla="*/ 700 h 1480"/>
              <a:gd name="T34" fmla="*/ 1220 w 2400"/>
              <a:gd name="T35" fmla="*/ 700 h 1480"/>
              <a:gd name="T36" fmla="*/ 2020 w 2400"/>
              <a:gd name="T37" fmla="*/ 270 h 1480"/>
              <a:gd name="T38" fmla="*/ 2020 w 2400"/>
              <a:gd name="T39" fmla="*/ 670 h 1480"/>
              <a:gd name="T40" fmla="*/ 2020 w 2400"/>
              <a:gd name="T41" fmla="*/ 670 h 1480"/>
              <a:gd name="T42" fmla="*/ 1700 w 2400"/>
              <a:gd name="T43" fmla="*/ 750 h 1480"/>
              <a:gd name="T44" fmla="*/ 1720 w 2400"/>
              <a:gd name="T45" fmla="*/ 770 h 1480"/>
              <a:gd name="T46" fmla="*/ 1720 w 2400"/>
              <a:gd name="T47" fmla="*/ 770 h 1480"/>
              <a:gd name="T48" fmla="*/ 1960 w 2400"/>
              <a:gd name="T49" fmla="*/ 850 h 1480"/>
              <a:gd name="T50" fmla="*/ 1840 w 2400"/>
              <a:gd name="T51" fmla="*/ 830 h 1480"/>
              <a:gd name="T52" fmla="*/ 1720 w 2400"/>
              <a:gd name="T53" fmla="*/ 550 h 1480"/>
              <a:gd name="T54" fmla="*/ 1680 w 2400"/>
              <a:gd name="T55" fmla="*/ 330 h 1480"/>
              <a:gd name="T56" fmla="*/ 1700 w 2400"/>
              <a:gd name="T57" fmla="*/ 590 h 1480"/>
              <a:gd name="T58" fmla="*/ 1720 w 2400"/>
              <a:gd name="T59" fmla="*/ 390 h 1480"/>
              <a:gd name="T60" fmla="*/ 1720 w 2400"/>
              <a:gd name="T61" fmla="*/ 490 h 1480"/>
              <a:gd name="T62" fmla="*/ 1720 w 2400"/>
              <a:gd name="T63" fmla="*/ 490 h 1480"/>
              <a:gd name="T64" fmla="*/ 1960 w 2400"/>
              <a:gd name="T65" fmla="*/ 450 h 1480"/>
              <a:gd name="T66" fmla="*/ 1840 w 2400"/>
              <a:gd name="T67" fmla="*/ 430 h 1480"/>
              <a:gd name="T68" fmla="*/ 1720 w 2400"/>
              <a:gd name="T69" fmla="*/ 590 h 1480"/>
              <a:gd name="T70" fmla="*/ 480 w 2400"/>
              <a:gd name="T71" fmla="*/ 750 h 1480"/>
              <a:gd name="T72" fmla="*/ 480 w 2400"/>
              <a:gd name="T73" fmla="*/ 750 h 1480"/>
              <a:gd name="T74" fmla="*/ 460 w 2400"/>
              <a:gd name="T75" fmla="*/ 390 h 1480"/>
              <a:gd name="T76" fmla="*/ 480 w 2400"/>
              <a:gd name="T77" fmla="*/ 430 h 1480"/>
              <a:gd name="T78" fmla="*/ 480 w 2400"/>
              <a:gd name="T79" fmla="*/ 430 h 1480"/>
              <a:gd name="T80" fmla="*/ 380 w 2400"/>
              <a:gd name="T81" fmla="*/ 950 h 1480"/>
              <a:gd name="T82" fmla="*/ 600 w 2400"/>
              <a:gd name="T83" fmla="*/ 710 h 1480"/>
              <a:gd name="T84" fmla="*/ 480 w 2400"/>
              <a:gd name="T85" fmla="*/ 630 h 1480"/>
              <a:gd name="T86" fmla="*/ 480 w 2400"/>
              <a:gd name="T87" fmla="*/ 510 h 1480"/>
              <a:gd name="T88" fmla="*/ 480 w 2400"/>
              <a:gd name="T89" fmla="*/ 510 h 1480"/>
              <a:gd name="T90" fmla="*/ 600 w 2400"/>
              <a:gd name="T91" fmla="*/ 830 h 1480"/>
              <a:gd name="T92" fmla="*/ 2020 w 2400"/>
              <a:gd name="T93" fmla="*/ 250 h 1480"/>
              <a:gd name="T94" fmla="*/ 1300 w 2400"/>
              <a:gd name="T95" fmla="*/ 700 h 1480"/>
              <a:gd name="T96" fmla="*/ 2400 w 2400"/>
              <a:gd name="T97" fmla="*/ 1400 h 1480"/>
              <a:gd name="T98" fmla="*/ 270 w 2400"/>
              <a:gd name="T99" fmla="*/ 1100 h 1480"/>
              <a:gd name="T100" fmla="*/ 270 w 2400"/>
              <a:gd name="T101" fmla="*/ 1100 h 1480"/>
              <a:gd name="T102" fmla="*/ 2130 w 2400"/>
              <a:gd name="T103" fmla="*/ 60 h 1480"/>
              <a:gd name="T104" fmla="*/ 350 w 2400"/>
              <a:gd name="T105" fmla="*/ 80 h 1480"/>
              <a:gd name="T106" fmla="*/ 350 w 2400"/>
              <a:gd name="T107" fmla="*/ 8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400" h="1480">
                <a:moveTo>
                  <a:pt x="1305" y="513"/>
                </a:moveTo>
                <a:cubicBezTo>
                  <a:pt x="1305" y="502"/>
                  <a:pt x="1314" y="493"/>
                  <a:pt x="1325" y="493"/>
                </a:cubicBezTo>
                <a:cubicBezTo>
                  <a:pt x="1336" y="493"/>
                  <a:pt x="1345" y="502"/>
                  <a:pt x="1345" y="513"/>
                </a:cubicBezTo>
                <a:cubicBezTo>
                  <a:pt x="1345" y="524"/>
                  <a:pt x="1336" y="533"/>
                  <a:pt x="1325" y="533"/>
                </a:cubicBezTo>
                <a:cubicBezTo>
                  <a:pt x="1324" y="533"/>
                  <a:pt x="1323" y="533"/>
                  <a:pt x="1322" y="533"/>
                </a:cubicBezTo>
                <a:cubicBezTo>
                  <a:pt x="1294" y="566"/>
                  <a:pt x="1294" y="566"/>
                  <a:pt x="1294" y="566"/>
                </a:cubicBezTo>
                <a:cubicBezTo>
                  <a:pt x="1295" y="568"/>
                  <a:pt x="1295" y="571"/>
                  <a:pt x="1295" y="573"/>
                </a:cubicBezTo>
                <a:cubicBezTo>
                  <a:pt x="1295" y="584"/>
                  <a:pt x="1286" y="593"/>
                  <a:pt x="1275" y="593"/>
                </a:cubicBezTo>
                <a:cubicBezTo>
                  <a:pt x="1264" y="593"/>
                  <a:pt x="1255" y="584"/>
                  <a:pt x="1255" y="573"/>
                </a:cubicBezTo>
                <a:cubicBezTo>
                  <a:pt x="1255" y="572"/>
                  <a:pt x="1255" y="571"/>
                  <a:pt x="1255" y="570"/>
                </a:cubicBezTo>
                <a:cubicBezTo>
                  <a:pt x="1232" y="552"/>
                  <a:pt x="1232" y="552"/>
                  <a:pt x="1232" y="552"/>
                </a:cubicBezTo>
                <a:cubicBezTo>
                  <a:pt x="1230" y="553"/>
                  <a:pt x="1228" y="553"/>
                  <a:pt x="1225" y="553"/>
                </a:cubicBezTo>
                <a:cubicBezTo>
                  <a:pt x="1224" y="553"/>
                  <a:pt x="1223" y="553"/>
                  <a:pt x="1222" y="553"/>
                </a:cubicBezTo>
                <a:cubicBezTo>
                  <a:pt x="1194" y="586"/>
                  <a:pt x="1194" y="586"/>
                  <a:pt x="1194" y="586"/>
                </a:cubicBezTo>
                <a:cubicBezTo>
                  <a:pt x="1195" y="588"/>
                  <a:pt x="1195" y="591"/>
                  <a:pt x="1195" y="593"/>
                </a:cubicBezTo>
                <a:cubicBezTo>
                  <a:pt x="1195" y="604"/>
                  <a:pt x="1186" y="613"/>
                  <a:pt x="1175" y="613"/>
                </a:cubicBezTo>
                <a:cubicBezTo>
                  <a:pt x="1164" y="613"/>
                  <a:pt x="1155" y="604"/>
                  <a:pt x="1155" y="593"/>
                </a:cubicBezTo>
                <a:cubicBezTo>
                  <a:pt x="1135" y="580"/>
                  <a:pt x="1135" y="580"/>
                  <a:pt x="1135" y="580"/>
                </a:cubicBezTo>
                <a:cubicBezTo>
                  <a:pt x="1132" y="582"/>
                  <a:pt x="1129" y="583"/>
                  <a:pt x="1125" y="583"/>
                </a:cubicBezTo>
                <a:cubicBezTo>
                  <a:pt x="1122" y="583"/>
                  <a:pt x="1120" y="583"/>
                  <a:pt x="1118" y="582"/>
                </a:cubicBezTo>
                <a:cubicBezTo>
                  <a:pt x="1095" y="600"/>
                  <a:pt x="1095" y="600"/>
                  <a:pt x="1095" y="600"/>
                </a:cubicBezTo>
                <a:cubicBezTo>
                  <a:pt x="1095" y="601"/>
                  <a:pt x="1095" y="602"/>
                  <a:pt x="1095" y="603"/>
                </a:cubicBezTo>
                <a:cubicBezTo>
                  <a:pt x="1095" y="614"/>
                  <a:pt x="1086" y="623"/>
                  <a:pt x="1075" y="623"/>
                </a:cubicBezTo>
                <a:cubicBezTo>
                  <a:pt x="1064" y="623"/>
                  <a:pt x="1055" y="614"/>
                  <a:pt x="1055" y="603"/>
                </a:cubicBezTo>
                <a:cubicBezTo>
                  <a:pt x="1055" y="592"/>
                  <a:pt x="1064" y="583"/>
                  <a:pt x="1075" y="583"/>
                </a:cubicBezTo>
                <a:cubicBezTo>
                  <a:pt x="1078" y="583"/>
                  <a:pt x="1080" y="583"/>
                  <a:pt x="1082" y="584"/>
                </a:cubicBezTo>
                <a:cubicBezTo>
                  <a:pt x="1105" y="566"/>
                  <a:pt x="1105" y="566"/>
                  <a:pt x="1105" y="566"/>
                </a:cubicBezTo>
                <a:cubicBezTo>
                  <a:pt x="1105" y="565"/>
                  <a:pt x="1105" y="564"/>
                  <a:pt x="1105" y="563"/>
                </a:cubicBezTo>
                <a:cubicBezTo>
                  <a:pt x="1105" y="552"/>
                  <a:pt x="1114" y="543"/>
                  <a:pt x="1125" y="543"/>
                </a:cubicBezTo>
                <a:cubicBezTo>
                  <a:pt x="1136" y="543"/>
                  <a:pt x="1145" y="552"/>
                  <a:pt x="1145" y="563"/>
                </a:cubicBezTo>
                <a:cubicBezTo>
                  <a:pt x="1165" y="576"/>
                  <a:pt x="1165" y="576"/>
                  <a:pt x="1165" y="576"/>
                </a:cubicBezTo>
                <a:cubicBezTo>
                  <a:pt x="1168" y="574"/>
                  <a:pt x="1171" y="573"/>
                  <a:pt x="1175" y="573"/>
                </a:cubicBezTo>
                <a:cubicBezTo>
                  <a:pt x="1176" y="573"/>
                  <a:pt x="1177" y="573"/>
                  <a:pt x="1178" y="573"/>
                </a:cubicBezTo>
                <a:cubicBezTo>
                  <a:pt x="1206" y="540"/>
                  <a:pt x="1206" y="540"/>
                  <a:pt x="1206" y="540"/>
                </a:cubicBezTo>
                <a:cubicBezTo>
                  <a:pt x="1205" y="538"/>
                  <a:pt x="1205" y="535"/>
                  <a:pt x="1205" y="533"/>
                </a:cubicBezTo>
                <a:cubicBezTo>
                  <a:pt x="1205" y="522"/>
                  <a:pt x="1214" y="513"/>
                  <a:pt x="1225" y="513"/>
                </a:cubicBezTo>
                <a:cubicBezTo>
                  <a:pt x="1236" y="513"/>
                  <a:pt x="1245" y="522"/>
                  <a:pt x="1245" y="533"/>
                </a:cubicBezTo>
                <a:cubicBezTo>
                  <a:pt x="1245" y="534"/>
                  <a:pt x="1245" y="535"/>
                  <a:pt x="1245" y="536"/>
                </a:cubicBezTo>
                <a:cubicBezTo>
                  <a:pt x="1268" y="554"/>
                  <a:pt x="1268" y="554"/>
                  <a:pt x="1268" y="554"/>
                </a:cubicBezTo>
                <a:cubicBezTo>
                  <a:pt x="1270" y="553"/>
                  <a:pt x="1272" y="553"/>
                  <a:pt x="1275" y="553"/>
                </a:cubicBezTo>
                <a:cubicBezTo>
                  <a:pt x="1276" y="553"/>
                  <a:pt x="1277" y="553"/>
                  <a:pt x="1278" y="553"/>
                </a:cubicBezTo>
                <a:cubicBezTo>
                  <a:pt x="1306" y="520"/>
                  <a:pt x="1306" y="520"/>
                  <a:pt x="1306" y="520"/>
                </a:cubicBezTo>
                <a:cubicBezTo>
                  <a:pt x="1305" y="518"/>
                  <a:pt x="1305" y="515"/>
                  <a:pt x="1305" y="513"/>
                </a:cubicBezTo>
                <a:close/>
                <a:moveTo>
                  <a:pt x="1420" y="370"/>
                </a:moveTo>
                <a:cubicBezTo>
                  <a:pt x="1440" y="370"/>
                  <a:pt x="1440" y="370"/>
                  <a:pt x="1440" y="370"/>
                </a:cubicBezTo>
                <a:cubicBezTo>
                  <a:pt x="1440" y="850"/>
                  <a:pt x="1440" y="850"/>
                  <a:pt x="1440" y="850"/>
                </a:cubicBezTo>
                <a:cubicBezTo>
                  <a:pt x="960" y="850"/>
                  <a:pt x="960" y="850"/>
                  <a:pt x="960" y="850"/>
                </a:cubicBezTo>
                <a:cubicBezTo>
                  <a:pt x="960" y="370"/>
                  <a:pt x="960" y="370"/>
                  <a:pt x="960" y="370"/>
                </a:cubicBezTo>
                <a:cubicBezTo>
                  <a:pt x="980" y="370"/>
                  <a:pt x="980" y="370"/>
                  <a:pt x="980" y="370"/>
                </a:cubicBezTo>
                <a:cubicBezTo>
                  <a:pt x="980" y="790"/>
                  <a:pt x="980" y="790"/>
                  <a:pt x="980" y="790"/>
                </a:cubicBezTo>
                <a:cubicBezTo>
                  <a:pt x="1420" y="790"/>
                  <a:pt x="1420" y="790"/>
                  <a:pt x="1420" y="790"/>
                </a:cubicBezTo>
                <a:lnTo>
                  <a:pt x="1420" y="370"/>
                </a:lnTo>
                <a:close/>
                <a:moveTo>
                  <a:pt x="1400" y="370"/>
                </a:moveTo>
                <a:cubicBezTo>
                  <a:pt x="1400" y="770"/>
                  <a:pt x="1400" y="770"/>
                  <a:pt x="1400" y="770"/>
                </a:cubicBezTo>
                <a:cubicBezTo>
                  <a:pt x="1000" y="770"/>
                  <a:pt x="1000" y="770"/>
                  <a:pt x="1000" y="770"/>
                </a:cubicBezTo>
                <a:cubicBezTo>
                  <a:pt x="1000" y="370"/>
                  <a:pt x="1000" y="370"/>
                  <a:pt x="1000" y="370"/>
                </a:cubicBezTo>
                <a:lnTo>
                  <a:pt x="1400" y="370"/>
                </a:lnTo>
                <a:close/>
                <a:moveTo>
                  <a:pt x="1380" y="666"/>
                </a:moveTo>
                <a:cubicBezTo>
                  <a:pt x="1380" y="450"/>
                  <a:pt x="1380" y="450"/>
                  <a:pt x="1380" y="450"/>
                </a:cubicBezTo>
                <a:cubicBezTo>
                  <a:pt x="1020" y="450"/>
                  <a:pt x="1020" y="450"/>
                  <a:pt x="1020" y="450"/>
                </a:cubicBezTo>
                <a:cubicBezTo>
                  <a:pt x="1020" y="666"/>
                  <a:pt x="1020" y="666"/>
                  <a:pt x="1020" y="666"/>
                </a:cubicBezTo>
                <a:lnTo>
                  <a:pt x="1380" y="666"/>
                </a:lnTo>
                <a:close/>
                <a:moveTo>
                  <a:pt x="1100" y="700"/>
                </a:moveTo>
                <a:cubicBezTo>
                  <a:pt x="1060" y="700"/>
                  <a:pt x="1060" y="700"/>
                  <a:pt x="1060" y="700"/>
                </a:cubicBezTo>
                <a:cubicBezTo>
                  <a:pt x="1060" y="740"/>
                  <a:pt x="1060" y="740"/>
                  <a:pt x="1060" y="740"/>
                </a:cubicBezTo>
                <a:lnTo>
                  <a:pt x="1100" y="700"/>
                </a:lnTo>
                <a:close/>
                <a:moveTo>
                  <a:pt x="1180" y="700"/>
                </a:moveTo>
                <a:cubicBezTo>
                  <a:pt x="1140" y="700"/>
                  <a:pt x="1140" y="700"/>
                  <a:pt x="1140" y="700"/>
                </a:cubicBezTo>
                <a:cubicBezTo>
                  <a:pt x="1140" y="740"/>
                  <a:pt x="1140" y="740"/>
                  <a:pt x="1140" y="740"/>
                </a:cubicBezTo>
                <a:lnTo>
                  <a:pt x="1180" y="700"/>
                </a:lnTo>
                <a:close/>
                <a:moveTo>
                  <a:pt x="1260" y="700"/>
                </a:moveTo>
                <a:cubicBezTo>
                  <a:pt x="1220" y="700"/>
                  <a:pt x="1220" y="700"/>
                  <a:pt x="1220" y="700"/>
                </a:cubicBezTo>
                <a:cubicBezTo>
                  <a:pt x="1220" y="740"/>
                  <a:pt x="1220" y="740"/>
                  <a:pt x="1220" y="740"/>
                </a:cubicBezTo>
                <a:lnTo>
                  <a:pt x="1260" y="700"/>
                </a:lnTo>
                <a:close/>
                <a:moveTo>
                  <a:pt x="1620" y="270"/>
                </a:moveTo>
                <a:cubicBezTo>
                  <a:pt x="2020" y="270"/>
                  <a:pt x="2020" y="270"/>
                  <a:pt x="2020" y="270"/>
                </a:cubicBezTo>
                <a:cubicBezTo>
                  <a:pt x="2020" y="650"/>
                  <a:pt x="2020" y="650"/>
                  <a:pt x="2020" y="650"/>
                </a:cubicBezTo>
                <a:cubicBezTo>
                  <a:pt x="1620" y="650"/>
                  <a:pt x="1620" y="650"/>
                  <a:pt x="1620" y="650"/>
                </a:cubicBezTo>
                <a:lnTo>
                  <a:pt x="1620" y="270"/>
                </a:lnTo>
                <a:close/>
                <a:moveTo>
                  <a:pt x="2020" y="670"/>
                </a:moveTo>
                <a:cubicBezTo>
                  <a:pt x="2020" y="950"/>
                  <a:pt x="2020" y="950"/>
                  <a:pt x="2020" y="950"/>
                </a:cubicBezTo>
                <a:cubicBezTo>
                  <a:pt x="1620" y="950"/>
                  <a:pt x="1620" y="950"/>
                  <a:pt x="1620" y="950"/>
                </a:cubicBezTo>
                <a:cubicBezTo>
                  <a:pt x="1620" y="670"/>
                  <a:pt x="1620" y="670"/>
                  <a:pt x="1620" y="670"/>
                </a:cubicBezTo>
                <a:lnTo>
                  <a:pt x="2020" y="670"/>
                </a:lnTo>
                <a:close/>
                <a:moveTo>
                  <a:pt x="1680" y="730"/>
                </a:moveTo>
                <a:cubicBezTo>
                  <a:pt x="1880" y="730"/>
                  <a:pt x="1880" y="730"/>
                  <a:pt x="1880" y="730"/>
                </a:cubicBezTo>
                <a:cubicBezTo>
                  <a:pt x="1880" y="750"/>
                  <a:pt x="1880" y="750"/>
                  <a:pt x="1880" y="750"/>
                </a:cubicBezTo>
                <a:cubicBezTo>
                  <a:pt x="1700" y="750"/>
                  <a:pt x="1700" y="750"/>
                  <a:pt x="1700" y="750"/>
                </a:cubicBezTo>
                <a:cubicBezTo>
                  <a:pt x="1700" y="870"/>
                  <a:pt x="1700" y="870"/>
                  <a:pt x="1700" y="870"/>
                </a:cubicBezTo>
                <a:cubicBezTo>
                  <a:pt x="1680" y="870"/>
                  <a:pt x="1680" y="870"/>
                  <a:pt x="1680" y="870"/>
                </a:cubicBezTo>
                <a:lnTo>
                  <a:pt x="1680" y="730"/>
                </a:lnTo>
                <a:close/>
                <a:moveTo>
                  <a:pt x="1720" y="770"/>
                </a:moveTo>
                <a:cubicBezTo>
                  <a:pt x="1720" y="790"/>
                  <a:pt x="1720" y="790"/>
                  <a:pt x="1720" y="790"/>
                </a:cubicBezTo>
                <a:cubicBezTo>
                  <a:pt x="1960" y="790"/>
                  <a:pt x="1960" y="790"/>
                  <a:pt x="1960" y="790"/>
                </a:cubicBezTo>
                <a:cubicBezTo>
                  <a:pt x="1960" y="770"/>
                  <a:pt x="1960" y="770"/>
                  <a:pt x="1960" y="770"/>
                </a:cubicBezTo>
                <a:lnTo>
                  <a:pt x="1720" y="770"/>
                </a:lnTo>
                <a:close/>
                <a:moveTo>
                  <a:pt x="1720" y="850"/>
                </a:moveTo>
                <a:cubicBezTo>
                  <a:pt x="1720" y="870"/>
                  <a:pt x="1720" y="870"/>
                  <a:pt x="1720" y="870"/>
                </a:cubicBezTo>
                <a:cubicBezTo>
                  <a:pt x="1960" y="870"/>
                  <a:pt x="1960" y="870"/>
                  <a:pt x="1960" y="870"/>
                </a:cubicBezTo>
                <a:cubicBezTo>
                  <a:pt x="1960" y="850"/>
                  <a:pt x="1960" y="850"/>
                  <a:pt x="1960" y="850"/>
                </a:cubicBezTo>
                <a:lnTo>
                  <a:pt x="1720" y="850"/>
                </a:lnTo>
                <a:close/>
                <a:moveTo>
                  <a:pt x="1720" y="810"/>
                </a:moveTo>
                <a:cubicBezTo>
                  <a:pt x="1720" y="830"/>
                  <a:pt x="1720" y="830"/>
                  <a:pt x="1720" y="830"/>
                </a:cubicBezTo>
                <a:cubicBezTo>
                  <a:pt x="1840" y="830"/>
                  <a:pt x="1840" y="830"/>
                  <a:pt x="1840" y="830"/>
                </a:cubicBezTo>
                <a:cubicBezTo>
                  <a:pt x="1840" y="810"/>
                  <a:pt x="1840" y="810"/>
                  <a:pt x="1840" y="810"/>
                </a:cubicBezTo>
                <a:lnTo>
                  <a:pt x="1720" y="810"/>
                </a:lnTo>
                <a:close/>
                <a:moveTo>
                  <a:pt x="1720" y="530"/>
                </a:moveTo>
                <a:cubicBezTo>
                  <a:pt x="1720" y="550"/>
                  <a:pt x="1720" y="550"/>
                  <a:pt x="1720" y="550"/>
                </a:cubicBezTo>
                <a:cubicBezTo>
                  <a:pt x="1960" y="550"/>
                  <a:pt x="1960" y="550"/>
                  <a:pt x="1960" y="550"/>
                </a:cubicBezTo>
                <a:cubicBezTo>
                  <a:pt x="1960" y="530"/>
                  <a:pt x="1960" y="530"/>
                  <a:pt x="1960" y="530"/>
                </a:cubicBezTo>
                <a:lnTo>
                  <a:pt x="1720" y="530"/>
                </a:lnTo>
                <a:close/>
                <a:moveTo>
                  <a:pt x="1680" y="330"/>
                </a:moveTo>
                <a:cubicBezTo>
                  <a:pt x="1880" y="330"/>
                  <a:pt x="1880" y="330"/>
                  <a:pt x="1880" y="330"/>
                </a:cubicBezTo>
                <a:cubicBezTo>
                  <a:pt x="1880" y="350"/>
                  <a:pt x="1880" y="350"/>
                  <a:pt x="1880" y="350"/>
                </a:cubicBezTo>
                <a:cubicBezTo>
                  <a:pt x="1700" y="350"/>
                  <a:pt x="1700" y="350"/>
                  <a:pt x="1700" y="350"/>
                </a:cubicBezTo>
                <a:cubicBezTo>
                  <a:pt x="1700" y="590"/>
                  <a:pt x="1700" y="590"/>
                  <a:pt x="1700" y="590"/>
                </a:cubicBezTo>
                <a:cubicBezTo>
                  <a:pt x="1680" y="590"/>
                  <a:pt x="1680" y="590"/>
                  <a:pt x="1680" y="590"/>
                </a:cubicBezTo>
                <a:lnTo>
                  <a:pt x="1680" y="330"/>
                </a:lnTo>
                <a:close/>
                <a:moveTo>
                  <a:pt x="1720" y="370"/>
                </a:moveTo>
                <a:cubicBezTo>
                  <a:pt x="1720" y="390"/>
                  <a:pt x="1720" y="390"/>
                  <a:pt x="1720" y="390"/>
                </a:cubicBezTo>
                <a:cubicBezTo>
                  <a:pt x="1960" y="390"/>
                  <a:pt x="1960" y="390"/>
                  <a:pt x="1960" y="390"/>
                </a:cubicBezTo>
                <a:cubicBezTo>
                  <a:pt x="1960" y="370"/>
                  <a:pt x="1960" y="370"/>
                  <a:pt x="1960" y="370"/>
                </a:cubicBezTo>
                <a:lnTo>
                  <a:pt x="1720" y="370"/>
                </a:lnTo>
                <a:close/>
                <a:moveTo>
                  <a:pt x="1720" y="490"/>
                </a:moveTo>
                <a:cubicBezTo>
                  <a:pt x="1720" y="510"/>
                  <a:pt x="1720" y="510"/>
                  <a:pt x="1720" y="510"/>
                </a:cubicBezTo>
                <a:cubicBezTo>
                  <a:pt x="1840" y="510"/>
                  <a:pt x="1840" y="510"/>
                  <a:pt x="1840" y="510"/>
                </a:cubicBezTo>
                <a:cubicBezTo>
                  <a:pt x="1840" y="490"/>
                  <a:pt x="1840" y="490"/>
                  <a:pt x="1840" y="490"/>
                </a:cubicBezTo>
                <a:lnTo>
                  <a:pt x="1720" y="490"/>
                </a:lnTo>
                <a:close/>
                <a:moveTo>
                  <a:pt x="1720" y="450"/>
                </a:moveTo>
                <a:cubicBezTo>
                  <a:pt x="1720" y="470"/>
                  <a:pt x="1720" y="470"/>
                  <a:pt x="1720" y="470"/>
                </a:cubicBezTo>
                <a:cubicBezTo>
                  <a:pt x="1960" y="470"/>
                  <a:pt x="1960" y="470"/>
                  <a:pt x="1960" y="470"/>
                </a:cubicBezTo>
                <a:cubicBezTo>
                  <a:pt x="1960" y="450"/>
                  <a:pt x="1960" y="450"/>
                  <a:pt x="1960" y="450"/>
                </a:cubicBezTo>
                <a:lnTo>
                  <a:pt x="1720" y="450"/>
                </a:lnTo>
                <a:close/>
                <a:moveTo>
                  <a:pt x="1720" y="410"/>
                </a:moveTo>
                <a:cubicBezTo>
                  <a:pt x="1720" y="430"/>
                  <a:pt x="1720" y="430"/>
                  <a:pt x="1720" y="430"/>
                </a:cubicBezTo>
                <a:cubicBezTo>
                  <a:pt x="1840" y="430"/>
                  <a:pt x="1840" y="430"/>
                  <a:pt x="1840" y="430"/>
                </a:cubicBezTo>
                <a:cubicBezTo>
                  <a:pt x="1840" y="410"/>
                  <a:pt x="1840" y="410"/>
                  <a:pt x="1840" y="410"/>
                </a:cubicBezTo>
                <a:lnTo>
                  <a:pt x="1720" y="410"/>
                </a:lnTo>
                <a:close/>
                <a:moveTo>
                  <a:pt x="1720" y="570"/>
                </a:moveTo>
                <a:cubicBezTo>
                  <a:pt x="1720" y="590"/>
                  <a:pt x="1720" y="590"/>
                  <a:pt x="1720" y="590"/>
                </a:cubicBezTo>
                <a:cubicBezTo>
                  <a:pt x="1840" y="590"/>
                  <a:pt x="1840" y="590"/>
                  <a:pt x="1840" y="590"/>
                </a:cubicBezTo>
                <a:cubicBezTo>
                  <a:pt x="1840" y="570"/>
                  <a:pt x="1840" y="570"/>
                  <a:pt x="1840" y="570"/>
                </a:cubicBezTo>
                <a:lnTo>
                  <a:pt x="1720" y="570"/>
                </a:lnTo>
                <a:close/>
                <a:moveTo>
                  <a:pt x="480" y="750"/>
                </a:moveTo>
                <a:cubicBezTo>
                  <a:pt x="480" y="790"/>
                  <a:pt x="480" y="790"/>
                  <a:pt x="480" y="790"/>
                </a:cubicBezTo>
                <a:cubicBezTo>
                  <a:pt x="720" y="790"/>
                  <a:pt x="720" y="790"/>
                  <a:pt x="720" y="790"/>
                </a:cubicBezTo>
                <a:cubicBezTo>
                  <a:pt x="720" y="750"/>
                  <a:pt x="720" y="750"/>
                  <a:pt x="720" y="750"/>
                </a:cubicBezTo>
                <a:lnTo>
                  <a:pt x="480" y="750"/>
                </a:lnTo>
                <a:close/>
                <a:moveTo>
                  <a:pt x="440" y="350"/>
                </a:moveTo>
                <a:cubicBezTo>
                  <a:pt x="640" y="350"/>
                  <a:pt x="640" y="350"/>
                  <a:pt x="640" y="350"/>
                </a:cubicBezTo>
                <a:cubicBezTo>
                  <a:pt x="640" y="390"/>
                  <a:pt x="640" y="390"/>
                  <a:pt x="640" y="390"/>
                </a:cubicBezTo>
                <a:cubicBezTo>
                  <a:pt x="460" y="390"/>
                  <a:pt x="460" y="390"/>
                  <a:pt x="460" y="390"/>
                </a:cubicBezTo>
                <a:cubicBezTo>
                  <a:pt x="460" y="870"/>
                  <a:pt x="460" y="870"/>
                  <a:pt x="460" y="870"/>
                </a:cubicBezTo>
                <a:cubicBezTo>
                  <a:pt x="440" y="870"/>
                  <a:pt x="440" y="870"/>
                  <a:pt x="440" y="870"/>
                </a:cubicBezTo>
                <a:lnTo>
                  <a:pt x="440" y="350"/>
                </a:lnTo>
                <a:close/>
                <a:moveTo>
                  <a:pt x="480" y="430"/>
                </a:moveTo>
                <a:cubicBezTo>
                  <a:pt x="480" y="470"/>
                  <a:pt x="480" y="470"/>
                  <a:pt x="480" y="470"/>
                </a:cubicBezTo>
                <a:cubicBezTo>
                  <a:pt x="720" y="470"/>
                  <a:pt x="720" y="470"/>
                  <a:pt x="720" y="470"/>
                </a:cubicBezTo>
                <a:cubicBezTo>
                  <a:pt x="720" y="430"/>
                  <a:pt x="720" y="430"/>
                  <a:pt x="720" y="430"/>
                </a:cubicBezTo>
                <a:lnTo>
                  <a:pt x="480" y="430"/>
                </a:lnTo>
                <a:close/>
                <a:moveTo>
                  <a:pt x="380" y="270"/>
                </a:moveTo>
                <a:cubicBezTo>
                  <a:pt x="780" y="270"/>
                  <a:pt x="780" y="270"/>
                  <a:pt x="780" y="270"/>
                </a:cubicBezTo>
                <a:cubicBezTo>
                  <a:pt x="780" y="950"/>
                  <a:pt x="780" y="950"/>
                  <a:pt x="780" y="950"/>
                </a:cubicBezTo>
                <a:cubicBezTo>
                  <a:pt x="380" y="950"/>
                  <a:pt x="380" y="950"/>
                  <a:pt x="380" y="950"/>
                </a:cubicBezTo>
                <a:lnTo>
                  <a:pt x="380" y="270"/>
                </a:lnTo>
                <a:close/>
                <a:moveTo>
                  <a:pt x="480" y="670"/>
                </a:moveTo>
                <a:cubicBezTo>
                  <a:pt x="480" y="710"/>
                  <a:pt x="480" y="710"/>
                  <a:pt x="480" y="710"/>
                </a:cubicBezTo>
                <a:cubicBezTo>
                  <a:pt x="600" y="710"/>
                  <a:pt x="600" y="710"/>
                  <a:pt x="600" y="710"/>
                </a:cubicBezTo>
                <a:cubicBezTo>
                  <a:pt x="600" y="670"/>
                  <a:pt x="600" y="670"/>
                  <a:pt x="600" y="670"/>
                </a:cubicBezTo>
                <a:lnTo>
                  <a:pt x="480" y="670"/>
                </a:lnTo>
                <a:close/>
                <a:moveTo>
                  <a:pt x="480" y="590"/>
                </a:moveTo>
                <a:cubicBezTo>
                  <a:pt x="480" y="630"/>
                  <a:pt x="480" y="630"/>
                  <a:pt x="480" y="630"/>
                </a:cubicBezTo>
                <a:cubicBezTo>
                  <a:pt x="720" y="630"/>
                  <a:pt x="720" y="630"/>
                  <a:pt x="720" y="630"/>
                </a:cubicBezTo>
                <a:cubicBezTo>
                  <a:pt x="720" y="590"/>
                  <a:pt x="720" y="590"/>
                  <a:pt x="720" y="590"/>
                </a:cubicBezTo>
                <a:lnTo>
                  <a:pt x="480" y="590"/>
                </a:lnTo>
                <a:close/>
                <a:moveTo>
                  <a:pt x="480" y="510"/>
                </a:moveTo>
                <a:cubicBezTo>
                  <a:pt x="480" y="550"/>
                  <a:pt x="480" y="550"/>
                  <a:pt x="480" y="550"/>
                </a:cubicBezTo>
                <a:cubicBezTo>
                  <a:pt x="600" y="550"/>
                  <a:pt x="600" y="550"/>
                  <a:pt x="600" y="550"/>
                </a:cubicBezTo>
                <a:cubicBezTo>
                  <a:pt x="600" y="510"/>
                  <a:pt x="600" y="510"/>
                  <a:pt x="600" y="510"/>
                </a:cubicBezTo>
                <a:lnTo>
                  <a:pt x="480" y="510"/>
                </a:lnTo>
                <a:close/>
                <a:moveTo>
                  <a:pt x="480" y="830"/>
                </a:moveTo>
                <a:cubicBezTo>
                  <a:pt x="480" y="870"/>
                  <a:pt x="480" y="870"/>
                  <a:pt x="480" y="870"/>
                </a:cubicBezTo>
                <a:cubicBezTo>
                  <a:pt x="600" y="870"/>
                  <a:pt x="600" y="870"/>
                  <a:pt x="600" y="870"/>
                </a:cubicBezTo>
                <a:cubicBezTo>
                  <a:pt x="600" y="830"/>
                  <a:pt x="600" y="830"/>
                  <a:pt x="600" y="830"/>
                </a:cubicBezTo>
                <a:lnTo>
                  <a:pt x="480" y="830"/>
                </a:lnTo>
                <a:close/>
                <a:moveTo>
                  <a:pt x="380" y="110"/>
                </a:moveTo>
                <a:cubicBezTo>
                  <a:pt x="2020" y="110"/>
                  <a:pt x="2020" y="110"/>
                  <a:pt x="2020" y="110"/>
                </a:cubicBezTo>
                <a:cubicBezTo>
                  <a:pt x="2020" y="250"/>
                  <a:pt x="2020" y="250"/>
                  <a:pt x="2020" y="250"/>
                </a:cubicBezTo>
                <a:cubicBezTo>
                  <a:pt x="380" y="250"/>
                  <a:pt x="380" y="250"/>
                  <a:pt x="380" y="250"/>
                </a:cubicBezTo>
                <a:lnTo>
                  <a:pt x="380" y="110"/>
                </a:lnTo>
                <a:close/>
                <a:moveTo>
                  <a:pt x="1340" y="700"/>
                </a:moveTo>
                <a:cubicBezTo>
                  <a:pt x="1300" y="700"/>
                  <a:pt x="1300" y="700"/>
                  <a:pt x="1300" y="700"/>
                </a:cubicBezTo>
                <a:cubicBezTo>
                  <a:pt x="1300" y="740"/>
                  <a:pt x="1300" y="740"/>
                  <a:pt x="1300" y="740"/>
                </a:cubicBezTo>
                <a:lnTo>
                  <a:pt x="1340" y="700"/>
                </a:lnTo>
                <a:close/>
                <a:moveTo>
                  <a:pt x="0" y="1400"/>
                </a:moveTo>
                <a:cubicBezTo>
                  <a:pt x="2400" y="1400"/>
                  <a:pt x="2400" y="1400"/>
                  <a:pt x="2400" y="1400"/>
                </a:cubicBezTo>
                <a:cubicBezTo>
                  <a:pt x="2400" y="1444"/>
                  <a:pt x="2364" y="1480"/>
                  <a:pt x="2320" y="1480"/>
                </a:cubicBezTo>
                <a:cubicBezTo>
                  <a:pt x="80" y="1480"/>
                  <a:pt x="80" y="1480"/>
                  <a:pt x="80" y="1480"/>
                </a:cubicBezTo>
                <a:cubicBezTo>
                  <a:pt x="36" y="1480"/>
                  <a:pt x="0" y="1444"/>
                  <a:pt x="0" y="1400"/>
                </a:cubicBezTo>
                <a:close/>
                <a:moveTo>
                  <a:pt x="270" y="1100"/>
                </a:moveTo>
                <a:cubicBezTo>
                  <a:pt x="2130" y="1100"/>
                  <a:pt x="2130" y="1100"/>
                  <a:pt x="2130" y="1100"/>
                </a:cubicBezTo>
                <a:cubicBezTo>
                  <a:pt x="2400" y="1360"/>
                  <a:pt x="2400" y="1360"/>
                  <a:pt x="2400" y="1360"/>
                </a:cubicBezTo>
                <a:cubicBezTo>
                  <a:pt x="0" y="1360"/>
                  <a:pt x="0" y="1360"/>
                  <a:pt x="0" y="1360"/>
                </a:cubicBezTo>
                <a:lnTo>
                  <a:pt x="270" y="1100"/>
                </a:lnTo>
                <a:close/>
                <a:moveTo>
                  <a:pt x="270" y="60"/>
                </a:moveTo>
                <a:cubicBezTo>
                  <a:pt x="270" y="27"/>
                  <a:pt x="297" y="0"/>
                  <a:pt x="330" y="0"/>
                </a:cubicBezTo>
                <a:cubicBezTo>
                  <a:pt x="2070" y="0"/>
                  <a:pt x="2070" y="0"/>
                  <a:pt x="2070" y="0"/>
                </a:cubicBezTo>
                <a:cubicBezTo>
                  <a:pt x="2103" y="0"/>
                  <a:pt x="2130" y="27"/>
                  <a:pt x="2130" y="60"/>
                </a:cubicBezTo>
                <a:cubicBezTo>
                  <a:pt x="2130" y="1060"/>
                  <a:pt x="2130" y="1060"/>
                  <a:pt x="2130" y="1060"/>
                </a:cubicBezTo>
                <a:cubicBezTo>
                  <a:pt x="270" y="1060"/>
                  <a:pt x="270" y="1060"/>
                  <a:pt x="270" y="1060"/>
                </a:cubicBezTo>
                <a:lnTo>
                  <a:pt x="270" y="60"/>
                </a:lnTo>
                <a:close/>
                <a:moveTo>
                  <a:pt x="350" y="80"/>
                </a:moveTo>
                <a:cubicBezTo>
                  <a:pt x="350" y="980"/>
                  <a:pt x="350" y="980"/>
                  <a:pt x="350" y="980"/>
                </a:cubicBezTo>
                <a:cubicBezTo>
                  <a:pt x="2050" y="980"/>
                  <a:pt x="2050" y="980"/>
                  <a:pt x="2050" y="980"/>
                </a:cubicBezTo>
                <a:cubicBezTo>
                  <a:pt x="2050" y="80"/>
                  <a:pt x="2050" y="80"/>
                  <a:pt x="2050" y="80"/>
                </a:cubicBezTo>
                <a:lnTo>
                  <a:pt x="350" y="80"/>
                </a:lnTo>
                <a:close/>
              </a:path>
            </a:pathLst>
          </a:custGeom>
          <a:solidFill>
            <a:srgbClr val="41AAAA"/>
          </a:solidFill>
          <a:ln>
            <a:noFill/>
          </a:ln>
        </p:spPr>
        <p:txBody>
          <a:bodyPr vert="horz" wrap="square" lIns="91392" tIns="45696" rIns="91392" bIns="45696" numCol="1" anchor="t" anchorCtr="0" compatLnSpc="1">
            <a:prstTxWarp prst="textNoShape">
              <a:avLst/>
            </a:prstTxWarp>
          </a:bodyPr>
          <a:lstStyle/>
          <a:p>
            <a:endParaRPr lang="en-US" sz="1799" dirty="0">
              <a:solidFill>
                <a:srgbClr val="788791"/>
              </a:solidFill>
            </a:endParaRPr>
          </a:p>
        </p:txBody>
      </p:sp>
      <p:sp>
        <p:nvSpPr>
          <p:cNvPr id="58" name="Freeform 13"/>
          <p:cNvSpPr>
            <a:spLocks noChangeAspect="1" noEditPoints="1"/>
          </p:cNvSpPr>
          <p:nvPr/>
        </p:nvSpPr>
        <p:spPr bwMode="gray">
          <a:xfrm>
            <a:off x="5601804" y="4807950"/>
            <a:ext cx="494549" cy="494549"/>
          </a:xfrm>
          <a:custGeom>
            <a:avLst/>
            <a:gdLst>
              <a:gd name="T0" fmla="*/ 2126 w 2400"/>
              <a:gd name="T1" fmla="*/ 474 h 2400"/>
              <a:gd name="T2" fmla="*/ 1976 w 2400"/>
              <a:gd name="T3" fmla="*/ 425 h 2400"/>
              <a:gd name="T4" fmla="*/ 0 w 2400"/>
              <a:gd name="T5" fmla="*/ 1919 h 2400"/>
              <a:gd name="T6" fmla="*/ 0 w 2400"/>
              <a:gd name="T7" fmla="*/ 1758 h 2400"/>
              <a:gd name="T8" fmla="*/ 1823 w 2400"/>
              <a:gd name="T9" fmla="*/ 376 h 2400"/>
              <a:gd name="T10" fmla="*/ 1665 w 2400"/>
              <a:gd name="T11" fmla="*/ 324 h 2400"/>
              <a:gd name="T12" fmla="*/ 2026 w 2400"/>
              <a:gd name="T13" fmla="*/ 0 h 2400"/>
              <a:gd name="T14" fmla="*/ 2076 w 2400"/>
              <a:gd name="T15" fmla="*/ 237 h 2400"/>
              <a:gd name="T16" fmla="*/ 2126 w 2400"/>
              <a:gd name="T17" fmla="*/ 474 h 2400"/>
              <a:gd name="T18" fmla="*/ 2308 w 2400"/>
              <a:gd name="T19" fmla="*/ 0 h 2400"/>
              <a:gd name="T20" fmla="*/ 2400 w 2400"/>
              <a:gd name="T21" fmla="*/ 0 h 2400"/>
              <a:gd name="T22" fmla="*/ 2400 w 2400"/>
              <a:gd name="T23" fmla="*/ 2400 h 2400"/>
              <a:gd name="T24" fmla="*/ 2080 w 2400"/>
              <a:gd name="T25" fmla="*/ 2400 h 2400"/>
              <a:gd name="T26" fmla="*/ 2080 w 2400"/>
              <a:gd name="T27" fmla="*/ 807 h 2400"/>
              <a:gd name="T28" fmla="*/ 2308 w 2400"/>
              <a:gd name="T29" fmla="*/ 0 h 2400"/>
              <a:gd name="T30" fmla="*/ 2000 w 2400"/>
              <a:gd name="T31" fmla="*/ 2400 h 2400"/>
              <a:gd name="T32" fmla="*/ 1240 w 2400"/>
              <a:gd name="T33" fmla="*/ 2400 h 2400"/>
              <a:gd name="T34" fmla="*/ 1240 w 2400"/>
              <a:gd name="T35" fmla="*/ 1765 h 2400"/>
              <a:gd name="T36" fmla="*/ 2000 w 2400"/>
              <a:gd name="T37" fmla="*/ 958 h 2400"/>
              <a:gd name="T38" fmla="*/ 2000 w 2400"/>
              <a:gd name="T39" fmla="*/ 2400 h 2400"/>
              <a:gd name="T40" fmla="*/ 1160 w 2400"/>
              <a:gd name="T41" fmla="*/ 2400 h 2400"/>
              <a:gd name="T42" fmla="*/ 0 w 2400"/>
              <a:gd name="T43" fmla="*/ 2400 h 2400"/>
              <a:gd name="T44" fmla="*/ 0 w 2400"/>
              <a:gd name="T45" fmla="*/ 2159 h 2400"/>
              <a:gd name="T46" fmla="*/ 1160 w 2400"/>
              <a:gd name="T47" fmla="*/ 1815 h 2400"/>
              <a:gd name="T48" fmla="*/ 1160 w 2400"/>
              <a:gd name="T49" fmla="*/ 2400 h 2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0" h="2400">
                <a:moveTo>
                  <a:pt x="2126" y="474"/>
                </a:moveTo>
                <a:cubicBezTo>
                  <a:pt x="1976" y="425"/>
                  <a:pt x="1976" y="425"/>
                  <a:pt x="1976" y="425"/>
                </a:cubicBezTo>
                <a:cubicBezTo>
                  <a:pt x="1703" y="1268"/>
                  <a:pt x="926" y="1885"/>
                  <a:pt x="0" y="1919"/>
                </a:cubicBezTo>
                <a:cubicBezTo>
                  <a:pt x="0" y="1758"/>
                  <a:pt x="0" y="1758"/>
                  <a:pt x="0" y="1758"/>
                </a:cubicBezTo>
                <a:cubicBezTo>
                  <a:pt x="855" y="1725"/>
                  <a:pt x="1572" y="1155"/>
                  <a:pt x="1823" y="376"/>
                </a:cubicBezTo>
                <a:cubicBezTo>
                  <a:pt x="1665" y="324"/>
                  <a:pt x="1665" y="324"/>
                  <a:pt x="1665" y="324"/>
                </a:cubicBezTo>
                <a:cubicBezTo>
                  <a:pt x="2026" y="0"/>
                  <a:pt x="2026" y="0"/>
                  <a:pt x="2026" y="0"/>
                </a:cubicBezTo>
                <a:cubicBezTo>
                  <a:pt x="2076" y="237"/>
                  <a:pt x="2076" y="237"/>
                  <a:pt x="2076" y="237"/>
                </a:cubicBezTo>
                <a:lnTo>
                  <a:pt x="2126" y="474"/>
                </a:lnTo>
                <a:close/>
                <a:moveTo>
                  <a:pt x="2308" y="0"/>
                </a:moveTo>
                <a:cubicBezTo>
                  <a:pt x="2400" y="0"/>
                  <a:pt x="2400" y="0"/>
                  <a:pt x="2400" y="0"/>
                </a:cubicBezTo>
                <a:cubicBezTo>
                  <a:pt x="2400" y="2400"/>
                  <a:pt x="2400" y="2400"/>
                  <a:pt x="2400" y="2400"/>
                </a:cubicBezTo>
                <a:cubicBezTo>
                  <a:pt x="2080" y="2400"/>
                  <a:pt x="2080" y="2400"/>
                  <a:pt x="2080" y="2400"/>
                </a:cubicBezTo>
                <a:cubicBezTo>
                  <a:pt x="2080" y="807"/>
                  <a:pt x="2080" y="807"/>
                  <a:pt x="2080" y="807"/>
                </a:cubicBezTo>
                <a:cubicBezTo>
                  <a:pt x="2201" y="559"/>
                  <a:pt x="2280" y="287"/>
                  <a:pt x="2308" y="0"/>
                </a:cubicBezTo>
                <a:close/>
                <a:moveTo>
                  <a:pt x="2000" y="2400"/>
                </a:moveTo>
                <a:cubicBezTo>
                  <a:pt x="1240" y="2400"/>
                  <a:pt x="1240" y="2400"/>
                  <a:pt x="1240" y="2400"/>
                </a:cubicBezTo>
                <a:cubicBezTo>
                  <a:pt x="1240" y="1765"/>
                  <a:pt x="1240" y="1765"/>
                  <a:pt x="1240" y="1765"/>
                </a:cubicBezTo>
                <a:cubicBezTo>
                  <a:pt x="1552" y="1559"/>
                  <a:pt x="1813" y="1283"/>
                  <a:pt x="2000" y="958"/>
                </a:cubicBezTo>
                <a:lnTo>
                  <a:pt x="2000" y="2400"/>
                </a:lnTo>
                <a:close/>
                <a:moveTo>
                  <a:pt x="1160" y="2400"/>
                </a:moveTo>
                <a:cubicBezTo>
                  <a:pt x="0" y="2400"/>
                  <a:pt x="0" y="2400"/>
                  <a:pt x="0" y="2400"/>
                </a:cubicBezTo>
                <a:cubicBezTo>
                  <a:pt x="0" y="2159"/>
                  <a:pt x="0" y="2159"/>
                  <a:pt x="0" y="2159"/>
                </a:cubicBezTo>
                <a:cubicBezTo>
                  <a:pt x="424" y="2145"/>
                  <a:pt x="819" y="2021"/>
                  <a:pt x="1160" y="1815"/>
                </a:cubicBezTo>
                <a:lnTo>
                  <a:pt x="1160" y="2400"/>
                </a:lnTo>
                <a:close/>
              </a:path>
            </a:pathLst>
          </a:custGeom>
          <a:solidFill>
            <a:srgbClr val="41AAAA"/>
          </a:solidFill>
          <a:ln>
            <a:noFill/>
          </a:ln>
        </p:spPr>
        <p:txBody>
          <a:bodyPr vert="horz" wrap="square" lIns="91392" tIns="45696" rIns="91392" bIns="45696" numCol="1" anchor="t" anchorCtr="0" compatLnSpc="1">
            <a:prstTxWarp prst="textNoShape">
              <a:avLst/>
            </a:prstTxWarp>
          </a:bodyPr>
          <a:lstStyle/>
          <a:p>
            <a:pPr>
              <a:lnSpc>
                <a:spcPct val="110000"/>
              </a:lnSpc>
              <a:spcBef>
                <a:spcPct val="0"/>
              </a:spcBef>
            </a:pPr>
            <a:endParaRPr lang="en-US" sz="1399" kern="1400" dirty="0">
              <a:solidFill>
                <a:srgbClr val="000000"/>
              </a:solidFill>
              <a:latin typeface="Arial" charset="0"/>
              <a:ea typeface="ＭＳ Ｐゴシック" pitchFamily="34" charset="-128"/>
            </a:endParaRPr>
          </a:p>
        </p:txBody>
      </p:sp>
    </p:spTree>
    <p:custDataLst>
      <p:tags r:id="rId1"/>
    </p:custDataLst>
    <p:extLst>
      <p:ext uri="{BB962C8B-B14F-4D97-AF65-F5344CB8AC3E}">
        <p14:creationId xmlns:p14="http://schemas.microsoft.com/office/powerpoint/2010/main" val="1915380295"/>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B0C0A4CA-50C9-4A53-83C6-79F333A26C19}"/>
              </a:ext>
            </a:extLst>
          </p:cNvPr>
          <p:cNvGraphicFramePr>
            <a:graphicFrameLocks noChangeAspect="1"/>
          </p:cNvGraphicFramePr>
          <p:nvPr>
            <p:custDataLst>
              <p:tags r:id="rId1"/>
            </p:custDataLst>
            <p:extLst>
              <p:ext uri="{D42A27DB-BD31-4B8C-83A1-F6EECF244321}">
                <p14:modId xmlns:p14="http://schemas.microsoft.com/office/powerpoint/2010/main" val="15426259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7" name="Objekt 6" hidden="1">
                        <a:extLst>
                          <a:ext uri="{FF2B5EF4-FFF2-40B4-BE49-F238E27FC236}">
                            <a16:creationId xmlns:a16="http://schemas.microsoft.com/office/drawing/2014/main" id="{B0C0A4CA-50C9-4A53-83C6-79F333A26C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a:extLst>
              <a:ext uri="{FF2B5EF4-FFF2-40B4-BE49-F238E27FC236}">
                <a16:creationId xmlns:a16="http://schemas.microsoft.com/office/drawing/2014/main" id="{F640B5D6-DA30-4A72-90BF-4686C1ACCA99}"/>
              </a:ext>
            </a:extLst>
          </p:cNvPr>
          <p:cNvSpPr>
            <a:spLocks noGrp="1"/>
          </p:cNvSpPr>
          <p:nvPr>
            <p:ph type="title"/>
          </p:nvPr>
        </p:nvSpPr>
        <p:spPr>
          <a:xfrm>
            <a:off x="410400" y="1414463"/>
            <a:ext cx="11376788" cy="923330"/>
          </a:xfrm>
        </p:spPr>
        <p:txBody>
          <a:bodyPr vert="horz"/>
          <a:lstStyle/>
          <a:p>
            <a:r>
              <a:rPr lang="en-US" dirty="0"/>
              <a:t>System Overview</a:t>
            </a:r>
            <a:endParaRPr lang="en-US" b="0" dirty="0"/>
          </a:p>
        </p:txBody>
      </p:sp>
      <p:sp>
        <p:nvSpPr>
          <p:cNvPr id="2" name="Subtitle">
            <a:extLst>
              <a:ext uri="{FF2B5EF4-FFF2-40B4-BE49-F238E27FC236}">
                <a16:creationId xmlns:a16="http://schemas.microsoft.com/office/drawing/2014/main" id="{27507DB2-A004-4C7F-BB03-CAB07E07A0D3}"/>
              </a:ext>
            </a:extLst>
          </p:cNvPr>
          <p:cNvSpPr>
            <a:spLocks noGrp="1"/>
          </p:cNvSpPr>
          <p:nvPr>
            <p:ph type="subTitle" idx="1"/>
          </p:nvPr>
        </p:nvSpPr>
        <p:spPr/>
        <p:txBody>
          <a:bodyPr/>
          <a:lstStyle/>
          <a:p>
            <a:r>
              <a:rPr lang="en-US" dirty="0"/>
              <a:t>SIMATIC S7-1500 Redundant Systems</a:t>
            </a:r>
          </a:p>
        </p:txBody>
      </p:sp>
      <p:sp>
        <p:nvSpPr>
          <p:cNvPr id="4" name="Footer Placeholder">
            <a:extLst>
              <a:ext uri="{FF2B5EF4-FFF2-40B4-BE49-F238E27FC236}">
                <a16:creationId xmlns:a16="http://schemas.microsoft.com/office/drawing/2014/main" id="{219E2082-A671-48FA-BA58-21BFEF63DFFA}"/>
              </a:ext>
            </a:extLst>
          </p:cNvPr>
          <p:cNvSpPr>
            <a:spLocks noGrp="1"/>
          </p:cNvSpPr>
          <p:nvPr>
            <p:ph type="ftr" sz="quarter" idx="10"/>
          </p:nvPr>
        </p:nvSpPr>
        <p:spPr/>
        <p:txBody>
          <a:bodyPr/>
          <a:lstStyle/>
          <a:p>
            <a:r>
              <a:rPr lang="en-US" dirty="0"/>
              <a:t>Unrestricted | © Siemens 2022 | DI FA | 08.12.2022</a:t>
            </a:r>
          </a:p>
        </p:txBody>
      </p:sp>
    </p:spTree>
    <p:extLst>
      <p:ext uri="{BB962C8B-B14F-4D97-AF65-F5344CB8AC3E}">
        <p14:creationId xmlns:p14="http://schemas.microsoft.com/office/powerpoint/2010/main" val="3428021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 name="Objekt 68" hidden="1">
            <a:extLst>
              <a:ext uri="{FF2B5EF4-FFF2-40B4-BE49-F238E27FC236}">
                <a16:creationId xmlns:a16="http://schemas.microsoft.com/office/drawing/2014/main" id="{2DFFC5C2-E1F1-4BF8-B098-F344D8179D94}"/>
              </a:ext>
            </a:extLst>
          </p:cNvPr>
          <p:cNvGraphicFramePr>
            <a:graphicFrameLocks noChangeAspect="1"/>
          </p:cNvGraphicFramePr>
          <p:nvPr>
            <p:custDataLst>
              <p:tags r:id="rId1"/>
            </p:custDataLst>
            <p:extLst>
              <p:ext uri="{D42A27DB-BD31-4B8C-83A1-F6EECF244321}">
                <p14:modId xmlns:p14="http://schemas.microsoft.com/office/powerpoint/2010/main" val="530019409"/>
              </p:ext>
            </p:extLst>
          </p:nvPr>
        </p:nvGraphicFramePr>
        <p:xfrm>
          <a:off x="1588" y="3373"/>
          <a:ext cx="1586" cy="1586"/>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9" name="Objekt 68" hidden="1">
                        <a:extLst>
                          <a:ext uri="{FF2B5EF4-FFF2-40B4-BE49-F238E27FC236}">
                            <a16:creationId xmlns:a16="http://schemas.microsoft.com/office/drawing/2014/main" id="{2DFFC5C2-E1F1-4BF8-B098-F344D8179D94}"/>
                          </a:ext>
                        </a:extLst>
                      </p:cNvPr>
                      <p:cNvPicPr/>
                      <p:nvPr/>
                    </p:nvPicPr>
                    <p:blipFill>
                      <a:blip r:embed="rId5"/>
                      <a:stretch>
                        <a:fillRect/>
                      </a:stretch>
                    </p:blipFill>
                    <p:spPr>
                      <a:xfrm>
                        <a:off x="1588" y="3373"/>
                        <a:ext cx="1586" cy="1586"/>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C6EA291-5052-4D3F-B45C-835C6DF8BE10}"/>
              </a:ext>
            </a:extLst>
          </p:cNvPr>
          <p:cNvSpPr>
            <a:spLocks noGrp="1"/>
          </p:cNvSpPr>
          <p:nvPr>
            <p:ph type="title"/>
          </p:nvPr>
        </p:nvSpPr>
        <p:spPr bwMode="gray"/>
        <p:txBody>
          <a:bodyPr vert="horz" lIns="0" tIns="0" rIns="0" bIns="0" rtlCol="0" anchor="t" anchorCtr="0">
            <a:noAutofit/>
          </a:bodyPr>
          <a:lstStyle/>
          <a:p>
            <a:r>
              <a:rPr lang="en-US" dirty="0">
                <a:latin typeface="Arial"/>
              </a:rPr>
              <a:t>SIMATIC S7-1500 Redundant Systems</a:t>
            </a:r>
            <a:br>
              <a:rPr lang="en-US" dirty="0">
                <a:latin typeface="Arial"/>
              </a:rPr>
            </a:br>
            <a:r>
              <a:rPr lang="en-US" b="0" dirty="0">
                <a:latin typeface="Arial"/>
              </a:rPr>
              <a:t>System Overview</a:t>
            </a:r>
          </a:p>
        </p:txBody>
      </p:sp>
      <p:sp>
        <p:nvSpPr>
          <p:cNvPr id="7" name="Fußzeilenplatzhalter 6">
            <a:extLst>
              <a:ext uri="{FF2B5EF4-FFF2-40B4-BE49-F238E27FC236}">
                <a16:creationId xmlns:a16="http://schemas.microsoft.com/office/drawing/2014/main" id="{C3B7250B-7290-4C5F-B566-B46174202AF9}"/>
              </a:ext>
            </a:extLst>
          </p:cNvPr>
          <p:cNvSpPr>
            <a:spLocks noGrp="1"/>
          </p:cNvSpPr>
          <p:nvPr>
            <p:ph type="ftr" sz="quarter" idx="10"/>
          </p:nvPr>
        </p:nvSpPr>
        <p:spPr/>
        <p:txBody>
          <a:bodyPr/>
          <a:lstStyle/>
          <a:p>
            <a:pPr>
              <a:lnSpc>
                <a:spcPct val="100000"/>
              </a:lnSpc>
            </a:pPr>
            <a:r>
              <a:rPr lang="en-US" dirty="0"/>
              <a:t>Unrestricted | © Siemens 2022 | DI FA | 08.12.2022</a:t>
            </a:r>
          </a:p>
        </p:txBody>
      </p:sp>
      <p:cxnSp>
        <p:nvCxnSpPr>
          <p:cNvPr id="6" name="Gerade Verbindung 19">
            <a:extLst>
              <a:ext uri="{FF2B5EF4-FFF2-40B4-BE49-F238E27FC236}">
                <a16:creationId xmlns:a16="http://schemas.microsoft.com/office/drawing/2014/main" id="{01332141-D8B7-4541-9113-87F60117E2DB}"/>
              </a:ext>
            </a:extLst>
          </p:cNvPr>
          <p:cNvCxnSpPr>
            <a:cxnSpLocks/>
          </p:cNvCxnSpPr>
          <p:nvPr/>
        </p:nvCxnSpPr>
        <p:spPr bwMode="gray">
          <a:xfrm>
            <a:off x="8048252" y="1459131"/>
            <a:ext cx="0" cy="4633851"/>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9" name="Rechteck 18">
            <a:extLst>
              <a:ext uri="{FF2B5EF4-FFF2-40B4-BE49-F238E27FC236}">
                <a16:creationId xmlns:a16="http://schemas.microsoft.com/office/drawing/2014/main" id="{2937AD64-5A9C-4A1E-9DDE-0EC72F3F31A5}"/>
              </a:ext>
            </a:extLst>
          </p:cNvPr>
          <p:cNvSpPr>
            <a:spLocks/>
          </p:cNvSpPr>
          <p:nvPr/>
        </p:nvSpPr>
        <p:spPr bwMode="gray">
          <a:xfrm>
            <a:off x="8181534" y="3833941"/>
            <a:ext cx="359812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b="1" dirty="0"/>
              <a:t>CPU 1517H / CPU 1518HF</a:t>
            </a:r>
          </a:p>
        </p:txBody>
      </p:sp>
      <p:sp>
        <p:nvSpPr>
          <p:cNvPr id="20" name="Rechteck 19">
            <a:extLst>
              <a:ext uri="{FF2B5EF4-FFF2-40B4-BE49-F238E27FC236}">
                <a16:creationId xmlns:a16="http://schemas.microsoft.com/office/drawing/2014/main" id="{A133CDFF-98A4-495E-982F-13AAE4B2E238}"/>
              </a:ext>
            </a:extLst>
          </p:cNvPr>
          <p:cNvSpPr>
            <a:spLocks/>
          </p:cNvSpPr>
          <p:nvPr/>
        </p:nvSpPr>
        <p:spPr bwMode="gray">
          <a:xfrm>
            <a:off x="8181534" y="4211625"/>
            <a:ext cx="359812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dirty="0"/>
              <a:t>via</a:t>
            </a:r>
            <a:r>
              <a:rPr lang="en-US" altLang="de-DE" sz="1399" b="1" dirty="0"/>
              <a:t> Sync-Module / FO</a:t>
            </a:r>
          </a:p>
        </p:txBody>
      </p:sp>
      <p:sp>
        <p:nvSpPr>
          <p:cNvPr id="21" name="Rechteck 20">
            <a:extLst>
              <a:ext uri="{FF2B5EF4-FFF2-40B4-BE49-F238E27FC236}">
                <a16:creationId xmlns:a16="http://schemas.microsoft.com/office/drawing/2014/main" id="{3CEB087D-5FF7-44AE-8326-2F6BF8892697}"/>
              </a:ext>
            </a:extLst>
          </p:cNvPr>
          <p:cNvSpPr>
            <a:spLocks/>
          </p:cNvSpPr>
          <p:nvPr/>
        </p:nvSpPr>
        <p:spPr bwMode="gray">
          <a:xfrm>
            <a:off x="8181534" y="4589309"/>
            <a:ext cx="359812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b="1" dirty="0"/>
              <a:t>Yes </a:t>
            </a:r>
            <a:r>
              <a:rPr lang="en-US" altLang="de-DE" sz="1399" dirty="0"/>
              <a:t>fail-over time ca. 50 ms</a:t>
            </a:r>
          </a:p>
        </p:txBody>
      </p:sp>
      <p:sp>
        <p:nvSpPr>
          <p:cNvPr id="113" name="Richtungspfeil 4">
            <a:extLst>
              <a:ext uri="{FF2B5EF4-FFF2-40B4-BE49-F238E27FC236}">
                <a16:creationId xmlns:a16="http://schemas.microsoft.com/office/drawing/2014/main" id="{AC65D4B8-B8E2-4E03-BCFD-965AC16EB98E}"/>
              </a:ext>
            </a:extLst>
          </p:cNvPr>
          <p:cNvSpPr>
            <a:spLocks/>
          </p:cNvSpPr>
          <p:nvPr/>
        </p:nvSpPr>
        <p:spPr bwMode="gray">
          <a:xfrm>
            <a:off x="635121" y="1459131"/>
            <a:ext cx="3599239" cy="4751953"/>
          </a:xfrm>
          <a:prstGeom prst="rect">
            <a:avLst/>
          </a:prstGeom>
          <a:gradFill flip="none" rotWithShape="1">
            <a:gsLst>
              <a:gs pos="83000">
                <a:srgbClr val="41AAC8"/>
              </a:gs>
              <a:gs pos="50000">
                <a:srgbClr val="32A0A0"/>
              </a:gs>
              <a:gs pos="0">
                <a:srgbClr val="4BB9B9"/>
              </a:gs>
              <a:gs pos="100000">
                <a:srgbClr val="2387AA"/>
              </a:gs>
            </a:gsLst>
            <a:lin ang="0" scaled="0"/>
            <a:tileRect/>
          </a:gradFill>
          <a:ln w="9525">
            <a:noFill/>
            <a:miter lim="800000"/>
            <a:headEnd/>
            <a:tailEnd/>
          </a:ln>
        </p:spPr>
        <p:txBody>
          <a:bodyPr vert="horz" wrap="square" lIns="143925" tIns="143925" rIns="143925" bIns="143925" numCol="1" anchor="t" anchorCtr="0" compatLnSpc="1">
            <a:prstTxWarp prst="textNoShape">
              <a:avLst/>
            </a:prstTxWarp>
            <a:noAutofit/>
          </a:bodyPr>
          <a:lstStyle>
            <a:defPPr>
              <a:defRPr lang="de-DE"/>
            </a:defPPr>
            <a:lvl1pPr algn="l" rtl="0" fontAlgn="base">
              <a:spcBef>
                <a:spcPct val="50000"/>
              </a:spcBef>
              <a:spcAft>
                <a:spcPct val="0"/>
              </a:spcAft>
              <a:defRPr kern="1200">
                <a:solidFill>
                  <a:schemeClr val="bg2"/>
                </a:solidFill>
                <a:latin typeface="Arial" pitchFamily="34" charset="0"/>
                <a:ea typeface="ＭＳ Ｐゴシック" charset="-128"/>
                <a:cs typeface="+mn-cs"/>
              </a:defRPr>
            </a:lvl1pPr>
            <a:lvl2pPr marL="457200" algn="l" rtl="0" fontAlgn="base">
              <a:spcBef>
                <a:spcPct val="50000"/>
              </a:spcBef>
              <a:spcAft>
                <a:spcPct val="0"/>
              </a:spcAft>
              <a:defRPr kern="1200">
                <a:solidFill>
                  <a:schemeClr val="bg2"/>
                </a:solidFill>
                <a:latin typeface="Arial" pitchFamily="34" charset="0"/>
                <a:ea typeface="ＭＳ Ｐゴシック" charset="-128"/>
                <a:cs typeface="+mn-cs"/>
              </a:defRPr>
            </a:lvl2pPr>
            <a:lvl3pPr marL="914400" algn="l" rtl="0" fontAlgn="base">
              <a:spcBef>
                <a:spcPct val="50000"/>
              </a:spcBef>
              <a:spcAft>
                <a:spcPct val="0"/>
              </a:spcAft>
              <a:defRPr kern="1200">
                <a:solidFill>
                  <a:schemeClr val="bg2"/>
                </a:solidFill>
                <a:latin typeface="Arial" pitchFamily="34" charset="0"/>
                <a:ea typeface="ＭＳ Ｐゴシック" charset="-128"/>
                <a:cs typeface="+mn-cs"/>
              </a:defRPr>
            </a:lvl3pPr>
            <a:lvl4pPr marL="1371600" algn="l" rtl="0" fontAlgn="base">
              <a:spcBef>
                <a:spcPct val="50000"/>
              </a:spcBef>
              <a:spcAft>
                <a:spcPct val="0"/>
              </a:spcAft>
              <a:defRPr kern="1200">
                <a:solidFill>
                  <a:schemeClr val="bg2"/>
                </a:solidFill>
                <a:latin typeface="Arial" pitchFamily="34" charset="0"/>
                <a:ea typeface="ＭＳ Ｐゴシック" charset="-128"/>
                <a:cs typeface="+mn-cs"/>
              </a:defRPr>
            </a:lvl4pPr>
            <a:lvl5pPr marL="1828800" algn="l" rtl="0" fontAlgn="base">
              <a:spcBef>
                <a:spcPct val="50000"/>
              </a:spcBef>
              <a:spcAft>
                <a:spcPct val="0"/>
              </a:spcAft>
              <a:defRPr kern="1200">
                <a:solidFill>
                  <a:schemeClr val="bg2"/>
                </a:solidFill>
                <a:latin typeface="Arial" pitchFamily="34" charset="0"/>
                <a:ea typeface="ＭＳ Ｐゴシック" charset="-128"/>
                <a:cs typeface="+mn-cs"/>
              </a:defRPr>
            </a:lvl5pPr>
            <a:lvl6pPr marL="2286000" algn="l" defTabSz="914400" rtl="0" eaLnBrk="1" latinLnBrk="0" hangingPunct="1">
              <a:defRPr kern="1200">
                <a:solidFill>
                  <a:schemeClr val="bg2"/>
                </a:solidFill>
                <a:latin typeface="Arial" pitchFamily="34" charset="0"/>
                <a:ea typeface="ＭＳ Ｐゴシック" charset="-128"/>
                <a:cs typeface="+mn-cs"/>
              </a:defRPr>
            </a:lvl6pPr>
            <a:lvl7pPr marL="2743200" algn="l" defTabSz="914400" rtl="0" eaLnBrk="1" latinLnBrk="0" hangingPunct="1">
              <a:defRPr kern="1200">
                <a:solidFill>
                  <a:schemeClr val="bg2"/>
                </a:solidFill>
                <a:latin typeface="Arial" pitchFamily="34" charset="0"/>
                <a:ea typeface="ＭＳ Ｐゴシック" charset="-128"/>
                <a:cs typeface="+mn-cs"/>
              </a:defRPr>
            </a:lvl7pPr>
            <a:lvl8pPr marL="3200400" algn="l" defTabSz="914400" rtl="0" eaLnBrk="1" latinLnBrk="0" hangingPunct="1">
              <a:defRPr kern="1200">
                <a:solidFill>
                  <a:schemeClr val="bg2"/>
                </a:solidFill>
                <a:latin typeface="Arial" pitchFamily="34" charset="0"/>
                <a:ea typeface="ＭＳ Ｐゴシック" charset="-128"/>
                <a:cs typeface="+mn-cs"/>
              </a:defRPr>
            </a:lvl8pPr>
            <a:lvl9pPr marL="3657600" algn="l" defTabSz="914400" rtl="0" eaLnBrk="1" latinLnBrk="0" hangingPunct="1">
              <a:defRPr kern="1200">
                <a:solidFill>
                  <a:schemeClr val="bg2"/>
                </a:solidFill>
                <a:latin typeface="Arial" pitchFamily="34" charset="0"/>
                <a:ea typeface="ＭＳ Ｐゴシック" charset="-128"/>
                <a:cs typeface="+mn-cs"/>
              </a:defRPr>
            </a:lvl9pPr>
          </a:lstStyle>
          <a:p>
            <a:pPr>
              <a:spcBef>
                <a:spcPts val="0"/>
              </a:spcBef>
              <a:spcAft>
                <a:spcPts val="1199"/>
              </a:spcAft>
            </a:pPr>
            <a:r>
              <a:rPr lang="en-US" sz="1799" dirty="0">
                <a:solidFill>
                  <a:srgbClr val="FFFFFF"/>
                </a:solidFill>
                <a:ea typeface="+mj-ea"/>
                <a:cs typeface="Arial" pitchFamily="34" charset="0"/>
              </a:rPr>
              <a:t>Consistent concept –</a:t>
            </a:r>
            <a:br>
              <a:rPr lang="en-US" sz="1799" dirty="0">
                <a:solidFill>
                  <a:srgbClr val="FFFFFF"/>
                </a:solidFill>
                <a:ea typeface="+mj-ea"/>
                <a:cs typeface="Arial" pitchFamily="34" charset="0"/>
              </a:rPr>
            </a:br>
            <a:r>
              <a:rPr lang="en-US" sz="1799" b="1" dirty="0">
                <a:solidFill>
                  <a:srgbClr val="FFFFFF"/>
                </a:solidFill>
                <a:ea typeface="+mj-ea"/>
                <a:cs typeface="Arial" pitchFamily="34" charset="0"/>
              </a:rPr>
              <a:t>Identical</a:t>
            </a:r>
            <a:r>
              <a:rPr lang="en-US" sz="1799" dirty="0">
                <a:solidFill>
                  <a:srgbClr val="FFFFFF"/>
                </a:solidFill>
                <a:ea typeface="+mj-ea"/>
                <a:cs typeface="Arial" pitchFamily="34" charset="0"/>
              </a:rPr>
              <a:t> </a:t>
            </a:r>
            <a:br>
              <a:rPr lang="en-US" sz="1799" dirty="0">
                <a:solidFill>
                  <a:srgbClr val="FFFFFF"/>
                </a:solidFill>
                <a:ea typeface="+mj-ea"/>
                <a:cs typeface="Arial" pitchFamily="34" charset="0"/>
              </a:rPr>
            </a:br>
            <a:r>
              <a:rPr lang="en-US" sz="1799" dirty="0">
                <a:solidFill>
                  <a:srgbClr val="FFFFFF"/>
                </a:solidFill>
                <a:ea typeface="+mj-ea"/>
                <a:cs typeface="Arial" pitchFamily="34" charset="0"/>
              </a:rPr>
              <a:t>Synchronization process </a:t>
            </a:r>
          </a:p>
        </p:txBody>
      </p:sp>
      <p:sp>
        <p:nvSpPr>
          <p:cNvPr id="115" name="Rechteck 114">
            <a:extLst>
              <a:ext uri="{FF2B5EF4-FFF2-40B4-BE49-F238E27FC236}">
                <a16:creationId xmlns:a16="http://schemas.microsoft.com/office/drawing/2014/main" id="{2EF3BE45-C85A-4A38-A912-7A162007F98A}"/>
              </a:ext>
            </a:extLst>
          </p:cNvPr>
          <p:cNvSpPr>
            <a:spLocks/>
          </p:cNvSpPr>
          <p:nvPr/>
        </p:nvSpPr>
        <p:spPr bwMode="gray">
          <a:xfrm>
            <a:off x="779603" y="3833941"/>
            <a:ext cx="331027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dirty="0">
                <a:solidFill>
                  <a:schemeClr val="bg1"/>
                </a:solidFill>
              </a:rPr>
              <a:t>CPU Type</a:t>
            </a:r>
          </a:p>
        </p:txBody>
      </p:sp>
      <p:sp>
        <p:nvSpPr>
          <p:cNvPr id="116" name="Rechteck 115">
            <a:extLst>
              <a:ext uri="{FF2B5EF4-FFF2-40B4-BE49-F238E27FC236}">
                <a16:creationId xmlns:a16="http://schemas.microsoft.com/office/drawing/2014/main" id="{BB9E5F99-E0F0-4F00-9D40-D8373BA97F6F}"/>
              </a:ext>
            </a:extLst>
          </p:cNvPr>
          <p:cNvSpPr>
            <a:spLocks/>
          </p:cNvSpPr>
          <p:nvPr/>
        </p:nvSpPr>
        <p:spPr bwMode="gray">
          <a:xfrm>
            <a:off x="779603" y="4204949"/>
            <a:ext cx="331027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dirty="0">
                <a:solidFill>
                  <a:schemeClr val="bg1"/>
                </a:solidFill>
              </a:rPr>
              <a:t>Synchronization</a:t>
            </a:r>
          </a:p>
        </p:txBody>
      </p:sp>
      <p:sp>
        <p:nvSpPr>
          <p:cNvPr id="117" name="Rechteck 116">
            <a:extLst>
              <a:ext uri="{FF2B5EF4-FFF2-40B4-BE49-F238E27FC236}">
                <a16:creationId xmlns:a16="http://schemas.microsoft.com/office/drawing/2014/main" id="{19028B91-C76A-4740-8CD2-A9777FCD0909}"/>
              </a:ext>
            </a:extLst>
          </p:cNvPr>
          <p:cNvSpPr>
            <a:spLocks/>
          </p:cNvSpPr>
          <p:nvPr/>
        </p:nvSpPr>
        <p:spPr bwMode="gray">
          <a:xfrm>
            <a:off x="779603" y="4575957"/>
            <a:ext cx="331027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dirty="0">
                <a:solidFill>
                  <a:schemeClr val="bg1"/>
                </a:solidFill>
              </a:rPr>
              <a:t>Hot-Standby	</a:t>
            </a:r>
          </a:p>
        </p:txBody>
      </p:sp>
      <p:sp>
        <p:nvSpPr>
          <p:cNvPr id="118" name="Rechteck 117">
            <a:extLst>
              <a:ext uri="{FF2B5EF4-FFF2-40B4-BE49-F238E27FC236}">
                <a16:creationId xmlns:a16="http://schemas.microsoft.com/office/drawing/2014/main" id="{44F877B8-08FB-4B5D-A6FB-C190C1DB7629}"/>
              </a:ext>
            </a:extLst>
          </p:cNvPr>
          <p:cNvSpPr>
            <a:spLocks/>
          </p:cNvSpPr>
          <p:nvPr/>
        </p:nvSpPr>
        <p:spPr bwMode="gray">
          <a:xfrm>
            <a:off x="779603" y="5317973"/>
            <a:ext cx="331027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dirty="0">
                <a:solidFill>
                  <a:schemeClr val="bg1"/>
                </a:solidFill>
              </a:rPr>
              <a:t>PROFINET System Redundancy</a:t>
            </a:r>
          </a:p>
        </p:txBody>
      </p:sp>
      <p:sp>
        <p:nvSpPr>
          <p:cNvPr id="119" name="Rechteck 118">
            <a:extLst>
              <a:ext uri="{FF2B5EF4-FFF2-40B4-BE49-F238E27FC236}">
                <a16:creationId xmlns:a16="http://schemas.microsoft.com/office/drawing/2014/main" id="{E136CFBB-6C8E-4ADE-A2D3-F44599AC5973}"/>
              </a:ext>
            </a:extLst>
          </p:cNvPr>
          <p:cNvSpPr>
            <a:spLocks/>
          </p:cNvSpPr>
          <p:nvPr/>
        </p:nvSpPr>
        <p:spPr bwMode="gray">
          <a:xfrm>
            <a:off x="779603" y="5688982"/>
            <a:ext cx="331027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dirty="0">
                <a:solidFill>
                  <a:schemeClr val="bg1"/>
                </a:solidFill>
              </a:rPr>
              <a:t>Structure of the PROFINET network</a:t>
            </a:r>
          </a:p>
        </p:txBody>
      </p:sp>
      <p:cxnSp>
        <p:nvCxnSpPr>
          <p:cNvPr id="120" name="Gerade Verbindung 19">
            <a:extLst>
              <a:ext uri="{FF2B5EF4-FFF2-40B4-BE49-F238E27FC236}">
                <a16:creationId xmlns:a16="http://schemas.microsoft.com/office/drawing/2014/main" id="{3A3CB4B2-57B3-4B76-B65F-E19530D7D788}"/>
              </a:ext>
            </a:extLst>
          </p:cNvPr>
          <p:cNvCxnSpPr>
            <a:cxnSpLocks/>
          </p:cNvCxnSpPr>
          <p:nvPr/>
        </p:nvCxnSpPr>
        <p:spPr bwMode="gray">
          <a:xfrm>
            <a:off x="779603" y="4121235"/>
            <a:ext cx="3310276"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1" name="Gerade Verbindung 19">
            <a:extLst>
              <a:ext uri="{FF2B5EF4-FFF2-40B4-BE49-F238E27FC236}">
                <a16:creationId xmlns:a16="http://schemas.microsoft.com/office/drawing/2014/main" id="{1DCB343F-E01D-4A44-8A63-6A6377F4674D}"/>
              </a:ext>
            </a:extLst>
          </p:cNvPr>
          <p:cNvCxnSpPr>
            <a:cxnSpLocks/>
          </p:cNvCxnSpPr>
          <p:nvPr/>
        </p:nvCxnSpPr>
        <p:spPr bwMode="gray">
          <a:xfrm>
            <a:off x="779603" y="4496269"/>
            <a:ext cx="3310276"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2" name="Gerade Verbindung 19">
            <a:extLst>
              <a:ext uri="{FF2B5EF4-FFF2-40B4-BE49-F238E27FC236}">
                <a16:creationId xmlns:a16="http://schemas.microsoft.com/office/drawing/2014/main" id="{F497D3D4-5917-47E2-B9E9-5E62152C8837}"/>
              </a:ext>
            </a:extLst>
          </p:cNvPr>
          <p:cNvCxnSpPr>
            <a:cxnSpLocks/>
          </p:cNvCxnSpPr>
          <p:nvPr/>
        </p:nvCxnSpPr>
        <p:spPr bwMode="gray">
          <a:xfrm>
            <a:off x="779603" y="4871303"/>
            <a:ext cx="3310276"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3" name="Gerade Verbindung 19">
            <a:extLst>
              <a:ext uri="{FF2B5EF4-FFF2-40B4-BE49-F238E27FC236}">
                <a16:creationId xmlns:a16="http://schemas.microsoft.com/office/drawing/2014/main" id="{2F34B469-D1BA-44B8-9556-ABF1FDD33795}"/>
              </a:ext>
            </a:extLst>
          </p:cNvPr>
          <p:cNvCxnSpPr>
            <a:cxnSpLocks/>
          </p:cNvCxnSpPr>
          <p:nvPr/>
        </p:nvCxnSpPr>
        <p:spPr bwMode="gray">
          <a:xfrm>
            <a:off x="779603" y="5246337"/>
            <a:ext cx="3310276"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60" name="Rechteck 159">
            <a:extLst>
              <a:ext uri="{FF2B5EF4-FFF2-40B4-BE49-F238E27FC236}">
                <a16:creationId xmlns:a16="http://schemas.microsoft.com/office/drawing/2014/main" id="{7E61CE12-15A7-40A0-9AEE-27367071DAC9}"/>
              </a:ext>
            </a:extLst>
          </p:cNvPr>
          <p:cNvSpPr>
            <a:spLocks/>
          </p:cNvSpPr>
          <p:nvPr/>
        </p:nvSpPr>
        <p:spPr bwMode="gray">
          <a:xfrm>
            <a:off x="4377161" y="3833941"/>
            <a:ext cx="359812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b="1" dirty="0"/>
              <a:t>CPU 1513R  /  CPU 1515R</a:t>
            </a:r>
          </a:p>
        </p:txBody>
      </p:sp>
      <p:sp>
        <p:nvSpPr>
          <p:cNvPr id="161" name="Rechteck 160">
            <a:extLst>
              <a:ext uri="{FF2B5EF4-FFF2-40B4-BE49-F238E27FC236}">
                <a16:creationId xmlns:a16="http://schemas.microsoft.com/office/drawing/2014/main" id="{9C313AC7-467E-4D14-B35E-11AE7697348C}"/>
              </a:ext>
            </a:extLst>
          </p:cNvPr>
          <p:cNvSpPr>
            <a:spLocks/>
          </p:cNvSpPr>
          <p:nvPr/>
        </p:nvSpPr>
        <p:spPr bwMode="gray">
          <a:xfrm>
            <a:off x="4377161" y="4211625"/>
            <a:ext cx="359812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dirty="0"/>
              <a:t>via </a:t>
            </a:r>
            <a:r>
              <a:rPr lang="en-US" altLang="de-DE" sz="1399" b="1" dirty="0"/>
              <a:t>PROFINET Ring </a:t>
            </a:r>
            <a:r>
              <a:rPr lang="en-US" altLang="de-DE" sz="1399" dirty="0"/>
              <a:t>(MRP)</a:t>
            </a:r>
          </a:p>
        </p:txBody>
      </p:sp>
      <p:sp>
        <p:nvSpPr>
          <p:cNvPr id="162" name="Rechteck 161">
            <a:extLst>
              <a:ext uri="{FF2B5EF4-FFF2-40B4-BE49-F238E27FC236}">
                <a16:creationId xmlns:a16="http://schemas.microsoft.com/office/drawing/2014/main" id="{34147FCE-28AF-4435-9F76-768A9BA99138}"/>
              </a:ext>
            </a:extLst>
          </p:cNvPr>
          <p:cNvSpPr>
            <a:spLocks/>
          </p:cNvSpPr>
          <p:nvPr/>
        </p:nvSpPr>
        <p:spPr bwMode="gray">
          <a:xfrm>
            <a:off x="4377161" y="4589309"/>
            <a:ext cx="359812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b="1" dirty="0"/>
              <a:t>Yes </a:t>
            </a:r>
            <a:r>
              <a:rPr lang="en-US" altLang="de-DE" sz="1399" dirty="0"/>
              <a:t>fail-over time ca. 300 ms</a:t>
            </a:r>
          </a:p>
        </p:txBody>
      </p:sp>
      <p:cxnSp>
        <p:nvCxnSpPr>
          <p:cNvPr id="165" name="Gerade Verbindung 19">
            <a:extLst>
              <a:ext uri="{FF2B5EF4-FFF2-40B4-BE49-F238E27FC236}">
                <a16:creationId xmlns:a16="http://schemas.microsoft.com/office/drawing/2014/main" id="{E73C731C-A4F4-4A16-90DE-67C5B7BEAC70}"/>
              </a:ext>
            </a:extLst>
          </p:cNvPr>
          <p:cNvCxnSpPr>
            <a:cxnSpLocks/>
          </p:cNvCxnSpPr>
          <p:nvPr/>
        </p:nvCxnSpPr>
        <p:spPr bwMode="gray">
          <a:xfrm>
            <a:off x="4377161" y="4121235"/>
            <a:ext cx="3598126"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6" name="Gerade Verbindung 19">
            <a:extLst>
              <a:ext uri="{FF2B5EF4-FFF2-40B4-BE49-F238E27FC236}">
                <a16:creationId xmlns:a16="http://schemas.microsoft.com/office/drawing/2014/main" id="{ACA4FFA4-F1ED-46C1-8D13-A3D93C77D028}"/>
              </a:ext>
            </a:extLst>
          </p:cNvPr>
          <p:cNvCxnSpPr>
            <a:cxnSpLocks/>
          </p:cNvCxnSpPr>
          <p:nvPr/>
        </p:nvCxnSpPr>
        <p:spPr bwMode="gray">
          <a:xfrm>
            <a:off x="4377161" y="4501304"/>
            <a:ext cx="3598126"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 name="Rechteck 7">
            <a:extLst>
              <a:ext uri="{FF2B5EF4-FFF2-40B4-BE49-F238E27FC236}">
                <a16:creationId xmlns:a16="http://schemas.microsoft.com/office/drawing/2014/main" id="{ABD24BB6-0BDC-184E-433A-C2EAD000FD60}"/>
              </a:ext>
            </a:extLst>
          </p:cNvPr>
          <p:cNvSpPr>
            <a:spLocks/>
          </p:cNvSpPr>
          <p:nvPr/>
        </p:nvSpPr>
        <p:spPr bwMode="gray">
          <a:xfrm>
            <a:off x="4377161" y="5344677"/>
            <a:ext cx="359812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b="1" dirty="0"/>
              <a:t>S2 and S1 switched </a:t>
            </a:r>
          </a:p>
        </p:txBody>
      </p:sp>
      <p:sp>
        <p:nvSpPr>
          <p:cNvPr id="10" name="Rechteck 9">
            <a:extLst>
              <a:ext uri="{FF2B5EF4-FFF2-40B4-BE49-F238E27FC236}">
                <a16:creationId xmlns:a16="http://schemas.microsoft.com/office/drawing/2014/main" id="{F05AB073-18CA-4E15-9E2F-BD9450A6A511}"/>
              </a:ext>
            </a:extLst>
          </p:cNvPr>
          <p:cNvSpPr>
            <a:spLocks/>
          </p:cNvSpPr>
          <p:nvPr/>
        </p:nvSpPr>
        <p:spPr bwMode="gray">
          <a:xfrm>
            <a:off x="8181534" y="5344677"/>
            <a:ext cx="359812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b="1" dirty="0"/>
              <a:t>R1, S2 and S1 switched </a:t>
            </a:r>
          </a:p>
        </p:txBody>
      </p:sp>
      <p:sp>
        <p:nvSpPr>
          <p:cNvPr id="12" name="Rechteck 11">
            <a:extLst>
              <a:ext uri="{FF2B5EF4-FFF2-40B4-BE49-F238E27FC236}">
                <a16:creationId xmlns:a16="http://schemas.microsoft.com/office/drawing/2014/main" id="{7D5EACCB-CF69-861E-37D1-468437E56310}"/>
              </a:ext>
            </a:extLst>
          </p:cNvPr>
          <p:cNvSpPr>
            <a:spLocks/>
          </p:cNvSpPr>
          <p:nvPr/>
        </p:nvSpPr>
        <p:spPr bwMode="gray">
          <a:xfrm>
            <a:off x="4377161" y="5722361"/>
            <a:ext cx="359812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b="1" dirty="0"/>
              <a:t>MRP Ring</a:t>
            </a:r>
          </a:p>
        </p:txBody>
      </p:sp>
      <p:sp>
        <p:nvSpPr>
          <p:cNvPr id="13" name="Rechteck 12">
            <a:extLst>
              <a:ext uri="{FF2B5EF4-FFF2-40B4-BE49-F238E27FC236}">
                <a16:creationId xmlns:a16="http://schemas.microsoft.com/office/drawing/2014/main" id="{37BAD22E-5A3F-8B64-83D1-8A323686C96C}"/>
              </a:ext>
            </a:extLst>
          </p:cNvPr>
          <p:cNvSpPr>
            <a:spLocks/>
          </p:cNvSpPr>
          <p:nvPr/>
        </p:nvSpPr>
        <p:spPr bwMode="gray">
          <a:xfrm>
            <a:off x="8181534" y="5722361"/>
            <a:ext cx="3481577"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b="1" dirty="0"/>
              <a:t>Any</a:t>
            </a:r>
          </a:p>
        </p:txBody>
      </p:sp>
      <p:cxnSp>
        <p:nvCxnSpPr>
          <p:cNvPr id="14" name="Gerade Verbindung 19">
            <a:extLst>
              <a:ext uri="{FF2B5EF4-FFF2-40B4-BE49-F238E27FC236}">
                <a16:creationId xmlns:a16="http://schemas.microsoft.com/office/drawing/2014/main" id="{49D8EFBC-FF5E-3BAF-AE3E-F58A5261253D}"/>
              </a:ext>
            </a:extLst>
          </p:cNvPr>
          <p:cNvCxnSpPr>
            <a:cxnSpLocks/>
          </p:cNvCxnSpPr>
          <p:nvPr/>
        </p:nvCxnSpPr>
        <p:spPr bwMode="gray">
          <a:xfrm>
            <a:off x="779603" y="5621372"/>
            <a:ext cx="3310276"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5" name="Rechteck 14">
            <a:extLst>
              <a:ext uri="{FF2B5EF4-FFF2-40B4-BE49-F238E27FC236}">
                <a16:creationId xmlns:a16="http://schemas.microsoft.com/office/drawing/2014/main" id="{BCFAA7A6-2014-FB34-1AC5-5D57CA5C3C09}"/>
              </a:ext>
            </a:extLst>
          </p:cNvPr>
          <p:cNvSpPr>
            <a:spLocks/>
          </p:cNvSpPr>
          <p:nvPr/>
        </p:nvSpPr>
        <p:spPr bwMode="gray">
          <a:xfrm>
            <a:off x="779602" y="4946965"/>
            <a:ext cx="331027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dirty="0">
                <a:solidFill>
                  <a:schemeClr val="bg1"/>
                </a:solidFill>
              </a:rPr>
              <a:t>Max distance between CPUs	</a:t>
            </a:r>
          </a:p>
        </p:txBody>
      </p:sp>
      <p:sp>
        <p:nvSpPr>
          <p:cNvPr id="16" name="Rechteck 15">
            <a:extLst>
              <a:ext uri="{FF2B5EF4-FFF2-40B4-BE49-F238E27FC236}">
                <a16:creationId xmlns:a16="http://schemas.microsoft.com/office/drawing/2014/main" id="{7C856B78-F653-A501-D4D9-AFBBA67AC1BB}"/>
              </a:ext>
            </a:extLst>
          </p:cNvPr>
          <p:cNvSpPr>
            <a:spLocks/>
          </p:cNvSpPr>
          <p:nvPr/>
        </p:nvSpPr>
        <p:spPr bwMode="gray">
          <a:xfrm>
            <a:off x="4377161" y="4966993"/>
            <a:ext cx="359812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b="1" dirty="0"/>
              <a:t>100 m, </a:t>
            </a:r>
            <a:r>
              <a:rPr lang="en-US" altLang="de-DE" sz="1399" dirty="0"/>
              <a:t>with media converters a few km</a:t>
            </a:r>
          </a:p>
        </p:txBody>
      </p:sp>
      <p:sp>
        <p:nvSpPr>
          <p:cNvPr id="17" name="Rechteck 16">
            <a:extLst>
              <a:ext uri="{FF2B5EF4-FFF2-40B4-BE49-F238E27FC236}">
                <a16:creationId xmlns:a16="http://schemas.microsoft.com/office/drawing/2014/main" id="{A862B115-6B1F-8307-8F14-F8EEECE66715}"/>
              </a:ext>
            </a:extLst>
          </p:cNvPr>
          <p:cNvSpPr>
            <a:spLocks/>
          </p:cNvSpPr>
          <p:nvPr/>
        </p:nvSpPr>
        <p:spPr bwMode="gray">
          <a:xfrm>
            <a:off x="8181534" y="4966993"/>
            <a:ext cx="3598126" cy="215332"/>
          </a:xfrm>
          <a:prstGeom prst="rect">
            <a:avLst/>
          </a:prstGeom>
          <a:noFill/>
          <a:ln>
            <a:noFill/>
          </a:ln>
          <a:effectLst/>
        </p:spPr>
        <p:txBody>
          <a:bodyPr wrap="square" lIns="0" tIns="0" rIns="0" bIns="0" numCol="1" spcCol="72000" rtlCol="0" anchor="ctr">
            <a:noAutofit/>
          </a:bodyPr>
          <a:lstStyle/>
          <a:p>
            <a:pPr>
              <a:spcAft>
                <a:spcPts val="300"/>
              </a:spcAft>
              <a:buClr>
                <a:schemeClr val="accent1"/>
              </a:buClr>
            </a:pPr>
            <a:r>
              <a:rPr lang="en-US" altLang="de-DE" sz="1399" b="1" dirty="0"/>
              <a:t>40 km</a:t>
            </a:r>
          </a:p>
        </p:txBody>
      </p:sp>
      <p:cxnSp>
        <p:nvCxnSpPr>
          <p:cNvPr id="18" name="Gerade Verbindung 19">
            <a:extLst>
              <a:ext uri="{FF2B5EF4-FFF2-40B4-BE49-F238E27FC236}">
                <a16:creationId xmlns:a16="http://schemas.microsoft.com/office/drawing/2014/main" id="{5900FCDA-29FC-096F-57DE-2EC15320650E}"/>
              </a:ext>
            </a:extLst>
          </p:cNvPr>
          <p:cNvCxnSpPr>
            <a:cxnSpLocks/>
          </p:cNvCxnSpPr>
          <p:nvPr/>
        </p:nvCxnSpPr>
        <p:spPr bwMode="gray">
          <a:xfrm>
            <a:off x="4377161" y="4881373"/>
            <a:ext cx="3598126"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19">
            <a:extLst>
              <a:ext uri="{FF2B5EF4-FFF2-40B4-BE49-F238E27FC236}">
                <a16:creationId xmlns:a16="http://schemas.microsoft.com/office/drawing/2014/main" id="{16B4CCE8-1ABB-900A-EDFD-0422179AFAC0}"/>
              </a:ext>
            </a:extLst>
          </p:cNvPr>
          <p:cNvCxnSpPr>
            <a:cxnSpLocks/>
          </p:cNvCxnSpPr>
          <p:nvPr/>
        </p:nvCxnSpPr>
        <p:spPr bwMode="gray">
          <a:xfrm>
            <a:off x="4377161" y="5261442"/>
            <a:ext cx="3598126"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19">
            <a:extLst>
              <a:ext uri="{FF2B5EF4-FFF2-40B4-BE49-F238E27FC236}">
                <a16:creationId xmlns:a16="http://schemas.microsoft.com/office/drawing/2014/main" id="{0597597E-2AA6-02FE-958A-6673F09F881F}"/>
              </a:ext>
            </a:extLst>
          </p:cNvPr>
          <p:cNvCxnSpPr>
            <a:cxnSpLocks/>
          </p:cNvCxnSpPr>
          <p:nvPr/>
        </p:nvCxnSpPr>
        <p:spPr bwMode="gray">
          <a:xfrm>
            <a:off x="4377161" y="5641511"/>
            <a:ext cx="3598126"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19">
            <a:extLst>
              <a:ext uri="{FF2B5EF4-FFF2-40B4-BE49-F238E27FC236}">
                <a16:creationId xmlns:a16="http://schemas.microsoft.com/office/drawing/2014/main" id="{820EC475-3C30-2566-4709-F32FC21D17AF}"/>
              </a:ext>
            </a:extLst>
          </p:cNvPr>
          <p:cNvCxnSpPr>
            <a:cxnSpLocks/>
          </p:cNvCxnSpPr>
          <p:nvPr/>
        </p:nvCxnSpPr>
        <p:spPr bwMode="gray">
          <a:xfrm>
            <a:off x="8146743" y="4121235"/>
            <a:ext cx="3598126"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 Verbindung 19">
            <a:extLst>
              <a:ext uri="{FF2B5EF4-FFF2-40B4-BE49-F238E27FC236}">
                <a16:creationId xmlns:a16="http://schemas.microsoft.com/office/drawing/2014/main" id="{46A1BD74-CC4E-1DC3-C516-0CBC3AA42276}"/>
              </a:ext>
            </a:extLst>
          </p:cNvPr>
          <p:cNvCxnSpPr>
            <a:cxnSpLocks/>
          </p:cNvCxnSpPr>
          <p:nvPr/>
        </p:nvCxnSpPr>
        <p:spPr bwMode="gray">
          <a:xfrm>
            <a:off x="8146743" y="4501304"/>
            <a:ext cx="3598126"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1" name="Gerade Verbindung 19">
            <a:extLst>
              <a:ext uri="{FF2B5EF4-FFF2-40B4-BE49-F238E27FC236}">
                <a16:creationId xmlns:a16="http://schemas.microsoft.com/office/drawing/2014/main" id="{C5C4506C-4788-53B3-49E8-58E18497C3BC}"/>
              </a:ext>
            </a:extLst>
          </p:cNvPr>
          <p:cNvCxnSpPr>
            <a:cxnSpLocks/>
          </p:cNvCxnSpPr>
          <p:nvPr/>
        </p:nvCxnSpPr>
        <p:spPr bwMode="gray">
          <a:xfrm>
            <a:off x="8146743" y="4881373"/>
            <a:ext cx="3598126"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19">
            <a:extLst>
              <a:ext uri="{FF2B5EF4-FFF2-40B4-BE49-F238E27FC236}">
                <a16:creationId xmlns:a16="http://schemas.microsoft.com/office/drawing/2014/main" id="{C3F4BC87-F879-54BF-C2A8-DF55A20DBC9C}"/>
              </a:ext>
            </a:extLst>
          </p:cNvPr>
          <p:cNvCxnSpPr>
            <a:cxnSpLocks/>
          </p:cNvCxnSpPr>
          <p:nvPr/>
        </p:nvCxnSpPr>
        <p:spPr bwMode="gray">
          <a:xfrm>
            <a:off x="8146743" y="5261442"/>
            <a:ext cx="3598126"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19">
            <a:extLst>
              <a:ext uri="{FF2B5EF4-FFF2-40B4-BE49-F238E27FC236}">
                <a16:creationId xmlns:a16="http://schemas.microsoft.com/office/drawing/2014/main" id="{8721E8DE-AC6B-992E-B5D8-4A900511808E}"/>
              </a:ext>
            </a:extLst>
          </p:cNvPr>
          <p:cNvCxnSpPr>
            <a:cxnSpLocks/>
          </p:cNvCxnSpPr>
          <p:nvPr/>
        </p:nvCxnSpPr>
        <p:spPr bwMode="gray">
          <a:xfrm>
            <a:off x="8146743" y="5641511"/>
            <a:ext cx="3598126"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pic>
        <p:nvPicPr>
          <p:cNvPr id="3" name="Grafik 2">
            <a:extLst>
              <a:ext uri="{FF2B5EF4-FFF2-40B4-BE49-F238E27FC236}">
                <a16:creationId xmlns:a16="http://schemas.microsoft.com/office/drawing/2014/main" id="{D5A67ABC-793E-87C1-A228-58D04804F888}"/>
              </a:ext>
            </a:extLst>
          </p:cNvPr>
          <p:cNvPicPr>
            <a:picLocks noChangeAspect="1"/>
          </p:cNvPicPr>
          <p:nvPr/>
        </p:nvPicPr>
        <p:blipFill>
          <a:blip r:embed="rId6"/>
          <a:stretch>
            <a:fillRect/>
          </a:stretch>
        </p:blipFill>
        <p:spPr>
          <a:xfrm>
            <a:off x="4943816" y="1935285"/>
            <a:ext cx="2013469" cy="1787278"/>
          </a:xfrm>
          <a:prstGeom prst="rect">
            <a:avLst/>
          </a:prstGeom>
        </p:spPr>
      </p:pic>
      <p:pic>
        <p:nvPicPr>
          <p:cNvPr id="24" name="Grafik 23">
            <a:extLst>
              <a:ext uri="{FF2B5EF4-FFF2-40B4-BE49-F238E27FC236}">
                <a16:creationId xmlns:a16="http://schemas.microsoft.com/office/drawing/2014/main" id="{75D65B7D-487B-2165-C369-7192D179BA31}"/>
              </a:ext>
            </a:extLst>
          </p:cNvPr>
          <p:cNvPicPr>
            <a:picLocks noChangeAspect="1"/>
          </p:cNvPicPr>
          <p:nvPr/>
        </p:nvPicPr>
        <p:blipFill>
          <a:blip r:embed="rId7"/>
          <a:stretch>
            <a:fillRect/>
          </a:stretch>
        </p:blipFill>
        <p:spPr>
          <a:xfrm>
            <a:off x="8395731" y="1887556"/>
            <a:ext cx="2675608" cy="1953194"/>
          </a:xfrm>
          <a:prstGeom prst="rect">
            <a:avLst/>
          </a:prstGeom>
        </p:spPr>
      </p:pic>
      <p:sp>
        <p:nvSpPr>
          <p:cNvPr id="25" name="Rechteck 24">
            <a:extLst>
              <a:ext uri="{FF2B5EF4-FFF2-40B4-BE49-F238E27FC236}">
                <a16:creationId xmlns:a16="http://schemas.microsoft.com/office/drawing/2014/main" id="{CFF4545D-72B8-3D9A-8872-0A2098FA1508}"/>
              </a:ext>
            </a:extLst>
          </p:cNvPr>
          <p:cNvSpPr/>
          <p:nvPr/>
        </p:nvSpPr>
        <p:spPr>
          <a:xfrm>
            <a:off x="4326667" y="1466001"/>
            <a:ext cx="3620167" cy="339590"/>
          </a:xfrm>
          <a:prstGeom prst="rect">
            <a:avLst/>
          </a:prstGeom>
          <a:solidFill>
            <a:srgbClr val="009999"/>
          </a:solidFill>
          <a:ln>
            <a:noFill/>
          </a:ln>
          <a:effectLst/>
        </p:spPr>
        <p:txBody>
          <a:bodyPr lIns="179906" tIns="71963" rIns="71963" bIns="71963" anchor="ctr" anchorCtr="0"/>
          <a:lstStyle/>
          <a:p>
            <a:pPr algn="ctr"/>
            <a:r>
              <a:rPr lang="en-US" sz="1600" dirty="0">
                <a:solidFill>
                  <a:schemeClr val="bg1"/>
                </a:solidFill>
              </a:rPr>
              <a:t>Redundant S7-1500R</a:t>
            </a:r>
          </a:p>
        </p:txBody>
      </p:sp>
      <p:sp>
        <p:nvSpPr>
          <p:cNvPr id="26" name="Rechteck 25">
            <a:extLst>
              <a:ext uri="{FF2B5EF4-FFF2-40B4-BE49-F238E27FC236}">
                <a16:creationId xmlns:a16="http://schemas.microsoft.com/office/drawing/2014/main" id="{448808C6-CBD1-38FA-DCA9-2DFD6872F761}"/>
              </a:ext>
            </a:extLst>
          </p:cNvPr>
          <p:cNvSpPr/>
          <p:nvPr/>
        </p:nvSpPr>
        <p:spPr>
          <a:xfrm>
            <a:off x="8135722" y="1471007"/>
            <a:ext cx="3620167" cy="339590"/>
          </a:xfrm>
          <a:prstGeom prst="rect">
            <a:avLst/>
          </a:prstGeom>
          <a:solidFill>
            <a:srgbClr val="006487"/>
          </a:solidFill>
          <a:ln>
            <a:noFill/>
          </a:ln>
          <a:effectLst/>
        </p:spPr>
        <p:txBody>
          <a:bodyPr lIns="179906" tIns="71963" rIns="71963" bIns="71963" anchor="ctr" anchorCtr="0"/>
          <a:lstStyle/>
          <a:p>
            <a:pPr algn="ctr"/>
            <a:r>
              <a:rPr lang="en-US" sz="1600" dirty="0"/>
              <a:t>High Available S7-1500H</a:t>
            </a:r>
          </a:p>
        </p:txBody>
      </p:sp>
    </p:spTree>
    <p:extLst>
      <p:ext uri="{BB962C8B-B14F-4D97-AF65-F5344CB8AC3E}">
        <p14:creationId xmlns:p14="http://schemas.microsoft.com/office/powerpoint/2010/main" val="1410991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08B6BC38-D0BC-4307-ADCD-35E2FA5CB8C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8" imgW="532" imgH="533" progId="TCLayout.ActiveDocument.1">
                  <p:embed/>
                </p:oleObj>
              </mc:Choice>
              <mc:Fallback>
                <p:oleObj name="think-cell Folie" r:id="rId48" imgW="532" imgH="533" progId="TCLayout.ActiveDocument.1">
                  <p:embed/>
                  <p:pic>
                    <p:nvPicPr>
                      <p:cNvPr id="7" name="Objekt 6" hidden="1">
                        <a:extLst>
                          <a:ext uri="{FF2B5EF4-FFF2-40B4-BE49-F238E27FC236}">
                            <a16:creationId xmlns:a16="http://schemas.microsoft.com/office/drawing/2014/main" id="{08B6BC38-D0BC-4307-ADCD-35E2FA5CB8C5}"/>
                          </a:ext>
                        </a:extLst>
                      </p:cNvPr>
                      <p:cNvPicPr/>
                      <p:nvPr/>
                    </p:nvPicPr>
                    <p:blipFill>
                      <a:blip r:embed="rId49"/>
                      <a:stretch>
                        <a:fillRect/>
                      </a:stretch>
                    </p:blipFill>
                    <p:spPr>
                      <a:xfrm>
                        <a:off x="1588" y="1588"/>
                        <a:ext cx="1588" cy="1588"/>
                      </a:xfrm>
                      <a:prstGeom prst="rect">
                        <a:avLst/>
                      </a:prstGeom>
                    </p:spPr>
                  </p:pic>
                </p:oleObj>
              </mc:Fallback>
            </mc:AlternateContent>
          </a:graphicData>
        </a:graphic>
      </p:graphicFrame>
      <p:sp>
        <p:nvSpPr>
          <p:cNvPr id="4" name="Titel 3"/>
          <p:cNvSpPr>
            <a:spLocks noGrp="1"/>
          </p:cNvSpPr>
          <p:nvPr>
            <p:ph type="title"/>
          </p:nvPr>
        </p:nvSpPr>
        <p:spPr/>
        <p:txBody>
          <a:bodyPr vert="horz"/>
          <a:lstStyle/>
          <a:p>
            <a:r>
              <a:rPr lang="en-US" dirty="0"/>
              <a:t>SIMATIC S7-1500 Redundant Systems</a:t>
            </a:r>
            <a:br>
              <a:rPr lang="en-US" dirty="0"/>
            </a:br>
            <a:r>
              <a:rPr lang="en-US" b="0" dirty="0"/>
              <a:t>CPU Types</a:t>
            </a:r>
          </a:p>
        </p:txBody>
      </p:sp>
      <p:sp>
        <p:nvSpPr>
          <p:cNvPr id="2" name="Fußzeilenplatzhalter 1">
            <a:extLst>
              <a:ext uri="{FF2B5EF4-FFF2-40B4-BE49-F238E27FC236}">
                <a16:creationId xmlns:a16="http://schemas.microsoft.com/office/drawing/2014/main" id="{15C1A62D-F920-48BB-B71A-F11DAC140589}"/>
              </a:ext>
            </a:extLst>
          </p:cNvPr>
          <p:cNvSpPr>
            <a:spLocks noGrp="1"/>
          </p:cNvSpPr>
          <p:nvPr>
            <p:ph type="ftr" sz="quarter" idx="10"/>
          </p:nvPr>
        </p:nvSpPr>
        <p:spPr/>
        <p:txBody>
          <a:bodyPr/>
          <a:lstStyle/>
          <a:p>
            <a:pPr>
              <a:lnSpc>
                <a:spcPct val="100000"/>
              </a:lnSpc>
            </a:pPr>
            <a:r>
              <a:rPr lang="en-US" dirty="0"/>
              <a:t>Unrestricted | © Siemens 2022 | DI FA | 08.12.2022</a:t>
            </a:r>
          </a:p>
        </p:txBody>
      </p:sp>
      <p:graphicFrame>
        <p:nvGraphicFramePr>
          <p:cNvPr id="6" name="Tabelle 5"/>
          <p:cNvGraphicFramePr>
            <a:graphicFrameLocks noGrp="1"/>
          </p:cNvGraphicFramePr>
          <p:nvPr>
            <p:extLst>
              <p:ext uri="{D42A27DB-BD31-4B8C-83A1-F6EECF244321}">
                <p14:modId xmlns:p14="http://schemas.microsoft.com/office/powerpoint/2010/main" val="1280072239"/>
              </p:ext>
            </p:extLst>
          </p:nvPr>
        </p:nvGraphicFramePr>
        <p:xfrm>
          <a:off x="632718" y="1450418"/>
          <a:ext cx="10141365" cy="2538564"/>
        </p:xfrm>
        <a:graphic>
          <a:graphicData uri="http://schemas.openxmlformats.org/drawingml/2006/table">
            <a:tbl>
              <a:tblPr firstRow="1" bandRow="1">
                <a:tableStyleId>{5C22544A-7EE6-4342-B048-85BDC9FD1C3A}</a:tableStyleId>
              </a:tblPr>
              <a:tblGrid>
                <a:gridCol w="1777061">
                  <a:extLst>
                    <a:ext uri="{9D8B030D-6E8A-4147-A177-3AD203B41FA5}">
                      <a16:colId xmlns:a16="http://schemas.microsoft.com/office/drawing/2014/main" val="20000"/>
                    </a:ext>
                  </a:extLst>
                </a:gridCol>
                <a:gridCol w="1873994">
                  <a:extLst>
                    <a:ext uri="{9D8B030D-6E8A-4147-A177-3AD203B41FA5}">
                      <a16:colId xmlns:a16="http://schemas.microsoft.com/office/drawing/2014/main" val="20001"/>
                    </a:ext>
                  </a:extLst>
                </a:gridCol>
                <a:gridCol w="1873994">
                  <a:extLst>
                    <a:ext uri="{9D8B030D-6E8A-4147-A177-3AD203B41FA5}">
                      <a16:colId xmlns:a16="http://schemas.microsoft.com/office/drawing/2014/main" val="20002"/>
                    </a:ext>
                  </a:extLst>
                </a:gridCol>
                <a:gridCol w="2344335">
                  <a:extLst>
                    <a:ext uri="{9D8B030D-6E8A-4147-A177-3AD203B41FA5}">
                      <a16:colId xmlns:a16="http://schemas.microsoft.com/office/drawing/2014/main" val="20003"/>
                    </a:ext>
                  </a:extLst>
                </a:gridCol>
                <a:gridCol w="2271981">
                  <a:extLst>
                    <a:ext uri="{9D8B030D-6E8A-4147-A177-3AD203B41FA5}">
                      <a16:colId xmlns:a16="http://schemas.microsoft.com/office/drawing/2014/main" val="3621043146"/>
                    </a:ext>
                  </a:extLst>
                </a:gridCol>
              </a:tblGrid>
              <a:tr h="457210">
                <a:tc>
                  <a:txBody>
                    <a:bodyPr/>
                    <a:lstStyle/>
                    <a:p>
                      <a:endParaRPr lang="de-DE" sz="1600" dirty="0"/>
                    </a:p>
                  </a:txBody>
                  <a:tcPr marL="91392" marR="91392" marT="45696" marB="45696"/>
                </a:tc>
                <a:tc>
                  <a:txBody>
                    <a:bodyPr/>
                    <a:lstStyle/>
                    <a:p>
                      <a:pPr algn="ctr"/>
                      <a:r>
                        <a:rPr lang="de-DE" sz="1400" b="1" dirty="0">
                          <a:solidFill>
                            <a:schemeClr val="bg1"/>
                          </a:solidFill>
                        </a:rPr>
                        <a:t>CPU 1513R-1 PN</a:t>
                      </a:r>
                      <a:endParaRPr lang="de-DE" sz="1600" b="1" dirty="0">
                        <a:solidFill>
                          <a:schemeClr val="bg1"/>
                        </a:solidFill>
                      </a:endParaRPr>
                    </a:p>
                    <a:p>
                      <a:pPr algn="ctr"/>
                      <a:r>
                        <a:rPr kumimoji="0" lang="de-DE" sz="1000" b="0" u="none" strike="noStrike" kern="1200" cap="none" spc="0" normalizeH="0" baseline="0" noProof="0" dirty="0">
                          <a:ln>
                            <a:noFill/>
                          </a:ln>
                          <a:solidFill>
                            <a:schemeClr val="bg1"/>
                          </a:solidFill>
                          <a:effectLst/>
                          <a:uLnTx/>
                          <a:uFillTx/>
                        </a:rPr>
                        <a:t>6ES7513-1R</a:t>
                      </a:r>
                      <a:r>
                        <a:rPr kumimoji="0" lang="de-DE" sz="1000" b="0" u="none" strike="noStrike" kern="1200" cap="none" spc="0" normalizeH="0" baseline="0" noProof="0" dirty="0">
                          <a:ln>
                            <a:noFill/>
                          </a:ln>
                          <a:solidFill>
                            <a:schemeClr val="bg1"/>
                          </a:solidFill>
                          <a:effectLst/>
                          <a:highlight>
                            <a:srgbClr val="FFFF00"/>
                          </a:highlight>
                          <a:uLnTx/>
                          <a:uFillTx/>
                        </a:rPr>
                        <a:t>M03</a:t>
                      </a:r>
                      <a:r>
                        <a:rPr kumimoji="0" lang="de-DE" sz="1000" b="0" u="none" strike="noStrike" kern="1200" cap="none" spc="0" normalizeH="0" baseline="0" noProof="0" dirty="0">
                          <a:ln>
                            <a:noFill/>
                          </a:ln>
                          <a:solidFill>
                            <a:schemeClr val="bg1"/>
                          </a:solidFill>
                          <a:effectLst/>
                          <a:uLnTx/>
                          <a:uFillTx/>
                        </a:rPr>
                        <a:t>-0AB0</a:t>
                      </a:r>
                      <a:endParaRPr kumimoji="0" lang="en-US" sz="1000" b="0" i="0" u="none" strike="noStrike" kern="1200" cap="none" spc="0" normalizeH="0" baseline="0" dirty="0">
                        <a:ln>
                          <a:noFill/>
                        </a:ln>
                        <a:solidFill>
                          <a:schemeClr val="bg1"/>
                        </a:solidFill>
                        <a:effectLst/>
                        <a:uLnTx/>
                        <a:uFillTx/>
                        <a:latin typeface="+mn-lt"/>
                        <a:ea typeface="ＭＳ Ｐゴシック" charset="-128"/>
                        <a:cs typeface="+mn-cs"/>
                      </a:endParaRPr>
                    </a:p>
                  </a:txBody>
                  <a:tcPr marL="91392" marR="91392" marT="45696" marB="4569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400" b="1" dirty="0">
                          <a:solidFill>
                            <a:schemeClr val="bg1"/>
                          </a:solidFill>
                        </a:rPr>
                        <a:t>CPU 1515R-2 PN</a:t>
                      </a:r>
                      <a:r>
                        <a:rPr lang="de-DE" sz="1600" b="1" dirty="0">
                          <a:solidFill>
                            <a:schemeClr val="bg1"/>
                          </a:solidFill>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000" b="0" u="none" strike="noStrike" kern="1200" cap="none" spc="0" normalizeH="0" baseline="0" noProof="0" dirty="0">
                          <a:ln>
                            <a:noFill/>
                          </a:ln>
                          <a:solidFill>
                            <a:schemeClr val="bg1"/>
                          </a:solidFill>
                          <a:effectLst/>
                          <a:uLnTx/>
                          <a:uFillTx/>
                        </a:rPr>
                        <a:t>6ES7515-2R</a:t>
                      </a:r>
                      <a:r>
                        <a:rPr kumimoji="0" lang="de-DE" sz="1000" b="0" u="none" strike="noStrike" kern="1200" cap="none" spc="0" normalizeH="0" baseline="0" noProof="0" dirty="0">
                          <a:ln>
                            <a:noFill/>
                          </a:ln>
                          <a:solidFill>
                            <a:schemeClr val="bg1"/>
                          </a:solidFill>
                          <a:effectLst/>
                          <a:highlight>
                            <a:srgbClr val="FFFF00"/>
                          </a:highlight>
                          <a:uLnTx/>
                          <a:uFillTx/>
                        </a:rPr>
                        <a:t>N03</a:t>
                      </a:r>
                      <a:r>
                        <a:rPr kumimoji="0" lang="de-DE" sz="1000" b="0" u="none" strike="noStrike" kern="1200" cap="none" spc="0" normalizeH="0" baseline="0" noProof="0" dirty="0">
                          <a:ln>
                            <a:noFill/>
                          </a:ln>
                          <a:solidFill>
                            <a:schemeClr val="bg1"/>
                          </a:solidFill>
                          <a:effectLst/>
                          <a:uLnTx/>
                          <a:uFillTx/>
                        </a:rPr>
                        <a:t>-0AB0 </a:t>
                      </a:r>
                      <a:endParaRPr lang="de-DE" sz="1000" b="0" dirty="0">
                        <a:solidFill>
                          <a:schemeClr val="bg1"/>
                        </a:solidFill>
                      </a:endParaRPr>
                    </a:p>
                  </a:txBody>
                  <a:tcPr marL="91392" marR="91392" marT="45696" marB="45696"/>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400" b="1" dirty="0">
                          <a:solidFill>
                            <a:schemeClr val="tx1"/>
                          </a:solidFill>
                        </a:rPr>
                        <a:t>CPU 1517H-3 PN</a:t>
                      </a:r>
                      <a:endParaRPr lang="de-DE" sz="1600" b="1" dirty="0">
                        <a:solidFill>
                          <a:schemeClr val="tx1"/>
                        </a:solidFill>
                      </a:endParaRPr>
                    </a:p>
                    <a:p>
                      <a:pPr marL="0" marR="0" lvl="0" indent="0" algn="ctr" defTabSz="914400" rtl="0" eaLnBrk="1" fontAlgn="base" latinLnBrk="0" hangingPunct="1">
                        <a:lnSpc>
                          <a:spcPct val="100000"/>
                        </a:lnSpc>
                        <a:spcBef>
                          <a:spcPct val="0"/>
                        </a:spcBef>
                        <a:spcAft>
                          <a:spcPct val="0"/>
                        </a:spcAft>
                        <a:buClr>
                          <a:srgbClr val="949EAA"/>
                        </a:buClr>
                        <a:buSzTx/>
                        <a:buFontTx/>
                        <a:buNone/>
                        <a:tabLst/>
                        <a:defRPr/>
                      </a:pPr>
                      <a:r>
                        <a:rPr kumimoji="0" lang="de-DE" sz="1000" b="0" u="none" strike="noStrike" kern="1200" cap="none" spc="0" normalizeH="0" baseline="0" noProof="0" dirty="0">
                          <a:ln>
                            <a:noFill/>
                          </a:ln>
                          <a:solidFill>
                            <a:schemeClr val="tx1"/>
                          </a:solidFill>
                          <a:effectLst/>
                          <a:uLnTx/>
                          <a:uFillTx/>
                        </a:rPr>
                        <a:t>6ES7517-3HP00-0AB0</a:t>
                      </a:r>
                      <a:endParaRPr kumimoji="0" lang="de-DE" sz="1000" b="0" i="0" u="none" strike="noStrike" kern="1200" cap="none" spc="0" normalizeH="0" baseline="0" noProof="0" dirty="0">
                        <a:ln>
                          <a:noFill/>
                        </a:ln>
                        <a:solidFill>
                          <a:schemeClr val="tx1"/>
                        </a:solidFill>
                        <a:effectLst/>
                        <a:uLnTx/>
                        <a:uFillTx/>
                        <a:latin typeface="+mn-lt"/>
                        <a:ea typeface="ＭＳ Ｐゴシック" charset="-128"/>
                        <a:cs typeface="+mn-cs"/>
                      </a:endParaRPr>
                    </a:p>
                  </a:txBody>
                  <a:tcPr marL="91392" marR="91392" marT="45696" marB="45696">
                    <a:solidFill>
                      <a:srgbClr val="00648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400" b="1" dirty="0">
                          <a:solidFill>
                            <a:schemeClr val="tx1"/>
                          </a:solidFill>
                        </a:rPr>
                        <a:t>CPU 1518HF-4 PN</a:t>
                      </a:r>
                      <a:endParaRPr lang="de-DE" sz="1600" b="1" dirty="0">
                        <a:solidFill>
                          <a:schemeClr val="tx1"/>
                        </a:solidFill>
                      </a:endParaRPr>
                    </a:p>
                    <a:p>
                      <a:pPr marL="0" marR="0" lvl="0" indent="0" algn="ctr" defTabSz="914400" rtl="0" eaLnBrk="1" fontAlgn="base" latinLnBrk="0" hangingPunct="1">
                        <a:lnSpc>
                          <a:spcPct val="100000"/>
                        </a:lnSpc>
                        <a:spcBef>
                          <a:spcPct val="0"/>
                        </a:spcBef>
                        <a:spcAft>
                          <a:spcPct val="0"/>
                        </a:spcAft>
                        <a:buClr>
                          <a:srgbClr val="949EAA"/>
                        </a:buClr>
                        <a:buSzTx/>
                        <a:buFontTx/>
                        <a:buNone/>
                        <a:tabLst/>
                        <a:defRPr/>
                      </a:pPr>
                      <a:r>
                        <a:rPr kumimoji="0" lang="de-DE" sz="1000" b="0" u="none" strike="noStrike" kern="1200" cap="none" spc="0" normalizeH="0" baseline="0" noProof="0" dirty="0">
                          <a:ln>
                            <a:noFill/>
                          </a:ln>
                          <a:solidFill>
                            <a:schemeClr val="tx1"/>
                          </a:solidFill>
                          <a:effectLst/>
                          <a:uLnTx/>
                          <a:uFillTx/>
                        </a:rPr>
                        <a:t>6ES7518-4JP00-0AB0</a:t>
                      </a:r>
                      <a:endParaRPr kumimoji="0" lang="de-DE" sz="1000" b="0" i="0" u="none" strike="noStrike" kern="1200" cap="none" spc="0" normalizeH="0" baseline="0" noProof="0" dirty="0">
                        <a:ln>
                          <a:noFill/>
                        </a:ln>
                        <a:solidFill>
                          <a:schemeClr val="tx1"/>
                        </a:solidFill>
                        <a:effectLst/>
                        <a:uLnTx/>
                        <a:uFillTx/>
                        <a:latin typeface="+mn-lt"/>
                        <a:ea typeface="ＭＳ Ｐゴシック" charset="-128"/>
                        <a:cs typeface="+mn-cs"/>
                      </a:endParaRPr>
                    </a:p>
                  </a:txBody>
                  <a:tcPr marL="91392" marR="91392" marT="45696" marB="45696">
                    <a:solidFill>
                      <a:srgbClr val="006487"/>
                    </a:solidFill>
                  </a:tcPr>
                </a:tc>
                <a:extLst>
                  <a:ext uri="{0D108BD9-81ED-4DB2-BD59-A6C34878D82A}">
                    <a16:rowId xmlns:a16="http://schemas.microsoft.com/office/drawing/2014/main" val="10000"/>
                  </a:ext>
                </a:extLst>
              </a:tr>
              <a:tr h="611681">
                <a:tc>
                  <a: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de-DE" sz="1600" b="1" u="none" strike="noStrike" kern="1200" cap="none" spc="0" normalizeH="0" baseline="0" noProof="0" dirty="0">
                          <a:ln>
                            <a:noFill/>
                          </a:ln>
                          <a:solidFill>
                            <a:schemeClr val="bg1"/>
                          </a:solidFill>
                          <a:effectLst/>
                          <a:uLnTx/>
                          <a:uFillTx/>
                        </a:rPr>
                        <a:t>Program/</a:t>
                      </a:r>
                      <a:br>
                        <a:rPr kumimoji="0" lang="de-DE" sz="1600" b="1" u="none" strike="noStrike" kern="1200" cap="none" spc="0" normalizeH="0" baseline="0" noProof="0" dirty="0">
                          <a:ln>
                            <a:noFill/>
                          </a:ln>
                          <a:solidFill>
                            <a:schemeClr val="bg1"/>
                          </a:solidFill>
                          <a:effectLst/>
                          <a:uLnTx/>
                          <a:uFillTx/>
                        </a:rPr>
                      </a:br>
                      <a:r>
                        <a:rPr kumimoji="0" lang="de-DE" sz="1600" b="1" u="none" strike="noStrike" kern="1200" cap="none" spc="0" normalizeH="0" baseline="0" noProof="0" dirty="0">
                          <a:ln>
                            <a:noFill/>
                          </a:ln>
                          <a:solidFill>
                            <a:schemeClr val="bg1"/>
                          </a:solidFill>
                          <a:effectLst/>
                          <a:uLnTx/>
                          <a:uFillTx/>
                        </a:rPr>
                        <a:t>Memory</a:t>
                      </a:r>
                      <a:endParaRPr kumimoji="0" lang="de-DE" sz="1600" b="1" i="0" u="none" strike="noStrike" kern="1200" cap="none" spc="0" normalizeH="0" baseline="0" noProof="0" dirty="0">
                        <a:ln>
                          <a:noFill/>
                        </a:ln>
                        <a:solidFill>
                          <a:schemeClr val="bg1"/>
                        </a:solidFill>
                        <a:effectLst/>
                        <a:uLnTx/>
                        <a:uFillTx/>
                        <a:latin typeface="Arial" pitchFamily="34" charset="0"/>
                        <a:ea typeface="ＭＳ Ｐゴシック" charset="-128"/>
                        <a:cs typeface="+mn-cs"/>
                      </a:endParaRPr>
                    </a:p>
                  </a:txBody>
                  <a:tcPr marL="91392" marR="91392" marT="45696" marB="45696"/>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600" b="0" u="none" strike="noStrike" kern="1200" cap="none" spc="0" normalizeH="0" baseline="0" noProof="0" dirty="0">
                          <a:ln>
                            <a:noFill/>
                          </a:ln>
                          <a:solidFill>
                            <a:schemeClr val="bg1"/>
                          </a:solidFill>
                          <a:effectLst/>
                          <a:uLnTx/>
                          <a:uFillTx/>
                        </a:rPr>
                        <a:t>600 kB Code </a:t>
                      </a:r>
                      <a:br>
                        <a:rPr kumimoji="0" lang="de-DE" sz="1600" b="0" u="none" strike="noStrike" kern="1200" cap="none" spc="0" normalizeH="0" baseline="0" noProof="0" dirty="0">
                          <a:ln>
                            <a:noFill/>
                          </a:ln>
                          <a:solidFill>
                            <a:schemeClr val="bg1"/>
                          </a:solidFill>
                          <a:effectLst/>
                          <a:uLnTx/>
                          <a:uFillTx/>
                        </a:rPr>
                      </a:br>
                      <a:r>
                        <a:rPr kumimoji="0" lang="de-DE" sz="1600" b="0" u="none" strike="noStrike" kern="1200" cap="none" spc="0" normalizeH="0" baseline="0" noProof="0" dirty="0">
                          <a:ln>
                            <a:noFill/>
                          </a:ln>
                          <a:solidFill>
                            <a:schemeClr val="bg1"/>
                          </a:solidFill>
                          <a:effectLst/>
                          <a:uLnTx/>
                          <a:uFillTx/>
                        </a:rPr>
                        <a:t>2.5 MB of data</a:t>
                      </a:r>
                      <a:endParaRPr kumimoji="0" lang="de-DE" sz="1600" b="0" i="0" u="none" strike="noStrike" kern="1200" cap="none" spc="0" normalizeH="0" baseline="0" noProof="0" dirty="0">
                        <a:ln>
                          <a:noFill/>
                        </a:ln>
                        <a:solidFill>
                          <a:schemeClr val="bg1"/>
                        </a:solidFill>
                        <a:effectLst/>
                        <a:uLnTx/>
                        <a:uFillTx/>
                        <a:latin typeface="Arial" pitchFamily="34" charset="0"/>
                        <a:ea typeface="ＭＳ Ｐゴシック" charset="-128"/>
                        <a:cs typeface="+mn-cs"/>
                      </a:endParaRPr>
                    </a:p>
                  </a:txBody>
                  <a:tcPr marL="91392" marR="91392" marT="45696" marB="45696"/>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600" b="0" u="none" strike="noStrike" kern="1200" cap="none" spc="0" normalizeH="0" baseline="0" dirty="0">
                          <a:ln>
                            <a:noFill/>
                          </a:ln>
                          <a:solidFill>
                            <a:schemeClr val="bg1"/>
                          </a:solidFill>
                          <a:effectLst/>
                          <a:uLnTx/>
                          <a:uFillTx/>
                        </a:rPr>
                        <a:t>1 MB Code </a:t>
                      </a:r>
                      <a:br>
                        <a:rPr kumimoji="0" lang="de-DE" sz="1600" b="0" u="none" strike="noStrike" kern="1200" cap="none" spc="0" normalizeH="0" baseline="0" dirty="0">
                          <a:ln>
                            <a:noFill/>
                          </a:ln>
                          <a:solidFill>
                            <a:schemeClr val="bg1"/>
                          </a:solidFill>
                          <a:effectLst/>
                          <a:uLnTx/>
                          <a:uFillTx/>
                        </a:rPr>
                      </a:br>
                      <a:r>
                        <a:rPr kumimoji="0" lang="de-DE" sz="1600" b="0" u="none" strike="noStrike" kern="1200" cap="none" spc="0" normalizeH="0" baseline="0" dirty="0">
                          <a:ln>
                            <a:noFill/>
                          </a:ln>
                          <a:solidFill>
                            <a:schemeClr val="bg1"/>
                          </a:solidFill>
                          <a:effectLst/>
                          <a:uLnTx/>
                          <a:uFillTx/>
                        </a:rPr>
                        <a:t>4.5 MB of data</a:t>
                      </a:r>
                      <a:endParaRPr kumimoji="0" lang="de-DE" sz="1600" b="0" i="0" u="none" strike="noStrike" kern="1200" cap="none" spc="0" normalizeH="0" baseline="0" dirty="0">
                        <a:ln>
                          <a:noFill/>
                        </a:ln>
                        <a:solidFill>
                          <a:schemeClr val="bg1"/>
                        </a:solidFill>
                        <a:effectLst/>
                        <a:uLnTx/>
                        <a:uFillTx/>
                        <a:latin typeface="Arial" pitchFamily="34" charset="0"/>
                        <a:ea typeface="ＭＳ Ｐゴシック" charset="-128"/>
                        <a:cs typeface="+mn-cs"/>
                      </a:endParaRPr>
                    </a:p>
                  </a:txBody>
                  <a:tcPr marL="91392" marR="91392" marT="45696" marB="45696"/>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600" b="0" u="none" strike="noStrike" kern="1200" cap="none" spc="0" normalizeH="0" baseline="0" dirty="0">
                          <a:ln>
                            <a:noFill/>
                          </a:ln>
                          <a:solidFill>
                            <a:schemeClr val="bg1"/>
                          </a:solidFill>
                          <a:effectLst/>
                          <a:uLnTx/>
                          <a:uFillTx/>
                        </a:rPr>
                        <a:t>2 MB Code </a:t>
                      </a:r>
                      <a:br>
                        <a:rPr kumimoji="0" lang="de-DE" sz="1600" b="0" u="none" strike="noStrike" kern="1200" cap="none" spc="0" normalizeH="0" baseline="0" dirty="0">
                          <a:ln>
                            <a:noFill/>
                          </a:ln>
                          <a:solidFill>
                            <a:schemeClr val="bg1"/>
                          </a:solidFill>
                          <a:effectLst/>
                          <a:uLnTx/>
                          <a:uFillTx/>
                        </a:rPr>
                      </a:br>
                      <a:r>
                        <a:rPr kumimoji="0" lang="de-DE" sz="1600" b="0" u="none" strike="noStrike" kern="1200" cap="none" spc="0" normalizeH="0" baseline="0" dirty="0">
                          <a:ln>
                            <a:noFill/>
                          </a:ln>
                          <a:solidFill>
                            <a:schemeClr val="bg1"/>
                          </a:solidFill>
                          <a:effectLst/>
                          <a:uLnTx/>
                          <a:uFillTx/>
                        </a:rPr>
                        <a:t>8 MB data</a:t>
                      </a:r>
                      <a:endParaRPr kumimoji="0" lang="de-DE" sz="1600" b="0" i="0" u="none" strike="noStrike" kern="1200" cap="none" spc="0" normalizeH="0" baseline="0" dirty="0">
                        <a:ln>
                          <a:noFill/>
                        </a:ln>
                        <a:solidFill>
                          <a:schemeClr val="bg1"/>
                        </a:solidFill>
                        <a:effectLst/>
                        <a:uLnTx/>
                        <a:uFillTx/>
                        <a:latin typeface="Arial" pitchFamily="34" charset="0"/>
                        <a:ea typeface="ＭＳ Ｐゴシック" charset="-128"/>
                        <a:cs typeface="+mn-cs"/>
                      </a:endParaRPr>
                    </a:p>
                  </a:txBody>
                  <a:tcPr marL="91392" marR="91392" marT="45696" marB="45696"/>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600" b="0" u="none" strike="noStrike" kern="1200" cap="none" spc="0" normalizeH="0" baseline="0" dirty="0">
                          <a:ln>
                            <a:noFill/>
                          </a:ln>
                          <a:solidFill>
                            <a:schemeClr val="bg1"/>
                          </a:solidFill>
                          <a:effectLst/>
                          <a:uLnTx/>
                          <a:uFillTx/>
                        </a:rPr>
                        <a:t>9 MB Code </a:t>
                      </a:r>
                      <a:br>
                        <a:rPr kumimoji="0" lang="de-DE" sz="1600" b="0" u="none" strike="noStrike" kern="1200" cap="none" spc="0" normalizeH="0" baseline="0" dirty="0">
                          <a:ln>
                            <a:noFill/>
                          </a:ln>
                          <a:solidFill>
                            <a:schemeClr val="bg1"/>
                          </a:solidFill>
                          <a:effectLst/>
                          <a:uLnTx/>
                          <a:uFillTx/>
                        </a:rPr>
                      </a:br>
                      <a:r>
                        <a:rPr kumimoji="0" lang="de-DE" sz="1600" b="0" u="none" strike="noStrike" kern="1200" cap="none" spc="0" normalizeH="0" baseline="0" dirty="0">
                          <a:ln>
                            <a:noFill/>
                          </a:ln>
                          <a:solidFill>
                            <a:schemeClr val="bg1"/>
                          </a:solidFill>
                          <a:effectLst/>
                          <a:uLnTx/>
                          <a:uFillTx/>
                        </a:rPr>
                        <a:t>60 MB data</a:t>
                      </a:r>
                      <a:endParaRPr kumimoji="0" lang="de-DE" sz="1600" b="0" i="0" u="none" strike="noStrike" kern="1200" cap="none" spc="0" normalizeH="0" baseline="0" dirty="0">
                        <a:ln>
                          <a:noFill/>
                        </a:ln>
                        <a:solidFill>
                          <a:schemeClr val="bg1"/>
                        </a:solidFill>
                        <a:effectLst/>
                        <a:uLnTx/>
                        <a:uFillTx/>
                        <a:latin typeface="Arial" pitchFamily="34" charset="0"/>
                        <a:ea typeface="ＭＳ Ｐゴシック" charset="-128"/>
                        <a:cs typeface="+mn-cs"/>
                      </a:endParaRPr>
                    </a:p>
                  </a:txBody>
                  <a:tcPr marL="91392" marR="91392" marT="45696" marB="45696"/>
                </a:tc>
                <a:extLst>
                  <a:ext uri="{0D108BD9-81ED-4DB2-BD59-A6C34878D82A}">
                    <a16:rowId xmlns:a16="http://schemas.microsoft.com/office/drawing/2014/main" val="10001"/>
                  </a:ext>
                </a:extLst>
              </a:tr>
              <a:tr h="719625">
                <a:tc>
                  <a:txBody>
                    <a:bodyPr/>
                    <a:lstStyle/>
                    <a:p>
                      <a:r>
                        <a:rPr lang="de-DE" sz="1600" b="1" dirty="0">
                          <a:solidFill>
                            <a:schemeClr val="bg1"/>
                          </a:solidFill>
                        </a:rPr>
                        <a:t>Interfaces</a:t>
                      </a:r>
                      <a:endParaRPr lang="en-US" sz="1600" dirty="0">
                        <a:solidFill>
                          <a:schemeClr val="bg1"/>
                        </a:solidFill>
                      </a:endParaRPr>
                    </a:p>
                  </a:txBody>
                  <a:tcPr marL="91392" marR="91392" marT="45696" marB="45696"/>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de-DE" sz="1600" b="0" i="0" u="none" strike="noStrike" kern="1200" cap="none" spc="0" normalizeH="0" baseline="0" dirty="0">
                        <a:ln>
                          <a:noFill/>
                        </a:ln>
                        <a:solidFill>
                          <a:schemeClr val="bg1"/>
                        </a:solidFill>
                        <a:effectLst/>
                        <a:uLnTx/>
                        <a:uFillTx/>
                        <a:latin typeface="Arial" pitchFamily="34" charset="0"/>
                        <a:ea typeface="ＭＳ Ｐゴシック" charset="-128"/>
                        <a:cs typeface="+mn-cs"/>
                      </a:endParaRPr>
                    </a:p>
                  </a:txBody>
                  <a:tcPr marL="91392" marR="91392" marT="45696" marB="45696"/>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de-DE" sz="1600" b="0" i="0" u="none" strike="noStrike" kern="1200" cap="none" spc="0" normalizeH="0" baseline="0" dirty="0">
                        <a:ln>
                          <a:noFill/>
                        </a:ln>
                        <a:solidFill>
                          <a:schemeClr val="bg1"/>
                        </a:solidFill>
                        <a:effectLst/>
                        <a:uLnTx/>
                        <a:uFillTx/>
                        <a:latin typeface="Arial" pitchFamily="34" charset="0"/>
                        <a:ea typeface="ＭＳ Ｐゴシック" charset="-128"/>
                        <a:cs typeface="+mn-cs"/>
                      </a:endParaRPr>
                    </a:p>
                  </a:txBody>
                  <a:tcPr marL="91392" marR="91392" marT="45696" marB="45696"/>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de-DE" sz="1600" b="0" i="0" u="none" strike="noStrike" kern="1200" cap="none" spc="0" normalizeH="0" baseline="0" dirty="0">
                        <a:ln>
                          <a:noFill/>
                        </a:ln>
                        <a:solidFill>
                          <a:schemeClr val="bg1"/>
                        </a:solidFill>
                        <a:effectLst/>
                        <a:uLnTx/>
                        <a:uFillTx/>
                        <a:latin typeface="Arial" pitchFamily="34" charset="0"/>
                        <a:ea typeface="ＭＳ Ｐゴシック" charset="-128"/>
                        <a:cs typeface="+mn-cs"/>
                      </a:endParaRPr>
                    </a:p>
                  </a:txBody>
                  <a:tcPr marL="91392" marR="91392" marT="45696" marB="45696"/>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de-DE" sz="1600" b="0" i="0" u="none" strike="noStrike" kern="1200" cap="none" spc="0" normalizeH="0" baseline="0" dirty="0">
                        <a:ln>
                          <a:noFill/>
                        </a:ln>
                        <a:solidFill>
                          <a:schemeClr val="bg1"/>
                        </a:solidFill>
                        <a:effectLst/>
                        <a:uLnTx/>
                        <a:uFillTx/>
                        <a:latin typeface="Arial" pitchFamily="34" charset="0"/>
                        <a:ea typeface="ＭＳ Ｐゴシック" charset="-128"/>
                        <a:cs typeface="+mn-cs"/>
                      </a:endParaRPr>
                    </a:p>
                  </a:txBody>
                  <a:tcPr marL="91392" marR="91392" marT="45696" marB="45696"/>
                </a:tc>
                <a:extLst>
                  <a:ext uri="{0D108BD9-81ED-4DB2-BD59-A6C34878D82A}">
                    <a16:rowId xmlns:a16="http://schemas.microsoft.com/office/drawing/2014/main" val="10002"/>
                  </a:ext>
                </a:extLst>
              </a:tr>
              <a:tr h="359813">
                <a:tc>
                  <a:txBody>
                    <a:bodyPr/>
                    <a:lstStyle/>
                    <a:p>
                      <a:pPr marL="0" algn="l" defTabSz="914400" rtl="0" eaLnBrk="1" latinLnBrk="0" hangingPunct="1"/>
                      <a:r>
                        <a:rPr lang="de-DE" sz="1600" b="1" kern="1200" dirty="0">
                          <a:solidFill>
                            <a:schemeClr val="bg1"/>
                          </a:solidFill>
                        </a:rPr>
                        <a:t>Firmware</a:t>
                      </a:r>
                      <a:endParaRPr lang="de-DE" sz="1600" b="1" kern="1200" dirty="0">
                        <a:solidFill>
                          <a:schemeClr val="bg1"/>
                        </a:solidFill>
                        <a:latin typeface="+mn-lt"/>
                        <a:ea typeface="+mn-ea"/>
                        <a:cs typeface="+mn-cs"/>
                      </a:endParaRPr>
                    </a:p>
                  </a:txBody>
                  <a:tcPr marL="91392" marR="91392" marT="45696" marB="45696"/>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200" b="0" u="none" strike="noStrike" kern="1200" cap="none" spc="0" normalizeH="0" baseline="0" dirty="0">
                          <a:ln>
                            <a:noFill/>
                          </a:ln>
                          <a:solidFill>
                            <a:schemeClr val="bg1"/>
                          </a:solidFill>
                          <a:effectLst/>
                          <a:uLnTx/>
                          <a:uFillTx/>
                        </a:rPr>
                        <a:t>From V3.0</a:t>
                      </a:r>
                      <a:endParaRPr kumimoji="0" lang="de-DE" sz="1200" b="0" i="0" u="none" strike="noStrike" kern="1200" cap="none" spc="0" normalizeH="0" baseline="0" dirty="0">
                        <a:ln>
                          <a:noFill/>
                        </a:ln>
                        <a:solidFill>
                          <a:schemeClr val="bg1"/>
                        </a:solidFill>
                        <a:effectLst/>
                        <a:uLnTx/>
                        <a:uFillTx/>
                        <a:latin typeface="Arial" pitchFamily="34" charset="0"/>
                        <a:ea typeface="ＭＳ Ｐゴシック" charset="-128"/>
                        <a:cs typeface="+mn-cs"/>
                      </a:endParaRPr>
                    </a:p>
                  </a:txBody>
                  <a:tcPr marL="91392" marR="91392" marT="45696" marB="45696"/>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200" b="0" u="none" strike="noStrike" kern="1200" cap="none" spc="0" normalizeH="0" baseline="0" dirty="0">
                          <a:ln>
                            <a:noFill/>
                          </a:ln>
                          <a:solidFill>
                            <a:schemeClr val="bg1"/>
                          </a:solidFill>
                          <a:effectLst/>
                          <a:uLnTx/>
                          <a:uFillTx/>
                        </a:rPr>
                        <a:t>From V3.0</a:t>
                      </a:r>
                      <a:endParaRPr kumimoji="0" lang="de-DE" sz="1200" b="0" i="0" u="none" strike="noStrike" kern="1200" cap="none" spc="0" normalizeH="0" baseline="0" dirty="0">
                        <a:ln>
                          <a:noFill/>
                        </a:ln>
                        <a:solidFill>
                          <a:schemeClr val="bg1"/>
                        </a:solidFill>
                        <a:effectLst/>
                        <a:uLnTx/>
                        <a:uFillTx/>
                        <a:latin typeface="Arial" pitchFamily="34" charset="0"/>
                        <a:ea typeface="ＭＳ Ｐゴシック" charset="-128"/>
                        <a:cs typeface="+mn-cs"/>
                      </a:endParaRPr>
                    </a:p>
                  </a:txBody>
                  <a:tcPr marL="91392" marR="91392" marT="45696" marB="45696"/>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200" b="0" u="none" strike="noStrike" kern="1200" cap="none" spc="0" normalizeH="0" baseline="0" dirty="0">
                          <a:ln>
                            <a:noFill/>
                          </a:ln>
                          <a:solidFill>
                            <a:schemeClr val="bg1"/>
                          </a:solidFill>
                          <a:effectLst/>
                          <a:uLnTx/>
                          <a:uFillTx/>
                        </a:rPr>
                        <a:t>From V2.6</a:t>
                      </a:r>
                      <a:endParaRPr kumimoji="0" lang="de-DE" sz="1200" b="0" i="0" u="none" strike="noStrike" kern="1200" cap="none" spc="0" normalizeH="0" baseline="0" dirty="0">
                        <a:ln>
                          <a:noFill/>
                        </a:ln>
                        <a:solidFill>
                          <a:schemeClr val="bg1"/>
                        </a:solidFill>
                        <a:effectLst/>
                        <a:uLnTx/>
                        <a:uFillTx/>
                        <a:latin typeface="Arial" pitchFamily="34" charset="0"/>
                        <a:ea typeface="ＭＳ Ｐゴシック" charset="-128"/>
                        <a:cs typeface="+mn-cs"/>
                      </a:endParaRPr>
                    </a:p>
                  </a:txBody>
                  <a:tcPr marL="91392" marR="91392" marT="45696" marB="45696"/>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200" b="0" u="none" strike="noStrike" kern="1200" cap="none" spc="0" normalizeH="0" baseline="0" dirty="0">
                          <a:ln>
                            <a:noFill/>
                          </a:ln>
                          <a:solidFill>
                            <a:schemeClr val="bg1"/>
                          </a:solidFill>
                          <a:effectLst/>
                          <a:uLnTx/>
                          <a:uFillTx/>
                        </a:rPr>
                        <a:t>From V2.8</a:t>
                      </a:r>
                      <a:endParaRPr kumimoji="0" lang="de-DE" sz="1200" b="0" i="0" u="none" strike="noStrike" kern="1200" cap="none" spc="0" normalizeH="0" baseline="0" dirty="0">
                        <a:ln>
                          <a:noFill/>
                        </a:ln>
                        <a:solidFill>
                          <a:schemeClr val="bg1"/>
                        </a:solidFill>
                        <a:effectLst/>
                        <a:uLnTx/>
                        <a:uFillTx/>
                        <a:latin typeface="Arial" pitchFamily="34" charset="0"/>
                        <a:ea typeface="ＭＳ Ｐゴシック" charset="-128"/>
                        <a:cs typeface="+mn-cs"/>
                      </a:endParaRPr>
                    </a:p>
                  </a:txBody>
                  <a:tcPr marL="91392" marR="91392" marT="45696" marB="45696"/>
                </a:tc>
                <a:extLst>
                  <a:ext uri="{0D108BD9-81ED-4DB2-BD59-A6C34878D82A}">
                    <a16:rowId xmlns:a16="http://schemas.microsoft.com/office/drawing/2014/main" val="2004512690"/>
                  </a:ext>
                </a:extLst>
              </a:tr>
              <a:tr h="359813">
                <a:tc>
                  <a:txBody>
                    <a:bodyPr/>
                    <a:lstStyle/>
                    <a:p>
                      <a:pPr marL="0" algn="l" defTabSz="914400" rtl="0" eaLnBrk="1" latinLnBrk="0" hangingPunct="1"/>
                      <a:r>
                        <a:rPr lang="de-DE" sz="1600" b="1" kern="1200" dirty="0">
                          <a:solidFill>
                            <a:schemeClr val="bg1"/>
                          </a:solidFill>
                        </a:rPr>
                        <a:t>SIPLUS variant</a:t>
                      </a:r>
                      <a:endParaRPr lang="de-DE" sz="1600" b="1" kern="1200" dirty="0">
                        <a:solidFill>
                          <a:schemeClr val="bg1"/>
                        </a:solidFill>
                        <a:latin typeface="+mn-lt"/>
                        <a:ea typeface="+mn-ea"/>
                        <a:cs typeface="+mn-cs"/>
                      </a:endParaRPr>
                    </a:p>
                  </a:txBody>
                  <a:tcPr marL="91392" marR="91392" marT="45696" marB="45696"/>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600" b="0" u="none" strike="noStrike" kern="1200" cap="none" spc="0" normalizeH="0" baseline="0" dirty="0">
                          <a:ln>
                            <a:noFill/>
                          </a:ln>
                          <a:solidFill>
                            <a:schemeClr val="bg1"/>
                          </a:solidFill>
                          <a:effectLst/>
                          <a:uLnTx/>
                          <a:uFillTx/>
                        </a:rPr>
                        <a:t>-</a:t>
                      </a:r>
                      <a:endParaRPr kumimoji="0" lang="de-DE" sz="1600" b="0" i="0" u="none" strike="noStrike" kern="1200" cap="none" spc="0" normalizeH="0" baseline="0" dirty="0">
                        <a:ln>
                          <a:noFill/>
                        </a:ln>
                        <a:solidFill>
                          <a:schemeClr val="bg1"/>
                        </a:solidFill>
                        <a:effectLst/>
                        <a:uLnTx/>
                        <a:uFillTx/>
                        <a:latin typeface="Arial" pitchFamily="34" charset="0"/>
                        <a:ea typeface="ＭＳ Ｐゴシック" charset="-128"/>
                        <a:cs typeface="+mn-cs"/>
                      </a:endParaRPr>
                    </a:p>
                  </a:txBody>
                  <a:tcPr marL="91392" marR="91392" marT="45696" marB="45696"/>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200" b="0" u="none" strike="noStrike" kern="1200" cap="none" spc="0" normalizeH="0" baseline="0" dirty="0">
                          <a:ln>
                            <a:noFill/>
                          </a:ln>
                          <a:solidFill>
                            <a:schemeClr val="bg1"/>
                          </a:solidFill>
                          <a:effectLst/>
                          <a:uLnTx/>
                          <a:uFillTx/>
                        </a:rPr>
                        <a:t> -</a:t>
                      </a:r>
                      <a:endParaRPr kumimoji="0" lang="de-DE" sz="1200" b="0" i="0" u="none" strike="noStrike" kern="1200" cap="none" spc="0" normalizeH="0" baseline="0" dirty="0">
                        <a:ln>
                          <a:noFill/>
                        </a:ln>
                        <a:solidFill>
                          <a:schemeClr val="bg1"/>
                        </a:solidFill>
                        <a:effectLst/>
                        <a:uLnTx/>
                        <a:uFillTx/>
                        <a:latin typeface="Arial" pitchFamily="34" charset="0"/>
                        <a:ea typeface="ＭＳ Ｐゴシック" charset="-128"/>
                        <a:cs typeface="+mn-cs"/>
                      </a:endParaRPr>
                    </a:p>
                  </a:txBody>
                  <a:tcPr marL="91392" marR="91392" marT="45696" marB="45696"/>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200" b="0" u="none" strike="noStrike" kern="1200" cap="none" spc="0" normalizeH="0" baseline="0" dirty="0">
                          <a:ln>
                            <a:noFill/>
                          </a:ln>
                          <a:solidFill>
                            <a:schemeClr val="bg1"/>
                          </a:solidFill>
                          <a:effectLst/>
                          <a:uLnTx/>
                          <a:uFillTx/>
                        </a:rPr>
                        <a:t>6AG1517-3HP00-4AB0</a:t>
                      </a:r>
                      <a:endParaRPr kumimoji="0" lang="de-DE" sz="1200" b="0" i="0" u="none" strike="noStrike" kern="1200" cap="none" spc="0" normalizeH="0" baseline="0" dirty="0">
                        <a:ln>
                          <a:noFill/>
                        </a:ln>
                        <a:solidFill>
                          <a:schemeClr val="bg1"/>
                        </a:solidFill>
                        <a:effectLst/>
                        <a:uLnTx/>
                        <a:uFillTx/>
                        <a:latin typeface="Arial" pitchFamily="34" charset="0"/>
                        <a:ea typeface="ＭＳ Ｐゴシック" charset="-128"/>
                        <a:cs typeface="+mn-cs"/>
                      </a:endParaRPr>
                    </a:p>
                  </a:txBody>
                  <a:tcPr marL="91392" marR="91392" marT="45696" marB="45696"/>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600" b="0" u="none" strike="noStrike" kern="1200" cap="none" spc="0" normalizeH="0" baseline="0" dirty="0">
                          <a:ln>
                            <a:noFill/>
                          </a:ln>
                          <a:solidFill>
                            <a:schemeClr val="bg1"/>
                          </a:solidFill>
                          <a:effectLst/>
                          <a:uLnTx/>
                          <a:uFillTx/>
                        </a:rPr>
                        <a:t>-</a:t>
                      </a:r>
                      <a:endParaRPr kumimoji="0" lang="de-DE" sz="1600" b="0" i="0" u="none" strike="noStrike" kern="1200" cap="none" spc="0" normalizeH="0" baseline="0" dirty="0">
                        <a:ln>
                          <a:noFill/>
                        </a:ln>
                        <a:solidFill>
                          <a:schemeClr val="bg1"/>
                        </a:solidFill>
                        <a:effectLst/>
                        <a:uLnTx/>
                        <a:uFillTx/>
                        <a:latin typeface="Arial" pitchFamily="34" charset="0"/>
                        <a:ea typeface="ＭＳ Ｐゴシック" charset="-128"/>
                        <a:cs typeface="+mn-cs"/>
                      </a:endParaRPr>
                    </a:p>
                  </a:txBody>
                  <a:tcPr marL="91392" marR="91392" marT="45696" marB="45696"/>
                </a:tc>
                <a:extLst>
                  <a:ext uri="{0D108BD9-81ED-4DB2-BD59-A6C34878D82A}">
                    <a16:rowId xmlns:a16="http://schemas.microsoft.com/office/drawing/2014/main" val="31583614"/>
                  </a:ext>
                </a:extLst>
              </a:tr>
            </a:tbl>
          </a:graphicData>
        </a:graphic>
      </p:graphicFrame>
      <p:sp>
        <p:nvSpPr>
          <p:cNvPr id="56" name="Rechteck 55"/>
          <p:cNvSpPr/>
          <p:nvPr/>
        </p:nvSpPr>
        <p:spPr>
          <a:xfrm>
            <a:off x="1022078" y="5589856"/>
            <a:ext cx="8888359" cy="645995"/>
          </a:xfrm>
          <a:prstGeom prst="rect">
            <a:avLst/>
          </a:prstGeom>
        </p:spPr>
        <p:txBody>
          <a:bodyPr wrap="square" lIns="0" tIns="0" bIns="0">
            <a:spAutoFit/>
          </a:bodyPr>
          <a:lstStyle/>
          <a:p>
            <a:r>
              <a:rPr lang="en-US" sz="1399" dirty="0"/>
              <a:t>PROFINET IO Controller, Supports RT, MRP, TCP/IP, Open User Communication</a:t>
            </a:r>
            <a:br>
              <a:rPr lang="en-US" sz="1399" dirty="0"/>
            </a:br>
            <a:r>
              <a:rPr lang="en-US" sz="1399" dirty="0"/>
              <a:t>PROFINET Basic Services, TCP/IP, Open User Communication</a:t>
            </a:r>
            <a:br>
              <a:rPr lang="en-US" sz="1399" dirty="0"/>
            </a:br>
            <a:r>
              <a:rPr lang="en-US" sz="1399" dirty="0"/>
              <a:t>SFP module slot for H-synchronization</a:t>
            </a:r>
          </a:p>
        </p:txBody>
      </p:sp>
      <p:sp>
        <p:nvSpPr>
          <p:cNvPr id="76" name="Rectangle 207">
            <a:extLst>
              <a:ext uri="{FF2B5EF4-FFF2-40B4-BE49-F238E27FC236}">
                <a16:creationId xmlns:a16="http://schemas.microsoft.com/office/drawing/2014/main" id="{E1FF0B47-6813-4B44-BC7A-051938AC1495}"/>
              </a:ext>
            </a:extLst>
          </p:cNvPr>
          <p:cNvSpPr>
            <a:spLocks noChangeArrowheads="1"/>
          </p:cNvSpPr>
          <p:nvPr>
            <p:custDataLst>
              <p:tags r:id="rId2"/>
            </p:custDataLst>
          </p:nvPr>
        </p:nvSpPr>
        <p:spPr bwMode="auto">
          <a:xfrm>
            <a:off x="2605431" y="4321588"/>
            <a:ext cx="296862" cy="57569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CC99">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buClrTx/>
              <a:buFontTx/>
              <a:buNone/>
            </a:pPr>
            <a:endParaRPr lang="en-US" sz="999" dirty="0"/>
          </a:p>
        </p:txBody>
      </p:sp>
      <p:sp>
        <p:nvSpPr>
          <p:cNvPr id="77" name="Rectangle 208">
            <a:extLst>
              <a:ext uri="{FF2B5EF4-FFF2-40B4-BE49-F238E27FC236}">
                <a16:creationId xmlns:a16="http://schemas.microsoft.com/office/drawing/2014/main" id="{AB657ADB-E07C-4BCB-8332-F585704557FD}"/>
              </a:ext>
            </a:extLst>
          </p:cNvPr>
          <p:cNvSpPr>
            <a:spLocks noChangeAspect="1" noChangeArrowheads="1"/>
          </p:cNvSpPr>
          <p:nvPr>
            <p:custDataLst>
              <p:tags r:id="rId3"/>
            </p:custDataLst>
          </p:nvPr>
        </p:nvSpPr>
        <p:spPr bwMode="auto">
          <a:xfrm>
            <a:off x="729438" y="5616557"/>
            <a:ext cx="220662" cy="141520"/>
          </a:xfrm>
          <a:prstGeom prst="rect">
            <a:avLst/>
          </a:prstGeom>
          <a:solidFill>
            <a:srgbClr val="00963F"/>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p>
        </p:txBody>
      </p:sp>
      <p:sp>
        <p:nvSpPr>
          <p:cNvPr id="78" name="Rectangle 209">
            <a:extLst>
              <a:ext uri="{FF2B5EF4-FFF2-40B4-BE49-F238E27FC236}">
                <a16:creationId xmlns:a16="http://schemas.microsoft.com/office/drawing/2014/main" id="{695749C6-580C-45BF-B63D-C2291C02D73D}"/>
              </a:ext>
            </a:extLst>
          </p:cNvPr>
          <p:cNvSpPr>
            <a:spLocks noChangeAspect="1" noChangeArrowheads="1"/>
          </p:cNvSpPr>
          <p:nvPr>
            <p:custDataLst>
              <p:tags r:id="rId4"/>
            </p:custDataLst>
          </p:nvPr>
        </p:nvSpPr>
        <p:spPr bwMode="auto">
          <a:xfrm>
            <a:off x="729437" y="5842092"/>
            <a:ext cx="215900" cy="141520"/>
          </a:xfrm>
          <a:prstGeom prst="rect">
            <a:avLst/>
          </a:prstGeom>
          <a:solidFill>
            <a:srgbClr val="92D050"/>
          </a:solidFill>
          <a:ln w="25400">
            <a:solidFill>
              <a:schemeClr val="bg1"/>
            </a:solidFill>
            <a:miter lim="800000"/>
            <a:headEnd/>
            <a:tailEnd/>
          </a:ln>
          <a:effectLst/>
        </p:spPr>
        <p:txBody>
          <a:bodyPr lIns="0" tIns="0" rIns="0" bIns="0" anchor="ctr"/>
          <a:lstStyle/>
          <a:p>
            <a:pPr algn="ctr">
              <a:buClrTx/>
              <a:buFontTx/>
              <a:buNone/>
            </a:pPr>
            <a:endParaRPr lang="en-US" sz="999" dirty="0"/>
          </a:p>
        </p:txBody>
      </p:sp>
      <p:sp>
        <p:nvSpPr>
          <p:cNvPr id="84" name="Rectangle 209">
            <a:extLst>
              <a:ext uri="{FF2B5EF4-FFF2-40B4-BE49-F238E27FC236}">
                <a16:creationId xmlns:a16="http://schemas.microsoft.com/office/drawing/2014/main" id="{33F202DF-0F52-4564-A425-015A70CED6B1}"/>
              </a:ext>
            </a:extLst>
          </p:cNvPr>
          <p:cNvSpPr>
            <a:spLocks noChangeAspect="1" noChangeArrowheads="1"/>
          </p:cNvSpPr>
          <p:nvPr>
            <p:custDataLst>
              <p:tags r:id="rId5"/>
            </p:custDataLst>
          </p:nvPr>
        </p:nvSpPr>
        <p:spPr bwMode="auto">
          <a:xfrm>
            <a:off x="729437" y="6054419"/>
            <a:ext cx="215900" cy="141520"/>
          </a:xfrm>
          <a:prstGeom prst="rect">
            <a:avLst/>
          </a:prstGeom>
          <a:solidFill>
            <a:srgbClr val="EB780A"/>
          </a:solidFill>
          <a:ln w="25400">
            <a:solidFill>
              <a:schemeClr val="bg1"/>
            </a:solidFill>
            <a:miter lim="800000"/>
            <a:headEnd/>
            <a:tailEnd/>
          </a:ln>
          <a:effectLst/>
        </p:spPr>
        <p:txBody>
          <a:bodyPr lIns="0" tIns="0" rIns="0" bIns="0" anchor="ctr"/>
          <a:lstStyle/>
          <a:p>
            <a:pPr algn="ctr">
              <a:buClrTx/>
              <a:buFontTx/>
              <a:buNone/>
            </a:pPr>
            <a:endParaRPr lang="en-US" sz="999" dirty="0"/>
          </a:p>
        </p:txBody>
      </p:sp>
      <p:grpSp>
        <p:nvGrpSpPr>
          <p:cNvPr id="15" name="Gruppieren 14">
            <a:extLst>
              <a:ext uri="{FF2B5EF4-FFF2-40B4-BE49-F238E27FC236}">
                <a16:creationId xmlns:a16="http://schemas.microsoft.com/office/drawing/2014/main" id="{BBD0C38B-F3D0-B487-4823-1E70A9F0B461}"/>
              </a:ext>
            </a:extLst>
          </p:cNvPr>
          <p:cNvGrpSpPr/>
          <p:nvPr/>
        </p:nvGrpSpPr>
        <p:grpSpPr>
          <a:xfrm>
            <a:off x="3759017" y="1129749"/>
            <a:ext cx="501126" cy="443788"/>
            <a:chOff x="3803362" y="1877343"/>
            <a:chExt cx="501126" cy="443788"/>
          </a:xfrm>
        </p:grpSpPr>
        <p:sp>
          <p:nvSpPr>
            <p:cNvPr id="87" name="Explosion: 8 Zacken 86">
              <a:extLst>
                <a:ext uri="{FF2B5EF4-FFF2-40B4-BE49-F238E27FC236}">
                  <a16:creationId xmlns:a16="http://schemas.microsoft.com/office/drawing/2014/main" id="{7F203301-AC32-4F79-9EE2-6993A22C3D9B}"/>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88" name="Textfeld 87">
              <a:extLst>
                <a:ext uri="{FF2B5EF4-FFF2-40B4-BE49-F238E27FC236}">
                  <a16:creationId xmlns:a16="http://schemas.microsoft.com/office/drawing/2014/main" id="{A553555C-96AE-4999-A366-FFE6BF8A6B3D}"/>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
        <p:nvSpPr>
          <p:cNvPr id="3" name="Rechteck 2">
            <a:extLst>
              <a:ext uri="{FF2B5EF4-FFF2-40B4-BE49-F238E27FC236}">
                <a16:creationId xmlns:a16="http://schemas.microsoft.com/office/drawing/2014/main" id="{D9769B49-5F13-4959-8D05-8E1270BB8707}"/>
              </a:ext>
            </a:extLst>
          </p:cNvPr>
          <p:cNvSpPr/>
          <p:nvPr/>
        </p:nvSpPr>
        <p:spPr bwMode="auto">
          <a:xfrm>
            <a:off x="8964236" y="5364832"/>
            <a:ext cx="1090143" cy="216240"/>
          </a:xfrm>
          <a:prstGeom prst="rect">
            <a:avLst/>
          </a:prstGeom>
          <a:solidFill>
            <a:srgbClr val="FFFF00"/>
          </a:solidFill>
          <a:ln>
            <a:solidFill>
              <a:schemeClr val="tx2"/>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Fail-safe</a:t>
            </a:r>
          </a:p>
        </p:txBody>
      </p:sp>
      <p:grpSp>
        <p:nvGrpSpPr>
          <p:cNvPr id="5" name="Gruppieren 4">
            <a:extLst>
              <a:ext uri="{FF2B5EF4-FFF2-40B4-BE49-F238E27FC236}">
                <a16:creationId xmlns:a16="http://schemas.microsoft.com/office/drawing/2014/main" id="{4CE75285-C01F-E18C-DFEE-0D209A730F5C}"/>
              </a:ext>
            </a:extLst>
          </p:cNvPr>
          <p:cNvGrpSpPr/>
          <p:nvPr/>
        </p:nvGrpSpPr>
        <p:grpSpPr>
          <a:xfrm>
            <a:off x="3073239" y="2609484"/>
            <a:ext cx="296862" cy="575698"/>
            <a:chOff x="3046943" y="2798763"/>
            <a:chExt cx="297017" cy="665163"/>
          </a:xfrm>
        </p:grpSpPr>
        <p:sp>
          <p:nvSpPr>
            <p:cNvPr id="13" name="Rectangle 207">
              <a:extLst>
                <a:ext uri="{FF2B5EF4-FFF2-40B4-BE49-F238E27FC236}">
                  <a16:creationId xmlns:a16="http://schemas.microsoft.com/office/drawing/2014/main" id="{973B7FE5-5AE6-36D3-3AE1-72664E15B707}"/>
                </a:ext>
              </a:extLst>
            </p:cNvPr>
            <p:cNvSpPr>
              <a:spLocks noChangeArrowheads="1"/>
            </p:cNvSpPr>
            <p:nvPr>
              <p:custDataLst>
                <p:tags r:id="rId42"/>
              </p:custDataLst>
            </p:nvPr>
          </p:nvSpPr>
          <p:spPr bwMode="auto">
            <a:xfrm>
              <a:off x="3046943" y="2798763"/>
              <a:ext cx="297017" cy="665163"/>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CC99">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buClrTx/>
                <a:buFontTx/>
                <a:buNone/>
              </a:pPr>
              <a:endParaRPr lang="en-US" sz="999" dirty="0"/>
            </a:p>
          </p:txBody>
        </p:sp>
        <p:sp>
          <p:nvSpPr>
            <p:cNvPr id="14" name="Rectangle 208">
              <a:extLst>
                <a:ext uri="{FF2B5EF4-FFF2-40B4-BE49-F238E27FC236}">
                  <a16:creationId xmlns:a16="http://schemas.microsoft.com/office/drawing/2014/main" id="{B4F09989-F1A3-F7CB-E3D0-39819C609CB0}"/>
                </a:ext>
              </a:extLst>
            </p:cNvPr>
            <p:cNvSpPr>
              <a:spLocks noChangeAspect="1" noChangeArrowheads="1"/>
            </p:cNvSpPr>
            <p:nvPr>
              <p:custDataLst>
                <p:tags r:id="rId43"/>
              </p:custDataLst>
            </p:nvPr>
          </p:nvSpPr>
          <p:spPr bwMode="auto">
            <a:xfrm>
              <a:off x="3083475" y="3017839"/>
              <a:ext cx="220777" cy="163513"/>
            </a:xfrm>
            <a:prstGeom prst="rect">
              <a:avLst/>
            </a:prstGeom>
            <a:solidFill>
              <a:srgbClr val="00963F"/>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p>
          </p:txBody>
        </p:sp>
        <p:sp>
          <p:nvSpPr>
            <p:cNvPr id="16" name="Rectangle 209">
              <a:extLst>
                <a:ext uri="{FF2B5EF4-FFF2-40B4-BE49-F238E27FC236}">
                  <a16:creationId xmlns:a16="http://schemas.microsoft.com/office/drawing/2014/main" id="{4D47E9F8-542F-A792-D84D-F0C77A7C7497}"/>
                </a:ext>
              </a:extLst>
            </p:cNvPr>
            <p:cNvSpPr>
              <a:spLocks noChangeAspect="1" noChangeArrowheads="1"/>
            </p:cNvSpPr>
            <p:nvPr>
              <p:custDataLst>
                <p:tags r:id="rId44"/>
              </p:custDataLst>
            </p:nvPr>
          </p:nvSpPr>
          <p:spPr bwMode="auto">
            <a:xfrm>
              <a:off x="3088237" y="3230564"/>
              <a:ext cx="216012" cy="163513"/>
            </a:xfrm>
            <a:prstGeom prst="rect">
              <a:avLst/>
            </a:prstGeom>
            <a:solidFill>
              <a:srgbClr val="00963F"/>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p>
          </p:txBody>
        </p:sp>
        <p:sp>
          <p:nvSpPr>
            <p:cNvPr id="18" name="Rectangle 208">
              <a:extLst>
                <a:ext uri="{FF2B5EF4-FFF2-40B4-BE49-F238E27FC236}">
                  <a16:creationId xmlns:a16="http://schemas.microsoft.com/office/drawing/2014/main" id="{F2096110-1E59-F8D1-CF6C-E2B82ABF0AFD}"/>
                </a:ext>
              </a:extLst>
            </p:cNvPr>
            <p:cNvSpPr>
              <a:spLocks noChangeAspect="1" noChangeArrowheads="1"/>
            </p:cNvSpPr>
            <p:nvPr>
              <p:custDataLst>
                <p:tags r:id="rId45"/>
              </p:custDataLst>
            </p:nvPr>
          </p:nvSpPr>
          <p:spPr bwMode="auto">
            <a:xfrm>
              <a:off x="3085062" y="2798763"/>
              <a:ext cx="220777" cy="163513"/>
            </a:xfrm>
            <a:prstGeom prst="rect">
              <a:avLst/>
            </a:prstGeom>
            <a:noFill/>
            <a:ln w="25400">
              <a:noFill/>
              <a:miter lim="800000"/>
              <a:headEnd/>
              <a:tailEnd/>
            </a:ln>
            <a:effectLst/>
          </p:spPr>
          <p:txBody>
            <a:bodyPr lIns="0" tIns="0" rIns="0" bIns="0" anchor="ctr"/>
            <a:lstStyle/>
            <a:p>
              <a:pPr algn="ctr">
                <a:buClrTx/>
                <a:buFontTx/>
                <a:buNone/>
              </a:pPr>
              <a:r>
                <a:rPr lang="en-US" sz="999" dirty="0">
                  <a:solidFill>
                    <a:schemeClr val="bg1"/>
                  </a:solidFill>
                </a:rPr>
                <a:t>X1</a:t>
              </a:r>
            </a:p>
          </p:txBody>
        </p:sp>
      </p:grpSp>
      <p:grpSp>
        <p:nvGrpSpPr>
          <p:cNvPr id="19" name="Gruppieren 18">
            <a:extLst>
              <a:ext uri="{FF2B5EF4-FFF2-40B4-BE49-F238E27FC236}">
                <a16:creationId xmlns:a16="http://schemas.microsoft.com/office/drawing/2014/main" id="{68EF870B-92DA-F99B-45BE-4AF71A8BA85C}"/>
              </a:ext>
            </a:extLst>
          </p:cNvPr>
          <p:cNvGrpSpPr/>
          <p:nvPr/>
        </p:nvGrpSpPr>
        <p:grpSpPr>
          <a:xfrm>
            <a:off x="4910796" y="2603953"/>
            <a:ext cx="296862" cy="575698"/>
            <a:chOff x="3046943" y="2798763"/>
            <a:chExt cx="297017" cy="665163"/>
          </a:xfrm>
        </p:grpSpPr>
        <p:sp>
          <p:nvSpPr>
            <p:cNvPr id="20" name="Rectangle 207">
              <a:extLst>
                <a:ext uri="{FF2B5EF4-FFF2-40B4-BE49-F238E27FC236}">
                  <a16:creationId xmlns:a16="http://schemas.microsoft.com/office/drawing/2014/main" id="{9B258595-10B4-BB71-2C11-4E55DC082ACD}"/>
                </a:ext>
              </a:extLst>
            </p:cNvPr>
            <p:cNvSpPr>
              <a:spLocks noChangeArrowheads="1"/>
            </p:cNvSpPr>
            <p:nvPr>
              <p:custDataLst>
                <p:tags r:id="rId38"/>
              </p:custDataLst>
            </p:nvPr>
          </p:nvSpPr>
          <p:spPr bwMode="auto">
            <a:xfrm>
              <a:off x="3046943" y="2798763"/>
              <a:ext cx="297017" cy="665163"/>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CC99">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buClrTx/>
                <a:buFontTx/>
                <a:buNone/>
              </a:pPr>
              <a:endParaRPr lang="en-US" sz="999" dirty="0">
                <a:solidFill>
                  <a:schemeClr val="bg1"/>
                </a:solidFill>
              </a:endParaRPr>
            </a:p>
          </p:txBody>
        </p:sp>
        <p:sp>
          <p:nvSpPr>
            <p:cNvPr id="21" name="Rectangle 208">
              <a:extLst>
                <a:ext uri="{FF2B5EF4-FFF2-40B4-BE49-F238E27FC236}">
                  <a16:creationId xmlns:a16="http://schemas.microsoft.com/office/drawing/2014/main" id="{6F730802-BB66-F2FD-79EC-7ADBC711F8DA}"/>
                </a:ext>
              </a:extLst>
            </p:cNvPr>
            <p:cNvSpPr>
              <a:spLocks noChangeAspect="1" noChangeArrowheads="1"/>
            </p:cNvSpPr>
            <p:nvPr>
              <p:custDataLst>
                <p:tags r:id="rId39"/>
              </p:custDataLst>
            </p:nvPr>
          </p:nvSpPr>
          <p:spPr bwMode="auto">
            <a:xfrm>
              <a:off x="3083475" y="3017839"/>
              <a:ext cx="220777" cy="163513"/>
            </a:xfrm>
            <a:prstGeom prst="rect">
              <a:avLst/>
            </a:prstGeom>
            <a:solidFill>
              <a:srgbClr val="00963F"/>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solidFill>
                  <a:schemeClr val="bg1"/>
                </a:solidFill>
              </a:endParaRPr>
            </a:p>
          </p:txBody>
        </p:sp>
        <p:sp>
          <p:nvSpPr>
            <p:cNvPr id="22" name="Rectangle 209">
              <a:extLst>
                <a:ext uri="{FF2B5EF4-FFF2-40B4-BE49-F238E27FC236}">
                  <a16:creationId xmlns:a16="http://schemas.microsoft.com/office/drawing/2014/main" id="{94043273-8063-60EF-9A21-AE522897E6D3}"/>
                </a:ext>
              </a:extLst>
            </p:cNvPr>
            <p:cNvSpPr>
              <a:spLocks noChangeAspect="1" noChangeArrowheads="1"/>
            </p:cNvSpPr>
            <p:nvPr>
              <p:custDataLst>
                <p:tags r:id="rId40"/>
              </p:custDataLst>
            </p:nvPr>
          </p:nvSpPr>
          <p:spPr bwMode="auto">
            <a:xfrm>
              <a:off x="3088237" y="3230564"/>
              <a:ext cx="216012" cy="163513"/>
            </a:xfrm>
            <a:prstGeom prst="rect">
              <a:avLst/>
            </a:prstGeom>
            <a:solidFill>
              <a:srgbClr val="00963F"/>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solidFill>
                  <a:schemeClr val="bg1"/>
                </a:solidFill>
              </a:endParaRPr>
            </a:p>
          </p:txBody>
        </p:sp>
        <p:sp>
          <p:nvSpPr>
            <p:cNvPr id="28" name="Rectangle 208">
              <a:extLst>
                <a:ext uri="{FF2B5EF4-FFF2-40B4-BE49-F238E27FC236}">
                  <a16:creationId xmlns:a16="http://schemas.microsoft.com/office/drawing/2014/main" id="{A27624E1-D792-2538-F67E-5E931170A794}"/>
                </a:ext>
              </a:extLst>
            </p:cNvPr>
            <p:cNvSpPr>
              <a:spLocks noChangeAspect="1" noChangeArrowheads="1"/>
            </p:cNvSpPr>
            <p:nvPr>
              <p:custDataLst>
                <p:tags r:id="rId41"/>
              </p:custDataLst>
            </p:nvPr>
          </p:nvSpPr>
          <p:spPr bwMode="auto">
            <a:xfrm>
              <a:off x="3085062" y="2798763"/>
              <a:ext cx="220777" cy="163513"/>
            </a:xfrm>
            <a:prstGeom prst="rect">
              <a:avLst/>
            </a:prstGeom>
            <a:noFill/>
            <a:ln w="25400">
              <a:noFill/>
              <a:miter lim="800000"/>
              <a:headEnd/>
              <a:tailEnd/>
            </a:ln>
            <a:effectLst/>
          </p:spPr>
          <p:txBody>
            <a:bodyPr lIns="0" tIns="0" rIns="0" bIns="0" anchor="ctr"/>
            <a:lstStyle/>
            <a:p>
              <a:pPr algn="ctr">
                <a:buClrTx/>
                <a:buFontTx/>
                <a:buNone/>
              </a:pPr>
              <a:r>
                <a:rPr lang="en-US" sz="999" dirty="0">
                  <a:solidFill>
                    <a:schemeClr val="bg1"/>
                  </a:solidFill>
                </a:rPr>
                <a:t>X1</a:t>
              </a:r>
            </a:p>
          </p:txBody>
        </p:sp>
      </p:grpSp>
      <p:grpSp>
        <p:nvGrpSpPr>
          <p:cNvPr id="29" name="Gruppieren 28">
            <a:extLst>
              <a:ext uri="{FF2B5EF4-FFF2-40B4-BE49-F238E27FC236}">
                <a16:creationId xmlns:a16="http://schemas.microsoft.com/office/drawing/2014/main" id="{D9122D12-A0D9-96F9-4C4C-66DB588FB169}"/>
              </a:ext>
            </a:extLst>
          </p:cNvPr>
          <p:cNvGrpSpPr/>
          <p:nvPr/>
        </p:nvGrpSpPr>
        <p:grpSpPr>
          <a:xfrm>
            <a:off x="5257110" y="2603951"/>
            <a:ext cx="296862" cy="373725"/>
            <a:chOff x="3046943" y="2798763"/>
            <a:chExt cx="297017" cy="431803"/>
          </a:xfrm>
        </p:grpSpPr>
        <p:sp>
          <p:nvSpPr>
            <p:cNvPr id="30" name="Rectangle 207">
              <a:extLst>
                <a:ext uri="{FF2B5EF4-FFF2-40B4-BE49-F238E27FC236}">
                  <a16:creationId xmlns:a16="http://schemas.microsoft.com/office/drawing/2014/main" id="{E25F811E-36D8-1C23-6F3B-C005E7C1CEF9}"/>
                </a:ext>
              </a:extLst>
            </p:cNvPr>
            <p:cNvSpPr>
              <a:spLocks noChangeArrowheads="1"/>
            </p:cNvSpPr>
            <p:nvPr>
              <p:custDataLst>
                <p:tags r:id="rId35"/>
              </p:custDataLst>
            </p:nvPr>
          </p:nvSpPr>
          <p:spPr bwMode="auto">
            <a:xfrm>
              <a:off x="3046943" y="2798764"/>
              <a:ext cx="297017" cy="43180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CC99">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buClrTx/>
                <a:buFontTx/>
                <a:buNone/>
              </a:pPr>
              <a:endParaRPr lang="en-US" sz="999" dirty="0">
                <a:solidFill>
                  <a:schemeClr val="bg1"/>
                </a:solidFill>
              </a:endParaRPr>
            </a:p>
          </p:txBody>
        </p:sp>
        <p:sp>
          <p:nvSpPr>
            <p:cNvPr id="31" name="Rectangle 208">
              <a:extLst>
                <a:ext uri="{FF2B5EF4-FFF2-40B4-BE49-F238E27FC236}">
                  <a16:creationId xmlns:a16="http://schemas.microsoft.com/office/drawing/2014/main" id="{69788609-3B6F-C04D-E84D-A5F398147CD1}"/>
                </a:ext>
              </a:extLst>
            </p:cNvPr>
            <p:cNvSpPr>
              <a:spLocks noChangeAspect="1" noChangeArrowheads="1"/>
            </p:cNvSpPr>
            <p:nvPr>
              <p:custDataLst>
                <p:tags r:id="rId36"/>
              </p:custDataLst>
            </p:nvPr>
          </p:nvSpPr>
          <p:spPr bwMode="auto">
            <a:xfrm>
              <a:off x="3083475" y="3017839"/>
              <a:ext cx="220777" cy="163513"/>
            </a:xfrm>
            <a:prstGeom prst="rect">
              <a:avLst/>
            </a:prstGeom>
            <a:solidFill>
              <a:srgbClr val="92D050"/>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solidFill>
                  <a:schemeClr val="bg1"/>
                </a:solidFill>
              </a:endParaRPr>
            </a:p>
          </p:txBody>
        </p:sp>
        <p:sp>
          <p:nvSpPr>
            <p:cNvPr id="32" name="Rectangle 208">
              <a:extLst>
                <a:ext uri="{FF2B5EF4-FFF2-40B4-BE49-F238E27FC236}">
                  <a16:creationId xmlns:a16="http://schemas.microsoft.com/office/drawing/2014/main" id="{42C95833-F0C0-C960-8446-C89BB2B4214F}"/>
                </a:ext>
              </a:extLst>
            </p:cNvPr>
            <p:cNvSpPr>
              <a:spLocks noChangeAspect="1" noChangeArrowheads="1"/>
            </p:cNvSpPr>
            <p:nvPr>
              <p:custDataLst>
                <p:tags r:id="rId37"/>
              </p:custDataLst>
            </p:nvPr>
          </p:nvSpPr>
          <p:spPr bwMode="auto">
            <a:xfrm>
              <a:off x="3085062" y="2798763"/>
              <a:ext cx="220777" cy="163513"/>
            </a:xfrm>
            <a:prstGeom prst="rect">
              <a:avLst/>
            </a:prstGeom>
            <a:noFill/>
            <a:ln w="25400">
              <a:noFill/>
              <a:miter lim="800000"/>
              <a:headEnd/>
              <a:tailEnd/>
            </a:ln>
            <a:effectLst/>
          </p:spPr>
          <p:txBody>
            <a:bodyPr lIns="0" tIns="0" rIns="0" bIns="0" anchor="ctr"/>
            <a:lstStyle/>
            <a:p>
              <a:pPr algn="ctr">
                <a:buClrTx/>
                <a:buFontTx/>
                <a:buNone/>
              </a:pPr>
              <a:r>
                <a:rPr lang="en-US" sz="999" dirty="0">
                  <a:solidFill>
                    <a:schemeClr val="bg1"/>
                  </a:solidFill>
                </a:rPr>
                <a:t>X2</a:t>
              </a:r>
            </a:p>
          </p:txBody>
        </p:sp>
      </p:grpSp>
      <p:grpSp>
        <p:nvGrpSpPr>
          <p:cNvPr id="37" name="Gruppieren 36">
            <a:extLst>
              <a:ext uri="{FF2B5EF4-FFF2-40B4-BE49-F238E27FC236}">
                <a16:creationId xmlns:a16="http://schemas.microsoft.com/office/drawing/2014/main" id="{765CC65B-16EB-AD17-B155-103809D802B1}"/>
              </a:ext>
            </a:extLst>
          </p:cNvPr>
          <p:cNvGrpSpPr/>
          <p:nvPr/>
        </p:nvGrpSpPr>
        <p:grpSpPr>
          <a:xfrm>
            <a:off x="7285237" y="2609482"/>
            <a:ext cx="296862" cy="373725"/>
            <a:chOff x="3046943" y="2798763"/>
            <a:chExt cx="297017" cy="431803"/>
          </a:xfrm>
        </p:grpSpPr>
        <p:sp>
          <p:nvSpPr>
            <p:cNvPr id="38" name="Rectangle 207">
              <a:extLst>
                <a:ext uri="{FF2B5EF4-FFF2-40B4-BE49-F238E27FC236}">
                  <a16:creationId xmlns:a16="http://schemas.microsoft.com/office/drawing/2014/main" id="{ED51C60C-3AA1-4D51-A478-0C9EEA65C4B3}"/>
                </a:ext>
              </a:extLst>
            </p:cNvPr>
            <p:cNvSpPr>
              <a:spLocks noChangeArrowheads="1"/>
            </p:cNvSpPr>
            <p:nvPr>
              <p:custDataLst>
                <p:tags r:id="rId32"/>
              </p:custDataLst>
            </p:nvPr>
          </p:nvSpPr>
          <p:spPr bwMode="auto">
            <a:xfrm>
              <a:off x="3046943" y="2798764"/>
              <a:ext cx="297017" cy="43180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CC99">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buClrTx/>
                <a:buFontTx/>
                <a:buNone/>
              </a:pPr>
              <a:endParaRPr lang="en-US" sz="999" dirty="0">
                <a:solidFill>
                  <a:schemeClr val="bg1"/>
                </a:solidFill>
              </a:endParaRPr>
            </a:p>
          </p:txBody>
        </p:sp>
        <p:sp>
          <p:nvSpPr>
            <p:cNvPr id="39" name="Rectangle 208">
              <a:extLst>
                <a:ext uri="{FF2B5EF4-FFF2-40B4-BE49-F238E27FC236}">
                  <a16:creationId xmlns:a16="http://schemas.microsoft.com/office/drawing/2014/main" id="{0E6DB9D8-3AE8-A3A4-CC82-FB147DCA33E5}"/>
                </a:ext>
              </a:extLst>
            </p:cNvPr>
            <p:cNvSpPr>
              <a:spLocks noChangeAspect="1" noChangeArrowheads="1"/>
            </p:cNvSpPr>
            <p:nvPr>
              <p:custDataLst>
                <p:tags r:id="rId33"/>
              </p:custDataLst>
            </p:nvPr>
          </p:nvSpPr>
          <p:spPr bwMode="auto">
            <a:xfrm>
              <a:off x="3083475" y="3017839"/>
              <a:ext cx="220777" cy="163513"/>
            </a:xfrm>
            <a:prstGeom prst="rect">
              <a:avLst/>
            </a:prstGeom>
            <a:solidFill>
              <a:srgbClr val="EB790A"/>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solidFill>
                  <a:schemeClr val="bg1"/>
                </a:solidFill>
              </a:endParaRPr>
            </a:p>
          </p:txBody>
        </p:sp>
        <p:sp>
          <p:nvSpPr>
            <p:cNvPr id="40" name="Rectangle 208">
              <a:extLst>
                <a:ext uri="{FF2B5EF4-FFF2-40B4-BE49-F238E27FC236}">
                  <a16:creationId xmlns:a16="http://schemas.microsoft.com/office/drawing/2014/main" id="{0098015F-60F7-A687-9A3E-7A18D621746D}"/>
                </a:ext>
              </a:extLst>
            </p:cNvPr>
            <p:cNvSpPr>
              <a:spLocks noChangeAspect="1" noChangeArrowheads="1"/>
            </p:cNvSpPr>
            <p:nvPr>
              <p:custDataLst>
                <p:tags r:id="rId34"/>
              </p:custDataLst>
            </p:nvPr>
          </p:nvSpPr>
          <p:spPr bwMode="auto">
            <a:xfrm>
              <a:off x="3085062" y="2798763"/>
              <a:ext cx="220777" cy="163513"/>
            </a:xfrm>
            <a:prstGeom prst="rect">
              <a:avLst/>
            </a:prstGeom>
            <a:noFill/>
            <a:ln w="25400">
              <a:noFill/>
              <a:miter lim="800000"/>
              <a:headEnd/>
              <a:tailEnd/>
            </a:ln>
            <a:effectLst/>
          </p:spPr>
          <p:txBody>
            <a:bodyPr lIns="0" tIns="0" rIns="0" bIns="0" anchor="ctr"/>
            <a:lstStyle/>
            <a:p>
              <a:pPr algn="ctr">
                <a:buClrTx/>
                <a:buFontTx/>
                <a:buNone/>
              </a:pPr>
              <a:r>
                <a:rPr lang="en-US" sz="999" dirty="0">
                  <a:solidFill>
                    <a:schemeClr val="bg1"/>
                  </a:solidFill>
                </a:rPr>
                <a:t>X3</a:t>
              </a:r>
            </a:p>
          </p:txBody>
        </p:sp>
      </p:grpSp>
      <p:grpSp>
        <p:nvGrpSpPr>
          <p:cNvPr id="49" name="Gruppieren 48">
            <a:extLst>
              <a:ext uri="{FF2B5EF4-FFF2-40B4-BE49-F238E27FC236}">
                <a16:creationId xmlns:a16="http://schemas.microsoft.com/office/drawing/2014/main" id="{C60E2923-38B5-56C0-6203-CB51A8A81A1C}"/>
              </a:ext>
            </a:extLst>
          </p:cNvPr>
          <p:cNvGrpSpPr/>
          <p:nvPr/>
        </p:nvGrpSpPr>
        <p:grpSpPr>
          <a:xfrm>
            <a:off x="7634386" y="2609482"/>
            <a:ext cx="296862" cy="373725"/>
            <a:chOff x="3046943" y="2798763"/>
            <a:chExt cx="297017" cy="431803"/>
          </a:xfrm>
        </p:grpSpPr>
        <p:sp>
          <p:nvSpPr>
            <p:cNvPr id="50" name="Rectangle 207">
              <a:extLst>
                <a:ext uri="{FF2B5EF4-FFF2-40B4-BE49-F238E27FC236}">
                  <a16:creationId xmlns:a16="http://schemas.microsoft.com/office/drawing/2014/main" id="{622AA746-61E6-0DE3-E830-084FD305C0A5}"/>
                </a:ext>
              </a:extLst>
            </p:cNvPr>
            <p:cNvSpPr>
              <a:spLocks noChangeArrowheads="1"/>
            </p:cNvSpPr>
            <p:nvPr>
              <p:custDataLst>
                <p:tags r:id="rId29"/>
              </p:custDataLst>
            </p:nvPr>
          </p:nvSpPr>
          <p:spPr bwMode="auto">
            <a:xfrm>
              <a:off x="3046943" y="2798764"/>
              <a:ext cx="297017" cy="43180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CC99">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buClrTx/>
                <a:buFontTx/>
                <a:buNone/>
              </a:pPr>
              <a:endParaRPr lang="en-US" sz="999" dirty="0">
                <a:solidFill>
                  <a:schemeClr val="bg1"/>
                </a:solidFill>
              </a:endParaRPr>
            </a:p>
          </p:txBody>
        </p:sp>
        <p:sp>
          <p:nvSpPr>
            <p:cNvPr id="51" name="Rectangle 208">
              <a:extLst>
                <a:ext uri="{FF2B5EF4-FFF2-40B4-BE49-F238E27FC236}">
                  <a16:creationId xmlns:a16="http://schemas.microsoft.com/office/drawing/2014/main" id="{47536485-E91F-74BC-EDD1-CBE1CAB9BC46}"/>
                </a:ext>
              </a:extLst>
            </p:cNvPr>
            <p:cNvSpPr>
              <a:spLocks noChangeAspect="1" noChangeArrowheads="1"/>
            </p:cNvSpPr>
            <p:nvPr>
              <p:custDataLst>
                <p:tags r:id="rId30"/>
              </p:custDataLst>
            </p:nvPr>
          </p:nvSpPr>
          <p:spPr bwMode="auto">
            <a:xfrm>
              <a:off x="3083475" y="3017839"/>
              <a:ext cx="220777" cy="163513"/>
            </a:xfrm>
            <a:prstGeom prst="rect">
              <a:avLst/>
            </a:prstGeom>
            <a:solidFill>
              <a:srgbClr val="EB790A"/>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solidFill>
                  <a:schemeClr val="bg1"/>
                </a:solidFill>
              </a:endParaRPr>
            </a:p>
          </p:txBody>
        </p:sp>
        <p:sp>
          <p:nvSpPr>
            <p:cNvPr id="52" name="Rectangle 208">
              <a:extLst>
                <a:ext uri="{FF2B5EF4-FFF2-40B4-BE49-F238E27FC236}">
                  <a16:creationId xmlns:a16="http://schemas.microsoft.com/office/drawing/2014/main" id="{936E613A-E1FF-1103-5179-C405D7B99125}"/>
                </a:ext>
              </a:extLst>
            </p:cNvPr>
            <p:cNvSpPr>
              <a:spLocks noChangeAspect="1" noChangeArrowheads="1"/>
            </p:cNvSpPr>
            <p:nvPr>
              <p:custDataLst>
                <p:tags r:id="rId31"/>
              </p:custDataLst>
            </p:nvPr>
          </p:nvSpPr>
          <p:spPr bwMode="auto">
            <a:xfrm>
              <a:off x="3085062" y="2798763"/>
              <a:ext cx="220777" cy="163513"/>
            </a:xfrm>
            <a:prstGeom prst="rect">
              <a:avLst/>
            </a:prstGeom>
            <a:noFill/>
            <a:ln w="25400">
              <a:noFill/>
              <a:miter lim="800000"/>
              <a:headEnd/>
              <a:tailEnd/>
            </a:ln>
            <a:effectLst/>
          </p:spPr>
          <p:txBody>
            <a:bodyPr lIns="0" tIns="0" rIns="0" bIns="0" anchor="ctr"/>
            <a:lstStyle/>
            <a:p>
              <a:pPr algn="ctr">
                <a:buClrTx/>
                <a:buFontTx/>
                <a:buNone/>
              </a:pPr>
              <a:r>
                <a:rPr lang="en-US" sz="999" dirty="0">
                  <a:solidFill>
                    <a:schemeClr val="bg1"/>
                  </a:solidFill>
                </a:rPr>
                <a:t>X4</a:t>
              </a:r>
            </a:p>
          </p:txBody>
        </p:sp>
      </p:grpSp>
      <p:grpSp>
        <p:nvGrpSpPr>
          <p:cNvPr id="53" name="Gruppieren 52">
            <a:extLst>
              <a:ext uri="{FF2B5EF4-FFF2-40B4-BE49-F238E27FC236}">
                <a16:creationId xmlns:a16="http://schemas.microsoft.com/office/drawing/2014/main" id="{ED081544-4385-8438-D875-AB6DC911FA36}"/>
              </a:ext>
            </a:extLst>
          </p:cNvPr>
          <p:cNvGrpSpPr/>
          <p:nvPr/>
        </p:nvGrpSpPr>
        <p:grpSpPr>
          <a:xfrm>
            <a:off x="9768220" y="2593559"/>
            <a:ext cx="296862" cy="373725"/>
            <a:chOff x="3046943" y="2798763"/>
            <a:chExt cx="297017" cy="431803"/>
          </a:xfrm>
        </p:grpSpPr>
        <p:sp>
          <p:nvSpPr>
            <p:cNvPr id="54" name="Rectangle 207">
              <a:extLst>
                <a:ext uri="{FF2B5EF4-FFF2-40B4-BE49-F238E27FC236}">
                  <a16:creationId xmlns:a16="http://schemas.microsoft.com/office/drawing/2014/main" id="{270DBF14-D5D3-FD8F-836D-26B613FF20A6}"/>
                </a:ext>
              </a:extLst>
            </p:cNvPr>
            <p:cNvSpPr>
              <a:spLocks noChangeArrowheads="1"/>
            </p:cNvSpPr>
            <p:nvPr>
              <p:custDataLst>
                <p:tags r:id="rId26"/>
              </p:custDataLst>
            </p:nvPr>
          </p:nvSpPr>
          <p:spPr bwMode="auto">
            <a:xfrm>
              <a:off x="3046943" y="2798764"/>
              <a:ext cx="297017" cy="43180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CC99">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buClrTx/>
                <a:buFontTx/>
                <a:buNone/>
              </a:pPr>
              <a:endParaRPr lang="en-US" sz="999" dirty="0">
                <a:solidFill>
                  <a:schemeClr val="bg1"/>
                </a:solidFill>
              </a:endParaRPr>
            </a:p>
          </p:txBody>
        </p:sp>
        <p:sp>
          <p:nvSpPr>
            <p:cNvPr id="55" name="Rectangle 208">
              <a:extLst>
                <a:ext uri="{FF2B5EF4-FFF2-40B4-BE49-F238E27FC236}">
                  <a16:creationId xmlns:a16="http://schemas.microsoft.com/office/drawing/2014/main" id="{BBE6C10D-FBB1-BCDF-21C4-93C1DB6D28EE}"/>
                </a:ext>
              </a:extLst>
            </p:cNvPr>
            <p:cNvSpPr>
              <a:spLocks noChangeAspect="1" noChangeArrowheads="1"/>
            </p:cNvSpPr>
            <p:nvPr>
              <p:custDataLst>
                <p:tags r:id="rId27"/>
              </p:custDataLst>
            </p:nvPr>
          </p:nvSpPr>
          <p:spPr bwMode="auto">
            <a:xfrm>
              <a:off x="3083475" y="3017839"/>
              <a:ext cx="220777" cy="163513"/>
            </a:xfrm>
            <a:prstGeom prst="rect">
              <a:avLst/>
            </a:prstGeom>
            <a:solidFill>
              <a:srgbClr val="EB790A"/>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solidFill>
                  <a:schemeClr val="bg1"/>
                </a:solidFill>
              </a:endParaRPr>
            </a:p>
          </p:txBody>
        </p:sp>
        <p:sp>
          <p:nvSpPr>
            <p:cNvPr id="57" name="Rectangle 208">
              <a:extLst>
                <a:ext uri="{FF2B5EF4-FFF2-40B4-BE49-F238E27FC236}">
                  <a16:creationId xmlns:a16="http://schemas.microsoft.com/office/drawing/2014/main" id="{934DD42A-F026-7572-124B-725D0BB603EB}"/>
                </a:ext>
              </a:extLst>
            </p:cNvPr>
            <p:cNvSpPr>
              <a:spLocks noChangeAspect="1" noChangeArrowheads="1"/>
            </p:cNvSpPr>
            <p:nvPr>
              <p:custDataLst>
                <p:tags r:id="rId28"/>
              </p:custDataLst>
            </p:nvPr>
          </p:nvSpPr>
          <p:spPr bwMode="auto">
            <a:xfrm>
              <a:off x="3085062" y="2798763"/>
              <a:ext cx="220777" cy="163513"/>
            </a:xfrm>
            <a:prstGeom prst="rect">
              <a:avLst/>
            </a:prstGeom>
            <a:noFill/>
            <a:ln w="25400">
              <a:noFill/>
              <a:miter lim="800000"/>
              <a:headEnd/>
              <a:tailEnd/>
            </a:ln>
            <a:effectLst/>
          </p:spPr>
          <p:txBody>
            <a:bodyPr lIns="0" tIns="0" rIns="0" bIns="0" anchor="ctr"/>
            <a:lstStyle/>
            <a:p>
              <a:pPr algn="ctr">
                <a:buClrTx/>
                <a:buFontTx/>
                <a:buNone/>
              </a:pPr>
              <a:r>
                <a:rPr lang="en-US" sz="999" dirty="0">
                  <a:solidFill>
                    <a:schemeClr val="bg1"/>
                  </a:solidFill>
                </a:rPr>
                <a:t>X4</a:t>
              </a:r>
            </a:p>
          </p:txBody>
        </p:sp>
      </p:grpSp>
      <p:grpSp>
        <p:nvGrpSpPr>
          <p:cNvPr id="58" name="Gruppieren 57">
            <a:extLst>
              <a:ext uri="{FF2B5EF4-FFF2-40B4-BE49-F238E27FC236}">
                <a16:creationId xmlns:a16="http://schemas.microsoft.com/office/drawing/2014/main" id="{8DD0B2E5-A92D-42E8-AC26-30ED65382541}"/>
              </a:ext>
            </a:extLst>
          </p:cNvPr>
          <p:cNvGrpSpPr/>
          <p:nvPr/>
        </p:nvGrpSpPr>
        <p:grpSpPr>
          <a:xfrm>
            <a:off x="10117369" y="2593559"/>
            <a:ext cx="296862" cy="373725"/>
            <a:chOff x="3046943" y="2798763"/>
            <a:chExt cx="297017" cy="431803"/>
          </a:xfrm>
        </p:grpSpPr>
        <p:sp>
          <p:nvSpPr>
            <p:cNvPr id="59" name="Rectangle 207">
              <a:extLst>
                <a:ext uri="{FF2B5EF4-FFF2-40B4-BE49-F238E27FC236}">
                  <a16:creationId xmlns:a16="http://schemas.microsoft.com/office/drawing/2014/main" id="{3A418E9C-270E-17A6-FFA6-B73615C36BB7}"/>
                </a:ext>
              </a:extLst>
            </p:cNvPr>
            <p:cNvSpPr>
              <a:spLocks noChangeArrowheads="1"/>
            </p:cNvSpPr>
            <p:nvPr>
              <p:custDataLst>
                <p:tags r:id="rId23"/>
              </p:custDataLst>
            </p:nvPr>
          </p:nvSpPr>
          <p:spPr bwMode="auto">
            <a:xfrm>
              <a:off x="3046943" y="2798764"/>
              <a:ext cx="297017" cy="43180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CC99">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buClrTx/>
                <a:buFontTx/>
                <a:buNone/>
              </a:pPr>
              <a:endParaRPr lang="en-US" sz="999" dirty="0">
                <a:solidFill>
                  <a:schemeClr val="bg1"/>
                </a:solidFill>
              </a:endParaRPr>
            </a:p>
          </p:txBody>
        </p:sp>
        <p:sp>
          <p:nvSpPr>
            <p:cNvPr id="60" name="Rectangle 208">
              <a:extLst>
                <a:ext uri="{FF2B5EF4-FFF2-40B4-BE49-F238E27FC236}">
                  <a16:creationId xmlns:a16="http://schemas.microsoft.com/office/drawing/2014/main" id="{E4971D07-98F6-BDA2-5999-EF2F6B5E1983}"/>
                </a:ext>
              </a:extLst>
            </p:cNvPr>
            <p:cNvSpPr>
              <a:spLocks noChangeAspect="1" noChangeArrowheads="1"/>
            </p:cNvSpPr>
            <p:nvPr>
              <p:custDataLst>
                <p:tags r:id="rId24"/>
              </p:custDataLst>
            </p:nvPr>
          </p:nvSpPr>
          <p:spPr bwMode="auto">
            <a:xfrm>
              <a:off x="3083475" y="3017839"/>
              <a:ext cx="220777" cy="163513"/>
            </a:xfrm>
            <a:prstGeom prst="rect">
              <a:avLst/>
            </a:prstGeom>
            <a:solidFill>
              <a:srgbClr val="EB790A"/>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solidFill>
                  <a:schemeClr val="bg1"/>
                </a:solidFill>
              </a:endParaRPr>
            </a:p>
          </p:txBody>
        </p:sp>
        <p:sp>
          <p:nvSpPr>
            <p:cNvPr id="61" name="Rectangle 208">
              <a:extLst>
                <a:ext uri="{FF2B5EF4-FFF2-40B4-BE49-F238E27FC236}">
                  <a16:creationId xmlns:a16="http://schemas.microsoft.com/office/drawing/2014/main" id="{FDA59DC5-53DD-42DD-6A3A-C1B7345790F9}"/>
                </a:ext>
              </a:extLst>
            </p:cNvPr>
            <p:cNvSpPr>
              <a:spLocks noChangeAspect="1" noChangeArrowheads="1"/>
            </p:cNvSpPr>
            <p:nvPr>
              <p:custDataLst>
                <p:tags r:id="rId25"/>
              </p:custDataLst>
            </p:nvPr>
          </p:nvSpPr>
          <p:spPr bwMode="auto">
            <a:xfrm>
              <a:off x="3085062" y="2798763"/>
              <a:ext cx="220777" cy="163513"/>
            </a:xfrm>
            <a:prstGeom prst="rect">
              <a:avLst/>
            </a:prstGeom>
            <a:noFill/>
            <a:ln w="25400">
              <a:noFill/>
              <a:miter lim="800000"/>
              <a:headEnd/>
              <a:tailEnd/>
            </a:ln>
            <a:effectLst/>
          </p:spPr>
          <p:txBody>
            <a:bodyPr lIns="0" tIns="0" rIns="0" bIns="0" anchor="ctr"/>
            <a:lstStyle/>
            <a:p>
              <a:pPr algn="ctr">
                <a:buClrTx/>
                <a:buFontTx/>
                <a:buNone/>
              </a:pPr>
              <a:r>
                <a:rPr lang="en-US" sz="999" dirty="0">
                  <a:solidFill>
                    <a:schemeClr val="bg1"/>
                  </a:solidFill>
                </a:rPr>
                <a:t>X5</a:t>
              </a:r>
            </a:p>
          </p:txBody>
        </p:sp>
      </p:grpSp>
      <p:grpSp>
        <p:nvGrpSpPr>
          <p:cNvPr id="62" name="Gruppieren 61">
            <a:extLst>
              <a:ext uri="{FF2B5EF4-FFF2-40B4-BE49-F238E27FC236}">
                <a16:creationId xmlns:a16="http://schemas.microsoft.com/office/drawing/2014/main" id="{AFD9A6F3-26A9-9CF5-50A5-FD21124CEC70}"/>
              </a:ext>
            </a:extLst>
          </p:cNvPr>
          <p:cNvGrpSpPr/>
          <p:nvPr/>
        </p:nvGrpSpPr>
        <p:grpSpPr>
          <a:xfrm>
            <a:off x="9433649" y="2599538"/>
            <a:ext cx="296862" cy="373725"/>
            <a:chOff x="3046943" y="2798763"/>
            <a:chExt cx="297017" cy="431803"/>
          </a:xfrm>
        </p:grpSpPr>
        <p:sp>
          <p:nvSpPr>
            <p:cNvPr id="80" name="Rectangle 207">
              <a:extLst>
                <a:ext uri="{FF2B5EF4-FFF2-40B4-BE49-F238E27FC236}">
                  <a16:creationId xmlns:a16="http://schemas.microsoft.com/office/drawing/2014/main" id="{6CCF7850-386D-6F74-B97E-1A52DC6A6CEB}"/>
                </a:ext>
              </a:extLst>
            </p:cNvPr>
            <p:cNvSpPr>
              <a:spLocks noChangeArrowheads="1"/>
            </p:cNvSpPr>
            <p:nvPr>
              <p:custDataLst>
                <p:tags r:id="rId20"/>
              </p:custDataLst>
            </p:nvPr>
          </p:nvSpPr>
          <p:spPr bwMode="auto">
            <a:xfrm>
              <a:off x="3046943" y="2798764"/>
              <a:ext cx="297017" cy="43180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CC99">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buClrTx/>
                <a:buFontTx/>
                <a:buNone/>
              </a:pPr>
              <a:endParaRPr lang="en-US" sz="999" dirty="0">
                <a:solidFill>
                  <a:schemeClr val="bg1"/>
                </a:solidFill>
              </a:endParaRPr>
            </a:p>
          </p:txBody>
        </p:sp>
        <p:sp>
          <p:nvSpPr>
            <p:cNvPr id="81" name="Rectangle 208">
              <a:extLst>
                <a:ext uri="{FF2B5EF4-FFF2-40B4-BE49-F238E27FC236}">
                  <a16:creationId xmlns:a16="http://schemas.microsoft.com/office/drawing/2014/main" id="{5B4B7250-B3AA-A0B5-6BDD-9CB93BAABAB1}"/>
                </a:ext>
              </a:extLst>
            </p:cNvPr>
            <p:cNvSpPr>
              <a:spLocks noChangeAspect="1" noChangeArrowheads="1"/>
            </p:cNvSpPr>
            <p:nvPr>
              <p:custDataLst>
                <p:tags r:id="rId21"/>
              </p:custDataLst>
            </p:nvPr>
          </p:nvSpPr>
          <p:spPr bwMode="auto">
            <a:xfrm>
              <a:off x="3083475" y="3017839"/>
              <a:ext cx="220777" cy="163513"/>
            </a:xfrm>
            <a:prstGeom prst="rect">
              <a:avLst/>
            </a:prstGeom>
            <a:solidFill>
              <a:srgbClr val="92D050"/>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solidFill>
                  <a:schemeClr val="bg1"/>
                </a:solidFill>
              </a:endParaRPr>
            </a:p>
          </p:txBody>
        </p:sp>
        <p:sp>
          <p:nvSpPr>
            <p:cNvPr id="107" name="Rectangle 208">
              <a:extLst>
                <a:ext uri="{FF2B5EF4-FFF2-40B4-BE49-F238E27FC236}">
                  <a16:creationId xmlns:a16="http://schemas.microsoft.com/office/drawing/2014/main" id="{98CD7C8B-F80F-49CC-9BD0-4143A8D84B6D}"/>
                </a:ext>
              </a:extLst>
            </p:cNvPr>
            <p:cNvSpPr>
              <a:spLocks noChangeAspect="1" noChangeArrowheads="1"/>
            </p:cNvSpPr>
            <p:nvPr>
              <p:custDataLst>
                <p:tags r:id="rId22"/>
              </p:custDataLst>
            </p:nvPr>
          </p:nvSpPr>
          <p:spPr bwMode="auto">
            <a:xfrm>
              <a:off x="3085062" y="2798763"/>
              <a:ext cx="220777" cy="163513"/>
            </a:xfrm>
            <a:prstGeom prst="rect">
              <a:avLst/>
            </a:prstGeom>
            <a:noFill/>
            <a:ln w="25400">
              <a:noFill/>
              <a:miter lim="800000"/>
              <a:headEnd/>
              <a:tailEnd/>
            </a:ln>
            <a:effectLst/>
          </p:spPr>
          <p:txBody>
            <a:bodyPr lIns="0" tIns="0" rIns="0" bIns="0" anchor="ctr"/>
            <a:lstStyle/>
            <a:p>
              <a:pPr algn="ctr">
                <a:buClrTx/>
                <a:buFontTx/>
                <a:buNone/>
              </a:pPr>
              <a:r>
                <a:rPr lang="en-US" sz="999" dirty="0">
                  <a:solidFill>
                    <a:schemeClr val="bg1"/>
                  </a:solidFill>
                </a:rPr>
                <a:t>X3</a:t>
              </a:r>
            </a:p>
          </p:txBody>
        </p:sp>
      </p:grpSp>
      <p:grpSp>
        <p:nvGrpSpPr>
          <p:cNvPr id="108" name="Gruppieren 107">
            <a:extLst>
              <a:ext uri="{FF2B5EF4-FFF2-40B4-BE49-F238E27FC236}">
                <a16:creationId xmlns:a16="http://schemas.microsoft.com/office/drawing/2014/main" id="{9959576D-4EBE-6ACB-0D6A-16D14C52CDF2}"/>
              </a:ext>
            </a:extLst>
          </p:cNvPr>
          <p:cNvGrpSpPr/>
          <p:nvPr/>
        </p:nvGrpSpPr>
        <p:grpSpPr>
          <a:xfrm>
            <a:off x="6580391" y="2603953"/>
            <a:ext cx="296862" cy="575698"/>
            <a:chOff x="3046943" y="2798763"/>
            <a:chExt cx="297017" cy="665163"/>
          </a:xfrm>
        </p:grpSpPr>
        <p:sp>
          <p:nvSpPr>
            <p:cNvPr id="109" name="Rectangle 207">
              <a:extLst>
                <a:ext uri="{FF2B5EF4-FFF2-40B4-BE49-F238E27FC236}">
                  <a16:creationId xmlns:a16="http://schemas.microsoft.com/office/drawing/2014/main" id="{12754836-A806-DEAE-95B1-B8AD92238191}"/>
                </a:ext>
              </a:extLst>
            </p:cNvPr>
            <p:cNvSpPr>
              <a:spLocks noChangeArrowheads="1"/>
            </p:cNvSpPr>
            <p:nvPr>
              <p:custDataLst>
                <p:tags r:id="rId16"/>
              </p:custDataLst>
            </p:nvPr>
          </p:nvSpPr>
          <p:spPr bwMode="auto">
            <a:xfrm>
              <a:off x="3046943" y="2798763"/>
              <a:ext cx="297017" cy="665163"/>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CC99">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buClrTx/>
                <a:buFontTx/>
                <a:buNone/>
              </a:pPr>
              <a:endParaRPr lang="en-US" sz="999" dirty="0">
                <a:solidFill>
                  <a:schemeClr val="bg1"/>
                </a:solidFill>
              </a:endParaRPr>
            </a:p>
          </p:txBody>
        </p:sp>
        <p:sp>
          <p:nvSpPr>
            <p:cNvPr id="110" name="Rectangle 208">
              <a:extLst>
                <a:ext uri="{FF2B5EF4-FFF2-40B4-BE49-F238E27FC236}">
                  <a16:creationId xmlns:a16="http://schemas.microsoft.com/office/drawing/2014/main" id="{2EFCC784-7CF5-F992-9BB3-AB4D9B9064E9}"/>
                </a:ext>
              </a:extLst>
            </p:cNvPr>
            <p:cNvSpPr>
              <a:spLocks noChangeAspect="1" noChangeArrowheads="1"/>
            </p:cNvSpPr>
            <p:nvPr>
              <p:custDataLst>
                <p:tags r:id="rId17"/>
              </p:custDataLst>
            </p:nvPr>
          </p:nvSpPr>
          <p:spPr bwMode="auto">
            <a:xfrm>
              <a:off x="3083475" y="3017839"/>
              <a:ext cx="220777" cy="163513"/>
            </a:xfrm>
            <a:prstGeom prst="rect">
              <a:avLst/>
            </a:prstGeom>
            <a:solidFill>
              <a:srgbClr val="00963F"/>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solidFill>
                  <a:schemeClr val="bg1"/>
                </a:solidFill>
              </a:endParaRPr>
            </a:p>
          </p:txBody>
        </p:sp>
        <p:sp>
          <p:nvSpPr>
            <p:cNvPr id="111" name="Rectangle 209">
              <a:extLst>
                <a:ext uri="{FF2B5EF4-FFF2-40B4-BE49-F238E27FC236}">
                  <a16:creationId xmlns:a16="http://schemas.microsoft.com/office/drawing/2014/main" id="{313AB655-9D0A-B9CA-FE54-B89C04C88DFE}"/>
                </a:ext>
              </a:extLst>
            </p:cNvPr>
            <p:cNvSpPr>
              <a:spLocks noChangeAspect="1" noChangeArrowheads="1"/>
            </p:cNvSpPr>
            <p:nvPr>
              <p:custDataLst>
                <p:tags r:id="rId18"/>
              </p:custDataLst>
            </p:nvPr>
          </p:nvSpPr>
          <p:spPr bwMode="auto">
            <a:xfrm>
              <a:off x="3088237" y="3230564"/>
              <a:ext cx="216012" cy="163513"/>
            </a:xfrm>
            <a:prstGeom prst="rect">
              <a:avLst/>
            </a:prstGeom>
            <a:solidFill>
              <a:srgbClr val="00963F"/>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solidFill>
                  <a:schemeClr val="bg1"/>
                </a:solidFill>
              </a:endParaRPr>
            </a:p>
          </p:txBody>
        </p:sp>
        <p:sp>
          <p:nvSpPr>
            <p:cNvPr id="112" name="Rectangle 208">
              <a:extLst>
                <a:ext uri="{FF2B5EF4-FFF2-40B4-BE49-F238E27FC236}">
                  <a16:creationId xmlns:a16="http://schemas.microsoft.com/office/drawing/2014/main" id="{1EAD9AF7-7219-03F1-3BF5-A02872F93F71}"/>
                </a:ext>
              </a:extLst>
            </p:cNvPr>
            <p:cNvSpPr>
              <a:spLocks noChangeAspect="1" noChangeArrowheads="1"/>
            </p:cNvSpPr>
            <p:nvPr>
              <p:custDataLst>
                <p:tags r:id="rId19"/>
              </p:custDataLst>
            </p:nvPr>
          </p:nvSpPr>
          <p:spPr bwMode="auto">
            <a:xfrm>
              <a:off x="3085062" y="2798763"/>
              <a:ext cx="220777" cy="163513"/>
            </a:xfrm>
            <a:prstGeom prst="rect">
              <a:avLst/>
            </a:prstGeom>
            <a:noFill/>
            <a:ln w="25400">
              <a:noFill/>
              <a:miter lim="800000"/>
              <a:headEnd/>
              <a:tailEnd/>
            </a:ln>
            <a:effectLst/>
          </p:spPr>
          <p:txBody>
            <a:bodyPr lIns="0" tIns="0" rIns="0" bIns="0" anchor="ctr"/>
            <a:lstStyle/>
            <a:p>
              <a:pPr algn="ctr">
                <a:buClrTx/>
                <a:buFontTx/>
                <a:buNone/>
              </a:pPr>
              <a:r>
                <a:rPr lang="en-US" sz="999" dirty="0">
                  <a:solidFill>
                    <a:schemeClr val="bg1"/>
                  </a:solidFill>
                </a:rPr>
                <a:t>X1</a:t>
              </a:r>
            </a:p>
          </p:txBody>
        </p:sp>
      </p:grpSp>
      <p:grpSp>
        <p:nvGrpSpPr>
          <p:cNvPr id="113" name="Gruppieren 112">
            <a:extLst>
              <a:ext uri="{FF2B5EF4-FFF2-40B4-BE49-F238E27FC236}">
                <a16:creationId xmlns:a16="http://schemas.microsoft.com/office/drawing/2014/main" id="{02397640-1D10-EE3E-F7E5-5514AF2A29D6}"/>
              </a:ext>
            </a:extLst>
          </p:cNvPr>
          <p:cNvGrpSpPr/>
          <p:nvPr/>
        </p:nvGrpSpPr>
        <p:grpSpPr>
          <a:xfrm>
            <a:off x="6926705" y="2603951"/>
            <a:ext cx="296862" cy="373725"/>
            <a:chOff x="3046943" y="2798763"/>
            <a:chExt cx="297017" cy="431803"/>
          </a:xfrm>
        </p:grpSpPr>
        <p:sp>
          <p:nvSpPr>
            <p:cNvPr id="114" name="Rectangle 207">
              <a:extLst>
                <a:ext uri="{FF2B5EF4-FFF2-40B4-BE49-F238E27FC236}">
                  <a16:creationId xmlns:a16="http://schemas.microsoft.com/office/drawing/2014/main" id="{33CE877B-4E61-B890-0566-2E2DE873EE31}"/>
                </a:ext>
              </a:extLst>
            </p:cNvPr>
            <p:cNvSpPr>
              <a:spLocks noChangeArrowheads="1"/>
            </p:cNvSpPr>
            <p:nvPr>
              <p:custDataLst>
                <p:tags r:id="rId13"/>
              </p:custDataLst>
            </p:nvPr>
          </p:nvSpPr>
          <p:spPr bwMode="auto">
            <a:xfrm>
              <a:off x="3046943" y="2798764"/>
              <a:ext cx="297017" cy="43180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CC99">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buClrTx/>
                <a:buFontTx/>
                <a:buNone/>
              </a:pPr>
              <a:endParaRPr lang="en-US" sz="999" dirty="0">
                <a:solidFill>
                  <a:schemeClr val="bg1"/>
                </a:solidFill>
              </a:endParaRPr>
            </a:p>
          </p:txBody>
        </p:sp>
        <p:sp>
          <p:nvSpPr>
            <p:cNvPr id="115" name="Rectangle 208">
              <a:extLst>
                <a:ext uri="{FF2B5EF4-FFF2-40B4-BE49-F238E27FC236}">
                  <a16:creationId xmlns:a16="http://schemas.microsoft.com/office/drawing/2014/main" id="{73F5B0A5-47AA-09D3-B376-005815DBCCA1}"/>
                </a:ext>
              </a:extLst>
            </p:cNvPr>
            <p:cNvSpPr>
              <a:spLocks noChangeAspect="1" noChangeArrowheads="1"/>
            </p:cNvSpPr>
            <p:nvPr>
              <p:custDataLst>
                <p:tags r:id="rId14"/>
              </p:custDataLst>
            </p:nvPr>
          </p:nvSpPr>
          <p:spPr bwMode="auto">
            <a:xfrm>
              <a:off x="3083475" y="3017839"/>
              <a:ext cx="220777" cy="163513"/>
            </a:xfrm>
            <a:prstGeom prst="rect">
              <a:avLst/>
            </a:prstGeom>
            <a:solidFill>
              <a:srgbClr val="92D050"/>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solidFill>
                  <a:schemeClr val="bg1"/>
                </a:solidFill>
              </a:endParaRPr>
            </a:p>
          </p:txBody>
        </p:sp>
        <p:sp>
          <p:nvSpPr>
            <p:cNvPr id="116" name="Rectangle 208">
              <a:extLst>
                <a:ext uri="{FF2B5EF4-FFF2-40B4-BE49-F238E27FC236}">
                  <a16:creationId xmlns:a16="http://schemas.microsoft.com/office/drawing/2014/main" id="{877EA75E-2B1E-3FB6-2D89-1467B62E08FA}"/>
                </a:ext>
              </a:extLst>
            </p:cNvPr>
            <p:cNvSpPr>
              <a:spLocks noChangeAspect="1" noChangeArrowheads="1"/>
            </p:cNvSpPr>
            <p:nvPr>
              <p:custDataLst>
                <p:tags r:id="rId15"/>
              </p:custDataLst>
            </p:nvPr>
          </p:nvSpPr>
          <p:spPr bwMode="auto">
            <a:xfrm>
              <a:off x="3085062" y="2798763"/>
              <a:ext cx="220777" cy="163513"/>
            </a:xfrm>
            <a:prstGeom prst="rect">
              <a:avLst/>
            </a:prstGeom>
            <a:noFill/>
            <a:ln w="25400">
              <a:noFill/>
              <a:miter lim="800000"/>
              <a:headEnd/>
              <a:tailEnd/>
            </a:ln>
            <a:effectLst/>
          </p:spPr>
          <p:txBody>
            <a:bodyPr lIns="0" tIns="0" rIns="0" bIns="0" anchor="ctr"/>
            <a:lstStyle/>
            <a:p>
              <a:pPr algn="ctr">
                <a:buClrTx/>
                <a:buFontTx/>
                <a:buNone/>
              </a:pPr>
              <a:r>
                <a:rPr lang="en-US" sz="999" dirty="0">
                  <a:solidFill>
                    <a:schemeClr val="bg1"/>
                  </a:solidFill>
                </a:rPr>
                <a:t>X2</a:t>
              </a:r>
            </a:p>
          </p:txBody>
        </p:sp>
      </p:grpSp>
      <p:grpSp>
        <p:nvGrpSpPr>
          <p:cNvPr id="117" name="Gruppieren 116">
            <a:extLst>
              <a:ext uri="{FF2B5EF4-FFF2-40B4-BE49-F238E27FC236}">
                <a16:creationId xmlns:a16="http://schemas.microsoft.com/office/drawing/2014/main" id="{9D168222-227D-30EE-F01F-B3B58391E66F}"/>
              </a:ext>
            </a:extLst>
          </p:cNvPr>
          <p:cNvGrpSpPr/>
          <p:nvPr/>
        </p:nvGrpSpPr>
        <p:grpSpPr>
          <a:xfrm>
            <a:off x="8748311" y="2603137"/>
            <a:ext cx="296862" cy="575698"/>
            <a:chOff x="3046943" y="2798763"/>
            <a:chExt cx="297017" cy="665163"/>
          </a:xfrm>
        </p:grpSpPr>
        <p:sp>
          <p:nvSpPr>
            <p:cNvPr id="118" name="Rectangle 207">
              <a:extLst>
                <a:ext uri="{FF2B5EF4-FFF2-40B4-BE49-F238E27FC236}">
                  <a16:creationId xmlns:a16="http://schemas.microsoft.com/office/drawing/2014/main" id="{2E23EA1A-6DD7-4B63-9A8D-F4F75C81BFF9}"/>
                </a:ext>
              </a:extLst>
            </p:cNvPr>
            <p:cNvSpPr>
              <a:spLocks noChangeArrowheads="1"/>
            </p:cNvSpPr>
            <p:nvPr>
              <p:custDataLst>
                <p:tags r:id="rId9"/>
              </p:custDataLst>
            </p:nvPr>
          </p:nvSpPr>
          <p:spPr bwMode="auto">
            <a:xfrm>
              <a:off x="3046943" y="2798763"/>
              <a:ext cx="297017" cy="665163"/>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CC99">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buClrTx/>
                <a:buFontTx/>
                <a:buNone/>
              </a:pPr>
              <a:endParaRPr lang="en-US" sz="999" dirty="0">
                <a:solidFill>
                  <a:schemeClr val="bg1"/>
                </a:solidFill>
              </a:endParaRPr>
            </a:p>
          </p:txBody>
        </p:sp>
        <p:sp>
          <p:nvSpPr>
            <p:cNvPr id="119" name="Rectangle 208">
              <a:extLst>
                <a:ext uri="{FF2B5EF4-FFF2-40B4-BE49-F238E27FC236}">
                  <a16:creationId xmlns:a16="http://schemas.microsoft.com/office/drawing/2014/main" id="{35E63B89-29EB-A2FA-5AF7-09A4DCAB51E9}"/>
                </a:ext>
              </a:extLst>
            </p:cNvPr>
            <p:cNvSpPr>
              <a:spLocks noChangeAspect="1" noChangeArrowheads="1"/>
            </p:cNvSpPr>
            <p:nvPr>
              <p:custDataLst>
                <p:tags r:id="rId10"/>
              </p:custDataLst>
            </p:nvPr>
          </p:nvSpPr>
          <p:spPr bwMode="auto">
            <a:xfrm>
              <a:off x="3083475" y="3017839"/>
              <a:ext cx="220777" cy="163513"/>
            </a:xfrm>
            <a:prstGeom prst="rect">
              <a:avLst/>
            </a:prstGeom>
            <a:solidFill>
              <a:srgbClr val="00963F"/>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solidFill>
                  <a:schemeClr val="bg1"/>
                </a:solidFill>
              </a:endParaRPr>
            </a:p>
          </p:txBody>
        </p:sp>
        <p:sp>
          <p:nvSpPr>
            <p:cNvPr id="120" name="Rectangle 209">
              <a:extLst>
                <a:ext uri="{FF2B5EF4-FFF2-40B4-BE49-F238E27FC236}">
                  <a16:creationId xmlns:a16="http://schemas.microsoft.com/office/drawing/2014/main" id="{F9000567-A0B4-1BCB-22E3-24CCA1AF8B46}"/>
                </a:ext>
              </a:extLst>
            </p:cNvPr>
            <p:cNvSpPr>
              <a:spLocks noChangeAspect="1" noChangeArrowheads="1"/>
            </p:cNvSpPr>
            <p:nvPr>
              <p:custDataLst>
                <p:tags r:id="rId11"/>
              </p:custDataLst>
            </p:nvPr>
          </p:nvSpPr>
          <p:spPr bwMode="auto">
            <a:xfrm>
              <a:off x="3088237" y="3230564"/>
              <a:ext cx="216012" cy="163513"/>
            </a:xfrm>
            <a:prstGeom prst="rect">
              <a:avLst/>
            </a:prstGeom>
            <a:solidFill>
              <a:srgbClr val="00963F"/>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solidFill>
                  <a:schemeClr val="bg1"/>
                </a:solidFill>
              </a:endParaRPr>
            </a:p>
          </p:txBody>
        </p:sp>
        <p:sp>
          <p:nvSpPr>
            <p:cNvPr id="121" name="Rectangle 208">
              <a:extLst>
                <a:ext uri="{FF2B5EF4-FFF2-40B4-BE49-F238E27FC236}">
                  <a16:creationId xmlns:a16="http://schemas.microsoft.com/office/drawing/2014/main" id="{F508D592-FD0B-906D-3278-EB28067A1082}"/>
                </a:ext>
              </a:extLst>
            </p:cNvPr>
            <p:cNvSpPr>
              <a:spLocks noChangeAspect="1" noChangeArrowheads="1"/>
            </p:cNvSpPr>
            <p:nvPr>
              <p:custDataLst>
                <p:tags r:id="rId12"/>
              </p:custDataLst>
            </p:nvPr>
          </p:nvSpPr>
          <p:spPr bwMode="auto">
            <a:xfrm>
              <a:off x="3085062" y="2798763"/>
              <a:ext cx="220777" cy="163513"/>
            </a:xfrm>
            <a:prstGeom prst="rect">
              <a:avLst/>
            </a:prstGeom>
            <a:noFill/>
            <a:ln w="25400">
              <a:noFill/>
              <a:miter lim="800000"/>
              <a:headEnd/>
              <a:tailEnd/>
            </a:ln>
            <a:effectLst/>
          </p:spPr>
          <p:txBody>
            <a:bodyPr lIns="0" tIns="0" rIns="0" bIns="0" anchor="ctr"/>
            <a:lstStyle/>
            <a:p>
              <a:pPr algn="ctr">
                <a:buClrTx/>
                <a:buFontTx/>
                <a:buNone/>
              </a:pPr>
              <a:r>
                <a:rPr lang="en-US" sz="999" dirty="0">
                  <a:solidFill>
                    <a:schemeClr val="bg1"/>
                  </a:solidFill>
                </a:rPr>
                <a:t>X1</a:t>
              </a:r>
            </a:p>
          </p:txBody>
        </p:sp>
      </p:grpSp>
      <p:grpSp>
        <p:nvGrpSpPr>
          <p:cNvPr id="122" name="Gruppieren 121">
            <a:extLst>
              <a:ext uri="{FF2B5EF4-FFF2-40B4-BE49-F238E27FC236}">
                <a16:creationId xmlns:a16="http://schemas.microsoft.com/office/drawing/2014/main" id="{237EC34D-9001-09EE-2DD8-2EA32B67B9A5}"/>
              </a:ext>
            </a:extLst>
          </p:cNvPr>
          <p:cNvGrpSpPr/>
          <p:nvPr/>
        </p:nvGrpSpPr>
        <p:grpSpPr>
          <a:xfrm>
            <a:off x="9094625" y="2603136"/>
            <a:ext cx="296862" cy="373725"/>
            <a:chOff x="3046943" y="2798763"/>
            <a:chExt cx="297017" cy="431803"/>
          </a:xfrm>
        </p:grpSpPr>
        <p:sp>
          <p:nvSpPr>
            <p:cNvPr id="123" name="Rectangle 207">
              <a:extLst>
                <a:ext uri="{FF2B5EF4-FFF2-40B4-BE49-F238E27FC236}">
                  <a16:creationId xmlns:a16="http://schemas.microsoft.com/office/drawing/2014/main" id="{BBB054F5-2F31-B974-0349-87B8F4173773}"/>
                </a:ext>
              </a:extLst>
            </p:cNvPr>
            <p:cNvSpPr>
              <a:spLocks noChangeArrowheads="1"/>
            </p:cNvSpPr>
            <p:nvPr>
              <p:custDataLst>
                <p:tags r:id="rId6"/>
              </p:custDataLst>
            </p:nvPr>
          </p:nvSpPr>
          <p:spPr bwMode="auto">
            <a:xfrm>
              <a:off x="3046943" y="2798764"/>
              <a:ext cx="297017" cy="43180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CC99">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a:buClrTx/>
                <a:buFontTx/>
                <a:buNone/>
              </a:pPr>
              <a:endParaRPr lang="en-US" sz="999" dirty="0">
                <a:solidFill>
                  <a:schemeClr val="bg1"/>
                </a:solidFill>
              </a:endParaRPr>
            </a:p>
          </p:txBody>
        </p:sp>
        <p:sp>
          <p:nvSpPr>
            <p:cNvPr id="124" name="Rectangle 208">
              <a:extLst>
                <a:ext uri="{FF2B5EF4-FFF2-40B4-BE49-F238E27FC236}">
                  <a16:creationId xmlns:a16="http://schemas.microsoft.com/office/drawing/2014/main" id="{72273882-57AB-1049-AA57-27DC8C24A4EB}"/>
                </a:ext>
              </a:extLst>
            </p:cNvPr>
            <p:cNvSpPr>
              <a:spLocks noChangeAspect="1" noChangeArrowheads="1"/>
            </p:cNvSpPr>
            <p:nvPr>
              <p:custDataLst>
                <p:tags r:id="rId7"/>
              </p:custDataLst>
            </p:nvPr>
          </p:nvSpPr>
          <p:spPr bwMode="auto">
            <a:xfrm>
              <a:off x="3083475" y="3017839"/>
              <a:ext cx="220777" cy="163513"/>
            </a:xfrm>
            <a:prstGeom prst="rect">
              <a:avLst/>
            </a:prstGeom>
            <a:solidFill>
              <a:srgbClr val="92D050"/>
            </a:solidFill>
            <a:ln w="254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buClrTx/>
                <a:buFontTx/>
                <a:buNone/>
              </a:pPr>
              <a:endParaRPr lang="en-US" sz="999" dirty="0">
                <a:solidFill>
                  <a:schemeClr val="bg1"/>
                </a:solidFill>
              </a:endParaRPr>
            </a:p>
          </p:txBody>
        </p:sp>
        <p:sp>
          <p:nvSpPr>
            <p:cNvPr id="125" name="Rectangle 208">
              <a:extLst>
                <a:ext uri="{FF2B5EF4-FFF2-40B4-BE49-F238E27FC236}">
                  <a16:creationId xmlns:a16="http://schemas.microsoft.com/office/drawing/2014/main" id="{10FC7242-6656-92F1-D374-235A20A176F3}"/>
                </a:ext>
              </a:extLst>
            </p:cNvPr>
            <p:cNvSpPr>
              <a:spLocks noChangeAspect="1" noChangeArrowheads="1"/>
            </p:cNvSpPr>
            <p:nvPr>
              <p:custDataLst>
                <p:tags r:id="rId8"/>
              </p:custDataLst>
            </p:nvPr>
          </p:nvSpPr>
          <p:spPr bwMode="auto">
            <a:xfrm>
              <a:off x="3085062" y="2798763"/>
              <a:ext cx="220777" cy="163513"/>
            </a:xfrm>
            <a:prstGeom prst="rect">
              <a:avLst/>
            </a:prstGeom>
            <a:noFill/>
            <a:ln w="25400">
              <a:noFill/>
              <a:miter lim="800000"/>
              <a:headEnd/>
              <a:tailEnd/>
            </a:ln>
            <a:effectLst/>
          </p:spPr>
          <p:txBody>
            <a:bodyPr lIns="0" tIns="0" rIns="0" bIns="0" anchor="ctr"/>
            <a:lstStyle/>
            <a:p>
              <a:pPr algn="ctr">
                <a:buClrTx/>
                <a:buFontTx/>
                <a:buNone/>
              </a:pPr>
              <a:r>
                <a:rPr lang="en-US" sz="999" dirty="0">
                  <a:solidFill>
                    <a:schemeClr val="bg1"/>
                  </a:solidFill>
                </a:rPr>
                <a:t>X2</a:t>
              </a:r>
            </a:p>
          </p:txBody>
        </p:sp>
      </p:grpSp>
      <p:sp>
        <p:nvSpPr>
          <p:cNvPr id="8" name="Rechteck 7">
            <a:extLst>
              <a:ext uri="{FF2B5EF4-FFF2-40B4-BE49-F238E27FC236}">
                <a16:creationId xmlns:a16="http://schemas.microsoft.com/office/drawing/2014/main" id="{E26886AC-5D93-7646-99BC-F284F8BC69C6}"/>
              </a:ext>
            </a:extLst>
          </p:cNvPr>
          <p:cNvSpPr/>
          <p:nvPr/>
        </p:nvSpPr>
        <p:spPr>
          <a:xfrm>
            <a:off x="2408222" y="4055952"/>
            <a:ext cx="8365861" cy="130009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9" name="Grafik 8">
            <a:extLst>
              <a:ext uri="{FF2B5EF4-FFF2-40B4-BE49-F238E27FC236}">
                <a16:creationId xmlns:a16="http://schemas.microsoft.com/office/drawing/2014/main" id="{61736145-AFE2-EEE3-92E4-32CD520545A9}"/>
              </a:ext>
            </a:extLst>
          </p:cNvPr>
          <p:cNvPicPr>
            <a:picLocks noChangeAspect="1"/>
          </p:cNvPicPr>
          <p:nvPr/>
        </p:nvPicPr>
        <p:blipFill>
          <a:blip r:embed="rId50"/>
          <a:stretch>
            <a:fillRect/>
          </a:stretch>
        </p:blipFill>
        <p:spPr>
          <a:xfrm>
            <a:off x="6654600" y="4108462"/>
            <a:ext cx="1554962" cy="1247586"/>
          </a:xfrm>
          <a:prstGeom prst="rect">
            <a:avLst/>
          </a:prstGeom>
        </p:spPr>
      </p:pic>
      <p:pic>
        <p:nvPicPr>
          <p:cNvPr id="10" name="Grafik 9">
            <a:extLst>
              <a:ext uri="{FF2B5EF4-FFF2-40B4-BE49-F238E27FC236}">
                <a16:creationId xmlns:a16="http://schemas.microsoft.com/office/drawing/2014/main" id="{67A97139-DD95-F9D6-C206-6FB2B9CCBC84}"/>
              </a:ext>
            </a:extLst>
          </p:cNvPr>
          <p:cNvPicPr>
            <a:picLocks noChangeAspect="1"/>
          </p:cNvPicPr>
          <p:nvPr/>
        </p:nvPicPr>
        <p:blipFill>
          <a:blip r:embed="rId50"/>
          <a:stretch>
            <a:fillRect/>
          </a:stretch>
        </p:blipFill>
        <p:spPr>
          <a:xfrm>
            <a:off x="8888715" y="4094917"/>
            <a:ext cx="1554962" cy="1247586"/>
          </a:xfrm>
          <a:prstGeom prst="rect">
            <a:avLst/>
          </a:prstGeom>
        </p:spPr>
      </p:pic>
      <p:pic>
        <p:nvPicPr>
          <p:cNvPr id="11" name="Grafik 10">
            <a:extLst>
              <a:ext uri="{FF2B5EF4-FFF2-40B4-BE49-F238E27FC236}">
                <a16:creationId xmlns:a16="http://schemas.microsoft.com/office/drawing/2014/main" id="{AE2228E7-8BC9-A637-D90D-62E25C567174}"/>
              </a:ext>
            </a:extLst>
          </p:cNvPr>
          <p:cNvPicPr>
            <a:picLocks noChangeAspect="1"/>
          </p:cNvPicPr>
          <p:nvPr/>
        </p:nvPicPr>
        <p:blipFill>
          <a:blip r:embed="rId51"/>
          <a:stretch>
            <a:fillRect/>
          </a:stretch>
        </p:blipFill>
        <p:spPr>
          <a:xfrm>
            <a:off x="4260143" y="4144319"/>
            <a:ext cx="1166671" cy="1166671"/>
          </a:xfrm>
          <a:prstGeom prst="rect">
            <a:avLst/>
          </a:prstGeom>
        </p:spPr>
      </p:pic>
      <p:pic>
        <p:nvPicPr>
          <p:cNvPr id="12" name="Grafik 11">
            <a:extLst>
              <a:ext uri="{FF2B5EF4-FFF2-40B4-BE49-F238E27FC236}">
                <a16:creationId xmlns:a16="http://schemas.microsoft.com/office/drawing/2014/main" id="{B36E06A7-4929-8781-E550-F9737B8EB519}"/>
              </a:ext>
            </a:extLst>
          </p:cNvPr>
          <p:cNvPicPr>
            <a:picLocks noChangeAspect="1"/>
          </p:cNvPicPr>
          <p:nvPr/>
        </p:nvPicPr>
        <p:blipFill>
          <a:blip r:embed="rId52"/>
          <a:stretch>
            <a:fillRect/>
          </a:stretch>
        </p:blipFill>
        <p:spPr>
          <a:xfrm>
            <a:off x="2405035" y="4083555"/>
            <a:ext cx="1219310" cy="1219310"/>
          </a:xfrm>
          <a:prstGeom prst="rect">
            <a:avLst/>
          </a:prstGeom>
        </p:spPr>
      </p:pic>
      <p:grpSp>
        <p:nvGrpSpPr>
          <p:cNvPr id="17" name="Gruppieren 16">
            <a:extLst>
              <a:ext uri="{FF2B5EF4-FFF2-40B4-BE49-F238E27FC236}">
                <a16:creationId xmlns:a16="http://schemas.microsoft.com/office/drawing/2014/main" id="{7304235B-5E61-55FC-A39C-088227C7E6F7}"/>
              </a:ext>
            </a:extLst>
          </p:cNvPr>
          <p:cNvGrpSpPr/>
          <p:nvPr/>
        </p:nvGrpSpPr>
        <p:grpSpPr>
          <a:xfrm>
            <a:off x="5667160" y="1129749"/>
            <a:ext cx="501126" cy="443788"/>
            <a:chOff x="3803362" y="1877343"/>
            <a:chExt cx="501126" cy="443788"/>
          </a:xfrm>
        </p:grpSpPr>
        <p:sp>
          <p:nvSpPr>
            <p:cNvPr id="23" name="Explosion: 8 Zacken 22">
              <a:extLst>
                <a:ext uri="{FF2B5EF4-FFF2-40B4-BE49-F238E27FC236}">
                  <a16:creationId xmlns:a16="http://schemas.microsoft.com/office/drawing/2014/main" id="{6D6541BE-2AC6-BB5D-FC16-C24F04053153}"/>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24" name="Textfeld 23">
              <a:extLst>
                <a:ext uri="{FF2B5EF4-FFF2-40B4-BE49-F238E27FC236}">
                  <a16:creationId xmlns:a16="http://schemas.microsoft.com/office/drawing/2014/main" id="{C3F39D62-E88F-BB40-39D5-6E00C1944062}"/>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Tree>
    <p:extLst>
      <p:ext uri="{BB962C8B-B14F-4D97-AF65-F5344CB8AC3E}">
        <p14:creationId xmlns:p14="http://schemas.microsoft.com/office/powerpoint/2010/main" val="3349434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8360D47C-C459-4F1D-A253-5A6B24B0173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32" imgH="533" progId="TCLayout.ActiveDocument.1">
                  <p:embed/>
                </p:oleObj>
              </mc:Choice>
              <mc:Fallback>
                <p:oleObj name="think-cell Folie" r:id="rId4" imgW="532" imgH="533" progId="TCLayout.ActiveDocument.1">
                  <p:embed/>
                  <p:pic>
                    <p:nvPicPr>
                      <p:cNvPr id="6" name="Objekt 5" hidden="1">
                        <a:extLst>
                          <a:ext uri="{FF2B5EF4-FFF2-40B4-BE49-F238E27FC236}">
                            <a16:creationId xmlns:a16="http://schemas.microsoft.com/office/drawing/2014/main" id="{8360D47C-C459-4F1D-A253-5A6B24B0173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el 3"/>
          <p:cNvSpPr>
            <a:spLocks noGrp="1"/>
          </p:cNvSpPr>
          <p:nvPr>
            <p:ph type="title"/>
          </p:nvPr>
        </p:nvSpPr>
        <p:spPr/>
        <p:txBody>
          <a:bodyPr vert="horz"/>
          <a:lstStyle/>
          <a:p>
            <a:r>
              <a:rPr lang="en-US" dirty="0"/>
              <a:t>SIMATIC S7-1500 Redundant Systems</a:t>
            </a:r>
            <a:br>
              <a:rPr lang="en-US" dirty="0"/>
            </a:br>
            <a:r>
              <a:rPr lang="en-US" b="0" dirty="0"/>
              <a:t>Sync modules and sync lines</a:t>
            </a:r>
          </a:p>
        </p:txBody>
      </p:sp>
      <p:sp>
        <p:nvSpPr>
          <p:cNvPr id="2" name="Fußzeilenplatzhalter 1">
            <a:extLst>
              <a:ext uri="{FF2B5EF4-FFF2-40B4-BE49-F238E27FC236}">
                <a16:creationId xmlns:a16="http://schemas.microsoft.com/office/drawing/2014/main" id="{18A2DB4B-FE85-458A-8817-E52BD7A503EC}"/>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52" name="Picture 134" descr="SIMATIC_S7_400_Glasfaseranschluss_sRGB"/>
          <p:cNvPicPr>
            <a:picLocks noChangeAspect="1" noChangeArrowheads="1"/>
          </p:cNvPicPr>
          <p:nvPr/>
        </p:nvPicPr>
        <p:blipFill>
          <a:blip r:embed="rId6" cstate="print">
            <a:extLst>
              <a:ext uri="{28A0092B-C50C-407E-A947-70E740481C1C}">
                <a14:useLocalDpi xmlns:a14="http://schemas.microsoft.com/office/drawing/2010/main" val="0"/>
              </a:ext>
            </a:extLst>
          </a:blip>
          <a:srcRect l="7944" t="20169" r="5901" b="10681"/>
          <a:stretch>
            <a:fillRect/>
          </a:stretch>
        </p:blipFill>
        <p:spPr bwMode="auto">
          <a:xfrm>
            <a:off x="818091" y="1467565"/>
            <a:ext cx="1140323" cy="721483"/>
          </a:xfrm>
          <a:prstGeom prst="rect">
            <a:avLst/>
          </a:prstGeom>
          <a:noFill/>
          <a:extLst>
            <a:ext uri="{909E8E84-426E-40DD-AFC4-6F175D3DCCD1}">
              <a14:hiddenFill xmlns:a14="http://schemas.microsoft.com/office/drawing/2010/main">
                <a:solidFill>
                  <a:srgbClr val="FFFFFF"/>
                </a:solidFill>
              </a14:hiddenFill>
            </a:ext>
          </a:extLst>
        </p:spPr>
      </p:pic>
      <p:pic>
        <p:nvPicPr>
          <p:cNvPr id="7" name="Grafik 6">
            <a:extLst>
              <a:ext uri="{FF2B5EF4-FFF2-40B4-BE49-F238E27FC236}">
                <a16:creationId xmlns:a16="http://schemas.microsoft.com/office/drawing/2014/main" id="{EC0DF953-133D-4CE0-A7EA-8ADCB4682ECA}"/>
              </a:ext>
            </a:extLst>
          </p:cNvPr>
          <p:cNvPicPr>
            <a:picLocks noChangeAspect="1"/>
          </p:cNvPicPr>
          <p:nvPr/>
        </p:nvPicPr>
        <p:blipFill>
          <a:blip r:embed="rId7"/>
          <a:stretch>
            <a:fillRect/>
          </a:stretch>
        </p:blipFill>
        <p:spPr>
          <a:xfrm>
            <a:off x="5438408" y="1476162"/>
            <a:ext cx="1140323" cy="707001"/>
          </a:xfrm>
          <a:prstGeom prst="rect">
            <a:avLst/>
          </a:prstGeom>
        </p:spPr>
      </p:pic>
      <p:sp>
        <p:nvSpPr>
          <p:cNvPr id="14" name="Textfeld 13">
            <a:extLst>
              <a:ext uri="{FF2B5EF4-FFF2-40B4-BE49-F238E27FC236}">
                <a16:creationId xmlns:a16="http://schemas.microsoft.com/office/drawing/2014/main" id="{E41F9B6A-F03E-4D91-9983-07F0C2A0B4AE}"/>
              </a:ext>
            </a:extLst>
          </p:cNvPr>
          <p:cNvSpPr txBox="1"/>
          <p:nvPr/>
        </p:nvSpPr>
        <p:spPr>
          <a:xfrm>
            <a:off x="2677401" y="5696071"/>
            <a:ext cx="6405127" cy="590057"/>
          </a:xfrm>
          <a:prstGeom prst="rect">
            <a:avLst/>
          </a:prstGeom>
          <a:noFill/>
        </p:spPr>
        <p:txBody>
          <a:bodyPr vert="horz" wrap="none" lIns="0" tIns="0" rIns="0" bIns="0" rtlCol="0">
            <a:noAutofit/>
          </a:bodyPr>
          <a:lstStyle/>
          <a:p>
            <a:pPr fontAlgn="base">
              <a:lnSpc>
                <a:spcPct val="110000"/>
              </a:lnSpc>
              <a:spcAft>
                <a:spcPct val="0"/>
              </a:spcAft>
            </a:pPr>
            <a:r>
              <a:rPr lang="en-US" sz="1199" dirty="0">
                <a:latin typeface="Arial"/>
                <a:ea typeface="Arial Unicode MS" panose="020B0604020202020204" pitchFamily="34" charset="-128"/>
                <a:cs typeface="Arial Unicode MS" panose="020B0604020202020204" pitchFamily="34" charset="-128"/>
              </a:rPr>
              <a:t>Overview of fiber optics at Siemens:</a:t>
            </a:r>
          </a:p>
          <a:p>
            <a:pPr>
              <a:lnSpc>
                <a:spcPct val="110000"/>
              </a:lnSpc>
            </a:pPr>
            <a:r>
              <a:rPr lang="en-US" sz="1199" dirty="0">
                <a:hlinkClick r:id="rId8"/>
              </a:rPr>
              <a:t>https://mall.industry.siemens.com/mall/en/en/Catalog/Products/10000396?tree=CatalogTree</a:t>
            </a:r>
            <a:endParaRPr lang="en-US" sz="11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8" name="Textfeld 7">
            <a:extLst>
              <a:ext uri="{FF2B5EF4-FFF2-40B4-BE49-F238E27FC236}">
                <a16:creationId xmlns:a16="http://schemas.microsoft.com/office/drawing/2014/main" id="{EC09E37D-DEDC-0EF1-1CD4-C435AA7F54D0}"/>
              </a:ext>
            </a:extLst>
          </p:cNvPr>
          <p:cNvSpPr txBox="1"/>
          <p:nvPr/>
        </p:nvSpPr>
        <p:spPr>
          <a:xfrm>
            <a:off x="2187014" y="1476162"/>
            <a:ext cx="2295500" cy="553998"/>
          </a:xfrm>
          <a:prstGeom prst="rect">
            <a:avLst/>
          </a:prstGeom>
          <a:noFill/>
        </p:spPr>
        <p:txBody>
          <a:bodyPr wrap="none" lIns="0" tIns="0" rIns="0" bIns="0" rtlCol="0">
            <a:spAutoFit/>
          </a:bodyPr>
          <a:lstStyle/>
          <a:p>
            <a:pPr algn="l"/>
            <a:r>
              <a:rPr lang="en-US" dirty="0"/>
              <a:t>Sync Module</a:t>
            </a:r>
          </a:p>
          <a:p>
            <a:pPr algn="l"/>
            <a:r>
              <a:rPr lang="en-US" dirty="0"/>
              <a:t>4 pieces per H-system</a:t>
            </a:r>
          </a:p>
        </p:txBody>
      </p:sp>
      <p:sp>
        <p:nvSpPr>
          <p:cNvPr id="9" name="Textfeld 8">
            <a:extLst>
              <a:ext uri="{FF2B5EF4-FFF2-40B4-BE49-F238E27FC236}">
                <a16:creationId xmlns:a16="http://schemas.microsoft.com/office/drawing/2014/main" id="{9704C17E-1BBF-EC10-DC6D-5DD3009E0C29}"/>
              </a:ext>
            </a:extLst>
          </p:cNvPr>
          <p:cNvSpPr txBox="1"/>
          <p:nvPr/>
        </p:nvSpPr>
        <p:spPr>
          <a:xfrm>
            <a:off x="6896174" y="1485517"/>
            <a:ext cx="2295500" cy="553998"/>
          </a:xfrm>
          <a:prstGeom prst="rect">
            <a:avLst/>
          </a:prstGeom>
          <a:noFill/>
        </p:spPr>
        <p:txBody>
          <a:bodyPr wrap="none" lIns="0" tIns="0" rIns="0" bIns="0" rtlCol="0">
            <a:spAutoFit/>
          </a:bodyPr>
          <a:lstStyle/>
          <a:p>
            <a:pPr algn="l"/>
            <a:r>
              <a:rPr lang="en-US" dirty="0"/>
              <a:t>Sync Cable</a:t>
            </a:r>
          </a:p>
          <a:p>
            <a:pPr algn="l"/>
            <a:r>
              <a:rPr lang="en-US" dirty="0"/>
              <a:t>2 pieces per H-system</a:t>
            </a:r>
          </a:p>
        </p:txBody>
      </p:sp>
      <p:graphicFrame>
        <p:nvGraphicFramePr>
          <p:cNvPr id="10" name="Tabelle 10">
            <a:extLst>
              <a:ext uri="{FF2B5EF4-FFF2-40B4-BE49-F238E27FC236}">
                <a16:creationId xmlns:a16="http://schemas.microsoft.com/office/drawing/2014/main" id="{46E6D97E-41A9-7E49-5A08-BBDCFA4065AA}"/>
              </a:ext>
            </a:extLst>
          </p:cNvPr>
          <p:cNvGraphicFramePr>
            <a:graphicFrameLocks noGrp="1"/>
          </p:cNvGraphicFramePr>
          <p:nvPr>
            <p:extLst>
              <p:ext uri="{D42A27DB-BD31-4B8C-83A1-F6EECF244321}">
                <p14:modId xmlns:p14="http://schemas.microsoft.com/office/powerpoint/2010/main" val="1758057989"/>
              </p:ext>
            </p:extLst>
          </p:nvPr>
        </p:nvGraphicFramePr>
        <p:xfrm>
          <a:off x="818091" y="2515388"/>
          <a:ext cx="10453474" cy="3108960"/>
        </p:xfrm>
        <a:graphic>
          <a:graphicData uri="http://schemas.openxmlformats.org/drawingml/2006/table">
            <a:tbl>
              <a:tblPr firstRow="1" bandRow="1">
                <a:tableStyleId>{B301B821-A1FF-4177-AEE7-76D212191A09}</a:tableStyleId>
              </a:tblPr>
              <a:tblGrid>
                <a:gridCol w="2197331">
                  <a:extLst>
                    <a:ext uri="{9D8B030D-6E8A-4147-A177-3AD203B41FA5}">
                      <a16:colId xmlns:a16="http://schemas.microsoft.com/office/drawing/2014/main" val="623706760"/>
                    </a:ext>
                  </a:extLst>
                </a:gridCol>
                <a:gridCol w="3029405">
                  <a:extLst>
                    <a:ext uri="{9D8B030D-6E8A-4147-A177-3AD203B41FA5}">
                      <a16:colId xmlns:a16="http://schemas.microsoft.com/office/drawing/2014/main" val="1195397963"/>
                    </a:ext>
                  </a:extLst>
                </a:gridCol>
                <a:gridCol w="2963371">
                  <a:extLst>
                    <a:ext uri="{9D8B030D-6E8A-4147-A177-3AD203B41FA5}">
                      <a16:colId xmlns:a16="http://schemas.microsoft.com/office/drawing/2014/main" val="2023365168"/>
                    </a:ext>
                  </a:extLst>
                </a:gridCol>
                <a:gridCol w="2263367">
                  <a:extLst>
                    <a:ext uri="{9D8B030D-6E8A-4147-A177-3AD203B41FA5}">
                      <a16:colId xmlns:a16="http://schemas.microsoft.com/office/drawing/2014/main" val="1436119656"/>
                    </a:ext>
                  </a:extLst>
                </a:gridCol>
              </a:tblGrid>
              <a:tr h="370840">
                <a:tc>
                  <a:txBody>
                    <a:bodyPr/>
                    <a:lstStyle/>
                    <a:p>
                      <a:r>
                        <a:rPr lang="de-DE" dirty="0"/>
                        <a:t>Distance</a:t>
                      </a:r>
                    </a:p>
                  </a:txBody>
                  <a:tcPr/>
                </a:tc>
                <a:tc>
                  <a:txBody>
                    <a:bodyPr/>
                    <a:lstStyle/>
                    <a:p>
                      <a:r>
                        <a:rPr lang="de-DE" dirty="0"/>
                        <a:t>Sync Module</a:t>
                      </a:r>
                    </a:p>
                  </a:txBody>
                  <a:tcPr/>
                </a:tc>
                <a:tc>
                  <a:txBody>
                    <a:bodyPr/>
                    <a:lstStyle/>
                    <a:p>
                      <a:r>
                        <a:rPr lang="de-DE" dirty="0"/>
                        <a:t>Sync Cable</a:t>
                      </a:r>
                    </a:p>
                  </a:txBody>
                  <a:tcPr/>
                </a:tc>
                <a:tc>
                  <a:txBody>
                    <a:bodyPr/>
                    <a:lstStyle/>
                    <a:p>
                      <a:r>
                        <a:rPr lang="de-DE" dirty="0"/>
                        <a:t>Fiber Type / Connector</a:t>
                      </a:r>
                    </a:p>
                  </a:txBody>
                  <a:tcPr/>
                </a:tc>
                <a:extLst>
                  <a:ext uri="{0D108BD9-81ED-4DB2-BD59-A6C34878D82A}">
                    <a16:rowId xmlns:a16="http://schemas.microsoft.com/office/drawing/2014/main" val="3314221013"/>
                  </a:ext>
                </a:extLst>
              </a:tr>
              <a:tr h="370840">
                <a:tc>
                  <a:txBody>
                    <a:bodyPr/>
                    <a:lstStyle/>
                    <a:p>
                      <a:r>
                        <a:rPr lang="de-DE" sz="1600" dirty="0"/>
                        <a:t>Up to 10 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u="none" strike="noStrike" kern="1200" cap="none" spc="0" normalizeH="0" baseline="0" dirty="0">
                          <a:ln>
                            <a:noFill/>
                          </a:ln>
                          <a:solidFill>
                            <a:schemeClr val="bg1"/>
                          </a:solidFill>
                          <a:effectLst/>
                          <a:uLnTx/>
                          <a:uFillTx/>
                        </a:rPr>
                        <a:t>6ES7960-1CB00-0AA5</a:t>
                      </a:r>
                      <a:endParaRPr kumimoji="0" lang="de-DE" sz="1600" b="0" i="0" u="none" strike="noStrike" kern="1200" cap="none" spc="0" normalizeH="0" baseline="0" dirty="0">
                        <a:ln>
                          <a:noFill/>
                        </a:ln>
                        <a:solidFill>
                          <a:schemeClr val="bg1"/>
                        </a:solidFill>
                        <a:effectLst/>
                        <a:uLnTx/>
                        <a:uFillTx/>
                        <a:latin typeface="+mn-lt"/>
                        <a:ea typeface="ＭＳ Ｐゴシック" charset="-128"/>
                        <a:cs typeface="+mn-cs"/>
                      </a:endParaRPr>
                    </a:p>
                    <a:p>
                      <a:endParaRPr lang="de-DE"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u="none" strike="noStrike" kern="1200" cap="none" spc="0" normalizeH="0" baseline="0" dirty="0" err="1">
                          <a:ln>
                            <a:noFill/>
                          </a:ln>
                          <a:solidFill>
                            <a:schemeClr val="bg1"/>
                          </a:solidFill>
                          <a:effectLst/>
                          <a:uLnTx/>
                          <a:uFillTx/>
                        </a:rPr>
                        <a:t>Pre-fabricated</a:t>
                      </a:r>
                      <a:r>
                        <a:rPr kumimoji="0" lang="de-DE" sz="1600" b="0" u="none" strike="noStrike" kern="1200" cap="none" spc="0" normalizeH="0" baseline="0" dirty="0">
                          <a:ln>
                            <a:noFill/>
                          </a:ln>
                          <a:solidFill>
                            <a:schemeClr val="bg1"/>
                          </a:solidFill>
                          <a:effectLst/>
                          <a:uLnTx/>
                          <a:uFillTx/>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de-DE" sz="1600" b="0" u="none" strike="noStrike" kern="1200" cap="none" spc="0" normalizeH="0" baseline="0" dirty="0">
                          <a:ln>
                            <a:noFill/>
                          </a:ln>
                          <a:solidFill>
                            <a:schemeClr val="bg1"/>
                          </a:solidFill>
                          <a:effectLst/>
                          <a:uLnTx/>
                          <a:uFillTx/>
                        </a:rPr>
                        <a:t>6ES7 960-1BB00-5AA5 (1m)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de-DE" sz="1600" b="0" u="none" strike="noStrike" kern="1200" cap="none" spc="0" normalizeH="0" baseline="0" dirty="0">
                          <a:ln>
                            <a:noFill/>
                          </a:ln>
                          <a:solidFill>
                            <a:schemeClr val="bg1"/>
                          </a:solidFill>
                          <a:effectLst/>
                          <a:uLnTx/>
                          <a:uFillTx/>
                        </a:rPr>
                        <a:t>6ES7 960-1BC00-5AA5 (2m)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de-DE" sz="1600" b="0" u="none" strike="noStrike" kern="1200" cap="none" spc="0" normalizeH="0" baseline="0" dirty="0">
                          <a:ln>
                            <a:noFill/>
                          </a:ln>
                          <a:solidFill>
                            <a:schemeClr val="bg1"/>
                          </a:solidFill>
                          <a:effectLst/>
                          <a:uLnTx/>
                          <a:uFillTx/>
                        </a:rPr>
                        <a:t>6ES7 960-1CB00-5AA5 (10m)</a:t>
                      </a:r>
                    </a:p>
                    <a:p>
                      <a:endParaRPr lang="de-DE" sz="1600" dirty="0"/>
                    </a:p>
                  </a:txBody>
                  <a:tcPr/>
                </a:tc>
                <a:tc>
                  <a:txBody>
                    <a:bodyPr/>
                    <a:lstStyle/>
                    <a:p>
                      <a:r>
                        <a:rPr lang="de-DE" sz="1600" dirty="0"/>
                        <a:t>Multimode / LC</a:t>
                      </a:r>
                    </a:p>
                  </a:txBody>
                  <a:tcPr/>
                </a:tc>
                <a:extLst>
                  <a:ext uri="{0D108BD9-81ED-4DB2-BD59-A6C34878D82A}">
                    <a16:rowId xmlns:a16="http://schemas.microsoft.com/office/drawing/2014/main" val="1065085219"/>
                  </a:ext>
                </a:extLst>
              </a:tr>
              <a:tr h="370840">
                <a:tc>
                  <a:txBody>
                    <a:bodyPr/>
                    <a:lstStyle/>
                    <a:p>
                      <a:r>
                        <a:rPr lang="de-DE" sz="1600" dirty="0"/>
                        <a:t>From 2 m to 10 km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noProof="0" dirty="0"/>
                        <a:t>6ES7960-1FB00-0AA5</a:t>
                      </a:r>
                    </a:p>
                    <a:p>
                      <a:endParaRPr lang="de-DE" sz="1600" dirty="0"/>
                    </a:p>
                  </a:txBody>
                  <a:tcPr/>
                </a:tc>
                <a:tc>
                  <a:txBody>
                    <a:bodyPr/>
                    <a:lstStyle/>
                    <a:p>
                      <a:r>
                        <a:rPr lang="en-US" sz="1600" noProof="0" dirty="0"/>
                        <a:t>Single mode fiber 9/125 µm</a:t>
                      </a:r>
                      <a:br>
                        <a:rPr lang="en-US" sz="1600" noProof="0" dirty="0"/>
                      </a:br>
                      <a:r>
                        <a:rPr lang="en-US" sz="1600" noProof="0" dirty="0"/>
                        <a:t>Specification OS1 or OS2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Single Mode/LC</a:t>
                      </a:r>
                    </a:p>
                    <a:p>
                      <a:endParaRPr lang="de-DE" sz="1600" dirty="0"/>
                    </a:p>
                  </a:txBody>
                  <a:tcPr/>
                </a:tc>
                <a:extLst>
                  <a:ext uri="{0D108BD9-81ED-4DB2-BD59-A6C34878D82A}">
                    <a16:rowId xmlns:a16="http://schemas.microsoft.com/office/drawing/2014/main" val="1929939021"/>
                  </a:ext>
                </a:extLst>
              </a:tr>
              <a:tr h="370840">
                <a:tc>
                  <a:txBody>
                    <a:bodyPr/>
                    <a:lstStyle/>
                    <a:p>
                      <a:r>
                        <a:rPr lang="de-DE" sz="1600" dirty="0"/>
                        <a:t>From 8 km to 40 km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noProof="0" dirty="0"/>
                        <a:t>6ES7960-1FE00-0AA5</a:t>
                      </a:r>
                      <a:endParaRPr lang="de-DE" sz="1600" noProof="0" dirty="0">
                        <a:highlight>
                          <a:srgbClr val="FFFF00"/>
                        </a:highlight>
                      </a:endParaRPr>
                    </a:p>
                    <a:p>
                      <a:endParaRPr lang="de-DE" sz="1600" dirty="0"/>
                    </a:p>
                  </a:txBody>
                  <a:tcPr/>
                </a:tc>
                <a:tc>
                  <a:txBody>
                    <a:bodyPr/>
                    <a:lstStyle/>
                    <a:p>
                      <a:r>
                        <a:rPr lang="en-US" sz="1600" noProof="0" dirty="0"/>
                        <a:t>Single mode fiber 9/125 µm</a:t>
                      </a:r>
                      <a:br>
                        <a:rPr lang="en-US" sz="1600" noProof="0" dirty="0"/>
                      </a:br>
                      <a:r>
                        <a:rPr lang="en-US" sz="1600" noProof="0" dirty="0"/>
                        <a:t>Specification OS2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Single Mode/LC</a:t>
                      </a:r>
                    </a:p>
                  </a:txBody>
                  <a:tcPr/>
                </a:tc>
                <a:extLst>
                  <a:ext uri="{0D108BD9-81ED-4DB2-BD59-A6C34878D82A}">
                    <a16:rowId xmlns:a16="http://schemas.microsoft.com/office/drawing/2014/main" val="1309646229"/>
                  </a:ext>
                </a:extLst>
              </a:tr>
            </a:tbl>
          </a:graphicData>
        </a:graphic>
      </p:graphicFrame>
      <p:grpSp>
        <p:nvGrpSpPr>
          <p:cNvPr id="11" name="Gruppieren 10">
            <a:extLst>
              <a:ext uri="{FF2B5EF4-FFF2-40B4-BE49-F238E27FC236}">
                <a16:creationId xmlns:a16="http://schemas.microsoft.com/office/drawing/2014/main" id="{B8B55186-3C87-A7DD-614E-DDBD129032E7}"/>
              </a:ext>
            </a:extLst>
          </p:cNvPr>
          <p:cNvGrpSpPr/>
          <p:nvPr/>
        </p:nvGrpSpPr>
        <p:grpSpPr>
          <a:xfrm>
            <a:off x="419309" y="4769242"/>
            <a:ext cx="501126" cy="443788"/>
            <a:chOff x="3803362" y="1877343"/>
            <a:chExt cx="501126" cy="443788"/>
          </a:xfrm>
        </p:grpSpPr>
        <p:sp>
          <p:nvSpPr>
            <p:cNvPr id="12" name="Explosion: 8 Zacken 11">
              <a:extLst>
                <a:ext uri="{FF2B5EF4-FFF2-40B4-BE49-F238E27FC236}">
                  <a16:creationId xmlns:a16="http://schemas.microsoft.com/office/drawing/2014/main" id="{82958555-DB92-5980-AD70-32C0531B74AA}"/>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3" name="Textfeld 12">
              <a:extLst>
                <a:ext uri="{FF2B5EF4-FFF2-40B4-BE49-F238E27FC236}">
                  <a16:creationId xmlns:a16="http://schemas.microsoft.com/office/drawing/2014/main" id="{5F7776B2-9D10-CF29-FC72-05D154A3BC82}"/>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Tree>
    <p:extLst>
      <p:ext uri="{BB962C8B-B14F-4D97-AF65-F5344CB8AC3E}">
        <p14:creationId xmlns:p14="http://schemas.microsoft.com/office/powerpoint/2010/main" val="451783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21A2964-1099-4A7E-BC5D-9B8EED80E093}"/>
              </a:ext>
            </a:extLst>
          </p:cNvPr>
          <p:cNvGraphicFramePr>
            <a:graphicFrameLocks noChangeAspect="1"/>
          </p:cNvGraphicFramePr>
          <p:nvPr>
            <p:custDataLst>
              <p:tags r:id="rId1"/>
            </p:custDataLst>
            <p:extLst>
              <p:ext uri="{D42A27DB-BD31-4B8C-83A1-F6EECF244321}">
                <p14:modId xmlns:p14="http://schemas.microsoft.com/office/powerpoint/2010/main" val="36846125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521A2964-1099-4A7E-BC5D-9B8EED80E0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923330"/>
          </a:xfrm>
        </p:spPr>
        <p:txBody>
          <a:bodyPr vert="horz"/>
          <a:lstStyle/>
          <a:p>
            <a:r>
              <a:rPr lang="en-US" dirty="0"/>
              <a:t>Failure Scenarios</a:t>
            </a:r>
          </a:p>
        </p:txBody>
      </p:sp>
      <p:sp>
        <p:nvSpPr>
          <p:cNvPr id="5" name="Untertitel 4">
            <a:extLst>
              <a:ext uri="{FF2B5EF4-FFF2-40B4-BE49-F238E27FC236}">
                <a16:creationId xmlns:a16="http://schemas.microsoft.com/office/drawing/2014/main" id="{7D06A950-B2BF-4D5B-AC72-5B76B61FC3A8}"/>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0342A3D6-98FE-48A7-AFE2-71450107450D}"/>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578210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hteck 24">
            <a:extLst>
              <a:ext uri="{FF2B5EF4-FFF2-40B4-BE49-F238E27FC236}">
                <a16:creationId xmlns:a16="http://schemas.microsoft.com/office/drawing/2014/main" id="{DC6B34DC-5704-6D83-ABF0-DFBB2DD0737E}"/>
              </a:ext>
            </a:extLst>
          </p:cNvPr>
          <p:cNvSpPr/>
          <p:nvPr/>
        </p:nvSpPr>
        <p:spPr>
          <a:xfrm>
            <a:off x="8185735" y="4481668"/>
            <a:ext cx="3010975" cy="18137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3" name="Rechteck 22">
            <a:extLst>
              <a:ext uri="{FF2B5EF4-FFF2-40B4-BE49-F238E27FC236}">
                <a16:creationId xmlns:a16="http://schemas.microsoft.com/office/drawing/2014/main" id="{2CECC510-2963-666F-54BF-3302FD3B1EF1}"/>
              </a:ext>
            </a:extLst>
          </p:cNvPr>
          <p:cNvSpPr/>
          <p:nvPr/>
        </p:nvSpPr>
        <p:spPr>
          <a:xfrm>
            <a:off x="4357032" y="4485966"/>
            <a:ext cx="3010975" cy="18137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2" name="Rechteck 21">
            <a:extLst>
              <a:ext uri="{FF2B5EF4-FFF2-40B4-BE49-F238E27FC236}">
                <a16:creationId xmlns:a16="http://schemas.microsoft.com/office/drawing/2014/main" id="{364988AD-FE2E-95FC-AD38-0D7055BD2068}"/>
              </a:ext>
            </a:extLst>
          </p:cNvPr>
          <p:cNvSpPr/>
          <p:nvPr/>
        </p:nvSpPr>
        <p:spPr>
          <a:xfrm>
            <a:off x="575679" y="4497034"/>
            <a:ext cx="3010975" cy="18137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1" name="Rechteck 20">
            <a:extLst>
              <a:ext uri="{FF2B5EF4-FFF2-40B4-BE49-F238E27FC236}">
                <a16:creationId xmlns:a16="http://schemas.microsoft.com/office/drawing/2014/main" id="{5DF000DC-C8AF-73C3-6CBB-830176DEC85C}"/>
              </a:ext>
            </a:extLst>
          </p:cNvPr>
          <p:cNvSpPr/>
          <p:nvPr/>
        </p:nvSpPr>
        <p:spPr>
          <a:xfrm>
            <a:off x="4008675" y="1473518"/>
            <a:ext cx="3313669" cy="149231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309" name="Grafik 308">
            <a:extLst>
              <a:ext uri="{FF2B5EF4-FFF2-40B4-BE49-F238E27FC236}">
                <a16:creationId xmlns:a16="http://schemas.microsoft.com/office/drawing/2014/main" id="{740F0D77-4DAE-6918-8678-4025EBC201B7}"/>
              </a:ext>
            </a:extLst>
          </p:cNvPr>
          <p:cNvPicPr>
            <a:picLocks noChangeAspect="1"/>
          </p:cNvPicPr>
          <p:nvPr/>
        </p:nvPicPr>
        <p:blipFill>
          <a:blip r:embed="rId23"/>
          <a:stretch>
            <a:fillRect/>
          </a:stretch>
        </p:blipFill>
        <p:spPr>
          <a:xfrm>
            <a:off x="8595474" y="4559124"/>
            <a:ext cx="2362200" cy="1457325"/>
          </a:xfrm>
          <a:prstGeom prst="rect">
            <a:avLst/>
          </a:prstGeom>
        </p:spPr>
      </p:pic>
      <p:pic>
        <p:nvPicPr>
          <p:cNvPr id="307" name="Grafik 306">
            <a:extLst>
              <a:ext uri="{FF2B5EF4-FFF2-40B4-BE49-F238E27FC236}">
                <a16:creationId xmlns:a16="http://schemas.microsoft.com/office/drawing/2014/main" id="{C28E27F4-7404-1C7B-A316-3EDE6F7267A9}"/>
              </a:ext>
            </a:extLst>
          </p:cNvPr>
          <p:cNvPicPr>
            <a:picLocks noChangeAspect="1"/>
          </p:cNvPicPr>
          <p:nvPr/>
        </p:nvPicPr>
        <p:blipFill>
          <a:blip r:embed="rId24"/>
          <a:stretch>
            <a:fillRect/>
          </a:stretch>
        </p:blipFill>
        <p:spPr>
          <a:xfrm>
            <a:off x="4699496" y="4559124"/>
            <a:ext cx="2362200" cy="1457325"/>
          </a:xfrm>
          <a:prstGeom prst="rect">
            <a:avLst/>
          </a:prstGeom>
        </p:spPr>
      </p:pic>
      <p:pic>
        <p:nvPicPr>
          <p:cNvPr id="306" name="Grafik 305">
            <a:extLst>
              <a:ext uri="{FF2B5EF4-FFF2-40B4-BE49-F238E27FC236}">
                <a16:creationId xmlns:a16="http://schemas.microsoft.com/office/drawing/2014/main" id="{539E478D-2F5E-7991-BE17-652776EEBD43}"/>
              </a:ext>
            </a:extLst>
          </p:cNvPr>
          <p:cNvPicPr>
            <a:picLocks noChangeAspect="1"/>
          </p:cNvPicPr>
          <p:nvPr/>
        </p:nvPicPr>
        <p:blipFill>
          <a:blip r:embed="rId25"/>
          <a:stretch>
            <a:fillRect/>
          </a:stretch>
        </p:blipFill>
        <p:spPr>
          <a:xfrm>
            <a:off x="847621" y="4559124"/>
            <a:ext cx="2362200" cy="1457325"/>
          </a:xfrm>
          <a:prstGeom prst="rect">
            <a:avLst/>
          </a:prstGeom>
        </p:spPr>
      </p:pic>
      <p:graphicFrame>
        <p:nvGraphicFramePr>
          <p:cNvPr id="5" name="Objekt 4" hidden="1">
            <a:extLst>
              <a:ext uri="{FF2B5EF4-FFF2-40B4-BE49-F238E27FC236}">
                <a16:creationId xmlns:a16="http://schemas.microsoft.com/office/drawing/2014/main" id="{3322B80B-7346-459C-AD43-A08F5CC634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6" imgW="532" imgH="533" progId="TCLayout.ActiveDocument.1">
                  <p:embed/>
                </p:oleObj>
              </mc:Choice>
              <mc:Fallback>
                <p:oleObj name="think-cell Folie" r:id="rId26" imgW="532" imgH="533" progId="TCLayout.ActiveDocument.1">
                  <p:embed/>
                  <p:pic>
                    <p:nvPicPr>
                      <p:cNvPr id="5" name="Objekt 4" hidden="1">
                        <a:extLst>
                          <a:ext uri="{FF2B5EF4-FFF2-40B4-BE49-F238E27FC236}">
                            <a16:creationId xmlns:a16="http://schemas.microsoft.com/office/drawing/2014/main" id="{3322B80B-7346-459C-AD43-A08F5CC63476}"/>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4" name="Titel 3"/>
          <p:cNvSpPr>
            <a:spLocks noGrp="1"/>
          </p:cNvSpPr>
          <p:nvPr>
            <p:ph type="title"/>
          </p:nvPr>
        </p:nvSpPr>
        <p:spPr/>
        <p:txBody>
          <a:bodyPr vert="horz"/>
          <a:lstStyle/>
          <a:p>
            <a:r>
              <a:rPr lang="en-US" dirty="0"/>
              <a:t>Failure scenarios for S7-1500 R/H</a:t>
            </a:r>
            <a:br>
              <a:rPr lang="en-US" dirty="0"/>
            </a:br>
            <a:r>
              <a:rPr lang="en-US" b="0" dirty="0"/>
              <a:t>IO connection via </a:t>
            </a:r>
            <a:r>
              <a:rPr lang="en-US" b="0" u="sng" dirty="0"/>
              <a:t>Ring topology</a:t>
            </a:r>
            <a:br>
              <a:rPr lang="en-US" sz="2000" b="1" dirty="0">
                <a:solidFill>
                  <a:srgbClr val="3C464B"/>
                </a:solidFill>
              </a:rPr>
            </a:br>
            <a:endParaRPr lang="en-US" dirty="0"/>
          </a:p>
        </p:txBody>
      </p:sp>
      <p:sp>
        <p:nvSpPr>
          <p:cNvPr id="2" name="Fußzeilenplatzhalter 1">
            <a:extLst>
              <a:ext uri="{FF2B5EF4-FFF2-40B4-BE49-F238E27FC236}">
                <a16:creationId xmlns:a16="http://schemas.microsoft.com/office/drawing/2014/main" id="{5B64D186-2FA4-4B6C-A55E-5EAD51E916BA}"/>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55" name="Pfeil: Fünfeck 54">
            <a:extLst>
              <a:ext uri="{FF2B5EF4-FFF2-40B4-BE49-F238E27FC236}">
                <a16:creationId xmlns:a16="http://schemas.microsoft.com/office/drawing/2014/main" id="{39B9A9B8-F11C-94C9-45B1-8CF7FF05B4C4}"/>
              </a:ext>
            </a:extLst>
          </p:cNvPr>
          <p:cNvSpPr/>
          <p:nvPr/>
        </p:nvSpPr>
        <p:spPr>
          <a:xfrm rot="5400000">
            <a:off x="1811389" y="2621245"/>
            <a:ext cx="547199" cy="3003330"/>
          </a:xfrm>
          <a:prstGeom prst="homePlate">
            <a:avLst>
              <a:gd name="adj" fmla="val 4999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2" name="Text Box 21">
            <a:extLst>
              <a:ext uri="{FF2B5EF4-FFF2-40B4-BE49-F238E27FC236}">
                <a16:creationId xmlns:a16="http://schemas.microsoft.com/office/drawing/2014/main" id="{CF5D02A2-24A4-73FA-EA98-C3A555B48F33}"/>
              </a:ext>
            </a:extLst>
          </p:cNvPr>
          <p:cNvSpPr txBox="1">
            <a:spLocks noChangeArrowheads="1"/>
          </p:cNvSpPr>
          <p:nvPr>
            <p:custDataLst>
              <p:tags r:id="rId2"/>
            </p:custDataLst>
          </p:nvPr>
        </p:nvSpPr>
        <p:spPr bwMode="auto">
          <a:xfrm>
            <a:off x="2921694" y="4687054"/>
            <a:ext cx="474490"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82" name="Text Box 16">
            <a:extLst>
              <a:ext uri="{FF2B5EF4-FFF2-40B4-BE49-F238E27FC236}">
                <a16:creationId xmlns:a16="http://schemas.microsoft.com/office/drawing/2014/main" id="{D35619D2-D54C-DADD-4567-E3DD0436C273}"/>
              </a:ext>
            </a:extLst>
          </p:cNvPr>
          <p:cNvSpPr txBox="1">
            <a:spLocks noChangeArrowheads="1"/>
          </p:cNvSpPr>
          <p:nvPr>
            <p:custDataLst>
              <p:tags r:id="rId3"/>
            </p:custDataLst>
          </p:nvPr>
        </p:nvSpPr>
        <p:spPr bwMode="auto">
          <a:xfrm>
            <a:off x="2928224" y="4860932"/>
            <a:ext cx="506549" cy="12311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RUN-Solo </a:t>
            </a:r>
          </a:p>
        </p:txBody>
      </p:sp>
      <p:pic>
        <p:nvPicPr>
          <p:cNvPr id="86" name="Picture 12" descr="C:\Users\adzuth0\AppData\Local\Temp\SNAGHTML1699469.PNG">
            <a:extLst>
              <a:ext uri="{FF2B5EF4-FFF2-40B4-BE49-F238E27FC236}">
                <a16:creationId xmlns:a16="http://schemas.microsoft.com/office/drawing/2014/main" id="{74E66FCA-3AF8-55D6-F3EB-6D053197D807}"/>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291184" y="4732935"/>
            <a:ext cx="396566" cy="461883"/>
          </a:xfrm>
          <a:prstGeom prst="rect">
            <a:avLst/>
          </a:prstGeom>
          <a:noFill/>
          <a:extLst>
            <a:ext uri="{909E8E84-426E-40DD-AFC4-6F175D3DCCD1}">
              <a14:hiddenFill xmlns:a14="http://schemas.microsoft.com/office/drawing/2010/main">
                <a:solidFill>
                  <a:srgbClr val="FFFFFF"/>
                </a:solidFill>
              </a14:hiddenFill>
            </a:ext>
          </a:extLst>
        </p:spPr>
      </p:pic>
      <p:grpSp>
        <p:nvGrpSpPr>
          <p:cNvPr id="232" name="Gruppieren 231">
            <a:extLst>
              <a:ext uri="{FF2B5EF4-FFF2-40B4-BE49-F238E27FC236}">
                <a16:creationId xmlns:a16="http://schemas.microsoft.com/office/drawing/2014/main" id="{13D09854-F4C6-8B03-E968-B45615E21951}"/>
              </a:ext>
            </a:extLst>
          </p:cNvPr>
          <p:cNvGrpSpPr/>
          <p:nvPr/>
        </p:nvGrpSpPr>
        <p:grpSpPr>
          <a:xfrm>
            <a:off x="4090152" y="1526206"/>
            <a:ext cx="3186927" cy="1396936"/>
            <a:chOff x="4090152" y="1526206"/>
            <a:chExt cx="3186927" cy="1396936"/>
          </a:xfrm>
        </p:grpSpPr>
        <p:sp>
          <p:nvSpPr>
            <p:cNvPr id="17" name="Rechteck: abgerundete Ecken 16">
              <a:extLst>
                <a:ext uri="{FF2B5EF4-FFF2-40B4-BE49-F238E27FC236}">
                  <a16:creationId xmlns:a16="http://schemas.microsoft.com/office/drawing/2014/main" id="{8C196339-B5A9-75A5-F189-3D54650B77F0}"/>
                </a:ext>
              </a:extLst>
            </p:cNvPr>
            <p:cNvSpPr/>
            <p:nvPr/>
          </p:nvSpPr>
          <p:spPr>
            <a:xfrm>
              <a:off x="4495678" y="2068959"/>
              <a:ext cx="2407582" cy="567371"/>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 name="Text Box 16">
              <a:extLst>
                <a:ext uri="{FF2B5EF4-FFF2-40B4-BE49-F238E27FC236}">
                  <a16:creationId xmlns:a16="http://schemas.microsoft.com/office/drawing/2014/main" id="{3776DFFA-3C47-2BD1-27ED-6541EC2A2E53}"/>
                </a:ext>
              </a:extLst>
            </p:cNvPr>
            <p:cNvSpPr txBox="1">
              <a:spLocks noChangeArrowheads="1"/>
            </p:cNvSpPr>
            <p:nvPr>
              <p:custDataLst>
                <p:tags r:id="rId12"/>
              </p:custDataLst>
            </p:nvPr>
          </p:nvSpPr>
          <p:spPr bwMode="auto">
            <a:xfrm>
              <a:off x="4319495" y="1595600"/>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6" name="Text Box 21">
              <a:extLst>
                <a:ext uri="{FF2B5EF4-FFF2-40B4-BE49-F238E27FC236}">
                  <a16:creationId xmlns:a16="http://schemas.microsoft.com/office/drawing/2014/main" id="{20F17C3B-44B6-F9E6-143B-EAFA33251FD6}"/>
                </a:ext>
              </a:extLst>
            </p:cNvPr>
            <p:cNvSpPr txBox="1">
              <a:spLocks noChangeArrowheads="1"/>
            </p:cNvSpPr>
            <p:nvPr>
              <p:custDataLst>
                <p:tags r:id="rId13"/>
              </p:custDataLst>
            </p:nvPr>
          </p:nvSpPr>
          <p:spPr bwMode="auto">
            <a:xfrm>
              <a:off x="6537281" y="1600118"/>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pic>
          <p:nvPicPr>
            <p:cNvPr id="9" name="product_distributed-io.png">
              <a:extLst>
                <a:ext uri="{FF2B5EF4-FFF2-40B4-BE49-F238E27FC236}">
                  <a16:creationId xmlns:a16="http://schemas.microsoft.com/office/drawing/2014/main" id="{5D525A03-98D3-EDC2-B6C0-FAE136B8D24C}"/>
                </a:ext>
              </a:extLst>
            </p:cNvPr>
            <p:cNvPicPr>
              <a:picLocks noChangeAspect="1"/>
            </p:cNvPicPr>
            <p:nvPr>
              <p:custDataLst>
                <p:tags r:id="rId14"/>
              </p:custDataLst>
            </p:nvPr>
          </p:nvPicPr>
          <p:blipFill>
            <a:blip r:embed="rId29" cstate="print">
              <a:extLst>
                <a:ext uri="{28A0092B-C50C-407E-A947-70E740481C1C}">
                  <a14:useLocalDpi xmlns:a14="http://schemas.microsoft.com/office/drawing/2010/main" val="0"/>
                </a:ext>
              </a:extLst>
            </a:blip>
            <a:stretch>
              <a:fillRect/>
            </a:stretch>
          </p:blipFill>
          <p:spPr>
            <a:xfrm>
              <a:off x="4875488" y="2428515"/>
              <a:ext cx="455031" cy="455031"/>
            </a:xfrm>
            <a:prstGeom prst="rect">
              <a:avLst/>
            </a:prstGeom>
            <a:solidFill>
              <a:schemeClr val="tx1"/>
            </a:solidFill>
          </p:spPr>
        </p:pic>
        <p:grpSp>
          <p:nvGrpSpPr>
            <p:cNvPr id="10" name="Gruppieren 9">
              <a:extLst>
                <a:ext uri="{FF2B5EF4-FFF2-40B4-BE49-F238E27FC236}">
                  <a16:creationId xmlns:a16="http://schemas.microsoft.com/office/drawing/2014/main" id="{EC0584FF-4053-D66F-05B8-82BBCE7F8A38}"/>
                </a:ext>
              </a:extLst>
            </p:cNvPr>
            <p:cNvGrpSpPr>
              <a:grpSpLocks noChangeAspect="1"/>
            </p:cNvGrpSpPr>
            <p:nvPr/>
          </p:nvGrpSpPr>
          <p:grpSpPr>
            <a:xfrm>
              <a:off x="5900609" y="2426750"/>
              <a:ext cx="622096" cy="496392"/>
              <a:chOff x="4105359" y="1822075"/>
              <a:chExt cx="4583448" cy="3657298"/>
            </a:xfrm>
            <a:solidFill>
              <a:schemeClr val="bg1"/>
            </a:solidFill>
          </p:grpSpPr>
          <p:pic>
            <p:nvPicPr>
              <p:cNvPr id="11" name="product_simatic-s7-1500.png">
                <a:extLst>
                  <a:ext uri="{FF2B5EF4-FFF2-40B4-BE49-F238E27FC236}">
                    <a16:creationId xmlns:a16="http://schemas.microsoft.com/office/drawing/2014/main" id="{011EC217-51FD-B3CB-DDF6-AC87E51E0EA5}"/>
                  </a:ext>
                </a:extLst>
              </p:cNvPr>
              <p:cNvPicPr>
                <a:picLocks noChangeAspect="1"/>
              </p:cNvPicPr>
              <p:nvPr>
                <p:custDataLst>
                  <p:tags r:id="rId17"/>
                </p:custDataLst>
              </p:nvPr>
            </p:nvPicPr>
            <p:blipFill rotWithShape="1">
              <a:blip r:embed="rId30"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a:solidFill>
                <a:schemeClr val="tx1"/>
              </a:solidFill>
            </p:spPr>
          </p:pic>
          <p:pic>
            <p:nvPicPr>
              <p:cNvPr id="12" name="product_simatic-s7-1500.png">
                <a:extLst>
                  <a:ext uri="{FF2B5EF4-FFF2-40B4-BE49-F238E27FC236}">
                    <a16:creationId xmlns:a16="http://schemas.microsoft.com/office/drawing/2014/main" id="{DC183FEA-7DDB-8A90-70BB-2B3AB6DB9255}"/>
                  </a:ext>
                </a:extLst>
              </p:cNvPr>
              <p:cNvPicPr>
                <a:picLocks noChangeAspect="1"/>
              </p:cNvPicPr>
              <p:nvPr>
                <p:custDataLst>
                  <p:tags r:id="rId18"/>
                </p:custDataLst>
              </p:nvPr>
            </p:nvPicPr>
            <p:blipFill rotWithShape="1">
              <a:blip r:embed="rId31"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a:grpFill/>
            </p:spPr>
          </p:pic>
          <p:pic>
            <p:nvPicPr>
              <p:cNvPr id="13" name="product_simatic-s7-1500.png">
                <a:extLst>
                  <a:ext uri="{FF2B5EF4-FFF2-40B4-BE49-F238E27FC236}">
                    <a16:creationId xmlns:a16="http://schemas.microsoft.com/office/drawing/2014/main" id="{016A1C56-7223-DE5F-5CD9-C528EEF89EDA}"/>
                  </a:ext>
                </a:extLst>
              </p:cNvPr>
              <p:cNvPicPr>
                <a:picLocks noChangeAspect="1"/>
              </p:cNvPicPr>
              <p:nvPr>
                <p:custDataLst>
                  <p:tags r:id="rId19"/>
                </p:custDataLst>
              </p:nvPr>
            </p:nvPicPr>
            <p:blipFill rotWithShape="1">
              <a:blip r:embed="rId32"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a:solidFill>
                <a:schemeClr val="tx1"/>
              </a:solidFill>
            </p:spPr>
          </p:pic>
          <p:pic>
            <p:nvPicPr>
              <p:cNvPr id="14" name="product_simatic-s7-1500.png">
                <a:extLst>
                  <a:ext uri="{FF2B5EF4-FFF2-40B4-BE49-F238E27FC236}">
                    <a16:creationId xmlns:a16="http://schemas.microsoft.com/office/drawing/2014/main" id="{4B48CA0B-E5FE-4B75-1E83-CE5CF583A10D}"/>
                  </a:ext>
                </a:extLst>
              </p:cNvPr>
              <p:cNvPicPr>
                <a:picLocks noChangeAspect="1"/>
              </p:cNvPicPr>
              <p:nvPr>
                <p:custDataLst>
                  <p:tags r:id="rId20"/>
                </p:custDataLst>
              </p:nvPr>
            </p:nvPicPr>
            <p:blipFill rotWithShape="1">
              <a:blip r:embed="rId33"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a:solidFill>
                <a:schemeClr val="tx1"/>
              </a:solidFill>
            </p:spPr>
          </p:pic>
        </p:grpSp>
        <p:sp>
          <p:nvSpPr>
            <p:cNvPr id="15" name="Text Box 16">
              <a:extLst>
                <a:ext uri="{FF2B5EF4-FFF2-40B4-BE49-F238E27FC236}">
                  <a16:creationId xmlns:a16="http://schemas.microsoft.com/office/drawing/2014/main" id="{023F9E43-4B78-74FB-BA97-FF070B027BC1}"/>
                </a:ext>
              </a:extLst>
            </p:cNvPr>
            <p:cNvSpPr txBox="1">
              <a:spLocks noChangeArrowheads="1"/>
            </p:cNvSpPr>
            <p:nvPr>
              <p:custDataLst>
                <p:tags r:id="rId15"/>
              </p:custDataLst>
            </p:nvPr>
          </p:nvSpPr>
          <p:spPr bwMode="auto">
            <a:xfrm>
              <a:off x="6492016" y="1787114"/>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sp>
          <p:nvSpPr>
            <p:cNvPr id="16" name="Text Box 16">
              <a:extLst>
                <a:ext uri="{FF2B5EF4-FFF2-40B4-BE49-F238E27FC236}">
                  <a16:creationId xmlns:a16="http://schemas.microsoft.com/office/drawing/2014/main" id="{399F7D5F-222C-8CF0-06A2-EAE9828A2E9B}"/>
                </a:ext>
              </a:extLst>
            </p:cNvPr>
            <p:cNvSpPr txBox="1">
              <a:spLocks noChangeArrowheads="1"/>
            </p:cNvSpPr>
            <p:nvPr>
              <p:custDataLst>
                <p:tags r:id="rId16"/>
              </p:custDataLst>
            </p:nvPr>
          </p:nvSpPr>
          <p:spPr bwMode="auto">
            <a:xfrm>
              <a:off x="4090152" y="1784955"/>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pic>
          <p:nvPicPr>
            <p:cNvPr id="19" name="Grafik 18">
              <a:extLst>
                <a:ext uri="{FF2B5EF4-FFF2-40B4-BE49-F238E27FC236}">
                  <a16:creationId xmlns:a16="http://schemas.microsoft.com/office/drawing/2014/main" id="{C0CF652F-9E2A-A2D4-CAA6-E2C91FB87449}"/>
                </a:ext>
              </a:extLst>
            </p:cNvPr>
            <p:cNvPicPr>
              <a:picLocks noChangeAspect="1"/>
            </p:cNvPicPr>
            <p:nvPr/>
          </p:nvPicPr>
          <p:blipFill>
            <a:blip r:embed="rId34"/>
            <a:stretch>
              <a:fillRect/>
            </a:stretch>
          </p:blipFill>
          <p:spPr>
            <a:xfrm>
              <a:off x="4917267" y="1554076"/>
              <a:ext cx="371475" cy="638175"/>
            </a:xfrm>
            <a:prstGeom prst="rect">
              <a:avLst/>
            </a:prstGeom>
          </p:spPr>
        </p:pic>
        <p:pic>
          <p:nvPicPr>
            <p:cNvPr id="20" name="Grafik 19">
              <a:extLst>
                <a:ext uri="{FF2B5EF4-FFF2-40B4-BE49-F238E27FC236}">
                  <a16:creationId xmlns:a16="http://schemas.microsoft.com/office/drawing/2014/main" id="{C1CCA8B0-7F7F-8BF9-FC64-B54946605724}"/>
                </a:ext>
              </a:extLst>
            </p:cNvPr>
            <p:cNvPicPr>
              <a:picLocks noChangeAspect="1"/>
            </p:cNvPicPr>
            <p:nvPr/>
          </p:nvPicPr>
          <p:blipFill>
            <a:blip r:embed="rId34"/>
            <a:stretch>
              <a:fillRect/>
            </a:stretch>
          </p:blipFill>
          <p:spPr>
            <a:xfrm>
              <a:off x="6062485" y="1526206"/>
              <a:ext cx="371475" cy="638175"/>
            </a:xfrm>
            <a:prstGeom prst="rect">
              <a:avLst/>
            </a:prstGeom>
          </p:spPr>
        </p:pic>
      </p:grpSp>
      <p:sp>
        <p:nvSpPr>
          <p:cNvPr id="101" name="Textfeld 100">
            <a:extLst>
              <a:ext uri="{FF2B5EF4-FFF2-40B4-BE49-F238E27FC236}">
                <a16:creationId xmlns:a16="http://schemas.microsoft.com/office/drawing/2014/main" id="{7B6822CE-A32D-F527-2EF3-D44D8AC816AF}"/>
              </a:ext>
            </a:extLst>
          </p:cNvPr>
          <p:cNvSpPr txBox="1"/>
          <p:nvPr/>
        </p:nvSpPr>
        <p:spPr>
          <a:xfrm>
            <a:off x="945855" y="3888167"/>
            <a:ext cx="2374900" cy="276999"/>
          </a:xfrm>
          <a:prstGeom prst="rect">
            <a:avLst/>
          </a:prstGeom>
          <a:noFill/>
        </p:spPr>
        <p:txBody>
          <a:bodyPr wrap="square" lIns="0" tIns="0" rIns="0" bIns="0" rtlCol="0">
            <a:spAutoFit/>
          </a:bodyPr>
          <a:lstStyle/>
          <a:p>
            <a:pPr algn="ctr"/>
            <a:r>
              <a:rPr lang="en-US" sz="900" dirty="0">
                <a:solidFill>
                  <a:schemeClr val="bg1"/>
                </a:solidFill>
              </a:rPr>
              <a:t>IO communication is switched to the remaining CPU </a:t>
            </a:r>
          </a:p>
        </p:txBody>
      </p:sp>
      <p:sp>
        <p:nvSpPr>
          <p:cNvPr id="102" name="Rechteck 101">
            <a:extLst>
              <a:ext uri="{FF2B5EF4-FFF2-40B4-BE49-F238E27FC236}">
                <a16:creationId xmlns:a16="http://schemas.microsoft.com/office/drawing/2014/main" id="{871CACC2-24F2-C228-36D2-D1869A6F9236}"/>
              </a:ext>
            </a:extLst>
          </p:cNvPr>
          <p:cNvSpPr/>
          <p:nvPr/>
        </p:nvSpPr>
        <p:spPr>
          <a:xfrm>
            <a:off x="583323" y="3196382"/>
            <a:ext cx="3003331" cy="563716"/>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Primary CPU or backup CPU failure</a:t>
            </a:r>
          </a:p>
        </p:txBody>
      </p:sp>
      <p:sp>
        <p:nvSpPr>
          <p:cNvPr id="205" name="Text Box 16">
            <a:extLst>
              <a:ext uri="{FF2B5EF4-FFF2-40B4-BE49-F238E27FC236}">
                <a16:creationId xmlns:a16="http://schemas.microsoft.com/office/drawing/2014/main" id="{8E6A7223-F3D5-E394-AA6C-9BC6840D1D11}"/>
              </a:ext>
            </a:extLst>
          </p:cNvPr>
          <p:cNvSpPr txBox="1">
            <a:spLocks noChangeArrowheads="1"/>
          </p:cNvSpPr>
          <p:nvPr>
            <p:custDataLst>
              <p:tags r:id="rId4"/>
            </p:custDataLst>
          </p:nvPr>
        </p:nvSpPr>
        <p:spPr bwMode="auto">
          <a:xfrm>
            <a:off x="4551699" y="4626337"/>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206" name="Text Box 21">
            <a:extLst>
              <a:ext uri="{FF2B5EF4-FFF2-40B4-BE49-F238E27FC236}">
                <a16:creationId xmlns:a16="http://schemas.microsoft.com/office/drawing/2014/main" id="{F38C038F-6483-FD37-96EA-0EA679469BFC}"/>
              </a:ext>
            </a:extLst>
          </p:cNvPr>
          <p:cNvSpPr txBox="1">
            <a:spLocks noChangeArrowheads="1"/>
          </p:cNvSpPr>
          <p:nvPr>
            <p:custDataLst>
              <p:tags r:id="rId5"/>
            </p:custDataLst>
          </p:nvPr>
        </p:nvSpPr>
        <p:spPr bwMode="auto">
          <a:xfrm>
            <a:off x="6796644" y="4630855"/>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sp>
        <p:nvSpPr>
          <p:cNvPr id="214" name="Text Box 16">
            <a:extLst>
              <a:ext uri="{FF2B5EF4-FFF2-40B4-BE49-F238E27FC236}">
                <a16:creationId xmlns:a16="http://schemas.microsoft.com/office/drawing/2014/main" id="{B30B2F62-B0AB-DA2F-06EC-CFDD94E019E0}"/>
              </a:ext>
            </a:extLst>
          </p:cNvPr>
          <p:cNvSpPr txBox="1">
            <a:spLocks noChangeArrowheads="1"/>
          </p:cNvSpPr>
          <p:nvPr>
            <p:custDataLst>
              <p:tags r:id="rId6"/>
            </p:custDataLst>
          </p:nvPr>
        </p:nvSpPr>
        <p:spPr bwMode="auto">
          <a:xfrm>
            <a:off x="4520376" y="4788897"/>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br>
              <a:rPr lang="en-US" altLang="de-DE" sz="800" b="1" dirty="0"/>
            </a:br>
            <a:r>
              <a:rPr lang="en-US" altLang="de-DE" sz="800" b="1" dirty="0"/>
              <a:t>redundant </a:t>
            </a:r>
          </a:p>
        </p:txBody>
      </p:sp>
      <p:sp>
        <p:nvSpPr>
          <p:cNvPr id="252" name="Pfeil: Fünfeck 251">
            <a:extLst>
              <a:ext uri="{FF2B5EF4-FFF2-40B4-BE49-F238E27FC236}">
                <a16:creationId xmlns:a16="http://schemas.microsoft.com/office/drawing/2014/main" id="{5D36378B-04D4-4077-448F-EB2EEDC06C0A}"/>
              </a:ext>
            </a:extLst>
          </p:cNvPr>
          <p:cNvSpPr/>
          <p:nvPr/>
        </p:nvSpPr>
        <p:spPr>
          <a:xfrm rot="5400000">
            <a:off x="5600679" y="2621246"/>
            <a:ext cx="547199" cy="3003330"/>
          </a:xfrm>
          <a:prstGeom prst="homePlate">
            <a:avLst>
              <a:gd name="adj" fmla="val 4999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53" name="Textfeld 252">
            <a:extLst>
              <a:ext uri="{FF2B5EF4-FFF2-40B4-BE49-F238E27FC236}">
                <a16:creationId xmlns:a16="http://schemas.microsoft.com/office/drawing/2014/main" id="{5F96E2FB-AE13-8187-E0B7-E60069C222C8}"/>
              </a:ext>
            </a:extLst>
          </p:cNvPr>
          <p:cNvSpPr txBox="1"/>
          <p:nvPr/>
        </p:nvSpPr>
        <p:spPr>
          <a:xfrm>
            <a:off x="4660569" y="3882460"/>
            <a:ext cx="2374900" cy="415498"/>
          </a:xfrm>
          <a:prstGeom prst="rect">
            <a:avLst/>
          </a:prstGeom>
          <a:noFill/>
        </p:spPr>
        <p:txBody>
          <a:bodyPr wrap="square" lIns="0" tIns="0" rIns="0" bIns="0" rtlCol="0">
            <a:spAutoFit/>
          </a:bodyPr>
          <a:lstStyle/>
          <a:p>
            <a:pPr algn="ctr"/>
            <a:r>
              <a:rPr lang="en-US" sz="900" dirty="0">
                <a:solidFill>
                  <a:schemeClr val="bg1"/>
                </a:solidFill>
              </a:rPr>
              <a:t>IO communication takes place via MRP ring</a:t>
            </a:r>
            <a:br>
              <a:rPr lang="en-US" sz="900" dirty="0">
                <a:solidFill>
                  <a:schemeClr val="bg1"/>
                </a:solidFill>
              </a:rPr>
            </a:br>
            <a:r>
              <a:rPr lang="en-US" sz="900" dirty="0">
                <a:solidFill>
                  <a:schemeClr val="bg1"/>
                </a:solidFill>
              </a:rPr>
              <a:t>from Primary CPU to remaining</a:t>
            </a:r>
            <a:br>
              <a:rPr lang="en-US" sz="900" dirty="0">
                <a:solidFill>
                  <a:schemeClr val="bg1"/>
                </a:solidFill>
              </a:rPr>
            </a:br>
            <a:r>
              <a:rPr lang="en-US" sz="900" dirty="0">
                <a:solidFill>
                  <a:schemeClr val="bg1"/>
                </a:solidFill>
              </a:rPr>
              <a:t>IO-Devices</a:t>
            </a:r>
          </a:p>
        </p:txBody>
      </p:sp>
      <p:sp>
        <p:nvSpPr>
          <p:cNvPr id="255" name="Rechteck 254">
            <a:extLst>
              <a:ext uri="{FF2B5EF4-FFF2-40B4-BE49-F238E27FC236}">
                <a16:creationId xmlns:a16="http://schemas.microsoft.com/office/drawing/2014/main" id="{86F93644-051A-48CF-F970-6877415A1BE0}"/>
              </a:ext>
            </a:extLst>
          </p:cNvPr>
          <p:cNvSpPr/>
          <p:nvPr/>
        </p:nvSpPr>
        <p:spPr>
          <a:xfrm>
            <a:off x="4372612" y="3196382"/>
            <a:ext cx="3003331" cy="563716"/>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Failure of an IO device</a:t>
            </a:r>
          </a:p>
        </p:txBody>
      </p:sp>
      <p:sp>
        <p:nvSpPr>
          <p:cNvPr id="257" name="Rechteck 256">
            <a:extLst>
              <a:ext uri="{FF2B5EF4-FFF2-40B4-BE49-F238E27FC236}">
                <a16:creationId xmlns:a16="http://schemas.microsoft.com/office/drawing/2014/main" id="{E90A220F-DB8C-8FF6-C3C1-DF46AD503F6F}"/>
              </a:ext>
            </a:extLst>
          </p:cNvPr>
          <p:cNvSpPr/>
          <p:nvPr/>
        </p:nvSpPr>
        <p:spPr>
          <a:xfrm>
            <a:off x="8190232" y="3196382"/>
            <a:ext cx="3003331" cy="563716"/>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Failure of a PROFINET cable in the ring</a:t>
            </a:r>
          </a:p>
        </p:txBody>
      </p:sp>
      <p:sp>
        <p:nvSpPr>
          <p:cNvPr id="279" name="Text Box 16">
            <a:extLst>
              <a:ext uri="{FF2B5EF4-FFF2-40B4-BE49-F238E27FC236}">
                <a16:creationId xmlns:a16="http://schemas.microsoft.com/office/drawing/2014/main" id="{315462A6-4A4F-F159-767A-F93EB33F4EA8}"/>
              </a:ext>
            </a:extLst>
          </p:cNvPr>
          <p:cNvSpPr txBox="1">
            <a:spLocks noChangeArrowheads="1"/>
          </p:cNvSpPr>
          <p:nvPr>
            <p:custDataLst>
              <p:tags r:id="rId7"/>
            </p:custDataLst>
          </p:nvPr>
        </p:nvSpPr>
        <p:spPr bwMode="auto">
          <a:xfrm>
            <a:off x="8433082" y="4662319"/>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280" name="Text Box 21">
            <a:extLst>
              <a:ext uri="{FF2B5EF4-FFF2-40B4-BE49-F238E27FC236}">
                <a16:creationId xmlns:a16="http://schemas.microsoft.com/office/drawing/2014/main" id="{48BF6D55-5834-FFEF-F9CD-59C73FDFB8B5}"/>
              </a:ext>
            </a:extLst>
          </p:cNvPr>
          <p:cNvSpPr txBox="1">
            <a:spLocks noChangeArrowheads="1"/>
          </p:cNvSpPr>
          <p:nvPr>
            <p:custDataLst>
              <p:tags r:id="rId8"/>
            </p:custDataLst>
          </p:nvPr>
        </p:nvSpPr>
        <p:spPr bwMode="auto">
          <a:xfrm>
            <a:off x="10650868" y="4666837"/>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sp>
        <p:nvSpPr>
          <p:cNvPr id="296" name="Pfeil: Fünfeck 295">
            <a:extLst>
              <a:ext uri="{FF2B5EF4-FFF2-40B4-BE49-F238E27FC236}">
                <a16:creationId xmlns:a16="http://schemas.microsoft.com/office/drawing/2014/main" id="{C443FE3D-535B-64AE-1369-ABF3FAB37249}"/>
              </a:ext>
            </a:extLst>
          </p:cNvPr>
          <p:cNvSpPr/>
          <p:nvPr/>
        </p:nvSpPr>
        <p:spPr>
          <a:xfrm rot="5400000">
            <a:off x="9418298" y="2621245"/>
            <a:ext cx="547199" cy="3003330"/>
          </a:xfrm>
          <a:prstGeom prst="homePlate">
            <a:avLst>
              <a:gd name="adj" fmla="val 4999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97" name="Textfeld 296">
            <a:extLst>
              <a:ext uri="{FF2B5EF4-FFF2-40B4-BE49-F238E27FC236}">
                <a16:creationId xmlns:a16="http://schemas.microsoft.com/office/drawing/2014/main" id="{9AF9AA9B-4854-852F-8143-971BA37B4C23}"/>
              </a:ext>
            </a:extLst>
          </p:cNvPr>
          <p:cNvSpPr txBox="1"/>
          <p:nvPr/>
        </p:nvSpPr>
        <p:spPr>
          <a:xfrm>
            <a:off x="8541052" y="3882460"/>
            <a:ext cx="2374900" cy="276999"/>
          </a:xfrm>
          <a:prstGeom prst="rect">
            <a:avLst/>
          </a:prstGeom>
          <a:noFill/>
        </p:spPr>
        <p:txBody>
          <a:bodyPr wrap="square" lIns="0" tIns="0" rIns="0" bIns="0" rtlCol="0">
            <a:spAutoFit/>
          </a:bodyPr>
          <a:lstStyle/>
          <a:p>
            <a:pPr algn="ctr"/>
            <a:r>
              <a:rPr lang="en-US" sz="900" dirty="0">
                <a:solidFill>
                  <a:schemeClr val="bg1"/>
                </a:solidFill>
              </a:rPr>
              <a:t>IO communication continues via </a:t>
            </a:r>
            <a:br>
              <a:rPr lang="en-US" sz="900" dirty="0">
                <a:solidFill>
                  <a:schemeClr val="bg1"/>
                </a:solidFill>
              </a:rPr>
            </a:br>
            <a:r>
              <a:rPr lang="en-US" sz="900" dirty="0">
                <a:solidFill>
                  <a:schemeClr val="bg1"/>
                </a:solidFill>
              </a:rPr>
              <a:t>MRP Ring.</a:t>
            </a:r>
          </a:p>
        </p:txBody>
      </p:sp>
      <p:pic>
        <p:nvPicPr>
          <p:cNvPr id="300" name="Grafik 299" descr="Häkchen mit einfarbiger Füllung">
            <a:extLst>
              <a:ext uri="{FF2B5EF4-FFF2-40B4-BE49-F238E27FC236}">
                <a16:creationId xmlns:a16="http://schemas.microsoft.com/office/drawing/2014/main" id="{98CF14E4-9C92-067E-A8C6-B5FF715C8729}"/>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399580" y="6005919"/>
            <a:ext cx="179773" cy="179773"/>
          </a:xfrm>
          <a:prstGeom prst="rect">
            <a:avLst/>
          </a:prstGeom>
        </p:spPr>
      </p:pic>
      <p:pic>
        <p:nvPicPr>
          <p:cNvPr id="301" name="Grafik 300" descr="Häkchen mit einfarbiger Füllung">
            <a:extLst>
              <a:ext uri="{FF2B5EF4-FFF2-40B4-BE49-F238E27FC236}">
                <a16:creationId xmlns:a16="http://schemas.microsoft.com/office/drawing/2014/main" id="{7948DFA6-F49D-27E4-CBD7-AAF55A778F75}"/>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2500777" y="6005919"/>
            <a:ext cx="179773" cy="179773"/>
          </a:xfrm>
          <a:prstGeom prst="rect">
            <a:avLst/>
          </a:prstGeom>
        </p:spPr>
      </p:pic>
      <p:pic>
        <p:nvPicPr>
          <p:cNvPr id="303" name="Grafik 302" descr="Häkchen mit einfarbiger Füllung">
            <a:extLst>
              <a:ext uri="{FF2B5EF4-FFF2-40B4-BE49-F238E27FC236}">
                <a16:creationId xmlns:a16="http://schemas.microsoft.com/office/drawing/2014/main" id="{742BDB2A-5950-61E3-D450-B420DA179F24}"/>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6397816" y="6005919"/>
            <a:ext cx="179773" cy="179773"/>
          </a:xfrm>
          <a:prstGeom prst="rect">
            <a:avLst/>
          </a:prstGeom>
        </p:spPr>
      </p:pic>
      <p:pic>
        <p:nvPicPr>
          <p:cNvPr id="304" name="Grafik 303" descr="Häkchen mit einfarbiger Füllung">
            <a:extLst>
              <a:ext uri="{FF2B5EF4-FFF2-40B4-BE49-F238E27FC236}">
                <a16:creationId xmlns:a16="http://schemas.microsoft.com/office/drawing/2014/main" id="{EEFCD0CE-02C3-27CC-8345-E7646F3D9FA2}"/>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9193658" y="6005919"/>
            <a:ext cx="179773" cy="179773"/>
          </a:xfrm>
          <a:prstGeom prst="rect">
            <a:avLst/>
          </a:prstGeom>
        </p:spPr>
      </p:pic>
      <p:pic>
        <p:nvPicPr>
          <p:cNvPr id="305" name="Grafik 304" descr="Häkchen mit einfarbiger Füllung">
            <a:extLst>
              <a:ext uri="{FF2B5EF4-FFF2-40B4-BE49-F238E27FC236}">
                <a16:creationId xmlns:a16="http://schemas.microsoft.com/office/drawing/2014/main" id="{89A2EED7-BF33-8CBD-8ADF-B6DE61358401}"/>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0294855" y="6005919"/>
            <a:ext cx="179773" cy="179773"/>
          </a:xfrm>
          <a:prstGeom prst="rect">
            <a:avLst/>
          </a:prstGeom>
        </p:spPr>
      </p:pic>
      <p:sp>
        <p:nvSpPr>
          <p:cNvPr id="7" name="Rechteck 6">
            <a:extLst>
              <a:ext uri="{FF2B5EF4-FFF2-40B4-BE49-F238E27FC236}">
                <a16:creationId xmlns:a16="http://schemas.microsoft.com/office/drawing/2014/main" id="{A903405D-F4CB-9DB1-3A94-A012935D75A7}"/>
              </a:ext>
            </a:extLst>
          </p:cNvPr>
          <p:cNvSpPr/>
          <p:nvPr/>
        </p:nvSpPr>
        <p:spPr>
          <a:xfrm>
            <a:off x="4008675" y="1183143"/>
            <a:ext cx="3313669" cy="290375"/>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Initial state</a:t>
            </a:r>
          </a:p>
        </p:txBody>
      </p:sp>
      <p:pic>
        <p:nvPicPr>
          <p:cNvPr id="8" name="Picture 12" descr="C:\Users\adzuth0\AppData\Local\Temp\SNAGHTML1699469.PNG">
            <a:extLst>
              <a:ext uri="{FF2B5EF4-FFF2-40B4-BE49-F238E27FC236}">
                <a16:creationId xmlns:a16="http://schemas.microsoft.com/office/drawing/2014/main" id="{6D71566F-8722-9118-7399-34442F0ED3A0}"/>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164346" y="5501648"/>
            <a:ext cx="396566" cy="46188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2" descr="C:\Users\adzuth0\AppData\Local\Temp\SNAGHTML1699469.PNG">
            <a:extLst>
              <a:ext uri="{FF2B5EF4-FFF2-40B4-BE49-F238E27FC236}">
                <a16:creationId xmlns:a16="http://schemas.microsoft.com/office/drawing/2014/main" id="{28DBD407-8DD4-D89F-6FFC-31BCDD274655}"/>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9530219" y="5478312"/>
            <a:ext cx="396566" cy="461883"/>
          </a:xfrm>
          <a:prstGeom prst="rect">
            <a:avLst/>
          </a:prstGeom>
          <a:noFill/>
          <a:extLst>
            <a:ext uri="{909E8E84-426E-40DD-AFC4-6F175D3DCCD1}">
              <a14:hiddenFill xmlns:a14="http://schemas.microsoft.com/office/drawing/2010/main">
                <a:solidFill>
                  <a:srgbClr val="FFFFFF"/>
                </a:solidFill>
              </a14:hiddenFill>
            </a:ext>
          </a:extLst>
        </p:spPr>
      </p:pic>
      <p:sp>
        <p:nvSpPr>
          <p:cNvPr id="28" name="Bogen 27">
            <a:extLst>
              <a:ext uri="{FF2B5EF4-FFF2-40B4-BE49-F238E27FC236}">
                <a16:creationId xmlns:a16="http://schemas.microsoft.com/office/drawing/2014/main" id="{2B1C4046-3282-0456-0B7C-E7B921ABC696}"/>
              </a:ext>
            </a:extLst>
          </p:cNvPr>
          <p:cNvSpPr/>
          <p:nvPr/>
        </p:nvSpPr>
        <p:spPr>
          <a:xfrm flipH="1">
            <a:off x="4537829" y="2156966"/>
            <a:ext cx="518496" cy="387870"/>
          </a:xfrm>
          <a:prstGeom prst="arc">
            <a:avLst>
              <a:gd name="adj1" fmla="val 15151379"/>
              <a:gd name="adj2" fmla="val 662428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0" name="Bogen 29">
            <a:extLst>
              <a:ext uri="{FF2B5EF4-FFF2-40B4-BE49-F238E27FC236}">
                <a16:creationId xmlns:a16="http://schemas.microsoft.com/office/drawing/2014/main" id="{EEC1D2DF-6354-8567-9772-299EB5E0CDBE}"/>
              </a:ext>
            </a:extLst>
          </p:cNvPr>
          <p:cNvSpPr/>
          <p:nvPr/>
        </p:nvSpPr>
        <p:spPr>
          <a:xfrm rot="10800000" flipH="1">
            <a:off x="6300607" y="2147066"/>
            <a:ext cx="518496" cy="387870"/>
          </a:xfrm>
          <a:prstGeom prst="arc">
            <a:avLst>
              <a:gd name="adj1" fmla="val 16227753"/>
              <a:gd name="adj2" fmla="val 662428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24" name="Gerade Verbindung mit Pfeil 223">
            <a:extLst>
              <a:ext uri="{FF2B5EF4-FFF2-40B4-BE49-F238E27FC236}">
                <a16:creationId xmlns:a16="http://schemas.microsoft.com/office/drawing/2014/main" id="{6DC14800-09A0-8CF4-5128-1287B3400878}"/>
              </a:ext>
            </a:extLst>
          </p:cNvPr>
          <p:cNvCxnSpPr>
            <a:cxnSpLocks/>
          </p:cNvCxnSpPr>
          <p:nvPr/>
        </p:nvCxnSpPr>
        <p:spPr>
          <a:xfrm>
            <a:off x="5362629" y="2544836"/>
            <a:ext cx="485390" cy="0"/>
          </a:xfrm>
          <a:prstGeom prst="straightConnector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6" name="Gerade Verbindung mit Pfeil 225">
            <a:extLst>
              <a:ext uri="{FF2B5EF4-FFF2-40B4-BE49-F238E27FC236}">
                <a16:creationId xmlns:a16="http://schemas.microsoft.com/office/drawing/2014/main" id="{F555CD85-2B9A-34FF-BD5E-C07AAD23FD25}"/>
              </a:ext>
            </a:extLst>
          </p:cNvPr>
          <p:cNvCxnSpPr>
            <a:cxnSpLocks/>
          </p:cNvCxnSpPr>
          <p:nvPr/>
        </p:nvCxnSpPr>
        <p:spPr>
          <a:xfrm flipH="1">
            <a:off x="5321556" y="2156966"/>
            <a:ext cx="644221" cy="0"/>
          </a:xfrm>
          <a:prstGeom prst="straightConnector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9" name="Gerade Verbindung mit Pfeil 228">
            <a:extLst>
              <a:ext uri="{FF2B5EF4-FFF2-40B4-BE49-F238E27FC236}">
                <a16:creationId xmlns:a16="http://schemas.microsoft.com/office/drawing/2014/main" id="{5627DFDC-F95F-9DF6-CE25-FEC8A2FC3662}"/>
              </a:ext>
            </a:extLst>
          </p:cNvPr>
          <p:cNvCxnSpPr>
            <a:cxnSpLocks/>
          </p:cNvCxnSpPr>
          <p:nvPr/>
        </p:nvCxnSpPr>
        <p:spPr>
          <a:xfrm>
            <a:off x="9684090" y="1829809"/>
            <a:ext cx="610765" cy="0"/>
          </a:xfrm>
          <a:prstGeom prst="straightConnector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0" name="Textfeld 229">
            <a:extLst>
              <a:ext uri="{FF2B5EF4-FFF2-40B4-BE49-F238E27FC236}">
                <a16:creationId xmlns:a16="http://schemas.microsoft.com/office/drawing/2014/main" id="{7854F3E2-3FD2-0037-9ADA-563EE9DF3B8B}"/>
              </a:ext>
            </a:extLst>
          </p:cNvPr>
          <p:cNvSpPr txBox="1"/>
          <p:nvPr/>
        </p:nvSpPr>
        <p:spPr>
          <a:xfrm>
            <a:off x="9691897" y="1880921"/>
            <a:ext cx="477695" cy="161583"/>
          </a:xfrm>
          <a:prstGeom prst="rect">
            <a:avLst/>
          </a:prstGeom>
          <a:noFill/>
        </p:spPr>
        <p:txBody>
          <a:bodyPr wrap="none" lIns="0" tIns="0" rIns="0" bIns="0" rtlCol="0">
            <a:spAutoFit/>
          </a:bodyPr>
          <a:lstStyle/>
          <a:p>
            <a:pPr algn="l"/>
            <a:r>
              <a:rPr lang="en-US" sz="1050" dirty="0"/>
              <a:t>I/O data</a:t>
            </a:r>
          </a:p>
        </p:txBody>
      </p:sp>
      <p:sp>
        <p:nvSpPr>
          <p:cNvPr id="233" name="Bogen 232">
            <a:extLst>
              <a:ext uri="{FF2B5EF4-FFF2-40B4-BE49-F238E27FC236}">
                <a16:creationId xmlns:a16="http://schemas.microsoft.com/office/drawing/2014/main" id="{201E7554-62E3-BEA4-18D6-AFC5B0CE8AB2}"/>
              </a:ext>
            </a:extLst>
          </p:cNvPr>
          <p:cNvSpPr/>
          <p:nvPr/>
        </p:nvSpPr>
        <p:spPr>
          <a:xfrm>
            <a:off x="2643043" y="5224091"/>
            <a:ext cx="472867" cy="387870"/>
          </a:xfrm>
          <a:prstGeom prst="arc">
            <a:avLst>
              <a:gd name="adj1" fmla="val 16227753"/>
              <a:gd name="adj2" fmla="val 662428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34" name="Gerade Verbindung mit Pfeil 233">
            <a:extLst>
              <a:ext uri="{FF2B5EF4-FFF2-40B4-BE49-F238E27FC236}">
                <a16:creationId xmlns:a16="http://schemas.microsoft.com/office/drawing/2014/main" id="{D90D24EF-3BFB-1A1D-4D6A-3421EA90556C}"/>
              </a:ext>
            </a:extLst>
          </p:cNvPr>
          <p:cNvCxnSpPr>
            <a:cxnSpLocks/>
          </p:cNvCxnSpPr>
          <p:nvPr/>
        </p:nvCxnSpPr>
        <p:spPr>
          <a:xfrm flipH="1">
            <a:off x="1706610" y="5611961"/>
            <a:ext cx="510810" cy="0"/>
          </a:xfrm>
          <a:prstGeom prst="straightConnector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6" name="Bogen 235">
            <a:extLst>
              <a:ext uri="{FF2B5EF4-FFF2-40B4-BE49-F238E27FC236}">
                <a16:creationId xmlns:a16="http://schemas.microsoft.com/office/drawing/2014/main" id="{2735F217-421F-1B74-1029-8E0B038B9C9E}"/>
              </a:ext>
            </a:extLst>
          </p:cNvPr>
          <p:cNvSpPr/>
          <p:nvPr/>
        </p:nvSpPr>
        <p:spPr>
          <a:xfrm>
            <a:off x="6499615" y="5234725"/>
            <a:ext cx="472867" cy="387870"/>
          </a:xfrm>
          <a:prstGeom prst="arc">
            <a:avLst>
              <a:gd name="adj1" fmla="val 16227753"/>
              <a:gd name="adj2" fmla="val 662428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38" name="Gerade Verbindung mit Pfeil 237">
            <a:extLst>
              <a:ext uri="{FF2B5EF4-FFF2-40B4-BE49-F238E27FC236}">
                <a16:creationId xmlns:a16="http://schemas.microsoft.com/office/drawing/2014/main" id="{0B9E452E-7435-2DED-4CE9-C44B2FDEEA43}"/>
              </a:ext>
            </a:extLst>
          </p:cNvPr>
          <p:cNvCxnSpPr>
            <a:cxnSpLocks/>
          </p:cNvCxnSpPr>
          <p:nvPr/>
        </p:nvCxnSpPr>
        <p:spPr>
          <a:xfrm flipH="1">
            <a:off x="5578498" y="5224091"/>
            <a:ext cx="644221" cy="0"/>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9" name="Bogen 238">
            <a:extLst>
              <a:ext uri="{FF2B5EF4-FFF2-40B4-BE49-F238E27FC236}">
                <a16:creationId xmlns:a16="http://schemas.microsoft.com/office/drawing/2014/main" id="{9B964B12-70DC-5AA7-8E4E-503A4E3AC21B}"/>
              </a:ext>
            </a:extLst>
          </p:cNvPr>
          <p:cNvSpPr/>
          <p:nvPr/>
        </p:nvSpPr>
        <p:spPr>
          <a:xfrm>
            <a:off x="10373048" y="5216141"/>
            <a:ext cx="472867" cy="387870"/>
          </a:xfrm>
          <a:prstGeom prst="arc">
            <a:avLst>
              <a:gd name="adj1" fmla="val 16227753"/>
              <a:gd name="adj2" fmla="val 662428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0" name="Bogen 239">
            <a:extLst>
              <a:ext uri="{FF2B5EF4-FFF2-40B4-BE49-F238E27FC236}">
                <a16:creationId xmlns:a16="http://schemas.microsoft.com/office/drawing/2014/main" id="{4339E65A-66B0-D23A-B485-ACB47CAE88F3}"/>
              </a:ext>
            </a:extLst>
          </p:cNvPr>
          <p:cNvSpPr/>
          <p:nvPr/>
        </p:nvSpPr>
        <p:spPr>
          <a:xfrm flipH="1">
            <a:off x="8677250" y="5216141"/>
            <a:ext cx="518496" cy="387870"/>
          </a:xfrm>
          <a:prstGeom prst="arc">
            <a:avLst>
              <a:gd name="adj1" fmla="val 15151379"/>
              <a:gd name="adj2" fmla="val 662428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41" name="Gerade Verbindung mit Pfeil 240">
            <a:extLst>
              <a:ext uri="{FF2B5EF4-FFF2-40B4-BE49-F238E27FC236}">
                <a16:creationId xmlns:a16="http://schemas.microsoft.com/office/drawing/2014/main" id="{66299535-DFF4-DBEE-6CF8-71C0AE70A8CA}"/>
              </a:ext>
            </a:extLst>
          </p:cNvPr>
          <p:cNvCxnSpPr>
            <a:cxnSpLocks/>
          </p:cNvCxnSpPr>
          <p:nvPr/>
        </p:nvCxnSpPr>
        <p:spPr>
          <a:xfrm flipH="1">
            <a:off x="9472432" y="5224091"/>
            <a:ext cx="644221" cy="0"/>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Text Box 16">
            <a:extLst>
              <a:ext uri="{FF2B5EF4-FFF2-40B4-BE49-F238E27FC236}">
                <a16:creationId xmlns:a16="http://schemas.microsoft.com/office/drawing/2014/main" id="{312E02B4-675B-C01D-57DD-54099C12D430}"/>
              </a:ext>
            </a:extLst>
          </p:cNvPr>
          <p:cNvSpPr txBox="1">
            <a:spLocks noChangeArrowheads="1"/>
          </p:cNvSpPr>
          <p:nvPr>
            <p:custDataLst>
              <p:tags r:id="rId9"/>
            </p:custDataLst>
          </p:nvPr>
        </p:nvSpPr>
        <p:spPr bwMode="auto">
          <a:xfrm>
            <a:off x="6776339" y="4788293"/>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br>
              <a:rPr lang="en-US" altLang="de-DE" sz="800" b="1" dirty="0"/>
            </a:br>
            <a:r>
              <a:rPr lang="en-US" altLang="de-DE" sz="800" b="1" dirty="0"/>
              <a:t>redundant </a:t>
            </a:r>
          </a:p>
        </p:txBody>
      </p:sp>
      <p:sp>
        <p:nvSpPr>
          <p:cNvPr id="26" name="Text Box 16">
            <a:extLst>
              <a:ext uri="{FF2B5EF4-FFF2-40B4-BE49-F238E27FC236}">
                <a16:creationId xmlns:a16="http://schemas.microsoft.com/office/drawing/2014/main" id="{5EB9AF65-A8E2-6949-81E2-A98A1A36EE6F}"/>
              </a:ext>
            </a:extLst>
          </p:cNvPr>
          <p:cNvSpPr txBox="1">
            <a:spLocks noChangeArrowheads="1"/>
          </p:cNvSpPr>
          <p:nvPr>
            <p:custDataLst>
              <p:tags r:id="rId10"/>
            </p:custDataLst>
          </p:nvPr>
        </p:nvSpPr>
        <p:spPr bwMode="auto">
          <a:xfrm>
            <a:off x="8433867" y="4814485"/>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br>
              <a:rPr lang="en-US" altLang="de-DE" sz="800" b="1" dirty="0"/>
            </a:br>
            <a:r>
              <a:rPr lang="en-US" altLang="de-DE" sz="800" b="1" dirty="0"/>
              <a:t>redundant </a:t>
            </a:r>
          </a:p>
        </p:txBody>
      </p:sp>
      <p:sp>
        <p:nvSpPr>
          <p:cNvPr id="27" name="Text Box 16">
            <a:extLst>
              <a:ext uri="{FF2B5EF4-FFF2-40B4-BE49-F238E27FC236}">
                <a16:creationId xmlns:a16="http://schemas.microsoft.com/office/drawing/2014/main" id="{0D1C7D0A-54B8-90D1-A9D2-05A0858FA9B8}"/>
              </a:ext>
            </a:extLst>
          </p:cNvPr>
          <p:cNvSpPr txBox="1">
            <a:spLocks noChangeArrowheads="1"/>
          </p:cNvSpPr>
          <p:nvPr>
            <p:custDataLst>
              <p:tags r:id="rId11"/>
            </p:custDataLst>
          </p:nvPr>
        </p:nvSpPr>
        <p:spPr bwMode="auto">
          <a:xfrm>
            <a:off x="10635519" y="4814485"/>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br>
              <a:rPr lang="en-US" altLang="de-DE" sz="800" b="1" dirty="0"/>
            </a:br>
            <a:r>
              <a:rPr lang="en-US" altLang="de-DE" sz="800" b="1" dirty="0"/>
              <a:t>redundant </a:t>
            </a:r>
          </a:p>
        </p:txBody>
      </p:sp>
      <p:cxnSp>
        <p:nvCxnSpPr>
          <p:cNvPr id="29" name="Gerade Verbindung 8">
            <a:extLst>
              <a:ext uri="{FF2B5EF4-FFF2-40B4-BE49-F238E27FC236}">
                <a16:creationId xmlns:a16="http://schemas.microsoft.com/office/drawing/2014/main" id="{2CF8B1A1-3F17-B6C8-080B-8F2FA0D37898}"/>
              </a:ext>
            </a:extLst>
          </p:cNvPr>
          <p:cNvCxnSpPr>
            <a:cxnSpLocks/>
          </p:cNvCxnSpPr>
          <p:nvPr/>
        </p:nvCxnSpPr>
        <p:spPr bwMode="gray">
          <a:xfrm>
            <a:off x="583735" y="3091279"/>
            <a:ext cx="10609828"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Tree>
    <p:extLst>
      <p:ext uri="{BB962C8B-B14F-4D97-AF65-F5344CB8AC3E}">
        <p14:creationId xmlns:p14="http://schemas.microsoft.com/office/powerpoint/2010/main" val="1679484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Rechteck 229">
            <a:extLst>
              <a:ext uri="{FF2B5EF4-FFF2-40B4-BE49-F238E27FC236}">
                <a16:creationId xmlns:a16="http://schemas.microsoft.com/office/drawing/2014/main" id="{5BE95516-46B2-EBB1-AEF4-FC8A142A48E9}"/>
              </a:ext>
            </a:extLst>
          </p:cNvPr>
          <p:cNvSpPr/>
          <p:nvPr/>
        </p:nvSpPr>
        <p:spPr>
          <a:xfrm>
            <a:off x="8185735" y="4481668"/>
            <a:ext cx="3010975" cy="18137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40" name="Rechteck 239">
            <a:extLst>
              <a:ext uri="{FF2B5EF4-FFF2-40B4-BE49-F238E27FC236}">
                <a16:creationId xmlns:a16="http://schemas.microsoft.com/office/drawing/2014/main" id="{EDD07275-E203-9868-6032-BFF49727B851}"/>
              </a:ext>
            </a:extLst>
          </p:cNvPr>
          <p:cNvSpPr/>
          <p:nvPr/>
        </p:nvSpPr>
        <p:spPr>
          <a:xfrm>
            <a:off x="4357032" y="4485966"/>
            <a:ext cx="3010975" cy="18137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41" name="Rechteck 240">
            <a:extLst>
              <a:ext uri="{FF2B5EF4-FFF2-40B4-BE49-F238E27FC236}">
                <a16:creationId xmlns:a16="http://schemas.microsoft.com/office/drawing/2014/main" id="{36EF357A-002D-CD4B-DCE7-627192358EAE}"/>
              </a:ext>
            </a:extLst>
          </p:cNvPr>
          <p:cNvSpPr/>
          <p:nvPr/>
        </p:nvSpPr>
        <p:spPr>
          <a:xfrm>
            <a:off x="575679" y="4497034"/>
            <a:ext cx="3010975" cy="18137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9" name="Rechteck 18">
            <a:extLst>
              <a:ext uri="{FF2B5EF4-FFF2-40B4-BE49-F238E27FC236}">
                <a16:creationId xmlns:a16="http://schemas.microsoft.com/office/drawing/2014/main" id="{61092288-917A-2FC9-D230-64B54AACA5D8}"/>
              </a:ext>
            </a:extLst>
          </p:cNvPr>
          <p:cNvSpPr/>
          <p:nvPr/>
        </p:nvSpPr>
        <p:spPr>
          <a:xfrm>
            <a:off x="4008675" y="1473518"/>
            <a:ext cx="3313669" cy="149231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7" name="Rechteck: abgerundete Ecken 16">
            <a:extLst>
              <a:ext uri="{FF2B5EF4-FFF2-40B4-BE49-F238E27FC236}">
                <a16:creationId xmlns:a16="http://schemas.microsoft.com/office/drawing/2014/main" id="{8C196339-B5A9-75A5-F189-3D54650B77F0}"/>
              </a:ext>
            </a:extLst>
          </p:cNvPr>
          <p:cNvSpPr/>
          <p:nvPr/>
        </p:nvSpPr>
        <p:spPr>
          <a:xfrm>
            <a:off x="4495678" y="2068959"/>
            <a:ext cx="2423282" cy="567371"/>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32" name="Rechteck 231">
            <a:extLst>
              <a:ext uri="{FF2B5EF4-FFF2-40B4-BE49-F238E27FC236}">
                <a16:creationId xmlns:a16="http://schemas.microsoft.com/office/drawing/2014/main" id="{60E11C54-F8F3-1C42-FACC-4E45C9BE7955}"/>
              </a:ext>
            </a:extLst>
          </p:cNvPr>
          <p:cNvSpPr/>
          <p:nvPr/>
        </p:nvSpPr>
        <p:spPr>
          <a:xfrm>
            <a:off x="5494272" y="2029790"/>
            <a:ext cx="345292" cy="206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103" name="Grafik 102">
            <a:extLst>
              <a:ext uri="{FF2B5EF4-FFF2-40B4-BE49-F238E27FC236}">
                <a16:creationId xmlns:a16="http://schemas.microsoft.com/office/drawing/2014/main" id="{868436AA-C5BC-FD23-13DE-35369009FA3E}"/>
              </a:ext>
            </a:extLst>
          </p:cNvPr>
          <p:cNvPicPr>
            <a:picLocks noChangeAspect="1"/>
          </p:cNvPicPr>
          <p:nvPr/>
        </p:nvPicPr>
        <p:blipFill>
          <a:blip r:embed="rId29"/>
          <a:stretch>
            <a:fillRect/>
          </a:stretch>
        </p:blipFill>
        <p:spPr>
          <a:xfrm>
            <a:off x="8590541" y="4567644"/>
            <a:ext cx="2476500" cy="1495425"/>
          </a:xfrm>
          <a:prstGeom prst="rect">
            <a:avLst/>
          </a:prstGeom>
        </p:spPr>
      </p:pic>
      <p:pic>
        <p:nvPicPr>
          <p:cNvPr id="99" name="Grafik 98">
            <a:extLst>
              <a:ext uri="{FF2B5EF4-FFF2-40B4-BE49-F238E27FC236}">
                <a16:creationId xmlns:a16="http://schemas.microsoft.com/office/drawing/2014/main" id="{56D34187-46A3-2854-7EDC-A959C401FA67}"/>
              </a:ext>
            </a:extLst>
          </p:cNvPr>
          <p:cNvPicPr>
            <a:picLocks noChangeAspect="1"/>
          </p:cNvPicPr>
          <p:nvPr/>
        </p:nvPicPr>
        <p:blipFill>
          <a:blip r:embed="rId30"/>
          <a:stretch>
            <a:fillRect/>
          </a:stretch>
        </p:blipFill>
        <p:spPr>
          <a:xfrm>
            <a:off x="4751444" y="4567644"/>
            <a:ext cx="2362200" cy="1476375"/>
          </a:xfrm>
          <a:prstGeom prst="rect">
            <a:avLst/>
          </a:prstGeom>
        </p:spPr>
      </p:pic>
      <p:pic>
        <p:nvPicPr>
          <p:cNvPr id="96" name="Grafik 95">
            <a:extLst>
              <a:ext uri="{FF2B5EF4-FFF2-40B4-BE49-F238E27FC236}">
                <a16:creationId xmlns:a16="http://schemas.microsoft.com/office/drawing/2014/main" id="{A94C5487-2020-2EAD-199C-3DE95CA28D54}"/>
              </a:ext>
            </a:extLst>
          </p:cNvPr>
          <p:cNvPicPr>
            <a:picLocks noChangeAspect="1"/>
          </p:cNvPicPr>
          <p:nvPr/>
        </p:nvPicPr>
        <p:blipFill>
          <a:blip r:embed="rId31"/>
          <a:stretch>
            <a:fillRect/>
          </a:stretch>
        </p:blipFill>
        <p:spPr>
          <a:xfrm>
            <a:off x="827649" y="4567644"/>
            <a:ext cx="2362200" cy="1476375"/>
          </a:xfrm>
          <a:prstGeom prst="rect">
            <a:avLst/>
          </a:prstGeom>
        </p:spPr>
      </p:pic>
      <p:graphicFrame>
        <p:nvGraphicFramePr>
          <p:cNvPr id="5" name="Objekt 4" hidden="1">
            <a:extLst>
              <a:ext uri="{FF2B5EF4-FFF2-40B4-BE49-F238E27FC236}">
                <a16:creationId xmlns:a16="http://schemas.microsoft.com/office/drawing/2014/main" id="{3322B80B-7346-459C-AD43-A08F5CC634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2" imgW="532" imgH="533" progId="TCLayout.ActiveDocument.1">
                  <p:embed/>
                </p:oleObj>
              </mc:Choice>
              <mc:Fallback>
                <p:oleObj name="think-cell Folie" r:id="rId32" imgW="532" imgH="533" progId="TCLayout.ActiveDocument.1">
                  <p:embed/>
                  <p:pic>
                    <p:nvPicPr>
                      <p:cNvPr id="5" name="Objekt 4" hidden="1">
                        <a:extLst>
                          <a:ext uri="{FF2B5EF4-FFF2-40B4-BE49-F238E27FC236}">
                            <a16:creationId xmlns:a16="http://schemas.microsoft.com/office/drawing/2014/main" id="{3322B80B-7346-459C-AD43-A08F5CC63476}"/>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4" name="Titel 3"/>
          <p:cNvSpPr>
            <a:spLocks noGrp="1"/>
          </p:cNvSpPr>
          <p:nvPr>
            <p:ph type="title"/>
          </p:nvPr>
        </p:nvSpPr>
        <p:spPr/>
        <p:txBody>
          <a:bodyPr vert="horz"/>
          <a:lstStyle/>
          <a:p>
            <a:r>
              <a:rPr lang="en-US" dirty="0"/>
              <a:t>Failure scenarios for S7-1500 H </a:t>
            </a:r>
            <a:r>
              <a:rPr lang="en-US" b="0" dirty="0"/>
              <a:t>(from firmware V3.0)</a:t>
            </a:r>
            <a:br>
              <a:rPr lang="en-US" b="0" dirty="0"/>
            </a:br>
            <a:r>
              <a:rPr lang="en-US" b="0" dirty="0"/>
              <a:t>IO connection via </a:t>
            </a:r>
            <a:r>
              <a:rPr lang="en-US" b="0" u="sng" dirty="0"/>
              <a:t>Line topology</a:t>
            </a:r>
            <a:br>
              <a:rPr lang="en-US" sz="2000" b="1" u="sng" dirty="0">
                <a:solidFill>
                  <a:srgbClr val="3C464B"/>
                </a:solidFill>
              </a:rPr>
            </a:br>
            <a:endParaRPr lang="en-US" u="sng" dirty="0"/>
          </a:p>
        </p:txBody>
      </p:sp>
      <p:sp>
        <p:nvSpPr>
          <p:cNvPr id="2" name="Fußzeilenplatzhalter 1">
            <a:extLst>
              <a:ext uri="{FF2B5EF4-FFF2-40B4-BE49-F238E27FC236}">
                <a16:creationId xmlns:a16="http://schemas.microsoft.com/office/drawing/2014/main" id="{5B64D186-2FA4-4B6C-A55E-5EAD51E916BA}"/>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55" name="Pfeil: Fünfeck 54">
            <a:extLst>
              <a:ext uri="{FF2B5EF4-FFF2-40B4-BE49-F238E27FC236}">
                <a16:creationId xmlns:a16="http://schemas.microsoft.com/office/drawing/2014/main" id="{39B9A9B8-F11C-94C9-45B1-8CF7FF05B4C4}"/>
              </a:ext>
            </a:extLst>
          </p:cNvPr>
          <p:cNvSpPr/>
          <p:nvPr/>
        </p:nvSpPr>
        <p:spPr>
          <a:xfrm rot="5400000">
            <a:off x="1811389" y="2621245"/>
            <a:ext cx="547199" cy="3003330"/>
          </a:xfrm>
          <a:prstGeom prst="homePlate">
            <a:avLst>
              <a:gd name="adj" fmla="val 4999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2" name="Text Box 21">
            <a:extLst>
              <a:ext uri="{FF2B5EF4-FFF2-40B4-BE49-F238E27FC236}">
                <a16:creationId xmlns:a16="http://schemas.microsoft.com/office/drawing/2014/main" id="{CF5D02A2-24A4-73FA-EA98-C3A555B48F33}"/>
              </a:ext>
            </a:extLst>
          </p:cNvPr>
          <p:cNvSpPr txBox="1">
            <a:spLocks noChangeArrowheads="1"/>
          </p:cNvSpPr>
          <p:nvPr>
            <p:custDataLst>
              <p:tags r:id="rId2"/>
            </p:custDataLst>
          </p:nvPr>
        </p:nvSpPr>
        <p:spPr bwMode="auto">
          <a:xfrm>
            <a:off x="2921694" y="4687054"/>
            <a:ext cx="474490"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82" name="Text Box 16">
            <a:extLst>
              <a:ext uri="{FF2B5EF4-FFF2-40B4-BE49-F238E27FC236}">
                <a16:creationId xmlns:a16="http://schemas.microsoft.com/office/drawing/2014/main" id="{D35619D2-D54C-DADD-4567-E3DD0436C273}"/>
              </a:ext>
            </a:extLst>
          </p:cNvPr>
          <p:cNvSpPr txBox="1">
            <a:spLocks noChangeArrowheads="1"/>
          </p:cNvSpPr>
          <p:nvPr>
            <p:custDataLst>
              <p:tags r:id="rId3"/>
            </p:custDataLst>
          </p:nvPr>
        </p:nvSpPr>
        <p:spPr bwMode="auto">
          <a:xfrm>
            <a:off x="2928224" y="4860932"/>
            <a:ext cx="506549" cy="12311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RUN-Solo </a:t>
            </a:r>
          </a:p>
        </p:txBody>
      </p:sp>
      <p:sp>
        <p:nvSpPr>
          <p:cNvPr id="101" name="Textfeld 100">
            <a:extLst>
              <a:ext uri="{FF2B5EF4-FFF2-40B4-BE49-F238E27FC236}">
                <a16:creationId xmlns:a16="http://schemas.microsoft.com/office/drawing/2014/main" id="{7B6822CE-A32D-F527-2EF3-D44D8AC816AF}"/>
              </a:ext>
            </a:extLst>
          </p:cNvPr>
          <p:cNvSpPr txBox="1"/>
          <p:nvPr/>
        </p:nvSpPr>
        <p:spPr>
          <a:xfrm>
            <a:off x="945855" y="3888167"/>
            <a:ext cx="2374900" cy="276999"/>
          </a:xfrm>
          <a:prstGeom prst="rect">
            <a:avLst/>
          </a:prstGeom>
          <a:noFill/>
        </p:spPr>
        <p:txBody>
          <a:bodyPr wrap="square" lIns="0" tIns="0" rIns="0" bIns="0" rtlCol="0">
            <a:spAutoFit/>
          </a:bodyPr>
          <a:lstStyle/>
          <a:p>
            <a:pPr algn="ctr"/>
            <a:r>
              <a:rPr lang="en-US" sz="900" dirty="0">
                <a:solidFill>
                  <a:schemeClr val="bg1"/>
                </a:solidFill>
              </a:rPr>
              <a:t>IO communication is switched to the remaining CPU </a:t>
            </a:r>
          </a:p>
        </p:txBody>
      </p:sp>
      <p:sp>
        <p:nvSpPr>
          <p:cNvPr id="102" name="Rechteck 101">
            <a:extLst>
              <a:ext uri="{FF2B5EF4-FFF2-40B4-BE49-F238E27FC236}">
                <a16:creationId xmlns:a16="http://schemas.microsoft.com/office/drawing/2014/main" id="{871CACC2-24F2-C228-36D2-D1869A6F9236}"/>
              </a:ext>
            </a:extLst>
          </p:cNvPr>
          <p:cNvSpPr/>
          <p:nvPr/>
        </p:nvSpPr>
        <p:spPr>
          <a:xfrm>
            <a:off x="583323" y="3196382"/>
            <a:ext cx="3003331" cy="563716"/>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Primary CPU or backup CPU failure</a:t>
            </a:r>
          </a:p>
        </p:txBody>
      </p:sp>
      <p:sp>
        <p:nvSpPr>
          <p:cNvPr id="205" name="Text Box 16">
            <a:extLst>
              <a:ext uri="{FF2B5EF4-FFF2-40B4-BE49-F238E27FC236}">
                <a16:creationId xmlns:a16="http://schemas.microsoft.com/office/drawing/2014/main" id="{8E6A7223-F3D5-E394-AA6C-9BC6840D1D11}"/>
              </a:ext>
            </a:extLst>
          </p:cNvPr>
          <p:cNvSpPr txBox="1">
            <a:spLocks noChangeArrowheads="1"/>
          </p:cNvSpPr>
          <p:nvPr>
            <p:custDataLst>
              <p:tags r:id="rId4"/>
            </p:custDataLst>
          </p:nvPr>
        </p:nvSpPr>
        <p:spPr bwMode="auto">
          <a:xfrm>
            <a:off x="4483608" y="4671602"/>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206" name="Text Box 21">
            <a:extLst>
              <a:ext uri="{FF2B5EF4-FFF2-40B4-BE49-F238E27FC236}">
                <a16:creationId xmlns:a16="http://schemas.microsoft.com/office/drawing/2014/main" id="{F38C038F-6483-FD37-96EA-0EA679469BFC}"/>
              </a:ext>
            </a:extLst>
          </p:cNvPr>
          <p:cNvSpPr txBox="1">
            <a:spLocks noChangeArrowheads="1"/>
          </p:cNvSpPr>
          <p:nvPr>
            <p:custDataLst>
              <p:tags r:id="rId5"/>
            </p:custDataLst>
          </p:nvPr>
        </p:nvSpPr>
        <p:spPr bwMode="auto">
          <a:xfrm>
            <a:off x="6860144" y="4676120"/>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sp>
        <p:nvSpPr>
          <p:cNvPr id="252" name="Pfeil: Fünfeck 251">
            <a:extLst>
              <a:ext uri="{FF2B5EF4-FFF2-40B4-BE49-F238E27FC236}">
                <a16:creationId xmlns:a16="http://schemas.microsoft.com/office/drawing/2014/main" id="{5D36378B-04D4-4077-448F-EB2EEDC06C0A}"/>
              </a:ext>
            </a:extLst>
          </p:cNvPr>
          <p:cNvSpPr/>
          <p:nvPr/>
        </p:nvSpPr>
        <p:spPr>
          <a:xfrm rot="5400000">
            <a:off x="5600679" y="2621246"/>
            <a:ext cx="547199" cy="3003330"/>
          </a:xfrm>
          <a:prstGeom prst="homePlate">
            <a:avLst>
              <a:gd name="adj" fmla="val 4999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53" name="Textfeld 252">
            <a:extLst>
              <a:ext uri="{FF2B5EF4-FFF2-40B4-BE49-F238E27FC236}">
                <a16:creationId xmlns:a16="http://schemas.microsoft.com/office/drawing/2014/main" id="{5F96E2FB-AE13-8187-E0B7-E60069C222C8}"/>
              </a:ext>
            </a:extLst>
          </p:cNvPr>
          <p:cNvSpPr txBox="1"/>
          <p:nvPr/>
        </p:nvSpPr>
        <p:spPr>
          <a:xfrm>
            <a:off x="4629150" y="3882460"/>
            <a:ext cx="2495549" cy="415498"/>
          </a:xfrm>
          <a:prstGeom prst="rect">
            <a:avLst/>
          </a:prstGeom>
          <a:noFill/>
        </p:spPr>
        <p:txBody>
          <a:bodyPr wrap="square" lIns="0" tIns="0" rIns="0" bIns="0" rtlCol="0">
            <a:spAutoFit/>
          </a:bodyPr>
          <a:lstStyle/>
          <a:p>
            <a:pPr algn="ctr"/>
            <a:r>
              <a:rPr lang="en-US" sz="900" dirty="0">
                <a:solidFill>
                  <a:schemeClr val="bg1"/>
                </a:solidFill>
              </a:rPr>
              <a:t>IO communication takes place via </a:t>
            </a:r>
            <a:r>
              <a:rPr lang="en-US" sz="900" dirty="0">
                <a:solidFill>
                  <a:srgbClr val="FFC000"/>
                </a:solidFill>
              </a:rPr>
              <a:t>Fiber H-Sync Connection </a:t>
            </a:r>
            <a:r>
              <a:rPr lang="en-US" sz="900" dirty="0">
                <a:solidFill>
                  <a:schemeClr val="bg1"/>
                </a:solidFill>
              </a:rPr>
              <a:t>from Primary CPU to remaining</a:t>
            </a:r>
            <a:br>
              <a:rPr lang="en-US" sz="900" dirty="0">
                <a:solidFill>
                  <a:schemeClr val="bg1"/>
                </a:solidFill>
              </a:rPr>
            </a:br>
            <a:r>
              <a:rPr lang="en-US" sz="900" dirty="0">
                <a:solidFill>
                  <a:schemeClr val="bg1"/>
                </a:solidFill>
              </a:rPr>
              <a:t>IO-Devices</a:t>
            </a:r>
          </a:p>
        </p:txBody>
      </p:sp>
      <p:sp>
        <p:nvSpPr>
          <p:cNvPr id="255" name="Rechteck 254">
            <a:extLst>
              <a:ext uri="{FF2B5EF4-FFF2-40B4-BE49-F238E27FC236}">
                <a16:creationId xmlns:a16="http://schemas.microsoft.com/office/drawing/2014/main" id="{86F93644-051A-48CF-F970-6877415A1BE0}"/>
              </a:ext>
            </a:extLst>
          </p:cNvPr>
          <p:cNvSpPr/>
          <p:nvPr/>
        </p:nvSpPr>
        <p:spPr>
          <a:xfrm>
            <a:off x="4372612" y="3196382"/>
            <a:ext cx="3003331" cy="563716"/>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Failure of an IO device</a:t>
            </a:r>
          </a:p>
        </p:txBody>
      </p:sp>
      <p:sp>
        <p:nvSpPr>
          <p:cNvPr id="257" name="Rechteck 256">
            <a:extLst>
              <a:ext uri="{FF2B5EF4-FFF2-40B4-BE49-F238E27FC236}">
                <a16:creationId xmlns:a16="http://schemas.microsoft.com/office/drawing/2014/main" id="{E90A220F-DB8C-8FF6-C3C1-DF46AD503F6F}"/>
              </a:ext>
            </a:extLst>
          </p:cNvPr>
          <p:cNvSpPr/>
          <p:nvPr/>
        </p:nvSpPr>
        <p:spPr>
          <a:xfrm>
            <a:off x="8190232" y="3196382"/>
            <a:ext cx="3003331" cy="563716"/>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Failure of a </a:t>
            </a:r>
            <a:br>
              <a:rPr lang="en-US" sz="1400" dirty="0">
                <a:solidFill>
                  <a:schemeClr val="bg1"/>
                </a:solidFill>
              </a:rPr>
            </a:br>
            <a:r>
              <a:rPr lang="en-US" sz="1400" dirty="0">
                <a:solidFill>
                  <a:schemeClr val="bg1"/>
                </a:solidFill>
              </a:rPr>
              <a:t>PROFINET line</a:t>
            </a:r>
          </a:p>
        </p:txBody>
      </p:sp>
      <p:sp>
        <p:nvSpPr>
          <p:cNvPr id="296" name="Pfeil: Fünfeck 295">
            <a:extLst>
              <a:ext uri="{FF2B5EF4-FFF2-40B4-BE49-F238E27FC236}">
                <a16:creationId xmlns:a16="http://schemas.microsoft.com/office/drawing/2014/main" id="{C443FE3D-535B-64AE-1369-ABF3FAB37249}"/>
              </a:ext>
            </a:extLst>
          </p:cNvPr>
          <p:cNvSpPr/>
          <p:nvPr/>
        </p:nvSpPr>
        <p:spPr>
          <a:xfrm rot="5400000">
            <a:off x="9418298" y="2621245"/>
            <a:ext cx="547199" cy="3003330"/>
          </a:xfrm>
          <a:prstGeom prst="homePlate">
            <a:avLst>
              <a:gd name="adj" fmla="val 4999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97" name="Textfeld 296">
            <a:extLst>
              <a:ext uri="{FF2B5EF4-FFF2-40B4-BE49-F238E27FC236}">
                <a16:creationId xmlns:a16="http://schemas.microsoft.com/office/drawing/2014/main" id="{9AF9AA9B-4854-852F-8143-971BA37B4C23}"/>
              </a:ext>
            </a:extLst>
          </p:cNvPr>
          <p:cNvSpPr txBox="1"/>
          <p:nvPr/>
        </p:nvSpPr>
        <p:spPr>
          <a:xfrm>
            <a:off x="8537029" y="3882460"/>
            <a:ext cx="2506716" cy="276999"/>
          </a:xfrm>
          <a:prstGeom prst="rect">
            <a:avLst/>
          </a:prstGeom>
          <a:noFill/>
        </p:spPr>
        <p:txBody>
          <a:bodyPr wrap="square" lIns="0" tIns="0" rIns="0" bIns="0" rtlCol="0">
            <a:spAutoFit/>
          </a:bodyPr>
          <a:lstStyle/>
          <a:p>
            <a:pPr algn="ctr"/>
            <a:r>
              <a:rPr lang="en-US" sz="900" dirty="0">
                <a:solidFill>
                  <a:schemeClr val="bg1"/>
                </a:solidFill>
              </a:rPr>
              <a:t>IO communication takes place directly or via  </a:t>
            </a:r>
            <a:r>
              <a:rPr lang="en-US" sz="900" dirty="0">
                <a:solidFill>
                  <a:srgbClr val="FFC000"/>
                </a:solidFill>
              </a:rPr>
              <a:t>Fiber H-Sync Connection </a:t>
            </a:r>
            <a:r>
              <a:rPr lang="en-US" sz="900" dirty="0">
                <a:solidFill>
                  <a:schemeClr val="bg1"/>
                </a:solidFill>
              </a:rPr>
              <a:t>von Primary CPU</a:t>
            </a:r>
          </a:p>
        </p:txBody>
      </p:sp>
      <p:pic>
        <p:nvPicPr>
          <p:cNvPr id="300" name="Grafik 299" descr="Häkchen mit einfarbiger Füllung">
            <a:extLst>
              <a:ext uri="{FF2B5EF4-FFF2-40B4-BE49-F238E27FC236}">
                <a16:creationId xmlns:a16="http://schemas.microsoft.com/office/drawing/2014/main" id="{98CF14E4-9C92-067E-A8C6-B5FF715C8729}"/>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1399580" y="6005919"/>
            <a:ext cx="179773" cy="179773"/>
          </a:xfrm>
          <a:prstGeom prst="rect">
            <a:avLst/>
          </a:prstGeom>
        </p:spPr>
      </p:pic>
      <p:pic>
        <p:nvPicPr>
          <p:cNvPr id="301" name="Grafik 300" descr="Häkchen mit einfarbiger Füllung">
            <a:extLst>
              <a:ext uri="{FF2B5EF4-FFF2-40B4-BE49-F238E27FC236}">
                <a16:creationId xmlns:a16="http://schemas.microsoft.com/office/drawing/2014/main" id="{7948DFA6-F49D-27E4-CBD7-AAF55A778F75}"/>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2500777" y="6005919"/>
            <a:ext cx="179773" cy="179773"/>
          </a:xfrm>
          <a:prstGeom prst="rect">
            <a:avLst/>
          </a:prstGeom>
        </p:spPr>
      </p:pic>
      <p:pic>
        <p:nvPicPr>
          <p:cNvPr id="303" name="Grafik 302" descr="Häkchen mit einfarbiger Füllung">
            <a:extLst>
              <a:ext uri="{FF2B5EF4-FFF2-40B4-BE49-F238E27FC236}">
                <a16:creationId xmlns:a16="http://schemas.microsoft.com/office/drawing/2014/main" id="{742BDB2A-5950-61E3-D450-B420DA179F24}"/>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6397816" y="6005919"/>
            <a:ext cx="179773" cy="179773"/>
          </a:xfrm>
          <a:prstGeom prst="rect">
            <a:avLst/>
          </a:prstGeom>
        </p:spPr>
      </p:pic>
      <p:pic>
        <p:nvPicPr>
          <p:cNvPr id="304" name="Grafik 303" descr="Häkchen mit einfarbiger Füllung">
            <a:extLst>
              <a:ext uri="{FF2B5EF4-FFF2-40B4-BE49-F238E27FC236}">
                <a16:creationId xmlns:a16="http://schemas.microsoft.com/office/drawing/2014/main" id="{EEFCD0CE-02C3-27CC-8345-E7646F3D9FA2}"/>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9193658" y="6005919"/>
            <a:ext cx="179773" cy="179773"/>
          </a:xfrm>
          <a:prstGeom prst="rect">
            <a:avLst/>
          </a:prstGeom>
        </p:spPr>
      </p:pic>
      <p:pic>
        <p:nvPicPr>
          <p:cNvPr id="305" name="Grafik 304" descr="Häkchen mit einfarbiger Füllung">
            <a:extLst>
              <a:ext uri="{FF2B5EF4-FFF2-40B4-BE49-F238E27FC236}">
                <a16:creationId xmlns:a16="http://schemas.microsoft.com/office/drawing/2014/main" id="{89A2EED7-BF33-8CBD-8ADF-B6DE61358401}"/>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10294855" y="6005919"/>
            <a:ext cx="179773" cy="179773"/>
          </a:xfrm>
          <a:prstGeom prst="rect">
            <a:avLst/>
          </a:prstGeom>
        </p:spPr>
      </p:pic>
      <p:grpSp>
        <p:nvGrpSpPr>
          <p:cNvPr id="225" name="Gruppieren 224">
            <a:extLst>
              <a:ext uri="{FF2B5EF4-FFF2-40B4-BE49-F238E27FC236}">
                <a16:creationId xmlns:a16="http://schemas.microsoft.com/office/drawing/2014/main" id="{044B6BB7-6609-382F-C149-1C92A24F97A7}"/>
              </a:ext>
            </a:extLst>
          </p:cNvPr>
          <p:cNvGrpSpPr/>
          <p:nvPr/>
        </p:nvGrpSpPr>
        <p:grpSpPr>
          <a:xfrm>
            <a:off x="5384696" y="1959956"/>
            <a:ext cx="489581" cy="23082"/>
            <a:chOff x="5384696" y="1854706"/>
            <a:chExt cx="489581" cy="23082"/>
          </a:xfrm>
        </p:grpSpPr>
        <p:cxnSp>
          <p:nvCxnSpPr>
            <p:cNvPr id="22" name="Gerader Verbinder 21">
              <a:extLst>
                <a:ext uri="{FF2B5EF4-FFF2-40B4-BE49-F238E27FC236}">
                  <a16:creationId xmlns:a16="http://schemas.microsoft.com/office/drawing/2014/main" id="{8DB9E71B-2F9E-5A15-9524-74497838EA4D}"/>
                </a:ext>
              </a:extLst>
            </p:cNvPr>
            <p:cNvCxnSpPr>
              <a:cxnSpLocks/>
            </p:cNvCxnSpPr>
            <p:nvPr/>
          </p:nvCxnSpPr>
          <p:spPr bwMode="auto">
            <a:xfrm>
              <a:off x="5384696" y="1854706"/>
              <a:ext cx="489581"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3" name="Gerader Verbinder 22">
              <a:extLst>
                <a:ext uri="{FF2B5EF4-FFF2-40B4-BE49-F238E27FC236}">
                  <a16:creationId xmlns:a16="http://schemas.microsoft.com/office/drawing/2014/main" id="{9539BC27-B49F-E95D-6275-624937172E73}"/>
                </a:ext>
              </a:extLst>
            </p:cNvPr>
            <p:cNvCxnSpPr>
              <a:cxnSpLocks/>
            </p:cNvCxnSpPr>
            <p:nvPr/>
          </p:nvCxnSpPr>
          <p:spPr bwMode="auto">
            <a:xfrm>
              <a:off x="5389312" y="1877788"/>
              <a:ext cx="484965"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sp>
        <p:nvSpPr>
          <p:cNvPr id="3" name="Text Box 16">
            <a:extLst>
              <a:ext uri="{FF2B5EF4-FFF2-40B4-BE49-F238E27FC236}">
                <a16:creationId xmlns:a16="http://schemas.microsoft.com/office/drawing/2014/main" id="{3776DFFA-3C47-2BD1-27ED-6541EC2A2E53}"/>
              </a:ext>
            </a:extLst>
          </p:cNvPr>
          <p:cNvSpPr txBox="1">
            <a:spLocks noChangeArrowheads="1"/>
          </p:cNvSpPr>
          <p:nvPr>
            <p:custDataLst>
              <p:tags r:id="rId6"/>
            </p:custDataLst>
          </p:nvPr>
        </p:nvSpPr>
        <p:spPr bwMode="auto">
          <a:xfrm>
            <a:off x="4204229" y="1543170"/>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6" name="Text Box 21">
            <a:extLst>
              <a:ext uri="{FF2B5EF4-FFF2-40B4-BE49-F238E27FC236}">
                <a16:creationId xmlns:a16="http://schemas.microsoft.com/office/drawing/2014/main" id="{20F17C3B-44B6-F9E6-143B-EAFA33251FD6}"/>
              </a:ext>
            </a:extLst>
          </p:cNvPr>
          <p:cNvSpPr txBox="1">
            <a:spLocks noChangeArrowheads="1"/>
          </p:cNvSpPr>
          <p:nvPr>
            <p:custDataLst>
              <p:tags r:id="rId7"/>
            </p:custDataLst>
          </p:nvPr>
        </p:nvSpPr>
        <p:spPr bwMode="auto">
          <a:xfrm>
            <a:off x="6671634" y="1538815"/>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pic>
        <p:nvPicPr>
          <p:cNvPr id="9" name="product_distributed-io.png">
            <a:extLst>
              <a:ext uri="{FF2B5EF4-FFF2-40B4-BE49-F238E27FC236}">
                <a16:creationId xmlns:a16="http://schemas.microsoft.com/office/drawing/2014/main" id="{5D525A03-98D3-EDC2-B6C0-FAE136B8D24C}"/>
              </a:ext>
            </a:extLst>
          </p:cNvPr>
          <p:cNvPicPr>
            <a:picLocks noChangeAspect="1"/>
          </p:cNvPicPr>
          <p:nvPr>
            <p:custDataLst>
              <p:tags r:id="rId8"/>
            </p:custDataLst>
          </p:nvPr>
        </p:nvPicPr>
        <p:blipFill>
          <a:blip r:embed="rId36" cstate="print">
            <a:extLst>
              <a:ext uri="{28A0092B-C50C-407E-A947-70E740481C1C}">
                <a14:useLocalDpi xmlns:a14="http://schemas.microsoft.com/office/drawing/2010/main" val="0"/>
              </a:ext>
            </a:extLst>
          </a:blip>
          <a:stretch>
            <a:fillRect/>
          </a:stretch>
        </p:blipFill>
        <p:spPr>
          <a:xfrm>
            <a:off x="4875488" y="2428515"/>
            <a:ext cx="455031" cy="455031"/>
          </a:xfrm>
          <a:prstGeom prst="rect">
            <a:avLst/>
          </a:prstGeom>
          <a:solidFill>
            <a:schemeClr val="tx1"/>
          </a:solidFill>
        </p:spPr>
      </p:pic>
      <p:grpSp>
        <p:nvGrpSpPr>
          <p:cNvPr id="10" name="Gruppieren 9">
            <a:extLst>
              <a:ext uri="{FF2B5EF4-FFF2-40B4-BE49-F238E27FC236}">
                <a16:creationId xmlns:a16="http://schemas.microsoft.com/office/drawing/2014/main" id="{EC0584FF-4053-D66F-05B8-82BBCE7F8A38}"/>
              </a:ext>
            </a:extLst>
          </p:cNvPr>
          <p:cNvGrpSpPr>
            <a:grpSpLocks noChangeAspect="1"/>
          </p:cNvGrpSpPr>
          <p:nvPr/>
        </p:nvGrpSpPr>
        <p:grpSpPr>
          <a:xfrm>
            <a:off x="5900609" y="2426750"/>
            <a:ext cx="622096" cy="496392"/>
            <a:chOff x="4105359" y="1822075"/>
            <a:chExt cx="4583448" cy="3657298"/>
          </a:xfrm>
          <a:solidFill>
            <a:schemeClr val="tx1"/>
          </a:solidFill>
        </p:grpSpPr>
        <p:pic>
          <p:nvPicPr>
            <p:cNvPr id="11" name="product_simatic-s7-1500.png">
              <a:extLst>
                <a:ext uri="{FF2B5EF4-FFF2-40B4-BE49-F238E27FC236}">
                  <a16:creationId xmlns:a16="http://schemas.microsoft.com/office/drawing/2014/main" id="{011EC217-51FD-B3CB-DDF6-AC87E51E0EA5}"/>
                </a:ext>
              </a:extLst>
            </p:cNvPr>
            <p:cNvPicPr>
              <a:picLocks noChangeAspect="1"/>
            </p:cNvPicPr>
            <p:nvPr>
              <p:custDataLst>
                <p:tags r:id="rId23"/>
              </p:custDataLst>
            </p:nvPr>
          </p:nvPicPr>
          <p:blipFill rotWithShape="1">
            <a:blip r:embed="rId37"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a:grpFill/>
          </p:spPr>
        </p:pic>
        <p:pic>
          <p:nvPicPr>
            <p:cNvPr id="12" name="product_simatic-s7-1500.png">
              <a:extLst>
                <a:ext uri="{FF2B5EF4-FFF2-40B4-BE49-F238E27FC236}">
                  <a16:creationId xmlns:a16="http://schemas.microsoft.com/office/drawing/2014/main" id="{DC183FEA-7DDB-8A90-70BB-2B3AB6DB9255}"/>
                </a:ext>
              </a:extLst>
            </p:cNvPr>
            <p:cNvPicPr>
              <a:picLocks noChangeAspect="1"/>
            </p:cNvPicPr>
            <p:nvPr>
              <p:custDataLst>
                <p:tags r:id="rId24"/>
              </p:custDataLst>
            </p:nvPr>
          </p:nvPicPr>
          <p:blipFill rotWithShape="1">
            <a:blip r:embed="rId38"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a:grpFill/>
          </p:spPr>
        </p:pic>
        <p:pic>
          <p:nvPicPr>
            <p:cNvPr id="13" name="product_simatic-s7-1500.png">
              <a:extLst>
                <a:ext uri="{FF2B5EF4-FFF2-40B4-BE49-F238E27FC236}">
                  <a16:creationId xmlns:a16="http://schemas.microsoft.com/office/drawing/2014/main" id="{016A1C56-7223-DE5F-5CD9-C528EEF89EDA}"/>
                </a:ext>
              </a:extLst>
            </p:cNvPr>
            <p:cNvPicPr>
              <a:picLocks noChangeAspect="1"/>
            </p:cNvPicPr>
            <p:nvPr>
              <p:custDataLst>
                <p:tags r:id="rId25"/>
              </p:custDataLst>
            </p:nvPr>
          </p:nvPicPr>
          <p:blipFill rotWithShape="1">
            <a:blip r:embed="rId39"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a:grpFill/>
          </p:spPr>
        </p:pic>
        <p:pic>
          <p:nvPicPr>
            <p:cNvPr id="14" name="product_simatic-s7-1500.png">
              <a:extLst>
                <a:ext uri="{FF2B5EF4-FFF2-40B4-BE49-F238E27FC236}">
                  <a16:creationId xmlns:a16="http://schemas.microsoft.com/office/drawing/2014/main" id="{4B48CA0B-E5FE-4B75-1E83-CE5CF583A10D}"/>
                </a:ext>
              </a:extLst>
            </p:cNvPr>
            <p:cNvPicPr>
              <a:picLocks noChangeAspect="1"/>
            </p:cNvPicPr>
            <p:nvPr>
              <p:custDataLst>
                <p:tags r:id="rId26"/>
              </p:custDataLst>
            </p:nvPr>
          </p:nvPicPr>
          <p:blipFill rotWithShape="1">
            <a:blip r:embed="rId40"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a:grpFill/>
          </p:spPr>
        </p:pic>
      </p:grpSp>
      <p:grpSp>
        <p:nvGrpSpPr>
          <p:cNvPr id="7" name="Gruppieren 6">
            <a:extLst>
              <a:ext uri="{FF2B5EF4-FFF2-40B4-BE49-F238E27FC236}">
                <a16:creationId xmlns:a16="http://schemas.microsoft.com/office/drawing/2014/main" id="{E88A79D4-3217-BB24-1334-85379FCE5CD6}"/>
              </a:ext>
            </a:extLst>
          </p:cNvPr>
          <p:cNvGrpSpPr/>
          <p:nvPr/>
        </p:nvGrpSpPr>
        <p:grpSpPr>
          <a:xfrm>
            <a:off x="5765600" y="1530974"/>
            <a:ext cx="773894" cy="639977"/>
            <a:chOff x="5633257" y="2448326"/>
            <a:chExt cx="3891741" cy="2958295"/>
          </a:xfrm>
          <a:solidFill>
            <a:schemeClr val="tx1"/>
          </a:solidFill>
        </p:grpSpPr>
        <p:pic>
          <p:nvPicPr>
            <p:cNvPr id="8" name="product_simatic-s7-1500.png">
              <a:extLst>
                <a:ext uri="{FF2B5EF4-FFF2-40B4-BE49-F238E27FC236}">
                  <a16:creationId xmlns:a16="http://schemas.microsoft.com/office/drawing/2014/main" id="{A31F1468-DE80-DE7B-6E20-FB16DF4B3728}"/>
                </a:ext>
              </a:extLst>
            </p:cNvPr>
            <p:cNvPicPr>
              <a:picLocks noChangeAspect="1"/>
            </p:cNvPicPr>
            <p:nvPr>
              <p:custDataLst>
                <p:tags r:id="rId20"/>
              </p:custDataLst>
            </p:nvPr>
          </p:nvPicPr>
          <p:blipFill rotWithShape="1">
            <a:blip r:embed="rId4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8" name="product_simatic-s7-1500.png">
              <a:extLst>
                <a:ext uri="{FF2B5EF4-FFF2-40B4-BE49-F238E27FC236}">
                  <a16:creationId xmlns:a16="http://schemas.microsoft.com/office/drawing/2014/main" id="{537B4D94-0961-AC46-2563-BE4EF05A1682}"/>
                </a:ext>
              </a:extLst>
            </p:cNvPr>
            <p:cNvPicPr>
              <a:picLocks noChangeAspect="1"/>
            </p:cNvPicPr>
            <p:nvPr>
              <p:custDataLst>
                <p:tags r:id="rId21"/>
              </p:custDataLst>
            </p:nvPr>
          </p:nvPicPr>
          <p:blipFill rotWithShape="1">
            <a:blip r:embed="rId4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1" name="product_simatic-s7-1500.png">
              <a:extLst>
                <a:ext uri="{FF2B5EF4-FFF2-40B4-BE49-F238E27FC236}">
                  <a16:creationId xmlns:a16="http://schemas.microsoft.com/office/drawing/2014/main" id="{E48F350E-82AF-D345-0A14-4FDB07E24191}"/>
                </a:ext>
              </a:extLst>
            </p:cNvPr>
            <p:cNvPicPr>
              <a:picLocks noChangeAspect="1"/>
            </p:cNvPicPr>
            <p:nvPr>
              <p:custDataLst>
                <p:tags r:id="rId22"/>
              </p:custDataLst>
            </p:nvPr>
          </p:nvPicPr>
          <p:blipFill rotWithShape="1">
            <a:blip r:embed="rId42"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24" name="Gruppieren 23">
            <a:extLst>
              <a:ext uri="{FF2B5EF4-FFF2-40B4-BE49-F238E27FC236}">
                <a16:creationId xmlns:a16="http://schemas.microsoft.com/office/drawing/2014/main" id="{BF5C6CD2-6496-9843-18F8-EF341DF242CC}"/>
              </a:ext>
            </a:extLst>
          </p:cNvPr>
          <p:cNvGrpSpPr/>
          <p:nvPr/>
        </p:nvGrpSpPr>
        <p:grpSpPr>
          <a:xfrm>
            <a:off x="4767925" y="1532518"/>
            <a:ext cx="773894" cy="639977"/>
            <a:chOff x="5633257" y="2448326"/>
            <a:chExt cx="3891741" cy="2958295"/>
          </a:xfrm>
          <a:solidFill>
            <a:schemeClr val="tx1"/>
          </a:solidFill>
        </p:grpSpPr>
        <p:pic>
          <p:nvPicPr>
            <p:cNvPr id="25" name="product_simatic-s7-1500.png">
              <a:extLst>
                <a:ext uri="{FF2B5EF4-FFF2-40B4-BE49-F238E27FC236}">
                  <a16:creationId xmlns:a16="http://schemas.microsoft.com/office/drawing/2014/main" id="{80AB9BEE-69EF-AB46-EB40-446F049CDB6E}"/>
                </a:ext>
              </a:extLst>
            </p:cNvPr>
            <p:cNvPicPr>
              <a:picLocks noChangeAspect="1"/>
            </p:cNvPicPr>
            <p:nvPr>
              <p:custDataLst>
                <p:tags r:id="rId17"/>
              </p:custDataLst>
            </p:nvPr>
          </p:nvPicPr>
          <p:blipFill rotWithShape="1">
            <a:blip r:embed="rId4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6" name="product_simatic-s7-1500.png">
              <a:extLst>
                <a:ext uri="{FF2B5EF4-FFF2-40B4-BE49-F238E27FC236}">
                  <a16:creationId xmlns:a16="http://schemas.microsoft.com/office/drawing/2014/main" id="{C30EA030-12D8-6DC0-66B6-29BE275FF96B}"/>
                </a:ext>
              </a:extLst>
            </p:cNvPr>
            <p:cNvPicPr>
              <a:picLocks noChangeAspect="1"/>
            </p:cNvPicPr>
            <p:nvPr>
              <p:custDataLst>
                <p:tags r:id="rId18"/>
              </p:custDataLst>
            </p:nvPr>
          </p:nvPicPr>
          <p:blipFill rotWithShape="1">
            <a:blip r:embed="rId4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7" name="product_simatic-s7-1500.png">
              <a:extLst>
                <a:ext uri="{FF2B5EF4-FFF2-40B4-BE49-F238E27FC236}">
                  <a16:creationId xmlns:a16="http://schemas.microsoft.com/office/drawing/2014/main" id="{CAF68A8A-0C40-F930-A13C-E66BF86C0A9B}"/>
                </a:ext>
              </a:extLst>
            </p:cNvPr>
            <p:cNvPicPr>
              <a:picLocks noChangeAspect="1"/>
            </p:cNvPicPr>
            <p:nvPr>
              <p:custDataLst>
                <p:tags r:id="rId19"/>
              </p:custDataLst>
            </p:nvPr>
          </p:nvPicPr>
          <p:blipFill rotWithShape="1">
            <a:blip r:embed="rId42"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pic>
        <p:nvPicPr>
          <p:cNvPr id="46" name="Picture 12" descr="C:\Users\adzuth0\AppData\Local\Temp\SNAGHTML1699469.PNG">
            <a:extLst>
              <a:ext uri="{FF2B5EF4-FFF2-40B4-BE49-F238E27FC236}">
                <a16:creationId xmlns:a16="http://schemas.microsoft.com/office/drawing/2014/main" id="{3B61DF7A-64FA-061C-9E5D-E62EEB4087BB}"/>
              </a:ext>
            </a:extLst>
          </p:cNvPr>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1291184" y="4732935"/>
            <a:ext cx="396566" cy="461883"/>
          </a:xfrm>
          <a:prstGeom prst="rect">
            <a:avLst/>
          </a:prstGeom>
          <a:noFill/>
          <a:extLst>
            <a:ext uri="{909E8E84-426E-40DD-AFC4-6F175D3DCCD1}">
              <a14:hiddenFill xmlns:a14="http://schemas.microsoft.com/office/drawing/2010/main">
                <a:solidFill>
                  <a:srgbClr val="FFFFFF"/>
                </a:solidFill>
              </a14:hiddenFill>
            </a:ext>
          </a:extLst>
        </p:spPr>
      </p:pic>
      <p:sp>
        <p:nvSpPr>
          <p:cNvPr id="264" name="Textfeld 263">
            <a:extLst>
              <a:ext uri="{FF2B5EF4-FFF2-40B4-BE49-F238E27FC236}">
                <a16:creationId xmlns:a16="http://schemas.microsoft.com/office/drawing/2014/main" id="{8A1D1C79-56E4-3366-F035-40F1A71AD4A9}"/>
              </a:ext>
            </a:extLst>
          </p:cNvPr>
          <p:cNvSpPr txBox="1"/>
          <p:nvPr/>
        </p:nvSpPr>
        <p:spPr>
          <a:xfrm rot="16200000">
            <a:off x="5732804" y="4688425"/>
            <a:ext cx="336631" cy="123111"/>
          </a:xfrm>
          <a:prstGeom prst="rect">
            <a:avLst/>
          </a:prstGeom>
          <a:noFill/>
        </p:spPr>
        <p:txBody>
          <a:bodyPr wrap="none" lIns="0" tIns="0" rIns="0" bIns="0" rtlCol="0">
            <a:spAutoFit/>
          </a:bodyPr>
          <a:lstStyle/>
          <a:p>
            <a:pPr algn="l"/>
            <a:r>
              <a:rPr lang="en-US" sz="800" dirty="0"/>
              <a:t>H-Sync</a:t>
            </a:r>
          </a:p>
        </p:txBody>
      </p:sp>
      <p:sp>
        <p:nvSpPr>
          <p:cNvPr id="265" name="Text Box 16">
            <a:extLst>
              <a:ext uri="{FF2B5EF4-FFF2-40B4-BE49-F238E27FC236}">
                <a16:creationId xmlns:a16="http://schemas.microsoft.com/office/drawing/2014/main" id="{F47D5A05-D1C3-D482-9614-44A7B0B8AD15}"/>
              </a:ext>
            </a:extLst>
          </p:cNvPr>
          <p:cNvSpPr txBox="1">
            <a:spLocks noChangeArrowheads="1"/>
          </p:cNvSpPr>
          <p:nvPr>
            <p:custDataLst>
              <p:tags r:id="rId9"/>
            </p:custDataLst>
          </p:nvPr>
        </p:nvSpPr>
        <p:spPr bwMode="auto">
          <a:xfrm>
            <a:off x="8324845" y="4674214"/>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266" name="Text Box 21">
            <a:extLst>
              <a:ext uri="{FF2B5EF4-FFF2-40B4-BE49-F238E27FC236}">
                <a16:creationId xmlns:a16="http://schemas.microsoft.com/office/drawing/2014/main" id="{86AE99AE-80AF-C6D5-D4C7-3B3222F460A7}"/>
              </a:ext>
            </a:extLst>
          </p:cNvPr>
          <p:cNvSpPr txBox="1">
            <a:spLocks noChangeArrowheads="1"/>
          </p:cNvSpPr>
          <p:nvPr>
            <p:custDataLst>
              <p:tags r:id="rId10"/>
            </p:custDataLst>
          </p:nvPr>
        </p:nvSpPr>
        <p:spPr bwMode="auto">
          <a:xfrm>
            <a:off x="10701381" y="4678732"/>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sp>
        <p:nvSpPr>
          <p:cNvPr id="69" name="Textfeld 68">
            <a:extLst>
              <a:ext uri="{FF2B5EF4-FFF2-40B4-BE49-F238E27FC236}">
                <a16:creationId xmlns:a16="http://schemas.microsoft.com/office/drawing/2014/main" id="{E13418AF-97C4-D44F-0258-B494B2C1CBA2}"/>
              </a:ext>
            </a:extLst>
          </p:cNvPr>
          <p:cNvSpPr txBox="1"/>
          <p:nvPr/>
        </p:nvSpPr>
        <p:spPr>
          <a:xfrm rot="16200000">
            <a:off x="9574041" y="4691037"/>
            <a:ext cx="336631" cy="123111"/>
          </a:xfrm>
          <a:prstGeom prst="rect">
            <a:avLst/>
          </a:prstGeom>
          <a:noFill/>
        </p:spPr>
        <p:txBody>
          <a:bodyPr wrap="none" lIns="0" tIns="0" rIns="0" bIns="0" rtlCol="0">
            <a:spAutoFit/>
          </a:bodyPr>
          <a:lstStyle/>
          <a:p>
            <a:pPr algn="l"/>
            <a:r>
              <a:rPr lang="en-US" sz="800" dirty="0"/>
              <a:t>H-Sync</a:t>
            </a:r>
          </a:p>
        </p:txBody>
      </p:sp>
      <p:sp>
        <p:nvSpPr>
          <p:cNvPr id="20" name="Rechteck 19">
            <a:extLst>
              <a:ext uri="{FF2B5EF4-FFF2-40B4-BE49-F238E27FC236}">
                <a16:creationId xmlns:a16="http://schemas.microsoft.com/office/drawing/2014/main" id="{5D1AE9B5-6A9F-8290-D9AC-D574A8EC8CFA}"/>
              </a:ext>
            </a:extLst>
          </p:cNvPr>
          <p:cNvSpPr/>
          <p:nvPr/>
        </p:nvSpPr>
        <p:spPr>
          <a:xfrm>
            <a:off x="4008675" y="1183143"/>
            <a:ext cx="3313669" cy="290375"/>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Initial state</a:t>
            </a:r>
          </a:p>
        </p:txBody>
      </p:sp>
      <p:pic>
        <p:nvPicPr>
          <p:cNvPr id="29" name="Picture 12" descr="C:\Users\adzuth0\AppData\Local\Temp\SNAGHTML1699469.PNG">
            <a:extLst>
              <a:ext uri="{FF2B5EF4-FFF2-40B4-BE49-F238E27FC236}">
                <a16:creationId xmlns:a16="http://schemas.microsoft.com/office/drawing/2014/main" id="{15C35B6B-05C3-C107-3B53-F0F8F6C85568}"/>
              </a:ext>
            </a:extLst>
          </p:cNvPr>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5164346" y="5501648"/>
            <a:ext cx="396566" cy="46188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2" descr="C:\Users\adzuth0\AppData\Local\Temp\SNAGHTML1699469.PNG">
            <a:extLst>
              <a:ext uri="{FF2B5EF4-FFF2-40B4-BE49-F238E27FC236}">
                <a16:creationId xmlns:a16="http://schemas.microsoft.com/office/drawing/2014/main" id="{BC99C18A-8607-C796-B15A-5832DDBB457F}"/>
              </a:ext>
            </a:extLst>
          </p:cNvPr>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9530219" y="5478312"/>
            <a:ext cx="396566" cy="461883"/>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Gerade Verbindung mit Pfeil 30">
            <a:extLst>
              <a:ext uri="{FF2B5EF4-FFF2-40B4-BE49-F238E27FC236}">
                <a16:creationId xmlns:a16="http://schemas.microsoft.com/office/drawing/2014/main" id="{AA9161FA-BF4C-6FEA-3B90-9BE9547251BA}"/>
              </a:ext>
            </a:extLst>
          </p:cNvPr>
          <p:cNvCxnSpPr>
            <a:cxnSpLocks/>
          </p:cNvCxnSpPr>
          <p:nvPr/>
        </p:nvCxnSpPr>
        <p:spPr>
          <a:xfrm>
            <a:off x="9684090" y="1829809"/>
            <a:ext cx="610765" cy="0"/>
          </a:xfrm>
          <a:prstGeom prst="straightConnector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4" name="Textfeld 223">
            <a:extLst>
              <a:ext uri="{FF2B5EF4-FFF2-40B4-BE49-F238E27FC236}">
                <a16:creationId xmlns:a16="http://schemas.microsoft.com/office/drawing/2014/main" id="{AC0ADD0F-FCC4-C690-B720-500AFE475123}"/>
              </a:ext>
            </a:extLst>
          </p:cNvPr>
          <p:cNvSpPr txBox="1"/>
          <p:nvPr/>
        </p:nvSpPr>
        <p:spPr>
          <a:xfrm>
            <a:off x="9691897" y="1880921"/>
            <a:ext cx="477695" cy="161583"/>
          </a:xfrm>
          <a:prstGeom prst="rect">
            <a:avLst/>
          </a:prstGeom>
          <a:noFill/>
        </p:spPr>
        <p:txBody>
          <a:bodyPr wrap="none" lIns="0" tIns="0" rIns="0" bIns="0" rtlCol="0">
            <a:spAutoFit/>
          </a:bodyPr>
          <a:lstStyle/>
          <a:p>
            <a:pPr algn="l"/>
            <a:r>
              <a:rPr lang="en-US" sz="1050" dirty="0"/>
              <a:t>I/O data</a:t>
            </a:r>
          </a:p>
        </p:txBody>
      </p:sp>
      <p:sp>
        <p:nvSpPr>
          <p:cNvPr id="226" name="Bogen 225">
            <a:extLst>
              <a:ext uri="{FF2B5EF4-FFF2-40B4-BE49-F238E27FC236}">
                <a16:creationId xmlns:a16="http://schemas.microsoft.com/office/drawing/2014/main" id="{80439E56-793D-AE9C-6062-622C4B7F8A32}"/>
              </a:ext>
            </a:extLst>
          </p:cNvPr>
          <p:cNvSpPr/>
          <p:nvPr/>
        </p:nvSpPr>
        <p:spPr>
          <a:xfrm flipH="1">
            <a:off x="4537829" y="2156966"/>
            <a:ext cx="518496" cy="387870"/>
          </a:xfrm>
          <a:prstGeom prst="arc">
            <a:avLst>
              <a:gd name="adj1" fmla="val 15151379"/>
              <a:gd name="adj2" fmla="val 662428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28" name="Bogen 227">
            <a:extLst>
              <a:ext uri="{FF2B5EF4-FFF2-40B4-BE49-F238E27FC236}">
                <a16:creationId xmlns:a16="http://schemas.microsoft.com/office/drawing/2014/main" id="{17510321-8D96-9557-6FB5-53E9873A7699}"/>
              </a:ext>
            </a:extLst>
          </p:cNvPr>
          <p:cNvSpPr/>
          <p:nvPr/>
        </p:nvSpPr>
        <p:spPr>
          <a:xfrm rot="10800000" flipH="1">
            <a:off x="6300607" y="2147066"/>
            <a:ext cx="518496" cy="387870"/>
          </a:xfrm>
          <a:prstGeom prst="arc">
            <a:avLst>
              <a:gd name="adj1" fmla="val 16227753"/>
              <a:gd name="adj2" fmla="val 662428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29" name="Gerade Verbindung mit Pfeil 228">
            <a:extLst>
              <a:ext uri="{FF2B5EF4-FFF2-40B4-BE49-F238E27FC236}">
                <a16:creationId xmlns:a16="http://schemas.microsoft.com/office/drawing/2014/main" id="{B69D056B-C21C-299E-491F-6CE005CE6D79}"/>
              </a:ext>
            </a:extLst>
          </p:cNvPr>
          <p:cNvCxnSpPr>
            <a:cxnSpLocks/>
          </p:cNvCxnSpPr>
          <p:nvPr/>
        </p:nvCxnSpPr>
        <p:spPr>
          <a:xfrm>
            <a:off x="5362629" y="2544836"/>
            <a:ext cx="485390" cy="0"/>
          </a:xfrm>
          <a:prstGeom prst="straightConnector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1" name="Gerade Verbindung mit Pfeil 230">
            <a:extLst>
              <a:ext uri="{FF2B5EF4-FFF2-40B4-BE49-F238E27FC236}">
                <a16:creationId xmlns:a16="http://schemas.microsoft.com/office/drawing/2014/main" id="{9F542C39-149B-F120-8D3B-BDAA02A47EA4}"/>
              </a:ext>
            </a:extLst>
          </p:cNvPr>
          <p:cNvCxnSpPr>
            <a:cxnSpLocks/>
          </p:cNvCxnSpPr>
          <p:nvPr/>
        </p:nvCxnSpPr>
        <p:spPr>
          <a:xfrm flipH="1">
            <a:off x="5321556" y="2029820"/>
            <a:ext cx="644221" cy="0"/>
          </a:xfrm>
          <a:prstGeom prst="straightConnector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3" name="Bogen 232">
            <a:extLst>
              <a:ext uri="{FF2B5EF4-FFF2-40B4-BE49-F238E27FC236}">
                <a16:creationId xmlns:a16="http://schemas.microsoft.com/office/drawing/2014/main" id="{D1EBF6CB-0203-6D76-CBBE-AD0221E0B62F}"/>
              </a:ext>
            </a:extLst>
          </p:cNvPr>
          <p:cNvSpPr/>
          <p:nvPr/>
        </p:nvSpPr>
        <p:spPr>
          <a:xfrm>
            <a:off x="2643043" y="5224091"/>
            <a:ext cx="472867" cy="387870"/>
          </a:xfrm>
          <a:prstGeom prst="arc">
            <a:avLst>
              <a:gd name="adj1" fmla="val 16227753"/>
              <a:gd name="adj2" fmla="val 662428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34" name="Gerade Verbindung mit Pfeil 233">
            <a:extLst>
              <a:ext uri="{FF2B5EF4-FFF2-40B4-BE49-F238E27FC236}">
                <a16:creationId xmlns:a16="http://schemas.microsoft.com/office/drawing/2014/main" id="{084F6785-8C96-FED8-A43E-E236F7D17291}"/>
              </a:ext>
            </a:extLst>
          </p:cNvPr>
          <p:cNvCxnSpPr>
            <a:cxnSpLocks/>
          </p:cNvCxnSpPr>
          <p:nvPr/>
        </p:nvCxnSpPr>
        <p:spPr>
          <a:xfrm flipH="1">
            <a:off x="1706610" y="5611961"/>
            <a:ext cx="510810" cy="0"/>
          </a:xfrm>
          <a:prstGeom prst="straightConnector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5" name="Bogen 234">
            <a:extLst>
              <a:ext uri="{FF2B5EF4-FFF2-40B4-BE49-F238E27FC236}">
                <a16:creationId xmlns:a16="http://schemas.microsoft.com/office/drawing/2014/main" id="{52787239-2B2E-A2D4-214A-9EFADAC39ADF}"/>
              </a:ext>
            </a:extLst>
          </p:cNvPr>
          <p:cNvSpPr/>
          <p:nvPr/>
        </p:nvSpPr>
        <p:spPr>
          <a:xfrm>
            <a:off x="6499615" y="5234725"/>
            <a:ext cx="472867" cy="387870"/>
          </a:xfrm>
          <a:prstGeom prst="arc">
            <a:avLst>
              <a:gd name="adj1" fmla="val 16227753"/>
              <a:gd name="adj2" fmla="val 662428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36" name="Gerade Verbindung mit Pfeil 235">
            <a:extLst>
              <a:ext uri="{FF2B5EF4-FFF2-40B4-BE49-F238E27FC236}">
                <a16:creationId xmlns:a16="http://schemas.microsoft.com/office/drawing/2014/main" id="{D78EEBC0-057A-0D3E-E729-DFCA1EB9B7A6}"/>
              </a:ext>
            </a:extLst>
          </p:cNvPr>
          <p:cNvCxnSpPr>
            <a:cxnSpLocks/>
          </p:cNvCxnSpPr>
          <p:nvPr/>
        </p:nvCxnSpPr>
        <p:spPr>
          <a:xfrm flipH="1">
            <a:off x="5578498" y="5117411"/>
            <a:ext cx="644221" cy="0"/>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7" name="Bogen 236">
            <a:extLst>
              <a:ext uri="{FF2B5EF4-FFF2-40B4-BE49-F238E27FC236}">
                <a16:creationId xmlns:a16="http://schemas.microsoft.com/office/drawing/2014/main" id="{C77A08FF-6725-60B6-A7D5-E0CF7E6E1F53}"/>
              </a:ext>
            </a:extLst>
          </p:cNvPr>
          <p:cNvSpPr/>
          <p:nvPr/>
        </p:nvSpPr>
        <p:spPr>
          <a:xfrm>
            <a:off x="10373048" y="5216141"/>
            <a:ext cx="472867" cy="387870"/>
          </a:xfrm>
          <a:prstGeom prst="arc">
            <a:avLst>
              <a:gd name="adj1" fmla="val 16227753"/>
              <a:gd name="adj2" fmla="val 662428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38" name="Bogen 237">
            <a:extLst>
              <a:ext uri="{FF2B5EF4-FFF2-40B4-BE49-F238E27FC236}">
                <a16:creationId xmlns:a16="http://schemas.microsoft.com/office/drawing/2014/main" id="{5C0BC08D-AD90-71DE-E752-39BD104B883F}"/>
              </a:ext>
            </a:extLst>
          </p:cNvPr>
          <p:cNvSpPr/>
          <p:nvPr/>
        </p:nvSpPr>
        <p:spPr>
          <a:xfrm flipH="1">
            <a:off x="8677250" y="5216141"/>
            <a:ext cx="518496" cy="387870"/>
          </a:xfrm>
          <a:prstGeom prst="arc">
            <a:avLst>
              <a:gd name="adj1" fmla="val 15151379"/>
              <a:gd name="adj2" fmla="val 662428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39" name="Gerade Verbindung mit Pfeil 238">
            <a:extLst>
              <a:ext uri="{FF2B5EF4-FFF2-40B4-BE49-F238E27FC236}">
                <a16:creationId xmlns:a16="http://schemas.microsoft.com/office/drawing/2014/main" id="{4714E330-DCBE-775B-0D87-F8D7AF682CA1}"/>
              </a:ext>
            </a:extLst>
          </p:cNvPr>
          <p:cNvCxnSpPr>
            <a:cxnSpLocks/>
          </p:cNvCxnSpPr>
          <p:nvPr/>
        </p:nvCxnSpPr>
        <p:spPr>
          <a:xfrm flipH="1">
            <a:off x="9461784" y="5117411"/>
            <a:ext cx="644221" cy="0"/>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Text Box 16">
            <a:extLst>
              <a:ext uri="{FF2B5EF4-FFF2-40B4-BE49-F238E27FC236}">
                <a16:creationId xmlns:a16="http://schemas.microsoft.com/office/drawing/2014/main" id="{391C08D3-9C5E-6DB2-ADF9-830CD0D7D53F}"/>
              </a:ext>
            </a:extLst>
          </p:cNvPr>
          <p:cNvSpPr txBox="1">
            <a:spLocks noChangeArrowheads="1"/>
          </p:cNvSpPr>
          <p:nvPr>
            <p:custDataLst>
              <p:tags r:id="rId11"/>
            </p:custDataLst>
          </p:nvPr>
        </p:nvSpPr>
        <p:spPr bwMode="auto">
          <a:xfrm>
            <a:off x="4171120" y="1721249"/>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br>
              <a:rPr lang="en-US" altLang="de-DE" sz="800" b="1" dirty="0"/>
            </a:br>
            <a:r>
              <a:rPr lang="en-US" altLang="de-DE" sz="800" b="1" dirty="0"/>
              <a:t>redundant </a:t>
            </a:r>
          </a:p>
        </p:txBody>
      </p:sp>
      <p:sp>
        <p:nvSpPr>
          <p:cNvPr id="227" name="Text Box 16">
            <a:extLst>
              <a:ext uri="{FF2B5EF4-FFF2-40B4-BE49-F238E27FC236}">
                <a16:creationId xmlns:a16="http://schemas.microsoft.com/office/drawing/2014/main" id="{F3196C47-01B8-955F-F54E-54B4DAEE10C3}"/>
              </a:ext>
            </a:extLst>
          </p:cNvPr>
          <p:cNvSpPr txBox="1">
            <a:spLocks noChangeArrowheads="1"/>
          </p:cNvSpPr>
          <p:nvPr>
            <p:custDataLst>
              <p:tags r:id="rId12"/>
            </p:custDataLst>
          </p:nvPr>
        </p:nvSpPr>
        <p:spPr bwMode="auto">
          <a:xfrm>
            <a:off x="6653714" y="1711026"/>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br>
              <a:rPr lang="en-US" altLang="de-DE" sz="800" b="1" dirty="0"/>
            </a:br>
            <a:r>
              <a:rPr lang="en-US" altLang="de-DE" sz="800" b="1" dirty="0"/>
              <a:t>redundant </a:t>
            </a:r>
          </a:p>
        </p:txBody>
      </p:sp>
      <p:sp>
        <p:nvSpPr>
          <p:cNvPr id="242" name="Text Box 16">
            <a:extLst>
              <a:ext uri="{FF2B5EF4-FFF2-40B4-BE49-F238E27FC236}">
                <a16:creationId xmlns:a16="http://schemas.microsoft.com/office/drawing/2014/main" id="{159E0A52-2F2C-5C07-C94C-3CB1D73201AD}"/>
              </a:ext>
            </a:extLst>
          </p:cNvPr>
          <p:cNvSpPr txBox="1">
            <a:spLocks noChangeArrowheads="1"/>
          </p:cNvSpPr>
          <p:nvPr>
            <p:custDataLst>
              <p:tags r:id="rId13"/>
            </p:custDataLst>
          </p:nvPr>
        </p:nvSpPr>
        <p:spPr bwMode="auto">
          <a:xfrm>
            <a:off x="4440384" y="4842428"/>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br>
              <a:rPr lang="en-US" altLang="de-DE" sz="800" b="1" dirty="0"/>
            </a:br>
            <a:r>
              <a:rPr lang="en-US" altLang="de-DE" sz="800" b="1" dirty="0"/>
              <a:t>redundant </a:t>
            </a:r>
          </a:p>
        </p:txBody>
      </p:sp>
      <p:sp>
        <p:nvSpPr>
          <p:cNvPr id="243" name="Text Box 16">
            <a:extLst>
              <a:ext uri="{FF2B5EF4-FFF2-40B4-BE49-F238E27FC236}">
                <a16:creationId xmlns:a16="http://schemas.microsoft.com/office/drawing/2014/main" id="{F2BE7DED-3663-5A9F-FE7A-2FFD5302CAC2}"/>
              </a:ext>
            </a:extLst>
          </p:cNvPr>
          <p:cNvSpPr txBox="1">
            <a:spLocks noChangeArrowheads="1"/>
          </p:cNvSpPr>
          <p:nvPr>
            <p:custDataLst>
              <p:tags r:id="rId14"/>
            </p:custDataLst>
          </p:nvPr>
        </p:nvSpPr>
        <p:spPr bwMode="auto">
          <a:xfrm>
            <a:off x="6831183" y="4858877"/>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br>
              <a:rPr lang="en-US" altLang="de-DE" sz="800" b="1" dirty="0"/>
            </a:br>
            <a:r>
              <a:rPr lang="en-US" altLang="de-DE" sz="800" b="1" dirty="0"/>
              <a:t>redundant </a:t>
            </a:r>
          </a:p>
        </p:txBody>
      </p:sp>
      <p:sp>
        <p:nvSpPr>
          <p:cNvPr id="244" name="Text Box 16">
            <a:extLst>
              <a:ext uri="{FF2B5EF4-FFF2-40B4-BE49-F238E27FC236}">
                <a16:creationId xmlns:a16="http://schemas.microsoft.com/office/drawing/2014/main" id="{002C9AB9-602A-464B-1657-9893A81C5DFD}"/>
              </a:ext>
            </a:extLst>
          </p:cNvPr>
          <p:cNvSpPr txBox="1">
            <a:spLocks noChangeArrowheads="1"/>
          </p:cNvSpPr>
          <p:nvPr>
            <p:custDataLst>
              <p:tags r:id="rId15"/>
            </p:custDataLst>
          </p:nvPr>
        </p:nvSpPr>
        <p:spPr bwMode="auto">
          <a:xfrm>
            <a:off x="8302458" y="4871190"/>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br>
              <a:rPr lang="en-US" altLang="de-DE" sz="800" b="1" dirty="0"/>
            </a:br>
            <a:r>
              <a:rPr lang="en-US" altLang="de-DE" sz="800" b="1" dirty="0"/>
              <a:t>redundant </a:t>
            </a:r>
          </a:p>
        </p:txBody>
      </p:sp>
      <p:sp>
        <p:nvSpPr>
          <p:cNvPr id="245" name="Text Box 16">
            <a:extLst>
              <a:ext uri="{FF2B5EF4-FFF2-40B4-BE49-F238E27FC236}">
                <a16:creationId xmlns:a16="http://schemas.microsoft.com/office/drawing/2014/main" id="{A1FEF005-039D-8872-BDB9-31ADC303C67C}"/>
              </a:ext>
            </a:extLst>
          </p:cNvPr>
          <p:cNvSpPr txBox="1">
            <a:spLocks noChangeArrowheads="1"/>
          </p:cNvSpPr>
          <p:nvPr>
            <p:custDataLst>
              <p:tags r:id="rId16"/>
            </p:custDataLst>
          </p:nvPr>
        </p:nvSpPr>
        <p:spPr bwMode="auto">
          <a:xfrm>
            <a:off x="10635519" y="4859750"/>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br>
              <a:rPr lang="en-US" altLang="de-DE" sz="800" b="1" dirty="0"/>
            </a:br>
            <a:r>
              <a:rPr lang="en-US" altLang="de-DE" sz="800" b="1" dirty="0"/>
              <a:t>redundant </a:t>
            </a:r>
          </a:p>
        </p:txBody>
      </p:sp>
      <p:cxnSp>
        <p:nvCxnSpPr>
          <p:cNvPr id="15" name="Gerade Verbindung 8">
            <a:extLst>
              <a:ext uri="{FF2B5EF4-FFF2-40B4-BE49-F238E27FC236}">
                <a16:creationId xmlns:a16="http://schemas.microsoft.com/office/drawing/2014/main" id="{9B3C06B5-D7A2-C4E0-7A9D-35488E16995C}"/>
              </a:ext>
            </a:extLst>
          </p:cNvPr>
          <p:cNvCxnSpPr>
            <a:cxnSpLocks/>
          </p:cNvCxnSpPr>
          <p:nvPr/>
        </p:nvCxnSpPr>
        <p:spPr bwMode="gray">
          <a:xfrm>
            <a:off x="583735" y="3091279"/>
            <a:ext cx="10609828"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nvGrpSpPr>
          <p:cNvPr id="16" name="Gruppieren 15">
            <a:extLst>
              <a:ext uri="{FF2B5EF4-FFF2-40B4-BE49-F238E27FC236}">
                <a16:creationId xmlns:a16="http://schemas.microsoft.com/office/drawing/2014/main" id="{20A16A15-E63C-220F-2BE5-09E81DF72719}"/>
              </a:ext>
            </a:extLst>
          </p:cNvPr>
          <p:cNvGrpSpPr/>
          <p:nvPr/>
        </p:nvGrpSpPr>
        <p:grpSpPr>
          <a:xfrm>
            <a:off x="4583430" y="680391"/>
            <a:ext cx="501126" cy="443788"/>
            <a:chOff x="3803362" y="1877343"/>
            <a:chExt cx="501126" cy="443788"/>
          </a:xfrm>
        </p:grpSpPr>
        <p:sp>
          <p:nvSpPr>
            <p:cNvPr id="246" name="Explosion: 8 Zacken 245">
              <a:extLst>
                <a:ext uri="{FF2B5EF4-FFF2-40B4-BE49-F238E27FC236}">
                  <a16:creationId xmlns:a16="http://schemas.microsoft.com/office/drawing/2014/main" id="{643C52DF-8F79-BAEE-027E-4107FF568F6D}"/>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247" name="Textfeld 246">
              <a:extLst>
                <a:ext uri="{FF2B5EF4-FFF2-40B4-BE49-F238E27FC236}">
                  <a16:creationId xmlns:a16="http://schemas.microsoft.com/office/drawing/2014/main" id="{1349AAB2-39FB-3EF3-A8CC-651772F2F6A2}"/>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Tree>
    <p:extLst>
      <p:ext uri="{BB962C8B-B14F-4D97-AF65-F5344CB8AC3E}">
        <p14:creationId xmlns:p14="http://schemas.microsoft.com/office/powerpoint/2010/main" val="1233436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hteck 24">
            <a:extLst>
              <a:ext uri="{FF2B5EF4-FFF2-40B4-BE49-F238E27FC236}">
                <a16:creationId xmlns:a16="http://schemas.microsoft.com/office/drawing/2014/main" id="{56510497-9919-6928-4A7A-C96559C216A5}"/>
              </a:ext>
            </a:extLst>
          </p:cNvPr>
          <p:cNvSpPr/>
          <p:nvPr/>
        </p:nvSpPr>
        <p:spPr>
          <a:xfrm>
            <a:off x="8188928" y="4365110"/>
            <a:ext cx="3535739" cy="20140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6" name="Rechteck 25">
            <a:extLst>
              <a:ext uri="{FF2B5EF4-FFF2-40B4-BE49-F238E27FC236}">
                <a16:creationId xmlns:a16="http://schemas.microsoft.com/office/drawing/2014/main" id="{06BFD360-E90D-0C19-54CE-BB34B319527A}"/>
              </a:ext>
            </a:extLst>
          </p:cNvPr>
          <p:cNvSpPr/>
          <p:nvPr/>
        </p:nvSpPr>
        <p:spPr>
          <a:xfrm>
            <a:off x="4406524" y="4366485"/>
            <a:ext cx="3535739" cy="20140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9" name="Rechteck 28">
            <a:extLst>
              <a:ext uri="{FF2B5EF4-FFF2-40B4-BE49-F238E27FC236}">
                <a16:creationId xmlns:a16="http://schemas.microsoft.com/office/drawing/2014/main" id="{C89AB6E4-7ADC-5310-3102-2F3C2E0E2CF6}"/>
              </a:ext>
            </a:extLst>
          </p:cNvPr>
          <p:cNvSpPr/>
          <p:nvPr/>
        </p:nvSpPr>
        <p:spPr>
          <a:xfrm>
            <a:off x="404782" y="4349975"/>
            <a:ext cx="3535739" cy="20140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4" name="Rechteck 23">
            <a:extLst>
              <a:ext uri="{FF2B5EF4-FFF2-40B4-BE49-F238E27FC236}">
                <a16:creationId xmlns:a16="http://schemas.microsoft.com/office/drawing/2014/main" id="{8DB3EEA2-C9E6-5021-90AF-4798DD756113}"/>
              </a:ext>
            </a:extLst>
          </p:cNvPr>
          <p:cNvSpPr/>
          <p:nvPr/>
        </p:nvSpPr>
        <p:spPr>
          <a:xfrm>
            <a:off x="8188928" y="1786091"/>
            <a:ext cx="3535739" cy="19336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3" name="Rechteck 22">
            <a:extLst>
              <a:ext uri="{FF2B5EF4-FFF2-40B4-BE49-F238E27FC236}">
                <a16:creationId xmlns:a16="http://schemas.microsoft.com/office/drawing/2014/main" id="{19434741-66A3-4708-C8CF-BF7FA020160A}"/>
              </a:ext>
            </a:extLst>
          </p:cNvPr>
          <p:cNvSpPr/>
          <p:nvPr/>
        </p:nvSpPr>
        <p:spPr>
          <a:xfrm>
            <a:off x="4406524" y="1787466"/>
            <a:ext cx="3535739" cy="19336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2" name="Rechteck 21">
            <a:extLst>
              <a:ext uri="{FF2B5EF4-FFF2-40B4-BE49-F238E27FC236}">
                <a16:creationId xmlns:a16="http://schemas.microsoft.com/office/drawing/2014/main" id="{246CC3B7-DF3B-F040-7B75-2276CBA355ED}"/>
              </a:ext>
            </a:extLst>
          </p:cNvPr>
          <p:cNvSpPr/>
          <p:nvPr/>
        </p:nvSpPr>
        <p:spPr>
          <a:xfrm>
            <a:off x="404782" y="1770956"/>
            <a:ext cx="3535739" cy="19336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395" name="Grafik 394">
            <a:extLst>
              <a:ext uri="{FF2B5EF4-FFF2-40B4-BE49-F238E27FC236}">
                <a16:creationId xmlns:a16="http://schemas.microsoft.com/office/drawing/2014/main" id="{BBABAF81-28AE-D66B-8F6E-78C4292E2582}"/>
              </a:ext>
            </a:extLst>
          </p:cNvPr>
          <p:cNvPicPr>
            <a:picLocks noChangeAspect="1"/>
          </p:cNvPicPr>
          <p:nvPr/>
        </p:nvPicPr>
        <p:blipFill>
          <a:blip r:embed="rId56"/>
          <a:stretch>
            <a:fillRect/>
          </a:stretch>
        </p:blipFill>
        <p:spPr>
          <a:xfrm>
            <a:off x="982577" y="4594436"/>
            <a:ext cx="2476500" cy="1495425"/>
          </a:xfrm>
          <a:prstGeom prst="rect">
            <a:avLst/>
          </a:prstGeom>
        </p:spPr>
      </p:pic>
      <p:pic>
        <p:nvPicPr>
          <p:cNvPr id="393" name="Grafik 392">
            <a:extLst>
              <a:ext uri="{FF2B5EF4-FFF2-40B4-BE49-F238E27FC236}">
                <a16:creationId xmlns:a16="http://schemas.microsoft.com/office/drawing/2014/main" id="{3D252891-56B2-4144-B2E2-977E26BA21B1}"/>
              </a:ext>
            </a:extLst>
          </p:cNvPr>
          <p:cNvPicPr>
            <a:picLocks noChangeAspect="1"/>
          </p:cNvPicPr>
          <p:nvPr/>
        </p:nvPicPr>
        <p:blipFill>
          <a:blip r:embed="rId57"/>
          <a:stretch>
            <a:fillRect/>
          </a:stretch>
        </p:blipFill>
        <p:spPr>
          <a:xfrm>
            <a:off x="5010538" y="1789617"/>
            <a:ext cx="2362200" cy="1457325"/>
          </a:xfrm>
          <a:prstGeom prst="rect">
            <a:avLst/>
          </a:prstGeom>
        </p:spPr>
      </p:pic>
      <p:graphicFrame>
        <p:nvGraphicFramePr>
          <p:cNvPr id="5" name="Objekt 4" hidden="1">
            <a:extLst>
              <a:ext uri="{FF2B5EF4-FFF2-40B4-BE49-F238E27FC236}">
                <a16:creationId xmlns:a16="http://schemas.microsoft.com/office/drawing/2014/main" id="{C28A971D-7834-4AF6-A408-A2872662CC19}"/>
              </a:ext>
            </a:extLst>
          </p:cNvPr>
          <p:cNvGraphicFramePr>
            <a:graphicFrameLocks noChangeAspect="1"/>
          </p:cNvGraphicFramePr>
          <p:nvPr>
            <p:custDataLst>
              <p:tags r:id="rId1"/>
            </p:custDataLst>
            <p:extLst>
              <p:ext uri="{D42A27DB-BD31-4B8C-83A1-F6EECF244321}">
                <p14:modId xmlns:p14="http://schemas.microsoft.com/office/powerpoint/2010/main" val="16743790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8" imgW="532" imgH="533" progId="TCLayout.ActiveDocument.1">
                  <p:embed/>
                </p:oleObj>
              </mc:Choice>
              <mc:Fallback>
                <p:oleObj name="think-cell Folie" r:id="rId58" imgW="532" imgH="533" progId="TCLayout.ActiveDocument.1">
                  <p:embed/>
                  <p:pic>
                    <p:nvPicPr>
                      <p:cNvPr id="5" name="Objekt 4" hidden="1">
                        <a:extLst>
                          <a:ext uri="{FF2B5EF4-FFF2-40B4-BE49-F238E27FC236}">
                            <a16:creationId xmlns:a16="http://schemas.microsoft.com/office/drawing/2014/main" id="{C28A971D-7834-4AF6-A408-A2872662CC19}"/>
                          </a:ext>
                        </a:extLst>
                      </p:cNvPr>
                      <p:cNvPicPr/>
                      <p:nvPr/>
                    </p:nvPicPr>
                    <p:blipFill>
                      <a:blip r:embed="rId59"/>
                      <a:stretch>
                        <a:fillRect/>
                      </a:stretch>
                    </p:blipFill>
                    <p:spPr>
                      <a:xfrm>
                        <a:off x="1588" y="1588"/>
                        <a:ext cx="1588" cy="1588"/>
                      </a:xfrm>
                      <a:prstGeom prst="rect">
                        <a:avLst/>
                      </a:prstGeom>
                    </p:spPr>
                  </p:pic>
                </p:oleObj>
              </mc:Fallback>
            </mc:AlternateContent>
          </a:graphicData>
        </a:graphic>
      </p:graphicFrame>
      <p:sp>
        <p:nvSpPr>
          <p:cNvPr id="4" name="Titel 3"/>
          <p:cNvSpPr>
            <a:spLocks noGrp="1"/>
          </p:cNvSpPr>
          <p:nvPr>
            <p:ph type="title"/>
          </p:nvPr>
        </p:nvSpPr>
        <p:spPr/>
        <p:txBody>
          <a:bodyPr vert="horz"/>
          <a:lstStyle/>
          <a:p>
            <a:r>
              <a:rPr lang="en-US" dirty="0"/>
              <a:t>Failure scenarios for S7-1500 R/H</a:t>
            </a:r>
            <a:br>
              <a:rPr lang="en-US" dirty="0"/>
            </a:br>
            <a:r>
              <a:rPr lang="en-US" b="0" dirty="0"/>
              <a:t>Double fault: Failure of an IO device </a:t>
            </a:r>
            <a:r>
              <a:rPr lang="en-US" b="0" u="sng" dirty="0"/>
              <a:t>AND</a:t>
            </a:r>
            <a:r>
              <a:rPr lang="en-US" b="0" dirty="0"/>
              <a:t> der Primary-CPU</a:t>
            </a:r>
          </a:p>
        </p:txBody>
      </p:sp>
      <p:sp>
        <p:nvSpPr>
          <p:cNvPr id="2" name="Fußzeilenplatzhalter 1">
            <a:extLst>
              <a:ext uri="{FF2B5EF4-FFF2-40B4-BE49-F238E27FC236}">
                <a16:creationId xmlns:a16="http://schemas.microsoft.com/office/drawing/2014/main" id="{AE4304C3-7775-4955-9532-EAFA5BB5626C}"/>
              </a:ext>
            </a:extLst>
          </p:cNvPr>
          <p:cNvSpPr>
            <a:spLocks noGrp="1"/>
          </p:cNvSpPr>
          <p:nvPr>
            <p:ph type="ftr" sz="quarter" idx="10"/>
          </p:nvPr>
        </p:nvSpPr>
        <p:spPr/>
        <p:txBody>
          <a:bodyPr/>
          <a:lstStyle/>
          <a:p>
            <a:pPr>
              <a:lnSpc>
                <a:spcPct val="100000"/>
              </a:lnSpc>
            </a:pPr>
            <a:r>
              <a:rPr lang="en-US" dirty="0"/>
              <a:t>Unrestricted | © Siemens 2022 | DI FA | 08.12.2022</a:t>
            </a:r>
          </a:p>
        </p:txBody>
      </p:sp>
      <p:grpSp>
        <p:nvGrpSpPr>
          <p:cNvPr id="3" name="Gruppieren 2">
            <a:extLst>
              <a:ext uri="{FF2B5EF4-FFF2-40B4-BE49-F238E27FC236}">
                <a16:creationId xmlns:a16="http://schemas.microsoft.com/office/drawing/2014/main" id="{3AADA93F-03ED-F213-8A4D-832B4C1E8143}"/>
              </a:ext>
            </a:extLst>
          </p:cNvPr>
          <p:cNvGrpSpPr/>
          <p:nvPr/>
        </p:nvGrpSpPr>
        <p:grpSpPr>
          <a:xfrm>
            <a:off x="563910" y="1863294"/>
            <a:ext cx="3313669" cy="1396936"/>
            <a:chOff x="399618" y="2190119"/>
            <a:chExt cx="3313669" cy="1396936"/>
          </a:xfrm>
        </p:grpSpPr>
        <p:sp>
          <p:nvSpPr>
            <p:cNvPr id="6" name="Rechteck: abgerundete Ecken 5">
              <a:extLst>
                <a:ext uri="{FF2B5EF4-FFF2-40B4-BE49-F238E27FC236}">
                  <a16:creationId xmlns:a16="http://schemas.microsoft.com/office/drawing/2014/main" id="{E1AB713C-E042-5A80-CD12-B8290C60A69D}"/>
                </a:ext>
              </a:extLst>
            </p:cNvPr>
            <p:cNvSpPr/>
            <p:nvPr/>
          </p:nvSpPr>
          <p:spPr>
            <a:xfrm>
              <a:off x="886621" y="2732872"/>
              <a:ext cx="2280414" cy="567371"/>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 name="Text Box 16">
              <a:extLst>
                <a:ext uri="{FF2B5EF4-FFF2-40B4-BE49-F238E27FC236}">
                  <a16:creationId xmlns:a16="http://schemas.microsoft.com/office/drawing/2014/main" id="{16EA8848-2AEA-DE20-DC9B-E8CC8911A6B8}"/>
                </a:ext>
              </a:extLst>
            </p:cNvPr>
            <p:cNvSpPr txBox="1">
              <a:spLocks noChangeArrowheads="1"/>
            </p:cNvSpPr>
            <p:nvPr>
              <p:custDataLst>
                <p:tags r:id="rId45"/>
              </p:custDataLst>
            </p:nvPr>
          </p:nvSpPr>
          <p:spPr bwMode="auto">
            <a:xfrm>
              <a:off x="710438" y="2259513"/>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8" name="Text Box 21">
              <a:extLst>
                <a:ext uri="{FF2B5EF4-FFF2-40B4-BE49-F238E27FC236}">
                  <a16:creationId xmlns:a16="http://schemas.microsoft.com/office/drawing/2014/main" id="{A33D8CF3-42D6-8554-4589-402D5C8D96BE}"/>
                </a:ext>
              </a:extLst>
            </p:cNvPr>
            <p:cNvSpPr txBox="1">
              <a:spLocks noChangeArrowheads="1"/>
            </p:cNvSpPr>
            <p:nvPr>
              <p:custDataLst>
                <p:tags r:id="rId46"/>
              </p:custDataLst>
            </p:nvPr>
          </p:nvSpPr>
          <p:spPr bwMode="auto">
            <a:xfrm>
              <a:off x="2928224" y="2264031"/>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pic>
          <p:nvPicPr>
            <p:cNvPr id="9" name="product_distributed-io.png">
              <a:extLst>
                <a:ext uri="{FF2B5EF4-FFF2-40B4-BE49-F238E27FC236}">
                  <a16:creationId xmlns:a16="http://schemas.microsoft.com/office/drawing/2014/main" id="{1641B1CB-28E9-7344-2CDC-B127FDA31AA6}"/>
                </a:ext>
              </a:extLst>
            </p:cNvPr>
            <p:cNvPicPr>
              <a:picLocks noChangeAspect="1"/>
            </p:cNvPicPr>
            <p:nvPr>
              <p:custDataLst>
                <p:tags r:id="rId47"/>
              </p:custDataLst>
            </p:nvPr>
          </p:nvPicPr>
          <p:blipFill>
            <a:blip r:embed="rId60" cstate="print">
              <a:extLst>
                <a:ext uri="{28A0092B-C50C-407E-A947-70E740481C1C}">
                  <a14:useLocalDpi xmlns:a14="http://schemas.microsoft.com/office/drawing/2010/main" val="0"/>
                </a:ext>
              </a:extLst>
            </a:blip>
            <a:stretch>
              <a:fillRect/>
            </a:stretch>
          </p:blipFill>
          <p:spPr>
            <a:xfrm>
              <a:off x="1266431" y="3092428"/>
              <a:ext cx="455031" cy="455031"/>
            </a:xfrm>
            <a:prstGeom prst="rect">
              <a:avLst/>
            </a:prstGeom>
            <a:solidFill>
              <a:schemeClr val="tx1"/>
            </a:solidFill>
          </p:spPr>
        </p:pic>
        <p:grpSp>
          <p:nvGrpSpPr>
            <p:cNvPr id="10" name="Gruppieren 9">
              <a:extLst>
                <a:ext uri="{FF2B5EF4-FFF2-40B4-BE49-F238E27FC236}">
                  <a16:creationId xmlns:a16="http://schemas.microsoft.com/office/drawing/2014/main" id="{973FB228-D3DD-C868-B4B2-2519B85B68E6}"/>
                </a:ext>
              </a:extLst>
            </p:cNvPr>
            <p:cNvGrpSpPr>
              <a:grpSpLocks noChangeAspect="1"/>
            </p:cNvGrpSpPr>
            <p:nvPr/>
          </p:nvGrpSpPr>
          <p:grpSpPr>
            <a:xfrm>
              <a:off x="2291552" y="3090663"/>
              <a:ext cx="622096" cy="496392"/>
              <a:chOff x="4105359" y="1822075"/>
              <a:chExt cx="4583448" cy="3657298"/>
            </a:xfrm>
            <a:solidFill>
              <a:schemeClr val="bg1"/>
            </a:solidFill>
          </p:grpSpPr>
          <p:pic>
            <p:nvPicPr>
              <p:cNvPr id="17" name="product_simatic-s7-1500.png">
                <a:extLst>
                  <a:ext uri="{FF2B5EF4-FFF2-40B4-BE49-F238E27FC236}">
                    <a16:creationId xmlns:a16="http://schemas.microsoft.com/office/drawing/2014/main" id="{D60A4294-E06A-4FC5-5030-5B3B092DE6CD}"/>
                  </a:ext>
                </a:extLst>
              </p:cNvPr>
              <p:cNvPicPr>
                <a:picLocks noChangeAspect="1"/>
              </p:cNvPicPr>
              <p:nvPr>
                <p:custDataLst>
                  <p:tags r:id="rId50"/>
                </p:custDataLst>
              </p:nvPr>
            </p:nvPicPr>
            <p:blipFill rotWithShape="1">
              <a:blip r:embed="rId61"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a:solidFill>
                <a:schemeClr val="tx1"/>
              </a:solidFill>
            </p:spPr>
          </p:pic>
          <p:pic>
            <p:nvPicPr>
              <p:cNvPr id="18" name="product_simatic-s7-1500.png">
                <a:extLst>
                  <a:ext uri="{FF2B5EF4-FFF2-40B4-BE49-F238E27FC236}">
                    <a16:creationId xmlns:a16="http://schemas.microsoft.com/office/drawing/2014/main" id="{1D386A5B-CE11-EF3F-A735-266B69E98BF2}"/>
                  </a:ext>
                </a:extLst>
              </p:cNvPr>
              <p:cNvPicPr>
                <a:picLocks noChangeAspect="1"/>
              </p:cNvPicPr>
              <p:nvPr>
                <p:custDataLst>
                  <p:tags r:id="rId51"/>
                </p:custDataLst>
              </p:nvPr>
            </p:nvPicPr>
            <p:blipFill rotWithShape="1">
              <a:blip r:embed="rId62"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a:grpFill/>
            </p:spPr>
          </p:pic>
          <p:pic>
            <p:nvPicPr>
              <p:cNvPr id="19" name="product_simatic-s7-1500.png">
                <a:extLst>
                  <a:ext uri="{FF2B5EF4-FFF2-40B4-BE49-F238E27FC236}">
                    <a16:creationId xmlns:a16="http://schemas.microsoft.com/office/drawing/2014/main" id="{6BDCA061-8189-962E-A006-12F138AAA44E}"/>
                  </a:ext>
                </a:extLst>
              </p:cNvPr>
              <p:cNvPicPr>
                <a:picLocks noChangeAspect="1"/>
              </p:cNvPicPr>
              <p:nvPr>
                <p:custDataLst>
                  <p:tags r:id="rId52"/>
                </p:custDataLst>
              </p:nvPr>
            </p:nvPicPr>
            <p:blipFill rotWithShape="1">
              <a:blip r:embed="rId63"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a:solidFill>
                <a:schemeClr val="tx1"/>
              </a:solidFill>
            </p:spPr>
          </p:pic>
          <p:pic>
            <p:nvPicPr>
              <p:cNvPr id="20" name="product_simatic-s7-1500.png">
                <a:extLst>
                  <a:ext uri="{FF2B5EF4-FFF2-40B4-BE49-F238E27FC236}">
                    <a16:creationId xmlns:a16="http://schemas.microsoft.com/office/drawing/2014/main" id="{1BA26E3E-72D2-DC23-540F-AD157D933212}"/>
                  </a:ext>
                </a:extLst>
              </p:cNvPr>
              <p:cNvPicPr>
                <a:picLocks noChangeAspect="1"/>
              </p:cNvPicPr>
              <p:nvPr>
                <p:custDataLst>
                  <p:tags r:id="rId53"/>
                </p:custDataLst>
              </p:nvPr>
            </p:nvPicPr>
            <p:blipFill rotWithShape="1">
              <a:blip r:embed="rId64"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a:solidFill>
                <a:schemeClr val="tx1"/>
              </a:solidFill>
            </p:spPr>
          </p:pic>
        </p:grpSp>
        <p:sp>
          <p:nvSpPr>
            <p:cNvPr id="11" name="Text Box 16">
              <a:extLst>
                <a:ext uri="{FF2B5EF4-FFF2-40B4-BE49-F238E27FC236}">
                  <a16:creationId xmlns:a16="http://schemas.microsoft.com/office/drawing/2014/main" id="{A3D67D71-CFD8-F1A4-3637-C9B52E788C31}"/>
                </a:ext>
              </a:extLst>
            </p:cNvPr>
            <p:cNvSpPr txBox="1">
              <a:spLocks noChangeArrowheads="1"/>
            </p:cNvSpPr>
            <p:nvPr>
              <p:custDataLst>
                <p:tags r:id="rId48"/>
              </p:custDataLst>
            </p:nvPr>
          </p:nvSpPr>
          <p:spPr bwMode="auto">
            <a:xfrm>
              <a:off x="2928224" y="2451027"/>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sp>
          <p:nvSpPr>
            <p:cNvPr id="12" name="Text Box 16">
              <a:extLst>
                <a:ext uri="{FF2B5EF4-FFF2-40B4-BE49-F238E27FC236}">
                  <a16:creationId xmlns:a16="http://schemas.microsoft.com/office/drawing/2014/main" id="{64EDCCF2-B86F-CD68-40D7-F736863102F8}"/>
                </a:ext>
              </a:extLst>
            </p:cNvPr>
            <p:cNvSpPr txBox="1">
              <a:spLocks noChangeArrowheads="1"/>
            </p:cNvSpPr>
            <p:nvPr>
              <p:custDataLst>
                <p:tags r:id="rId49"/>
              </p:custDataLst>
            </p:nvPr>
          </p:nvSpPr>
          <p:spPr bwMode="auto">
            <a:xfrm>
              <a:off x="399618" y="2448868"/>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pic>
          <p:nvPicPr>
            <p:cNvPr id="13" name="Grafik 12">
              <a:extLst>
                <a:ext uri="{FF2B5EF4-FFF2-40B4-BE49-F238E27FC236}">
                  <a16:creationId xmlns:a16="http://schemas.microsoft.com/office/drawing/2014/main" id="{5733469C-DAD5-39DD-8A2F-4FF51D2C335A}"/>
                </a:ext>
              </a:extLst>
            </p:cNvPr>
            <p:cNvPicPr>
              <a:picLocks noChangeAspect="1"/>
            </p:cNvPicPr>
            <p:nvPr/>
          </p:nvPicPr>
          <p:blipFill>
            <a:blip r:embed="rId65"/>
            <a:stretch>
              <a:fillRect/>
            </a:stretch>
          </p:blipFill>
          <p:spPr>
            <a:xfrm>
              <a:off x="1308210" y="2217989"/>
              <a:ext cx="371475" cy="638175"/>
            </a:xfrm>
            <a:prstGeom prst="rect">
              <a:avLst/>
            </a:prstGeom>
          </p:spPr>
        </p:pic>
        <p:pic>
          <p:nvPicPr>
            <p:cNvPr id="14" name="Grafik 13">
              <a:extLst>
                <a:ext uri="{FF2B5EF4-FFF2-40B4-BE49-F238E27FC236}">
                  <a16:creationId xmlns:a16="http://schemas.microsoft.com/office/drawing/2014/main" id="{786F961B-30DE-F704-52EE-39570229D8A7}"/>
                </a:ext>
              </a:extLst>
            </p:cNvPr>
            <p:cNvPicPr>
              <a:picLocks noChangeAspect="1"/>
            </p:cNvPicPr>
            <p:nvPr/>
          </p:nvPicPr>
          <p:blipFill>
            <a:blip r:embed="rId65"/>
            <a:stretch>
              <a:fillRect/>
            </a:stretch>
          </p:blipFill>
          <p:spPr>
            <a:xfrm>
              <a:off x="2453428" y="2190119"/>
              <a:ext cx="371475" cy="638175"/>
            </a:xfrm>
            <a:prstGeom prst="rect">
              <a:avLst/>
            </a:prstGeom>
          </p:spPr>
        </p:pic>
        <p:cxnSp>
          <p:nvCxnSpPr>
            <p:cNvPr id="15" name="Gerade Verbindung mit Pfeil 14">
              <a:extLst>
                <a:ext uri="{FF2B5EF4-FFF2-40B4-BE49-F238E27FC236}">
                  <a16:creationId xmlns:a16="http://schemas.microsoft.com/office/drawing/2014/main" id="{18D90C14-B352-7AE6-5093-5785BB2429BE}"/>
                </a:ext>
              </a:extLst>
            </p:cNvPr>
            <p:cNvCxnSpPr>
              <a:cxnSpLocks/>
            </p:cNvCxnSpPr>
            <p:nvPr/>
          </p:nvCxnSpPr>
          <p:spPr>
            <a:xfrm>
              <a:off x="1753572" y="2821764"/>
              <a:ext cx="459476" cy="240405"/>
            </a:xfrm>
            <a:prstGeom prst="straightConnector1">
              <a:avLst/>
            </a:prstGeom>
            <a:ln w="285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96AB8B3A-E3FB-61AE-0DCE-DBFC717D9D35}"/>
                </a:ext>
              </a:extLst>
            </p:cNvPr>
            <p:cNvCxnSpPr>
              <a:cxnSpLocks/>
              <a:stCxn id="13" idx="2"/>
              <a:endCxn id="9" idx="0"/>
            </p:cNvCxnSpPr>
            <p:nvPr/>
          </p:nvCxnSpPr>
          <p:spPr>
            <a:xfrm flipH="1">
              <a:off x="1493947" y="2856164"/>
              <a:ext cx="1" cy="236264"/>
            </a:xfrm>
            <a:prstGeom prst="straightConnector1">
              <a:avLst/>
            </a:prstGeom>
            <a:ln w="285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7" name="Text Box 16">
            <a:extLst>
              <a:ext uri="{FF2B5EF4-FFF2-40B4-BE49-F238E27FC236}">
                <a16:creationId xmlns:a16="http://schemas.microsoft.com/office/drawing/2014/main" id="{5CA707BA-4150-37B1-CB87-9E3278E94B1F}"/>
              </a:ext>
            </a:extLst>
          </p:cNvPr>
          <p:cNvSpPr txBox="1">
            <a:spLocks noChangeArrowheads="1"/>
          </p:cNvSpPr>
          <p:nvPr>
            <p:custDataLst>
              <p:tags r:id="rId2"/>
            </p:custDataLst>
          </p:nvPr>
        </p:nvSpPr>
        <p:spPr bwMode="auto">
          <a:xfrm>
            <a:off x="4894168" y="1932688"/>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28" name="Text Box 21">
            <a:extLst>
              <a:ext uri="{FF2B5EF4-FFF2-40B4-BE49-F238E27FC236}">
                <a16:creationId xmlns:a16="http://schemas.microsoft.com/office/drawing/2014/main" id="{23674974-96F5-1185-D955-1728D9AC822F}"/>
              </a:ext>
            </a:extLst>
          </p:cNvPr>
          <p:cNvSpPr txBox="1">
            <a:spLocks noChangeArrowheads="1"/>
          </p:cNvSpPr>
          <p:nvPr>
            <p:custDataLst>
              <p:tags r:id="rId3"/>
            </p:custDataLst>
          </p:nvPr>
        </p:nvSpPr>
        <p:spPr bwMode="auto">
          <a:xfrm>
            <a:off x="7111954" y="1937206"/>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sp>
        <p:nvSpPr>
          <p:cNvPr id="195" name="Text Box 16">
            <a:extLst>
              <a:ext uri="{FF2B5EF4-FFF2-40B4-BE49-F238E27FC236}">
                <a16:creationId xmlns:a16="http://schemas.microsoft.com/office/drawing/2014/main" id="{734A3145-C1D5-6147-A53E-CB212E01E61B}"/>
              </a:ext>
            </a:extLst>
          </p:cNvPr>
          <p:cNvSpPr txBox="1">
            <a:spLocks noChangeArrowheads="1"/>
          </p:cNvSpPr>
          <p:nvPr>
            <p:custDataLst>
              <p:tags r:id="rId4"/>
            </p:custDataLst>
          </p:nvPr>
        </p:nvSpPr>
        <p:spPr bwMode="auto">
          <a:xfrm>
            <a:off x="7111954" y="2124202"/>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sp>
        <p:nvSpPr>
          <p:cNvPr id="196" name="Text Box 16">
            <a:extLst>
              <a:ext uri="{FF2B5EF4-FFF2-40B4-BE49-F238E27FC236}">
                <a16:creationId xmlns:a16="http://schemas.microsoft.com/office/drawing/2014/main" id="{6D121528-EBBA-5612-B7CE-4961837E721B}"/>
              </a:ext>
            </a:extLst>
          </p:cNvPr>
          <p:cNvSpPr txBox="1">
            <a:spLocks noChangeArrowheads="1"/>
          </p:cNvSpPr>
          <p:nvPr>
            <p:custDataLst>
              <p:tags r:id="rId5"/>
            </p:custDataLst>
          </p:nvPr>
        </p:nvSpPr>
        <p:spPr bwMode="auto">
          <a:xfrm>
            <a:off x="4583348" y="2122043"/>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cxnSp>
        <p:nvCxnSpPr>
          <p:cNvPr id="258" name="Gerade Verbindung mit Pfeil 257">
            <a:extLst>
              <a:ext uri="{FF2B5EF4-FFF2-40B4-BE49-F238E27FC236}">
                <a16:creationId xmlns:a16="http://schemas.microsoft.com/office/drawing/2014/main" id="{3647AEED-5AEC-7AFB-ED33-94DC8A131FA6}"/>
              </a:ext>
            </a:extLst>
          </p:cNvPr>
          <p:cNvCxnSpPr>
            <a:cxnSpLocks/>
          </p:cNvCxnSpPr>
          <p:nvPr/>
        </p:nvCxnSpPr>
        <p:spPr>
          <a:xfrm>
            <a:off x="5980820" y="2515410"/>
            <a:ext cx="459476" cy="240405"/>
          </a:xfrm>
          <a:prstGeom prst="straightConnector1">
            <a:avLst/>
          </a:prstGeom>
          <a:ln w="285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59" name="Grafik 258" descr="Häkchen mit einfarbiger Füllung">
            <a:extLst>
              <a:ext uri="{FF2B5EF4-FFF2-40B4-BE49-F238E27FC236}">
                <a16:creationId xmlns:a16="http://schemas.microsoft.com/office/drawing/2014/main" id="{F64E7214-A500-CB89-4587-6243EC5C6DB2}"/>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6713126" y="3267005"/>
            <a:ext cx="179773" cy="179773"/>
          </a:xfrm>
          <a:prstGeom prst="rect">
            <a:avLst/>
          </a:prstGeom>
        </p:spPr>
      </p:pic>
      <p:grpSp>
        <p:nvGrpSpPr>
          <p:cNvPr id="261" name="Gruppieren 260">
            <a:extLst>
              <a:ext uri="{FF2B5EF4-FFF2-40B4-BE49-F238E27FC236}">
                <a16:creationId xmlns:a16="http://schemas.microsoft.com/office/drawing/2014/main" id="{C8267532-671D-2490-5102-A75C9FFB9CB1}"/>
              </a:ext>
            </a:extLst>
          </p:cNvPr>
          <p:cNvGrpSpPr/>
          <p:nvPr/>
        </p:nvGrpSpPr>
        <p:grpSpPr>
          <a:xfrm>
            <a:off x="8894940" y="1823399"/>
            <a:ext cx="2509563" cy="1396936"/>
            <a:chOff x="5070351" y="1559526"/>
            <a:chExt cx="2509563" cy="1396936"/>
          </a:xfrm>
        </p:grpSpPr>
        <p:sp>
          <p:nvSpPr>
            <p:cNvPr id="262" name="Rechteck: abgerundete Ecken 261">
              <a:extLst>
                <a:ext uri="{FF2B5EF4-FFF2-40B4-BE49-F238E27FC236}">
                  <a16:creationId xmlns:a16="http://schemas.microsoft.com/office/drawing/2014/main" id="{8B1576EA-E43F-A8AA-B746-32BCBB427F6C}"/>
                </a:ext>
              </a:extLst>
            </p:cNvPr>
            <p:cNvSpPr/>
            <p:nvPr/>
          </p:nvSpPr>
          <p:spPr>
            <a:xfrm>
              <a:off x="5070351" y="2102279"/>
              <a:ext cx="2280414" cy="567371"/>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63" name="Gruppieren 262">
              <a:extLst>
                <a:ext uri="{FF2B5EF4-FFF2-40B4-BE49-F238E27FC236}">
                  <a16:creationId xmlns:a16="http://schemas.microsoft.com/office/drawing/2014/main" id="{F569E467-FF9D-A0C4-8752-8F477B73F594}"/>
                </a:ext>
              </a:extLst>
            </p:cNvPr>
            <p:cNvGrpSpPr/>
            <p:nvPr/>
          </p:nvGrpSpPr>
          <p:grpSpPr>
            <a:xfrm>
              <a:off x="5073897" y="2086162"/>
              <a:ext cx="1179907" cy="602526"/>
              <a:chOff x="4598567" y="5128844"/>
              <a:chExt cx="1179907" cy="602526"/>
            </a:xfrm>
          </p:grpSpPr>
          <p:sp>
            <p:nvSpPr>
              <p:cNvPr id="281" name="Rechteck: abgerundete Ecken 280">
                <a:extLst>
                  <a:ext uri="{FF2B5EF4-FFF2-40B4-BE49-F238E27FC236}">
                    <a16:creationId xmlns:a16="http://schemas.microsoft.com/office/drawing/2014/main" id="{964A58A3-553B-6830-5EE3-AF1558B2B23C}"/>
                  </a:ext>
                </a:extLst>
              </p:cNvPr>
              <p:cNvSpPr/>
              <p:nvPr/>
            </p:nvSpPr>
            <p:spPr>
              <a:xfrm>
                <a:off x="4598567" y="5145237"/>
                <a:ext cx="1151545" cy="567371"/>
              </a:xfrm>
              <a:prstGeom prst="roundRect">
                <a:avLst/>
              </a:prstGeom>
              <a:noFill/>
              <a:ln w="28575">
                <a:solidFill>
                  <a:srgbClr val="EF0137"/>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82" name="Rechteck 281">
                <a:extLst>
                  <a:ext uri="{FF2B5EF4-FFF2-40B4-BE49-F238E27FC236}">
                    <a16:creationId xmlns:a16="http://schemas.microsoft.com/office/drawing/2014/main" id="{14B6B828-15B7-4018-48E6-203A29B1E891}"/>
                  </a:ext>
                </a:extLst>
              </p:cNvPr>
              <p:cNvSpPr/>
              <p:nvPr/>
            </p:nvSpPr>
            <p:spPr>
              <a:xfrm>
                <a:off x="5021057" y="5128844"/>
                <a:ext cx="757417" cy="60252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sp>
          <p:nvSpPr>
            <p:cNvPr id="265" name="Text Box 21">
              <a:extLst>
                <a:ext uri="{FF2B5EF4-FFF2-40B4-BE49-F238E27FC236}">
                  <a16:creationId xmlns:a16="http://schemas.microsoft.com/office/drawing/2014/main" id="{61D7D8FD-D046-2971-18CF-F83F532BA062}"/>
                </a:ext>
              </a:extLst>
            </p:cNvPr>
            <p:cNvSpPr txBox="1">
              <a:spLocks noChangeArrowheads="1"/>
            </p:cNvSpPr>
            <p:nvPr>
              <p:custDataLst>
                <p:tags r:id="rId38"/>
              </p:custDataLst>
            </p:nvPr>
          </p:nvSpPr>
          <p:spPr bwMode="auto">
            <a:xfrm>
              <a:off x="7105424" y="1633438"/>
              <a:ext cx="474490"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pic>
          <p:nvPicPr>
            <p:cNvPr id="266" name="product_distributed-io.png">
              <a:extLst>
                <a:ext uri="{FF2B5EF4-FFF2-40B4-BE49-F238E27FC236}">
                  <a16:creationId xmlns:a16="http://schemas.microsoft.com/office/drawing/2014/main" id="{AAC67865-5358-BE17-B1E0-38D5782A0D0C}"/>
                </a:ext>
              </a:extLst>
            </p:cNvPr>
            <p:cNvPicPr>
              <a:picLocks noChangeAspect="1"/>
            </p:cNvPicPr>
            <p:nvPr>
              <p:custDataLst>
                <p:tags r:id="rId39"/>
              </p:custDataLst>
            </p:nvPr>
          </p:nvPicPr>
          <p:blipFill>
            <a:blip r:embed="rId60" cstate="print">
              <a:extLst>
                <a:ext uri="{28A0092B-C50C-407E-A947-70E740481C1C}">
                  <a14:useLocalDpi xmlns:a14="http://schemas.microsoft.com/office/drawing/2010/main" val="0"/>
                </a:ext>
              </a:extLst>
            </a:blip>
            <a:stretch>
              <a:fillRect/>
            </a:stretch>
          </p:blipFill>
          <p:spPr>
            <a:xfrm>
              <a:off x="5450161" y="2461835"/>
              <a:ext cx="455031" cy="455031"/>
            </a:xfrm>
            <a:prstGeom prst="rect">
              <a:avLst/>
            </a:prstGeom>
            <a:solidFill>
              <a:schemeClr val="tx1"/>
            </a:solidFill>
          </p:spPr>
        </p:pic>
        <p:grpSp>
          <p:nvGrpSpPr>
            <p:cNvPr id="267" name="Gruppieren 266">
              <a:extLst>
                <a:ext uri="{FF2B5EF4-FFF2-40B4-BE49-F238E27FC236}">
                  <a16:creationId xmlns:a16="http://schemas.microsoft.com/office/drawing/2014/main" id="{BD530F28-3F3B-6D80-D3E3-9203BFB21591}"/>
                </a:ext>
              </a:extLst>
            </p:cNvPr>
            <p:cNvGrpSpPr>
              <a:grpSpLocks noChangeAspect="1"/>
            </p:cNvGrpSpPr>
            <p:nvPr/>
          </p:nvGrpSpPr>
          <p:grpSpPr>
            <a:xfrm>
              <a:off x="6475282" y="2460070"/>
              <a:ext cx="622096" cy="496392"/>
              <a:chOff x="4105359" y="1822075"/>
              <a:chExt cx="4583448" cy="3657298"/>
            </a:xfrm>
            <a:solidFill>
              <a:schemeClr val="bg1"/>
            </a:solidFill>
          </p:grpSpPr>
          <p:pic>
            <p:nvPicPr>
              <p:cNvPr id="277" name="product_simatic-s7-1500.png">
                <a:extLst>
                  <a:ext uri="{FF2B5EF4-FFF2-40B4-BE49-F238E27FC236}">
                    <a16:creationId xmlns:a16="http://schemas.microsoft.com/office/drawing/2014/main" id="{9250E868-6C25-5468-58C2-FBA350074FCC}"/>
                  </a:ext>
                </a:extLst>
              </p:cNvPr>
              <p:cNvPicPr>
                <a:picLocks noChangeAspect="1"/>
              </p:cNvPicPr>
              <p:nvPr>
                <p:custDataLst>
                  <p:tags r:id="rId41"/>
                </p:custDataLst>
              </p:nvPr>
            </p:nvPicPr>
            <p:blipFill rotWithShape="1">
              <a:blip r:embed="rId61"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a:grpFill/>
            </p:spPr>
          </p:pic>
          <p:pic>
            <p:nvPicPr>
              <p:cNvPr id="278" name="product_simatic-s7-1500.png">
                <a:extLst>
                  <a:ext uri="{FF2B5EF4-FFF2-40B4-BE49-F238E27FC236}">
                    <a16:creationId xmlns:a16="http://schemas.microsoft.com/office/drawing/2014/main" id="{60C604CF-7C00-5F6F-70FA-F00FC8AE5B3A}"/>
                  </a:ext>
                </a:extLst>
              </p:cNvPr>
              <p:cNvPicPr>
                <a:picLocks noChangeAspect="1"/>
              </p:cNvPicPr>
              <p:nvPr>
                <p:custDataLst>
                  <p:tags r:id="rId42"/>
                </p:custDataLst>
              </p:nvPr>
            </p:nvPicPr>
            <p:blipFill rotWithShape="1">
              <a:blip r:embed="rId62"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a:grpFill/>
            </p:spPr>
          </p:pic>
          <p:pic>
            <p:nvPicPr>
              <p:cNvPr id="279" name="product_simatic-s7-1500.png">
                <a:extLst>
                  <a:ext uri="{FF2B5EF4-FFF2-40B4-BE49-F238E27FC236}">
                    <a16:creationId xmlns:a16="http://schemas.microsoft.com/office/drawing/2014/main" id="{C6403CA3-6A2D-0BA6-2468-F04B493E910C}"/>
                  </a:ext>
                </a:extLst>
              </p:cNvPr>
              <p:cNvPicPr>
                <a:picLocks noChangeAspect="1"/>
              </p:cNvPicPr>
              <p:nvPr>
                <p:custDataLst>
                  <p:tags r:id="rId43"/>
                </p:custDataLst>
              </p:nvPr>
            </p:nvPicPr>
            <p:blipFill rotWithShape="1">
              <a:blip r:embed="rId63"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a:solidFill>
                <a:schemeClr val="tx1"/>
              </a:solidFill>
            </p:spPr>
          </p:pic>
          <p:pic>
            <p:nvPicPr>
              <p:cNvPr id="280" name="product_simatic-s7-1500.png">
                <a:extLst>
                  <a:ext uri="{FF2B5EF4-FFF2-40B4-BE49-F238E27FC236}">
                    <a16:creationId xmlns:a16="http://schemas.microsoft.com/office/drawing/2014/main" id="{528E032A-7EDB-D769-0946-BA647CA8CE60}"/>
                  </a:ext>
                </a:extLst>
              </p:cNvPr>
              <p:cNvPicPr>
                <a:picLocks noChangeAspect="1"/>
              </p:cNvPicPr>
              <p:nvPr>
                <p:custDataLst>
                  <p:tags r:id="rId44"/>
                </p:custDataLst>
              </p:nvPr>
            </p:nvPicPr>
            <p:blipFill rotWithShape="1">
              <a:blip r:embed="rId64"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a:solidFill>
                <a:schemeClr val="tx1"/>
              </a:solidFill>
            </p:spPr>
          </p:pic>
        </p:grpSp>
        <p:sp>
          <p:nvSpPr>
            <p:cNvPr id="268" name="Text Box 16">
              <a:extLst>
                <a:ext uri="{FF2B5EF4-FFF2-40B4-BE49-F238E27FC236}">
                  <a16:creationId xmlns:a16="http://schemas.microsoft.com/office/drawing/2014/main" id="{BC7C8CD2-C3A6-7009-F34B-FF5FE7BDEB1C}"/>
                </a:ext>
              </a:extLst>
            </p:cNvPr>
            <p:cNvSpPr txBox="1">
              <a:spLocks noChangeArrowheads="1"/>
            </p:cNvSpPr>
            <p:nvPr>
              <p:custDataLst>
                <p:tags r:id="rId40"/>
              </p:custDataLst>
            </p:nvPr>
          </p:nvSpPr>
          <p:spPr bwMode="auto">
            <a:xfrm>
              <a:off x="7128237" y="1822322"/>
              <a:ext cx="309380" cy="123111"/>
            </a:xfrm>
            <a:prstGeom prst="rect">
              <a:avLst/>
            </a:prstGeom>
            <a:solidFill>
              <a:srgbClr val="FF000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STOP </a:t>
              </a:r>
            </a:p>
          </p:txBody>
        </p:sp>
        <p:pic>
          <p:nvPicPr>
            <p:cNvPr id="270" name="Grafik 269">
              <a:extLst>
                <a:ext uri="{FF2B5EF4-FFF2-40B4-BE49-F238E27FC236}">
                  <a16:creationId xmlns:a16="http://schemas.microsoft.com/office/drawing/2014/main" id="{073465C1-4C83-0ED0-7483-EEB1795AC42C}"/>
                </a:ext>
              </a:extLst>
            </p:cNvPr>
            <p:cNvPicPr>
              <a:picLocks noChangeAspect="1"/>
            </p:cNvPicPr>
            <p:nvPr/>
          </p:nvPicPr>
          <p:blipFill>
            <a:blip r:embed="rId65"/>
            <a:stretch>
              <a:fillRect/>
            </a:stretch>
          </p:blipFill>
          <p:spPr>
            <a:xfrm>
              <a:off x="5491940" y="1587396"/>
              <a:ext cx="371475" cy="638175"/>
            </a:xfrm>
            <a:prstGeom prst="rect">
              <a:avLst/>
            </a:prstGeom>
          </p:spPr>
        </p:pic>
        <p:pic>
          <p:nvPicPr>
            <p:cNvPr id="271" name="Grafik 270">
              <a:extLst>
                <a:ext uri="{FF2B5EF4-FFF2-40B4-BE49-F238E27FC236}">
                  <a16:creationId xmlns:a16="http://schemas.microsoft.com/office/drawing/2014/main" id="{E6BF51FC-EA36-74A5-650F-2FD239CE3CEC}"/>
                </a:ext>
              </a:extLst>
            </p:cNvPr>
            <p:cNvPicPr>
              <a:picLocks noChangeAspect="1"/>
            </p:cNvPicPr>
            <p:nvPr/>
          </p:nvPicPr>
          <p:blipFill>
            <a:blip r:embed="rId65"/>
            <a:stretch>
              <a:fillRect/>
            </a:stretch>
          </p:blipFill>
          <p:spPr>
            <a:xfrm>
              <a:off x="6637158" y="1559526"/>
              <a:ext cx="371475" cy="638175"/>
            </a:xfrm>
            <a:prstGeom prst="rect">
              <a:avLst/>
            </a:prstGeom>
          </p:spPr>
        </p:pic>
        <p:pic>
          <p:nvPicPr>
            <p:cNvPr id="272" name="Picture 12" descr="C:\Users\adzuth0\AppData\Local\Temp\SNAGHTML1699469.PNG">
              <a:extLst>
                <a:ext uri="{FF2B5EF4-FFF2-40B4-BE49-F238E27FC236}">
                  <a16:creationId xmlns:a16="http://schemas.microsoft.com/office/drawing/2014/main" id="{877C2728-0826-ED5E-36CB-03311B8387CA}"/>
                </a:ext>
              </a:extLst>
            </p:cNvPr>
            <p:cNvPicPr>
              <a:picLocks noChangeAspect="1" noChangeArrowheads="1"/>
            </p:cNvPicPr>
            <p:nvPr/>
          </p:nvPicPr>
          <p:blipFill>
            <a:blip r:embed="rId68">
              <a:extLst>
                <a:ext uri="{28A0092B-C50C-407E-A947-70E740481C1C}">
                  <a14:useLocalDpi xmlns:a14="http://schemas.microsoft.com/office/drawing/2010/main" val="0"/>
                </a:ext>
              </a:extLst>
            </a:blip>
            <a:srcRect/>
            <a:stretch>
              <a:fillRect/>
            </a:stretch>
          </p:blipFill>
          <p:spPr bwMode="auto">
            <a:xfrm>
              <a:off x="5478524" y="2453200"/>
              <a:ext cx="396566" cy="461883"/>
            </a:xfrm>
            <a:prstGeom prst="rect">
              <a:avLst/>
            </a:prstGeom>
            <a:noFill/>
            <a:extLst>
              <a:ext uri="{909E8E84-426E-40DD-AFC4-6F175D3DCCD1}">
                <a14:hiddenFill xmlns:a14="http://schemas.microsoft.com/office/drawing/2010/main">
                  <a:solidFill>
                    <a:srgbClr val="FFFFFF"/>
                  </a:solidFill>
                </a14:hiddenFill>
              </a:ext>
            </a:extLst>
          </p:spPr>
        </p:pic>
        <p:cxnSp>
          <p:nvCxnSpPr>
            <p:cNvPr id="273" name="Gerader Verbinder 272">
              <a:extLst>
                <a:ext uri="{FF2B5EF4-FFF2-40B4-BE49-F238E27FC236}">
                  <a16:creationId xmlns:a16="http://schemas.microsoft.com/office/drawing/2014/main" id="{F56238D5-1780-581E-38BD-DA0CC3270832}"/>
                </a:ext>
              </a:extLst>
            </p:cNvPr>
            <p:cNvCxnSpPr>
              <a:cxnSpLocks/>
            </p:cNvCxnSpPr>
            <p:nvPr/>
          </p:nvCxnSpPr>
          <p:spPr>
            <a:xfrm flipH="1">
              <a:off x="5855787" y="2102560"/>
              <a:ext cx="421030" cy="0"/>
            </a:xfrm>
            <a:prstGeom prst="lin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274" name="Gerader Verbinder 273">
              <a:extLst>
                <a:ext uri="{FF2B5EF4-FFF2-40B4-BE49-F238E27FC236}">
                  <a16:creationId xmlns:a16="http://schemas.microsoft.com/office/drawing/2014/main" id="{4A3F6B59-72C3-756F-8E44-0720079E92E5}"/>
                </a:ext>
              </a:extLst>
            </p:cNvPr>
            <p:cNvCxnSpPr>
              <a:cxnSpLocks/>
            </p:cNvCxnSpPr>
            <p:nvPr/>
          </p:nvCxnSpPr>
          <p:spPr>
            <a:xfrm flipH="1">
              <a:off x="5903895" y="2669650"/>
              <a:ext cx="571387" cy="0"/>
            </a:xfrm>
            <a:prstGeom prst="line">
              <a:avLst/>
            </a:prstGeom>
            <a:noFill/>
            <a:ln w="28575">
              <a:solidFill>
                <a:srgbClr val="EF0137"/>
              </a:solidFill>
            </a:ln>
          </p:spPr>
          <p:style>
            <a:lnRef idx="2">
              <a:schemeClr val="accent1">
                <a:shade val="50000"/>
              </a:schemeClr>
            </a:lnRef>
            <a:fillRef idx="1">
              <a:schemeClr val="accent1"/>
            </a:fillRef>
            <a:effectRef idx="0">
              <a:schemeClr val="accent1"/>
            </a:effectRef>
            <a:fontRef idx="minor">
              <a:schemeClr val="lt1"/>
            </a:fontRef>
          </p:style>
        </p:cxnSp>
        <p:cxnSp>
          <p:nvCxnSpPr>
            <p:cNvPr id="275" name="Gerade Verbindung mit Pfeil 274">
              <a:extLst>
                <a:ext uri="{FF2B5EF4-FFF2-40B4-BE49-F238E27FC236}">
                  <a16:creationId xmlns:a16="http://schemas.microsoft.com/office/drawing/2014/main" id="{4711000E-F23C-361D-9AEC-61386A722A74}"/>
                </a:ext>
              </a:extLst>
            </p:cNvPr>
            <p:cNvCxnSpPr>
              <a:cxnSpLocks/>
            </p:cNvCxnSpPr>
            <p:nvPr/>
          </p:nvCxnSpPr>
          <p:spPr>
            <a:xfrm>
              <a:off x="5980820" y="2211642"/>
              <a:ext cx="459476" cy="240405"/>
            </a:xfrm>
            <a:prstGeom prst="straightConnector1">
              <a:avLst/>
            </a:prstGeom>
            <a:ln w="285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84" name="Pfeil: nach rechts 283">
            <a:extLst>
              <a:ext uri="{FF2B5EF4-FFF2-40B4-BE49-F238E27FC236}">
                <a16:creationId xmlns:a16="http://schemas.microsoft.com/office/drawing/2014/main" id="{CB74631C-79C3-CE9C-1654-A14C90EFB6E6}"/>
              </a:ext>
            </a:extLst>
          </p:cNvPr>
          <p:cNvSpPr/>
          <p:nvPr/>
        </p:nvSpPr>
        <p:spPr>
          <a:xfrm>
            <a:off x="7852454" y="2448421"/>
            <a:ext cx="637937" cy="47847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285" name="Picture 12" descr="C:\Users\adzuth0\AppData\Local\Temp\SNAGHTML1699469.PNG">
            <a:extLst>
              <a:ext uri="{FF2B5EF4-FFF2-40B4-BE49-F238E27FC236}">
                <a16:creationId xmlns:a16="http://schemas.microsoft.com/office/drawing/2014/main" id="{260CE9F9-0C83-934E-D959-E2F2F1E79C84}"/>
              </a:ext>
            </a:extLst>
          </p:cNvPr>
          <p:cNvPicPr>
            <a:picLocks noChangeAspect="1" noChangeArrowheads="1"/>
          </p:cNvPicPr>
          <p:nvPr/>
        </p:nvPicPr>
        <p:blipFill>
          <a:blip r:embed="rId68">
            <a:extLst>
              <a:ext uri="{28A0092B-C50C-407E-A947-70E740481C1C}">
                <a14:useLocalDpi xmlns:a14="http://schemas.microsoft.com/office/drawing/2010/main" val="0"/>
              </a:ext>
            </a:extLst>
          </a:blip>
          <a:srcRect/>
          <a:stretch>
            <a:fillRect/>
          </a:stretch>
        </p:blipFill>
        <p:spPr bwMode="auto">
          <a:xfrm>
            <a:off x="9327016" y="1909494"/>
            <a:ext cx="396566" cy="461883"/>
          </a:xfrm>
          <a:prstGeom prst="rect">
            <a:avLst/>
          </a:prstGeom>
          <a:noFill/>
          <a:extLst>
            <a:ext uri="{909E8E84-426E-40DD-AFC4-6F175D3DCCD1}">
              <a14:hiddenFill xmlns:a14="http://schemas.microsoft.com/office/drawing/2010/main">
                <a:solidFill>
                  <a:srgbClr val="FFFFFF"/>
                </a:solidFill>
              </a14:hiddenFill>
            </a:ext>
          </a:extLst>
        </p:spPr>
      </p:pic>
      <p:pic>
        <p:nvPicPr>
          <p:cNvPr id="286" name="Picture 12" descr="C:\Users\adzuth0\AppData\Local\Temp\SNAGHTML1699469.PNG">
            <a:extLst>
              <a:ext uri="{FF2B5EF4-FFF2-40B4-BE49-F238E27FC236}">
                <a16:creationId xmlns:a16="http://schemas.microsoft.com/office/drawing/2014/main" id="{12A579DB-DAD2-3192-86B8-50736C4F1BED}"/>
              </a:ext>
            </a:extLst>
          </p:cNvPr>
          <p:cNvPicPr>
            <a:picLocks noChangeAspect="1" noChangeArrowheads="1"/>
          </p:cNvPicPr>
          <p:nvPr/>
        </p:nvPicPr>
        <p:blipFill>
          <a:blip r:embed="rId68">
            <a:extLst>
              <a:ext uri="{28A0092B-C50C-407E-A947-70E740481C1C}">
                <a14:useLocalDpi xmlns:a14="http://schemas.microsoft.com/office/drawing/2010/main" val="0"/>
              </a:ext>
            </a:extLst>
          </a:blip>
          <a:srcRect/>
          <a:stretch>
            <a:fillRect/>
          </a:stretch>
        </p:blipFill>
        <p:spPr bwMode="auto">
          <a:xfrm>
            <a:off x="10472521" y="2732295"/>
            <a:ext cx="396566" cy="461883"/>
          </a:xfrm>
          <a:prstGeom prst="rect">
            <a:avLst/>
          </a:prstGeom>
          <a:noFill/>
          <a:extLst>
            <a:ext uri="{909E8E84-426E-40DD-AFC4-6F175D3DCCD1}">
              <a14:hiddenFill xmlns:a14="http://schemas.microsoft.com/office/drawing/2010/main">
                <a:solidFill>
                  <a:srgbClr val="FFFFFF"/>
                </a:solidFill>
              </a14:hiddenFill>
            </a:ext>
          </a:extLst>
        </p:spPr>
      </p:pic>
      <p:sp>
        <p:nvSpPr>
          <p:cNvPr id="291" name="Text Box 16">
            <a:extLst>
              <a:ext uri="{FF2B5EF4-FFF2-40B4-BE49-F238E27FC236}">
                <a16:creationId xmlns:a16="http://schemas.microsoft.com/office/drawing/2014/main" id="{1790F7CD-A4E6-69EE-AD71-2DD9B294C556}"/>
              </a:ext>
            </a:extLst>
          </p:cNvPr>
          <p:cNvSpPr txBox="1">
            <a:spLocks noChangeArrowheads="1"/>
          </p:cNvSpPr>
          <p:nvPr>
            <p:custDataLst>
              <p:tags r:id="rId6"/>
            </p:custDataLst>
          </p:nvPr>
        </p:nvSpPr>
        <p:spPr bwMode="auto">
          <a:xfrm>
            <a:off x="737529" y="4675903"/>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292" name="Text Box 21">
            <a:extLst>
              <a:ext uri="{FF2B5EF4-FFF2-40B4-BE49-F238E27FC236}">
                <a16:creationId xmlns:a16="http://schemas.microsoft.com/office/drawing/2014/main" id="{337120A2-EE57-CCF6-88A4-8A40A84DB80E}"/>
              </a:ext>
            </a:extLst>
          </p:cNvPr>
          <p:cNvSpPr txBox="1">
            <a:spLocks noChangeArrowheads="1"/>
          </p:cNvSpPr>
          <p:nvPr>
            <p:custDataLst>
              <p:tags r:id="rId7"/>
            </p:custDataLst>
          </p:nvPr>
        </p:nvSpPr>
        <p:spPr bwMode="auto">
          <a:xfrm>
            <a:off x="3083432" y="4680421"/>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sp>
        <p:nvSpPr>
          <p:cNvPr id="295" name="Text Box 16">
            <a:extLst>
              <a:ext uri="{FF2B5EF4-FFF2-40B4-BE49-F238E27FC236}">
                <a16:creationId xmlns:a16="http://schemas.microsoft.com/office/drawing/2014/main" id="{0BFD3321-5E0C-527E-3265-08F4A0CC10A0}"/>
              </a:ext>
            </a:extLst>
          </p:cNvPr>
          <p:cNvSpPr txBox="1">
            <a:spLocks noChangeArrowheads="1"/>
          </p:cNvSpPr>
          <p:nvPr>
            <p:custDataLst>
              <p:tags r:id="rId8"/>
            </p:custDataLst>
          </p:nvPr>
        </p:nvSpPr>
        <p:spPr bwMode="auto">
          <a:xfrm>
            <a:off x="3083432" y="4867417"/>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sp>
        <p:nvSpPr>
          <p:cNvPr id="296" name="Text Box 16">
            <a:extLst>
              <a:ext uri="{FF2B5EF4-FFF2-40B4-BE49-F238E27FC236}">
                <a16:creationId xmlns:a16="http://schemas.microsoft.com/office/drawing/2014/main" id="{A9F4EAE8-02B2-3FFD-F35C-D977ABD62BED}"/>
              </a:ext>
            </a:extLst>
          </p:cNvPr>
          <p:cNvSpPr txBox="1">
            <a:spLocks noChangeArrowheads="1"/>
          </p:cNvSpPr>
          <p:nvPr>
            <p:custDataLst>
              <p:tags r:id="rId9"/>
            </p:custDataLst>
          </p:nvPr>
        </p:nvSpPr>
        <p:spPr bwMode="auto">
          <a:xfrm>
            <a:off x="426709" y="4865258"/>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cxnSp>
        <p:nvCxnSpPr>
          <p:cNvPr id="297" name="Gerade Verbindung mit Pfeil 296">
            <a:extLst>
              <a:ext uri="{FF2B5EF4-FFF2-40B4-BE49-F238E27FC236}">
                <a16:creationId xmlns:a16="http://schemas.microsoft.com/office/drawing/2014/main" id="{FA98E88A-BAA4-7348-99AD-4B6E78DD6A84}"/>
              </a:ext>
            </a:extLst>
          </p:cNvPr>
          <p:cNvCxnSpPr>
            <a:cxnSpLocks/>
          </p:cNvCxnSpPr>
          <p:nvPr/>
        </p:nvCxnSpPr>
        <p:spPr>
          <a:xfrm>
            <a:off x="1868770" y="5238154"/>
            <a:ext cx="459476" cy="240405"/>
          </a:xfrm>
          <a:prstGeom prst="straightConnector1">
            <a:avLst/>
          </a:prstGeom>
          <a:ln w="285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8" name="Gerade Verbindung mit Pfeil 297">
            <a:extLst>
              <a:ext uri="{FF2B5EF4-FFF2-40B4-BE49-F238E27FC236}">
                <a16:creationId xmlns:a16="http://schemas.microsoft.com/office/drawing/2014/main" id="{15B1CEE6-8B32-93FF-C5C3-D42FE8F3525A}"/>
              </a:ext>
            </a:extLst>
          </p:cNvPr>
          <p:cNvCxnSpPr>
            <a:cxnSpLocks/>
          </p:cNvCxnSpPr>
          <p:nvPr/>
        </p:nvCxnSpPr>
        <p:spPr>
          <a:xfrm flipH="1">
            <a:off x="1609145" y="5272554"/>
            <a:ext cx="1" cy="236264"/>
          </a:xfrm>
          <a:prstGeom prst="straightConnector1">
            <a:avLst/>
          </a:prstGeom>
          <a:ln w="285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348" name="Gruppieren 347">
            <a:extLst>
              <a:ext uri="{FF2B5EF4-FFF2-40B4-BE49-F238E27FC236}">
                <a16:creationId xmlns:a16="http://schemas.microsoft.com/office/drawing/2014/main" id="{74A2DC5D-CEB7-F1EE-309F-E891A804A9E3}"/>
              </a:ext>
            </a:extLst>
          </p:cNvPr>
          <p:cNvGrpSpPr/>
          <p:nvPr/>
        </p:nvGrpSpPr>
        <p:grpSpPr>
          <a:xfrm>
            <a:off x="4489232" y="4555436"/>
            <a:ext cx="3472419" cy="1630144"/>
            <a:chOff x="4172788" y="4555548"/>
            <a:chExt cx="3472419" cy="1630144"/>
          </a:xfrm>
        </p:grpSpPr>
        <p:sp>
          <p:nvSpPr>
            <p:cNvPr id="313" name="Rechteck: abgerundete Ecken 312">
              <a:extLst>
                <a:ext uri="{FF2B5EF4-FFF2-40B4-BE49-F238E27FC236}">
                  <a16:creationId xmlns:a16="http://schemas.microsoft.com/office/drawing/2014/main" id="{78463DCF-DEBF-974C-58B7-9F70F668FD80}"/>
                </a:ext>
              </a:extLst>
            </p:cNvPr>
            <p:cNvSpPr/>
            <p:nvPr/>
          </p:nvSpPr>
          <p:spPr>
            <a:xfrm>
              <a:off x="4755041" y="5144961"/>
              <a:ext cx="2280414" cy="567371"/>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314" name="Gruppieren 313">
              <a:extLst>
                <a:ext uri="{FF2B5EF4-FFF2-40B4-BE49-F238E27FC236}">
                  <a16:creationId xmlns:a16="http://schemas.microsoft.com/office/drawing/2014/main" id="{E61114BC-3719-FA6C-CBE4-3BDB3066C933}"/>
                </a:ext>
              </a:extLst>
            </p:cNvPr>
            <p:cNvGrpSpPr/>
            <p:nvPr/>
          </p:nvGrpSpPr>
          <p:grpSpPr>
            <a:xfrm>
              <a:off x="4755412" y="5125669"/>
              <a:ext cx="1179907" cy="602526"/>
              <a:chOff x="4598567" y="5128844"/>
              <a:chExt cx="1179907" cy="602526"/>
            </a:xfrm>
          </p:grpSpPr>
          <p:sp>
            <p:nvSpPr>
              <p:cNvPr id="315" name="Rechteck: abgerundete Ecken 314">
                <a:extLst>
                  <a:ext uri="{FF2B5EF4-FFF2-40B4-BE49-F238E27FC236}">
                    <a16:creationId xmlns:a16="http://schemas.microsoft.com/office/drawing/2014/main" id="{DE1FCF9D-C5A6-E952-ADCC-8374A162C49A}"/>
                  </a:ext>
                </a:extLst>
              </p:cNvPr>
              <p:cNvSpPr/>
              <p:nvPr/>
            </p:nvSpPr>
            <p:spPr>
              <a:xfrm>
                <a:off x="4598567" y="5145237"/>
                <a:ext cx="1151545" cy="567371"/>
              </a:xfrm>
              <a:prstGeom prst="roundRect">
                <a:avLst/>
              </a:prstGeom>
              <a:noFill/>
              <a:ln w="28575">
                <a:solidFill>
                  <a:srgbClr val="EF0137"/>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16" name="Rechteck 315">
                <a:extLst>
                  <a:ext uri="{FF2B5EF4-FFF2-40B4-BE49-F238E27FC236}">
                    <a16:creationId xmlns:a16="http://schemas.microsoft.com/office/drawing/2014/main" id="{0E11C01D-BBEA-D5F8-3B62-2488281D2220}"/>
                  </a:ext>
                </a:extLst>
              </p:cNvPr>
              <p:cNvSpPr/>
              <p:nvPr/>
            </p:nvSpPr>
            <p:spPr>
              <a:xfrm>
                <a:off x="5021057" y="5128844"/>
                <a:ext cx="757417" cy="60252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17" name="Rechteck 316">
                <a:extLst>
                  <a:ext uri="{FF2B5EF4-FFF2-40B4-BE49-F238E27FC236}">
                    <a16:creationId xmlns:a16="http://schemas.microsoft.com/office/drawing/2014/main" id="{5C4C8894-5BBA-26C1-1214-210FEB6FAAE0}"/>
                  </a:ext>
                </a:extLst>
              </p:cNvPr>
              <p:cNvSpPr/>
              <p:nvPr/>
            </p:nvSpPr>
            <p:spPr>
              <a:xfrm>
                <a:off x="4962699" y="5430107"/>
                <a:ext cx="110461" cy="2988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sp>
          <p:nvSpPr>
            <p:cNvPr id="318" name="Text Box 16">
              <a:extLst>
                <a:ext uri="{FF2B5EF4-FFF2-40B4-BE49-F238E27FC236}">
                  <a16:creationId xmlns:a16="http://schemas.microsoft.com/office/drawing/2014/main" id="{1CB14370-8E04-7CA5-984C-A9B7F2C2A4C7}"/>
                </a:ext>
              </a:extLst>
            </p:cNvPr>
            <p:cNvSpPr txBox="1">
              <a:spLocks noChangeArrowheads="1"/>
            </p:cNvSpPr>
            <p:nvPr>
              <p:custDataLst>
                <p:tags r:id="rId23"/>
              </p:custDataLst>
            </p:nvPr>
          </p:nvSpPr>
          <p:spPr bwMode="auto">
            <a:xfrm>
              <a:off x="4483608" y="4671602"/>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319" name="Text Box 21">
              <a:extLst>
                <a:ext uri="{FF2B5EF4-FFF2-40B4-BE49-F238E27FC236}">
                  <a16:creationId xmlns:a16="http://schemas.microsoft.com/office/drawing/2014/main" id="{B7C8DA23-0A55-1FB6-E9E7-DED2F3FC01F5}"/>
                </a:ext>
              </a:extLst>
            </p:cNvPr>
            <p:cNvSpPr txBox="1">
              <a:spLocks noChangeArrowheads="1"/>
            </p:cNvSpPr>
            <p:nvPr>
              <p:custDataLst>
                <p:tags r:id="rId24"/>
              </p:custDataLst>
            </p:nvPr>
          </p:nvSpPr>
          <p:spPr bwMode="auto">
            <a:xfrm>
              <a:off x="6860144" y="4676120"/>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pic>
          <p:nvPicPr>
            <p:cNvPr id="320" name="product_distributed-io.png">
              <a:extLst>
                <a:ext uri="{FF2B5EF4-FFF2-40B4-BE49-F238E27FC236}">
                  <a16:creationId xmlns:a16="http://schemas.microsoft.com/office/drawing/2014/main" id="{82D32524-5FAB-F249-DCC0-00250E2BDDF7}"/>
                </a:ext>
              </a:extLst>
            </p:cNvPr>
            <p:cNvPicPr>
              <a:picLocks noChangeAspect="1"/>
            </p:cNvPicPr>
            <p:nvPr>
              <p:custDataLst>
                <p:tags r:id="rId25"/>
              </p:custDataLst>
            </p:nvPr>
          </p:nvPicPr>
          <p:blipFill>
            <a:blip r:embed="rId60" cstate="print">
              <a:extLst>
                <a:ext uri="{28A0092B-C50C-407E-A947-70E740481C1C}">
                  <a14:useLocalDpi xmlns:a14="http://schemas.microsoft.com/office/drawing/2010/main" val="0"/>
                </a:ext>
              </a:extLst>
            </a:blip>
            <a:stretch>
              <a:fillRect/>
            </a:stretch>
          </p:blipFill>
          <p:spPr>
            <a:xfrm>
              <a:off x="5134851" y="5504517"/>
              <a:ext cx="455031" cy="455031"/>
            </a:xfrm>
            <a:prstGeom prst="rect">
              <a:avLst/>
            </a:prstGeom>
            <a:solidFill>
              <a:schemeClr val="bg1"/>
            </a:solidFill>
          </p:spPr>
        </p:pic>
        <p:grpSp>
          <p:nvGrpSpPr>
            <p:cNvPr id="321" name="Gruppieren 320">
              <a:extLst>
                <a:ext uri="{FF2B5EF4-FFF2-40B4-BE49-F238E27FC236}">
                  <a16:creationId xmlns:a16="http://schemas.microsoft.com/office/drawing/2014/main" id="{8E3C3B4C-AE32-5E90-C7CF-DF48DFE89A8B}"/>
                </a:ext>
              </a:extLst>
            </p:cNvPr>
            <p:cNvGrpSpPr>
              <a:grpSpLocks noChangeAspect="1"/>
            </p:cNvGrpSpPr>
            <p:nvPr/>
          </p:nvGrpSpPr>
          <p:grpSpPr>
            <a:xfrm>
              <a:off x="6159972" y="5502752"/>
              <a:ext cx="622096" cy="496392"/>
              <a:chOff x="4105359" y="1822075"/>
              <a:chExt cx="4583448" cy="3657298"/>
            </a:xfrm>
            <a:solidFill>
              <a:schemeClr val="bg1"/>
            </a:solidFill>
          </p:grpSpPr>
          <p:pic>
            <p:nvPicPr>
              <p:cNvPr id="322" name="product_simatic-s7-1500.png">
                <a:extLst>
                  <a:ext uri="{FF2B5EF4-FFF2-40B4-BE49-F238E27FC236}">
                    <a16:creationId xmlns:a16="http://schemas.microsoft.com/office/drawing/2014/main" id="{1C28AA6F-6DF0-10DD-75A2-5058EB70AD4C}"/>
                  </a:ext>
                </a:extLst>
              </p:cNvPr>
              <p:cNvPicPr>
                <a:picLocks noChangeAspect="1"/>
              </p:cNvPicPr>
              <p:nvPr>
                <p:custDataLst>
                  <p:tags r:id="rId34"/>
                </p:custDataLst>
              </p:nvPr>
            </p:nvPicPr>
            <p:blipFill rotWithShape="1">
              <a:blip r:embed="rId61"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a:solidFill>
                <a:schemeClr val="tx1"/>
              </a:solidFill>
            </p:spPr>
          </p:pic>
          <p:pic>
            <p:nvPicPr>
              <p:cNvPr id="323" name="product_simatic-s7-1500.png">
                <a:extLst>
                  <a:ext uri="{FF2B5EF4-FFF2-40B4-BE49-F238E27FC236}">
                    <a16:creationId xmlns:a16="http://schemas.microsoft.com/office/drawing/2014/main" id="{741B18A2-9A3E-5C40-24E9-3DFDDEB3C5CA}"/>
                  </a:ext>
                </a:extLst>
              </p:cNvPr>
              <p:cNvPicPr>
                <a:picLocks noChangeAspect="1"/>
              </p:cNvPicPr>
              <p:nvPr>
                <p:custDataLst>
                  <p:tags r:id="rId35"/>
                </p:custDataLst>
              </p:nvPr>
            </p:nvPicPr>
            <p:blipFill rotWithShape="1">
              <a:blip r:embed="rId62"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a:grpFill/>
            </p:spPr>
          </p:pic>
          <p:pic>
            <p:nvPicPr>
              <p:cNvPr id="324" name="product_simatic-s7-1500.png">
                <a:extLst>
                  <a:ext uri="{FF2B5EF4-FFF2-40B4-BE49-F238E27FC236}">
                    <a16:creationId xmlns:a16="http://schemas.microsoft.com/office/drawing/2014/main" id="{58F5E5AF-983B-DF34-7949-8ABA920EB4CE}"/>
                  </a:ext>
                </a:extLst>
              </p:cNvPr>
              <p:cNvPicPr>
                <a:picLocks noChangeAspect="1"/>
              </p:cNvPicPr>
              <p:nvPr>
                <p:custDataLst>
                  <p:tags r:id="rId36"/>
                </p:custDataLst>
              </p:nvPr>
            </p:nvPicPr>
            <p:blipFill rotWithShape="1">
              <a:blip r:embed="rId63"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a:solidFill>
                <a:schemeClr val="tx1"/>
              </a:solidFill>
            </p:spPr>
          </p:pic>
          <p:pic>
            <p:nvPicPr>
              <p:cNvPr id="325" name="product_simatic-s7-1500.png">
                <a:extLst>
                  <a:ext uri="{FF2B5EF4-FFF2-40B4-BE49-F238E27FC236}">
                    <a16:creationId xmlns:a16="http://schemas.microsoft.com/office/drawing/2014/main" id="{F177B562-FBD5-30A1-64E3-82FCC7F4B7EB}"/>
                  </a:ext>
                </a:extLst>
              </p:cNvPr>
              <p:cNvPicPr>
                <a:picLocks noChangeAspect="1"/>
              </p:cNvPicPr>
              <p:nvPr>
                <p:custDataLst>
                  <p:tags r:id="rId37"/>
                </p:custDataLst>
              </p:nvPr>
            </p:nvPicPr>
            <p:blipFill rotWithShape="1">
              <a:blip r:embed="rId64"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a:solidFill>
                <a:schemeClr val="tx1"/>
              </a:solidFill>
            </p:spPr>
          </p:pic>
        </p:grpSp>
        <p:sp>
          <p:nvSpPr>
            <p:cNvPr id="326" name="Text Box 16">
              <a:extLst>
                <a:ext uri="{FF2B5EF4-FFF2-40B4-BE49-F238E27FC236}">
                  <a16:creationId xmlns:a16="http://schemas.microsoft.com/office/drawing/2014/main" id="{2FD67715-3BBF-3F3E-D56A-9DC6D7C1F35D}"/>
                </a:ext>
              </a:extLst>
            </p:cNvPr>
            <p:cNvSpPr txBox="1">
              <a:spLocks noChangeArrowheads="1"/>
            </p:cNvSpPr>
            <p:nvPr>
              <p:custDataLst>
                <p:tags r:id="rId26"/>
              </p:custDataLst>
            </p:nvPr>
          </p:nvSpPr>
          <p:spPr bwMode="auto">
            <a:xfrm>
              <a:off x="6860144" y="4863116"/>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sp>
          <p:nvSpPr>
            <p:cNvPr id="327" name="Text Box 16">
              <a:extLst>
                <a:ext uri="{FF2B5EF4-FFF2-40B4-BE49-F238E27FC236}">
                  <a16:creationId xmlns:a16="http://schemas.microsoft.com/office/drawing/2014/main" id="{7A5106F3-A757-D62E-D831-5F258186BD96}"/>
                </a:ext>
              </a:extLst>
            </p:cNvPr>
            <p:cNvSpPr txBox="1">
              <a:spLocks noChangeArrowheads="1"/>
            </p:cNvSpPr>
            <p:nvPr>
              <p:custDataLst>
                <p:tags r:id="rId27"/>
              </p:custDataLst>
            </p:nvPr>
          </p:nvSpPr>
          <p:spPr bwMode="auto">
            <a:xfrm>
              <a:off x="4172788" y="4860957"/>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pic>
          <p:nvPicPr>
            <p:cNvPr id="328" name="Picture 12" descr="C:\Users\adzuth0\AppData\Local\Temp\SNAGHTML1699469.PNG">
              <a:extLst>
                <a:ext uri="{FF2B5EF4-FFF2-40B4-BE49-F238E27FC236}">
                  <a16:creationId xmlns:a16="http://schemas.microsoft.com/office/drawing/2014/main" id="{15E039CD-C716-90D6-24BE-8E59D6EBE03B}"/>
                </a:ext>
              </a:extLst>
            </p:cNvPr>
            <p:cNvPicPr>
              <a:picLocks noChangeAspect="1" noChangeArrowheads="1"/>
            </p:cNvPicPr>
            <p:nvPr/>
          </p:nvPicPr>
          <p:blipFill>
            <a:blip r:embed="rId68">
              <a:extLst>
                <a:ext uri="{28A0092B-C50C-407E-A947-70E740481C1C}">
                  <a14:useLocalDpi xmlns:a14="http://schemas.microsoft.com/office/drawing/2010/main" val="0"/>
                </a:ext>
              </a:extLst>
            </a:blip>
            <a:srcRect/>
            <a:stretch>
              <a:fillRect/>
            </a:stretch>
          </p:blipFill>
          <p:spPr bwMode="auto">
            <a:xfrm>
              <a:off x="5163214" y="5495882"/>
              <a:ext cx="396566" cy="461883"/>
            </a:xfrm>
            <a:prstGeom prst="rect">
              <a:avLst/>
            </a:prstGeom>
            <a:noFill/>
          </p:spPr>
        </p:pic>
        <p:cxnSp>
          <p:nvCxnSpPr>
            <p:cNvPr id="329" name="Gerader Verbinder 328">
              <a:extLst>
                <a:ext uri="{FF2B5EF4-FFF2-40B4-BE49-F238E27FC236}">
                  <a16:creationId xmlns:a16="http://schemas.microsoft.com/office/drawing/2014/main" id="{BCED7B34-6BC2-BD98-CD9F-DF993ED3F4AF}"/>
                </a:ext>
              </a:extLst>
            </p:cNvPr>
            <p:cNvCxnSpPr>
              <a:cxnSpLocks/>
            </p:cNvCxnSpPr>
            <p:nvPr/>
          </p:nvCxnSpPr>
          <p:spPr>
            <a:xfrm flipH="1">
              <a:off x="5540477" y="5145242"/>
              <a:ext cx="421030" cy="0"/>
            </a:xfrm>
            <a:prstGeom prst="lin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330" name="Gerader Verbinder 329">
              <a:extLst>
                <a:ext uri="{FF2B5EF4-FFF2-40B4-BE49-F238E27FC236}">
                  <a16:creationId xmlns:a16="http://schemas.microsoft.com/office/drawing/2014/main" id="{FB06948B-A64A-55AE-45EA-E173BB57CE74}"/>
                </a:ext>
              </a:extLst>
            </p:cNvPr>
            <p:cNvCxnSpPr>
              <a:cxnSpLocks/>
            </p:cNvCxnSpPr>
            <p:nvPr/>
          </p:nvCxnSpPr>
          <p:spPr>
            <a:xfrm flipH="1">
              <a:off x="5588585" y="5712332"/>
              <a:ext cx="571387" cy="0"/>
            </a:xfrm>
            <a:prstGeom prst="line">
              <a:avLst/>
            </a:prstGeom>
            <a:noFill/>
            <a:ln w="28575">
              <a:solidFill>
                <a:srgbClr val="EF0137"/>
              </a:solidFill>
            </a:ln>
          </p:spPr>
          <p:style>
            <a:lnRef idx="2">
              <a:schemeClr val="accent1">
                <a:shade val="50000"/>
              </a:schemeClr>
            </a:lnRef>
            <a:fillRef idx="1">
              <a:schemeClr val="accent1"/>
            </a:fillRef>
            <a:effectRef idx="0">
              <a:schemeClr val="accent1"/>
            </a:effectRef>
            <a:fontRef idx="minor">
              <a:schemeClr val="lt1"/>
            </a:fontRef>
          </p:style>
        </p:cxnSp>
        <p:pic>
          <p:nvPicPr>
            <p:cNvPr id="331" name="Grafik 330" descr="Häkchen mit einfarbiger Füllung">
              <a:extLst>
                <a:ext uri="{FF2B5EF4-FFF2-40B4-BE49-F238E27FC236}">
                  <a16:creationId xmlns:a16="http://schemas.microsoft.com/office/drawing/2014/main" id="{7F57C415-5570-A9D0-DEB5-18E9654252B9}"/>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6397816" y="6005919"/>
              <a:ext cx="179773" cy="179773"/>
            </a:xfrm>
            <a:prstGeom prst="rect">
              <a:avLst/>
            </a:prstGeom>
          </p:spPr>
        </p:pic>
        <p:grpSp>
          <p:nvGrpSpPr>
            <p:cNvPr id="333" name="Gruppieren 332">
              <a:extLst>
                <a:ext uri="{FF2B5EF4-FFF2-40B4-BE49-F238E27FC236}">
                  <a16:creationId xmlns:a16="http://schemas.microsoft.com/office/drawing/2014/main" id="{F55C92D8-B1F1-3C4B-5EA8-90F40B9D3794}"/>
                </a:ext>
              </a:extLst>
            </p:cNvPr>
            <p:cNvGrpSpPr/>
            <p:nvPr/>
          </p:nvGrpSpPr>
          <p:grpSpPr>
            <a:xfrm>
              <a:off x="5011805" y="4555548"/>
              <a:ext cx="1771569" cy="641521"/>
              <a:chOff x="8875936" y="1169095"/>
              <a:chExt cx="1771569" cy="641521"/>
            </a:xfrm>
          </p:grpSpPr>
          <p:grpSp>
            <p:nvGrpSpPr>
              <p:cNvPr id="334" name="Gruppieren 333">
                <a:extLst>
                  <a:ext uri="{FF2B5EF4-FFF2-40B4-BE49-F238E27FC236}">
                    <a16:creationId xmlns:a16="http://schemas.microsoft.com/office/drawing/2014/main" id="{3BEA95FA-2AED-73DC-2E25-4FDB61C75703}"/>
                  </a:ext>
                </a:extLst>
              </p:cNvPr>
              <p:cNvGrpSpPr/>
              <p:nvPr/>
            </p:nvGrpSpPr>
            <p:grpSpPr>
              <a:xfrm>
                <a:off x="9492707" y="1598077"/>
                <a:ext cx="489581" cy="23082"/>
                <a:chOff x="5384696" y="1854706"/>
                <a:chExt cx="489581" cy="23082"/>
              </a:xfrm>
            </p:grpSpPr>
            <p:cxnSp>
              <p:nvCxnSpPr>
                <p:cNvPr id="343" name="Gerader Verbinder 342">
                  <a:extLst>
                    <a:ext uri="{FF2B5EF4-FFF2-40B4-BE49-F238E27FC236}">
                      <a16:creationId xmlns:a16="http://schemas.microsoft.com/office/drawing/2014/main" id="{13127E4C-1914-2F94-715B-1C2ED5CC82DF}"/>
                    </a:ext>
                  </a:extLst>
                </p:cNvPr>
                <p:cNvCxnSpPr>
                  <a:cxnSpLocks/>
                </p:cNvCxnSpPr>
                <p:nvPr/>
              </p:nvCxnSpPr>
              <p:spPr bwMode="auto">
                <a:xfrm>
                  <a:off x="5384696" y="1854706"/>
                  <a:ext cx="489581"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44" name="Gerader Verbinder 343">
                  <a:extLst>
                    <a:ext uri="{FF2B5EF4-FFF2-40B4-BE49-F238E27FC236}">
                      <a16:creationId xmlns:a16="http://schemas.microsoft.com/office/drawing/2014/main" id="{B5B0A509-8EE5-F4A8-E707-F908E8702AD9}"/>
                    </a:ext>
                  </a:extLst>
                </p:cNvPr>
                <p:cNvCxnSpPr>
                  <a:cxnSpLocks/>
                </p:cNvCxnSpPr>
                <p:nvPr/>
              </p:nvCxnSpPr>
              <p:spPr bwMode="auto">
                <a:xfrm>
                  <a:off x="5389312" y="1877788"/>
                  <a:ext cx="484965"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grpSp>
            <p:nvGrpSpPr>
              <p:cNvPr id="335" name="Gruppieren 334">
                <a:extLst>
                  <a:ext uri="{FF2B5EF4-FFF2-40B4-BE49-F238E27FC236}">
                    <a16:creationId xmlns:a16="http://schemas.microsoft.com/office/drawing/2014/main" id="{AAA3B7DF-044E-F9F4-131E-EF158A4FC409}"/>
                  </a:ext>
                </a:extLst>
              </p:cNvPr>
              <p:cNvGrpSpPr/>
              <p:nvPr/>
            </p:nvGrpSpPr>
            <p:grpSpPr>
              <a:xfrm>
                <a:off x="9873611" y="1169095"/>
                <a:ext cx="773894" cy="639977"/>
                <a:chOff x="5633257" y="2448326"/>
                <a:chExt cx="3891741" cy="2958295"/>
              </a:xfrm>
              <a:solidFill>
                <a:schemeClr val="bg1"/>
              </a:solidFill>
            </p:grpSpPr>
            <p:pic>
              <p:nvPicPr>
                <p:cNvPr id="340" name="product_simatic-s7-1500.png">
                  <a:extLst>
                    <a:ext uri="{FF2B5EF4-FFF2-40B4-BE49-F238E27FC236}">
                      <a16:creationId xmlns:a16="http://schemas.microsoft.com/office/drawing/2014/main" id="{8B623E12-2AD1-A568-2A02-7811BB02A786}"/>
                    </a:ext>
                  </a:extLst>
                </p:cNvPr>
                <p:cNvPicPr>
                  <a:picLocks noChangeAspect="1"/>
                </p:cNvPicPr>
                <p:nvPr>
                  <p:custDataLst>
                    <p:tags r:id="rId31"/>
                  </p:custDataLst>
                </p:nvPr>
              </p:nvPicPr>
              <p:blipFill rotWithShape="1">
                <a:blip r:embed="rId6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341" name="product_simatic-s7-1500.png">
                  <a:extLst>
                    <a:ext uri="{FF2B5EF4-FFF2-40B4-BE49-F238E27FC236}">
                      <a16:creationId xmlns:a16="http://schemas.microsoft.com/office/drawing/2014/main" id="{6E33596C-BD13-F01D-874C-F83DBE435589}"/>
                    </a:ext>
                  </a:extLst>
                </p:cNvPr>
                <p:cNvPicPr>
                  <a:picLocks noChangeAspect="1"/>
                </p:cNvPicPr>
                <p:nvPr>
                  <p:custDataLst>
                    <p:tags r:id="rId32"/>
                  </p:custDataLst>
                </p:nvPr>
              </p:nvPicPr>
              <p:blipFill rotWithShape="1">
                <a:blip r:embed="rId7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342" name="product_simatic-s7-1500.png">
                  <a:extLst>
                    <a:ext uri="{FF2B5EF4-FFF2-40B4-BE49-F238E27FC236}">
                      <a16:creationId xmlns:a16="http://schemas.microsoft.com/office/drawing/2014/main" id="{FE7E9899-4EDB-2ED0-0091-DB1766AF8B62}"/>
                    </a:ext>
                  </a:extLst>
                </p:cNvPr>
                <p:cNvPicPr>
                  <a:picLocks noChangeAspect="1"/>
                </p:cNvPicPr>
                <p:nvPr>
                  <p:custDataLst>
                    <p:tags r:id="rId33"/>
                  </p:custDataLst>
                </p:nvPr>
              </p:nvPicPr>
              <p:blipFill rotWithShape="1">
                <a:blip r:embed="rId7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nvGrpSpPr>
              <p:cNvPr id="336" name="Gruppieren 335">
                <a:extLst>
                  <a:ext uri="{FF2B5EF4-FFF2-40B4-BE49-F238E27FC236}">
                    <a16:creationId xmlns:a16="http://schemas.microsoft.com/office/drawing/2014/main" id="{34B09098-FAE0-5506-19C0-8F2E59CCE8DA}"/>
                  </a:ext>
                </a:extLst>
              </p:cNvPr>
              <p:cNvGrpSpPr/>
              <p:nvPr/>
            </p:nvGrpSpPr>
            <p:grpSpPr>
              <a:xfrm>
                <a:off x="8875936" y="1170639"/>
                <a:ext cx="773894" cy="639977"/>
                <a:chOff x="5633257" y="2448326"/>
                <a:chExt cx="3891741" cy="2958295"/>
              </a:xfrm>
              <a:solidFill>
                <a:schemeClr val="bg1"/>
              </a:solidFill>
            </p:grpSpPr>
            <p:pic>
              <p:nvPicPr>
                <p:cNvPr id="337" name="product_simatic-s7-1500.png">
                  <a:extLst>
                    <a:ext uri="{FF2B5EF4-FFF2-40B4-BE49-F238E27FC236}">
                      <a16:creationId xmlns:a16="http://schemas.microsoft.com/office/drawing/2014/main" id="{D4D3C372-0E06-77D1-D8D8-2BDB0804FDF4}"/>
                    </a:ext>
                  </a:extLst>
                </p:cNvPr>
                <p:cNvPicPr>
                  <a:picLocks noChangeAspect="1"/>
                </p:cNvPicPr>
                <p:nvPr>
                  <p:custDataLst>
                    <p:tags r:id="rId28"/>
                  </p:custDataLst>
                </p:nvPr>
              </p:nvPicPr>
              <p:blipFill rotWithShape="1">
                <a:blip r:embed="rId6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338" name="product_simatic-s7-1500.png">
                  <a:extLst>
                    <a:ext uri="{FF2B5EF4-FFF2-40B4-BE49-F238E27FC236}">
                      <a16:creationId xmlns:a16="http://schemas.microsoft.com/office/drawing/2014/main" id="{E0332983-4D8A-631A-BF82-3263A41B159C}"/>
                    </a:ext>
                  </a:extLst>
                </p:cNvPr>
                <p:cNvPicPr>
                  <a:picLocks noChangeAspect="1"/>
                </p:cNvPicPr>
                <p:nvPr>
                  <p:custDataLst>
                    <p:tags r:id="rId29"/>
                  </p:custDataLst>
                </p:nvPr>
              </p:nvPicPr>
              <p:blipFill rotWithShape="1">
                <a:blip r:embed="rId7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339" name="product_simatic-s7-1500.png">
                  <a:extLst>
                    <a:ext uri="{FF2B5EF4-FFF2-40B4-BE49-F238E27FC236}">
                      <a16:creationId xmlns:a16="http://schemas.microsoft.com/office/drawing/2014/main" id="{D4F9983D-3A47-CE7F-9AA1-E409800D6037}"/>
                    </a:ext>
                  </a:extLst>
                </p:cNvPr>
                <p:cNvPicPr>
                  <a:picLocks noChangeAspect="1"/>
                </p:cNvPicPr>
                <p:nvPr>
                  <p:custDataLst>
                    <p:tags r:id="rId30"/>
                  </p:custDataLst>
                </p:nvPr>
              </p:nvPicPr>
              <p:blipFill rotWithShape="1">
                <a:blip r:embed="rId7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sp>
          <p:nvSpPr>
            <p:cNvPr id="345" name="Textfeld 344">
              <a:extLst>
                <a:ext uri="{FF2B5EF4-FFF2-40B4-BE49-F238E27FC236}">
                  <a16:creationId xmlns:a16="http://schemas.microsoft.com/office/drawing/2014/main" id="{02B49DDF-9C0A-2F74-12A9-342428E827E2}"/>
                </a:ext>
              </a:extLst>
            </p:cNvPr>
            <p:cNvSpPr txBox="1"/>
            <p:nvPr/>
          </p:nvSpPr>
          <p:spPr>
            <a:xfrm rot="16200000">
              <a:off x="5732804" y="4688425"/>
              <a:ext cx="336631" cy="123111"/>
            </a:xfrm>
            <a:prstGeom prst="rect">
              <a:avLst/>
            </a:prstGeom>
            <a:noFill/>
          </p:spPr>
          <p:txBody>
            <a:bodyPr wrap="none" lIns="0" tIns="0" rIns="0" bIns="0" rtlCol="0">
              <a:spAutoFit/>
            </a:bodyPr>
            <a:lstStyle/>
            <a:p>
              <a:pPr algn="l"/>
              <a:r>
                <a:rPr lang="en-US" sz="800" dirty="0"/>
                <a:t>H-Sync</a:t>
              </a:r>
            </a:p>
          </p:txBody>
        </p:sp>
        <p:cxnSp>
          <p:nvCxnSpPr>
            <p:cNvPr id="346" name="Gerade Verbindung mit Pfeil 345">
              <a:extLst>
                <a:ext uri="{FF2B5EF4-FFF2-40B4-BE49-F238E27FC236}">
                  <a16:creationId xmlns:a16="http://schemas.microsoft.com/office/drawing/2014/main" id="{0FCCFB85-9437-AB59-66F2-BD26C843EA78}"/>
                </a:ext>
              </a:extLst>
            </p:cNvPr>
            <p:cNvCxnSpPr>
              <a:cxnSpLocks/>
            </p:cNvCxnSpPr>
            <p:nvPr/>
          </p:nvCxnSpPr>
          <p:spPr>
            <a:xfrm flipH="1">
              <a:off x="6473768" y="5251390"/>
              <a:ext cx="1" cy="236264"/>
            </a:xfrm>
            <a:prstGeom prst="straightConnector1">
              <a:avLst/>
            </a:prstGeom>
            <a:ln w="285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7" name="Gerade Verbindung mit Pfeil 346">
              <a:extLst>
                <a:ext uri="{FF2B5EF4-FFF2-40B4-BE49-F238E27FC236}">
                  <a16:creationId xmlns:a16="http://schemas.microsoft.com/office/drawing/2014/main" id="{09C279E6-C9CF-6785-5370-10A42C347C60}"/>
                </a:ext>
              </a:extLst>
            </p:cNvPr>
            <p:cNvCxnSpPr>
              <a:cxnSpLocks/>
            </p:cNvCxnSpPr>
            <p:nvPr/>
          </p:nvCxnSpPr>
          <p:spPr>
            <a:xfrm>
              <a:off x="5758671" y="5285253"/>
              <a:ext cx="283875" cy="9075"/>
            </a:xfrm>
            <a:prstGeom prst="straightConnector1">
              <a:avLst/>
            </a:prstGeom>
            <a:ln w="285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349" name="Gruppieren 348">
            <a:extLst>
              <a:ext uri="{FF2B5EF4-FFF2-40B4-BE49-F238E27FC236}">
                <a16:creationId xmlns:a16="http://schemas.microsoft.com/office/drawing/2014/main" id="{DE783055-4FEE-DF43-4829-C35866028901}"/>
              </a:ext>
            </a:extLst>
          </p:cNvPr>
          <p:cNvGrpSpPr/>
          <p:nvPr/>
        </p:nvGrpSpPr>
        <p:grpSpPr>
          <a:xfrm>
            <a:off x="9003798" y="4543284"/>
            <a:ext cx="2736483" cy="1630144"/>
            <a:chOff x="4755041" y="4555548"/>
            <a:chExt cx="2736483" cy="1630144"/>
          </a:xfrm>
        </p:grpSpPr>
        <p:sp>
          <p:nvSpPr>
            <p:cNvPr id="350" name="Rechteck: abgerundete Ecken 349">
              <a:extLst>
                <a:ext uri="{FF2B5EF4-FFF2-40B4-BE49-F238E27FC236}">
                  <a16:creationId xmlns:a16="http://schemas.microsoft.com/office/drawing/2014/main" id="{131CDED0-15AF-E95F-08A1-5FB0C1D40432}"/>
                </a:ext>
              </a:extLst>
            </p:cNvPr>
            <p:cNvSpPr/>
            <p:nvPr/>
          </p:nvSpPr>
          <p:spPr>
            <a:xfrm>
              <a:off x="4755041" y="5144961"/>
              <a:ext cx="2280414" cy="567371"/>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351" name="Gruppieren 350">
              <a:extLst>
                <a:ext uri="{FF2B5EF4-FFF2-40B4-BE49-F238E27FC236}">
                  <a16:creationId xmlns:a16="http://schemas.microsoft.com/office/drawing/2014/main" id="{2F5C1C38-B5A6-021F-CE19-84FC4A1D3E42}"/>
                </a:ext>
              </a:extLst>
            </p:cNvPr>
            <p:cNvGrpSpPr/>
            <p:nvPr/>
          </p:nvGrpSpPr>
          <p:grpSpPr>
            <a:xfrm>
              <a:off x="4755412" y="5125669"/>
              <a:ext cx="1179907" cy="602526"/>
              <a:chOff x="4598567" y="5128844"/>
              <a:chExt cx="1179907" cy="602526"/>
            </a:xfrm>
          </p:grpSpPr>
          <p:sp>
            <p:nvSpPr>
              <p:cNvPr id="382" name="Rechteck: abgerundete Ecken 381">
                <a:extLst>
                  <a:ext uri="{FF2B5EF4-FFF2-40B4-BE49-F238E27FC236}">
                    <a16:creationId xmlns:a16="http://schemas.microsoft.com/office/drawing/2014/main" id="{9C6076FE-4FA0-A905-82D3-0785D083FEBB}"/>
                  </a:ext>
                </a:extLst>
              </p:cNvPr>
              <p:cNvSpPr/>
              <p:nvPr/>
            </p:nvSpPr>
            <p:spPr>
              <a:xfrm>
                <a:off x="4598567" y="5145237"/>
                <a:ext cx="1151545" cy="567371"/>
              </a:xfrm>
              <a:prstGeom prst="roundRect">
                <a:avLst/>
              </a:prstGeom>
              <a:noFill/>
              <a:ln w="28575">
                <a:solidFill>
                  <a:srgbClr val="EF0137"/>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83" name="Rechteck 382">
                <a:extLst>
                  <a:ext uri="{FF2B5EF4-FFF2-40B4-BE49-F238E27FC236}">
                    <a16:creationId xmlns:a16="http://schemas.microsoft.com/office/drawing/2014/main" id="{4F04F79E-DFBC-70C6-C34B-DDCB9D395C7D}"/>
                  </a:ext>
                </a:extLst>
              </p:cNvPr>
              <p:cNvSpPr/>
              <p:nvPr/>
            </p:nvSpPr>
            <p:spPr>
              <a:xfrm>
                <a:off x="5021057" y="5128844"/>
                <a:ext cx="757417" cy="60252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84" name="Rechteck 383">
                <a:extLst>
                  <a:ext uri="{FF2B5EF4-FFF2-40B4-BE49-F238E27FC236}">
                    <a16:creationId xmlns:a16="http://schemas.microsoft.com/office/drawing/2014/main" id="{E2E85C43-984B-5182-C378-688FE6F1D727}"/>
                  </a:ext>
                </a:extLst>
              </p:cNvPr>
              <p:cNvSpPr/>
              <p:nvPr/>
            </p:nvSpPr>
            <p:spPr>
              <a:xfrm>
                <a:off x="4962699" y="5430107"/>
                <a:ext cx="110461" cy="2988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sp>
          <p:nvSpPr>
            <p:cNvPr id="353" name="Text Box 21">
              <a:extLst>
                <a:ext uri="{FF2B5EF4-FFF2-40B4-BE49-F238E27FC236}">
                  <a16:creationId xmlns:a16="http://schemas.microsoft.com/office/drawing/2014/main" id="{05E7B15D-BF07-CC03-CBCA-BF80BA7451C1}"/>
                </a:ext>
              </a:extLst>
            </p:cNvPr>
            <p:cNvSpPr txBox="1">
              <a:spLocks noChangeArrowheads="1"/>
            </p:cNvSpPr>
            <p:nvPr>
              <p:custDataLst>
                <p:tags r:id="rId10"/>
              </p:custDataLst>
            </p:nvPr>
          </p:nvSpPr>
          <p:spPr bwMode="auto">
            <a:xfrm>
              <a:off x="6853614" y="4676120"/>
              <a:ext cx="474490"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pic>
          <p:nvPicPr>
            <p:cNvPr id="354" name="product_distributed-io.png">
              <a:extLst>
                <a:ext uri="{FF2B5EF4-FFF2-40B4-BE49-F238E27FC236}">
                  <a16:creationId xmlns:a16="http://schemas.microsoft.com/office/drawing/2014/main" id="{5DAACBBE-FF5A-4376-9C57-E5E08D1385AE}"/>
                </a:ext>
              </a:extLst>
            </p:cNvPr>
            <p:cNvPicPr>
              <a:picLocks noChangeAspect="1"/>
            </p:cNvPicPr>
            <p:nvPr>
              <p:custDataLst>
                <p:tags r:id="rId11"/>
              </p:custDataLst>
            </p:nvPr>
          </p:nvPicPr>
          <p:blipFill>
            <a:blip r:embed="rId60" cstate="print">
              <a:extLst>
                <a:ext uri="{28A0092B-C50C-407E-A947-70E740481C1C}">
                  <a14:useLocalDpi xmlns:a14="http://schemas.microsoft.com/office/drawing/2010/main" val="0"/>
                </a:ext>
              </a:extLst>
            </a:blip>
            <a:stretch>
              <a:fillRect/>
            </a:stretch>
          </p:blipFill>
          <p:spPr>
            <a:xfrm>
              <a:off x="5134851" y="5504517"/>
              <a:ext cx="455031" cy="455031"/>
            </a:xfrm>
            <a:prstGeom prst="rect">
              <a:avLst/>
            </a:prstGeom>
            <a:solidFill>
              <a:schemeClr val="tx1"/>
            </a:solidFill>
          </p:spPr>
        </p:pic>
        <p:grpSp>
          <p:nvGrpSpPr>
            <p:cNvPr id="355" name="Gruppieren 354">
              <a:extLst>
                <a:ext uri="{FF2B5EF4-FFF2-40B4-BE49-F238E27FC236}">
                  <a16:creationId xmlns:a16="http://schemas.microsoft.com/office/drawing/2014/main" id="{1B79F71E-2DCD-39E2-8365-54FDCD440C8F}"/>
                </a:ext>
              </a:extLst>
            </p:cNvPr>
            <p:cNvGrpSpPr>
              <a:grpSpLocks noChangeAspect="1"/>
            </p:cNvGrpSpPr>
            <p:nvPr/>
          </p:nvGrpSpPr>
          <p:grpSpPr>
            <a:xfrm>
              <a:off x="6159972" y="5502752"/>
              <a:ext cx="622096" cy="496392"/>
              <a:chOff x="4105359" y="1822075"/>
              <a:chExt cx="4583448" cy="3657298"/>
            </a:xfrm>
            <a:solidFill>
              <a:schemeClr val="bg1"/>
            </a:solidFill>
          </p:grpSpPr>
          <p:pic>
            <p:nvPicPr>
              <p:cNvPr id="378" name="product_simatic-s7-1500.png">
                <a:extLst>
                  <a:ext uri="{FF2B5EF4-FFF2-40B4-BE49-F238E27FC236}">
                    <a16:creationId xmlns:a16="http://schemas.microsoft.com/office/drawing/2014/main" id="{8DC369EA-C47C-0CDB-7A35-2E460B6989B1}"/>
                  </a:ext>
                </a:extLst>
              </p:cNvPr>
              <p:cNvPicPr>
                <a:picLocks noChangeAspect="1"/>
              </p:cNvPicPr>
              <p:nvPr>
                <p:custDataLst>
                  <p:tags r:id="rId19"/>
                </p:custDataLst>
              </p:nvPr>
            </p:nvPicPr>
            <p:blipFill rotWithShape="1">
              <a:blip r:embed="rId61"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a:solidFill>
                <a:schemeClr val="tx1"/>
              </a:solidFill>
            </p:spPr>
          </p:pic>
          <p:pic>
            <p:nvPicPr>
              <p:cNvPr id="379" name="product_simatic-s7-1500.png">
                <a:extLst>
                  <a:ext uri="{FF2B5EF4-FFF2-40B4-BE49-F238E27FC236}">
                    <a16:creationId xmlns:a16="http://schemas.microsoft.com/office/drawing/2014/main" id="{C2286D97-7B9D-6867-6656-93A14AD02BEF}"/>
                  </a:ext>
                </a:extLst>
              </p:cNvPr>
              <p:cNvPicPr>
                <a:picLocks noChangeAspect="1"/>
              </p:cNvPicPr>
              <p:nvPr>
                <p:custDataLst>
                  <p:tags r:id="rId20"/>
                </p:custDataLst>
              </p:nvPr>
            </p:nvPicPr>
            <p:blipFill rotWithShape="1">
              <a:blip r:embed="rId62"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a:grpFill/>
            </p:spPr>
          </p:pic>
          <p:pic>
            <p:nvPicPr>
              <p:cNvPr id="380" name="product_simatic-s7-1500.png">
                <a:extLst>
                  <a:ext uri="{FF2B5EF4-FFF2-40B4-BE49-F238E27FC236}">
                    <a16:creationId xmlns:a16="http://schemas.microsoft.com/office/drawing/2014/main" id="{CD2C500A-3BC3-CFE4-19C8-45A012E6D41A}"/>
                  </a:ext>
                </a:extLst>
              </p:cNvPr>
              <p:cNvPicPr>
                <a:picLocks noChangeAspect="1"/>
              </p:cNvPicPr>
              <p:nvPr>
                <p:custDataLst>
                  <p:tags r:id="rId21"/>
                </p:custDataLst>
              </p:nvPr>
            </p:nvPicPr>
            <p:blipFill rotWithShape="1">
              <a:blip r:embed="rId63"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a:solidFill>
                <a:schemeClr val="tx1"/>
              </a:solidFill>
            </p:spPr>
          </p:pic>
          <p:pic>
            <p:nvPicPr>
              <p:cNvPr id="381" name="product_simatic-s7-1500.png">
                <a:extLst>
                  <a:ext uri="{FF2B5EF4-FFF2-40B4-BE49-F238E27FC236}">
                    <a16:creationId xmlns:a16="http://schemas.microsoft.com/office/drawing/2014/main" id="{D03CCC58-49D6-4D2C-6E28-00228805AD6D}"/>
                  </a:ext>
                </a:extLst>
              </p:cNvPr>
              <p:cNvPicPr>
                <a:picLocks noChangeAspect="1"/>
              </p:cNvPicPr>
              <p:nvPr>
                <p:custDataLst>
                  <p:tags r:id="rId22"/>
                </p:custDataLst>
              </p:nvPr>
            </p:nvPicPr>
            <p:blipFill rotWithShape="1">
              <a:blip r:embed="rId64"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a:solidFill>
                <a:schemeClr val="tx1"/>
              </a:solidFill>
            </p:spPr>
          </p:pic>
        </p:grpSp>
        <p:sp>
          <p:nvSpPr>
            <p:cNvPr id="356" name="Text Box 16">
              <a:extLst>
                <a:ext uri="{FF2B5EF4-FFF2-40B4-BE49-F238E27FC236}">
                  <a16:creationId xmlns:a16="http://schemas.microsoft.com/office/drawing/2014/main" id="{B7F35589-B9D6-B5DF-AD43-5BC60A29634C}"/>
                </a:ext>
              </a:extLst>
            </p:cNvPr>
            <p:cNvSpPr txBox="1">
              <a:spLocks noChangeArrowheads="1"/>
            </p:cNvSpPr>
            <p:nvPr>
              <p:custDataLst>
                <p:tags r:id="rId12"/>
              </p:custDataLst>
            </p:nvPr>
          </p:nvSpPr>
          <p:spPr bwMode="auto">
            <a:xfrm>
              <a:off x="7013829" y="4863116"/>
              <a:ext cx="477695" cy="12311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RUN-Solo</a:t>
              </a:r>
            </a:p>
          </p:txBody>
        </p:sp>
        <p:pic>
          <p:nvPicPr>
            <p:cNvPr id="358" name="Picture 12" descr="C:\Users\adzuth0\AppData\Local\Temp\SNAGHTML1699469.PNG">
              <a:extLst>
                <a:ext uri="{FF2B5EF4-FFF2-40B4-BE49-F238E27FC236}">
                  <a16:creationId xmlns:a16="http://schemas.microsoft.com/office/drawing/2014/main" id="{DC992E46-4B95-064A-24CC-66D7EAF40981}"/>
                </a:ext>
              </a:extLst>
            </p:cNvPr>
            <p:cNvPicPr>
              <a:picLocks noChangeAspect="1" noChangeArrowheads="1"/>
            </p:cNvPicPr>
            <p:nvPr/>
          </p:nvPicPr>
          <p:blipFill>
            <a:blip r:embed="rId68">
              <a:extLst>
                <a:ext uri="{28A0092B-C50C-407E-A947-70E740481C1C}">
                  <a14:useLocalDpi xmlns:a14="http://schemas.microsoft.com/office/drawing/2010/main" val="0"/>
                </a:ext>
              </a:extLst>
            </a:blip>
            <a:srcRect/>
            <a:stretch>
              <a:fillRect/>
            </a:stretch>
          </p:blipFill>
          <p:spPr bwMode="auto">
            <a:xfrm>
              <a:off x="5163214" y="5495882"/>
              <a:ext cx="396566" cy="461883"/>
            </a:xfrm>
            <a:prstGeom prst="rect">
              <a:avLst/>
            </a:prstGeom>
            <a:noFill/>
            <a:extLst>
              <a:ext uri="{909E8E84-426E-40DD-AFC4-6F175D3DCCD1}">
                <a14:hiddenFill xmlns:a14="http://schemas.microsoft.com/office/drawing/2010/main">
                  <a:solidFill>
                    <a:srgbClr val="FFFFFF"/>
                  </a:solidFill>
                </a14:hiddenFill>
              </a:ext>
            </a:extLst>
          </p:spPr>
        </p:pic>
        <p:cxnSp>
          <p:nvCxnSpPr>
            <p:cNvPr id="359" name="Gerader Verbinder 358">
              <a:extLst>
                <a:ext uri="{FF2B5EF4-FFF2-40B4-BE49-F238E27FC236}">
                  <a16:creationId xmlns:a16="http://schemas.microsoft.com/office/drawing/2014/main" id="{E2ADEEF9-6165-56FB-74AE-61CB24621A36}"/>
                </a:ext>
              </a:extLst>
            </p:cNvPr>
            <p:cNvCxnSpPr>
              <a:cxnSpLocks/>
            </p:cNvCxnSpPr>
            <p:nvPr/>
          </p:nvCxnSpPr>
          <p:spPr>
            <a:xfrm flipH="1">
              <a:off x="5540477" y="5145242"/>
              <a:ext cx="421030" cy="0"/>
            </a:xfrm>
            <a:prstGeom prst="lin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0" name="Gerader Verbinder 359">
              <a:extLst>
                <a:ext uri="{FF2B5EF4-FFF2-40B4-BE49-F238E27FC236}">
                  <a16:creationId xmlns:a16="http://schemas.microsoft.com/office/drawing/2014/main" id="{6044CAAC-2A28-3008-169B-5540A59F6B2A}"/>
                </a:ext>
              </a:extLst>
            </p:cNvPr>
            <p:cNvCxnSpPr>
              <a:cxnSpLocks/>
            </p:cNvCxnSpPr>
            <p:nvPr/>
          </p:nvCxnSpPr>
          <p:spPr>
            <a:xfrm flipH="1">
              <a:off x="5588585" y="5712332"/>
              <a:ext cx="571387" cy="0"/>
            </a:xfrm>
            <a:prstGeom prst="line">
              <a:avLst/>
            </a:prstGeom>
            <a:noFill/>
            <a:ln w="28575">
              <a:solidFill>
                <a:srgbClr val="EF0137"/>
              </a:solidFill>
            </a:ln>
          </p:spPr>
          <p:style>
            <a:lnRef idx="2">
              <a:schemeClr val="accent1">
                <a:shade val="50000"/>
              </a:schemeClr>
            </a:lnRef>
            <a:fillRef idx="1">
              <a:schemeClr val="accent1"/>
            </a:fillRef>
            <a:effectRef idx="0">
              <a:schemeClr val="accent1"/>
            </a:effectRef>
            <a:fontRef idx="minor">
              <a:schemeClr val="lt1"/>
            </a:fontRef>
          </p:style>
        </p:cxnSp>
        <p:grpSp>
          <p:nvGrpSpPr>
            <p:cNvPr id="363" name="Gruppieren 362">
              <a:extLst>
                <a:ext uri="{FF2B5EF4-FFF2-40B4-BE49-F238E27FC236}">
                  <a16:creationId xmlns:a16="http://schemas.microsoft.com/office/drawing/2014/main" id="{8BE783D6-B732-ED87-5006-230265FA7610}"/>
                </a:ext>
              </a:extLst>
            </p:cNvPr>
            <p:cNvGrpSpPr/>
            <p:nvPr/>
          </p:nvGrpSpPr>
          <p:grpSpPr>
            <a:xfrm>
              <a:off x="5011805" y="4555548"/>
              <a:ext cx="1771569" cy="641521"/>
              <a:chOff x="8875936" y="1169095"/>
              <a:chExt cx="1771569" cy="641521"/>
            </a:xfrm>
          </p:grpSpPr>
          <p:grpSp>
            <p:nvGrpSpPr>
              <p:cNvPr id="367" name="Gruppieren 366">
                <a:extLst>
                  <a:ext uri="{FF2B5EF4-FFF2-40B4-BE49-F238E27FC236}">
                    <a16:creationId xmlns:a16="http://schemas.microsoft.com/office/drawing/2014/main" id="{4F3B4720-FEC4-3D48-3A68-420B4654C30A}"/>
                  </a:ext>
                </a:extLst>
              </p:cNvPr>
              <p:cNvGrpSpPr/>
              <p:nvPr/>
            </p:nvGrpSpPr>
            <p:grpSpPr>
              <a:xfrm>
                <a:off x="9492707" y="1598077"/>
                <a:ext cx="489581" cy="23082"/>
                <a:chOff x="5384696" y="1854706"/>
                <a:chExt cx="489581" cy="23082"/>
              </a:xfrm>
            </p:grpSpPr>
            <p:cxnSp>
              <p:nvCxnSpPr>
                <p:cNvPr id="376" name="Gerader Verbinder 375">
                  <a:extLst>
                    <a:ext uri="{FF2B5EF4-FFF2-40B4-BE49-F238E27FC236}">
                      <a16:creationId xmlns:a16="http://schemas.microsoft.com/office/drawing/2014/main" id="{36D2933D-C9A7-63EC-9605-27C5ECCB949C}"/>
                    </a:ext>
                  </a:extLst>
                </p:cNvPr>
                <p:cNvCxnSpPr>
                  <a:cxnSpLocks/>
                </p:cNvCxnSpPr>
                <p:nvPr/>
              </p:nvCxnSpPr>
              <p:spPr bwMode="auto">
                <a:xfrm>
                  <a:off x="5384696" y="1854706"/>
                  <a:ext cx="489581"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77" name="Gerader Verbinder 376">
                  <a:extLst>
                    <a:ext uri="{FF2B5EF4-FFF2-40B4-BE49-F238E27FC236}">
                      <a16:creationId xmlns:a16="http://schemas.microsoft.com/office/drawing/2014/main" id="{B03D012D-2FBC-3767-7C67-90288E0423ED}"/>
                    </a:ext>
                  </a:extLst>
                </p:cNvPr>
                <p:cNvCxnSpPr>
                  <a:cxnSpLocks/>
                </p:cNvCxnSpPr>
                <p:nvPr/>
              </p:nvCxnSpPr>
              <p:spPr bwMode="auto">
                <a:xfrm>
                  <a:off x="5389312" y="1877788"/>
                  <a:ext cx="484965"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grpSp>
            <p:nvGrpSpPr>
              <p:cNvPr id="368" name="Gruppieren 367">
                <a:extLst>
                  <a:ext uri="{FF2B5EF4-FFF2-40B4-BE49-F238E27FC236}">
                    <a16:creationId xmlns:a16="http://schemas.microsoft.com/office/drawing/2014/main" id="{49FF6268-EACD-86AF-C7D6-DD8AC59F7C58}"/>
                  </a:ext>
                </a:extLst>
              </p:cNvPr>
              <p:cNvGrpSpPr/>
              <p:nvPr/>
            </p:nvGrpSpPr>
            <p:grpSpPr>
              <a:xfrm>
                <a:off x="9873611" y="1169095"/>
                <a:ext cx="773894" cy="639977"/>
                <a:chOff x="5633257" y="2448326"/>
                <a:chExt cx="3891741" cy="2958295"/>
              </a:xfrm>
              <a:solidFill>
                <a:schemeClr val="bg1"/>
              </a:solidFill>
            </p:grpSpPr>
            <p:pic>
              <p:nvPicPr>
                <p:cNvPr id="373" name="product_simatic-s7-1500.png">
                  <a:extLst>
                    <a:ext uri="{FF2B5EF4-FFF2-40B4-BE49-F238E27FC236}">
                      <a16:creationId xmlns:a16="http://schemas.microsoft.com/office/drawing/2014/main" id="{D271E555-E778-A41A-BF1E-6983D8868CB3}"/>
                    </a:ext>
                  </a:extLst>
                </p:cNvPr>
                <p:cNvPicPr>
                  <a:picLocks noChangeAspect="1"/>
                </p:cNvPicPr>
                <p:nvPr>
                  <p:custDataLst>
                    <p:tags r:id="rId16"/>
                  </p:custDataLst>
                </p:nvPr>
              </p:nvPicPr>
              <p:blipFill rotWithShape="1">
                <a:blip r:embed="rId6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374" name="product_simatic-s7-1500.png">
                  <a:extLst>
                    <a:ext uri="{FF2B5EF4-FFF2-40B4-BE49-F238E27FC236}">
                      <a16:creationId xmlns:a16="http://schemas.microsoft.com/office/drawing/2014/main" id="{BFEACBEA-E3C8-6BC4-9619-FA8FD914F0F1}"/>
                    </a:ext>
                  </a:extLst>
                </p:cNvPr>
                <p:cNvPicPr>
                  <a:picLocks noChangeAspect="1"/>
                </p:cNvPicPr>
                <p:nvPr>
                  <p:custDataLst>
                    <p:tags r:id="rId17"/>
                  </p:custDataLst>
                </p:nvPr>
              </p:nvPicPr>
              <p:blipFill rotWithShape="1">
                <a:blip r:embed="rId7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375" name="product_simatic-s7-1500.png">
                  <a:extLst>
                    <a:ext uri="{FF2B5EF4-FFF2-40B4-BE49-F238E27FC236}">
                      <a16:creationId xmlns:a16="http://schemas.microsoft.com/office/drawing/2014/main" id="{0AD36550-CD48-3298-929D-B63567C94091}"/>
                    </a:ext>
                  </a:extLst>
                </p:cNvPr>
                <p:cNvPicPr>
                  <a:picLocks noChangeAspect="1"/>
                </p:cNvPicPr>
                <p:nvPr>
                  <p:custDataLst>
                    <p:tags r:id="rId18"/>
                  </p:custDataLst>
                </p:nvPr>
              </p:nvPicPr>
              <p:blipFill rotWithShape="1">
                <a:blip r:embed="rId7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nvGrpSpPr>
              <p:cNvPr id="369" name="Gruppieren 368">
                <a:extLst>
                  <a:ext uri="{FF2B5EF4-FFF2-40B4-BE49-F238E27FC236}">
                    <a16:creationId xmlns:a16="http://schemas.microsoft.com/office/drawing/2014/main" id="{BBA80CAD-F1BE-B0EF-38C8-3435EC552173}"/>
                  </a:ext>
                </a:extLst>
              </p:cNvPr>
              <p:cNvGrpSpPr/>
              <p:nvPr/>
            </p:nvGrpSpPr>
            <p:grpSpPr>
              <a:xfrm>
                <a:off x="8875936" y="1170639"/>
                <a:ext cx="773894" cy="639977"/>
                <a:chOff x="5633257" y="2448326"/>
                <a:chExt cx="3891741" cy="2958295"/>
              </a:xfrm>
              <a:solidFill>
                <a:schemeClr val="bg1"/>
              </a:solidFill>
            </p:grpSpPr>
            <p:pic>
              <p:nvPicPr>
                <p:cNvPr id="370" name="product_simatic-s7-1500.png">
                  <a:extLst>
                    <a:ext uri="{FF2B5EF4-FFF2-40B4-BE49-F238E27FC236}">
                      <a16:creationId xmlns:a16="http://schemas.microsoft.com/office/drawing/2014/main" id="{06C05A58-DEAA-4476-1294-181690F13B48}"/>
                    </a:ext>
                  </a:extLst>
                </p:cNvPr>
                <p:cNvPicPr>
                  <a:picLocks noChangeAspect="1"/>
                </p:cNvPicPr>
                <p:nvPr>
                  <p:custDataLst>
                    <p:tags r:id="rId13"/>
                  </p:custDataLst>
                </p:nvPr>
              </p:nvPicPr>
              <p:blipFill rotWithShape="1">
                <a:blip r:embed="rId69"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371" name="product_simatic-s7-1500.png">
                  <a:extLst>
                    <a:ext uri="{FF2B5EF4-FFF2-40B4-BE49-F238E27FC236}">
                      <a16:creationId xmlns:a16="http://schemas.microsoft.com/office/drawing/2014/main" id="{A7CB4148-1792-CD80-FF5A-2845AF574A9C}"/>
                    </a:ext>
                  </a:extLst>
                </p:cNvPr>
                <p:cNvPicPr>
                  <a:picLocks noChangeAspect="1"/>
                </p:cNvPicPr>
                <p:nvPr>
                  <p:custDataLst>
                    <p:tags r:id="rId14"/>
                  </p:custDataLst>
                </p:nvPr>
              </p:nvPicPr>
              <p:blipFill rotWithShape="1">
                <a:blip r:embed="rId70"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372" name="product_simatic-s7-1500.png">
                  <a:extLst>
                    <a:ext uri="{FF2B5EF4-FFF2-40B4-BE49-F238E27FC236}">
                      <a16:creationId xmlns:a16="http://schemas.microsoft.com/office/drawing/2014/main" id="{10B6F16C-32F8-A2E0-F0D7-A8A77268F110}"/>
                    </a:ext>
                  </a:extLst>
                </p:cNvPr>
                <p:cNvPicPr>
                  <a:picLocks noChangeAspect="1"/>
                </p:cNvPicPr>
                <p:nvPr>
                  <p:custDataLst>
                    <p:tags r:id="rId15"/>
                  </p:custDataLst>
                </p:nvPr>
              </p:nvPicPr>
              <p:blipFill rotWithShape="1">
                <a:blip r:embed="rId70"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sp>
          <p:nvSpPr>
            <p:cNvPr id="364" name="Textfeld 363">
              <a:extLst>
                <a:ext uri="{FF2B5EF4-FFF2-40B4-BE49-F238E27FC236}">
                  <a16:creationId xmlns:a16="http://schemas.microsoft.com/office/drawing/2014/main" id="{B1010F19-585D-E441-A9BA-DDAD0CA13082}"/>
                </a:ext>
              </a:extLst>
            </p:cNvPr>
            <p:cNvSpPr txBox="1"/>
            <p:nvPr/>
          </p:nvSpPr>
          <p:spPr>
            <a:xfrm rot="16200000">
              <a:off x="5732804" y="4688425"/>
              <a:ext cx="336631" cy="123111"/>
            </a:xfrm>
            <a:prstGeom prst="rect">
              <a:avLst/>
            </a:prstGeom>
            <a:noFill/>
          </p:spPr>
          <p:txBody>
            <a:bodyPr wrap="none" lIns="0" tIns="0" rIns="0" bIns="0" rtlCol="0">
              <a:spAutoFit/>
            </a:bodyPr>
            <a:lstStyle/>
            <a:p>
              <a:pPr algn="l"/>
              <a:r>
                <a:rPr lang="en-US" sz="800" dirty="0"/>
                <a:t>H-Sync</a:t>
              </a:r>
            </a:p>
          </p:txBody>
        </p:sp>
        <p:cxnSp>
          <p:nvCxnSpPr>
            <p:cNvPr id="365" name="Gerade Verbindung mit Pfeil 364">
              <a:extLst>
                <a:ext uri="{FF2B5EF4-FFF2-40B4-BE49-F238E27FC236}">
                  <a16:creationId xmlns:a16="http://schemas.microsoft.com/office/drawing/2014/main" id="{92A46520-6EB0-2D2E-0FD8-9F895DBE1AF6}"/>
                </a:ext>
              </a:extLst>
            </p:cNvPr>
            <p:cNvCxnSpPr>
              <a:cxnSpLocks/>
            </p:cNvCxnSpPr>
            <p:nvPr/>
          </p:nvCxnSpPr>
          <p:spPr>
            <a:xfrm flipH="1">
              <a:off x="6473768" y="5251390"/>
              <a:ext cx="1" cy="236264"/>
            </a:xfrm>
            <a:prstGeom prst="straightConnector1">
              <a:avLst/>
            </a:prstGeom>
            <a:ln w="285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61" name="Grafik 360" descr="Häkchen mit einfarbiger Füllung">
              <a:extLst>
                <a:ext uri="{FF2B5EF4-FFF2-40B4-BE49-F238E27FC236}">
                  <a16:creationId xmlns:a16="http://schemas.microsoft.com/office/drawing/2014/main" id="{6EDB0DD4-F8D5-DC43-1BAB-A19BFF76EAB0}"/>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6397816" y="6005919"/>
              <a:ext cx="179773" cy="179773"/>
            </a:xfrm>
            <a:prstGeom prst="rect">
              <a:avLst/>
            </a:prstGeom>
          </p:spPr>
        </p:pic>
      </p:grpSp>
      <p:pic>
        <p:nvPicPr>
          <p:cNvPr id="385" name="Picture 12" descr="C:\Users\adzuth0\AppData\Local\Temp\SNAGHTML1699469.PNG">
            <a:extLst>
              <a:ext uri="{FF2B5EF4-FFF2-40B4-BE49-F238E27FC236}">
                <a16:creationId xmlns:a16="http://schemas.microsoft.com/office/drawing/2014/main" id="{2C7A7BEB-4F49-BCD1-67B6-B28BE01FB830}"/>
              </a:ext>
            </a:extLst>
          </p:cNvPr>
          <p:cNvPicPr>
            <a:picLocks noChangeAspect="1" noChangeArrowheads="1"/>
          </p:cNvPicPr>
          <p:nvPr/>
        </p:nvPicPr>
        <p:blipFill>
          <a:blip r:embed="rId68">
            <a:extLst>
              <a:ext uri="{28A0092B-C50C-407E-A947-70E740481C1C}">
                <a14:useLocalDpi xmlns:a14="http://schemas.microsoft.com/office/drawing/2010/main" val="0"/>
              </a:ext>
            </a:extLst>
          </a:blip>
          <a:srcRect/>
          <a:stretch>
            <a:fillRect/>
          </a:stretch>
        </p:blipFill>
        <p:spPr bwMode="auto">
          <a:xfrm>
            <a:off x="9470407" y="4633228"/>
            <a:ext cx="396566" cy="461883"/>
          </a:xfrm>
          <a:prstGeom prst="rect">
            <a:avLst/>
          </a:prstGeom>
          <a:noFill/>
          <a:extLst>
            <a:ext uri="{909E8E84-426E-40DD-AFC4-6F175D3DCCD1}">
              <a14:hiddenFill xmlns:a14="http://schemas.microsoft.com/office/drawing/2010/main">
                <a:solidFill>
                  <a:srgbClr val="FFFFFF"/>
                </a:solidFill>
              </a14:hiddenFill>
            </a:ext>
          </a:extLst>
        </p:spPr>
      </p:pic>
      <p:sp>
        <p:nvSpPr>
          <p:cNvPr id="386" name="Rechteck 385">
            <a:extLst>
              <a:ext uri="{FF2B5EF4-FFF2-40B4-BE49-F238E27FC236}">
                <a16:creationId xmlns:a16="http://schemas.microsoft.com/office/drawing/2014/main" id="{C8674459-F4FB-603E-3966-E5546FDA999A}"/>
              </a:ext>
            </a:extLst>
          </p:cNvPr>
          <p:cNvSpPr/>
          <p:nvPr/>
        </p:nvSpPr>
        <p:spPr>
          <a:xfrm>
            <a:off x="426709" y="3929421"/>
            <a:ext cx="11313572" cy="339590"/>
          </a:xfrm>
          <a:prstGeom prst="rect">
            <a:avLst/>
          </a:prstGeom>
          <a:solidFill>
            <a:srgbClr val="006487"/>
          </a:solidFill>
          <a:ln>
            <a:noFill/>
          </a:ln>
          <a:effectLst/>
        </p:spPr>
        <p:txBody>
          <a:bodyPr lIns="179906" tIns="71963" rIns="71963" bIns="71963" anchor="ctr" anchorCtr="0"/>
          <a:lstStyle/>
          <a:p>
            <a:pPr algn="ctr"/>
            <a:r>
              <a:rPr lang="en-US" sz="1600" dirty="0"/>
              <a:t>Behavior at S7-1500H</a:t>
            </a:r>
          </a:p>
        </p:txBody>
      </p:sp>
      <p:sp>
        <p:nvSpPr>
          <p:cNvPr id="387" name="Rechteck 386">
            <a:extLst>
              <a:ext uri="{FF2B5EF4-FFF2-40B4-BE49-F238E27FC236}">
                <a16:creationId xmlns:a16="http://schemas.microsoft.com/office/drawing/2014/main" id="{3503F1FE-9683-5098-7F33-9FF804975DA3}"/>
              </a:ext>
            </a:extLst>
          </p:cNvPr>
          <p:cNvSpPr/>
          <p:nvPr/>
        </p:nvSpPr>
        <p:spPr>
          <a:xfrm>
            <a:off x="409516" y="1353769"/>
            <a:ext cx="11313572" cy="339590"/>
          </a:xfrm>
          <a:prstGeom prst="rect">
            <a:avLst/>
          </a:prstGeom>
          <a:solidFill>
            <a:srgbClr val="009999"/>
          </a:solidFill>
          <a:ln>
            <a:noFill/>
          </a:ln>
          <a:effectLst/>
        </p:spPr>
        <p:txBody>
          <a:bodyPr lIns="179906" tIns="71963" rIns="71963" bIns="71963" anchor="ctr" anchorCtr="0"/>
          <a:lstStyle/>
          <a:p>
            <a:pPr algn="ctr"/>
            <a:r>
              <a:rPr lang="en-US" sz="1600" dirty="0">
                <a:solidFill>
                  <a:schemeClr val="bg1"/>
                </a:solidFill>
              </a:rPr>
              <a:t>Behavior with S7-1500R</a:t>
            </a:r>
          </a:p>
        </p:txBody>
      </p:sp>
      <p:sp>
        <p:nvSpPr>
          <p:cNvPr id="388" name="Rechteck 387">
            <a:extLst>
              <a:ext uri="{FF2B5EF4-FFF2-40B4-BE49-F238E27FC236}">
                <a16:creationId xmlns:a16="http://schemas.microsoft.com/office/drawing/2014/main" id="{8E52AF72-3564-4AE5-9D31-181D37F2A216}"/>
              </a:ext>
            </a:extLst>
          </p:cNvPr>
          <p:cNvSpPr/>
          <p:nvPr/>
        </p:nvSpPr>
        <p:spPr>
          <a:xfrm>
            <a:off x="4824258" y="3459379"/>
            <a:ext cx="3003331" cy="250775"/>
          </a:xfrm>
          <a:prstGeom prst="rect">
            <a:avLst/>
          </a:prstGeom>
          <a:solidFill>
            <a:srgbClr val="BECDD7"/>
          </a:solidFill>
          <a:ln>
            <a:noFill/>
          </a:ln>
          <a:effectLst/>
        </p:spPr>
        <p:txBody>
          <a:bodyPr lIns="179906" tIns="71963" rIns="71963" bIns="71963" anchor="ctr" anchorCtr="0"/>
          <a:lstStyle/>
          <a:p>
            <a:pPr algn="ctr"/>
            <a:r>
              <a:rPr lang="en-US" sz="1100" dirty="0">
                <a:solidFill>
                  <a:schemeClr val="bg1"/>
                </a:solidFill>
              </a:rPr>
              <a:t>IO device fails </a:t>
            </a:r>
            <a:r>
              <a:rPr lang="en-US" sz="1100" dirty="0">
                <a:solidFill>
                  <a:schemeClr val="bg1"/>
                </a:solidFill>
                <a:sym typeface="Wingdings" panose="05000000000000000000" pitchFamily="2" charset="2"/>
              </a:rPr>
              <a:t> System continues</a:t>
            </a:r>
            <a:endParaRPr lang="en-US" sz="1100" dirty="0">
              <a:solidFill>
                <a:schemeClr val="bg1"/>
              </a:solidFill>
            </a:endParaRPr>
          </a:p>
        </p:txBody>
      </p:sp>
      <p:sp>
        <p:nvSpPr>
          <p:cNvPr id="389" name="Rechteck 388">
            <a:extLst>
              <a:ext uri="{FF2B5EF4-FFF2-40B4-BE49-F238E27FC236}">
                <a16:creationId xmlns:a16="http://schemas.microsoft.com/office/drawing/2014/main" id="{43146D93-CF0D-5EB2-B4BF-99099E9EBF8A}"/>
              </a:ext>
            </a:extLst>
          </p:cNvPr>
          <p:cNvSpPr/>
          <p:nvPr/>
        </p:nvSpPr>
        <p:spPr>
          <a:xfrm>
            <a:off x="4794336" y="6129430"/>
            <a:ext cx="3003331" cy="250775"/>
          </a:xfrm>
          <a:prstGeom prst="rect">
            <a:avLst/>
          </a:prstGeom>
          <a:solidFill>
            <a:srgbClr val="BECDD7"/>
          </a:solidFill>
          <a:ln>
            <a:noFill/>
          </a:ln>
          <a:effectLst/>
        </p:spPr>
        <p:txBody>
          <a:bodyPr lIns="179906" tIns="71963" rIns="71963" bIns="71963" anchor="ctr" anchorCtr="0"/>
          <a:lstStyle/>
          <a:p>
            <a:pPr algn="ctr"/>
            <a:r>
              <a:rPr lang="en-US" sz="1100" dirty="0">
                <a:solidFill>
                  <a:schemeClr val="bg1"/>
                </a:solidFill>
              </a:rPr>
              <a:t>IO device fails </a:t>
            </a:r>
            <a:r>
              <a:rPr lang="en-US" sz="1100" dirty="0">
                <a:solidFill>
                  <a:schemeClr val="bg1"/>
                </a:solidFill>
                <a:sym typeface="Wingdings" panose="05000000000000000000" pitchFamily="2" charset="2"/>
              </a:rPr>
              <a:t> System continues</a:t>
            </a:r>
            <a:endParaRPr lang="en-US" sz="1100" dirty="0">
              <a:solidFill>
                <a:schemeClr val="bg1"/>
              </a:solidFill>
            </a:endParaRPr>
          </a:p>
        </p:txBody>
      </p:sp>
      <p:sp>
        <p:nvSpPr>
          <p:cNvPr id="390" name="Rechteck 389">
            <a:extLst>
              <a:ext uri="{FF2B5EF4-FFF2-40B4-BE49-F238E27FC236}">
                <a16:creationId xmlns:a16="http://schemas.microsoft.com/office/drawing/2014/main" id="{D5A49815-7B4B-7D0A-59DE-CFA34A972FD2}"/>
              </a:ext>
            </a:extLst>
          </p:cNvPr>
          <p:cNvSpPr/>
          <p:nvPr/>
        </p:nvSpPr>
        <p:spPr>
          <a:xfrm>
            <a:off x="8654048" y="3452282"/>
            <a:ext cx="3003331" cy="250775"/>
          </a:xfrm>
          <a:prstGeom prst="rect">
            <a:avLst/>
          </a:prstGeom>
          <a:solidFill>
            <a:srgbClr val="BECDD7"/>
          </a:solidFill>
          <a:ln>
            <a:noFill/>
          </a:ln>
          <a:effectLst/>
        </p:spPr>
        <p:txBody>
          <a:bodyPr lIns="179906" tIns="71963" rIns="71963" bIns="71963" anchor="ctr" anchorCtr="0"/>
          <a:lstStyle/>
          <a:p>
            <a:pPr algn="ctr"/>
            <a:r>
              <a:rPr lang="en-US" sz="1100" dirty="0">
                <a:solidFill>
                  <a:schemeClr val="bg1"/>
                </a:solidFill>
              </a:rPr>
              <a:t>Primary CPU fails </a:t>
            </a:r>
            <a:r>
              <a:rPr lang="en-US" sz="1100" dirty="0">
                <a:solidFill>
                  <a:schemeClr val="bg1"/>
                </a:solidFill>
                <a:sym typeface="Wingdings" panose="05000000000000000000" pitchFamily="2" charset="2"/>
              </a:rPr>
              <a:t> System failure!</a:t>
            </a:r>
            <a:endParaRPr lang="en-US" sz="1100" dirty="0">
              <a:solidFill>
                <a:schemeClr val="bg1"/>
              </a:solidFill>
            </a:endParaRPr>
          </a:p>
        </p:txBody>
      </p:sp>
      <p:sp>
        <p:nvSpPr>
          <p:cNvPr id="391" name="Rechteck 390">
            <a:extLst>
              <a:ext uri="{FF2B5EF4-FFF2-40B4-BE49-F238E27FC236}">
                <a16:creationId xmlns:a16="http://schemas.microsoft.com/office/drawing/2014/main" id="{28B168FB-6801-5594-AC18-C70D5215439D}"/>
              </a:ext>
            </a:extLst>
          </p:cNvPr>
          <p:cNvSpPr/>
          <p:nvPr/>
        </p:nvSpPr>
        <p:spPr>
          <a:xfrm>
            <a:off x="8642339" y="6113524"/>
            <a:ext cx="3003331" cy="250775"/>
          </a:xfrm>
          <a:prstGeom prst="rect">
            <a:avLst/>
          </a:prstGeom>
          <a:solidFill>
            <a:srgbClr val="BECDD7"/>
          </a:solidFill>
          <a:ln>
            <a:noFill/>
          </a:ln>
          <a:effectLst/>
        </p:spPr>
        <p:txBody>
          <a:bodyPr lIns="179906" tIns="71963" rIns="71963" bIns="71963" anchor="ctr" anchorCtr="0"/>
          <a:lstStyle/>
          <a:p>
            <a:pPr algn="ctr"/>
            <a:r>
              <a:rPr lang="en-US" sz="1100" dirty="0">
                <a:solidFill>
                  <a:schemeClr val="bg1"/>
                </a:solidFill>
              </a:rPr>
              <a:t>Primary CPU fails </a:t>
            </a:r>
            <a:r>
              <a:rPr lang="en-US" sz="1100" dirty="0">
                <a:solidFill>
                  <a:schemeClr val="bg1"/>
                </a:solidFill>
                <a:sym typeface="Wingdings" panose="05000000000000000000" pitchFamily="2" charset="2"/>
              </a:rPr>
              <a:t> System continues</a:t>
            </a:r>
            <a:endParaRPr lang="en-US" sz="1100" dirty="0">
              <a:solidFill>
                <a:schemeClr val="bg1"/>
              </a:solidFill>
            </a:endParaRPr>
          </a:p>
        </p:txBody>
      </p:sp>
      <p:pic>
        <p:nvPicPr>
          <p:cNvPr id="394" name="Picture 12" descr="C:\Users\adzuth0\AppData\Local\Temp\SNAGHTML1699469.PNG">
            <a:extLst>
              <a:ext uri="{FF2B5EF4-FFF2-40B4-BE49-F238E27FC236}">
                <a16:creationId xmlns:a16="http://schemas.microsoft.com/office/drawing/2014/main" id="{8AB6265F-786D-C46A-BB23-EE3533CBA2E1}"/>
              </a:ext>
            </a:extLst>
          </p:cNvPr>
          <p:cNvPicPr>
            <a:picLocks noChangeAspect="1" noChangeArrowheads="1"/>
          </p:cNvPicPr>
          <p:nvPr/>
        </p:nvPicPr>
        <p:blipFill>
          <a:blip r:embed="rId68">
            <a:extLst>
              <a:ext uri="{28A0092B-C50C-407E-A947-70E740481C1C}">
                <a14:useLocalDpi xmlns:a14="http://schemas.microsoft.com/office/drawing/2010/main" val="0"/>
              </a:ext>
            </a:extLst>
          </a:blip>
          <a:srcRect/>
          <a:stretch>
            <a:fillRect/>
          </a:stretch>
        </p:blipFill>
        <p:spPr bwMode="auto">
          <a:xfrm>
            <a:off x="5460355" y="2717073"/>
            <a:ext cx="396566" cy="461883"/>
          </a:xfrm>
          <a:prstGeom prst="rect">
            <a:avLst/>
          </a:prstGeom>
          <a:noFill/>
          <a:extLst>
            <a:ext uri="{909E8E84-426E-40DD-AFC4-6F175D3DCCD1}">
              <a14:hiddenFill xmlns:a14="http://schemas.microsoft.com/office/drawing/2010/main">
                <a:solidFill>
                  <a:srgbClr val="FFFFFF"/>
                </a:solidFill>
              </a14:hiddenFill>
            </a:ext>
          </a:extLst>
        </p:spPr>
      </p:pic>
      <p:sp>
        <p:nvSpPr>
          <p:cNvPr id="257" name="Pfeil: nach rechts 256">
            <a:extLst>
              <a:ext uri="{FF2B5EF4-FFF2-40B4-BE49-F238E27FC236}">
                <a16:creationId xmlns:a16="http://schemas.microsoft.com/office/drawing/2014/main" id="{A340BF12-5C66-CFB2-1A5A-276E2CBC3FCA}"/>
              </a:ext>
            </a:extLst>
          </p:cNvPr>
          <p:cNvSpPr/>
          <p:nvPr/>
        </p:nvSpPr>
        <p:spPr>
          <a:xfrm>
            <a:off x="3845333" y="5036110"/>
            <a:ext cx="637937" cy="47847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60" name="Pfeil: nach rechts 259">
            <a:extLst>
              <a:ext uri="{FF2B5EF4-FFF2-40B4-BE49-F238E27FC236}">
                <a16:creationId xmlns:a16="http://schemas.microsoft.com/office/drawing/2014/main" id="{392DBE5B-6252-7AEB-1420-4B16D4B57A41}"/>
              </a:ext>
            </a:extLst>
          </p:cNvPr>
          <p:cNvSpPr/>
          <p:nvPr/>
        </p:nvSpPr>
        <p:spPr>
          <a:xfrm>
            <a:off x="7807811" y="5054484"/>
            <a:ext cx="637937" cy="47847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64" name="Pfeil: nach rechts 263">
            <a:extLst>
              <a:ext uri="{FF2B5EF4-FFF2-40B4-BE49-F238E27FC236}">
                <a16:creationId xmlns:a16="http://schemas.microsoft.com/office/drawing/2014/main" id="{81F764F4-6EC6-194D-F6C4-3D5BF34ADB34}"/>
              </a:ext>
            </a:extLst>
          </p:cNvPr>
          <p:cNvSpPr/>
          <p:nvPr/>
        </p:nvSpPr>
        <p:spPr>
          <a:xfrm>
            <a:off x="3915127" y="2421838"/>
            <a:ext cx="637937" cy="47847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21" name="Gerader Verbinder 20">
            <a:extLst>
              <a:ext uri="{FF2B5EF4-FFF2-40B4-BE49-F238E27FC236}">
                <a16:creationId xmlns:a16="http://schemas.microsoft.com/office/drawing/2014/main" id="{B7294E08-8AE9-0FFC-4287-B8EF05921AEC}"/>
              </a:ext>
            </a:extLst>
          </p:cNvPr>
          <p:cNvCxnSpPr>
            <a:cxnSpLocks/>
          </p:cNvCxnSpPr>
          <p:nvPr/>
        </p:nvCxnSpPr>
        <p:spPr>
          <a:xfrm flipH="1">
            <a:off x="2026444" y="5162342"/>
            <a:ext cx="238125" cy="0"/>
          </a:xfrm>
          <a:prstGeom prst="lin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298461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hteck 14">
            <a:extLst>
              <a:ext uri="{FF2B5EF4-FFF2-40B4-BE49-F238E27FC236}">
                <a16:creationId xmlns:a16="http://schemas.microsoft.com/office/drawing/2014/main" id="{9D78F82B-9B88-93DB-BCB4-5D607B30DF2B}"/>
              </a:ext>
            </a:extLst>
          </p:cNvPr>
          <p:cNvSpPr/>
          <p:nvPr/>
        </p:nvSpPr>
        <p:spPr>
          <a:xfrm>
            <a:off x="8188928" y="1786091"/>
            <a:ext cx="3535739" cy="19336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6" name="Rechteck 15">
            <a:extLst>
              <a:ext uri="{FF2B5EF4-FFF2-40B4-BE49-F238E27FC236}">
                <a16:creationId xmlns:a16="http://schemas.microsoft.com/office/drawing/2014/main" id="{88EED2C4-AB72-D837-F4B3-4DC57EDA95BC}"/>
              </a:ext>
            </a:extLst>
          </p:cNvPr>
          <p:cNvSpPr/>
          <p:nvPr/>
        </p:nvSpPr>
        <p:spPr>
          <a:xfrm>
            <a:off x="4406524" y="1787466"/>
            <a:ext cx="3535739" cy="19336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56" name="Rechteck 255">
            <a:extLst>
              <a:ext uri="{FF2B5EF4-FFF2-40B4-BE49-F238E27FC236}">
                <a16:creationId xmlns:a16="http://schemas.microsoft.com/office/drawing/2014/main" id="{4F34AB1A-FE75-1D51-A587-15656554EA89}"/>
              </a:ext>
            </a:extLst>
          </p:cNvPr>
          <p:cNvSpPr/>
          <p:nvPr/>
        </p:nvSpPr>
        <p:spPr>
          <a:xfrm>
            <a:off x="404782" y="1770956"/>
            <a:ext cx="3535739" cy="19336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396" name="Grafik 395">
            <a:extLst>
              <a:ext uri="{FF2B5EF4-FFF2-40B4-BE49-F238E27FC236}">
                <a16:creationId xmlns:a16="http://schemas.microsoft.com/office/drawing/2014/main" id="{0A045082-3DC0-76A0-C365-6030E06CE618}"/>
              </a:ext>
            </a:extLst>
          </p:cNvPr>
          <p:cNvPicPr>
            <a:picLocks noChangeAspect="1"/>
          </p:cNvPicPr>
          <p:nvPr/>
        </p:nvPicPr>
        <p:blipFill>
          <a:blip r:embed="rId26"/>
          <a:stretch>
            <a:fillRect/>
          </a:stretch>
        </p:blipFill>
        <p:spPr>
          <a:xfrm>
            <a:off x="5012706" y="1789756"/>
            <a:ext cx="2362200" cy="1457325"/>
          </a:xfrm>
          <a:prstGeom prst="rect">
            <a:avLst/>
          </a:prstGeom>
        </p:spPr>
      </p:pic>
      <p:sp>
        <p:nvSpPr>
          <p:cNvPr id="393" name="Rechteck: abgerundete Ecken 392">
            <a:extLst>
              <a:ext uri="{FF2B5EF4-FFF2-40B4-BE49-F238E27FC236}">
                <a16:creationId xmlns:a16="http://schemas.microsoft.com/office/drawing/2014/main" id="{F478D910-847D-BD67-88DB-E827EAF11CA2}"/>
              </a:ext>
            </a:extLst>
          </p:cNvPr>
          <p:cNvSpPr/>
          <p:nvPr/>
        </p:nvSpPr>
        <p:spPr>
          <a:xfrm>
            <a:off x="10022856" y="2366673"/>
            <a:ext cx="1151545" cy="567371"/>
          </a:xfrm>
          <a:prstGeom prst="roundRect">
            <a:avLst/>
          </a:prstGeom>
          <a:noFill/>
          <a:ln w="28575">
            <a:solidFill>
              <a:srgbClr val="EF0137"/>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aphicFrame>
        <p:nvGraphicFramePr>
          <p:cNvPr id="5" name="Objekt 4" hidden="1">
            <a:extLst>
              <a:ext uri="{FF2B5EF4-FFF2-40B4-BE49-F238E27FC236}">
                <a16:creationId xmlns:a16="http://schemas.microsoft.com/office/drawing/2014/main" id="{C28A971D-7834-4AF6-A408-A2872662CC1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7" imgW="532" imgH="533" progId="TCLayout.ActiveDocument.1">
                  <p:embed/>
                </p:oleObj>
              </mc:Choice>
              <mc:Fallback>
                <p:oleObj name="think-cell Folie" r:id="rId27" imgW="532" imgH="533" progId="TCLayout.ActiveDocument.1">
                  <p:embed/>
                  <p:pic>
                    <p:nvPicPr>
                      <p:cNvPr id="5" name="Objekt 4" hidden="1">
                        <a:extLst>
                          <a:ext uri="{FF2B5EF4-FFF2-40B4-BE49-F238E27FC236}">
                            <a16:creationId xmlns:a16="http://schemas.microsoft.com/office/drawing/2014/main" id="{C28A971D-7834-4AF6-A408-A2872662CC19}"/>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4" name="Titel 3"/>
          <p:cNvSpPr>
            <a:spLocks noGrp="1"/>
          </p:cNvSpPr>
          <p:nvPr>
            <p:ph type="title"/>
          </p:nvPr>
        </p:nvSpPr>
        <p:spPr>
          <a:xfrm>
            <a:off x="410400" y="478800"/>
            <a:ext cx="9863997" cy="576000"/>
          </a:xfrm>
        </p:spPr>
        <p:txBody>
          <a:bodyPr vert="horz"/>
          <a:lstStyle/>
          <a:p>
            <a:r>
              <a:rPr lang="en-US" dirty="0"/>
              <a:t>Failure scenarios for S7-1500 R</a:t>
            </a:r>
            <a:br>
              <a:rPr lang="en-US" dirty="0"/>
            </a:br>
            <a:r>
              <a:rPr lang="en-US" b="0" dirty="0"/>
              <a:t>Failure of redundancy connections to CPU synchronization</a:t>
            </a:r>
          </a:p>
        </p:txBody>
      </p:sp>
      <p:sp>
        <p:nvSpPr>
          <p:cNvPr id="2" name="Fußzeilenplatzhalter 1">
            <a:extLst>
              <a:ext uri="{FF2B5EF4-FFF2-40B4-BE49-F238E27FC236}">
                <a16:creationId xmlns:a16="http://schemas.microsoft.com/office/drawing/2014/main" id="{AE4304C3-7775-4955-9532-EAFA5BB5626C}"/>
              </a:ext>
            </a:extLst>
          </p:cNvPr>
          <p:cNvSpPr>
            <a:spLocks noGrp="1"/>
          </p:cNvSpPr>
          <p:nvPr>
            <p:ph type="ftr" sz="quarter" idx="10"/>
          </p:nvPr>
        </p:nvSpPr>
        <p:spPr/>
        <p:txBody>
          <a:bodyPr/>
          <a:lstStyle/>
          <a:p>
            <a:pPr>
              <a:lnSpc>
                <a:spcPct val="100000"/>
              </a:lnSpc>
            </a:pPr>
            <a:r>
              <a:rPr lang="en-US" dirty="0"/>
              <a:t>Unrestricted | © Siemens 2022 | DI FA | 08.12.2022</a:t>
            </a:r>
          </a:p>
        </p:txBody>
      </p:sp>
      <p:grpSp>
        <p:nvGrpSpPr>
          <p:cNvPr id="3" name="Gruppieren 2">
            <a:extLst>
              <a:ext uri="{FF2B5EF4-FFF2-40B4-BE49-F238E27FC236}">
                <a16:creationId xmlns:a16="http://schemas.microsoft.com/office/drawing/2014/main" id="{3AADA93F-03ED-F213-8A4D-832B4C1E8143}"/>
              </a:ext>
            </a:extLst>
          </p:cNvPr>
          <p:cNvGrpSpPr/>
          <p:nvPr/>
        </p:nvGrpSpPr>
        <p:grpSpPr>
          <a:xfrm>
            <a:off x="563910" y="1863294"/>
            <a:ext cx="3313669" cy="1396936"/>
            <a:chOff x="399618" y="2190119"/>
            <a:chExt cx="3313669" cy="1396936"/>
          </a:xfrm>
        </p:grpSpPr>
        <p:sp>
          <p:nvSpPr>
            <p:cNvPr id="6" name="Rechteck: abgerundete Ecken 5">
              <a:extLst>
                <a:ext uri="{FF2B5EF4-FFF2-40B4-BE49-F238E27FC236}">
                  <a16:creationId xmlns:a16="http://schemas.microsoft.com/office/drawing/2014/main" id="{E1AB713C-E042-5A80-CD12-B8290C60A69D}"/>
                </a:ext>
              </a:extLst>
            </p:cNvPr>
            <p:cNvSpPr/>
            <p:nvPr/>
          </p:nvSpPr>
          <p:spPr>
            <a:xfrm>
              <a:off x="886621" y="2732872"/>
              <a:ext cx="2280414" cy="567371"/>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 name="Text Box 16">
              <a:extLst>
                <a:ext uri="{FF2B5EF4-FFF2-40B4-BE49-F238E27FC236}">
                  <a16:creationId xmlns:a16="http://schemas.microsoft.com/office/drawing/2014/main" id="{16EA8848-2AEA-DE20-DC9B-E8CC8911A6B8}"/>
                </a:ext>
              </a:extLst>
            </p:cNvPr>
            <p:cNvSpPr txBox="1">
              <a:spLocks noChangeArrowheads="1"/>
            </p:cNvSpPr>
            <p:nvPr>
              <p:custDataLst>
                <p:tags r:id="rId15"/>
              </p:custDataLst>
            </p:nvPr>
          </p:nvSpPr>
          <p:spPr bwMode="auto">
            <a:xfrm>
              <a:off x="710438" y="2259513"/>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Primary</a:t>
              </a:r>
            </a:p>
          </p:txBody>
        </p:sp>
        <p:sp>
          <p:nvSpPr>
            <p:cNvPr id="8" name="Text Box 21">
              <a:extLst>
                <a:ext uri="{FF2B5EF4-FFF2-40B4-BE49-F238E27FC236}">
                  <a16:creationId xmlns:a16="http://schemas.microsoft.com/office/drawing/2014/main" id="{A33D8CF3-42D6-8554-4589-402D5C8D96BE}"/>
                </a:ext>
              </a:extLst>
            </p:cNvPr>
            <p:cNvSpPr txBox="1">
              <a:spLocks noChangeArrowheads="1"/>
            </p:cNvSpPr>
            <p:nvPr>
              <p:custDataLst>
                <p:tags r:id="rId16"/>
              </p:custDataLst>
            </p:nvPr>
          </p:nvSpPr>
          <p:spPr bwMode="auto">
            <a:xfrm>
              <a:off x="2928224" y="2264031"/>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Backup</a:t>
              </a:r>
            </a:p>
          </p:txBody>
        </p:sp>
        <p:pic>
          <p:nvPicPr>
            <p:cNvPr id="9" name="product_distributed-io.png">
              <a:extLst>
                <a:ext uri="{FF2B5EF4-FFF2-40B4-BE49-F238E27FC236}">
                  <a16:creationId xmlns:a16="http://schemas.microsoft.com/office/drawing/2014/main" id="{1641B1CB-28E9-7344-2CDC-B127FDA31AA6}"/>
                </a:ext>
              </a:extLst>
            </p:cNvPr>
            <p:cNvPicPr>
              <a:picLocks noChangeAspect="1"/>
            </p:cNvPicPr>
            <p:nvPr>
              <p:custDataLst>
                <p:tags r:id="rId17"/>
              </p:custDataLst>
            </p:nvPr>
          </p:nvPicPr>
          <p:blipFill>
            <a:blip r:embed="rId29" cstate="print">
              <a:extLst>
                <a:ext uri="{28A0092B-C50C-407E-A947-70E740481C1C}">
                  <a14:useLocalDpi xmlns:a14="http://schemas.microsoft.com/office/drawing/2010/main" val="0"/>
                </a:ext>
              </a:extLst>
            </a:blip>
            <a:stretch>
              <a:fillRect/>
            </a:stretch>
          </p:blipFill>
          <p:spPr>
            <a:xfrm>
              <a:off x="1266431" y="3092428"/>
              <a:ext cx="455031" cy="455031"/>
            </a:xfrm>
            <a:prstGeom prst="rect">
              <a:avLst/>
            </a:prstGeom>
            <a:solidFill>
              <a:schemeClr val="tx1"/>
            </a:solidFill>
          </p:spPr>
        </p:pic>
        <p:grpSp>
          <p:nvGrpSpPr>
            <p:cNvPr id="10" name="Gruppieren 9">
              <a:extLst>
                <a:ext uri="{FF2B5EF4-FFF2-40B4-BE49-F238E27FC236}">
                  <a16:creationId xmlns:a16="http://schemas.microsoft.com/office/drawing/2014/main" id="{973FB228-D3DD-C868-B4B2-2519B85B68E6}"/>
                </a:ext>
              </a:extLst>
            </p:cNvPr>
            <p:cNvGrpSpPr>
              <a:grpSpLocks noChangeAspect="1"/>
            </p:cNvGrpSpPr>
            <p:nvPr/>
          </p:nvGrpSpPr>
          <p:grpSpPr>
            <a:xfrm>
              <a:off x="2291552" y="3090663"/>
              <a:ext cx="622096" cy="496392"/>
              <a:chOff x="4105359" y="1822075"/>
              <a:chExt cx="4583448" cy="3657298"/>
            </a:xfrm>
            <a:solidFill>
              <a:schemeClr val="bg1"/>
            </a:solidFill>
          </p:grpSpPr>
          <p:pic>
            <p:nvPicPr>
              <p:cNvPr id="17" name="product_simatic-s7-1500.png">
                <a:extLst>
                  <a:ext uri="{FF2B5EF4-FFF2-40B4-BE49-F238E27FC236}">
                    <a16:creationId xmlns:a16="http://schemas.microsoft.com/office/drawing/2014/main" id="{D60A4294-E06A-4FC5-5030-5B3B092DE6CD}"/>
                  </a:ext>
                </a:extLst>
              </p:cNvPr>
              <p:cNvPicPr>
                <a:picLocks noChangeAspect="1"/>
              </p:cNvPicPr>
              <p:nvPr>
                <p:custDataLst>
                  <p:tags r:id="rId20"/>
                </p:custDataLst>
              </p:nvPr>
            </p:nvPicPr>
            <p:blipFill rotWithShape="1">
              <a:blip r:embed="rId30"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a:solidFill>
                <a:schemeClr val="tx1"/>
              </a:solidFill>
            </p:spPr>
          </p:pic>
          <p:pic>
            <p:nvPicPr>
              <p:cNvPr id="18" name="product_simatic-s7-1500.png">
                <a:extLst>
                  <a:ext uri="{FF2B5EF4-FFF2-40B4-BE49-F238E27FC236}">
                    <a16:creationId xmlns:a16="http://schemas.microsoft.com/office/drawing/2014/main" id="{1D386A5B-CE11-EF3F-A735-266B69E98BF2}"/>
                  </a:ext>
                </a:extLst>
              </p:cNvPr>
              <p:cNvPicPr>
                <a:picLocks noChangeAspect="1"/>
              </p:cNvPicPr>
              <p:nvPr>
                <p:custDataLst>
                  <p:tags r:id="rId21"/>
                </p:custDataLst>
              </p:nvPr>
            </p:nvPicPr>
            <p:blipFill rotWithShape="1">
              <a:blip r:embed="rId31"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a:grpFill/>
            </p:spPr>
          </p:pic>
          <p:pic>
            <p:nvPicPr>
              <p:cNvPr id="19" name="product_simatic-s7-1500.png">
                <a:extLst>
                  <a:ext uri="{FF2B5EF4-FFF2-40B4-BE49-F238E27FC236}">
                    <a16:creationId xmlns:a16="http://schemas.microsoft.com/office/drawing/2014/main" id="{6BDCA061-8189-962E-A006-12F138AAA44E}"/>
                  </a:ext>
                </a:extLst>
              </p:cNvPr>
              <p:cNvPicPr>
                <a:picLocks noChangeAspect="1"/>
              </p:cNvPicPr>
              <p:nvPr>
                <p:custDataLst>
                  <p:tags r:id="rId22"/>
                </p:custDataLst>
              </p:nvPr>
            </p:nvPicPr>
            <p:blipFill rotWithShape="1">
              <a:blip r:embed="rId32"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a:noFill/>
            </p:spPr>
          </p:pic>
          <p:pic>
            <p:nvPicPr>
              <p:cNvPr id="20" name="product_simatic-s7-1500.png">
                <a:extLst>
                  <a:ext uri="{FF2B5EF4-FFF2-40B4-BE49-F238E27FC236}">
                    <a16:creationId xmlns:a16="http://schemas.microsoft.com/office/drawing/2014/main" id="{1BA26E3E-72D2-DC23-540F-AD157D933212}"/>
                  </a:ext>
                </a:extLst>
              </p:cNvPr>
              <p:cNvPicPr>
                <a:picLocks noChangeAspect="1"/>
              </p:cNvPicPr>
              <p:nvPr>
                <p:custDataLst>
                  <p:tags r:id="rId23"/>
                </p:custDataLst>
              </p:nvPr>
            </p:nvPicPr>
            <p:blipFill rotWithShape="1">
              <a:blip r:embed="rId33"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a:solidFill>
                <a:schemeClr val="tx1"/>
              </a:solidFill>
            </p:spPr>
          </p:pic>
        </p:grpSp>
        <p:sp>
          <p:nvSpPr>
            <p:cNvPr id="11" name="Text Box 16">
              <a:extLst>
                <a:ext uri="{FF2B5EF4-FFF2-40B4-BE49-F238E27FC236}">
                  <a16:creationId xmlns:a16="http://schemas.microsoft.com/office/drawing/2014/main" id="{A3D67D71-CFD8-F1A4-3637-C9B52E788C31}"/>
                </a:ext>
              </a:extLst>
            </p:cNvPr>
            <p:cNvSpPr txBox="1">
              <a:spLocks noChangeArrowheads="1"/>
            </p:cNvSpPr>
            <p:nvPr>
              <p:custDataLst>
                <p:tags r:id="rId18"/>
              </p:custDataLst>
            </p:nvPr>
          </p:nvSpPr>
          <p:spPr bwMode="auto">
            <a:xfrm>
              <a:off x="2928224" y="2451027"/>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sp>
          <p:nvSpPr>
            <p:cNvPr id="12" name="Text Box 16">
              <a:extLst>
                <a:ext uri="{FF2B5EF4-FFF2-40B4-BE49-F238E27FC236}">
                  <a16:creationId xmlns:a16="http://schemas.microsoft.com/office/drawing/2014/main" id="{64EDCCF2-B86F-CD68-40D7-F736863102F8}"/>
                </a:ext>
              </a:extLst>
            </p:cNvPr>
            <p:cNvSpPr txBox="1">
              <a:spLocks noChangeArrowheads="1"/>
            </p:cNvSpPr>
            <p:nvPr>
              <p:custDataLst>
                <p:tags r:id="rId19"/>
              </p:custDataLst>
            </p:nvPr>
          </p:nvSpPr>
          <p:spPr bwMode="auto">
            <a:xfrm>
              <a:off x="399618" y="2448868"/>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pic>
          <p:nvPicPr>
            <p:cNvPr id="13" name="Grafik 12">
              <a:extLst>
                <a:ext uri="{FF2B5EF4-FFF2-40B4-BE49-F238E27FC236}">
                  <a16:creationId xmlns:a16="http://schemas.microsoft.com/office/drawing/2014/main" id="{5733469C-DAD5-39DD-8A2F-4FF51D2C335A}"/>
                </a:ext>
              </a:extLst>
            </p:cNvPr>
            <p:cNvPicPr>
              <a:picLocks noChangeAspect="1"/>
            </p:cNvPicPr>
            <p:nvPr/>
          </p:nvPicPr>
          <p:blipFill>
            <a:blip r:embed="rId34"/>
            <a:stretch>
              <a:fillRect/>
            </a:stretch>
          </p:blipFill>
          <p:spPr>
            <a:xfrm>
              <a:off x="1308210" y="2217989"/>
              <a:ext cx="371475" cy="638175"/>
            </a:xfrm>
            <a:prstGeom prst="rect">
              <a:avLst/>
            </a:prstGeom>
          </p:spPr>
        </p:pic>
        <p:pic>
          <p:nvPicPr>
            <p:cNvPr id="14" name="Grafik 13">
              <a:extLst>
                <a:ext uri="{FF2B5EF4-FFF2-40B4-BE49-F238E27FC236}">
                  <a16:creationId xmlns:a16="http://schemas.microsoft.com/office/drawing/2014/main" id="{786F961B-30DE-F704-52EE-39570229D8A7}"/>
                </a:ext>
              </a:extLst>
            </p:cNvPr>
            <p:cNvPicPr>
              <a:picLocks noChangeAspect="1"/>
            </p:cNvPicPr>
            <p:nvPr/>
          </p:nvPicPr>
          <p:blipFill>
            <a:blip r:embed="rId34"/>
            <a:stretch>
              <a:fillRect/>
            </a:stretch>
          </p:blipFill>
          <p:spPr>
            <a:xfrm>
              <a:off x="2453428" y="2190119"/>
              <a:ext cx="371475" cy="638175"/>
            </a:xfrm>
            <a:prstGeom prst="rect">
              <a:avLst/>
            </a:prstGeom>
          </p:spPr>
        </p:pic>
      </p:grpSp>
      <p:sp>
        <p:nvSpPr>
          <p:cNvPr id="21" name="Pfeil: nach rechts 20">
            <a:extLst>
              <a:ext uri="{FF2B5EF4-FFF2-40B4-BE49-F238E27FC236}">
                <a16:creationId xmlns:a16="http://schemas.microsoft.com/office/drawing/2014/main" id="{22048223-84A6-F3BD-0CD7-BADF67CB68AA}"/>
              </a:ext>
            </a:extLst>
          </p:cNvPr>
          <p:cNvSpPr/>
          <p:nvPr/>
        </p:nvSpPr>
        <p:spPr>
          <a:xfrm>
            <a:off x="3915127" y="2421838"/>
            <a:ext cx="637937" cy="47847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 name="Text Box 16">
            <a:extLst>
              <a:ext uri="{FF2B5EF4-FFF2-40B4-BE49-F238E27FC236}">
                <a16:creationId xmlns:a16="http://schemas.microsoft.com/office/drawing/2014/main" id="{5CA707BA-4150-37B1-CB87-9E3278E94B1F}"/>
              </a:ext>
            </a:extLst>
          </p:cNvPr>
          <p:cNvSpPr txBox="1">
            <a:spLocks noChangeArrowheads="1"/>
          </p:cNvSpPr>
          <p:nvPr>
            <p:custDataLst>
              <p:tags r:id="rId2"/>
            </p:custDataLst>
          </p:nvPr>
        </p:nvSpPr>
        <p:spPr bwMode="auto">
          <a:xfrm>
            <a:off x="4894168" y="1932688"/>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Primary</a:t>
            </a:r>
          </a:p>
        </p:txBody>
      </p:sp>
      <p:sp>
        <p:nvSpPr>
          <p:cNvPr id="28" name="Text Box 21">
            <a:extLst>
              <a:ext uri="{FF2B5EF4-FFF2-40B4-BE49-F238E27FC236}">
                <a16:creationId xmlns:a16="http://schemas.microsoft.com/office/drawing/2014/main" id="{23674974-96F5-1185-D955-1728D9AC822F}"/>
              </a:ext>
            </a:extLst>
          </p:cNvPr>
          <p:cNvSpPr txBox="1">
            <a:spLocks noChangeArrowheads="1"/>
          </p:cNvSpPr>
          <p:nvPr>
            <p:custDataLst>
              <p:tags r:id="rId3"/>
            </p:custDataLst>
          </p:nvPr>
        </p:nvSpPr>
        <p:spPr bwMode="auto">
          <a:xfrm>
            <a:off x="7111954" y="1937206"/>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Backup</a:t>
            </a:r>
          </a:p>
        </p:txBody>
      </p:sp>
      <p:sp>
        <p:nvSpPr>
          <p:cNvPr id="195" name="Text Box 16">
            <a:extLst>
              <a:ext uri="{FF2B5EF4-FFF2-40B4-BE49-F238E27FC236}">
                <a16:creationId xmlns:a16="http://schemas.microsoft.com/office/drawing/2014/main" id="{734A3145-C1D5-6147-A53E-CB212E01E61B}"/>
              </a:ext>
            </a:extLst>
          </p:cNvPr>
          <p:cNvSpPr txBox="1">
            <a:spLocks noChangeArrowheads="1"/>
          </p:cNvSpPr>
          <p:nvPr>
            <p:custDataLst>
              <p:tags r:id="rId4"/>
            </p:custDataLst>
          </p:nvPr>
        </p:nvSpPr>
        <p:spPr bwMode="auto">
          <a:xfrm>
            <a:off x="7111954" y="2124202"/>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sp>
        <p:nvSpPr>
          <p:cNvPr id="196" name="Text Box 16">
            <a:extLst>
              <a:ext uri="{FF2B5EF4-FFF2-40B4-BE49-F238E27FC236}">
                <a16:creationId xmlns:a16="http://schemas.microsoft.com/office/drawing/2014/main" id="{6D121528-EBBA-5612-B7CE-4961837E721B}"/>
              </a:ext>
            </a:extLst>
          </p:cNvPr>
          <p:cNvSpPr txBox="1">
            <a:spLocks noChangeArrowheads="1"/>
          </p:cNvSpPr>
          <p:nvPr>
            <p:custDataLst>
              <p:tags r:id="rId5"/>
            </p:custDataLst>
          </p:nvPr>
        </p:nvSpPr>
        <p:spPr bwMode="auto">
          <a:xfrm>
            <a:off x="4583348" y="2122043"/>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pic>
        <p:nvPicPr>
          <p:cNvPr id="199" name="Picture 12" descr="C:\Users\adzuth0\AppData\Local\Temp\SNAGHTML1699469.PNG">
            <a:extLst>
              <a:ext uri="{FF2B5EF4-FFF2-40B4-BE49-F238E27FC236}">
                <a16:creationId xmlns:a16="http://schemas.microsoft.com/office/drawing/2014/main" id="{8D49CA18-6311-641B-01E2-3EABF40B46FB}"/>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6079816" y="1918320"/>
            <a:ext cx="396566" cy="461883"/>
          </a:xfrm>
          <a:prstGeom prst="rect">
            <a:avLst/>
          </a:prstGeom>
          <a:noFill/>
          <a:extLst>
            <a:ext uri="{909E8E84-426E-40DD-AFC4-6F175D3DCCD1}">
              <a14:hiddenFill xmlns:a14="http://schemas.microsoft.com/office/drawing/2010/main">
                <a:solidFill>
                  <a:srgbClr val="FFFFFF"/>
                </a:solidFill>
              </a14:hiddenFill>
            </a:ext>
          </a:extLst>
        </p:spPr>
      </p:pic>
      <p:pic>
        <p:nvPicPr>
          <p:cNvPr id="259" name="Grafik 258" descr="Häkchen mit einfarbiger Füllung">
            <a:extLst>
              <a:ext uri="{FF2B5EF4-FFF2-40B4-BE49-F238E27FC236}">
                <a16:creationId xmlns:a16="http://schemas.microsoft.com/office/drawing/2014/main" id="{F64E7214-A500-CB89-4587-6243EC5C6DB2}"/>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6713126" y="3267005"/>
            <a:ext cx="179773" cy="179773"/>
          </a:xfrm>
          <a:prstGeom prst="rect">
            <a:avLst/>
          </a:prstGeom>
        </p:spPr>
      </p:pic>
      <p:grpSp>
        <p:nvGrpSpPr>
          <p:cNvPr id="261" name="Gruppieren 260">
            <a:extLst>
              <a:ext uri="{FF2B5EF4-FFF2-40B4-BE49-F238E27FC236}">
                <a16:creationId xmlns:a16="http://schemas.microsoft.com/office/drawing/2014/main" id="{C8267532-671D-2490-5102-A75C9FFB9CB1}"/>
              </a:ext>
            </a:extLst>
          </p:cNvPr>
          <p:cNvGrpSpPr/>
          <p:nvPr/>
        </p:nvGrpSpPr>
        <p:grpSpPr>
          <a:xfrm>
            <a:off x="8894940" y="1823399"/>
            <a:ext cx="2503151" cy="1584161"/>
            <a:chOff x="5070351" y="1559526"/>
            <a:chExt cx="2503151" cy="1584161"/>
          </a:xfrm>
        </p:grpSpPr>
        <p:sp>
          <p:nvSpPr>
            <p:cNvPr id="262" name="Rechteck: abgerundete Ecken 261">
              <a:extLst>
                <a:ext uri="{FF2B5EF4-FFF2-40B4-BE49-F238E27FC236}">
                  <a16:creationId xmlns:a16="http://schemas.microsoft.com/office/drawing/2014/main" id="{8B1576EA-E43F-A8AA-B746-32BCBB427F6C}"/>
                </a:ext>
              </a:extLst>
            </p:cNvPr>
            <p:cNvSpPr/>
            <p:nvPr/>
          </p:nvSpPr>
          <p:spPr>
            <a:xfrm>
              <a:off x="5070351" y="2102279"/>
              <a:ext cx="2280414" cy="567371"/>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82" name="Rechteck 281">
              <a:extLst>
                <a:ext uri="{FF2B5EF4-FFF2-40B4-BE49-F238E27FC236}">
                  <a16:creationId xmlns:a16="http://schemas.microsoft.com/office/drawing/2014/main" id="{14B6B828-15B7-4018-48E6-203A29B1E891}"/>
                </a:ext>
              </a:extLst>
            </p:cNvPr>
            <p:cNvSpPr/>
            <p:nvPr/>
          </p:nvSpPr>
          <p:spPr>
            <a:xfrm>
              <a:off x="5496387" y="2086162"/>
              <a:ext cx="757417" cy="60252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65" name="Text Box 21">
              <a:extLst>
                <a:ext uri="{FF2B5EF4-FFF2-40B4-BE49-F238E27FC236}">
                  <a16:creationId xmlns:a16="http://schemas.microsoft.com/office/drawing/2014/main" id="{61D7D8FD-D046-2971-18CF-F83F532BA062}"/>
                </a:ext>
              </a:extLst>
            </p:cNvPr>
            <p:cNvSpPr txBox="1">
              <a:spLocks noChangeArrowheads="1"/>
            </p:cNvSpPr>
            <p:nvPr>
              <p:custDataLst>
                <p:tags r:id="rId8"/>
              </p:custDataLst>
            </p:nvPr>
          </p:nvSpPr>
          <p:spPr bwMode="auto">
            <a:xfrm>
              <a:off x="7111836" y="1633438"/>
              <a:ext cx="461666"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Backup</a:t>
              </a:r>
            </a:p>
          </p:txBody>
        </p:sp>
        <p:pic>
          <p:nvPicPr>
            <p:cNvPr id="266" name="product_distributed-io.png">
              <a:extLst>
                <a:ext uri="{FF2B5EF4-FFF2-40B4-BE49-F238E27FC236}">
                  <a16:creationId xmlns:a16="http://schemas.microsoft.com/office/drawing/2014/main" id="{AAC67865-5358-BE17-B1E0-38D5782A0D0C}"/>
                </a:ext>
              </a:extLst>
            </p:cNvPr>
            <p:cNvPicPr>
              <a:picLocks noChangeAspect="1"/>
            </p:cNvPicPr>
            <p:nvPr>
              <p:custDataLst>
                <p:tags r:id="rId9"/>
              </p:custDataLst>
            </p:nvPr>
          </p:nvPicPr>
          <p:blipFill>
            <a:blip r:embed="rId29" cstate="print">
              <a:extLst>
                <a:ext uri="{28A0092B-C50C-407E-A947-70E740481C1C}">
                  <a14:useLocalDpi xmlns:a14="http://schemas.microsoft.com/office/drawing/2010/main" val="0"/>
                </a:ext>
              </a:extLst>
            </a:blip>
            <a:stretch>
              <a:fillRect/>
            </a:stretch>
          </p:blipFill>
          <p:spPr>
            <a:xfrm>
              <a:off x="5450161" y="2461835"/>
              <a:ext cx="455031" cy="455031"/>
            </a:xfrm>
            <a:prstGeom prst="rect">
              <a:avLst/>
            </a:prstGeom>
            <a:noFill/>
          </p:spPr>
        </p:pic>
        <p:grpSp>
          <p:nvGrpSpPr>
            <p:cNvPr id="267" name="Gruppieren 266">
              <a:extLst>
                <a:ext uri="{FF2B5EF4-FFF2-40B4-BE49-F238E27FC236}">
                  <a16:creationId xmlns:a16="http://schemas.microsoft.com/office/drawing/2014/main" id="{BD530F28-3F3B-6D80-D3E3-9203BFB21591}"/>
                </a:ext>
              </a:extLst>
            </p:cNvPr>
            <p:cNvGrpSpPr>
              <a:grpSpLocks noChangeAspect="1"/>
            </p:cNvGrpSpPr>
            <p:nvPr/>
          </p:nvGrpSpPr>
          <p:grpSpPr>
            <a:xfrm>
              <a:off x="6475282" y="2460070"/>
              <a:ext cx="622096" cy="496392"/>
              <a:chOff x="4105359" y="1822075"/>
              <a:chExt cx="4583448" cy="3657298"/>
            </a:xfrm>
            <a:solidFill>
              <a:schemeClr val="bg1"/>
            </a:solidFill>
          </p:grpSpPr>
          <p:pic>
            <p:nvPicPr>
              <p:cNvPr id="277" name="product_simatic-s7-1500.png">
                <a:extLst>
                  <a:ext uri="{FF2B5EF4-FFF2-40B4-BE49-F238E27FC236}">
                    <a16:creationId xmlns:a16="http://schemas.microsoft.com/office/drawing/2014/main" id="{9250E868-6C25-5468-58C2-FBA350074FCC}"/>
                  </a:ext>
                </a:extLst>
              </p:cNvPr>
              <p:cNvPicPr>
                <a:picLocks noChangeAspect="1"/>
              </p:cNvPicPr>
              <p:nvPr>
                <p:custDataLst>
                  <p:tags r:id="rId11"/>
                </p:custDataLst>
              </p:nvPr>
            </p:nvPicPr>
            <p:blipFill rotWithShape="1">
              <a:blip r:embed="rId30"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a:grpFill/>
            </p:spPr>
          </p:pic>
          <p:pic>
            <p:nvPicPr>
              <p:cNvPr id="278" name="product_simatic-s7-1500.png">
                <a:extLst>
                  <a:ext uri="{FF2B5EF4-FFF2-40B4-BE49-F238E27FC236}">
                    <a16:creationId xmlns:a16="http://schemas.microsoft.com/office/drawing/2014/main" id="{60C604CF-7C00-5F6F-70FA-F00FC8AE5B3A}"/>
                  </a:ext>
                </a:extLst>
              </p:cNvPr>
              <p:cNvPicPr>
                <a:picLocks noChangeAspect="1"/>
              </p:cNvPicPr>
              <p:nvPr>
                <p:custDataLst>
                  <p:tags r:id="rId12"/>
                </p:custDataLst>
              </p:nvPr>
            </p:nvPicPr>
            <p:blipFill rotWithShape="1">
              <a:blip r:embed="rId31"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a:grpFill/>
            </p:spPr>
          </p:pic>
          <p:pic>
            <p:nvPicPr>
              <p:cNvPr id="279" name="product_simatic-s7-1500.png">
                <a:extLst>
                  <a:ext uri="{FF2B5EF4-FFF2-40B4-BE49-F238E27FC236}">
                    <a16:creationId xmlns:a16="http://schemas.microsoft.com/office/drawing/2014/main" id="{C6403CA3-6A2D-0BA6-2468-F04B493E910C}"/>
                  </a:ext>
                </a:extLst>
              </p:cNvPr>
              <p:cNvPicPr>
                <a:picLocks noChangeAspect="1"/>
              </p:cNvPicPr>
              <p:nvPr>
                <p:custDataLst>
                  <p:tags r:id="rId13"/>
                </p:custDataLst>
              </p:nvPr>
            </p:nvPicPr>
            <p:blipFill rotWithShape="1">
              <a:blip r:embed="rId32"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a:solidFill>
                <a:schemeClr val="tx1"/>
              </a:solidFill>
            </p:spPr>
          </p:pic>
          <p:pic>
            <p:nvPicPr>
              <p:cNvPr id="280" name="product_simatic-s7-1500.png">
                <a:extLst>
                  <a:ext uri="{FF2B5EF4-FFF2-40B4-BE49-F238E27FC236}">
                    <a16:creationId xmlns:a16="http://schemas.microsoft.com/office/drawing/2014/main" id="{528E032A-7EDB-D769-0946-BA647CA8CE60}"/>
                  </a:ext>
                </a:extLst>
              </p:cNvPr>
              <p:cNvPicPr>
                <a:picLocks noChangeAspect="1"/>
              </p:cNvPicPr>
              <p:nvPr>
                <p:custDataLst>
                  <p:tags r:id="rId14"/>
                </p:custDataLst>
              </p:nvPr>
            </p:nvPicPr>
            <p:blipFill rotWithShape="1">
              <a:blip r:embed="rId33"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a:grpFill/>
            </p:spPr>
          </p:pic>
        </p:grpSp>
        <p:sp>
          <p:nvSpPr>
            <p:cNvPr id="268" name="Text Box 16">
              <a:extLst>
                <a:ext uri="{FF2B5EF4-FFF2-40B4-BE49-F238E27FC236}">
                  <a16:creationId xmlns:a16="http://schemas.microsoft.com/office/drawing/2014/main" id="{BC7C8CD2-C3A6-7009-F34B-FF5FE7BDEB1C}"/>
                </a:ext>
              </a:extLst>
            </p:cNvPr>
            <p:cNvSpPr txBox="1">
              <a:spLocks noChangeArrowheads="1"/>
            </p:cNvSpPr>
            <p:nvPr>
              <p:custDataLst>
                <p:tags r:id="rId10"/>
              </p:custDataLst>
            </p:nvPr>
          </p:nvSpPr>
          <p:spPr bwMode="auto">
            <a:xfrm>
              <a:off x="7128237" y="1822322"/>
              <a:ext cx="309380" cy="123111"/>
            </a:xfrm>
            <a:prstGeom prst="rect">
              <a:avLst/>
            </a:prstGeom>
            <a:solidFill>
              <a:srgbClr val="FF000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STOP </a:t>
              </a:r>
            </a:p>
          </p:txBody>
        </p:sp>
        <p:pic>
          <p:nvPicPr>
            <p:cNvPr id="270" name="Grafik 269">
              <a:extLst>
                <a:ext uri="{FF2B5EF4-FFF2-40B4-BE49-F238E27FC236}">
                  <a16:creationId xmlns:a16="http://schemas.microsoft.com/office/drawing/2014/main" id="{073465C1-4C83-0ED0-7483-EEB1795AC42C}"/>
                </a:ext>
              </a:extLst>
            </p:cNvPr>
            <p:cNvPicPr>
              <a:picLocks noChangeAspect="1"/>
            </p:cNvPicPr>
            <p:nvPr/>
          </p:nvPicPr>
          <p:blipFill>
            <a:blip r:embed="rId34"/>
            <a:stretch>
              <a:fillRect/>
            </a:stretch>
          </p:blipFill>
          <p:spPr>
            <a:xfrm>
              <a:off x="5491940" y="1587396"/>
              <a:ext cx="371475" cy="638175"/>
            </a:xfrm>
            <a:prstGeom prst="rect">
              <a:avLst/>
            </a:prstGeom>
          </p:spPr>
        </p:pic>
        <p:pic>
          <p:nvPicPr>
            <p:cNvPr id="271" name="Grafik 270">
              <a:extLst>
                <a:ext uri="{FF2B5EF4-FFF2-40B4-BE49-F238E27FC236}">
                  <a16:creationId xmlns:a16="http://schemas.microsoft.com/office/drawing/2014/main" id="{E6BF51FC-EA36-74A5-650F-2FD239CE3CEC}"/>
                </a:ext>
              </a:extLst>
            </p:cNvPr>
            <p:cNvPicPr>
              <a:picLocks noChangeAspect="1"/>
            </p:cNvPicPr>
            <p:nvPr/>
          </p:nvPicPr>
          <p:blipFill>
            <a:blip r:embed="rId34"/>
            <a:stretch>
              <a:fillRect/>
            </a:stretch>
          </p:blipFill>
          <p:spPr>
            <a:xfrm>
              <a:off x="6637158" y="1559526"/>
              <a:ext cx="371475" cy="638175"/>
            </a:xfrm>
            <a:prstGeom prst="rect">
              <a:avLst/>
            </a:prstGeom>
          </p:spPr>
        </p:pic>
        <p:pic>
          <p:nvPicPr>
            <p:cNvPr id="272" name="Picture 12" descr="C:\Users\adzuth0\AppData\Local\Temp\SNAGHTML1699469.PNG">
              <a:extLst>
                <a:ext uri="{FF2B5EF4-FFF2-40B4-BE49-F238E27FC236}">
                  <a16:creationId xmlns:a16="http://schemas.microsoft.com/office/drawing/2014/main" id="{877C2728-0826-ED5E-36CB-03311B8387CA}"/>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998785" y="2681804"/>
              <a:ext cx="396566" cy="461883"/>
            </a:xfrm>
            <a:prstGeom prst="rect">
              <a:avLst/>
            </a:prstGeom>
            <a:noFill/>
            <a:extLst>
              <a:ext uri="{909E8E84-426E-40DD-AFC4-6F175D3DCCD1}">
                <a14:hiddenFill xmlns:a14="http://schemas.microsoft.com/office/drawing/2010/main">
                  <a:solidFill>
                    <a:srgbClr val="FFFFFF"/>
                  </a:solidFill>
                </a14:hiddenFill>
              </a:ext>
            </a:extLst>
          </p:spPr>
        </p:pic>
        <p:cxnSp>
          <p:nvCxnSpPr>
            <p:cNvPr id="273" name="Gerader Verbinder 272">
              <a:extLst>
                <a:ext uri="{FF2B5EF4-FFF2-40B4-BE49-F238E27FC236}">
                  <a16:creationId xmlns:a16="http://schemas.microsoft.com/office/drawing/2014/main" id="{F56238D5-1780-581E-38BD-DA0CC3270832}"/>
                </a:ext>
              </a:extLst>
            </p:cNvPr>
            <p:cNvCxnSpPr>
              <a:cxnSpLocks/>
            </p:cNvCxnSpPr>
            <p:nvPr/>
          </p:nvCxnSpPr>
          <p:spPr>
            <a:xfrm flipH="1">
              <a:off x="5855787" y="2102560"/>
              <a:ext cx="421030" cy="0"/>
            </a:xfrm>
            <a:prstGeom prst="lin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274" name="Gerader Verbinder 273">
              <a:extLst>
                <a:ext uri="{FF2B5EF4-FFF2-40B4-BE49-F238E27FC236}">
                  <a16:creationId xmlns:a16="http://schemas.microsoft.com/office/drawing/2014/main" id="{4A3F6B59-72C3-756F-8E44-0720079E92E5}"/>
                </a:ext>
              </a:extLst>
            </p:cNvPr>
            <p:cNvCxnSpPr>
              <a:cxnSpLocks/>
            </p:cNvCxnSpPr>
            <p:nvPr/>
          </p:nvCxnSpPr>
          <p:spPr>
            <a:xfrm flipH="1">
              <a:off x="5903895" y="2668062"/>
              <a:ext cx="571387" cy="0"/>
            </a:xfrm>
            <a:prstGeom prst="line">
              <a:avLst/>
            </a:prstGeom>
            <a:noFill/>
            <a:ln w="28575">
              <a:solidFill>
                <a:srgbClr val="EF0137"/>
              </a:solidFill>
            </a:ln>
          </p:spPr>
          <p:style>
            <a:lnRef idx="2">
              <a:schemeClr val="accent1">
                <a:shade val="50000"/>
              </a:schemeClr>
            </a:lnRef>
            <a:fillRef idx="1">
              <a:schemeClr val="accent1"/>
            </a:fillRef>
            <a:effectRef idx="0">
              <a:schemeClr val="accent1"/>
            </a:effectRef>
            <a:fontRef idx="minor">
              <a:schemeClr val="lt1"/>
            </a:fontRef>
          </p:style>
        </p:cxnSp>
      </p:grpSp>
      <p:sp>
        <p:nvSpPr>
          <p:cNvPr id="284" name="Pfeil: nach rechts 283">
            <a:extLst>
              <a:ext uri="{FF2B5EF4-FFF2-40B4-BE49-F238E27FC236}">
                <a16:creationId xmlns:a16="http://schemas.microsoft.com/office/drawing/2014/main" id="{CB74631C-79C3-CE9C-1654-A14C90EFB6E6}"/>
              </a:ext>
            </a:extLst>
          </p:cNvPr>
          <p:cNvSpPr/>
          <p:nvPr/>
        </p:nvSpPr>
        <p:spPr>
          <a:xfrm>
            <a:off x="7968836" y="2381378"/>
            <a:ext cx="637937" cy="478479"/>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87" name="Rechteck 386">
            <a:extLst>
              <a:ext uri="{FF2B5EF4-FFF2-40B4-BE49-F238E27FC236}">
                <a16:creationId xmlns:a16="http://schemas.microsoft.com/office/drawing/2014/main" id="{3503F1FE-9683-5098-7F33-9FF804975DA3}"/>
              </a:ext>
            </a:extLst>
          </p:cNvPr>
          <p:cNvSpPr/>
          <p:nvPr/>
        </p:nvSpPr>
        <p:spPr>
          <a:xfrm>
            <a:off x="409516" y="1353769"/>
            <a:ext cx="11313572" cy="339590"/>
          </a:xfrm>
          <a:prstGeom prst="rect">
            <a:avLst/>
          </a:prstGeom>
          <a:solidFill>
            <a:srgbClr val="009999"/>
          </a:solidFill>
          <a:ln>
            <a:noFill/>
          </a:ln>
          <a:effectLst/>
        </p:spPr>
        <p:txBody>
          <a:bodyPr lIns="179906" tIns="71963" rIns="71963" bIns="71963" anchor="ctr" anchorCtr="0"/>
          <a:lstStyle/>
          <a:p>
            <a:pPr algn="ctr"/>
            <a:r>
              <a:rPr lang="en-US" sz="1600" dirty="0">
                <a:solidFill>
                  <a:schemeClr val="bg1"/>
                </a:solidFill>
              </a:rPr>
              <a:t>Behavior with S7-1500R</a:t>
            </a:r>
          </a:p>
        </p:txBody>
      </p:sp>
      <p:sp>
        <p:nvSpPr>
          <p:cNvPr id="388" name="Rechteck 387">
            <a:extLst>
              <a:ext uri="{FF2B5EF4-FFF2-40B4-BE49-F238E27FC236}">
                <a16:creationId xmlns:a16="http://schemas.microsoft.com/office/drawing/2014/main" id="{8E52AF72-3564-4AE5-9D31-181D37F2A216}"/>
              </a:ext>
            </a:extLst>
          </p:cNvPr>
          <p:cNvSpPr/>
          <p:nvPr/>
        </p:nvSpPr>
        <p:spPr>
          <a:xfrm>
            <a:off x="4736360" y="3516579"/>
            <a:ext cx="3003331" cy="547200"/>
          </a:xfrm>
          <a:prstGeom prst="rect">
            <a:avLst/>
          </a:prstGeom>
          <a:solidFill>
            <a:srgbClr val="BECDD7"/>
          </a:solidFill>
          <a:ln>
            <a:noFill/>
          </a:ln>
          <a:effectLst/>
        </p:spPr>
        <p:txBody>
          <a:bodyPr lIns="179906" tIns="71963" rIns="71963" bIns="71963" anchor="ctr" anchorCtr="0"/>
          <a:lstStyle/>
          <a:p>
            <a:pPr algn="ctr"/>
            <a:r>
              <a:rPr lang="en-US" sz="1100" dirty="0">
                <a:solidFill>
                  <a:schemeClr val="bg1"/>
                </a:solidFill>
              </a:rPr>
              <a:t>Direct redundancy connection fails</a:t>
            </a:r>
            <a:br>
              <a:rPr lang="en-US" sz="1100" dirty="0">
                <a:solidFill>
                  <a:schemeClr val="bg1"/>
                </a:solidFill>
              </a:rPr>
            </a:br>
            <a:r>
              <a:rPr lang="en-US" sz="1100" dirty="0">
                <a:solidFill>
                  <a:schemeClr val="bg1"/>
                </a:solidFill>
                <a:sym typeface="Wingdings" panose="05000000000000000000" pitchFamily="2" charset="2"/>
              </a:rPr>
              <a:t> System remains in RUN redundant</a:t>
            </a:r>
            <a:endParaRPr lang="en-US" sz="1100" dirty="0">
              <a:solidFill>
                <a:schemeClr val="bg1"/>
              </a:solidFill>
            </a:endParaRPr>
          </a:p>
        </p:txBody>
      </p:sp>
      <p:sp>
        <p:nvSpPr>
          <p:cNvPr id="390" name="Rechteck 389">
            <a:extLst>
              <a:ext uri="{FF2B5EF4-FFF2-40B4-BE49-F238E27FC236}">
                <a16:creationId xmlns:a16="http://schemas.microsoft.com/office/drawing/2014/main" id="{D5A49815-7B4B-7D0A-59DE-CFA34A972FD2}"/>
              </a:ext>
            </a:extLst>
          </p:cNvPr>
          <p:cNvSpPr/>
          <p:nvPr/>
        </p:nvSpPr>
        <p:spPr>
          <a:xfrm>
            <a:off x="8719757" y="4156560"/>
            <a:ext cx="3003331" cy="731077"/>
          </a:xfrm>
          <a:prstGeom prst="rect">
            <a:avLst/>
          </a:prstGeom>
          <a:solidFill>
            <a:srgbClr val="BECDD7"/>
          </a:solidFill>
          <a:ln>
            <a:noFill/>
          </a:ln>
          <a:effectLst/>
        </p:spPr>
        <p:txBody>
          <a:bodyPr lIns="179906" tIns="71963" rIns="71963" bIns="71963" anchor="ctr" anchorCtr="0"/>
          <a:lstStyle/>
          <a:p>
            <a:pPr algn="ctr"/>
            <a:r>
              <a:rPr lang="en-US" sz="1100" dirty="0">
                <a:solidFill>
                  <a:schemeClr val="bg1"/>
                </a:solidFill>
              </a:rPr>
              <a:t>Case 1: Time interval between the two failures &gt; 100ms</a:t>
            </a:r>
          </a:p>
          <a:p>
            <a:pPr algn="ctr"/>
            <a:r>
              <a:rPr lang="en-US" sz="1100" dirty="0">
                <a:solidFill>
                  <a:schemeClr val="bg1"/>
                </a:solidFill>
                <a:sym typeface="Wingdings" panose="05000000000000000000" pitchFamily="2" charset="2"/>
              </a:rPr>
              <a:t> Run-solo operation with partial failure of IO devices</a:t>
            </a:r>
            <a:endParaRPr lang="en-US" sz="1100" dirty="0">
              <a:solidFill>
                <a:schemeClr val="bg1"/>
              </a:solidFill>
            </a:endParaRPr>
          </a:p>
        </p:txBody>
      </p:sp>
      <p:cxnSp>
        <p:nvCxnSpPr>
          <p:cNvPr id="332" name="Gerader Verbinder 331">
            <a:extLst>
              <a:ext uri="{FF2B5EF4-FFF2-40B4-BE49-F238E27FC236}">
                <a16:creationId xmlns:a16="http://schemas.microsoft.com/office/drawing/2014/main" id="{7C58B6FD-9DB2-D5AA-3ED5-2EEAB1DCB542}"/>
              </a:ext>
            </a:extLst>
          </p:cNvPr>
          <p:cNvCxnSpPr>
            <a:cxnSpLocks/>
          </p:cNvCxnSpPr>
          <p:nvPr/>
        </p:nvCxnSpPr>
        <p:spPr>
          <a:xfrm flipH="1">
            <a:off x="9688259" y="2369056"/>
            <a:ext cx="777604" cy="0"/>
          </a:xfrm>
          <a:prstGeom prst="line">
            <a:avLst/>
          </a:prstGeom>
          <a:noFill/>
          <a:ln w="28575">
            <a:solidFill>
              <a:srgbClr val="EF0137"/>
            </a:solidFill>
          </a:ln>
        </p:spPr>
        <p:style>
          <a:lnRef idx="2">
            <a:schemeClr val="accent1">
              <a:shade val="50000"/>
            </a:schemeClr>
          </a:lnRef>
          <a:fillRef idx="1">
            <a:schemeClr val="accent1"/>
          </a:fillRef>
          <a:effectRef idx="0">
            <a:schemeClr val="accent1"/>
          </a:effectRef>
          <a:fontRef idx="minor">
            <a:schemeClr val="lt1"/>
          </a:fontRef>
        </p:style>
      </p:cxnSp>
      <p:pic>
        <p:nvPicPr>
          <p:cNvPr id="352" name="Picture 12" descr="C:\Users\adzuth0\AppData\Local\Temp\SNAGHTML1699469.PNG">
            <a:extLst>
              <a:ext uri="{FF2B5EF4-FFF2-40B4-BE49-F238E27FC236}">
                <a16:creationId xmlns:a16="http://schemas.microsoft.com/office/drawing/2014/main" id="{35609A75-B240-1CFB-6DFF-E2BB5CB3F936}"/>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9896105" y="1873412"/>
            <a:ext cx="396566" cy="461883"/>
          </a:xfrm>
          <a:prstGeom prst="rect">
            <a:avLst/>
          </a:prstGeom>
          <a:noFill/>
          <a:extLst>
            <a:ext uri="{909E8E84-426E-40DD-AFC4-6F175D3DCCD1}">
              <a14:hiddenFill xmlns:a14="http://schemas.microsoft.com/office/drawing/2010/main">
                <a:solidFill>
                  <a:srgbClr val="FFFFFF"/>
                </a:solidFill>
              </a14:hiddenFill>
            </a:ext>
          </a:extLst>
        </p:spPr>
      </p:pic>
      <p:sp>
        <p:nvSpPr>
          <p:cNvPr id="357" name="Text Box 16">
            <a:extLst>
              <a:ext uri="{FF2B5EF4-FFF2-40B4-BE49-F238E27FC236}">
                <a16:creationId xmlns:a16="http://schemas.microsoft.com/office/drawing/2014/main" id="{204D4412-7DD7-2786-EFA6-D34B85B79FB1}"/>
              </a:ext>
            </a:extLst>
          </p:cNvPr>
          <p:cNvSpPr txBox="1">
            <a:spLocks noChangeArrowheads="1"/>
          </p:cNvSpPr>
          <p:nvPr>
            <p:custDataLst>
              <p:tags r:id="rId6"/>
            </p:custDataLst>
          </p:nvPr>
        </p:nvSpPr>
        <p:spPr bwMode="auto">
          <a:xfrm>
            <a:off x="8800507" y="1935960"/>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Primary</a:t>
            </a:r>
          </a:p>
        </p:txBody>
      </p:sp>
      <p:sp>
        <p:nvSpPr>
          <p:cNvPr id="362" name="Text Box 16">
            <a:extLst>
              <a:ext uri="{FF2B5EF4-FFF2-40B4-BE49-F238E27FC236}">
                <a16:creationId xmlns:a16="http://schemas.microsoft.com/office/drawing/2014/main" id="{04DAC075-F734-4538-F918-02D013E18F87}"/>
              </a:ext>
            </a:extLst>
          </p:cNvPr>
          <p:cNvSpPr txBox="1">
            <a:spLocks noChangeArrowheads="1"/>
          </p:cNvSpPr>
          <p:nvPr>
            <p:custDataLst>
              <p:tags r:id="rId7"/>
            </p:custDataLst>
          </p:nvPr>
        </p:nvSpPr>
        <p:spPr bwMode="auto">
          <a:xfrm>
            <a:off x="8739307" y="2125315"/>
            <a:ext cx="506549" cy="12311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RUN-Solo </a:t>
            </a:r>
          </a:p>
        </p:txBody>
      </p:sp>
      <p:pic>
        <p:nvPicPr>
          <p:cNvPr id="366" name="Picture 12" descr="C:\Users\adzuth0\AppData\Local\Temp\SNAGHTML1699469.PNG">
            <a:extLst>
              <a:ext uri="{FF2B5EF4-FFF2-40B4-BE49-F238E27FC236}">
                <a16:creationId xmlns:a16="http://schemas.microsoft.com/office/drawing/2014/main" id="{560EE994-2F5F-686E-CE53-00CD4F76C01D}"/>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0432655" y="2744685"/>
            <a:ext cx="396566" cy="461883"/>
          </a:xfrm>
          <a:prstGeom prst="rect">
            <a:avLst/>
          </a:prstGeom>
          <a:noFill/>
          <a:extLst>
            <a:ext uri="{909E8E84-426E-40DD-AFC4-6F175D3DCCD1}">
              <a14:hiddenFill xmlns:a14="http://schemas.microsoft.com/office/drawing/2010/main">
                <a:solidFill>
                  <a:srgbClr val="FFFFFF"/>
                </a:solidFill>
              </a14:hiddenFill>
            </a:ext>
          </a:extLst>
        </p:spPr>
      </p:pic>
      <p:cxnSp>
        <p:nvCxnSpPr>
          <p:cNvPr id="392" name="Gerade Verbindung mit Pfeil 391">
            <a:extLst>
              <a:ext uri="{FF2B5EF4-FFF2-40B4-BE49-F238E27FC236}">
                <a16:creationId xmlns:a16="http://schemas.microsoft.com/office/drawing/2014/main" id="{93B376AB-3CF8-D678-5436-9D58B9C3156B}"/>
              </a:ext>
            </a:extLst>
          </p:cNvPr>
          <p:cNvCxnSpPr>
            <a:cxnSpLocks/>
          </p:cNvCxnSpPr>
          <p:nvPr/>
        </p:nvCxnSpPr>
        <p:spPr>
          <a:xfrm flipH="1">
            <a:off x="9511377" y="2500396"/>
            <a:ext cx="1" cy="236264"/>
          </a:xfrm>
          <a:prstGeom prst="straightConnector1">
            <a:avLst/>
          </a:prstGeom>
          <a:ln w="285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4" name="Rechteck 393">
            <a:extLst>
              <a:ext uri="{FF2B5EF4-FFF2-40B4-BE49-F238E27FC236}">
                <a16:creationId xmlns:a16="http://schemas.microsoft.com/office/drawing/2014/main" id="{2C024769-EF40-A610-DB07-C87EF6BB3235}"/>
              </a:ext>
            </a:extLst>
          </p:cNvPr>
          <p:cNvSpPr/>
          <p:nvPr/>
        </p:nvSpPr>
        <p:spPr>
          <a:xfrm>
            <a:off x="9984142" y="2380254"/>
            <a:ext cx="232548" cy="53971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06" name="Rechteck 405">
            <a:extLst>
              <a:ext uri="{FF2B5EF4-FFF2-40B4-BE49-F238E27FC236}">
                <a16:creationId xmlns:a16="http://schemas.microsoft.com/office/drawing/2014/main" id="{788E3DB7-5754-F939-9505-C3EDDBC9BDF8}"/>
              </a:ext>
            </a:extLst>
          </p:cNvPr>
          <p:cNvSpPr/>
          <p:nvPr/>
        </p:nvSpPr>
        <p:spPr>
          <a:xfrm>
            <a:off x="8719757" y="5009421"/>
            <a:ext cx="3003331" cy="731077"/>
          </a:xfrm>
          <a:prstGeom prst="rect">
            <a:avLst/>
          </a:prstGeom>
          <a:solidFill>
            <a:srgbClr val="BECDD7"/>
          </a:solidFill>
          <a:ln>
            <a:noFill/>
          </a:ln>
          <a:effectLst/>
        </p:spPr>
        <p:txBody>
          <a:bodyPr lIns="179906" tIns="71963" rIns="71963" bIns="71963" anchor="ctr" anchorCtr="0"/>
          <a:lstStyle/>
          <a:p>
            <a:pPr algn="ctr"/>
            <a:r>
              <a:rPr lang="en-US" sz="1100" dirty="0">
                <a:solidFill>
                  <a:schemeClr val="bg1"/>
                </a:solidFill>
              </a:rPr>
              <a:t>Case 2: Time interval between the two failures &lt; 100ms</a:t>
            </a:r>
          </a:p>
          <a:p>
            <a:pPr algn="ctr"/>
            <a:r>
              <a:rPr lang="en-US" sz="1100" dirty="0">
                <a:solidFill>
                  <a:schemeClr val="bg1"/>
                </a:solidFill>
                <a:sym typeface="Wingdings" panose="05000000000000000000" pitchFamily="2" charset="2"/>
              </a:rPr>
              <a:t> Both CPUs are in the primary role</a:t>
            </a:r>
            <a:br>
              <a:rPr lang="en-US" sz="1100" dirty="0">
                <a:solidFill>
                  <a:schemeClr val="bg1"/>
                </a:solidFill>
                <a:sym typeface="Wingdings" panose="05000000000000000000" pitchFamily="2" charset="2"/>
              </a:rPr>
            </a:br>
            <a:r>
              <a:rPr lang="en-US" sz="1100" dirty="0">
                <a:solidFill>
                  <a:schemeClr val="bg1"/>
                </a:solidFill>
                <a:sym typeface="Wingdings" panose="05000000000000000000" pitchFamily="2" charset="2"/>
              </a:rPr>
              <a:t>(undefined state)</a:t>
            </a:r>
            <a:endParaRPr lang="en-US" sz="1100" dirty="0">
              <a:solidFill>
                <a:schemeClr val="bg1"/>
              </a:solidFill>
            </a:endParaRPr>
          </a:p>
        </p:txBody>
      </p:sp>
      <p:sp>
        <p:nvSpPr>
          <p:cNvPr id="409" name="Rechteck 408">
            <a:extLst>
              <a:ext uri="{FF2B5EF4-FFF2-40B4-BE49-F238E27FC236}">
                <a16:creationId xmlns:a16="http://schemas.microsoft.com/office/drawing/2014/main" id="{84624466-2BFD-0F2F-16F1-A303935E55C7}"/>
              </a:ext>
            </a:extLst>
          </p:cNvPr>
          <p:cNvSpPr/>
          <p:nvPr/>
        </p:nvSpPr>
        <p:spPr>
          <a:xfrm>
            <a:off x="8719757" y="3487575"/>
            <a:ext cx="3003331" cy="547200"/>
          </a:xfrm>
          <a:prstGeom prst="rect">
            <a:avLst/>
          </a:prstGeom>
          <a:solidFill>
            <a:srgbClr val="BECDD7"/>
          </a:solidFill>
          <a:ln>
            <a:noFill/>
          </a:ln>
          <a:effectLst/>
        </p:spPr>
        <p:txBody>
          <a:bodyPr lIns="179906" tIns="71963" rIns="71963" bIns="71963" anchor="ctr" anchorCtr="0"/>
          <a:lstStyle/>
          <a:p>
            <a:pPr algn="ctr"/>
            <a:r>
              <a:rPr lang="en-US" sz="1100" b="1" dirty="0">
                <a:solidFill>
                  <a:schemeClr val="bg1"/>
                </a:solidFill>
              </a:rPr>
              <a:t>Additional</a:t>
            </a:r>
            <a:r>
              <a:rPr lang="en-US" sz="1100" dirty="0">
                <a:solidFill>
                  <a:schemeClr val="bg1"/>
                </a:solidFill>
              </a:rPr>
              <a:t>: Failure of a Profinet connection in the ring</a:t>
            </a:r>
          </a:p>
        </p:txBody>
      </p:sp>
      <p:pic>
        <p:nvPicPr>
          <p:cNvPr id="22" name="Grafik 21" descr="Häkchen mit einfarbiger Füllung">
            <a:extLst>
              <a:ext uri="{FF2B5EF4-FFF2-40B4-BE49-F238E27FC236}">
                <a16:creationId xmlns:a16="http://schemas.microsoft.com/office/drawing/2014/main" id="{BE55BCD2-F67A-17B8-D1FF-0539CC89D7BD}"/>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5577273" y="3267005"/>
            <a:ext cx="179773" cy="179773"/>
          </a:xfrm>
          <a:prstGeom prst="rect">
            <a:avLst/>
          </a:prstGeom>
        </p:spPr>
      </p:pic>
      <p:pic>
        <p:nvPicPr>
          <p:cNvPr id="23" name="Grafik 22" descr="Häkchen mit einfarbiger Füllung">
            <a:extLst>
              <a:ext uri="{FF2B5EF4-FFF2-40B4-BE49-F238E27FC236}">
                <a16:creationId xmlns:a16="http://schemas.microsoft.com/office/drawing/2014/main" id="{FEA19B1C-30A0-7ED8-F81B-2AF9F8FA3EDD}"/>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9425703" y="3209907"/>
            <a:ext cx="179773" cy="179773"/>
          </a:xfrm>
          <a:prstGeom prst="rect">
            <a:avLst/>
          </a:prstGeom>
        </p:spPr>
      </p:pic>
    </p:spTree>
    <p:extLst>
      <p:ext uri="{BB962C8B-B14F-4D97-AF65-F5344CB8AC3E}">
        <p14:creationId xmlns:p14="http://schemas.microsoft.com/office/powerpoint/2010/main" val="2745305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788A649-AA64-2A3A-4218-5A18D071E125}"/>
              </a:ext>
            </a:extLst>
          </p:cNvPr>
          <p:cNvSpPr/>
          <p:nvPr/>
        </p:nvSpPr>
        <p:spPr>
          <a:xfrm>
            <a:off x="8188928" y="1786091"/>
            <a:ext cx="3535739" cy="19336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4" name="Rechteck 13">
            <a:extLst>
              <a:ext uri="{FF2B5EF4-FFF2-40B4-BE49-F238E27FC236}">
                <a16:creationId xmlns:a16="http://schemas.microsoft.com/office/drawing/2014/main" id="{C12B61D2-6650-5981-42D5-B4D6C17F63A0}"/>
              </a:ext>
            </a:extLst>
          </p:cNvPr>
          <p:cNvSpPr/>
          <p:nvPr/>
        </p:nvSpPr>
        <p:spPr>
          <a:xfrm>
            <a:off x="4406524" y="1787466"/>
            <a:ext cx="3535739" cy="19336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5" name="Rechteck 14">
            <a:extLst>
              <a:ext uri="{FF2B5EF4-FFF2-40B4-BE49-F238E27FC236}">
                <a16:creationId xmlns:a16="http://schemas.microsoft.com/office/drawing/2014/main" id="{07E1ABD3-C73E-CE33-7C40-96148716B00E}"/>
              </a:ext>
            </a:extLst>
          </p:cNvPr>
          <p:cNvSpPr/>
          <p:nvPr/>
        </p:nvSpPr>
        <p:spPr>
          <a:xfrm>
            <a:off x="404782" y="1770956"/>
            <a:ext cx="3535739" cy="19336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401" name="Grafik 400">
            <a:extLst>
              <a:ext uri="{FF2B5EF4-FFF2-40B4-BE49-F238E27FC236}">
                <a16:creationId xmlns:a16="http://schemas.microsoft.com/office/drawing/2014/main" id="{D26420F4-7E8E-BC52-DBD7-F513DCC208ED}"/>
              </a:ext>
            </a:extLst>
          </p:cNvPr>
          <p:cNvPicPr>
            <a:picLocks noChangeAspect="1"/>
          </p:cNvPicPr>
          <p:nvPr/>
        </p:nvPicPr>
        <p:blipFill>
          <a:blip r:embed="rId16"/>
          <a:stretch>
            <a:fillRect/>
          </a:stretch>
        </p:blipFill>
        <p:spPr>
          <a:xfrm>
            <a:off x="8959691" y="1965968"/>
            <a:ext cx="2476500" cy="1495425"/>
          </a:xfrm>
          <a:prstGeom prst="rect">
            <a:avLst/>
          </a:prstGeom>
        </p:spPr>
      </p:pic>
      <p:pic>
        <p:nvPicPr>
          <p:cNvPr id="385" name="Picture 12" descr="C:\Users\adzuth0\AppData\Local\Temp\SNAGHTML1699469.PNG">
            <a:extLst>
              <a:ext uri="{FF2B5EF4-FFF2-40B4-BE49-F238E27FC236}">
                <a16:creationId xmlns:a16="http://schemas.microsoft.com/office/drawing/2014/main" id="{2C7A7BEB-4F49-BCD1-67B6-B28BE01FB83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947336" y="1934454"/>
            <a:ext cx="396566" cy="461883"/>
          </a:xfrm>
          <a:prstGeom prst="rect">
            <a:avLst/>
          </a:prstGeom>
          <a:noFill/>
          <a:extLst>
            <a:ext uri="{909E8E84-426E-40DD-AFC4-6F175D3DCCD1}">
              <a14:hiddenFill xmlns:a14="http://schemas.microsoft.com/office/drawing/2010/main">
                <a:solidFill>
                  <a:srgbClr val="FFFFFF"/>
                </a:solidFill>
              </a14:hiddenFill>
            </a:ext>
          </a:extLst>
        </p:spPr>
      </p:pic>
      <p:pic>
        <p:nvPicPr>
          <p:cNvPr id="399" name="Grafik 398">
            <a:extLst>
              <a:ext uri="{FF2B5EF4-FFF2-40B4-BE49-F238E27FC236}">
                <a16:creationId xmlns:a16="http://schemas.microsoft.com/office/drawing/2014/main" id="{AFD53B8E-8585-E41F-07AA-741339431D0D}"/>
              </a:ext>
            </a:extLst>
          </p:cNvPr>
          <p:cNvPicPr>
            <a:picLocks noChangeAspect="1"/>
          </p:cNvPicPr>
          <p:nvPr/>
        </p:nvPicPr>
        <p:blipFill>
          <a:blip r:embed="rId18"/>
          <a:stretch>
            <a:fillRect/>
          </a:stretch>
        </p:blipFill>
        <p:spPr>
          <a:xfrm>
            <a:off x="982577" y="2013161"/>
            <a:ext cx="2476500" cy="1495425"/>
          </a:xfrm>
          <a:prstGeom prst="rect">
            <a:avLst/>
          </a:prstGeom>
        </p:spPr>
      </p:pic>
      <p:pic>
        <p:nvPicPr>
          <p:cNvPr id="398" name="Grafik 397">
            <a:extLst>
              <a:ext uri="{FF2B5EF4-FFF2-40B4-BE49-F238E27FC236}">
                <a16:creationId xmlns:a16="http://schemas.microsoft.com/office/drawing/2014/main" id="{68F1A37B-97E9-5325-4DA9-28D5C2F5BCB1}"/>
              </a:ext>
            </a:extLst>
          </p:cNvPr>
          <p:cNvPicPr>
            <a:picLocks noChangeAspect="1"/>
          </p:cNvPicPr>
          <p:nvPr/>
        </p:nvPicPr>
        <p:blipFill>
          <a:blip r:embed="rId19"/>
          <a:stretch>
            <a:fillRect/>
          </a:stretch>
        </p:blipFill>
        <p:spPr>
          <a:xfrm>
            <a:off x="5065002" y="1927499"/>
            <a:ext cx="2476500" cy="1495425"/>
          </a:xfrm>
          <a:prstGeom prst="rect">
            <a:avLst/>
          </a:prstGeom>
        </p:spPr>
      </p:pic>
      <p:graphicFrame>
        <p:nvGraphicFramePr>
          <p:cNvPr id="5" name="Objekt 4" hidden="1">
            <a:extLst>
              <a:ext uri="{FF2B5EF4-FFF2-40B4-BE49-F238E27FC236}">
                <a16:creationId xmlns:a16="http://schemas.microsoft.com/office/drawing/2014/main" id="{C28A971D-7834-4AF6-A408-A2872662CC1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0" imgW="532" imgH="533" progId="TCLayout.ActiveDocument.1">
                  <p:embed/>
                </p:oleObj>
              </mc:Choice>
              <mc:Fallback>
                <p:oleObj name="think-cell Folie" r:id="rId20" imgW="532" imgH="533" progId="TCLayout.ActiveDocument.1">
                  <p:embed/>
                  <p:pic>
                    <p:nvPicPr>
                      <p:cNvPr id="5" name="Objekt 4" hidden="1">
                        <a:extLst>
                          <a:ext uri="{FF2B5EF4-FFF2-40B4-BE49-F238E27FC236}">
                            <a16:creationId xmlns:a16="http://schemas.microsoft.com/office/drawing/2014/main" id="{C28A971D-7834-4AF6-A408-A2872662CC19}"/>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4" name="Titel 3"/>
          <p:cNvSpPr>
            <a:spLocks noGrp="1"/>
          </p:cNvSpPr>
          <p:nvPr>
            <p:ph type="title"/>
          </p:nvPr>
        </p:nvSpPr>
        <p:spPr/>
        <p:txBody>
          <a:bodyPr vert="horz"/>
          <a:lstStyle/>
          <a:p>
            <a:r>
              <a:rPr lang="en-US" dirty="0"/>
              <a:t>Failure scenarios for S7-1500 H</a:t>
            </a:r>
            <a:br>
              <a:rPr lang="en-US" dirty="0"/>
            </a:br>
            <a:r>
              <a:rPr lang="en-US" b="0" dirty="0"/>
              <a:t>Failure of redundancy connections to CPU synchronization</a:t>
            </a:r>
          </a:p>
        </p:txBody>
      </p:sp>
      <p:sp>
        <p:nvSpPr>
          <p:cNvPr id="23" name="Fußzeilenplatzhalter 1">
            <a:extLst>
              <a:ext uri="{FF2B5EF4-FFF2-40B4-BE49-F238E27FC236}">
                <a16:creationId xmlns:a16="http://schemas.microsoft.com/office/drawing/2014/main" id="{A3F1D56D-4B75-6B78-281C-BEF04A568638}"/>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291" name="Text Box 16">
            <a:extLst>
              <a:ext uri="{FF2B5EF4-FFF2-40B4-BE49-F238E27FC236}">
                <a16:creationId xmlns:a16="http://schemas.microsoft.com/office/drawing/2014/main" id="{1790F7CD-A4E6-69EE-AD71-2DD9B294C556}"/>
              </a:ext>
            </a:extLst>
          </p:cNvPr>
          <p:cNvSpPr txBox="1">
            <a:spLocks noChangeArrowheads="1"/>
          </p:cNvSpPr>
          <p:nvPr>
            <p:custDataLst>
              <p:tags r:id="rId2"/>
            </p:custDataLst>
          </p:nvPr>
        </p:nvSpPr>
        <p:spPr bwMode="auto">
          <a:xfrm>
            <a:off x="737529" y="2094628"/>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Primary</a:t>
            </a:r>
          </a:p>
        </p:txBody>
      </p:sp>
      <p:sp>
        <p:nvSpPr>
          <p:cNvPr id="292" name="Text Box 21">
            <a:extLst>
              <a:ext uri="{FF2B5EF4-FFF2-40B4-BE49-F238E27FC236}">
                <a16:creationId xmlns:a16="http://schemas.microsoft.com/office/drawing/2014/main" id="{337120A2-EE57-CCF6-88A4-8A40A84DB80E}"/>
              </a:ext>
            </a:extLst>
          </p:cNvPr>
          <p:cNvSpPr txBox="1">
            <a:spLocks noChangeArrowheads="1"/>
          </p:cNvSpPr>
          <p:nvPr>
            <p:custDataLst>
              <p:tags r:id="rId3"/>
            </p:custDataLst>
          </p:nvPr>
        </p:nvSpPr>
        <p:spPr bwMode="auto">
          <a:xfrm>
            <a:off x="3083432" y="2099146"/>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Backup</a:t>
            </a:r>
          </a:p>
        </p:txBody>
      </p:sp>
      <p:sp>
        <p:nvSpPr>
          <p:cNvPr id="295" name="Text Box 16">
            <a:extLst>
              <a:ext uri="{FF2B5EF4-FFF2-40B4-BE49-F238E27FC236}">
                <a16:creationId xmlns:a16="http://schemas.microsoft.com/office/drawing/2014/main" id="{0BFD3321-5E0C-527E-3265-08F4A0CC10A0}"/>
              </a:ext>
            </a:extLst>
          </p:cNvPr>
          <p:cNvSpPr txBox="1">
            <a:spLocks noChangeArrowheads="1"/>
          </p:cNvSpPr>
          <p:nvPr>
            <p:custDataLst>
              <p:tags r:id="rId4"/>
            </p:custDataLst>
          </p:nvPr>
        </p:nvSpPr>
        <p:spPr bwMode="auto">
          <a:xfrm>
            <a:off x="3083432" y="2286142"/>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sp>
        <p:nvSpPr>
          <p:cNvPr id="296" name="Text Box 16">
            <a:extLst>
              <a:ext uri="{FF2B5EF4-FFF2-40B4-BE49-F238E27FC236}">
                <a16:creationId xmlns:a16="http://schemas.microsoft.com/office/drawing/2014/main" id="{A9F4EAE8-02B2-3FFD-F35C-D977ABD62BED}"/>
              </a:ext>
            </a:extLst>
          </p:cNvPr>
          <p:cNvSpPr txBox="1">
            <a:spLocks noChangeArrowheads="1"/>
          </p:cNvSpPr>
          <p:nvPr>
            <p:custDataLst>
              <p:tags r:id="rId5"/>
            </p:custDataLst>
          </p:nvPr>
        </p:nvSpPr>
        <p:spPr bwMode="auto">
          <a:xfrm>
            <a:off x="426709" y="2283983"/>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sp>
        <p:nvSpPr>
          <p:cNvPr id="318" name="Text Box 16">
            <a:extLst>
              <a:ext uri="{FF2B5EF4-FFF2-40B4-BE49-F238E27FC236}">
                <a16:creationId xmlns:a16="http://schemas.microsoft.com/office/drawing/2014/main" id="{1CB14370-8E04-7CA5-984C-A9B7F2C2A4C7}"/>
              </a:ext>
            </a:extLst>
          </p:cNvPr>
          <p:cNvSpPr txBox="1">
            <a:spLocks noChangeArrowheads="1"/>
          </p:cNvSpPr>
          <p:nvPr>
            <p:custDataLst>
              <p:tags r:id="rId6"/>
            </p:custDataLst>
          </p:nvPr>
        </p:nvSpPr>
        <p:spPr bwMode="auto">
          <a:xfrm>
            <a:off x="4800052" y="2090215"/>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Primary</a:t>
            </a:r>
          </a:p>
        </p:txBody>
      </p:sp>
      <p:sp>
        <p:nvSpPr>
          <p:cNvPr id="319" name="Text Box 21">
            <a:extLst>
              <a:ext uri="{FF2B5EF4-FFF2-40B4-BE49-F238E27FC236}">
                <a16:creationId xmlns:a16="http://schemas.microsoft.com/office/drawing/2014/main" id="{B7C8DA23-0A55-1FB6-E9E7-DED2F3FC01F5}"/>
              </a:ext>
            </a:extLst>
          </p:cNvPr>
          <p:cNvSpPr txBox="1">
            <a:spLocks noChangeArrowheads="1"/>
          </p:cNvSpPr>
          <p:nvPr>
            <p:custDataLst>
              <p:tags r:id="rId7"/>
            </p:custDataLst>
          </p:nvPr>
        </p:nvSpPr>
        <p:spPr bwMode="auto">
          <a:xfrm>
            <a:off x="7176588" y="2094733"/>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Backup</a:t>
            </a:r>
          </a:p>
        </p:txBody>
      </p:sp>
      <p:sp>
        <p:nvSpPr>
          <p:cNvPr id="326" name="Text Box 16">
            <a:extLst>
              <a:ext uri="{FF2B5EF4-FFF2-40B4-BE49-F238E27FC236}">
                <a16:creationId xmlns:a16="http://schemas.microsoft.com/office/drawing/2014/main" id="{2FD67715-3BBF-3F3E-D56A-9DC6D7C1F35D}"/>
              </a:ext>
            </a:extLst>
          </p:cNvPr>
          <p:cNvSpPr txBox="1">
            <a:spLocks noChangeArrowheads="1"/>
          </p:cNvSpPr>
          <p:nvPr>
            <p:custDataLst>
              <p:tags r:id="rId8"/>
            </p:custDataLst>
          </p:nvPr>
        </p:nvSpPr>
        <p:spPr bwMode="auto">
          <a:xfrm>
            <a:off x="7176588" y="2281729"/>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sp>
        <p:nvSpPr>
          <p:cNvPr id="327" name="Text Box 16">
            <a:extLst>
              <a:ext uri="{FF2B5EF4-FFF2-40B4-BE49-F238E27FC236}">
                <a16:creationId xmlns:a16="http://schemas.microsoft.com/office/drawing/2014/main" id="{7A5106F3-A757-D62E-D831-5F258186BD96}"/>
              </a:ext>
            </a:extLst>
          </p:cNvPr>
          <p:cNvSpPr txBox="1">
            <a:spLocks noChangeArrowheads="1"/>
          </p:cNvSpPr>
          <p:nvPr>
            <p:custDataLst>
              <p:tags r:id="rId9"/>
            </p:custDataLst>
          </p:nvPr>
        </p:nvSpPr>
        <p:spPr bwMode="auto">
          <a:xfrm>
            <a:off x="4489232" y="2279570"/>
            <a:ext cx="785063" cy="123047"/>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RUN-redundant </a:t>
            </a:r>
          </a:p>
        </p:txBody>
      </p:sp>
      <p:pic>
        <p:nvPicPr>
          <p:cNvPr id="328" name="Picture 12" descr="C:\Users\adzuth0\AppData\Local\Temp\SNAGHTML1699469.PNG">
            <a:extLst>
              <a:ext uri="{FF2B5EF4-FFF2-40B4-BE49-F238E27FC236}">
                <a16:creationId xmlns:a16="http://schemas.microsoft.com/office/drawing/2014/main" id="{15E039CD-C716-90D6-24BE-8E59D6EBE03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033114" y="1895811"/>
            <a:ext cx="396566" cy="461883"/>
          </a:xfrm>
          <a:prstGeom prst="rect">
            <a:avLst/>
          </a:prstGeom>
          <a:noFill/>
          <a:extLst>
            <a:ext uri="{909E8E84-426E-40DD-AFC4-6F175D3DCCD1}">
              <a14:hiddenFill xmlns:a14="http://schemas.microsoft.com/office/drawing/2010/main">
                <a:solidFill>
                  <a:srgbClr val="FFFFFF"/>
                </a:solidFill>
              </a14:hiddenFill>
            </a:ext>
          </a:extLst>
        </p:spPr>
      </p:pic>
      <p:pic>
        <p:nvPicPr>
          <p:cNvPr id="331" name="Grafik 330" descr="Häkchen mit einfarbiger Füllung">
            <a:extLst>
              <a:ext uri="{FF2B5EF4-FFF2-40B4-BE49-F238E27FC236}">
                <a16:creationId xmlns:a16="http://schemas.microsoft.com/office/drawing/2014/main" id="{7F57C415-5570-A9D0-DEB5-18E9654252B9}"/>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713126" y="3392905"/>
            <a:ext cx="179773" cy="179773"/>
          </a:xfrm>
          <a:prstGeom prst="rect">
            <a:avLst/>
          </a:prstGeom>
        </p:spPr>
      </p:pic>
      <p:sp>
        <p:nvSpPr>
          <p:cNvPr id="345" name="Textfeld 344">
            <a:extLst>
              <a:ext uri="{FF2B5EF4-FFF2-40B4-BE49-F238E27FC236}">
                <a16:creationId xmlns:a16="http://schemas.microsoft.com/office/drawing/2014/main" id="{02B49DDF-9C0A-2F74-12A9-342428E827E2}"/>
              </a:ext>
            </a:extLst>
          </p:cNvPr>
          <p:cNvSpPr txBox="1"/>
          <p:nvPr/>
        </p:nvSpPr>
        <p:spPr>
          <a:xfrm rot="16200000">
            <a:off x="6049248" y="2107038"/>
            <a:ext cx="336631" cy="123111"/>
          </a:xfrm>
          <a:prstGeom prst="rect">
            <a:avLst/>
          </a:prstGeom>
          <a:noFill/>
        </p:spPr>
        <p:txBody>
          <a:bodyPr wrap="none" lIns="0" tIns="0" rIns="0" bIns="0" rtlCol="0">
            <a:spAutoFit/>
          </a:bodyPr>
          <a:lstStyle/>
          <a:p>
            <a:pPr algn="l"/>
            <a:r>
              <a:rPr lang="en-US" sz="800" dirty="0"/>
              <a:t>H-Sync</a:t>
            </a:r>
          </a:p>
        </p:txBody>
      </p:sp>
      <p:cxnSp>
        <p:nvCxnSpPr>
          <p:cNvPr id="346" name="Gerade Verbindung mit Pfeil 345">
            <a:extLst>
              <a:ext uri="{FF2B5EF4-FFF2-40B4-BE49-F238E27FC236}">
                <a16:creationId xmlns:a16="http://schemas.microsoft.com/office/drawing/2014/main" id="{0FCCFB85-9437-AB59-66F2-BD26C843EA78}"/>
              </a:ext>
            </a:extLst>
          </p:cNvPr>
          <p:cNvCxnSpPr>
            <a:cxnSpLocks/>
          </p:cNvCxnSpPr>
          <p:nvPr/>
        </p:nvCxnSpPr>
        <p:spPr>
          <a:xfrm flipH="1">
            <a:off x="6790212" y="2670003"/>
            <a:ext cx="1" cy="236264"/>
          </a:xfrm>
          <a:prstGeom prst="straightConnector1">
            <a:avLst/>
          </a:prstGeom>
          <a:ln w="285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7" name="Gerade Verbindung mit Pfeil 346">
            <a:extLst>
              <a:ext uri="{FF2B5EF4-FFF2-40B4-BE49-F238E27FC236}">
                <a16:creationId xmlns:a16="http://schemas.microsoft.com/office/drawing/2014/main" id="{09C279E6-C9CF-6785-5370-10A42C347C60}"/>
              </a:ext>
            </a:extLst>
          </p:cNvPr>
          <p:cNvCxnSpPr>
            <a:cxnSpLocks/>
          </p:cNvCxnSpPr>
          <p:nvPr/>
        </p:nvCxnSpPr>
        <p:spPr>
          <a:xfrm>
            <a:off x="6075115" y="2703866"/>
            <a:ext cx="283875" cy="9075"/>
          </a:xfrm>
          <a:prstGeom prst="straightConnector1">
            <a:avLst/>
          </a:prstGeom>
          <a:ln w="285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3" name="Text Box 21">
            <a:extLst>
              <a:ext uri="{FF2B5EF4-FFF2-40B4-BE49-F238E27FC236}">
                <a16:creationId xmlns:a16="http://schemas.microsoft.com/office/drawing/2014/main" id="{05E7B15D-BF07-CC03-CBCA-BF80BA7451C1}"/>
              </a:ext>
            </a:extLst>
          </p:cNvPr>
          <p:cNvSpPr txBox="1">
            <a:spLocks noChangeArrowheads="1"/>
          </p:cNvSpPr>
          <p:nvPr>
            <p:custDataLst>
              <p:tags r:id="rId10"/>
            </p:custDataLst>
          </p:nvPr>
        </p:nvSpPr>
        <p:spPr bwMode="auto">
          <a:xfrm>
            <a:off x="8713345" y="2090263"/>
            <a:ext cx="474490"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Primary</a:t>
            </a:r>
          </a:p>
        </p:txBody>
      </p:sp>
      <p:sp>
        <p:nvSpPr>
          <p:cNvPr id="356" name="Text Box 16">
            <a:extLst>
              <a:ext uri="{FF2B5EF4-FFF2-40B4-BE49-F238E27FC236}">
                <a16:creationId xmlns:a16="http://schemas.microsoft.com/office/drawing/2014/main" id="{B7F35589-B9D6-B5DF-AD43-5BC60A29634C}"/>
              </a:ext>
            </a:extLst>
          </p:cNvPr>
          <p:cNvSpPr txBox="1">
            <a:spLocks noChangeArrowheads="1"/>
          </p:cNvSpPr>
          <p:nvPr>
            <p:custDataLst>
              <p:tags r:id="rId11"/>
            </p:custDataLst>
          </p:nvPr>
        </p:nvSpPr>
        <p:spPr bwMode="auto">
          <a:xfrm>
            <a:off x="8689846" y="2257438"/>
            <a:ext cx="477695" cy="12311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RUN-Solo</a:t>
            </a:r>
          </a:p>
        </p:txBody>
      </p:sp>
      <p:pic>
        <p:nvPicPr>
          <p:cNvPr id="361" name="Grafik 360" descr="Häkchen mit einfarbiger Füllung">
            <a:extLst>
              <a:ext uri="{FF2B5EF4-FFF2-40B4-BE49-F238E27FC236}">
                <a16:creationId xmlns:a16="http://schemas.microsoft.com/office/drawing/2014/main" id="{6EDB0DD4-F8D5-DC43-1BAB-A19BFF76EAB0}"/>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0617723" y="3385817"/>
            <a:ext cx="179773" cy="179773"/>
          </a:xfrm>
          <a:prstGeom prst="rect">
            <a:avLst/>
          </a:prstGeom>
        </p:spPr>
      </p:pic>
      <p:sp>
        <p:nvSpPr>
          <p:cNvPr id="364" name="Textfeld 363">
            <a:extLst>
              <a:ext uri="{FF2B5EF4-FFF2-40B4-BE49-F238E27FC236}">
                <a16:creationId xmlns:a16="http://schemas.microsoft.com/office/drawing/2014/main" id="{B1010F19-585D-E441-A9BA-DDAD0CA13082}"/>
              </a:ext>
            </a:extLst>
          </p:cNvPr>
          <p:cNvSpPr txBox="1"/>
          <p:nvPr/>
        </p:nvSpPr>
        <p:spPr>
          <a:xfrm rot="16200000">
            <a:off x="9981561" y="2094886"/>
            <a:ext cx="336631" cy="123111"/>
          </a:xfrm>
          <a:prstGeom prst="rect">
            <a:avLst/>
          </a:prstGeom>
          <a:noFill/>
        </p:spPr>
        <p:txBody>
          <a:bodyPr wrap="none" lIns="0" tIns="0" rIns="0" bIns="0" rtlCol="0">
            <a:spAutoFit/>
          </a:bodyPr>
          <a:lstStyle/>
          <a:p>
            <a:pPr algn="l"/>
            <a:r>
              <a:rPr lang="en-US" sz="800" dirty="0"/>
              <a:t>H-Sync</a:t>
            </a:r>
          </a:p>
        </p:txBody>
      </p:sp>
      <p:cxnSp>
        <p:nvCxnSpPr>
          <p:cNvPr id="365" name="Gerade Verbindung mit Pfeil 364">
            <a:extLst>
              <a:ext uri="{FF2B5EF4-FFF2-40B4-BE49-F238E27FC236}">
                <a16:creationId xmlns:a16="http://schemas.microsoft.com/office/drawing/2014/main" id="{92A46520-6EB0-2D2E-0FD8-9F895DBE1AF6}"/>
              </a:ext>
            </a:extLst>
          </p:cNvPr>
          <p:cNvCxnSpPr>
            <a:cxnSpLocks/>
          </p:cNvCxnSpPr>
          <p:nvPr/>
        </p:nvCxnSpPr>
        <p:spPr>
          <a:xfrm flipH="1">
            <a:off x="10722525" y="2657851"/>
            <a:ext cx="1" cy="236264"/>
          </a:xfrm>
          <a:prstGeom prst="straightConnector1">
            <a:avLst/>
          </a:prstGeom>
          <a:ln w="285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6" name="Rechteck 385">
            <a:extLst>
              <a:ext uri="{FF2B5EF4-FFF2-40B4-BE49-F238E27FC236}">
                <a16:creationId xmlns:a16="http://schemas.microsoft.com/office/drawing/2014/main" id="{C8674459-F4FB-603E-3966-E5546FDA999A}"/>
              </a:ext>
            </a:extLst>
          </p:cNvPr>
          <p:cNvSpPr/>
          <p:nvPr/>
        </p:nvSpPr>
        <p:spPr>
          <a:xfrm>
            <a:off x="426709" y="1348146"/>
            <a:ext cx="11313572" cy="339590"/>
          </a:xfrm>
          <a:prstGeom prst="rect">
            <a:avLst/>
          </a:prstGeom>
          <a:solidFill>
            <a:srgbClr val="006487"/>
          </a:solidFill>
          <a:ln>
            <a:noFill/>
          </a:ln>
          <a:effectLst/>
        </p:spPr>
        <p:txBody>
          <a:bodyPr lIns="179906" tIns="71963" rIns="71963" bIns="71963" anchor="ctr" anchorCtr="0"/>
          <a:lstStyle/>
          <a:p>
            <a:pPr algn="ctr"/>
            <a:r>
              <a:rPr lang="en-US" sz="1600" dirty="0"/>
              <a:t>Behavior at S7-1500H</a:t>
            </a:r>
          </a:p>
        </p:txBody>
      </p:sp>
      <p:sp>
        <p:nvSpPr>
          <p:cNvPr id="389" name="Rechteck 388">
            <a:extLst>
              <a:ext uri="{FF2B5EF4-FFF2-40B4-BE49-F238E27FC236}">
                <a16:creationId xmlns:a16="http://schemas.microsoft.com/office/drawing/2014/main" id="{43146D93-CF0D-5EB2-B4BF-99099E9EBF8A}"/>
              </a:ext>
            </a:extLst>
          </p:cNvPr>
          <p:cNvSpPr/>
          <p:nvPr/>
        </p:nvSpPr>
        <p:spPr>
          <a:xfrm>
            <a:off x="4801586" y="3590748"/>
            <a:ext cx="3003331" cy="547200"/>
          </a:xfrm>
          <a:prstGeom prst="rect">
            <a:avLst/>
          </a:prstGeom>
          <a:solidFill>
            <a:srgbClr val="BECDD7"/>
          </a:solidFill>
          <a:ln>
            <a:noFill/>
          </a:ln>
          <a:effectLst/>
        </p:spPr>
        <p:txBody>
          <a:bodyPr lIns="179906" tIns="71963" rIns="71963" bIns="71963" anchor="ctr" anchorCtr="0"/>
          <a:lstStyle/>
          <a:p>
            <a:pPr algn="ctr"/>
            <a:r>
              <a:rPr lang="en-US" sz="1100" dirty="0">
                <a:solidFill>
                  <a:schemeClr val="bg1"/>
                </a:solidFill>
              </a:rPr>
              <a:t>1 fiber optic redundancy connection fails</a:t>
            </a:r>
            <a:br>
              <a:rPr lang="en-US" sz="1100" dirty="0">
                <a:solidFill>
                  <a:schemeClr val="bg1"/>
                </a:solidFill>
              </a:rPr>
            </a:br>
            <a:r>
              <a:rPr lang="en-US" sz="1100" dirty="0">
                <a:solidFill>
                  <a:schemeClr val="bg1"/>
                </a:solidFill>
                <a:sym typeface="Wingdings" panose="05000000000000000000" pitchFamily="2" charset="2"/>
              </a:rPr>
              <a:t> System remains in RUN redundant</a:t>
            </a:r>
            <a:endParaRPr lang="en-US" sz="1100" dirty="0">
              <a:solidFill>
                <a:schemeClr val="bg1"/>
              </a:solidFill>
            </a:endParaRPr>
          </a:p>
        </p:txBody>
      </p:sp>
      <p:sp>
        <p:nvSpPr>
          <p:cNvPr id="402" name="Text Box 21">
            <a:extLst>
              <a:ext uri="{FF2B5EF4-FFF2-40B4-BE49-F238E27FC236}">
                <a16:creationId xmlns:a16="http://schemas.microsoft.com/office/drawing/2014/main" id="{7A8C476C-9E1C-8763-CA80-747617AE5BBA}"/>
              </a:ext>
            </a:extLst>
          </p:cNvPr>
          <p:cNvSpPr txBox="1">
            <a:spLocks noChangeArrowheads="1"/>
          </p:cNvSpPr>
          <p:nvPr>
            <p:custDataLst>
              <p:tags r:id="rId12"/>
            </p:custDataLst>
          </p:nvPr>
        </p:nvSpPr>
        <p:spPr bwMode="auto">
          <a:xfrm>
            <a:off x="11019389" y="2092574"/>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Backup</a:t>
            </a:r>
          </a:p>
        </p:txBody>
      </p:sp>
      <p:sp>
        <p:nvSpPr>
          <p:cNvPr id="403" name="Text Box 16">
            <a:extLst>
              <a:ext uri="{FF2B5EF4-FFF2-40B4-BE49-F238E27FC236}">
                <a16:creationId xmlns:a16="http://schemas.microsoft.com/office/drawing/2014/main" id="{1AF551C0-4522-F002-FD13-BECBF6449CA1}"/>
              </a:ext>
            </a:extLst>
          </p:cNvPr>
          <p:cNvSpPr txBox="1">
            <a:spLocks noChangeArrowheads="1"/>
          </p:cNvSpPr>
          <p:nvPr>
            <p:custDataLst>
              <p:tags r:id="rId13"/>
            </p:custDataLst>
          </p:nvPr>
        </p:nvSpPr>
        <p:spPr bwMode="auto">
          <a:xfrm>
            <a:off x="11040409" y="2271603"/>
            <a:ext cx="309380" cy="123111"/>
          </a:xfrm>
          <a:prstGeom prst="rect">
            <a:avLst/>
          </a:prstGeom>
          <a:solidFill>
            <a:srgbClr val="FF000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STOP </a:t>
            </a:r>
          </a:p>
        </p:txBody>
      </p:sp>
      <p:pic>
        <p:nvPicPr>
          <p:cNvPr id="404" name="Grafik 403" descr="Häkchen mit einfarbiger Füllung">
            <a:extLst>
              <a:ext uri="{FF2B5EF4-FFF2-40B4-BE49-F238E27FC236}">
                <a16:creationId xmlns:a16="http://schemas.microsoft.com/office/drawing/2014/main" id="{21CB84C7-A890-EAA7-2863-E89E36E2E07F}"/>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610595" y="3399998"/>
            <a:ext cx="179773" cy="179773"/>
          </a:xfrm>
          <a:prstGeom prst="rect">
            <a:avLst/>
          </a:prstGeom>
        </p:spPr>
      </p:pic>
      <p:pic>
        <p:nvPicPr>
          <p:cNvPr id="405" name="Grafik 404" descr="Häkchen mit einfarbiger Füllung">
            <a:extLst>
              <a:ext uri="{FF2B5EF4-FFF2-40B4-BE49-F238E27FC236}">
                <a16:creationId xmlns:a16="http://schemas.microsoft.com/office/drawing/2014/main" id="{D286F1DA-F547-34DF-18CA-D60EB720C8B7}"/>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9501148" y="3378161"/>
            <a:ext cx="179773" cy="179773"/>
          </a:xfrm>
          <a:prstGeom prst="rect">
            <a:avLst/>
          </a:prstGeom>
        </p:spPr>
      </p:pic>
      <p:sp>
        <p:nvSpPr>
          <p:cNvPr id="26" name="Rechteck 25">
            <a:extLst>
              <a:ext uri="{FF2B5EF4-FFF2-40B4-BE49-F238E27FC236}">
                <a16:creationId xmlns:a16="http://schemas.microsoft.com/office/drawing/2014/main" id="{75627A6B-8C43-B0EE-BA70-427465844F88}"/>
              </a:ext>
            </a:extLst>
          </p:cNvPr>
          <p:cNvSpPr/>
          <p:nvPr/>
        </p:nvSpPr>
        <p:spPr>
          <a:xfrm>
            <a:off x="8738102" y="4300165"/>
            <a:ext cx="3003331" cy="731077"/>
          </a:xfrm>
          <a:prstGeom prst="rect">
            <a:avLst/>
          </a:prstGeom>
          <a:solidFill>
            <a:srgbClr val="BECDD7"/>
          </a:solidFill>
          <a:ln>
            <a:noFill/>
          </a:ln>
          <a:effectLst/>
        </p:spPr>
        <p:txBody>
          <a:bodyPr lIns="179906" tIns="71963" rIns="71963" bIns="71963" anchor="ctr" anchorCtr="0"/>
          <a:lstStyle/>
          <a:p>
            <a:pPr algn="ctr"/>
            <a:r>
              <a:rPr lang="en-US" sz="1100" dirty="0">
                <a:solidFill>
                  <a:schemeClr val="bg1"/>
                </a:solidFill>
              </a:rPr>
              <a:t>Case 1: Time interval between the two failures &gt; 55ms</a:t>
            </a:r>
          </a:p>
          <a:p>
            <a:pPr algn="ctr"/>
            <a:r>
              <a:rPr lang="en-US" sz="1100" dirty="0">
                <a:solidFill>
                  <a:schemeClr val="bg1"/>
                </a:solidFill>
                <a:sym typeface="Wingdings" panose="05000000000000000000" pitchFamily="2" charset="2"/>
              </a:rPr>
              <a:t> Run-Solo operation</a:t>
            </a:r>
            <a:endParaRPr lang="en-US" sz="1100" dirty="0">
              <a:solidFill>
                <a:schemeClr val="bg1"/>
              </a:solidFill>
            </a:endParaRPr>
          </a:p>
        </p:txBody>
      </p:sp>
      <p:sp>
        <p:nvSpPr>
          <p:cNvPr id="29" name="Rechteck 28">
            <a:extLst>
              <a:ext uri="{FF2B5EF4-FFF2-40B4-BE49-F238E27FC236}">
                <a16:creationId xmlns:a16="http://schemas.microsoft.com/office/drawing/2014/main" id="{847E183C-7966-EBC7-3162-71E1D339C6E7}"/>
              </a:ext>
            </a:extLst>
          </p:cNvPr>
          <p:cNvSpPr/>
          <p:nvPr/>
        </p:nvSpPr>
        <p:spPr>
          <a:xfrm>
            <a:off x="8738102" y="5153026"/>
            <a:ext cx="3003331" cy="731077"/>
          </a:xfrm>
          <a:prstGeom prst="rect">
            <a:avLst/>
          </a:prstGeom>
          <a:solidFill>
            <a:srgbClr val="BECDD7"/>
          </a:solidFill>
          <a:ln>
            <a:noFill/>
          </a:ln>
          <a:effectLst/>
        </p:spPr>
        <p:txBody>
          <a:bodyPr lIns="179906" tIns="71963" rIns="71963" bIns="71963" anchor="ctr" anchorCtr="0"/>
          <a:lstStyle/>
          <a:p>
            <a:pPr algn="ctr"/>
            <a:r>
              <a:rPr lang="en-US" sz="1100" dirty="0">
                <a:solidFill>
                  <a:schemeClr val="bg1"/>
                </a:solidFill>
              </a:rPr>
              <a:t>Case 2: Time interval between the two failures &lt; 55ms</a:t>
            </a:r>
          </a:p>
          <a:p>
            <a:pPr algn="ctr"/>
            <a:r>
              <a:rPr lang="en-US" sz="1100" dirty="0">
                <a:solidFill>
                  <a:schemeClr val="bg1"/>
                </a:solidFill>
                <a:sym typeface="Wingdings" panose="05000000000000000000" pitchFamily="2" charset="2"/>
              </a:rPr>
              <a:t> Both CPUs are in the primary role</a:t>
            </a:r>
            <a:br>
              <a:rPr lang="en-US" sz="1100" dirty="0">
                <a:solidFill>
                  <a:schemeClr val="bg1"/>
                </a:solidFill>
                <a:sym typeface="Wingdings" panose="05000000000000000000" pitchFamily="2" charset="2"/>
              </a:rPr>
            </a:br>
            <a:r>
              <a:rPr lang="en-US" sz="1100" dirty="0">
                <a:solidFill>
                  <a:schemeClr val="bg1"/>
                </a:solidFill>
                <a:sym typeface="Wingdings" panose="05000000000000000000" pitchFamily="2" charset="2"/>
              </a:rPr>
              <a:t>(undefined state)</a:t>
            </a:r>
            <a:endParaRPr lang="en-US" sz="1100" dirty="0">
              <a:solidFill>
                <a:schemeClr val="bg1"/>
              </a:solidFill>
            </a:endParaRPr>
          </a:p>
        </p:txBody>
      </p:sp>
      <p:sp>
        <p:nvSpPr>
          <p:cNvPr id="30" name="Rechteck 29">
            <a:extLst>
              <a:ext uri="{FF2B5EF4-FFF2-40B4-BE49-F238E27FC236}">
                <a16:creationId xmlns:a16="http://schemas.microsoft.com/office/drawing/2014/main" id="{CFEF0230-B64A-FD10-A5B3-E0DCB1B14664}"/>
              </a:ext>
            </a:extLst>
          </p:cNvPr>
          <p:cNvSpPr/>
          <p:nvPr/>
        </p:nvSpPr>
        <p:spPr>
          <a:xfrm>
            <a:off x="8738102" y="3631180"/>
            <a:ext cx="3003331" cy="547200"/>
          </a:xfrm>
          <a:prstGeom prst="rect">
            <a:avLst/>
          </a:prstGeom>
          <a:solidFill>
            <a:srgbClr val="BECDD7"/>
          </a:solidFill>
          <a:ln>
            <a:noFill/>
          </a:ln>
          <a:effectLst/>
        </p:spPr>
        <p:txBody>
          <a:bodyPr lIns="179906" tIns="71963" rIns="71963" bIns="71963" anchor="ctr" anchorCtr="0"/>
          <a:lstStyle/>
          <a:p>
            <a:pPr algn="ctr"/>
            <a:r>
              <a:rPr lang="en-US" sz="1100" b="1" dirty="0">
                <a:solidFill>
                  <a:schemeClr val="bg1"/>
                </a:solidFill>
              </a:rPr>
              <a:t>Additional</a:t>
            </a:r>
            <a:r>
              <a:rPr lang="en-US" sz="1100" dirty="0">
                <a:solidFill>
                  <a:schemeClr val="bg1"/>
                </a:solidFill>
              </a:rPr>
              <a:t>: Failure of the second fiber optic redundancy connection</a:t>
            </a:r>
          </a:p>
        </p:txBody>
      </p:sp>
      <p:pic>
        <p:nvPicPr>
          <p:cNvPr id="2" name="Picture 12" descr="C:\Users\adzuth0\AppData\Local\Temp\SNAGHTML1699469.PNG">
            <a:extLst>
              <a:ext uri="{FF2B5EF4-FFF2-40B4-BE49-F238E27FC236}">
                <a16:creationId xmlns:a16="http://schemas.microsoft.com/office/drawing/2014/main" id="{0F3E56D3-46A2-BA66-9B7F-048FDA2DFEA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926664" y="2433536"/>
            <a:ext cx="396566" cy="461883"/>
          </a:xfrm>
          <a:prstGeom prst="rect">
            <a:avLst/>
          </a:prstGeom>
          <a:noFill/>
          <a:extLst>
            <a:ext uri="{909E8E84-426E-40DD-AFC4-6F175D3DCCD1}">
              <a14:hiddenFill xmlns:a14="http://schemas.microsoft.com/office/drawing/2010/main">
                <a:solidFill>
                  <a:srgbClr val="FFFFFF"/>
                </a:solidFill>
              </a14:hiddenFill>
            </a:ext>
          </a:extLst>
        </p:spPr>
      </p:pic>
      <p:sp>
        <p:nvSpPr>
          <p:cNvPr id="6" name="Textfeld 5">
            <a:extLst>
              <a:ext uri="{FF2B5EF4-FFF2-40B4-BE49-F238E27FC236}">
                <a16:creationId xmlns:a16="http://schemas.microsoft.com/office/drawing/2014/main" id="{6E996197-3A0D-E5F5-111D-DA75C8F665C9}"/>
              </a:ext>
            </a:extLst>
          </p:cNvPr>
          <p:cNvSpPr txBox="1"/>
          <p:nvPr/>
        </p:nvSpPr>
        <p:spPr>
          <a:xfrm>
            <a:off x="5869969" y="5050755"/>
            <a:ext cx="1959204" cy="9671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defPPr>
              <a:defRPr lang="en-US"/>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400" dirty="0"/>
              <a:t>Recommendation:</a:t>
            </a:r>
          </a:p>
          <a:p>
            <a:r>
              <a:rPr lang="en-US" sz="1400" dirty="0"/>
              <a:t>Routing sync lines separately on the H-System</a:t>
            </a:r>
          </a:p>
        </p:txBody>
      </p:sp>
      <p:sp>
        <p:nvSpPr>
          <p:cNvPr id="7" name="Pfeil: nach rechts 6">
            <a:extLst>
              <a:ext uri="{FF2B5EF4-FFF2-40B4-BE49-F238E27FC236}">
                <a16:creationId xmlns:a16="http://schemas.microsoft.com/office/drawing/2014/main" id="{872E10D6-3F2A-5769-DE63-CE3AA9351A55}"/>
              </a:ext>
            </a:extLst>
          </p:cNvPr>
          <p:cNvSpPr/>
          <p:nvPr/>
        </p:nvSpPr>
        <p:spPr>
          <a:xfrm rot="10800000">
            <a:off x="7988093" y="5348769"/>
            <a:ext cx="634417" cy="33959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Tree>
    <p:extLst>
      <p:ext uri="{BB962C8B-B14F-4D97-AF65-F5344CB8AC3E}">
        <p14:creationId xmlns:p14="http://schemas.microsoft.com/office/powerpoint/2010/main" val="1050852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24CFCC64-D236-0ECE-3C28-68ED9060B84E}"/>
              </a:ext>
            </a:extLst>
          </p:cNvPr>
          <p:cNvSpPr/>
          <p:nvPr/>
        </p:nvSpPr>
        <p:spPr>
          <a:xfrm>
            <a:off x="8185735" y="4481668"/>
            <a:ext cx="3010975" cy="18697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0" name="Rechteck 9">
            <a:extLst>
              <a:ext uri="{FF2B5EF4-FFF2-40B4-BE49-F238E27FC236}">
                <a16:creationId xmlns:a16="http://schemas.microsoft.com/office/drawing/2014/main" id="{A8521D9B-4931-D501-03B7-4469AC8462EB}"/>
              </a:ext>
            </a:extLst>
          </p:cNvPr>
          <p:cNvSpPr/>
          <p:nvPr/>
        </p:nvSpPr>
        <p:spPr>
          <a:xfrm>
            <a:off x="4357032" y="4485966"/>
            <a:ext cx="3010975" cy="18697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1" name="Rechteck 10">
            <a:extLst>
              <a:ext uri="{FF2B5EF4-FFF2-40B4-BE49-F238E27FC236}">
                <a16:creationId xmlns:a16="http://schemas.microsoft.com/office/drawing/2014/main" id="{7BF8CB9A-CAE2-B934-0A8F-AE33BDF74B4B}"/>
              </a:ext>
            </a:extLst>
          </p:cNvPr>
          <p:cNvSpPr/>
          <p:nvPr/>
        </p:nvSpPr>
        <p:spPr>
          <a:xfrm>
            <a:off x="575679" y="4497034"/>
            <a:ext cx="3010975" cy="18697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2" name="Rechteck 11">
            <a:extLst>
              <a:ext uri="{FF2B5EF4-FFF2-40B4-BE49-F238E27FC236}">
                <a16:creationId xmlns:a16="http://schemas.microsoft.com/office/drawing/2014/main" id="{C3F6B20E-4924-2A30-076E-F61626DEBB14}"/>
              </a:ext>
            </a:extLst>
          </p:cNvPr>
          <p:cNvSpPr/>
          <p:nvPr/>
        </p:nvSpPr>
        <p:spPr>
          <a:xfrm>
            <a:off x="4008675" y="1473517"/>
            <a:ext cx="3313669" cy="15384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aphicFrame>
        <p:nvGraphicFramePr>
          <p:cNvPr id="5" name="Objekt 4" hidden="1">
            <a:extLst>
              <a:ext uri="{FF2B5EF4-FFF2-40B4-BE49-F238E27FC236}">
                <a16:creationId xmlns:a16="http://schemas.microsoft.com/office/drawing/2014/main" id="{3322B80B-7346-459C-AD43-A08F5CC634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6" imgW="532" imgH="533" progId="TCLayout.ActiveDocument.1">
                  <p:embed/>
                </p:oleObj>
              </mc:Choice>
              <mc:Fallback>
                <p:oleObj name="think-cell Folie" r:id="rId46" imgW="532" imgH="533" progId="TCLayout.ActiveDocument.1">
                  <p:embed/>
                  <p:pic>
                    <p:nvPicPr>
                      <p:cNvPr id="5" name="Objekt 4" hidden="1">
                        <a:extLst>
                          <a:ext uri="{FF2B5EF4-FFF2-40B4-BE49-F238E27FC236}">
                            <a16:creationId xmlns:a16="http://schemas.microsoft.com/office/drawing/2014/main" id="{3322B80B-7346-459C-AD43-A08F5CC63476}"/>
                          </a:ext>
                        </a:extLst>
                      </p:cNvPr>
                      <p:cNvPicPr/>
                      <p:nvPr/>
                    </p:nvPicPr>
                    <p:blipFill>
                      <a:blip r:embed="rId47"/>
                      <a:stretch>
                        <a:fillRect/>
                      </a:stretch>
                    </p:blipFill>
                    <p:spPr>
                      <a:xfrm>
                        <a:off x="1588" y="1588"/>
                        <a:ext cx="1588" cy="1588"/>
                      </a:xfrm>
                      <a:prstGeom prst="rect">
                        <a:avLst/>
                      </a:prstGeom>
                    </p:spPr>
                  </p:pic>
                </p:oleObj>
              </mc:Fallback>
            </mc:AlternateContent>
          </a:graphicData>
        </a:graphic>
      </p:graphicFrame>
      <p:sp>
        <p:nvSpPr>
          <p:cNvPr id="4" name="Titel 3"/>
          <p:cNvSpPr>
            <a:spLocks noGrp="1"/>
          </p:cNvSpPr>
          <p:nvPr>
            <p:ph type="title"/>
          </p:nvPr>
        </p:nvSpPr>
        <p:spPr/>
        <p:txBody>
          <a:bodyPr vert="horz"/>
          <a:lstStyle/>
          <a:p>
            <a:r>
              <a:rPr lang="en-US" dirty="0"/>
              <a:t>Failure scenarios for S7-1500 H </a:t>
            </a:r>
            <a:r>
              <a:rPr lang="en-US" b="0" dirty="0"/>
              <a:t>(from firmware V3.0)</a:t>
            </a:r>
            <a:br>
              <a:rPr lang="en-US" b="0" dirty="0"/>
            </a:br>
            <a:r>
              <a:rPr lang="en-US" b="0" dirty="0"/>
              <a:t>Design with system redundancy R1 and MRP rings</a:t>
            </a:r>
            <a:endParaRPr lang="en-US" u="sng" dirty="0"/>
          </a:p>
        </p:txBody>
      </p:sp>
      <p:sp>
        <p:nvSpPr>
          <p:cNvPr id="2" name="Fußzeilenplatzhalter 1">
            <a:extLst>
              <a:ext uri="{FF2B5EF4-FFF2-40B4-BE49-F238E27FC236}">
                <a16:creationId xmlns:a16="http://schemas.microsoft.com/office/drawing/2014/main" id="{5B64D186-2FA4-4B6C-A55E-5EAD51E916BA}"/>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55" name="Pfeil: Fünfeck 54">
            <a:extLst>
              <a:ext uri="{FF2B5EF4-FFF2-40B4-BE49-F238E27FC236}">
                <a16:creationId xmlns:a16="http://schemas.microsoft.com/office/drawing/2014/main" id="{39B9A9B8-F11C-94C9-45B1-8CF7FF05B4C4}"/>
              </a:ext>
            </a:extLst>
          </p:cNvPr>
          <p:cNvSpPr/>
          <p:nvPr/>
        </p:nvSpPr>
        <p:spPr>
          <a:xfrm rot="5400000">
            <a:off x="1811389" y="2621245"/>
            <a:ext cx="547199" cy="3003330"/>
          </a:xfrm>
          <a:prstGeom prst="homePlate">
            <a:avLst>
              <a:gd name="adj" fmla="val 4999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01" name="Textfeld 100">
            <a:extLst>
              <a:ext uri="{FF2B5EF4-FFF2-40B4-BE49-F238E27FC236}">
                <a16:creationId xmlns:a16="http://schemas.microsoft.com/office/drawing/2014/main" id="{7B6822CE-A32D-F527-2EF3-D44D8AC816AF}"/>
              </a:ext>
            </a:extLst>
          </p:cNvPr>
          <p:cNvSpPr txBox="1"/>
          <p:nvPr/>
        </p:nvSpPr>
        <p:spPr>
          <a:xfrm>
            <a:off x="945855" y="3888167"/>
            <a:ext cx="2374900" cy="276999"/>
          </a:xfrm>
          <a:prstGeom prst="rect">
            <a:avLst/>
          </a:prstGeom>
          <a:noFill/>
        </p:spPr>
        <p:txBody>
          <a:bodyPr wrap="square" lIns="0" tIns="0" rIns="0" bIns="0" rtlCol="0">
            <a:spAutoFit/>
          </a:bodyPr>
          <a:lstStyle/>
          <a:p>
            <a:pPr algn="ctr"/>
            <a:r>
              <a:rPr lang="en-US" sz="900" dirty="0">
                <a:solidFill>
                  <a:schemeClr val="bg1"/>
                </a:solidFill>
              </a:rPr>
              <a:t>IO communication is switched to the remaining CPU and the second interface module.  </a:t>
            </a:r>
          </a:p>
        </p:txBody>
      </p:sp>
      <p:sp>
        <p:nvSpPr>
          <p:cNvPr id="102" name="Rechteck 101">
            <a:extLst>
              <a:ext uri="{FF2B5EF4-FFF2-40B4-BE49-F238E27FC236}">
                <a16:creationId xmlns:a16="http://schemas.microsoft.com/office/drawing/2014/main" id="{871CACC2-24F2-C228-36D2-D1869A6F9236}"/>
              </a:ext>
            </a:extLst>
          </p:cNvPr>
          <p:cNvSpPr/>
          <p:nvPr/>
        </p:nvSpPr>
        <p:spPr>
          <a:xfrm>
            <a:off x="583323" y="3196382"/>
            <a:ext cx="3003331" cy="563716"/>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Primary CPU or backup CPU failure</a:t>
            </a:r>
          </a:p>
        </p:txBody>
      </p:sp>
      <p:sp>
        <p:nvSpPr>
          <p:cNvPr id="205" name="Text Box 16">
            <a:extLst>
              <a:ext uri="{FF2B5EF4-FFF2-40B4-BE49-F238E27FC236}">
                <a16:creationId xmlns:a16="http://schemas.microsoft.com/office/drawing/2014/main" id="{8E6A7223-F3D5-E394-AA6C-9BC6840D1D11}"/>
              </a:ext>
            </a:extLst>
          </p:cNvPr>
          <p:cNvSpPr txBox="1">
            <a:spLocks noChangeArrowheads="1"/>
          </p:cNvSpPr>
          <p:nvPr>
            <p:custDataLst>
              <p:tags r:id="rId2"/>
            </p:custDataLst>
          </p:nvPr>
        </p:nvSpPr>
        <p:spPr bwMode="auto">
          <a:xfrm>
            <a:off x="4483608" y="4816450"/>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Primary</a:t>
            </a:r>
          </a:p>
        </p:txBody>
      </p:sp>
      <p:sp>
        <p:nvSpPr>
          <p:cNvPr id="206" name="Text Box 21">
            <a:extLst>
              <a:ext uri="{FF2B5EF4-FFF2-40B4-BE49-F238E27FC236}">
                <a16:creationId xmlns:a16="http://schemas.microsoft.com/office/drawing/2014/main" id="{F38C038F-6483-FD37-96EA-0EA679469BFC}"/>
              </a:ext>
            </a:extLst>
          </p:cNvPr>
          <p:cNvSpPr txBox="1">
            <a:spLocks noChangeArrowheads="1"/>
          </p:cNvSpPr>
          <p:nvPr>
            <p:custDataLst>
              <p:tags r:id="rId3"/>
            </p:custDataLst>
          </p:nvPr>
        </p:nvSpPr>
        <p:spPr bwMode="auto">
          <a:xfrm>
            <a:off x="6860144" y="4820968"/>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Backup</a:t>
            </a:r>
          </a:p>
        </p:txBody>
      </p:sp>
      <p:sp>
        <p:nvSpPr>
          <p:cNvPr id="214" name="Text Box 16">
            <a:extLst>
              <a:ext uri="{FF2B5EF4-FFF2-40B4-BE49-F238E27FC236}">
                <a16:creationId xmlns:a16="http://schemas.microsoft.com/office/drawing/2014/main" id="{B30B2F62-B0AB-DA2F-06EC-CFDD94E019E0}"/>
              </a:ext>
            </a:extLst>
          </p:cNvPr>
          <p:cNvSpPr txBox="1">
            <a:spLocks noChangeArrowheads="1"/>
          </p:cNvSpPr>
          <p:nvPr>
            <p:custDataLst>
              <p:tags r:id="rId4"/>
            </p:custDataLst>
          </p:nvPr>
        </p:nvSpPr>
        <p:spPr bwMode="auto">
          <a:xfrm>
            <a:off x="4445687" y="4833519"/>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p>
          <a:p>
            <a:pPr algn="ctr" eaLnBrk="1" hangingPunct="1"/>
            <a:r>
              <a:rPr lang="en-US" altLang="de-DE" sz="800" b="1" dirty="0"/>
              <a:t>redundant </a:t>
            </a:r>
          </a:p>
        </p:txBody>
      </p:sp>
      <p:sp>
        <p:nvSpPr>
          <p:cNvPr id="252" name="Pfeil: Fünfeck 251">
            <a:extLst>
              <a:ext uri="{FF2B5EF4-FFF2-40B4-BE49-F238E27FC236}">
                <a16:creationId xmlns:a16="http://schemas.microsoft.com/office/drawing/2014/main" id="{5D36378B-04D4-4077-448F-EB2EEDC06C0A}"/>
              </a:ext>
            </a:extLst>
          </p:cNvPr>
          <p:cNvSpPr/>
          <p:nvPr/>
        </p:nvSpPr>
        <p:spPr>
          <a:xfrm rot="5400000">
            <a:off x="5600679" y="2621246"/>
            <a:ext cx="547199" cy="3003330"/>
          </a:xfrm>
          <a:prstGeom prst="homePlate">
            <a:avLst>
              <a:gd name="adj" fmla="val 4999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53" name="Textfeld 252">
            <a:extLst>
              <a:ext uri="{FF2B5EF4-FFF2-40B4-BE49-F238E27FC236}">
                <a16:creationId xmlns:a16="http://schemas.microsoft.com/office/drawing/2014/main" id="{5F96E2FB-AE13-8187-E0B7-E60069C222C8}"/>
              </a:ext>
            </a:extLst>
          </p:cNvPr>
          <p:cNvSpPr txBox="1"/>
          <p:nvPr/>
        </p:nvSpPr>
        <p:spPr>
          <a:xfrm>
            <a:off x="4629150" y="3882460"/>
            <a:ext cx="2495549" cy="415498"/>
          </a:xfrm>
          <a:prstGeom prst="rect">
            <a:avLst/>
          </a:prstGeom>
          <a:noFill/>
        </p:spPr>
        <p:txBody>
          <a:bodyPr wrap="square" lIns="0" tIns="0" rIns="0" bIns="0" rtlCol="0">
            <a:spAutoFit/>
          </a:bodyPr>
          <a:lstStyle/>
          <a:p>
            <a:pPr algn="ctr"/>
            <a:r>
              <a:rPr lang="en-US" sz="900" dirty="0">
                <a:solidFill>
                  <a:schemeClr val="bg1"/>
                </a:solidFill>
              </a:rPr>
              <a:t>IO communication takes place via </a:t>
            </a:r>
            <a:r>
              <a:rPr lang="en-US" sz="900" dirty="0">
                <a:solidFill>
                  <a:srgbClr val="FFC000"/>
                </a:solidFill>
              </a:rPr>
              <a:t>Fiber H-Sync Connection </a:t>
            </a:r>
            <a:r>
              <a:rPr lang="en-US" sz="900" dirty="0">
                <a:solidFill>
                  <a:schemeClr val="bg1"/>
                </a:solidFill>
              </a:rPr>
              <a:t>from Primary CPU to remaining</a:t>
            </a:r>
            <a:br>
              <a:rPr lang="en-US" sz="900" dirty="0">
                <a:solidFill>
                  <a:schemeClr val="bg1"/>
                </a:solidFill>
              </a:rPr>
            </a:br>
            <a:r>
              <a:rPr lang="en-US" sz="900" dirty="0">
                <a:solidFill>
                  <a:schemeClr val="bg1"/>
                </a:solidFill>
              </a:rPr>
              <a:t>IO-Devices</a:t>
            </a:r>
          </a:p>
        </p:txBody>
      </p:sp>
      <p:sp>
        <p:nvSpPr>
          <p:cNvPr id="255" name="Rechteck 254">
            <a:extLst>
              <a:ext uri="{FF2B5EF4-FFF2-40B4-BE49-F238E27FC236}">
                <a16:creationId xmlns:a16="http://schemas.microsoft.com/office/drawing/2014/main" id="{86F93644-051A-48CF-F970-6877415A1BE0}"/>
              </a:ext>
            </a:extLst>
          </p:cNvPr>
          <p:cNvSpPr/>
          <p:nvPr/>
        </p:nvSpPr>
        <p:spPr>
          <a:xfrm>
            <a:off x="4372612" y="3196382"/>
            <a:ext cx="3003331" cy="563716"/>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Failure of an interface module</a:t>
            </a:r>
          </a:p>
        </p:txBody>
      </p:sp>
      <p:sp>
        <p:nvSpPr>
          <p:cNvPr id="257" name="Rechteck 256">
            <a:extLst>
              <a:ext uri="{FF2B5EF4-FFF2-40B4-BE49-F238E27FC236}">
                <a16:creationId xmlns:a16="http://schemas.microsoft.com/office/drawing/2014/main" id="{E90A220F-DB8C-8FF6-C3C1-DF46AD503F6F}"/>
              </a:ext>
            </a:extLst>
          </p:cNvPr>
          <p:cNvSpPr/>
          <p:nvPr/>
        </p:nvSpPr>
        <p:spPr>
          <a:xfrm>
            <a:off x="8190232" y="3196382"/>
            <a:ext cx="3003331" cy="563716"/>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Failure of a </a:t>
            </a:r>
            <a:br>
              <a:rPr lang="en-US" sz="1400" dirty="0">
                <a:solidFill>
                  <a:schemeClr val="bg1"/>
                </a:solidFill>
              </a:rPr>
            </a:br>
            <a:r>
              <a:rPr lang="en-US" sz="1400" dirty="0">
                <a:solidFill>
                  <a:schemeClr val="bg1"/>
                </a:solidFill>
              </a:rPr>
              <a:t>PROFINET network</a:t>
            </a:r>
          </a:p>
        </p:txBody>
      </p:sp>
      <p:sp>
        <p:nvSpPr>
          <p:cNvPr id="296" name="Pfeil: Fünfeck 295">
            <a:extLst>
              <a:ext uri="{FF2B5EF4-FFF2-40B4-BE49-F238E27FC236}">
                <a16:creationId xmlns:a16="http://schemas.microsoft.com/office/drawing/2014/main" id="{C443FE3D-535B-64AE-1369-ABF3FAB37249}"/>
              </a:ext>
            </a:extLst>
          </p:cNvPr>
          <p:cNvSpPr/>
          <p:nvPr/>
        </p:nvSpPr>
        <p:spPr>
          <a:xfrm rot="5400000">
            <a:off x="9418298" y="2621245"/>
            <a:ext cx="547199" cy="3003330"/>
          </a:xfrm>
          <a:prstGeom prst="homePlate">
            <a:avLst>
              <a:gd name="adj" fmla="val 4999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97" name="Textfeld 296">
            <a:extLst>
              <a:ext uri="{FF2B5EF4-FFF2-40B4-BE49-F238E27FC236}">
                <a16:creationId xmlns:a16="http://schemas.microsoft.com/office/drawing/2014/main" id="{9AF9AA9B-4854-852F-8143-971BA37B4C23}"/>
              </a:ext>
            </a:extLst>
          </p:cNvPr>
          <p:cNvSpPr txBox="1"/>
          <p:nvPr/>
        </p:nvSpPr>
        <p:spPr>
          <a:xfrm>
            <a:off x="8537029" y="3882460"/>
            <a:ext cx="2506716" cy="276999"/>
          </a:xfrm>
          <a:prstGeom prst="rect">
            <a:avLst/>
          </a:prstGeom>
          <a:noFill/>
        </p:spPr>
        <p:txBody>
          <a:bodyPr wrap="square" lIns="0" tIns="0" rIns="0" bIns="0" rtlCol="0">
            <a:spAutoFit/>
          </a:bodyPr>
          <a:lstStyle/>
          <a:p>
            <a:pPr algn="ctr"/>
            <a:r>
              <a:rPr lang="en-US" sz="900" dirty="0">
                <a:solidFill>
                  <a:schemeClr val="bg1"/>
                </a:solidFill>
              </a:rPr>
              <a:t>IO communication takes place directly or via  </a:t>
            </a:r>
            <a:r>
              <a:rPr lang="en-US" sz="900" dirty="0">
                <a:solidFill>
                  <a:srgbClr val="FFC000"/>
                </a:solidFill>
              </a:rPr>
              <a:t>Fiber H-Sync Connection </a:t>
            </a:r>
            <a:r>
              <a:rPr lang="en-US" sz="900" dirty="0">
                <a:solidFill>
                  <a:schemeClr val="bg1"/>
                </a:solidFill>
              </a:rPr>
              <a:t>von Primary CPU</a:t>
            </a:r>
          </a:p>
        </p:txBody>
      </p:sp>
      <p:sp>
        <p:nvSpPr>
          <p:cNvPr id="264" name="Textfeld 263">
            <a:extLst>
              <a:ext uri="{FF2B5EF4-FFF2-40B4-BE49-F238E27FC236}">
                <a16:creationId xmlns:a16="http://schemas.microsoft.com/office/drawing/2014/main" id="{8A1D1C79-56E4-3366-F035-40F1A71AD4A9}"/>
              </a:ext>
            </a:extLst>
          </p:cNvPr>
          <p:cNvSpPr txBox="1"/>
          <p:nvPr/>
        </p:nvSpPr>
        <p:spPr>
          <a:xfrm rot="16200000">
            <a:off x="5732804" y="4833273"/>
            <a:ext cx="336631" cy="123111"/>
          </a:xfrm>
          <a:prstGeom prst="rect">
            <a:avLst/>
          </a:prstGeom>
          <a:noFill/>
        </p:spPr>
        <p:txBody>
          <a:bodyPr wrap="none" lIns="0" tIns="0" rIns="0" bIns="0" rtlCol="0">
            <a:spAutoFit/>
          </a:bodyPr>
          <a:lstStyle/>
          <a:p>
            <a:pPr algn="l"/>
            <a:r>
              <a:rPr lang="en-US" sz="800" dirty="0"/>
              <a:t>H-Sync</a:t>
            </a:r>
          </a:p>
        </p:txBody>
      </p:sp>
      <p:sp>
        <p:nvSpPr>
          <p:cNvPr id="265" name="Text Box 16">
            <a:extLst>
              <a:ext uri="{FF2B5EF4-FFF2-40B4-BE49-F238E27FC236}">
                <a16:creationId xmlns:a16="http://schemas.microsoft.com/office/drawing/2014/main" id="{F47D5A05-D1C3-D482-9614-44A7B0B8AD15}"/>
              </a:ext>
            </a:extLst>
          </p:cNvPr>
          <p:cNvSpPr txBox="1">
            <a:spLocks noChangeArrowheads="1"/>
          </p:cNvSpPr>
          <p:nvPr>
            <p:custDataLst>
              <p:tags r:id="rId5"/>
            </p:custDataLst>
          </p:nvPr>
        </p:nvSpPr>
        <p:spPr bwMode="auto">
          <a:xfrm>
            <a:off x="8324845" y="4819062"/>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Primary</a:t>
            </a:r>
          </a:p>
        </p:txBody>
      </p:sp>
      <p:sp>
        <p:nvSpPr>
          <p:cNvPr id="266" name="Text Box 21">
            <a:extLst>
              <a:ext uri="{FF2B5EF4-FFF2-40B4-BE49-F238E27FC236}">
                <a16:creationId xmlns:a16="http://schemas.microsoft.com/office/drawing/2014/main" id="{86AE99AE-80AF-C6D5-D4C7-3B3222F460A7}"/>
              </a:ext>
            </a:extLst>
          </p:cNvPr>
          <p:cNvSpPr txBox="1">
            <a:spLocks noChangeArrowheads="1"/>
          </p:cNvSpPr>
          <p:nvPr>
            <p:custDataLst>
              <p:tags r:id="rId6"/>
            </p:custDataLst>
          </p:nvPr>
        </p:nvSpPr>
        <p:spPr bwMode="auto">
          <a:xfrm>
            <a:off x="10701381" y="4823580"/>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Backup</a:t>
            </a:r>
          </a:p>
        </p:txBody>
      </p:sp>
      <p:sp>
        <p:nvSpPr>
          <p:cNvPr id="268" name="Text Box 16">
            <a:extLst>
              <a:ext uri="{FF2B5EF4-FFF2-40B4-BE49-F238E27FC236}">
                <a16:creationId xmlns:a16="http://schemas.microsoft.com/office/drawing/2014/main" id="{32949470-B556-A19E-7811-DF1F9EFD1F44}"/>
              </a:ext>
            </a:extLst>
          </p:cNvPr>
          <p:cNvSpPr txBox="1">
            <a:spLocks noChangeArrowheads="1"/>
          </p:cNvSpPr>
          <p:nvPr>
            <p:custDataLst>
              <p:tags r:id="rId7"/>
            </p:custDataLst>
          </p:nvPr>
        </p:nvSpPr>
        <p:spPr bwMode="auto">
          <a:xfrm>
            <a:off x="8250071" y="4853698"/>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p>
          <a:p>
            <a:pPr algn="ctr" eaLnBrk="1" hangingPunct="1"/>
            <a:r>
              <a:rPr lang="en-US" altLang="de-DE" sz="800" b="1" dirty="0"/>
              <a:t>redundant </a:t>
            </a:r>
          </a:p>
        </p:txBody>
      </p:sp>
      <p:sp>
        <p:nvSpPr>
          <p:cNvPr id="69" name="Textfeld 68">
            <a:extLst>
              <a:ext uri="{FF2B5EF4-FFF2-40B4-BE49-F238E27FC236}">
                <a16:creationId xmlns:a16="http://schemas.microsoft.com/office/drawing/2014/main" id="{E13418AF-97C4-D44F-0258-B494B2C1CBA2}"/>
              </a:ext>
            </a:extLst>
          </p:cNvPr>
          <p:cNvSpPr txBox="1"/>
          <p:nvPr/>
        </p:nvSpPr>
        <p:spPr>
          <a:xfrm rot="16200000">
            <a:off x="9574041" y="4835885"/>
            <a:ext cx="336631" cy="123111"/>
          </a:xfrm>
          <a:prstGeom prst="rect">
            <a:avLst/>
          </a:prstGeom>
          <a:noFill/>
        </p:spPr>
        <p:txBody>
          <a:bodyPr wrap="none" lIns="0" tIns="0" rIns="0" bIns="0" rtlCol="0">
            <a:spAutoFit/>
          </a:bodyPr>
          <a:lstStyle/>
          <a:p>
            <a:pPr algn="l"/>
            <a:r>
              <a:rPr lang="en-US" sz="800" dirty="0"/>
              <a:t>H-Sync</a:t>
            </a:r>
          </a:p>
        </p:txBody>
      </p:sp>
      <p:sp>
        <p:nvSpPr>
          <p:cNvPr id="20" name="Rechteck 19">
            <a:extLst>
              <a:ext uri="{FF2B5EF4-FFF2-40B4-BE49-F238E27FC236}">
                <a16:creationId xmlns:a16="http://schemas.microsoft.com/office/drawing/2014/main" id="{5D1AE9B5-6A9F-8290-D9AC-D574A8EC8CFA}"/>
              </a:ext>
            </a:extLst>
          </p:cNvPr>
          <p:cNvSpPr/>
          <p:nvPr/>
        </p:nvSpPr>
        <p:spPr>
          <a:xfrm>
            <a:off x="4008675" y="1183143"/>
            <a:ext cx="3313669" cy="290375"/>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Initial state</a:t>
            </a:r>
          </a:p>
        </p:txBody>
      </p:sp>
      <p:cxnSp>
        <p:nvCxnSpPr>
          <p:cNvPr id="31" name="Gerade Verbindung mit Pfeil 30">
            <a:extLst>
              <a:ext uri="{FF2B5EF4-FFF2-40B4-BE49-F238E27FC236}">
                <a16:creationId xmlns:a16="http://schemas.microsoft.com/office/drawing/2014/main" id="{AA9161FA-BF4C-6FEA-3B90-9BE9547251BA}"/>
              </a:ext>
            </a:extLst>
          </p:cNvPr>
          <p:cNvCxnSpPr>
            <a:cxnSpLocks/>
          </p:cNvCxnSpPr>
          <p:nvPr/>
        </p:nvCxnSpPr>
        <p:spPr>
          <a:xfrm>
            <a:off x="9684090" y="1829809"/>
            <a:ext cx="610765" cy="0"/>
          </a:xfrm>
          <a:prstGeom prst="straightConnector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4" name="Textfeld 223">
            <a:extLst>
              <a:ext uri="{FF2B5EF4-FFF2-40B4-BE49-F238E27FC236}">
                <a16:creationId xmlns:a16="http://schemas.microsoft.com/office/drawing/2014/main" id="{AC0ADD0F-FCC4-C690-B720-500AFE475123}"/>
              </a:ext>
            </a:extLst>
          </p:cNvPr>
          <p:cNvSpPr txBox="1"/>
          <p:nvPr/>
        </p:nvSpPr>
        <p:spPr>
          <a:xfrm>
            <a:off x="9691897" y="1880921"/>
            <a:ext cx="477695" cy="161583"/>
          </a:xfrm>
          <a:prstGeom prst="rect">
            <a:avLst/>
          </a:prstGeom>
          <a:noFill/>
        </p:spPr>
        <p:txBody>
          <a:bodyPr wrap="none" lIns="0" tIns="0" rIns="0" bIns="0" rtlCol="0">
            <a:spAutoFit/>
          </a:bodyPr>
          <a:lstStyle/>
          <a:p>
            <a:pPr algn="l"/>
            <a:r>
              <a:rPr lang="en-US" sz="1050" dirty="0"/>
              <a:t>I/O data</a:t>
            </a:r>
          </a:p>
        </p:txBody>
      </p:sp>
      <p:grpSp>
        <p:nvGrpSpPr>
          <p:cNvPr id="243" name="Gruppieren 242">
            <a:extLst>
              <a:ext uri="{FF2B5EF4-FFF2-40B4-BE49-F238E27FC236}">
                <a16:creationId xmlns:a16="http://schemas.microsoft.com/office/drawing/2014/main" id="{0D2849BB-C929-4E1A-A4E6-A5544FE22A0E}"/>
              </a:ext>
            </a:extLst>
          </p:cNvPr>
          <p:cNvGrpSpPr/>
          <p:nvPr/>
        </p:nvGrpSpPr>
        <p:grpSpPr>
          <a:xfrm>
            <a:off x="4047803" y="1530974"/>
            <a:ext cx="3187316" cy="1441523"/>
            <a:chOff x="4047803" y="1530974"/>
            <a:chExt cx="3187316" cy="1441523"/>
          </a:xfrm>
        </p:grpSpPr>
        <p:sp>
          <p:nvSpPr>
            <p:cNvPr id="227" name="Rechteck: abgerundete Ecken 226">
              <a:extLst>
                <a:ext uri="{FF2B5EF4-FFF2-40B4-BE49-F238E27FC236}">
                  <a16:creationId xmlns:a16="http://schemas.microsoft.com/office/drawing/2014/main" id="{4C58988E-C524-2ED5-E404-AF3E6378ABAD}"/>
                </a:ext>
              </a:extLst>
            </p:cNvPr>
            <p:cNvSpPr/>
            <p:nvPr/>
          </p:nvSpPr>
          <p:spPr>
            <a:xfrm>
              <a:off x="5765600" y="2077170"/>
              <a:ext cx="929037" cy="890954"/>
            </a:xfrm>
            <a:prstGeom prst="round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8" name="Rechteck: abgerundete Ecken 27">
              <a:extLst>
                <a:ext uri="{FF2B5EF4-FFF2-40B4-BE49-F238E27FC236}">
                  <a16:creationId xmlns:a16="http://schemas.microsoft.com/office/drawing/2014/main" id="{E19363AE-82B0-C229-93FD-08A2465F7AB0}"/>
                </a:ext>
              </a:extLst>
            </p:cNvPr>
            <p:cNvSpPr/>
            <p:nvPr/>
          </p:nvSpPr>
          <p:spPr>
            <a:xfrm>
              <a:off x="4629150" y="2081543"/>
              <a:ext cx="929037" cy="890954"/>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25" name="Gruppieren 224">
              <a:extLst>
                <a:ext uri="{FF2B5EF4-FFF2-40B4-BE49-F238E27FC236}">
                  <a16:creationId xmlns:a16="http://schemas.microsoft.com/office/drawing/2014/main" id="{044B6BB7-6609-382F-C149-1C92A24F97A7}"/>
                </a:ext>
              </a:extLst>
            </p:cNvPr>
            <p:cNvGrpSpPr/>
            <p:nvPr/>
          </p:nvGrpSpPr>
          <p:grpSpPr>
            <a:xfrm>
              <a:off x="5384696" y="1959956"/>
              <a:ext cx="489581" cy="23082"/>
              <a:chOff x="5384696" y="1854706"/>
              <a:chExt cx="489581" cy="23082"/>
            </a:xfrm>
          </p:grpSpPr>
          <p:cxnSp>
            <p:nvCxnSpPr>
              <p:cNvPr id="22" name="Gerader Verbinder 21">
                <a:extLst>
                  <a:ext uri="{FF2B5EF4-FFF2-40B4-BE49-F238E27FC236}">
                    <a16:creationId xmlns:a16="http://schemas.microsoft.com/office/drawing/2014/main" id="{8DB9E71B-2F9E-5A15-9524-74497838EA4D}"/>
                  </a:ext>
                </a:extLst>
              </p:cNvPr>
              <p:cNvCxnSpPr>
                <a:cxnSpLocks/>
              </p:cNvCxnSpPr>
              <p:nvPr/>
            </p:nvCxnSpPr>
            <p:spPr bwMode="auto">
              <a:xfrm>
                <a:off x="5384696" y="1854706"/>
                <a:ext cx="489581"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3" name="Gerader Verbinder 22">
                <a:extLst>
                  <a:ext uri="{FF2B5EF4-FFF2-40B4-BE49-F238E27FC236}">
                    <a16:creationId xmlns:a16="http://schemas.microsoft.com/office/drawing/2014/main" id="{9539BC27-B49F-E95D-6275-624937172E73}"/>
                  </a:ext>
                </a:extLst>
              </p:cNvPr>
              <p:cNvCxnSpPr>
                <a:cxnSpLocks/>
              </p:cNvCxnSpPr>
              <p:nvPr/>
            </p:nvCxnSpPr>
            <p:spPr bwMode="auto">
              <a:xfrm>
                <a:off x="5389312" y="1877788"/>
                <a:ext cx="484965"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sp>
          <p:nvSpPr>
            <p:cNvPr id="3" name="Text Box 16">
              <a:extLst>
                <a:ext uri="{FF2B5EF4-FFF2-40B4-BE49-F238E27FC236}">
                  <a16:creationId xmlns:a16="http://schemas.microsoft.com/office/drawing/2014/main" id="{3776DFFA-3C47-2BD1-27ED-6541EC2A2E53}"/>
                </a:ext>
              </a:extLst>
            </p:cNvPr>
            <p:cNvSpPr txBox="1">
              <a:spLocks noChangeArrowheads="1"/>
            </p:cNvSpPr>
            <p:nvPr>
              <p:custDataLst>
                <p:tags r:id="rId34"/>
              </p:custDataLst>
            </p:nvPr>
          </p:nvSpPr>
          <p:spPr bwMode="auto">
            <a:xfrm>
              <a:off x="4231388" y="1633700"/>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6" name="Text Box 21">
              <a:extLst>
                <a:ext uri="{FF2B5EF4-FFF2-40B4-BE49-F238E27FC236}">
                  <a16:creationId xmlns:a16="http://schemas.microsoft.com/office/drawing/2014/main" id="{20F17C3B-44B6-F9E6-143B-EAFA33251FD6}"/>
                </a:ext>
              </a:extLst>
            </p:cNvPr>
            <p:cNvSpPr txBox="1">
              <a:spLocks noChangeArrowheads="1"/>
            </p:cNvSpPr>
            <p:nvPr>
              <p:custDataLst>
                <p:tags r:id="rId35"/>
              </p:custDataLst>
            </p:nvPr>
          </p:nvSpPr>
          <p:spPr bwMode="auto">
            <a:xfrm>
              <a:off x="6577291" y="1638218"/>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sp>
          <p:nvSpPr>
            <p:cNvPr id="15" name="Text Box 16">
              <a:extLst>
                <a:ext uri="{FF2B5EF4-FFF2-40B4-BE49-F238E27FC236}">
                  <a16:creationId xmlns:a16="http://schemas.microsoft.com/office/drawing/2014/main" id="{023F9E43-4B78-74FB-BA97-FF070B027BC1}"/>
                </a:ext>
              </a:extLst>
            </p:cNvPr>
            <p:cNvSpPr txBox="1">
              <a:spLocks noChangeArrowheads="1"/>
            </p:cNvSpPr>
            <p:nvPr>
              <p:custDataLst>
                <p:tags r:id="rId36"/>
              </p:custDataLst>
            </p:nvPr>
          </p:nvSpPr>
          <p:spPr bwMode="auto">
            <a:xfrm>
              <a:off x="6704526" y="1825214"/>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p>
            <a:p>
              <a:pPr algn="ctr" eaLnBrk="1" hangingPunct="1"/>
              <a:r>
                <a:rPr lang="en-US" altLang="de-DE" sz="800" b="1" dirty="0"/>
                <a:t>redundant </a:t>
              </a:r>
            </a:p>
          </p:txBody>
        </p:sp>
        <p:sp>
          <p:nvSpPr>
            <p:cNvPr id="16" name="Text Box 16">
              <a:extLst>
                <a:ext uri="{FF2B5EF4-FFF2-40B4-BE49-F238E27FC236}">
                  <a16:creationId xmlns:a16="http://schemas.microsoft.com/office/drawing/2014/main" id="{399F7D5F-222C-8CF0-06A2-EAE9828A2E9B}"/>
                </a:ext>
              </a:extLst>
            </p:cNvPr>
            <p:cNvSpPr txBox="1">
              <a:spLocks noChangeArrowheads="1"/>
            </p:cNvSpPr>
            <p:nvPr>
              <p:custDataLst>
                <p:tags r:id="rId37"/>
              </p:custDataLst>
            </p:nvPr>
          </p:nvSpPr>
          <p:spPr bwMode="auto">
            <a:xfrm>
              <a:off x="4047803" y="1823055"/>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p>
            <a:p>
              <a:pPr algn="ctr" eaLnBrk="1" hangingPunct="1"/>
              <a:r>
                <a:rPr lang="en-US" altLang="de-DE" sz="800" b="1" dirty="0"/>
                <a:t>redundant </a:t>
              </a:r>
            </a:p>
          </p:txBody>
        </p:sp>
        <p:grpSp>
          <p:nvGrpSpPr>
            <p:cNvPr id="7" name="Gruppieren 6">
              <a:extLst>
                <a:ext uri="{FF2B5EF4-FFF2-40B4-BE49-F238E27FC236}">
                  <a16:creationId xmlns:a16="http://schemas.microsoft.com/office/drawing/2014/main" id="{E88A79D4-3217-BB24-1334-85379FCE5CD6}"/>
                </a:ext>
              </a:extLst>
            </p:cNvPr>
            <p:cNvGrpSpPr/>
            <p:nvPr/>
          </p:nvGrpSpPr>
          <p:grpSpPr>
            <a:xfrm>
              <a:off x="5765600" y="1530974"/>
              <a:ext cx="773894" cy="639977"/>
              <a:chOff x="5633257" y="2448326"/>
              <a:chExt cx="3891741" cy="2958295"/>
            </a:xfrm>
            <a:solidFill>
              <a:schemeClr val="bg1"/>
            </a:solidFill>
          </p:grpSpPr>
          <p:pic>
            <p:nvPicPr>
              <p:cNvPr id="8" name="product_simatic-s7-1500.png">
                <a:extLst>
                  <a:ext uri="{FF2B5EF4-FFF2-40B4-BE49-F238E27FC236}">
                    <a16:creationId xmlns:a16="http://schemas.microsoft.com/office/drawing/2014/main" id="{A31F1468-DE80-DE7B-6E20-FB16DF4B3728}"/>
                  </a:ext>
                </a:extLst>
              </p:cNvPr>
              <p:cNvPicPr>
                <a:picLocks noChangeAspect="1"/>
              </p:cNvPicPr>
              <p:nvPr>
                <p:custDataLst>
                  <p:tags r:id="rId41"/>
                </p:custDataLst>
              </p:nvPr>
            </p:nvPicPr>
            <p:blipFill rotWithShape="1">
              <a:blip r:embed="rId48"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18" name="product_simatic-s7-1500.png">
                <a:extLst>
                  <a:ext uri="{FF2B5EF4-FFF2-40B4-BE49-F238E27FC236}">
                    <a16:creationId xmlns:a16="http://schemas.microsoft.com/office/drawing/2014/main" id="{537B4D94-0961-AC46-2563-BE4EF05A1682}"/>
                  </a:ext>
                </a:extLst>
              </p:cNvPr>
              <p:cNvPicPr>
                <a:picLocks noChangeAspect="1"/>
              </p:cNvPicPr>
              <p:nvPr>
                <p:custDataLst>
                  <p:tags r:id="rId42"/>
                </p:custDataLst>
              </p:nvPr>
            </p:nvPicPr>
            <p:blipFill rotWithShape="1">
              <a:blip r:embed="rId49"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21" name="product_simatic-s7-1500.png">
                <a:extLst>
                  <a:ext uri="{FF2B5EF4-FFF2-40B4-BE49-F238E27FC236}">
                    <a16:creationId xmlns:a16="http://schemas.microsoft.com/office/drawing/2014/main" id="{E48F350E-82AF-D345-0A14-4FDB07E24191}"/>
                  </a:ext>
                </a:extLst>
              </p:cNvPr>
              <p:cNvPicPr>
                <a:picLocks noChangeAspect="1"/>
              </p:cNvPicPr>
              <p:nvPr>
                <p:custDataLst>
                  <p:tags r:id="rId43"/>
                </p:custDataLst>
              </p:nvPr>
            </p:nvPicPr>
            <p:blipFill rotWithShape="1">
              <a:blip r:embed="rId49"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nvGrpSpPr>
            <p:cNvPr id="24" name="Gruppieren 23">
              <a:extLst>
                <a:ext uri="{FF2B5EF4-FFF2-40B4-BE49-F238E27FC236}">
                  <a16:creationId xmlns:a16="http://schemas.microsoft.com/office/drawing/2014/main" id="{BF5C6CD2-6496-9843-18F8-EF341DF242CC}"/>
                </a:ext>
              </a:extLst>
            </p:cNvPr>
            <p:cNvGrpSpPr/>
            <p:nvPr/>
          </p:nvGrpSpPr>
          <p:grpSpPr>
            <a:xfrm>
              <a:off x="4767925" y="1532518"/>
              <a:ext cx="773894" cy="639977"/>
              <a:chOff x="5633257" y="2448326"/>
              <a:chExt cx="3891741" cy="2958295"/>
            </a:xfrm>
            <a:solidFill>
              <a:schemeClr val="bg1"/>
            </a:solidFill>
          </p:grpSpPr>
          <p:pic>
            <p:nvPicPr>
              <p:cNvPr id="25" name="product_simatic-s7-1500.png">
                <a:extLst>
                  <a:ext uri="{FF2B5EF4-FFF2-40B4-BE49-F238E27FC236}">
                    <a16:creationId xmlns:a16="http://schemas.microsoft.com/office/drawing/2014/main" id="{80AB9BEE-69EF-AB46-EB40-446F049CDB6E}"/>
                  </a:ext>
                </a:extLst>
              </p:cNvPr>
              <p:cNvPicPr>
                <a:picLocks noChangeAspect="1"/>
              </p:cNvPicPr>
              <p:nvPr>
                <p:custDataLst>
                  <p:tags r:id="rId38"/>
                </p:custDataLst>
              </p:nvPr>
            </p:nvPicPr>
            <p:blipFill rotWithShape="1">
              <a:blip r:embed="rId48"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26" name="product_simatic-s7-1500.png">
                <a:extLst>
                  <a:ext uri="{FF2B5EF4-FFF2-40B4-BE49-F238E27FC236}">
                    <a16:creationId xmlns:a16="http://schemas.microsoft.com/office/drawing/2014/main" id="{C30EA030-12D8-6DC0-66B6-29BE275FF96B}"/>
                  </a:ext>
                </a:extLst>
              </p:cNvPr>
              <p:cNvPicPr>
                <a:picLocks noChangeAspect="1"/>
              </p:cNvPicPr>
              <p:nvPr>
                <p:custDataLst>
                  <p:tags r:id="rId39"/>
                </p:custDataLst>
              </p:nvPr>
            </p:nvPicPr>
            <p:blipFill rotWithShape="1">
              <a:blip r:embed="rId49"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27" name="product_simatic-s7-1500.png">
                <a:extLst>
                  <a:ext uri="{FF2B5EF4-FFF2-40B4-BE49-F238E27FC236}">
                    <a16:creationId xmlns:a16="http://schemas.microsoft.com/office/drawing/2014/main" id="{CAF68A8A-0C40-F930-A13C-E66BF86C0A9B}"/>
                  </a:ext>
                </a:extLst>
              </p:cNvPr>
              <p:cNvPicPr>
                <a:picLocks noChangeAspect="1"/>
              </p:cNvPicPr>
              <p:nvPr>
                <p:custDataLst>
                  <p:tags r:id="rId40"/>
                </p:custDataLst>
              </p:nvPr>
            </p:nvPicPr>
            <p:blipFill rotWithShape="1">
              <a:blip r:embed="rId49"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pic>
          <p:nvPicPr>
            <p:cNvPr id="19" name="Grafik 18">
              <a:extLst>
                <a:ext uri="{FF2B5EF4-FFF2-40B4-BE49-F238E27FC236}">
                  <a16:creationId xmlns:a16="http://schemas.microsoft.com/office/drawing/2014/main" id="{4D20B270-5FBE-9058-76C4-9EB4BCF85F59}"/>
                </a:ext>
              </a:extLst>
            </p:cNvPr>
            <p:cNvPicPr>
              <a:picLocks noChangeAspect="1"/>
            </p:cNvPicPr>
            <p:nvPr/>
          </p:nvPicPr>
          <p:blipFill>
            <a:blip r:embed="rId50"/>
            <a:stretch>
              <a:fillRect/>
            </a:stretch>
          </p:blipFill>
          <p:spPr>
            <a:xfrm>
              <a:off x="5462935" y="2292498"/>
              <a:ext cx="701306" cy="591883"/>
            </a:xfrm>
            <a:prstGeom prst="rect">
              <a:avLst/>
            </a:prstGeom>
            <a:solidFill>
              <a:schemeClr val="bg1"/>
            </a:solidFill>
          </p:spPr>
        </p:pic>
        <p:sp>
          <p:nvSpPr>
            <p:cNvPr id="230" name="Textfeld 229">
              <a:extLst>
                <a:ext uri="{FF2B5EF4-FFF2-40B4-BE49-F238E27FC236}">
                  <a16:creationId xmlns:a16="http://schemas.microsoft.com/office/drawing/2014/main" id="{4AA57F38-A7B8-9125-7CD3-66C2F4608871}"/>
                </a:ext>
              </a:extLst>
            </p:cNvPr>
            <p:cNvSpPr txBox="1"/>
            <p:nvPr/>
          </p:nvSpPr>
          <p:spPr>
            <a:xfrm>
              <a:off x="4737774" y="2807956"/>
              <a:ext cx="607539" cy="161583"/>
            </a:xfrm>
            <a:prstGeom prst="rect">
              <a:avLst/>
            </a:prstGeom>
            <a:noFill/>
          </p:spPr>
          <p:txBody>
            <a:bodyPr wrap="none" lIns="0" tIns="0" rIns="0" bIns="0" rtlCol="0">
              <a:spAutoFit/>
            </a:bodyPr>
            <a:lstStyle/>
            <a:p>
              <a:pPr algn="l"/>
              <a:r>
                <a:rPr lang="en-US" sz="1050" dirty="0"/>
                <a:t>Network 1</a:t>
              </a:r>
            </a:p>
          </p:txBody>
        </p:sp>
        <p:sp>
          <p:nvSpPr>
            <p:cNvPr id="240" name="Textfeld 239">
              <a:extLst>
                <a:ext uri="{FF2B5EF4-FFF2-40B4-BE49-F238E27FC236}">
                  <a16:creationId xmlns:a16="http://schemas.microsoft.com/office/drawing/2014/main" id="{2D03A49B-B1DF-C0BD-C4F9-C4FADC4D3B6A}"/>
                </a:ext>
              </a:extLst>
            </p:cNvPr>
            <p:cNvSpPr txBox="1"/>
            <p:nvPr/>
          </p:nvSpPr>
          <p:spPr>
            <a:xfrm>
              <a:off x="6230118" y="2804249"/>
              <a:ext cx="607539" cy="161583"/>
            </a:xfrm>
            <a:prstGeom prst="rect">
              <a:avLst/>
            </a:prstGeom>
            <a:noFill/>
          </p:spPr>
          <p:txBody>
            <a:bodyPr wrap="none" lIns="0" tIns="0" rIns="0" bIns="0" rtlCol="0">
              <a:spAutoFit/>
            </a:bodyPr>
            <a:lstStyle/>
            <a:p>
              <a:pPr algn="l"/>
              <a:r>
                <a:rPr lang="en-US" sz="1050" dirty="0"/>
                <a:t>Network 2</a:t>
              </a:r>
            </a:p>
          </p:txBody>
        </p:sp>
      </p:grpSp>
      <p:sp>
        <p:nvSpPr>
          <p:cNvPr id="241" name="Bogen 240">
            <a:extLst>
              <a:ext uri="{FF2B5EF4-FFF2-40B4-BE49-F238E27FC236}">
                <a16:creationId xmlns:a16="http://schemas.microsoft.com/office/drawing/2014/main" id="{5DD03922-AB41-1B9C-F31F-CC7BCA4802A8}"/>
              </a:ext>
            </a:extLst>
          </p:cNvPr>
          <p:cNvSpPr/>
          <p:nvPr/>
        </p:nvSpPr>
        <p:spPr>
          <a:xfrm>
            <a:off x="4879026" y="2251899"/>
            <a:ext cx="662793" cy="548698"/>
          </a:xfrm>
          <a:prstGeom prst="arc">
            <a:avLst>
              <a:gd name="adj1" fmla="val 17312089"/>
              <a:gd name="adj2" fmla="val 14671880"/>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2" name="Bogen 241">
            <a:extLst>
              <a:ext uri="{FF2B5EF4-FFF2-40B4-BE49-F238E27FC236}">
                <a16:creationId xmlns:a16="http://schemas.microsoft.com/office/drawing/2014/main" id="{51CE05B1-51E7-CE86-D2B4-C84A3042E39E}"/>
              </a:ext>
            </a:extLst>
          </p:cNvPr>
          <p:cNvSpPr/>
          <p:nvPr/>
        </p:nvSpPr>
        <p:spPr>
          <a:xfrm flipH="1">
            <a:off x="5767768" y="2253499"/>
            <a:ext cx="631860" cy="548698"/>
          </a:xfrm>
          <a:prstGeom prst="arc">
            <a:avLst>
              <a:gd name="adj1" fmla="val 17312089"/>
              <a:gd name="adj2" fmla="val 14671880"/>
            </a:avLst>
          </a:prstGeom>
          <a:ln w="38100">
            <a:solidFill>
              <a:srgbClr val="00B0F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nvGrpSpPr>
          <p:cNvPr id="244" name="Gruppieren 243">
            <a:extLst>
              <a:ext uri="{FF2B5EF4-FFF2-40B4-BE49-F238E27FC236}">
                <a16:creationId xmlns:a16="http://schemas.microsoft.com/office/drawing/2014/main" id="{92E22CD8-14DC-F74B-6981-9ADF0FCC5915}"/>
              </a:ext>
            </a:extLst>
          </p:cNvPr>
          <p:cNvGrpSpPr/>
          <p:nvPr/>
        </p:nvGrpSpPr>
        <p:grpSpPr>
          <a:xfrm>
            <a:off x="1039042" y="4640227"/>
            <a:ext cx="2485867" cy="1441523"/>
            <a:chOff x="4629150" y="1530974"/>
            <a:chExt cx="2485867" cy="1441523"/>
          </a:xfrm>
        </p:grpSpPr>
        <p:sp>
          <p:nvSpPr>
            <p:cNvPr id="245" name="Rechteck: abgerundete Ecken 244">
              <a:extLst>
                <a:ext uri="{FF2B5EF4-FFF2-40B4-BE49-F238E27FC236}">
                  <a16:creationId xmlns:a16="http://schemas.microsoft.com/office/drawing/2014/main" id="{21AC843B-431A-4642-30A9-D2001334C0F6}"/>
                </a:ext>
              </a:extLst>
            </p:cNvPr>
            <p:cNvSpPr/>
            <p:nvPr/>
          </p:nvSpPr>
          <p:spPr>
            <a:xfrm>
              <a:off x="5765600" y="2077170"/>
              <a:ext cx="929037" cy="890954"/>
            </a:xfrm>
            <a:prstGeom prst="round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46" name="Rechteck: abgerundete Ecken 245">
              <a:extLst>
                <a:ext uri="{FF2B5EF4-FFF2-40B4-BE49-F238E27FC236}">
                  <a16:creationId xmlns:a16="http://schemas.microsoft.com/office/drawing/2014/main" id="{23C891C6-5344-1140-53B7-63DD3A71E752}"/>
                </a:ext>
              </a:extLst>
            </p:cNvPr>
            <p:cNvSpPr/>
            <p:nvPr/>
          </p:nvSpPr>
          <p:spPr>
            <a:xfrm>
              <a:off x="4629150" y="2081543"/>
              <a:ext cx="929037" cy="890954"/>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47" name="Gruppieren 246">
              <a:extLst>
                <a:ext uri="{FF2B5EF4-FFF2-40B4-BE49-F238E27FC236}">
                  <a16:creationId xmlns:a16="http://schemas.microsoft.com/office/drawing/2014/main" id="{DE3A87CF-7446-C7D5-EED1-DA5765259070}"/>
                </a:ext>
              </a:extLst>
            </p:cNvPr>
            <p:cNvGrpSpPr/>
            <p:nvPr/>
          </p:nvGrpSpPr>
          <p:grpSpPr>
            <a:xfrm>
              <a:off x="5384696" y="1959956"/>
              <a:ext cx="489581" cy="23082"/>
              <a:chOff x="5384696" y="1854706"/>
              <a:chExt cx="489581" cy="23082"/>
            </a:xfrm>
          </p:grpSpPr>
          <p:cxnSp>
            <p:nvCxnSpPr>
              <p:cNvPr id="42" name="Gerader Verbinder 41">
                <a:extLst>
                  <a:ext uri="{FF2B5EF4-FFF2-40B4-BE49-F238E27FC236}">
                    <a16:creationId xmlns:a16="http://schemas.microsoft.com/office/drawing/2014/main" id="{E9E10093-F082-0A4E-940A-3068E30189D1}"/>
                  </a:ext>
                </a:extLst>
              </p:cNvPr>
              <p:cNvCxnSpPr>
                <a:cxnSpLocks/>
              </p:cNvCxnSpPr>
              <p:nvPr/>
            </p:nvCxnSpPr>
            <p:spPr bwMode="auto">
              <a:xfrm>
                <a:off x="5384696" y="1854706"/>
                <a:ext cx="489581"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43" name="Gerader Verbinder 42">
                <a:extLst>
                  <a:ext uri="{FF2B5EF4-FFF2-40B4-BE49-F238E27FC236}">
                    <a16:creationId xmlns:a16="http://schemas.microsoft.com/office/drawing/2014/main" id="{10EF09BA-99B0-CAF1-9156-34BCCD60AC62}"/>
                  </a:ext>
                </a:extLst>
              </p:cNvPr>
              <p:cNvCxnSpPr>
                <a:cxnSpLocks/>
              </p:cNvCxnSpPr>
              <p:nvPr/>
            </p:nvCxnSpPr>
            <p:spPr bwMode="auto">
              <a:xfrm>
                <a:off x="5389312" y="1877788"/>
                <a:ext cx="484965"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sp>
          <p:nvSpPr>
            <p:cNvPr id="249" name="Text Box 21">
              <a:extLst>
                <a:ext uri="{FF2B5EF4-FFF2-40B4-BE49-F238E27FC236}">
                  <a16:creationId xmlns:a16="http://schemas.microsoft.com/office/drawing/2014/main" id="{871C914A-1124-0DBA-19F8-0CCDB14612AA}"/>
                </a:ext>
              </a:extLst>
            </p:cNvPr>
            <p:cNvSpPr txBox="1">
              <a:spLocks noChangeArrowheads="1"/>
            </p:cNvSpPr>
            <p:nvPr>
              <p:custDataLst>
                <p:tags r:id="rId26"/>
              </p:custDataLst>
            </p:nvPr>
          </p:nvSpPr>
          <p:spPr bwMode="auto">
            <a:xfrm>
              <a:off x="6570761" y="1638218"/>
              <a:ext cx="474490"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250" name="Text Box 16">
              <a:extLst>
                <a:ext uri="{FF2B5EF4-FFF2-40B4-BE49-F238E27FC236}">
                  <a16:creationId xmlns:a16="http://schemas.microsoft.com/office/drawing/2014/main" id="{0148229D-4D69-19C1-6555-0ED6495D3EB2}"/>
                </a:ext>
              </a:extLst>
            </p:cNvPr>
            <p:cNvSpPr txBox="1">
              <a:spLocks noChangeArrowheads="1"/>
            </p:cNvSpPr>
            <p:nvPr>
              <p:custDataLst>
                <p:tags r:id="rId27"/>
              </p:custDataLst>
            </p:nvPr>
          </p:nvSpPr>
          <p:spPr bwMode="auto">
            <a:xfrm>
              <a:off x="6608468" y="1789406"/>
              <a:ext cx="506549" cy="12311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RUN-Solo </a:t>
              </a:r>
            </a:p>
          </p:txBody>
        </p:sp>
        <p:grpSp>
          <p:nvGrpSpPr>
            <p:cNvPr id="254" name="Gruppieren 253">
              <a:extLst>
                <a:ext uri="{FF2B5EF4-FFF2-40B4-BE49-F238E27FC236}">
                  <a16:creationId xmlns:a16="http://schemas.microsoft.com/office/drawing/2014/main" id="{7E2390DE-D56E-2DC3-2A15-39D9EF0463BA}"/>
                </a:ext>
              </a:extLst>
            </p:cNvPr>
            <p:cNvGrpSpPr/>
            <p:nvPr/>
          </p:nvGrpSpPr>
          <p:grpSpPr>
            <a:xfrm>
              <a:off x="5765600" y="1530974"/>
              <a:ext cx="773894" cy="639977"/>
              <a:chOff x="5633257" y="2448326"/>
              <a:chExt cx="3891741" cy="2958295"/>
            </a:xfrm>
            <a:solidFill>
              <a:schemeClr val="bg1"/>
            </a:solidFill>
          </p:grpSpPr>
          <p:pic>
            <p:nvPicPr>
              <p:cNvPr id="39" name="product_simatic-s7-1500.png">
                <a:extLst>
                  <a:ext uri="{FF2B5EF4-FFF2-40B4-BE49-F238E27FC236}">
                    <a16:creationId xmlns:a16="http://schemas.microsoft.com/office/drawing/2014/main" id="{2E1FC169-90DB-1EAF-3D7B-AF4FF0FA5032}"/>
                  </a:ext>
                </a:extLst>
              </p:cNvPr>
              <p:cNvPicPr>
                <a:picLocks noChangeAspect="1"/>
              </p:cNvPicPr>
              <p:nvPr>
                <p:custDataLst>
                  <p:tags r:id="rId31"/>
                </p:custDataLst>
              </p:nvPr>
            </p:nvPicPr>
            <p:blipFill rotWithShape="1">
              <a:blip r:embed="rId48"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40" name="product_simatic-s7-1500.png">
                <a:extLst>
                  <a:ext uri="{FF2B5EF4-FFF2-40B4-BE49-F238E27FC236}">
                    <a16:creationId xmlns:a16="http://schemas.microsoft.com/office/drawing/2014/main" id="{4BE753C4-3320-8560-FB91-417705863C27}"/>
                  </a:ext>
                </a:extLst>
              </p:cNvPr>
              <p:cNvPicPr>
                <a:picLocks noChangeAspect="1"/>
              </p:cNvPicPr>
              <p:nvPr>
                <p:custDataLst>
                  <p:tags r:id="rId32"/>
                </p:custDataLst>
              </p:nvPr>
            </p:nvPicPr>
            <p:blipFill rotWithShape="1">
              <a:blip r:embed="rId49"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41" name="product_simatic-s7-1500.png">
                <a:extLst>
                  <a:ext uri="{FF2B5EF4-FFF2-40B4-BE49-F238E27FC236}">
                    <a16:creationId xmlns:a16="http://schemas.microsoft.com/office/drawing/2014/main" id="{DE2AE5F1-4CCE-607C-B99F-6DF796475D14}"/>
                  </a:ext>
                </a:extLst>
              </p:cNvPr>
              <p:cNvPicPr>
                <a:picLocks noChangeAspect="1"/>
              </p:cNvPicPr>
              <p:nvPr>
                <p:custDataLst>
                  <p:tags r:id="rId33"/>
                </p:custDataLst>
              </p:nvPr>
            </p:nvPicPr>
            <p:blipFill rotWithShape="1">
              <a:blip r:embed="rId49"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nvGrpSpPr>
            <p:cNvPr id="32" name="Gruppieren 31">
              <a:extLst>
                <a:ext uri="{FF2B5EF4-FFF2-40B4-BE49-F238E27FC236}">
                  <a16:creationId xmlns:a16="http://schemas.microsoft.com/office/drawing/2014/main" id="{ACCB6896-BC38-D991-FEBE-997BCCEDA5B1}"/>
                </a:ext>
              </a:extLst>
            </p:cNvPr>
            <p:cNvGrpSpPr/>
            <p:nvPr/>
          </p:nvGrpSpPr>
          <p:grpSpPr>
            <a:xfrm>
              <a:off x="4767925" y="1532518"/>
              <a:ext cx="773894" cy="639977"/>
              <a:chOff x="5633257" y="2448326"/>
              <a:chExt cx="3891741" cy="2958295"/>
            </a:xfrm>
            <a:solidFill>
              <a:schemeClr val="bg1"/>
            </a:solidFill>
          </p:grpSpPr>
          <p:pic>
            <p:nvPicPr>
              <p:cNvPr id="36" name="product_simatic-s7-1500.png">
                <a:extLst>
                  <a:ext uri="{FF2B5EF4-FFF2-40B4-BE49-F238E27FC236}">
                    <a16:creationId xmlns:a16="http://schemas.microsoft.com/office/drawing/2014/main" id="{61CB89EE-ED95-D571-B602-C6D21C090413}"/>
                  </a:ext>
                </a:extLst>
              </p:cNvPr>
              <p:cNvPicPr>
                <a:picLocks noChangeAspect="1"/>
              </p:cNvPicPr>
              <p:nvPr>
                <p:custDataLst>
                  <p:tags r:id="rId28"/>
                </p:custDataLst>
              </p:nvPr>
            </p:nvPicPr>
            <p:blipFill rotWithShape="1">
              <a:blip r:embed="rId48"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37" name="product_simatic-s7-1500.png">
                <a:extLst>
                  <a:ext uri="{FF2B5EF4-FFF2-40B4-BE49-F238E27FC236}">
                    <a16:creationId xmlns:a16="http://schemas.microsoft.com/office/drawing/2014/main" id="{1328B11D-B1BE-1FD0-336A-52AB88D7E380}"/>
                  </a:ext>
                </a:extLst>
              </p:cNvPr>
              <p:cNvPicPr>
                <a:picLocks noChangeAspect="1"/>
              </p:cNvPicPr>
              <p:nvPr>
                <p:custDataLst>
                  <p:tags r:id="rId29"/>
                </p:custDataLst>
              </p:nvPr>
            </p:nvPicPr>
            <p:blipFill rotWithShape="1">
              <a:blip r:embed="rId49"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38" name="product_simatic-s7-1500.png">
                <a:extLst>
                  <a:ext uri="{FF2B5EF4-FFF2-40B4-BE49-F238E27FC236}">
                    <a16:creationId xmlns:a16="http://schemas.microsoft.com/office/drawing/2014/main" id="{7EF0470A-9D46-8EB2-9488-EE27F167CF01}"/>
                  </a:ext>
                </a:extLst>
              </p:cNvPr>
              <p:cNvPicPr>
                <a:picLocks noChangeAspect="1"/>
              </p:cNvPicPr>
              <p:nvPr>
                <p:custDataLst>
                  <p:tags r:id="rId30"/>
                </p:custDataLst>
              </p:nvPr>
            </p:nvPicPr>
            <p:blipFill rotWithShape="1">
              <a:blip r:embed="rId49"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pic>
          <p:nvPicPr>
            <p:cNvPr id="33" name="Grafik 32">
              <a:extLst>
                <a:ext uri="{FF2B5EF4-FFF2-40B4-BE49-F238E27FC236}">
                  <a16:creationId xmlns:a16="http://schemas.microsoft.com/office/drawing/2014/main" id="{C274B104-B0E7-D909-3A65-325F1DA1344F}"/>
                </a:ext>
              </a:extLst>
            </p:cNvPr>
            <p:cNvPicPr>
              <a:picLocks noChangeAspect="1"/>
            </p:cNvPicPr>
            <p:nvPr/>
          </p:nvPicPr>
          <p:blipFill>
            <a:blip r:embed="rId50"/>
            <a:stretch>
              <a:fillRect/>
            </a:stretch>
          </p:blipFill>
          <p:spPr>
            <a:xfrm>
              <a:off x="5462935" y="2292498"/>
              <a:ext cx="701306" cy="591883"/>
            </a:xfrm>
            <a:prstGeom prst="rect">
              <a:avLst/>
            </a:prstGeom>
            <a:solidFill>
              <a:schemeClr val="bg1"/>
            </a:solidFill>
          </p:spPr>
        </p:pic>
        <p:sp>
          <p:nvSpPr>
            <p:cNvPr id="34" name="Textfeld 33">
              <a:extLst>
                <a:ext uri="{FF2B5EF4-FFF2-40B4-BE49-F238E27FC236}">
                  <a16:creationId xmlns:a16="http://schemas.microsoft.com/office/drawing/2014/main" id="{C58FD1F7-F9A7-1465-67F6-298851D6997B}"/>
                </a:ext>
              </a:extLst>
            </p:cNvPr>
            <p:cNvSpPr txBox="1"/>
            <p:nvPr/>
          </p:nvSpPr>
          <p:spPr>
            <a:xfrm>
              <a:off x="4737774" y="2807956"/>
              <a:ext cx="607539" cy="161583"/>
            </a:xfrm>
            <a:prstGeom prst="rect">
              <a:avLst/>
            </a:prstGeom>
            <a:noFill/>
          </p:spPr>
          <p:txBody>
            <a:bodyPr wrap="none" lIns="0" tIns="0" rIns="0" bIns="0" rtlCol="0">
              <a:spAutoFit/>
            </a:bodyPr>
            <a:lstStyle/>
            <a:p>
              <a:pPr algn="l"/>
              <a:r>
                <a:rPr lang="en-US" sz="1050" dirty="0"/>
                <a:t>Network 1</a:t>
              </a:r>
            </a:p>
          </p:txBody>
        </p:sp>
        <p:sp>
          <p:nvSpPr>
            <p:cNvPr id="35" name="Textfeld 34">
              <a:extLst>
                <a:ext uri="{FF2B5EF4-FFF2-40B4-BE49-F238E27FC236}">
                  <a16:creationId xmlns:a16="http://schemas.microsoft.com/office/drawing/2014/main" id="{547ACD40-2EBF-680F-1212-C35B4109764F}"/>
                </a:ext>
              </a:extLst>
            </p:cNvPr>
            <p:cNvSpPr txBox="1"/>
            <p:nvPr/>
          </p:nvSpPr>
          <p:spPr>
            <a:xfrm>
              <a:off x="6230118" y="2804249"/>
              <a:ext cx="607539" cy="161583"/>
            </a:xfrm>
            <a:prstGeom prst="rect">
              <a:avLst/>
            </a:prstGeom>
            <a:noFill/>
          </p:spPr>
          <p:txBody>
            <a:bodyPr wrap="none" lIns="0" tIns="0" rIns="0" bIns="0" rtlCol="0">
              <a:spAutoFit/>
            </a:bodyPr>
            <a:lstStyle/>
            <a:p>
              <a:pPr algn="l"/>
              <a:r>
                <a:rPr lang="en-US" sz="1050" dirty="0"/>
                <a:t>Network 2</a:t>
              </a:r>
            </a:p>
          </p:txBody>
        </p:sp>
      </p:grpSp>
      <p:pic>
        <p:nvPicPr>
          <p:cNvPr id="44" name="Picture 12" descr="C:\Users\adzuth0\AppData\Local\Temp\SNAGHTML1699469.PNG">
            <a:extLst>
              <a:ext uri="{FF2B5EF4-FFF2-40B4-BE49-F238E27FC236}">
                <a16:creationId xmlns:a16="http://schemas.microsoft.com/office/drawing/2014/main" id="{6AB4490B-45FD-1B26-D04B-E5B78F99613F}"/>
              </a:ext>
            </a:extLst>
          </p:cNvPr>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1370374" y="4714936"/>
            <a:ext cx="396566" cy="461883"/>
          </a:xfrm>
          <a:prstGeom prst="rect">
            <a:avLst/>
          </a:prstGeom>
          <a:noFill/>
          <a:extLst>
            <a:ext uri="{909E8E84-426E-40DD-AFC4-6F175D3DCCD1}">
              <a14:hiddenFill xmlns:a14="http://schemas.microsoft.com/office/drawing/2010/main">
                <a:solidFill>
                  <a:srgbClr val="FFFFFF"/>
                </a:solidFill>
              </a14:hiddenFill>
            </a:ext>
          </a:extLst>
        </p:spPr>
      </p:pic>
      <p:sp>
        <p:nvSpPr>
          <p:cNvPr id="45" name="Bogen 44">
            <a:extLst>
              <a:ext uri="{FF2B5EF4-FFF2-40B4-BE49-F238E27FC236}">
                <a16:creationId xmlns:a16="http://schemas.microsoft.com/office/drawing/2014/main" id="{7B14DFA7-AE0E-7777-954D-E2DD26E3881E}"/>
              </a:ext>
            </a:extLst>
          </p:cNvPr>
          <p:cNvSpPr/>
          <p:nvPr/>
        </p:nvSpPr>
        <p:spPr>
          <a:xfrm flipH="1">
            <a:off x="2170004" y="5385501"/>
            <a:ext cx="631860" cy="548698"/>
          </a:xfrm>
          <a:prstGeom prst="arc">
            <a:avLst>
              <a:gd name="adj1" fmla="val 17312089"/>
              <a:gd name="adj2" fmla="val 14671880"/>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nvGrpSpPr>
          <p:cNvPr id="47" name="Gruppieren 46">
            <a:extLst>
              <a:ext uri="{FF2B5EF4-FFF2-40B4-BE49-F238E27FC236}">
                <a16:creationId xmlns:a16="http://schemas.microsoft.com/office/drawing/2014/main" id="{CD878134-59AA-8E9F-2A06-E10879D2D24F}"/>
              </a:ext>
            </a:extLst>
          </p:cNvPr>
          <p:cNvGrpSpPr/>
          <p:nvPr/>
        </p:nvGrpSpPr>
        <p:grpSpPr>
          <a:xfrm>
            <a:off x="4904883" y="4650758"/>
            <a:ext cx="2208507" cy="1441523"/>
            <a:chOff x="4629150" y="1530974"/>
            <a:chExt cx="2208507" cy="1441523"/>
          </a:xfrm>
        </p:grpSpPr>
        <p:sp>
          <p:nvSpPr>
            <p:cNvPr id="48" name="Rechteck: abgerundete Ecken 47">
              <a:extLst>
                <a:ext uri="{FF2B5EF4-FFF2-40B4-BE49-F238E27FC236}">
                  <a16:creationId xmlns:a16="http://schemas.microsoft.com/office/drawing/2014/main" id="{6F5B7E33-BC85-2403-04AD-1E9EF0E0A48A}"/>
                </a:ext>
              </a:extLst>
            </p:cNvPr>
            <p:cNvSpPr/>
            <p:nvPr/>
          </p:nvSpPr>
          <p:spPr>
            <a:xfrm>
              <a:off x="5765600" y="2077170"/>
              <a:ext cx="929037" cy="890954"/>
            </a:xfrm>
            <a:prstGeom prst="round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9" name="Rechteck: abgerundete Ecken 48">
              <a:extLst>
                <a:ext uri="{FF2B5EF4-FFF2-40B4-BE49-F238E27FC236}">
                  <a16:creationId xmlns:a16="http://schemas.microsoft.com/office/drawing/2014/main" id="{B8A50B39-40AD-900C-E53D-0F61F43EEC56}"/>
                </a:ext>
              </a:extLst>
            </p:cNvPr>
            <p:cNvSpPr/>
            <p:nvPr/>
          </p:nvSpPr>
          <p:spPr>
            <a:xfrm>
              <a:off x="4629150" y="2081543"/>
              <a:ext cx="929037" cy="890954"/>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50" name="Gruppieren 49">
              <a:extLst>
                <a:ext uri="{FF2B5EF4-FFF2-40B4-BE49-F238E27FC236}">
                  <a16:creationId xmlns:a16="http://schemas.microsoft.com/office/drawing/2014/main" id="{C3621AE0-B1C6-603E-7D4A-65418F8E9452}"/>
                </a:ext>
              </a:extLst>
            </p:cNvPr>
            <p:cNvGrpSpPr/>
            <p:nvPr/>
          </p:nvGrpSpPr>
          <p:grpSpPr>
            <a:xfrm>
              <a:off x="5384696" y="1959956"/>
              <a:ext cx="489581" cy="23082"/>
              <a:chOff x="5384696" y="1854706"/>
              <a:chExt cx="489581" cy="23082"/>
            </a:xfrm>
          </p:grpSpPr>
          <p:cxnSp>
            <p:nvCxnSpPr>
              <p:cNvPr id="260" name="Gerader Verbinder 259">
                <a:extLst>
                  <a:ext uri="{FF2B5EF4-FFF2-40B4-BE49-F238E27FC236}">
                    <a16:creationId xmlns:a16="http://schemas.microsoft.com/office/drawing/2014/main" id="{092BD390-1F0F-7020-8939-764D62D3F412}"/>
                  </a:ext>
                </a:extLst>
              </p:cNvPr>
              <p:cNvCxnSpPr>
                <a:cxnSpLocks/>
              </p:cNvCxnSpPr>
              <p:nvPr/>
            </p:nvCxnSpPr>
            <p:spPr bwMode="auto">
              <a:xfrm>
                <a:off x="5384696" y="1854706"/>
                <a:ext cx="489581"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61" name="Gerader Verbinder 260">
                <a:extLst>
                  <a:ext uri="{FF2B5EF4-FFF2-40B4-BE49-F238E27FC236}">
                    <a16:creationId xmlns:a16="http://schemas.microsoft.com/office/drawing/2014/main" id="{DCA39A2D-6E7C-ED9F-39AB-CD57E89EC1C3}"/>
                  </a:ext>
                </a:extLst>
              </p:cNvPr>
              <p:cNvCxnSpPr>
                <a:cxnSpLocks/>
              </p:cNvCxnSpPr>
              <p:nvPr/>
            </p:nvCxnSpPr>
            <p:spPr bwMode="auto">
              <a:xfrm>
                <a:off x="5389312" y="1877788"/>
                <a:ext cx="484965"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grpSp>
          <p:nvGrpSpPr>
            <p:cNvPr id="53" name="Gruppieren 52">
              <a:extLst>
                <a:ext uri="{FF2B5EF4-FFF2-40B4-BE49-F238E27FC236}">
                  <a16:creationId xmlns:a16="http://schemas.microsoft.com/office/drawing/2014/main" id="{028D55B7-3DA5-231E-F958-63865859C508}"/>
                </a:ext>
              </a:extLst>
            </p:cNvPr>
            <p:cNvGrpSpPr/>
            <p:nvPr/>
          </p:nvGrpSpPr>
          <p:grpSpPr>
            <a:xfrm>
              <a:off x="5765600" y="1530974"/>
              <a:ext cx="773894" cy="639977"/>
              <a:chOff x="5633257" y="2448326"/>
              <a:chExt cx="3891741" cy="2958295"/>
            </a:xfrm>
            <a:solidFill>
              <a:schemeClr val="bg1"/>
            </a:solidFill>
          </p:grpSpPr>
          <p:pic>
            <p:nvPicPr>
              <p:cNvPr id="63" name="product_simatic-s7-1500.png">
                <a:extLst>
                  <a:ext uri="{FF2B5EF4-FFF2-40B4-BE49-F238E27FC236}">
                    <a16:creationId xmlns:a16="http://schemas.microsoft.com/office/drawing/2014/main" id="{B836BE8F-3C68-960F-D100-CB17E1067885}"/>
                  </a:ext>
                </a:extLst>
              </p:cNvPr>
              <p:cNvPicPr>
                <a:picLocks noChangeAspect="1"/>
              </p:cNvPicPr>
              <p:nvPr>
                <p:custDataLst>
                  <p:tags r:id="rId23"/>
                </p:custDataLst>
              </p:nvPr>
            </p:nvPicPr>
            <p:blipFill rotWithShape="1">
              <a:blip r:embed="rId48"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258" name="product_simatic-s7-1500.png">
                <a:extLst>
                  <a:ext uri="{FF2B5EF4-FFF2-40B4-BE49-F238E27FC236}">
                    <a16:creationId xmlns:a16="http://schemas.microsoft.com/office/drawing/2014/main" id="{5337169F-C1EC-1A18-08FE-AECE6ED452B6}"/>
                  </a:ext>
                </a:extLst>
              </p:cNvPr>
              <p:cNvPicPr>
                <a:picLocks noChangeAspect="1"/>
              </p:cNvPicPr>
              <p:nvPr>
                <p:custDataLst>
                  <p:tags r:id="rId24"/>
                </p:custDataLst>
              </p:nvPr>
            </p:nvPicPr>
            <p:blipFill rotWithShape="1">
              <a:blip r:embed="rId49"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259" name="product_simatic-s7-1500.png">
                <a:extLst>
                  <a:ext uri="{FF2B5EF4-FFF2-40B4-BE49-F238E27FC236}">
                    <a16:creationId xmlns:a16="http://schemas.microsoft.com/office/drawing/2014/main" id="{59DE88D1-38F2-3B8B-3761-FB3816764C67}"/>
                  </a:ext>
                </a:extLst>
              </p:cNvPr>
              <p:cNvPicPr>
                <a:picLocks noChangeAspect="1"/>
              </p:cNvPicPr>
              <p:nvPr>
                <p:custDataLst>
                  <p:tags r:id="rId25"/>
                </p:custDataLst>
              </p:nvPr>
            </p:nvPicPr>
            <p:blipFill rotWithShape="1">
              <a:blip r:embed="rId49"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nvGrpSpPr>
            <p:cNvPr id="54" name="Gruppieren 53">
              <a:extLst>
                <a:ext uri="{FF2B5EF4-FFF2-40B4-BE49-F238E27FC236}">
                  <a16:creationId xmlns:a16="http://schemas.microsoft.com/office/drawing/2014/main" id="{74FB08B2-EB0E-41CB-3733-7C6D36533092}"/>
                </a:ext>
              </a:extLst>
            </p:cNvPr>
            <p:cNvGrpSpPr/>
            <p:nvPr/>
          </p:nvGrpSpPr>
          <p:grpSpPr>
            <a:xfrm>
              <a:off x="4767925" y="1532518"/>
              <a:ext cx="773894" cy="639977"/>
              <a:chOff x="5633257" y="2448326"/>
              <a:chExt cx="3891741" cy="2958295"/>
            </a:xfrm>
            <a:solidFill>
              <a:schemeClr val="bg1"/>
            </a:solidFill>
          </p:grpSpPr>
          <p:pic>
            <p:nvPicPr>
              <p:cNvPr id="59" name="product_simatic-s7-1500.png">
                <a:extLst>
                  <a:ext uri="{FF2B5EF4-FFF2-40B4-BE49-F238E27FC236}">
                    <a16:creationId xmlns:a16="http://schemas.microsoft.com/office/drawing/2014/main" id="{D64405D1-9874-E8AB-8AEC-8E6B9BA54C75}"/>
                  </a:ext>
                </a:extLst>
              </p:cNvPr>
              <p:cNvPicPr>
                <a:picLocks noChangeAspect="1"/>
              </p:cNvPicPr>
              <p:nvPr>
                <p:custDataLst>
                  <p:tags r:id="rId20"/>
                </p:custDataLst>
              </p:nvPr>
            </p:nvPicPr>
            <p:blipFill rotWithShape="1">
              <a:blip r:embed="rId48"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60" name="product_simatic-s7-1500.png">
                <a:extLst>
                  <a:ext uri="{FF2B5EF4-FFF2-40B4-BE49-F238E27FC236}">
                    <a16:creationId xmlns:a16="http://schemas.microsoft.com/office/drawing/2014/main" id="{AAD62557-B375-0702-DF6B-78099790958A}"/>
                  </a:ext>
                </a:extLst>
              </p:cNvPr>
              <p:cNvPicPr>
                <a:picLocks noChangeAspect="1"/>
              </p:cNvPicPr>
              <p:nvPr>
                <p:custDataLst>
                  <p:tags r:id="rId21"/>
                </p:custDataLst>
              </p:nvPr>
            </p:nvPicPr>
            <p:blipFill rotWithShape="1">
              <a:blip r:embed="rId49"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61" name="product_simatic-s7-1500.png">
                <a:extLst>
                  <a:ext uri="{FF2B5EF4-FFF2-40B4-BE49-F238E27FC236}">
                    <a16:creationId xmlns:a16="http://schemas.microsoft.com/office/drawing/2014/main" id="{4E56F5C7-74A1-DC6D-0CF8-375EF087FE92}"/>
                  </a:ext>
                </a:extLst>
              </p:cNvPr>
              <p:cNvPicPr>
                <a:picLocks noChangeAspect="1"/>
              </p:cNvPicPr>
              <p:nvPr>
                <p:custDataLst>
                  <p:tags r:id="rId22"/>
                </p:custDataLst>
              </p:nvPr>
            </p:nvPicPr>
            <p:blipFill rotWithShape="1">
              <a:blip r:embed="rId49"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pic>
          <p:nvPicPr>
            <p:cNvPr id="56" name="Grafik 55">
              <a:extLst>
                <a:ext uri="{FF2B5EF4-FFF2-40B4-BE49-F238E27FC236}">
                  <a16:creationId xmlns:a16="http://schemas.microsoft.com/office/drawing/2014/main" id="{A72F3FB5-DEC4-9E07-0EF5-5314645174D7}"/>
                </a:ext>
              </a:extLst>
            </p:cNvPr>
            <p:cNvPicPr>
              <a:picLocks noChangeAspect="1"/>
            </p:cNvPicPr>
            <p:nvPr/>
          </p:nvPicPr>
          <p:blipFill>
            <a:blip r:embed="rId50"/>
            <a:stretch>
              <a:fillRect/>
            </a:stretch>
          </p:blipFill>
          <p:spPr>
            <a:xfrm>
              <a:off x="5462935" y="2292498"/>
              <a:ext cx="701306" cy="591883"/>
            </a:xfrm>
            <a:prstGeom prst="rect">
              <a:avLst/>
            </a:prstGeom>
            <a:solidFill>
              <a:schemeClr val="bg1"/>
            </a:solidFill>
          </p:spPr>
        </p:pic>
        <p:sp>
          <p:nvSpPr>
            <p:cNvPr id="57" name="Textfeld 56">
              <a:extLst>
                <a:ext uri="{FF2B5EF4-FFF2-40B4-BE49-F238E27FC236}">
                  <a16:creationId xmlns:a16="http://schemas.microsoft.com/office/drawing/2014/main" id="{DC5FE599-43B9-B5FD-38F3-CB528AFEDAE1}"/>
                </a:ext>
              </a:extLst>
            </p:cNvPr>
            <p:cNvSpPr txBox="1"/>
            <p:nvPr/>
          </p:nvSpPr>
          <p:spPr>
            <a:xfrm>
              <a:off x="4737774" y="2807956"/>
              <a:ext cx="607539" cy="161583"/>
            </a:xfrm>
            <a:prstGeom prst="rect">
              <a:avLst/>
            </a:prstGeom>
            <a:noFill/>
          </p:spPr>
          <p:txBody>
            <a:bodyPr wrap="none" lIns="0" tIns="0" rIns="0" bIns="0" rtlCol="0">
              <a:spAutoFit/>
            </a:bodyPr>
            <a:lstStyle/>
            <a:p>
              <a:pPr algn="l"/>
              <a:r>
                <a:rPr lang="en-US" sz="1050" dirty="0"/>
                <a:t>Network 1</a:t>
              </a:r>
            </a:p>
          </p:txBody>
        </p:sp>
        <p:sp>
          <p:nvSpPr>
            <p:cNvPr id="58" name="Textfeld 57">
              <a:extLst>
                <a:ext uri="{FF2B5EF4-FFF2-40B4-BE49-F238E27FC236}">
                  <a16:creationId xmlns:a16="http://schemas.microsoft.com/office/drawing/2014/main" id="{1EEF31F7-CF36-901C-CA27-84C7704F30DC}"/>
                </a:ext>
              </a:extLst>
            </p:cNvPr>
            <p:cNvSpPr txBox="1"/>
            <p:nvPr/>
          </p:nvSpPr>
          <p:spPr>
            <a:xfrm>
              <a:off x="6230118" y="2804249"/>
              <a:ext cx="607539" cy="161583"/>
            </a:xfrm>
            <a:prstGeom prst="rect">
              <a:avLst/>
            </a:prstGeom>
            <a:noFill/>
          </p:spPr>
          <p:txBody>
            <a:bodyPr wrap="none" lIns="0" tIns="0" rIns="0" bIns="0" rtlCol="0">
              <a:spAutoFit/>
            </a:bodyPr>
            <a:lstStyle/>
            <a:p>
              <a:pPr algn="l"/>
              <a:r>
                <a:rPr lang="en-US" sz="1050" dirty="0"/>
                <a:t>Network 2</a:t>
              </a:r>
            </a:p>
          </p:txBody>
        </p:sp>
      </p:grpSp>
      <p:pic>
        <p:nvPicPr>
          <p:cNvPr id="262" name="Picture 12" descr="C:\Users\adzuth0\AppData\Local\Temp\SNAGHTML1699469.PNG">
            <a:extLst>
              <a:ext uri="{FF2B5EF4-FFF2-40B4-BE49-F238E27FC236}">
                <a16:creationId xmlns:a16="http://schemas.microsoft.com/office/drawing/2014/main" id="{16FBA2A0-A68E-F8FF-55B4-D16548528885}"/>
              </a:ext>
            </a:extLst>
          </p:cNvPr>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5508577" y="5423528"/>
            <a:ext cx="396566" cy="461883"/>
          </a:xfrm>
          <a:prstGeom prst="rect">
            <a:avLst/>
          </a:prstGeom>
          <a:noFill/>
          <a:extLst>
            <a:ext uri="{909E8E84-426E-40DD-AFC4-6F175D3DCCD1}">
              <a14:hiddenFill xmlns:a14="http://schemas.microsoft.com/office/drawing/2010/main">
                <a:solidFill>
                  <a:srgbClr val="FFFFFF"/>
                </a:solidFill>
              </a14:hiddenFill>
            </a:ext>
          </a:extLst>
        </p:spPr>
      </p:pic>
      <p:cxnSp>
        <p:nvCxnSpPr>
          <p:cNvPr id="263" name="Gerade Verbindung mit Pfeil 262">
            <a:extLst>
              <a:ext uri="{FF2B5EF4-FFF2-40B4-BE49-F238E27FC236}">
                <a16:creationId xmlns:a16="http://schemas.microsoft.com/office/drawing/2014/main" id="{5B7AC8C6-FD6F-C91C-E3F2-352AB3D6AD45}"/>
              </a:ext>
            </a:extLst>
          </p:cNvPr>
          <p:cNvCxnSpPr>
            <a:cxnSpLocks/>
          </p:cNvCxnSpPr>
          <p:nvPr/>
        </p:nvCxnSpPr>
        <p:spPr>
          <a:xfrm flipH="1">
            <a:off x="5738668" y="5165970"/>
            <a:ext cx="411342" cy="0"/>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70" name="Bogen 269">
            <a:extLst>
              <a:ext uri="{FF2B5EF4-FFF2-40B4-BE49-F238E27FC236}">
                <a16:creationId xmlns:a16="http://schemas.microsoft.com/office/drawing/2014/main" id="{60FDDF9C-094C-543A-19E2-DCF38E89972D}"/>
              </a:ext>
            </a:extLst>
          </p:cNvPr>
          <p:cNvSpPr/>
          <p:nvPr/>
        </p:nvSpPr>
        <p:spPr>
          <a:xfrm flipH="1">
            <a:off x="6035059" y="5342364"/>
            <a:ext cx="631860" cy="548698"/>
          </a:xfrm>
          <a:prstGeom prst="arc">
            <a:avLst>
              <a:gd name="adj1" fmla="val 17312089"/>
              <a:gd name="adj2" fmla="val 14671880"/>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301" name="Grafik 300" descr="Häkchen mit einfarbiger Füllung">
            <a:extLst>
              <a:ext uri="{FF2B5EF4-FFF2-40B4-BE49-F238E27FC236}">
                <a16:creationId xmlns:a16="http://schemas.microsoft.com/office/drawing/2014/main" id="{7948DFA6-F49D-27E4-CBD7-AAF55A778F75}"/>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2598391" y="5564215"/>
            <a:ext cx="179773" cy="179773"/>
          </a:xfrm>
          <a:prstGeom prst="rect">
            <a:avLst/>
          </a:prstGeom>
        </p:spPr>
      </p:pic>
      <p:pic>
        <p:nvPicPr>
          <p:cNvPr id="271" name="Grafik 270" descr="Häkchen mit einfarbiger Füllung">
            <a:extLst>
              <a:ext uri="{FF2B5EF4-FFF2-40B4-BE49-F238E27FC236}">
                <a16:creationId xmlns:a16="http://schemas.microsoft.com/office/drawing/2014/main" id="{557031A8-8E01-E611-DF0F-10C3B63F27F5}"/>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6437614" y="5526826"/>
            <a:ext cx="179773" cy="179773"/>
          </a:xfrm>
          <a:prstGeom prst="rect">
            <a:avLst/>
          </a:prstGeom>
        </p:spPr>
      </p:pic>
      <p:grpSp>
        <p:nvGrpSpPr>
          <p:cNvPr id="272" name="Gruppieren 271">
            <a:extLst>
              <a:ext uri="{FF2B5EF4-FFF2-40B4-BE49-F238E27FC236}">
                <a16:creationId xmlns:a16="http://schemas.microsoft.com/office/drawing/2014/main" id="{CA13B1BC-F9CC-9B7F-CCEA-F648C7409DE5}"/>
              </a:ext>
            </a:extLst>
          </p:cNvPr>
          <p:cNvGrpSpPr/>
          <p:nvPr/>
        </p:nvGrpSpPr>
        <p:grpSpPr>
          <a:xfrm>
            <a:off x="8709612" y="4654252"/>
            <a:ext cx="2208507" cy="1441523"/>
            <a:chOff x="4629150" y="1530974"/>
            <a:chExt cx="2208507" cy="1441523"/>
          </a:xfrm>
        </p:grpSpPr>
        <p:sp>
          <p:nvSpPr>
            <p:cNvPr id="273" name="Rechteck: abgerundete Ecken 272">
              <a:extLst>
                <a:ext uri="{FF2B5EF4-FFF2-40B4-BE49-F238E27FC236}">
                  <a16:creationId xmlns:a16="http://schemas.microsoft.com/office/drawing/2014/main" id="{A5BC9115-913F-987A-B852-1B32071A726F}"/>
                </a:ext>
              </a:extLst>
            </p:cNvPr>
            <p:cNvSpPr/>
            <p:nvPr/>
          </p:nvSpPr>
          <p:spPr>
            <a:xfrm>
              <a:off x="5765600" y="2077170"/>
              <a:ext cx="929037" cy="890954"/>
            </a:xfrm>
            <a:prstGeom prst="round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4" name="Rechteck: abgerundete Ecken 273">
              <a:extLst>
                <a:ext uri="{FF2B5EF4-FFF2-40B4-BE49-F238E27FC236}">
                  <a16:creationId xmlns:a16="http://schemas.microsoft.com/office/drawing/2014/main" id="{7A9BA691-0A20-9D2E-9A70-2DF2893D9044}"/>
                </a:ext>
              </a:extLst>
            </p:cNvPr>
            <p:cNvSpPr/>
            <p:nvPr/>
          </p:nvSpPr>
          <p:spPr>
            <a:xfrm>
              <a:off x="4629150" y="2081543"/>
              <a:ext cx="929037" cy="89095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75" name="Gruppieren 274">
              <a:extLst>
                <a:ext uri="{FF2B5EF4-FFF2-40B4-BE49-F238E27FC236}">
                  <a16:creationId xmlns:a16="http://schemas.microsoft.com/office/drawing/2014/main" id="{B5822D71-426C-51E1-60ED-59AB223AA546}"/>
                </a:ext>
              </a:extLst>
            </p:cNvPr>
            <p:cNvGrpSpPr/>
            <p:nvPr/>
          </p:nvGrpSpPr>
          <p:grpSpPr>
            <a:xfrm>
              <a:off x="5384696" y="1959956"/>
              <a:ext cx="489581" cy="23082"/>
              <a:chOff x="5384696" y="1854706"/>
              <a:chExt cx="489581" cy="23082"/>
            </a:xfrm>
          </p:grpSpPr>
          <p:cxnSp>
            <p:nvCxnSpPr>
              <p:cNvPr id="287" name="Gerader Verbinder 286">
                <a:extLst>
                  <a:ext uri="{FF2B5EF4-FFF2-40B4-BE49-F238E27FC236}">
                    <a16:creationId xmlns:a16="http://schemas.microsoft.com/office/drawing/2014/main" id="{358A6D34-905A-F413-C98D-F33B062044C4}"/>
                  </a:ext>
                </a:extLst>
              </p:cNvPr>
              <p:cNvCxnSpPr>
                <a:cxnSpLocks/>
              </p:cNvCxnSpPr>
              <p:nvPr/>
            </p:nvCxnSpPr>
            <p:spPr bwMode="auto">
              <a:xfrm>
                <a:off x="5384696" y="1854706"/>
                <a:ext cx="489581"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64" name="Gerader Verbinder 63">
                <a:extLst>
                  <a:ext uri="{FF2B5EF4-FFF2-40B4-BE49-F238E27FC236}">
                    <a16:creationId xmlns:a16="http://schemas.microsoft.com/office/drawing/2014/main" id="{EDC560C6-A0EA-1D3D-6252-D6EC0750D455}"/>
                  </a:ext>
                </a:extLst>
              </p:cNvPr>
              <p:cNvCxnSpPr>
                <a:cxnSpLocks/>
              </p:cNvCxnSpPr>
              <p:nvPr/>
            </p:nvCxnSpPr>
            <p:spPr bwMode="auto">
              <a:xfrm>
                <a:off x="5389312" y="1877788"/>
                <a:ext cx="484965"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grpSp>
          <p:nvGrpSpPr>
            <p:cNvPr id="276" name="Gruppieren 275">
              <a:extLst>
                <a:ext uri="{FF2B5EF4-FFF2-40B4-BE49-F238E27FC236}">
                  <a16:creationId xmlns:a16="http://schemas.microsoft.com/office/drawing/2014/main" id="{6D108D7D-709B-78BC-AEC9-FCA9F422C9AE}"/>
                </a:ext>
              </a:extLst>
            </p:cNvPr>
            <p:cNvGrpSpPr/>
            <p:nvPr/>
          </p:nvGrpSpPr>
          <p:grpSpPr>
            <a:xfrm>
              <a:off x="5765600" y="1530974"/>
              <a:ext cx="773894" cy="639977"/>
              <a:chOff x="5633257" y="2448326"/>
              <a:chExt cx="3891741" cy="2958295"/>
            </a:xfrm>
            <a:solidFill>
              <a:schemeClr val="bg1"/>
            </a:solidFill>
          </p:grpSpPr>
          <p:pic>
            <p:nvPicPr>
              <p:cNvPr id="284" name="product_simatic-s7-1500.png">
                <a:extLst>
                  <a:ext uri="{FF2B5EF4-FFF2-40B4-BE49-F238E27FC236}">
                    <a16:creationId xmlns:a16="http://schemas.microsoft.com/office/drawing/2014/main" id="{1701A298-9C41-7118-722F-9CAE925C75F8}"/>
                  </a:ext>
                </a:extLst>
              </p:cNvPr>
              <p:cNvPicPr>
                <a:picLocks noChangeAspect="1"/>
              </p:cNvPicPr>
              <p:nvPr>
                <p:custDataLst>
                  <p:tags r:id="rId17"/>
                </p:custDataLst>
              </p:nvPr>
            </p:nvPicPr>
            <p:blipFill rotWithShape="1">
              <a:blip r:embed="rId48"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285" name="product_simatic-s7-1500.png">
                <a:extLst>
                  <a:ext uri="{FF2B5EF4-FFF2-40B4-BE49-F238E27FC236}">
                    <a16:creationId xmlns:a16="http://schemas.microsoft.com/office/drawing/2014/main" id="{29FBA170-1F87-0A7F-8D4F-04F770E214D5}"/>
                  </a:ext>
                </a:extLst>
              </p:cNvPr>
              <p:cNvPicPr>
                <a:picLocks noChangeAspect="1"/>
              </p:cNvPicPr>
              <p:nvPr>
                <p:custDataLst>
                  <p:tags r:id="rId18"/>
                </p:custDataLst>
              </p:nvPr>
            </p:nvPicPr>
            <p:blipFill rotWithShape="1">
              <a:blip r:embed="rId49"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286" name="product_simatic-s7-1500.png">
                <a:extLst>
                  <a:ext uri="{FF2B5EF4-FFF2-40B4-BE49-F238E27FC236}">
                    <a16:creationId xmlns:a16="http://schemas.microsoft.com/office/drawing/2014/main" id="{9EC539C0-61CA-7656-CF11-347330ACF620}"/>
                  </a:ext>
                </a:extLst>
              </p:cNvPr>
              <p:cNvPicPr>
                <a:picLocks noChangeAspect="1"/>
              </p:cNvPicPr>
              <p:nvPr>
                <p:custDataLst>
                  <p:tags r:id="rId19"/>
                </p:custDataLst>
              </p:nvPr>
            </p:nvPicPr>
            <p:blipFill rotWithShape="1">
              <a:blip r:embed="rId49"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nvGrpSpPr>
            <p:cNvPr id="277" name="Gruppieren 276">
              <a:extLst>
                <a:ext uri="{FF2B5EF4-FFF2-40B4-BE49-F238E27FC236}">
                  <a16:creationId xmlns:a16="http://schemas.microsoft.com/office/drawing/2014/main" id="{24087EB1-AB79-CA83-6AE0-D15B5063E9A6}"/>
                </a:ext>
              </a:extLst>
            </p:cNvPr>
            <p:cNvGrpSpPr/>
            <p:nvPr/>
          </p:nvGrpSpPr>
          <p:grpSpPr>
            <a:xfrm>
              <a:off x="4767925" y="1532518"/>
              <a:ext cx="773894" cy="639977"/>
              <a:chOff x="5633257" y="2448326"/>
              <a:chExt cx="3891741" cy="2958295"/>
            </a:xfrm>
            <a:solidFill>
              <a:schemeClr val="bg1"/>
            </a:solidFill>
          </p:grpSpPr>
          <p:pic>
            <p:nvPicPr>
              <p:cNvPr id="281" name="product_simatic-s7-1500.png">
                <a:extLst>
                  <a:ext uri="{FF2B5EF4-FFF2-40B4-BE49-F238E27FC236}">
                    <a16:creationId xmlns:a16="http://schemas.microsoft.com/office/drawing/2014/main" id="{76D5F2BA-72E2-1CE5-284F-5EC2FF075148}"/>
                  </a:ext>
                </a:extLst>
              </p:cNvPr>
              <p:cNvPicPr>
                <a:picLocks noChangeAspect="1"/>
              </p:cNvPicPr>
              <p:nvPr>
                <p:custDataLst>
                  <p:tags r:id="rId14"/>
                </p:custDataLst>
              </p:nvPr>
            </p:nvPicPr>
            <p:blipFill rotWithShape="1">
              <a:blip r:embed="rId48"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282" name="product_simatic-s7-1500.png">
                <a:extLst>
                  <a:ext uri="{FF2B5EF4-FFF2-40B4-BE49-F238E27FC236}">
                    <a16:creationId xmlns:a16="http://schemas.microsoft.com/office/drawing/2014/main" id="{D1CC6823-578A-23E1-2FB6-696405CC0D26}"/>
                  </a:ext>
                </a:extLst>
              </p:cNvPr>
              <p:cNvPicPr>
                <a:picLocks noChangeAspect="1"/>
              </p:cNvPicPr>
              <p:nvPr>
                <p:custDataLst>
                  <p:tags r:id="rId15"/>
                </p:custDataLst>
              </p:nvPr>
            </p:nvPicPr>
            <p:blipFill rotWithShape="1">
              <a:blip r:embed="rId49"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283" name="product_simatic-s7-1500.png">
                <a:extLst>
                  <a:ext uri="{FF2B5EF4-FFF2-40B4-BE49-F238E27FC236}">
                    <a16:creationId xmlns:a16="http://schemas.microsoft.com/office/drawing/2014/main" id="{4522F660-040F-E00D-7469-87777FD8FB15}"/>
                  </a:ext>
                </a:extLst>
              </p:cNvPr>
              <p:cNvPicPr>
                <a:picLocks noChangeAspect="1"/>
              </p:cNvPicPr>
              <p:nvPr>
                <p:custDataLst>
                  <p:tags r:id="rId16"/>
                </p:custDataLst>
              </p:nvPr>
            </p:nvPicPr>
            <p:blipFill rotWithShape="1">
              <a:blip r:embed="rId49"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pic>
          <p:nvPicPr>
            <p:cNvPr id="278" name="Grafik 277">
              <a:extLst>
                <a:ext uri="{FF2B5EF4-FFF2-40B4-BE49-F238E27FC236}">
                  <a16:creationId xmlns:a16="http://schemas.microsoft.com/office/drawing/2014/main" id="{A4678B95-03CA-BB74-AB08-375C55CCDEFC}"/>
                </a:ext>
              </a:extLst>
            </p:cNvPr>
            <p:cNvPicPr>
              <a:picLocks noChangeAspect="1"/>
            </p:cNvPicPr>
            <p:nvPr/>
          </p:nvPicPr>
          <p:blipFill>
            <a:blip r:embed="rId50"/>
            <a:stretch>
              <a:fillRect/>
            </a:stretch>
          </p:blipFill>
          <p:spPr>
            <a:xfrm>
              <a:off x="5462935" y="2292498"/>
              <a:ext cx="701306" cy="591883"/>
            </a:xfrm>
            <a:prstGeom prst="rect">
              <a:avLst/>
            </a:prstGeom>
            <a:solidFill>
              <a:schemeClr val="bg1"/>
            </a:solidFill>
          </p:spPr>
        </p:pic>
        <p:sp>
          <p:nvSpPr>
            <p:cNvPr id="279" name="Textfeld 278">
              <a:extLst>
                <a:ext uri="{FF2B5EF4-FFF2-40B4-BE49-F238E27FC236}">
                  <a16:creationId xmlns:a16="http://schemas.microsoft.com/office/drawing/2014/main" id="{0CF18318-9E2D-137B-F943-9C10C457AD6C}"/>
                </a:ext>
              </a:extLst>
            </p:cNvPr>
            <p:cNvSpPr txBox="1"/>
            <p:nvPr/>
          </p:nvSpPr>
          <p:spPr>
            <a:xfrm>
              <a:off x="4737774" y="2807956"/>
              <a:ext cx="607539" cy="161583"/>
            </a:xfrm>
            <a:prstGeom prst="rect">
              <a:avLst/>
            </a:prstGeom>
            <a:noFill/>
          </p:spPr>
          <p:txBody>
            <a:bodyPr wrap="none" lIns="0" tIns="0" rIns="0" bIns="0" rtlCol="0">
              <a:spAutoFit/>
            </a:bodyPr>
            <a:lstStyle/>
            <a:p>
              <a:pPr algn="l"/>
              <a:r>
                <a:rPr lang="en-US" sz="1050" dirty="0"/>
                <a:t>Network 1</a:t>
              </a:r>
            </a:p>
          </p:txBody>
        </p:sp>
        <p:sp>
          <p:nvSpPr>
            <p:cNvPr id="280" name="Textfeld 279">
              <a:extLst>
                <a:ext uri="{FF2B5EF4-FFF2-40B4-BE49-F238E27FC236}">
                  <a16:creationId xmlns:a16="http://schemas.microsoft.com/office/drawing/2014/main" id="{663AF40D-22A3-D07F-14C5-A640C4A79C7E}"/>
                </a:ext>
              </a:extLst>
            </p:cNvPr>
            <p:cNvSpPr txBox="1"/>
            <p:nvPr/>
          </p:nvSpPr>
          <p:spPr>
            <a:xfrm>
              <a:off x="6230118" y="2804249"/>
              <a:ext cx="607539" cy="161583"/>
            </a:xfrm>
            <a:prstGeom prst="rect">
              <a:avLst/>
            </a:prstGeom>
            <a:noFill/>
          </p:spPr>
          <p:txBody>
            <a:bodyPr wrap="none" lIns="0" tIns="0" rIns="0" bIns="0" rtlCol="0">
              <a:spAutoFit/>
            </a:bodyPr>
            <a:lstStyle/>
            <a:p>
              <a:pPr algn="l"/>
              <a:r>
                <a:rPr lang="en-US" sz="1050" dirty="0"/>
                <a:t>Network 2</a:t>
              </a:r>
            </a:p>
          </p:txBody>
        </p:sp>
      </p:grpSp>
      <p:pic>
        <p:nvPicPr>
          <p:cNvPr id="65" name="Picture 12" descr="C:\Users\adzuth0\AppData\Local\Temp\SNAGHTML1699469.PNG">
            <a:extLst>
              <a:ext uri="{FF2B5EF4-FFF2-40B4-BE49-F238E27FC236}">
                <a16:creationId xmlns:a16="http://schemas.microsoft.com/office/drawing/2014/main" id="{991E2C0A-AA19-88F9-FFDB-79BD7D6EC255}"/>
              </a:ext>
            </a:extLst>
          </p:cNvPr>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8915083" y="5385770"/>
            <a:ext cx="396566" cy="461883"/>
          </a:xfrm>
          <a:prstGeom prst="rect">
            <a:avLst/>
          </a:prstGeom>
          <a:noFill/>
          <a:extLst>
            <a:ext uri="{909E8E84-426E-40DD-AFC4-6F175D3DCCD1}">
              <a14:hiddenFill xmlns:a14="http://schemas.microsoft.com/office/drawing/2010/main">
                <a:solidFill>
                  <a:srgbClr val="FFFFFF"/>
                </a:solidFill>
              </a14:hiddenFill>
            </a:ext>
          </a:extLst>
        </p:spPr>
      </p:pic>
      <p:cxnSp>
        <p:nvCxnSpPr>
          <p:cNvPr id="66" name="Gerade Verbindung mit Pfeil 65">
            <a:extLst>
              <a:ext uri="{FF2B5EF4-FFF2-40B4-BE49-F238E27FC236}">
                <a16:creationId xmlns:a16="http://schemas.microsoft.com/office/drawing/2014/main" id="{3E2BBBDA-6A5C-73B1-EF7A-0D58BE1E569A}"/>
              </a:ext>
            </a:extLst>
          </p:cNvPr>
          <p:cNvCxnSpPr>
            <a:cxnSpLocks/>
          </p:cNvCxnSpPr>
          <p:nvPr/>
        </p:nvCxnSpPr>
        <p:spPr>
          <a:xfrm flipH="1">
            <a:off x="9568430" y="5173862"/>
            <a:ext cx="411342" cy="0"/>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7" name="Bogen 66">
            <a:extLst>
              <a:ext uri="{FF2B5EF4-FFF2-40B4-BE49-F238E27FC236}">
                <a16:creationId xmlns:a16="http://schemas.microsoft.com/office/drawing/2014/main" id="{D28C2E06-B321-C6E2-9B9F-8BE22E3648F1}"/>
              </a:ext>
            </a:extLst>
          </p:cNvPr>
          <p:cNvSpPr/>
          <p:nvPr/>
        </p:nvSpPr>
        <p:spPr>
          <a:xfrm flipH="1">
            <a:off x="9864821" y="5350256"/>
            <a:ext cx="631860" cy="548698"/>
          </a:xfrm>
          <a:prstGeom prst="arc">
            <a:avLst>
              <a:gd name="adj1" fmla="val 17312089"/>
              <a:gd name="adj2" fmla="val 14671880"/>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68" name="Grafik 67" descr="Häkchen mit einfarbiger Füllung">
            <a:extLst>
              <a:ext uri="{FF2B5EF4-FFF2-40B4-BE49-F238E27FC236}">
                <a16:creationId xmlns:a16="http://schemas.microsoft.com/office/drawing/2014/main" id="{2E5DF015-7763-0A6F-BAF7-475CAD75184E}"/>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10267376" y="5534718"/>
            <a:ext cx="179773" cy="179773"/>
          </a:xfrm>
          <a:prstGeom prst="rect">
            <a:avLst/>
          </a:prstGeom>
        </p:spPr>
      </p:pic>
      <p:sp>
        <p:nvSpPr>
          <p:cNvPr id="213" name="Text Box 16">
            <a:extLst>
              <a:ext uri="{FF2B5EF4-FFF2-40B4-BE49-F238E27FC236}">
                <a16:creationId xmlns:a16="http://schemas.microsoft.com/office/drawing/2014/main" id="{5A197F7D-70D8-C66F-AE2D-E81536B7C270}"/>
              </a:ext>
            </a:extLst>
          </p:cNvPr>
          <p:cNvSpPr txBox="1">
            <a:spLocks noChangeArrowheads="1"/>
          </p:cNvSpPr>
          <p:nvPr>
            <p:custDataLst>
              <p:tags r:id="rId8"/>
            </p:custDataLst>
          </p:nvPr>
        </p:nvSpPr>
        <p:spPr bwMode="auto">
          <a:xfrm>
            <a:off x="6776685" y="4842859"/>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p>
          <a:p>
            <a:pPr algn="ctr" eaLnBrk="1" hangingPunct="1"/>
            <a:r>
              <a:rPr lang="en-US" altLang="de-DE" sz="800" b="1" dirty="0"/>
              <a:t>redundant </a:t>
            </a:r>
          </a:p>
        </p:txBody>
      </p:sp>
      <p:sp>
        <p:nvSpPr>
          <p:cNvPr id="267" name="Text Box 16">
            <a:extLst>
              <a:ext uri="{FF2B5EF4-FFF2-40B4-BE49-F238E27FC236}">
                <a16:creationId xmlns:a16="http://schemas.microsoft.com/office/drawing/2014/main" id="{437D3FCE-9560-9E23-5B35-532258BB021D}"/>
              </a:ext>
            </a:extLst>
          </p:cNvPr>
          <p:cNvSpPr txBox="1">
            <a:spLocks noChangeArrowheads="1"/>
          </p:cNvSpPr>
          <p:nvPr>
            <p:custDataLst>
              <p:tags r:id="rId9"/>
            </p:custDataLst>
          </p:nvPr>
        </p:nvSpPr>
        <p:spPr bwMode="auto">
          <a:xfrm>
            <a:off x="10556329" y="4832488"/>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p>
          <a:p>
            <a:pPr algn="ctr" eaLnBrk="1" hangingPunct="1"/>
            <a:r>
              <a:rPr lang="en-US" altLang="de-DE" sz="800" b="1" dirty="0"/>
              <a:t>redundant </a:t>
            </a:r>
          </a:p>
        </p:txBody>
      </p:sp>
      <p:cxnSp>
        <p:nvCxnSpPr>
          <p:cNvPr id="13" name="Gerade Verbindung 8">
            <a:extLst>
              <a:ext uri="{FF2B5EF4-FFF2-40B4-BE49-F238E27FC236}">
                <a16:creationId xmlns:a16="http://schemas.microsoft.com/office/drawing/2014/main" id="{67B27139-4765-20DD-69E7-C49C6435F763}"/>
              </a:ext>
            </a:extLst>
          </p:cNvPr>
          <p:cNvCxnSpPr>
            <a:cxnSpLocks/>
          </p:cNvCxnSpPr>
          <p:nvPr/>
        </p:nvCxnSpPr>
        <p:spPr bwMode="gray">
          <a:xfrm>
            <a:off x="583735" y="3091279"/>
            <a:ext cx="10609828"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nvGrpSpPr>
          <p:cNvPr id="14" name="Gruppieren 13">
            <a:extLst>
              <a:ext uri="{FF2B5EF4-FFF2-40B4-BE49-F238E27FC236}">
                <a16:creationId xmlns:a16="http://schemas.microsoft.com/office/drawing/2014/main" id="{20D7A6F6-D61A-D893-8AE9-55D4B8FF85C6}"/>
              </a:ext>
            </a:extLst>
          </p:cNvPr>
          <p:cNvGrpSpPr/>
          <p:nvPr/>
        </p:nvGrpSpPr>
        <p:grpSpPr>
          <a:xfrm>
            <a:off x="6228862" y="703640"/>
            <a:ext cx="501126" cy="443788"/>
            <a:chOff x="3803362" y="1877343"/>
            <a:chExt cx="501126" cy="443788"/>
          </a:xfrm>
        </p:grpSpPr>
        <p:sp>
          <p:nvSpPr>
            <p:cNvPr id="17" name="Explosion: 8 Zacken 16">
              <a:extLst>
                <a:ext uri="{FF2B5EF4-FFF2-40B4-BE49-F238E27FC236}">
                  <a16:creationId xmlns:a16="http://schemas.microsoft.com/office/drawing/2014/main" id="{CB26C022-3216-2F88-A18D-A8895A99B892}"/>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29" name="Textfeld 28">
              <a:extLst>
                <a:ext uri="{FF2B5EF4-FFF2-40B4-BE49-F238E27FC236}">
                  <a16:creationId xmlns:a16="http://schemas.microsoft.com/office/drawing/2014/main" id="{C3766B6E-56F8-1B2A-C115-297C9457FB6B}"/>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
        <p:nvSpPr>
          <p:cNvPr id="30" name="Text Box 16">
            <a:extLst>
              <a:ext uri="{FF2B5EF4-FFF2-40B4-BE49-F238E27FC236}">
                <a16:creationId xmlns:a16="http://schemas.microsoft.com/office/drawing/2014/main" id="{FEB964CB-A981-C6F2-94DA-0A1A907BFDEA}"/>
              </a:ext>
            </a:extLst>
          </p:cNvPr>
          <p:cNvSpPr txBox="1">
            <a:spLocks noChangeArrowheads="1"/>
          </p:cNvSpPr>
          <p:nvPr>
            <p:custDataLst>
              <p:tags r:id="rId10"/>
            </p:custDataLst>
          </p:nvPr>
        </p:nvSpPr>
        <p:spPr bwMode="auto">
          <a:xfrm>
            <a:off x="4523242" y="4650333"/>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226" name="Text Box 21">
            <a:extLst>
              <a:ext uri="{FF2B5EF4-FFF2-40B4-BE49-F238E27FC236}">
                <a16:creationId xmlns:a16="http://schemas.microsoft.com/office/drawing/2014/main" id="{7045C906-CCD4-3801-A5D9-C22DCBA6874A}"/>
              </a:ext>
            </a:extLst>
          </p:cNvPr>
          <p:cNvSpPr txBox="1">
            <a:spLocks noChangeArrowheads="1"/>
          </p:cNvSpPr>
          <p:nvPr>
            <p:custDataLst>
              <p:tags r:id="rId11"/>
            </p:custDataLst>
          </p:nvPr>
        </p:nvSpPr>
        <p:spPr bwMode="auto">
          <a:xfrm>
            <a:off x="6869145" y="4654851"/>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sp>
        <p:nvSpPr>
          <p:cNvPr id="228" name="Text Box 16">
            <a:extLst>
              <a:ext uri="{FF2B5EF4-FFF2-40B4-BE49-F238E27FC236}">
                <a16:creationId xmlns:a16="http://schemas.microsoft.com/office/drawing/2014/main" id="{885843FC-D171-274E-82F4-74682E5F93A2}"/>
              </a:ext>
            </a:extLst>
          </p:cNvPr>
          <p:cNvSpPr txBox="1">
            <a:spLocks noChangeArrowheads="1"/>
          </p:cNvSpPr>
          <p:nvPr>
            <p:custDataLst>
              <p:tags r:id="rId12"/>
            </p:custDataLst>
          </p:nvPr>
        </p:nvSpPr>
        <p:spPr bwMode="auto">
          <a:xfrm>
            <a:off x="8321575" y="4664414"/>
            <a:ext cx="47424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229" name="Text Box 21">
            <a:extLst>
              <a:ext uri="{FF2B5EF4-FFF2-40B4-BE49-F238E27FC236}">
                <a16:creationId xmlns:a16="http://schemas.microsoft.com/office/drawing/2014/main" id="{7075AAFF-E732-8864-58A3-85D74710C7FB}"/>
              </a:ext>
            </a:extLst>
          </p:cNvPr>
          <p:cNvSpPr txBox="1">
            <a:spLocks noChangeArrowheads="1"/>
          </p:cNvSpPr>
          <p:nvPr>
            <p:custDataLst>
              <p:tags r:id="rId13"/>
            </p:custDataLst>
          </p:nvPr>
        </p:nvSpPr>
        <p:spPr bwMode="auto">
          <a:xfrm>
            <a:off x="10667478" y="4668932"/>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spTree>
    <p:extLst>
      <p:ext uri="{BB962C8B-B14F-4D97-AF65-F5344CB8AC3E}">
        <p14:creationId xmlns:p14="http://schemas.microsoft.com/office/powerpoint/2010/main" val="173002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hteck 19">
            <a:extLst>
              <a:ext uri="{FF2B5EF4-FFF2-40B4-BE49-F238E27FC236}">
                <a16:creationId xmlns:a16="http://schemas.microsoft.com/office/drawing/2014/main" id="{E29AB798-4CF2-B22A-A806-63AF38339B01}"/>
              </a:ext>
            </a:extLst>
          </p:cNvPr>
          <p:cNvSpPr/>
          <p:nvPr/>
        </p:nvSpPr>
        <p:spPr>
          <a:xfrm>
            <a:off x="8100482" y="1793997"/>
            <a:ext cx="2976678" cy="37023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9" name="Rechteck 18">
            <a:extLst>
              <a:ext uri="{FF2B5EF4-FFF2-40B4-BE49-F238E27FC236}">
                <a16:creationId xmlns:a16="http://schemas.microsoft.com/office/drawing/2014/main" id="{9C56DE45-3582-66BF-83CF-7634DEC32F77}"/>
              </a:ext>
            </a:extLst>
          </p:cNvPr>
          <p:cNvSpPr/>
          <p:nvPr/>
        </p:nvSpPr>
        <p:spPr>
          <a:xfrm>
            <a:off x="4425960" y="1792666"/>
            <a:ext cx="2976678" cy="37023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8" name="Rechteck 17">
            <a:extLst>
              <a:ext uri="{FF2B5EF4-FFF2-40B4-BE49-F238E27FC236}">
                <a16:creationId xmlns:a16="http://schemas.microsoft.com/office/drawing/2014/main" id="{7B37A92F-6B17-C199-1A87-EAD807329930}"/>
              </a:ext>
            </a:extLst>
          </p:cNvPr>
          <p:cNvSpPr/>
          <p:nvPr/>
        </p:nvSpPr>
        <p:spPr>
          <a:xfrm>
            <a:off x="751438" y="1814796"/>
            <a:ext cx="2976678" cy="37023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50" name="Gruppieren 249">
            <a:extLst>
              <a:ext uri="{FF2B5EF4-FFF2-40B4-BE49-F238E27FC236}">
                <a16:creationId xmlns:a16="http://schemas.microsoft.com/office/drawing/2014/main" id="{1C474ED1-56C4-4AB4-9E26-AB9EDBBEDDC5}"/>
              </a:ext>
            </a:extLst>
          </p:cNvPr>
          <p:cNvGrpSpPr/>
          <p:nvPr/>
        </p:nvGrpSpPr>
        <p:grpSpPr>
          <a:xfrm>
            <a:off x="1886530" y="2557028"/>
            <a:ext cx="546468" cy="23082"/>
            <a:chOff x="2792045" y="3234324"/>
            <a:chExt cx="546468" cy="23082"/>
          </a:xfrm>
          <a:solidFill>
            <a:schemeClr val="tx1"/>
          </a:solidFill>
        </p:grpSpPr>
        <p:cxnSp>
          <p:nvCxnSpPr>
            <p:cNvPr id="251" name="Gerader Verbinder 250">
              <a:extLst>
                <a:ext uri="{FF2B5EF4-FFF2-40B4-BE49-F238E27FC236}">
                  <a16:creationId xmlns:a16="http://schemas.microsoft.com/office/drawing/2014/main" id="{6671AE69-DAA2-A7D8-5944-1AB217F03C38}"/>
                </a:ext>
              </a:extLst>
            </p:cNvPr>
            <p:cNvCxnSpPr>
              <a:cxnSpLocks/>
            </p:cNvCxnSpPr>
            <p:nvPr/>
          </p:nvCxnSpPr>
          <p:spPr bwMode="auto">
            <a:xfrm>
              <a:off x="2792191" y="3234324"/>
              <a:ext cx="546322" cy="0"/>
            </a:xfrm>
            <a:prstGeom prst="line">
              <a:avLst/>
            </a:prstGeom>
            <a:grpFill/>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52" name="Gerader Verbinder 251">
              <a:extLst>
                <a:ext uri="{FF2B5EF4-FFF2-40B4-BE49-F238E27FC236}">
                  <a16:creationId xmlns:a16="http://schemas.microsoft.com/office/drawing/2014/main" id="{2D4689BA-7286-B128-15EA-D52AE1F0129D}"/>
                </a:ext>
              </a:extLst>
            </p:cNvPr>
            <p:cNvCxnSpPr>
              <a:cxnSpLocks/>
            </p:cNvCxnSpPr>
            <p:nvPr/>
          </p:nvCxnSpPr>
          <p:spPr bwMode="auto">
            <a:xfrm>
              <a:off x="2792045" y="3257406"/>
              <a:ext cx="546468" cy="0"/>
            </a:xfrm>
            <a:prstGeom prst="line">
              <a:avLst/>
            </a:prstGeom>
            <a:grpFill/>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graphicFrame>
        <p:nvGraphicFramePr>
          <p:cNvPr id="5" name="Objekt 4" hidden="1">
            <a:extLst>
              <a:ext uri="{FF2B5EF4-FFF2-40B4-BE49-F238E27FC236}">
                <a16:creationId xmlns:a16="http://schemas.microsoft.com/office/drawing/2014/main" id="{4053D54F-B732-4A44-8080-4B99322A1CF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4" imgW="532" imgH="533" progId="TCLayout.ActiveDocument.1">
                  <p:embed/>
                </p:oleObj>
              </mc:Choice>
              <mc:Fallback>
                <p:oleObj name="think-cell Folie" r:id="rId34" imgW="532" imgH="533" progId="TCLayout.ActiveDocument.1">
                  <p:embed/>
                  <p:pic>
                    <p:nvPicPr>
                      <p:cNvPr id="5" name="Objekt 4" hidden="1">
                        <a:extLst>
                          <a:ext uri="{FF2B5EF4-FFF2-40B4-BE49-F238E27FC236}">
                            <a16:creationId xmlns:a16="http://schemas.microsoft.com/office/drawing/2014/main" id="{4053D54F-B732-4A44-8080-4B99322A1CF2}"/>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4" name="Titel 3"/>
          <p:cNvSpPr>
            <a:spLocks noGrp="1"/>
          </p:cNvSpPr>
          <p:nvPr>
            <p:ph type="title"/>
          </p:nvPr>
        </p:nvSpPr>
        <p:spPr/>
        <p:txBody>
          <a:bodyPr vert="horz"/>
          <a:lstStyle/>
          <a:p>
            <a:r>
              <a:rPr lang="en-US" dirty="0"/>
              <a:t>Specific failure scenarios for S7-1500 H</a:t>
            </a:r>
            <a:br>
              <a:rPr lang="en-US" dirty="0"/>
            </a:br>
            <a:r>
              <a:rPr lang="en-US" b="0" dirty="0"/>
              <a:t>Setup with system redundancy R1 – failure of </a:t>
            </a:r>
            <a:r>
              <a:rPr lang="en-US" b="0" u="sng" dirty="0"/>
              <a:t>one</a:t>
            </a:r>
            <a:r>
              <a:rPr lang="en-US" b="0" dirty="0"/>
              <a:t> Pilotages</a:t>
            </a:r>
          </a:p>
        </p:txBody>
      </p:sp>
      <p:sp>
        <p:nvSpPr>
          <p:cNvPr id="2" name="Fußzeilenplatzhalter 1">
            <a:extLst>
              <a:ext uri="{FF2B5EF4-FFF2-40B4-BE49-F238E27FC236}">
                <a16:creationId xmlns:a16="http://schemas.microsoft.com/office/drawing/2014/main" id="{6E3881A0-AE27-440B-85FF-039A5B808AC5}"/>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388" name="Text Box 21"/>
          <p:cNvSpPr txBox="1">
            <a:spLocks noChangeArrowheads="1"/>
          </p:cNvSpPr>
          <p:nvPr>
            <p:custDataLst>
              <p:tags r:id="rId2"/>
            </p:custDataLst>
          </p:nvPr>
        </p:nvSpPr>
        <p:spPr bwMode="auto">
          <a:xfrm>
            <a:off x="2542435" y="1828988"/>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sp>
        <p:nvSpPr>
          <p:cNvPr id="15" name="Rechteck: abgerundete Ecken 14">
            <a:extLst>
              <a:ext uri="{FF2B5EF4-FFF2-40B4-BE49-F238E27FC236}">
                <a16:creationId xmlns:a16="http://schemas.microsoft.com/office/drawing/2014/main" id="{8358DB7B-E9FA-4DC1-0E2E-9DEFA4CE5299}"/>
              </a:ext>
            </a:extLst>
          </p:cNvPr>
          <p:cNvSpPr/>
          <p:nvPr/>
        </p:nvSpPr>
        <p:spPr>
          <a:xfrm>
            <a:off x="2330718" y="2664466"/>
            <a:ext cx="1041844" cy="2726144"/>
          </a:xfrm>
          <a:prstGeom prst="round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6" name="Rechteck: abgerundete Ecken 15">
            <a:extLst>
              <a:ext uri="{FF2B5EF4-FFF2-40B4-BE49-F238E27FC236}">
                <a16:creationId xmlns:a16="http://schemas.microsoft.com/office/drawing/2014/main" id="{3CCCEB40-A9FA-7FBA-8586-C6825E72D178}"/>
              </a:ext>
            </a:extLst>
          </p:cNvPr>
          <p:cNvSpPr/>
          <p:nvPr/>
        </p:nvSpPr>
        <p:spPr>
          <a:xfrm>
            <a:off x="1059160" y="2664467"/>
            <a:ext cx="1041844" cy="2728234"/>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371" name="Gruppieren 370"/>
          <p:cNvGrpSpPr/>
          <p:nvPr/>
        </p:nvGrpSpPr>
        <p:grpSpPr>
          <a:xfrm>
            <a:off x="2398021" y="2166001"/>
            <a:ext cx="773894" cy="639977"/>
            <a:chOff x="5633257" y="2448326"/>
            <a:chExt cx="3891741" cy="2958295"/>
          </a:xfrm>
          <a:solidFill>
            <a:schemeClr val="tx1"/>
          </a:solidFill>
        </p:grpSpPr>
        <p:pic>
          <p:nvPicPr>
            <p:cNvPr id="372" name="product_simatic-s7-1500.png"/>
            <p:cNvPicPr>
              <a:picLocks noChangeAspect="1"/>
            </p:cNvPicPr>
            <p:nvPr>
              <p:custDataLst>
                <p:tags r:id="rId29"/>
              </p:custDataLst>
            </p:nvPr>
          </p:nvPicPr>
          <p:blipFill rotWithShape="1">
            <a:blip r:embed="rId3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373" name="product_simatic-s7-1500.png"/>
            <p:cNvPicPr>
              <a:picLocks noChangeAspect="1"/>
            </p:cNvPicPr>
            <p:nvPr>
              <p:custDataLst>
                <p:tags r:id="rId30"/>
              </p:custDataLst>
            </p:nvPr>
          </p:nvPicPr>
          <p:blipFill rotWithShape="1">
            <a:blip r:embed="rId3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374" name="product_simatic-s7-1500.png"/>
            <p:cNvPicPr>
              <a:picLocks noChangeAspect="1"/>
            </p:cNvPicPr>
            <p:nvPr>
              <p:custDataLst>
                <p:tags r:id="rId31"/>
              </p:custDataLst>
            </p:nvPr>
          </p:nvPicPr>
          <p:blipFill rotWithShape="1">
            <a:blip r:embed="rId3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375" name="Gruppieren 374"/>
          <p:cNvGrpSpPr/>
          <p:nvPr/>
        </p:nvGrpSpPr>
        <p:grpSpPr>
          <a:xfrm>
            <a:off x="1147612" y="2166001"/>
            <a:ext cx="773894" cy="639977"/>
            <a:chOff x="5633257" y="2448326"/>
            <a:chExt cx="3891741" cy="2958295"/>
          </a:xfrm>
          <a:solidFill>
            <a:schemeClr val="tx1"/>
          </a:solidFill>
        </p:grpSpPr>
        <p:pic>
          <p:nvPicPr>
            <p:cNvPr id="376" name="product_simatic-s7-1500.png"/>
            <p:cNvPicPr>
              <a:picLocks noChangeAspect="1"/>
            </p:cNvPicPr>
            <p:nvPr>
              <p:custDataLst>
                <p:tags r:id="rId26"/>
              </p:custDataLst>
            </p:nvPr>
          </p:nvPicPr>
          <p:blipFill rotWithShape="1">
            <a:blip r:embed="rId3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377" name="product_simatic-s7-1500.png"/>
            <p:cNvPicPr>
              <a:picLocks noChangeAspect="1"/>
            </p:cNvPicPr>
            <p:nvPr>
              <p:custDataLst>
                <p:tags r:id="rId27"/>
              </p:custDataLst>
            </p:nvPr>
          </p:nvPicPr>
          <p:blipFill rotWithShape="1">
            <a:blip r:embed="rId3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378" name="product_simatic-s7-1500.png"/>
            <p:cNvPicPr>
              <a:picLocks noChangeAspect="1"/>
            </p:cNvPicPr>
            <p:nvPr>
              <p:custDataLst>
                <p:tags r:id="rId28"/>
              </p:custDataLst>
            </p:nvPr>
          </p:nvPicPr>
          <p:blipFill rotWithShape="1">
            <a:blip r:embed="rId3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23" name="Text Box 16">
            <a:extLst>
              <a:ext uri="{FF2B5EF4-FFF2-40B4-BE49-F238E27FC236}">
                <a16:creationId xmlns:a16="http://schemas.microsoft.com/office/drawing/2014/main" id="{9B807831-8525-43D5-3FEF-6A3A4E531655}"/>
              </a:ext>
            </a:extLst>
          </p:cNvPr>
          <p:cNvSpPr txBox="1">
            <a:spLocks noChangeArrowheads="1"/>
          </p:cNvSpPr>
          <p:nvPr>
            <p:custDataLst>
              <p:tags r:id="rId3"/>
            </p:custDataLst>
          </p:nvPr>
        </p:nvSpPr>
        <p:spPr bwMode="auto">
          <a:xfrm>
            <a:off x="1147612" y="2004001"/>
            <a:ext cx="790281" cy="123111"/>
          </a:xfrm>
          <a:prstGeom prst="rect">
            <a:avLst/>
          </a:prstGeom>
          <a:solidFill>
            <a:srgbClr val="92D050"/>
          </a:solidFill>
          <a:ln>
            <a:noFill/>
          </a:ln>
          <a:effectLst/>
        </p:spPr>
        <p:txBody>
          <a:bodyPr wrap="none" lIns="0" tIns="0" rIns="0" bIns="0">
            <a:spAutoFit/>
          </a:bodyPr>
          <a:lstStyle>
            <a:defPPr>
              <a:defRPr lang="en-US"/>
            </a:defPPr>
            <a:lvl1pPr algn="ctr">
              <a:defRPr sz="800" b="1">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r>
              <a:rPr lang="en-US" altLang="de-DE" dirty="0"/>
              <a:t>RUN-Redundant</a:t>
            </a:r>
          </a:p>
        </p:txBody>
      </p:sp>
      <p:sp>
        <p:nvSpPr>
          <p:cNvPr id="24" name="Text Box 16">
            <a:extLst>
              <a:ext uri="{FF2B5EF4-FFF2-40B4-BE49-F238E27FC236}">
                <a16:creationId xmlns:a16="http://schemas.microsoft.com/office/drawing/2014/main" id="{A1D57420-2139-131B-60F0-267BC56D834C}"/>
              </a:ext>
            </a:extLst>
          </p:cNvPr>
          <p:cNvSpPr txBox="1">
            <a:spLocks noChangeArrowheads="1"/>
          </p:cNvSpPr>
          <p:nvPr>
            <p:custDataLst>
              <p:tags r:id="rId4"/>
            </p:custDataLst>
          </p:nvPr>
        </p:nvSpPr>
        <p:spPr bwMode="auto">
          <a:xfrm>
            <a:off x="2396178" y="2001789"/>
            <a:ext cx="790281" cy="123111"/>
          </a:xfrm>
          <a:prstGeom prst="rect">
            <a:avLst/>
          </a:prstGeom>
          <a:solidFill>
            <a:srgbClr val="92D050"/>
          </a:solidFill>
          <a:ln>
            <a:noFill/>
          </a:ln>
          <a:effectLst/>
        </p:spPr>
        <p:txBody>
          <a:bodyPr wrap="none" lIns="0" tIns="0" rIns="0" bIns="0">
            <a:spAutoFit/>
          </a:bodyPr>
          <a:lstStyle>
            <a:defPPr>
              <a:defRPr lang="en-US"/>
            </a:defPPr>
            <a:lvl1pPr algn="ctr">
              <a:defRPr sz="800" b="1">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r>
              <a:rPr lang="en-US" altLang="de-DE" dirty="0"/>
              <a:t>RUN-Redundant</a:t>
            </a:r>
          </a:p>
        </p:txBody>
      </p:sp>
      <p:sp>
        <p:nvSpPr>
          <p:cNvPr id="25" name="Text Box 21">
            <a:extLst>
              <a:ext uri="{FF2B5EF4-FFF2-40B4-BE49-F238E27FC236}">
                <a16:creationId xmlns:a16="http://schemas.microsoft.com/office/drawing/2014/main" id="{1ACDBAC1-7378-6EA1-1D3C-03332AFCE75D}"/>
              </a:ext>
            </a:extLst>
          </p:cNvPr>
          <p:cNvSpPr txBox="1">
            <a:spLocks noChangeArrowheads="1"/>
          </p:cNvSpPr>
          <p:nvPr>
            <p:custDataLst>
              <p:tags r:id="rId5"/>
            </p:custDataLst>
          </p:nvPr>
        </p:nvSpPr>
        <p:spPr bwMode="auto">
          <a:xfrm>
            <a:off x="1298234" y="1814796"/>
            <a:ext cx="474490"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pic>
        <p:nvPicPr>
          <p:cNvPr id="3" name="Grafik 2">
            <a:extLst>
              <a:ext uri="{FF2B5EF4-FFF2-40B4-BE49-F238E27FC236}">
                <a16:creationId xmlns:a16="http://schemas.microsoft.com/office/drawing/2014/main" id="{8F5D27FF-D41A-7670-4283-0A5D9E1701CE}"/>
              </a:ext>
            </a:extLst>
          </p:cNvPr>
          <p:cNvPicPr>
            <a:picLocks noChangeAspect="1"/>
          </p:cNvPicPr>
          <p:nvPr/>
        </p:nvPicPr>
        <p:blipFill>
          <a:blip r:embed="rId38"/>
          <a:stretch>
            <a:fillRect/>
          </a:stretch>
        </p:blipFill>
        <p:spPr>
          <a:xfrm>
            <a:off x="2025139" y="2947617"/>
            <a:ext cx="701306" cy="591883"/>
          </a:xfrm>
          <a:prstGeom prst="rect">
            <a:avLst/>
          </a:prstGeom>
          <a:solidFill>
            <a:schemeClr val="bg1"/>
          </a:solidFill>
        </p:spPr>
      </p:pic>
      <p:pic>
        <p:nvPicPr>
          <p:cNvPr id="6" name="Grafik 5">
            <a:extLst>
              <a:ext uri="{FF2B5EF4-FFF2-40B4-BE49-F238E27FC236}">
                <a16:creationId xmlns:a16="http://schemas.microsoft.com/office/drawing/2014/main" id="{A52AD4A0-CE93-5E97-5BC3-50430A4F6CEA}"/>
              </a:ext>
            </a:extLst>
          </p:cNvPr>
          <p:cNvPicPr>
            <a:picLocks noChangeAspect="1"/>
          </p:cNvPicPr>
          <p:nvPr/>
        </p:nvPicPr>
        <p:blipFill>
          <a:blip r:embed="rId38"/>
          <a:stretch>
            <a:fillRect/>
          </a:stretch>
        </p:blipFill>
        <p:spPr>
          <a:xfrm>
            <a:off x="2011930" y="3785060"/>
            <a:ext cx="701306" cy="591883"/>
          </a:xfrm>
          <a:prstGeom prst="rect">
            <a:avLst/>
          </a:prstGeom>
          <a:solidFill>
            <a:schemeClr val="bg1"/>
          </a:solidFill>
        </p:spPr>
      </p:pic>
      <p:pic>
        <p:nvPicPr>
          <p:cNvPr id="7" name="Grafik 6">
            <a:extLst>
              <a:ext uri="{FF2B5EF4-FFF2-40B4-BE49-F238E27FC236}">
                <a16:creationId xmlns:a16="http://schemas.microsoft.com/office/drawing/2014/main" id="{BFF252FB-9453-ECBC-279D-04CC4C8D810E}"/>
              </a:ext>
            </a:extLst>
          </p:cNvPr>
          <p:cNvPicPr>
            <a:picLocks noChangeAspect="1"/>
          </p:cNvPicPr>
          <p:nvPr/>
        </p:nvPicPr>
        <p:blipFill>
          <a:blip r:embed="rId38"/>
          <a:stretch>
            <a:fillRect/>
          </a:stretch>
        </p:blipFill>
        <p:spPr>
          <a:xfrm>
            <a:off x="2011930" y="4684741"/>
            <a:ext cx="701306" cy="591883"/>
          </a:xfrm>
          <a:prstGeom prst="rect">
            <a:avLst/>
          </a:prstGeom>
          <a:solidFill>
            <a:schemeClr val="bg1"/>
          </a:solidFill>
        </p:spPr>
      </p:pic>
      <p:grpSp>
        <p:nvGrpSpPr>
          <p:cNvPr id="8" name="Gruppieren 7">
            <a:extLst>
              <a:ext uri="{FF2B5EF4-FFF2-40B4-BE49-F238E27FC236}">
                <a16:creationId xmlns:a16="http://schemas.microsoft.com/office/drawing/2014/main" id="{AF03EC1B-0635-9F61-7CE9-518DD7E48F27}"/>
              </a:ext>
            </a:extLst>
          </p:cNvPr>
          <p:cNvGrpSpPr/>
          <p:nvPr/>
        </p:nvGrpSpPr>
        <p:grpSpPr>
          <a:xfrm>
            <a:off x="5549532" y="2557028"/>
            <a:ext cx="546468" cy="23082"/>
            <a:chOff x="2792045" y="3234324"/>
            <a:chExt cx="546468" cy="23082"/>
          </a:xfrm>
          <a:solidFill>
            <a:schemeClr val="tx1"/>
          </a:solidFill>
        </p:grpSpPr>
        <p:cxnSp>
          <p:nvCxnSpPr>
            <p:cNvPr id="9" name="Gerader Verbinder 8">
              <a:extLst>
                <a:ext uri="{FF2B5EF4-FFF2-40B4-BE49-F238E27FC236}">
                  <a16:creationId xmlns:a16="http://schemas.microsoft.com/office/drawing/2014/main" id="{092BC0C3-59A7-8972-33F2-6E46D931FA39}"/>
                </a:ext>
              </a:extLst>
            </p:cNvPr>
            <p:cNvCxnSpPr>
              <a:cxnSpLocks/>
            </p:cNvCxnSpPr>
            <p:nvPr/>
          </p:nvCxnSpPr>
          <p:spPr bwMode="auto">
            <a:xfrm>
              <a:off x="2792191" y="3234324"/>
              <a:ext cx="546322" cy="0"/>
            </a:xfrm>
            <a:prstGeom prst="line">
              <a:avLst/>
            </a:prstGeom>
            <a:grpFill/>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10" name="Gerader Verbinder 9">
              <a:extLst>
                <a:ext uri="{FF2B5EF4-FFF2-40B4-BE49-F238E27FC236}">
                  <a16:creationId xmlns:a16="http://schemas.microsoft.com/office/drawing/2014/main" id="{9510330D-8CF2-E9D5-4CF7-7910EA7B803C}"/>
                </a:ext>
              </a:extLst>
            </p:cNvPr>
            <p:cNvCxnSpPr>
              <a:cxnSpLocks/>
            </p:cNvCxnSpPr>
            <p:nvPr/>
          </p:nvCxnSpPr>
          <p:spPr bwMode="auto">
            <a:xfrm>
              <a:off x="2792045" y="3257406"/>
              <a:ext cx="546468" cy="0"/>
            </a:xfrm>
            <a:prstGeom prst="line">
              <a:avLst/>
            </a:prstGeom>
            <a:grpFill/>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sp>
        <p:nvSpPr>
          <p:cNvPr id="11" name="Text Box 21">
            <a:extLst>
              <a:ext uri="{FF2B5EF4-FFF2-40B4-BE49-F238E27FC236}">
                <a16:creationId xmlns:a16="http://schemas.microsoft.com/office/drawing/2014/main" id="{C03503DE-E898-CF77-34C2-78A5D15F0F78}"/>
              </a:ext>
            </a:extLst>
          </p:cNvPr>
          <p:cNvSpPr txBox="1">
            <a:spLocks noChangeArrowheads="1"/>
          </p:cNvSpPr>
          <p:nvPr>
            <p:custDataLst>
              <p:tags r:id="rId6"/>
            </p:custDataLst>
          </p:nvPr>
        </p:nvSpPr>
        <p:spPr bwMode="auto">
          <a:xfrm>
            <a:off x="6205437" y="1828988"/>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sp>
        <p:nvSpPr>
          <p:cNvPr id="21" name="Rechteck: abgerundete Ecken 20">
            <a:extLst>
              <a:ext uri="{FF2B5EF4-FFF2-40B4-BE49-F238E27FC236}">
                <a16:creationId xmlns:a16="http://schemas.microsoft.com/office/drawing/2014/main" id="{68A332C4-55C1-7D4E-FE75-3223E7DC65FF}"/>
              </a:ext>
            </a:extLst>
          </p:cNvPr>
          <p:cNvSpPr/>
          <p:nvPr/>
        </p:nvSpPr>
        <p:spPr>
          <a:xfrm>
            <a:off x="5993720" y="2664466"/>
            <a:ext cx="1041844" cy="2995926"/>
          </a:xfrm>
          <a:prstGeom prst="round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9" name="Rechteck: abgerundete Ecken 28">
            <a:extLst>
              <a:ext uri="{FF2B5EF4-FFF2-40B4-BE49-F238E27FC236}">
                <a16:creationId xmlns:a16="http://schemas.microsoft.com/office/drawing/2014/main" id="{4516DDF1-AD79-CA05-EFFA-57B3D12148B8}"/>
              </a:ext>
            </a:extLst>
          </p:cNvPr>
          <p:cNvSpPr/>
          <p:nvPr/>
        </p:nvSpPr>
        <p:spPr>
          <a:xfrm>
            <a:off x="4722162" y="2664466"/>
            <a:ext cx="1041844" cy="2998223"/>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30" name="Gruppieren 29">
            <a:extLst>
              <a:ext uri="{FF2B5EF4-FFF2-40B4-BE49-F238E27FC236}">
                <a16:creationId xmlns:a16="http://schemas.microsoft.com/office/drawing/2014/main" id="{69C4A89B-5DEA-35CC-BE6A-423A1CC84A0D}"/>
              </a:ext>
            </a:extLst>
          </p:cNvPr>
          <p:cNvGrpSpPr/>
          <p:nvPr/>
        </p:nvGrpSpPr>
        <p:grpSpPr>
          <a:xfrm>
            <a:off x="6061023" y="2166001"/>
            <a:ext cx="773894" cy="639977"/>
            <a:chOff x="5633257" y="2448326"/>
            <a:chExt cx="3891741" cy="2958295"/>
          </a:xfrm>
          <a:solidFill>
            <a:schemeClr val="tx1"/>
          </a:solidFill>
        </p:grpSpPr>
        <p:pic>
          <p:nvPicPr>
            <p:cNvPr id="31" name="product_simatic-s7-1500.png">
              <a:extLst>
                <a:ext uri="{FF2B5EF4-FFF2-40B4-BE49-F238E27FC236}">
                  <a16:creationId xmlns:a16="http://schemas.microsoft.com/office/drawing/2014/main" id="{B78F1BFB-1595-FADD-FF3F-F1D84C4921D9}"/>
                </a:ext>
              </a:extLst>
            </p:cNvPr>
            <p:cNvPicPr>
              <a:picLocks noChangeAspect="1"/>
            </p:cNvPicPr>
            <p:nvPr>
              <p:custDataLst>
                <p:tags r:id="rId23"/>
              </p:custDataLst>
            </p:nvPr>
          </p:nvPicPr>
          <p:blipFill rotWithShape="1">
            <a:blip r:embed="rId3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24" name="product_simatic-s7-1500.png">
              <a:extLst>
                <a:ext uri="{FF2B5EF4-FFF2-40B4-BE49-F238E27FC236}">
                  <a16:creationId xmlns:a16="http://schemas.microsoft.com/office/drawing/2014/main" id="{33F33E57-0EE4-A892-597D-B3D6F11E8480}"/>
                </a:ext>
              </a:extLst>
            </p:cNvPr>
            <p:cNvPicPr>
              <a:picLocks noChangeAspect="1"/>
            </p:cNvPicPr>
            <p:nvPr>
              <p:custDataLst>
                <p:tags r:id="rId24"/>
              </p:custDataLst>
            </p:nvPr>
          </p:nvPicPr>
          <p:blipFill rotWithShape="1">
            <a:blip r:embed="rId3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25" name="product_simatic-s7-1500.png">
              <a:extLst>
                <a:ext uri="{FF2B5EF4-FFF2-40B4-BE49-F238E27FC236}">
                  <a16:creationId xmlns:a16="http://schemas.microsoft.com/office/drawing/2014/main" id="{444B6EC9-8774-394C-FB7B-B6320A728EB7}"/>
                </a:ext>
              </a:extLst>
            </p:cNvPr>
            <p:cNvPicPr>
              <a:picLocks noChangeAspect="1"/>
            </p:cNvPicPr>
            <p:nvPr>
              <p:custDataLst>
                <p:tags r:id="rId25"/>
              </p:custDataLst>
            </p:nvPr>
          </p:nvPicPr>
          <p:blipFill rotWithShape="1">
            <a:blip r:embed="rId3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226" name="Gruppieren 225">
            <a:extLst>
              <a:ext uri="{FF2B5EF4-FFF2-40B4-BE49-F238E27FC236}">
                <a16:creationId xmlns:a16="http://schemas.microsoft.com/office/drawing/2014/main" id="{7F42A954-51E5-84CD-DFB9-301FB3620187}"/>
              </a:ext>
            </a:extLst>
          </p:cNvPr>
          <p:cNvGrpSpPr/>
          <p:nvPr/>
        </p:nvGrpSpPr>
        <p:grpSpPr>
          <a:xfrm>
            <a:off x="4810614" y="2166001"/>
            <a:ext cx="773894" cy="639977"/>
            <a:chOff x="5633257" y="2448326"/>
            <a:chExt cx="3891741" cy="2958295"/>
          </a:xfrm>
          <a:solidFill>
            <a:schemeClr val="tx1"/>
          </a:solidFill>
        </p:grpSpPr>
        <p:pic>
          <p:nvPicPr>
            <p:cNvPr id="227" name="product_simatic-s7-1500.png">
              <a:extLst>
                <a:ext uri="{FF2B5EF4-FFF2-40B4-BE49-F238E27FC236}">
                  <a16:creationId xmlns:a16="http://schemas.microsoft.com/office/drawing/2014/main" id="{62C37C11-CD23-BA40-492D-FADDD20DE8B5}"/>
                </a:ext>
              </a:extLst>
            </p:cNvPr>
            <p:cNvPicPr>
              <a:picLocks noChangeAspect="1"/>
            </p:cNvPicPr>
            <p:nvPr>
              <p:custDataLst>
                <p:tags r:id="rId20"/>
              </p:custDataLst>
            </p:nvPr>
          </p:nvPicPr>
          <p:blipFill rotWithShape="1">
            <a:blip r:embed="rId3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28" name="product_simatic-s7-1500.png">
              <a:extLst>
                <a:ext uri="{FF2B5EF4-FFF2-40B4-BE49-F238E27FC236}">
                  <a16:creationId xmlns:a16="http://schemas.microsoft.com/office/drawing/2014/main" id="{A630C207-CACD-5840-EE18-C2D05FF92487}"/>
                </a:ext>
              </a:extLst>
            </p:cNvPr>
            <p:cNvPicPr>
              <a:picLocks noChangeAspect="1"/>
            </p:cNvPicPr>
            <p:nvPr>
              <p:custDataLst>
                <p:tags r:id="rId21"/>
              </p:custDataLst>
            </p:nvPr>
          </p:nvPicPr>
          <p:blipFill rotWithShape="1">
            <a:blip r:embed="rId3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29" name="product_simatic-s7-1500.png">
              <a:extLst>
                <a:ext uri="{FF2B5EF4-FFF2-40B4-BE49-F238E27FC236}">
                  <a16:creationId xmlns:a16="http://schemas.microsoft.com/office/drawing/2014/main" id="{4586A4F1-96D4-6107-3E8F-17ECBEC90469}"/>
                </a:ext>
              </a:extLst>
            </p:cNvPr>
            <p:cNvPicPr>
              <a:picLocks noChangeAspect="1"/>
            </p:cNvPicPr>
            <p:nvPr>
              <p:custDataLst>
                <p:tags r:id="rId22"/>
              </p:custDataLst>
            </p:nvPr>
          </p:nvPicPr>
          <p:blipFill rotWithShape="1">
            <a:blip r:embed="rId3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230" name="Text Box 16">
            <a:extLst>
              <a:ext uri="{FF2B5EF4-FFF2-40B4-BE49-F238E27FC236}">
                <a16:creationId xmlns:a16="http://schemas.microsoft.com/office/drawing/2014/main" id="{C7CF1961-56DC-2CD8-C855-901DD33C4433}"/>
              </a:ext>
            </a:extLst>
          </p:cNvPr>
          <p:cNvSpPr txBox="1">
            <a:spLocks noChangeArrowheads="1"/>
          </p:cNvSpPr>
          <p:nvPr>
            <p:custDataLst>
              <p:tags r:id="rId7"/>
            </p:custDataLst>
          </p:nvPr>
        </p:nvSpPr>
        <p:spPr bwMode="auto">
          <a:xfrm>
            <a:off x="4810614" y="2004001"/>
            <a:ext cx="790281" cy="123111"/>
          </a:xfrm>
          <a:prstGeom prst="rect">
            <a:avLst/>
          </a:prstGeom>
          <a:solidFill>
            <a:srgbClr val="92D050"/>
          </a:solidFill>
          <a:ln>
            <a:noFill/>
          </a:ln>
          <a:effectLst/>
        </p:spPr>
        <p:txBody>
          <a:bodyPr wrap="none" lIns="0" tIns="0" rIns="0" bIns="0">
            <a:spAutoFit/>
          </a:bodyPr>
          <a:lstStyle>
            <a:defPPr>
              <a:defRPr lang="en-US"/>
            </a:defPPr>
            <a:lvl1pPr algn="ctr">
              <a:defRPr sz="800" b="1">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r>
              <a:rPr lang="en-US" altLang="de-DE" dirty="0"/>
              <a:t>RUN-Redundant</a:t>
            </a:r>
          </a:p>
        </p:txBody>
      </p:sp>
      <p:sp>
        <p:nvSpPr>
          <p:cNvPr id="231" name="Text Box 16">
            <a:extLst>
              <a:ext uri="{FF2B5EF4-FFF2-40B4-BE49-F238E27FC236}">
                <a16:creationId xmlns:a16="http://schemas.microsoft.com/office/drawing/2014/main" id="{094B96A9-AD4B-D12F-4954-2B7EE994F7A6}"/>
              </a:ext>
            </a:extLst>
          </p:cNvPr>
          <p:cNvSpPr txBox="1">
            <a:spLocks noChangeArrowheads="1"/>
          </p:cNvSpPr>
          <p:nvPr>
            <p:custDataLst>
              <p:tags r:id="rId8"/>
            </p:custDataLst>
          </p:nvPr>
        </p:nvSpPr>
        <p:spPr bwMode="auto">
          <a:xfrm>
            <a:off x="6059180" y="2001789"/>
            <a:ext cx="790281" cy="123111"/>
          </a:xfrm>
          <a:prstGeom prst="rect">
            <a:avLst/>
          </a:prstGeom>
          <a:solidFill>
            <a:srgbClr val="92D050"/>
          </a:solidFill>
          <a:ln>
            <a:noFill/>
          </a:ln>
          <a:effectLst/>
        </p:spPr>
        <p:txBody>
          <a:bodyPr wrap="none" lIns="0" tIns="0" rIns="0" bIns="0">
            <a:spAutoFit/>
          </a:bodyPr>
          <a:lstStyle>
            <a:defPPr>
              <a:defRPr lang="en-US"/>
            </a:defPPr>
            <a:lvl1pPr algn="ctr">
              <a:defRPr sz="800" b="1">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r>
              <a:rPr lang="en-US" altLang="de-DE" dirty="0"/>
              <a:t>RUN-Redundant</a:t>
            </a:r>
          </a:p>
        </p:txBody>
      </p:sp>
      <p:sp>
        <p:nvSpPr>
          <p:cNvPr id="232" name="Text Box 21">
            <a:extLst>
              <a:ext uri="{FF2B5EF4-FFF2-40B4-BE49-F238E27FC236}">
                <a16:creationId xmlns:a16="http://schemas.microsoft.com/office/drawing/2014/main" id="{9F1D3D17-BEF3-93F8-6BD1-1A7115BDFFD4}"/>
              </a:ext>
            </a:extLst>
          </p:cNvPr>
          <p:cNvSpPr txBox="1">
            <a:spLocks noChangeArrowheads="1"/>
          </p:cNvSpPr>
          <p:nvPr>
            <p:custDataLst>
              <p:tags r:id="rId9"/>
            </p:custDataLst>
          </p:nvPr>
        </p:nvSpPr>
        <p:spPr bwMode="auto">
          <a:xfrm>
            <a:off x="4961236" y="1814796"/>
            <a:ext cx="474490"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pic>
        <p:nvPicPr>
          <p:cNvPr id="233" name="Grafik 232">
            <a:extLst>
              <a:ext uri="{FF2B5EF4-FFF2-40B4-BE49-F238E27FC236}">
                <a16:creationId xmlns:a16="http://schemas.microsoft.com/office/drawing/2014/main" id="{F7399B81-4BF0-B249-5E9B-B14A9C611BF2}"/>
              </a:ext>
            </a:extLst>
          </p:cNvPr>
          <p:cNvPicPr>
            <a:picLocks noChangeAspect="1"/>
          </p:cNvPicPr>
          <p:nvPr/>
        </p:nvPicPr>
        <p:blipFill>
          <a:blip r:embed="rId38"/>
          <a:stretch>
            <a:fillRect/>
          </a:stretch>
        </p:blipFill>
        <p:spPr>
          <a:xfrm>
            <a:off x="5688141" y="2947617"/>
            <a:ext cx="701306" cy="591883"/>
          </a:xfrm>
          <a:prstGeom prst="rect">
            <a:avLst/>
          </a:prstGeom>
          <a:solidFill>
            <a:schemeClr val="bg1"/>
          </a:solidFill>
        </p:spPr>
      </p:pic>
      <p:pic>
        <p:nvPicPr>
          <p:cNvPr id="234" name="Grafik 233">
            <a:extLst>
              <a:ext uri="{FF2B5EF4-FFF2-40B4-BE49-F238E27FC236}">
                <a16:creationId xmlns:a16="http://schemas.microsoft.com/office/drawing/2014/main" id="{CC7B1794-2E7D-70AA-90CA-F682EE7D21C9}"/>
              </a:ext>
            </a:extLst>
          </p:cNvPr>
          <p:cNvPicPr>
            <a:picLocks noChangeAspect="1"/>
          </p:cNvPicPr>
          <p:nvPr/>
        </p:nvPicPr>
        <p:blipFill>
          <a:blip r:embed="rId38"/>
          <a:stretch>
            <a:fillRect/>
          </a:stretch>
        </p:blipFill>
        <p:spPr>
          <a:xfrm>
            <a:off x="5674932" y="3785060"/>
            <a:ext cx="701306" cy="591883"/>
          </a:xfrm>
          <a:prstGeom prst="rect">
            <a:avLst/>
          </a:prstGeom>
          <a:solidFill>
            <a:schemeClr val="bg1"/>
          </a:solidFill>
        </p:spPr>
      </p:pic>
      <p:pic>
        <p:nvPicPr>
          <p:cNvPr id="235" name="Grafik 234">
            <a:extLst>
              <a:ext uri="{FF2B5EF4-FFF2-40B4-BE49-F238E27FC236}">
                <a16:creationId xmlns:a16="http://schemas.microsoft.com/office/drawing/2014/main" id="{0735E1AB-482F-9B17-9FC0-6E498417730C}"/>
              </a:ext>
            </a:extLst>
          </p:cNvPr>
          <p:cNvPicPr>
            <a:picLocks noChangeAspect="1"/>
          </p:cNvPicPr>
          <p:nvPr/>
        </p:nvPicPr>
        <p:blipFill>
          <a:blip r:embed="rId38"/>
          <a:stretch>
            <a:fillRect/>
          </a:stretch>
        </p:blipFill>
        <p:spPr>
          <a:xfrm>
            <a:off x="5674932" y="4684741"/>
            <a:ext cx="701306" cy="591883"/>
          </a:xfrm>
          <a:prstGeom prst="rect">
            <a:avLst/>
          </a:prstGeom>
          <a:solidFill>
            <a:schemeClr val="bg1"/>
          </a:solidFill>
        </p:spPr>
      </p:pic>
      <p:sp>
        <p:nvSpPr>
          <p:cNvPr id="237" name="Rechteck 236">
            <a:extLst>
              <a:ext uri="{FF2B5EF4-FFF2-40B4-BE49-F238E27FC236}">
                <a16:creationId xmlns:a16="http://schemas.microsoft.com/office/drawing/2014/main" id="{EF2EA6AE-8D5A-7A33-8C58-C5C39B23E67D}"/>
              </a:ext>
            </a:extLst>
          </p:cNvPr>
          <p:cNvSpPr/>
          <p:nvPr/>
        </p:nvSpPr>
        <p:spPr>
          <a:xfrm>
            <a:off x="4502358" y="2627289"/>
            <a:ext cx="307946" cy="28677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38" name="Rechteck 237">
            <a:extLst>
              <a:ext uri="{FF2B5EF4-FFF2-40B4-BE49-F238E27FC236}">
                <a16:creationId xmlns:a16="http://schemas.microsoft.com/office/drawing/2014/main" id="{9F865225-0DC7-D019-6654-9A1BDF6F7A52}"/>
              </a:ext>
            </a:extLst>
          </p:cNvPr>
          <p:cNvSpPr/>
          <p:nvPr/>
        </p:nvSpPr>
        <p:spPr>
          <a:xfrm>
            <a:off x="6834672" y="2574588"/>
            <a:ext cx="307946" cy="29110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39" name="Rechteck 238">
            <a:extLst>
              <a:ext uri="{FF2B5EF4-FFF2-40B4-BE49-F238E27FC236}">
                <a16:creationId xmlns:a16="http://schemas.microsoft.com/office/drawing/2014/main" id="{D8299584-D70B-3DAE-6A6E-285E26651431}"/>
              </a:ext>
            </a:extLst>
          </p:cNvPr>
          <p:cNvSpPr/>
          <p:nvPr/>
        </p:nvSpPr>
        <p:spPr>
          <a:xfrm>
            <a:off x="4810304" y="5287540"/>
            <a:ext cx="2039156" cy="3928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40" name="Gruppieren 239">
            <a:extLst>
              <a:ext uri="{FF2B5EF4-FFF2-40B4-BE49-F238E27FC236}">
                <a16:creationId xmlns:a16="http://schemas.microsoft.com/office/drawing/2014/main" id="{3E438C6B-9FA3-3AB4-88D1-A89AC7D0BD3F}"/>
              </a:ext>
            </a:extLst>
          </p:cNvPr>
          <p:cNvGrpSpPr/>
          <p:nvPr/>
        </p:nvGrpSpPr>
        <p:grpSpPr>
          <a:xfrm>
            <a:off x="9175713" y="2574588"/>
            <a:ext cx="546468" cy="23082"/>
            <a:chOff x="2792045" y="3234324"/>
            <a:chExt cx="546468" cy="23082"/>
          </a:xfrm>
          <a:solidFill>
            <a:schemeClr val="tx1"/>
          </a:solidFill>
        </p:grpSpPr>
        <p:cxnSp>
          <p:nvCxnSpPr>
            <p:cNvPr id="241" name="Gerader Verbinder 240">
              <a:extLst>
                <a:ext uri="{FF2B5EF4-FFF2-40B4-BE49-F238E27FC236}">
                  <a16:creationId xmlns:a16="http://schemas.microsoft.com/office/drawing/2014/main" id="{BDEF4178-FF09-75E1-B43A-6CCEE6E82C5E}"/>
                </a:ext>
              </a:extLst>
            </p:cNvPr>
            <p:cNvCxnSpPr>
              <a:cxnSpLocks/>
            </p:cNvCxnSpPr>
            <p:nvPr/>
          </p:nvCxnSpPr>
          <p:spPr bwMode="auto">
            <a:xfrm>
              <a:off x="2792191" y="3234324"/>
              <a:ext cx="546322" cy="0"/>
            </a:xfrm>
            <a:prstGeom prst="line">
              <a:avLst/>
            </a:prstGeom>
            <a:grpFill/>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42" name="Gerader Verbinder 241">
              <a:extLst>
                <a:ext uri="{FF2B5EF4-FFF2-40B4-BE49-F238E27FC236}">
                  <a16:creationId xmlns:a16="http://schemas.microsoft.com/office/drawing/2014/main" id="{A6E06DEC-FA3C-E245-EB0E-E37EF8A286B9}"/>
                </a:ext>
              </a:extLst>
            </p:cNvPr>
            <p:cNvCxnSpPr>
              <a:cxnSpLocks/>
            </p:cNvCxnSpPr>
            <p:nvPr/>
          </p:nvCxnSpPr>
          <p:spPr bwMode="auto">
            <a:xfrm>
              <a:off x="2792045" y="3257406"/>
              <a:ext cx="546468" cy="0"/>
            </a:xfrm>
            <a:prstGeom prst="line">
              <a:avLst/>
            </a:prstGeom>
            <a:grpFill/>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sp>
        <p:nvSpPr>
          <p:cNvPr id="243" name="Text Box 21">
            <a:extLst>
              <a:ext uri="{FF2B5EF4-FFF2-40B4-BE49-F238E27FC236}">
                <a16:creationId xmlns:a16="http://schemas.microsoft.com/office/drawing/2014/main" id="{1B0D2F7A-6700-75D0-DEB7-7B771FF0B4FE}"/>
              </a:ext>
            </a:extLst>
          </p:cNvPr>
          <p:cNvSpPr txBox="1">
            <a:spLocks noChangeArrowheads="1"/>
          </p:cNvSpPr>
          <p:nvPr>
            <p:custDataLst>
              <p:tags r:id="rId10"/>
            </p:custDataLst>
          </p:nvPr>
        </p:nvSpPr>
        <p:spPr bwMode="auto">
          <a:xfrm>
            <a:off x="9831618" y="1846548"/>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sp>
        <p:nvSpPr>
          <p:cNvPr id="244" name="Rechteck: abgerundete Ecken 243">
            <a:extLst>
              <a:ext uri="{FF2B5EF4-FFF2-40B4-BE49-F238E27FC236}">
                <a16:creationId xmlns:a16="http://schemas.microsoft.com/office/drawing/2014/main" id="{82913F82-9EFD-4936-664B-1ACF927CC138}"/>
              </a:ext>
            </a:extLst>
          </p:cNvPr>
          <p:cNvSpPr/>
          <p:nvPr/>
        </p:nvSpPr>
        <p:spPr>
          <a:xfrm>
            <a:off x="9619901" y="2682026"/>
            <a:ext cx="1041844" cy="2747445"/>
          </a:xfrm>
          <a:prstGeom prst="round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45" name="Rechteck: abgerundete Ecken 244">
            <a:extLst>
              <a:ext uri="{FF2B5EF4-FFF2-40B4-BE49-F238E27FC236}">
                <a16:creationId xmlns:a16="http://schemas.microsoft.com/office/drawing/2014/main" id="{84211233-0FEE-4A5B-D64F-5D21AEBD961A}"/>
              </a:ext>
            </a:extLst>
          </p:cNvPr>
          <p:cNvSpPr/>
          <p:nvPr/>
        </p:nvSpPr>
        <p:spPr>
          <a:xfrm>
            <a:off x="8348343" y="2682026"/>
            <a:ext cx="1041844" cy="2998223"/>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46" name="Gruppieren 245">
            <a:extLst>
              <a:ext uri="{FF2B5EF4-FFF2-40B4-BE49-F238E27FC236}">
                <a16:creationId xmlns:a16="http://schemas.microsoft.com/office/drawing/2014/main" id="{F2E664FE-B2B4-07BC-BD6B-1BD70DA72AB2}"/>
              </a:ext>
            </a:extLst>
          </p:cNvPr>
          <p:cNvGrpSpPr/>
          <p:nvPr/>
        </p:nvGrpSpPr>
        <p:grpSpPr>
          <a:xfrm>
            <a:off x="9687204" y="2183561"/>
            <a:ext cx="773894" cy="639977"/>
            <a:chOff x="5633257" y="2448326"/>
            <a:chExt cx="3891741" cy="2958295"/>
          </a:xfrm>
          <a:solidFill>
            <a:schemeClr val="tx1"/>
          </a:solidFill>
        </p:grpSpPr>
        <p:pic>
          <p:nvPicPr>
            <p:cNvPr id="247" name="product_simatic-s7-1500.png">
              <a:extLst>
                <a:ext uri="{FF2B5EF4-FFF2-40B4-BE49-F238E27FC236}">
                  <a16:creationId xmlns:a16="http://schemas.microsoft.com/office/drawing/2014/main" id="{029892A3-7D95-D0E7-BBDE-7FE46FC99EA4}"/>
                </a:ext>
              </a:extLst>
            </p:cNvPr>
            <p:cNvPicPr>
              <a:picLocks noChangeAspect="1"/>
            </p:cNvPicPr>
            <p:nvPr>
              <p:custDataLst>
                <p:tags r:id="rId17"/>
              </p:custDataLst>
            </p:nvPr>
          </p:nvPicPr>
          <p:blipFill rotWithShape="1">
            <a:blip r:embed="rId3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48" name="product_simatic-s7-1500.png">
              <a:extLst>
                <a:ext uri="{FF2B5EF4-FFF2-40B4-BE49-F238E27FC236}">
                  <a16:creationId xmlns:a16="http://schemas.microsoft.com/office/drawing/2014/main" id="{99756A68-B43D-104C-F846-B3B6B4A84289}"/>
                </a:ext>
              </a:extLst>
            </p:cNvPr>
            <p:cNvPicPr>
              <a:picLocks noChangeAspect="1"/>
            </p:cNvPicPr>
            <p:nvPr>
              <p:custDataLst>
                <p:tags r:id="rId18"/>
              </p:custDataLst>
            </p:nvPr>
          </p:nvPicPr>
          <p:blipFill rotWithShape="1">
            <a:blip r:embed="rId3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32" name="product_simatic-s7-1500.png">
              <a:extLst>
                <a:ext uri="{FF2B5EF4-FFF2-40B4-BE49-F238E27FC236}">
                  <a16:creationId xmlns:a16="http://schemas.microsoft.com/office/drawing/2014/main" id="{3A360938-7AA0-DF99-3506-8D6EF8158FCE}"/>
                </a:ext>
              </a:extLst>
            </p:cNvPr>
            <p:cNvPicPr>
              <a:picLocks noChangeAspect="1"/>
            </p:cNvPicPr>
            <p:nvPr>
              <p:custDataLst>
                <p:tags r:id="rId19"/>
              </p:custDataLst>
            </p:nvPr>
          </p:nvPicPr>
          <p:blipFill rotWithShape="1">
            <a:blip r:embed="rId3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33" name="Gruppieren 32">
            <a:extLst>
              <a:ext uri="{FF2B5EF4-FFF2-40B4-BE49-F238E27FC236}">
                <a16:creationId xmlns:a16="http://schemas.microsoft.com/office/drawing/2014/main" id="{6C0F3DDA-9027-936A-1240-1FBE220483CA}"/>
              </a:ext>
            </a:extLst>
          </p:cNvPr>
          <p:cNvGrpSpPr/>
          <p:nvPr/>
        </p:nvGrpSpPr>
        <p:grpSpPr>
          <a:xfrm>
            <a:off x="8436795" y="2183561"/>
            <a:ext cx="773894" cy="639977"/>
            <a:chOff x="5633257" y="2448326"/>
            <a:chExt cx="3891741" cy="2958295"/>
          </a:xfrm>
          <a:solidFill>
            <a:schemeClr val="tx1"/>
          </a:solidFill>
        </p:grpSpPr>
        <p:pic>
          <p:nvPicPr>
            <p:cNvPr id="34" name="product_simatic-s7-1500.png">
              <a:extLst>
                <a:ext uri="{FF2B5EF4-FFF2-40B4-BE49-F238E27FC236}">
                  <a16:creationId xmlns:a16="http://schemas.microsoft.com/office/drawing/2014/main" id="{D0E69AF6-174A-B8D1-2DF3-449D268ED5B6}"/>
                </a:ext>
              </a:extLst>
            </p:cNvPr>
            <p:cNvPicPr>
              <a:picLocks noChangeAspect="1"/>
            </p:cNvPicPr>
            <p:nvPr>
              <p:custDataLst>
                <p:tags r:id="rId14"/>
              </p:custDataLst>
            </p:nvPr>
          </p:nvPicPr>
          <p:blipFill rotWithShape="1">
            <a:blip r:embed="rId3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35" name="product_simatic-s7-1500.png">
              <a:extLst>
                <a:ext uri="{FF2B5EF4-FFF2-40B4-BE49-F238E27FC236}">
                  <a16:creationId xmlns:a16="http://schemas.microsoft.com/office/drawing/2014/main" id="{0AB31B71-7585-F649-7AF5-2A12943E26BB}"/>
                </a:ext>
              </a:extLst>
            </p:cNvPr>
            <p:cNvPicPr>
              <a:picLocks noChangeAspect="1"/>
            </p:cNvPicPr>
            <p:nvPr>
              <p:custDataLst>
                <p:tags r:id="rId15"/>
              </p:custDataLst>
            </p:nvPr>
          </p:nvPicPr>
          <p:blipFill rotWithShape="1">
            <a:blip r:embed="rId3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36" name="product_simatic-s7-1500.png">
              <a:extLst>
                <a:ext uri="{FF2B5EF4-FFF2-40B4-BE49-F238E27FC236}">
                  <a16:creationId xmlns:a16="http://schemas.microsoft.com/office/drawing/2014/main" id="{64875FA7-7B3E-3D6A-F14D-C8E9C598A816}"/>
                </a:ext>
              </a:extLst>
            </p:cNvPr>
            <p:cNvPicPr>
              <a:picLocks noChangeAspect="1"/>
            </p:cNvPicPr>
            <p:nvPr>
              <p:custDataLst>
                <p:tags r:id="rId16"/>
              </p:custDataLst>
            </p:nvPr>
          </p:nvPicPr>
          <p:blipFill rotWithShape="1">
            <a:blip r:embed="rId3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37" name="Text Box 16">
            <a:extLst>
              <a:ext uri="{FF2B5EF4-FFF2-40B4-BE49-F238E27FC236}">
                <a16:creationId xmlns:a16="http://schemas.microsoft.com/office/drawing/2014/main" id="{3BC8AC42-8C58-53EF-D134-1B2F5840EAC4}"/>
              </a:ext>
            </a:extLst>
          </p:cNvPr>
          <p:cNvSpPr txBox="1">
            <a:spLocks noChangeArrowheads="1"/>
          </p:cNvSpPr>
          <p:nvPr>
            <p:custDataLst>
              <p:tags r:id="rId11"/>
            </p:custDataLst>
          </p:nvPr>
        </p:nvSpPr>
        <p:spPr bwMode="auto">
          <a:xfrm>
            <a:off x="8436795" y="2021561"/>
            <a:ext cx="790281" cy="123111"/>
          </a:xfrm>
          <a:prstGeom prst="rect">
            <a:avLst/>
          </a:prstGeom>
          <a:solidFill>
            <a:srgbClr val="92D050"/>
          </a:solidFill>
          <a:ln>
            <a:noFill/>
          </a:ln>
          <a:effectLst/>
        </p:spPr>
        <p:txBody>
          <a:bodyPr wrap="none" lIns="0" tIns="0" rIns="0" bIns="0">
            <a:spAutoFit/>
          </a:bodyPr>
          <a:lstStyle>
            <a:defPPr>
              <a:defRPr lang="en-US"/>
            </a:defPPr>
            <a:lvl1pPr algn="ctr">
              <a:defRPr sz="800" b="1">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r>
              <a:rPr lang="en-US" altLang="de-DE" dirty="0"/>
              <a:t>RUN-Redundant</a:t>
            </a:r>
          </a:p>
        </p:txBody>
      </p:sp>
      <p:sp>
        <p:nvSpPr>
          <p:cNvPr id="38" name="Text Box 16">
            <a:extLst>
              <a:ext uri="{FF2B5EF4-FFF2-40B4-BE49-F238E27FC236}">
                <a16:creationId xmlns:a16="http://schemas.microsoft.com/office/drawing/2014/main" id="{03A7A069-329B-AA0E-A1FC-265FA06BBC0A}"/>
              </a:ext>
            </a:extLst>
          </p:cNvPr>
          <p:cNvSpPr txBox="1">
            <a:spLocks noChangeArrowheads="1"/>
          </p:cNvSpPr>
          <p:nvPr>
            <p:custDataLst>
              <p:tags r:id="rId12"/>
            </p:custDataLst>
          </p:nvPr>
        </p:nvSpPr>
        <p:spPr bwMode="auto">
          <a:xfrm>
            <a:off x="9685361" y="2019349"/>
            <a:ext cx="790281" cy="123111"/>
          </a:xfrm>
          <a:prstGeom prst="rect">
            <a:avLst/>
          </a:prstGeom>
          <a:solidFill>
            <a:srgbClr val="92D050"/>
          </a:solidFill>
          <a:ln>
            <a:noFill/>
          </a:ln>
          <a:effectLst/>
        </p:spPr>
        <p:txBody>
          <a:bodyPr wrap="none" lIns="0" tIns="0" rIns="0" bIns="0">
            <a:spAutoFit/>
          </a:bodyPr>
          <a:lstStyle>
            <a:defPPr>
              <a:defRPr lang="en-US"/>
            </a:defPPr>
            <a:lvl1pPr algn="ctr">
              <a:defRPr sz="800" b="1">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r>
              <a:rPr lang="en-US" altLang="de-DE" dirty="0"/>
              <a:t>RUN-Redundant</a:t>
            </a:r>
          </a:p>
        </p:txBody>
      </p:sp>
      <p:sp>
        <p:nvSpPr>
          <p:cNvPr id="39" name="Text Box 21">
            <a:extLst>
              <a:ext uri="{FF2B5EF4-FFF2-40B4-BE49-F238E27FC236}">
                <a16:creationId xmlns:a16="http://schemas.microsoft.com/office/drawing/2014/main" id="{35F6ED7B-BE84-1A18-5349-BD58BA50106E}"/>
              </a:ext>
            </a:extLst>
          </p:cNvPr>
          <p:cNvSpPr txBox="1">
            <a:spLocks noChangeArrowheads="1"/>
          </p:cNvSpPr>
          <p:nvPr>
            <p:custDataLst>
              <p:tags r:id="rId13"/>
            </p:custDataLst>
          </p:nvPr>
        </p:nvSpPr>
        <p:spPr bwMode="auto">
          <a:xfrm>
            <a:off x="8587417" y="1832356"/>
            <a:ext cx="474490"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pic>
        <p:nvPicPr>
          <p:cNvPr id="40" name="Grafik 39">
            <a:extLst>
              <a:ext uri="{FF2B5EF4-FFF2-40B4-BE49-F238E27FC236}">
                <a16:creationId xmlns:a16="http://schemas.microsoft.com/office/drawing/2014/main" id="{4D6AA3E2-8DDA-F1D8-E37C-098BFFCF52AB}"/>
              </a:ext>
            </a:extLst>
          </p:cNvPr>
          <p:cNvPicPr>
            <a:picLocks noChangeAspect="1"/>
          </p:cNvPicPr>
          <p:nvPr/>
        </p:nvPicPr>
        <p:blipFill>
          <a:blip r:embed="rId38"/>
          <a:stretch>
            <a:fillRect/>
          </a:stretch>
        </p:blipFill>
        <p:spPr>
          <a:xfrm>
            <a:off x="9314322" y="2965177"/>
            <a:ext cx="701306" cy="591883"/>
          </a:xfrm>
          <a:prstGeom prst="rect">
            <a:avLst/>
          </a:prstGeom>
          <a:solidFill>
            <a:schemeClr val="bg1"/>
          </a:solidFill>
        </p:spPr>
      </p:pic>
      <p:pic>
        <p:nvPicPr>
          <p:cNvPr id="41" name="Grafik 40">
            <a:extLst>
              <a:ext uri="{FF2B5EF4-FFF2-40B4-BE49-F238E27FC236}">
                <a16:creationId xmlns:a16="http://schemas.microsoft.com/office/drawing/2014/main" id="{8C58C11D-B518-ED09-972E-0B2FF093C215}"/>
              </a:ext>
            </a:extLst>
          </p:cNvPr>
          <p:cNvPicPr>
            <a:picLocks noChangeAspect="1"/>
          </p:cNvPicPr>
          <p:nvPr/>
        </p:nvPicPr>
        <p:blipFill>
          <a:blip r:embed="rId38"/>
          <a:stretch>
            <a:fillRect/>
          </a:stretch>
        </p:blipFill>
        <p:spPr>
          <a:xfrm>
            <a:off x="9301113" y="3802620"/>
            <a:ext cx="701306" cy="591883"/>
          </a:xfrm>
          <a:prstGeom prst="rect">
            <a:avLst/>
          </a:prstGeom>
          <a:solidFill>
            <a:schemeClr val="bg1"/>
          </a:solidFill>
        </p:spPr>
      </p:pic>
      <p:pic>
        <p:nvPicPr>
          <p:cNvPr id="44" name="Grafik 43">
            <a:extLst>
              <a:ext uri="{FF2B5EF4-FFF2-40B4-BE49-F238E27FC236}">
                <a16:creationId xmlns:a16="http://schemas.microsoft.com/office/drawing/2014/main" id="{FDBDB556-40BB-3CE3-3883-E79455FE260D}"/>
              </a:ext>
            </a:extLst>
          </p:cNvPr>
          <p:cNvPicPr>
            <a:picLocks noChangeAspect="1"/>
          </p:cNvPicPr>
          <p:nvPr/>
        </p:nvPicPr>
        <p:blipFill>
          <a:blip r:embed="rId38"/>
          <a:stretch>
            <a:fillRect/>
          </a:stretch>
        </p:blipFill>
        <p:spPr>
          <a:xfrm>
            <a:off x="9301113" y="4702301"/>
            <a:ext cx="701306" cy="591883"/>
          </a:xfrm>
          <a:prstGeom prst="rect">
            <a:avLst/>
          </a:prstGeom>
          <a:solidFill>
            <a:schemeClr val="bg1"/>
          </a:solidFill>
        </p:spPr>
      </p:pic>
      <p:sp>
        <p:nvSpPr>
          <p:cNvPr id="45" name="Rechteck 44">
            <a:extLst>
              <a:ext uri="{FF2B5EF4-FFF2-40B4-BE49-F238E27FC236}">
                <a16:creationId xmlns:a16="http://schemas.microsoft.com/office/drawing/2014/main" id="{43382D88-0E6C-C35C-EE19-55EF31EC0271}"/>
              </a:ext>
            </a:extLst>
          </p:cNvPr>
          <p:cNvSpPr/>
          <p:nvPr/>
        </p:nvSpPr>
        <p:spPr>
          <a:xfrm>
            <a:off x="8128539" y="2644849"/>
            <a:ext cx="307946" cy="28501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7" name="Rechteck 46">
            <a:extLst>
              <a:ext uri="{FF2B5EF4-FFF2-40B4-BE49-F238E27FC236}">
                <a16:creationId xmlns:a16="http://schemas.microsoft.com/office/drawing/2014/main" id="{6EF170DC-56C8-001B-BFD8-5F4AA843DECA}"/>
              </a:ext>
            </a:extLst>
          </p:cNvPr>
          <p:cNvSpPr/>
          <p:nvPr/>
        </p:nvSpPr>
        <p:spPr>
          <a:xfrm>
            <a:off x="8348343" y="5294184"/>
            <a:ext cx="1099685" cy="2008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8" name="Rechteck 47">
            <a:extLst>
              <a:ext uri="{FF2B5EF4-FFF2-40B4-BE49-F238E27FC236}">
                <a16:creationId xmlns:a16="http://schemas.microsoft.com/office/drawing/2014/main" id="{E8886699-B518-5CC4-CF54-2ADB43E14A80}"/>
              </a:ext>
            </a:extLst>
          </p:cNvPr>
          <p:cNvSpPr/>
          <p:nvPr/>
        </p:nvSpPr>
        <p:spPr>
          <a:xfrm>
            <a:off x="9488414" y="2686619"/>
            <a:ext cx="198485" cy="27414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9" name="Rechteck 48">
            <a:extLst>
              <a:ext uri="{FF2B5EF4-FFF2-40B4-BE49-F238E27FC236}">
                <a16:creationId xmlns:a16="http://schemas.microsoft.com/office/drawing/2014/main" id="{F0B930A9-3AFA-C41C-1F98-0E0FC1C0DBBE}"/>
              </a:ext>
            </a:extLst>
          </p:cNvPr>
          <p:cNvSpPr/>
          <p:nvPr/>
        </p:nvSpPr>
        <p:spPr>
          <a:xfrm>
            <a:off x="742997" y="1263810"/>
            <a:ext cx="3003331" cy="480823"/>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2 MRP Rings</a:t>
            </a:r>
          </a:p>
        </p:txBody>
      </p:sp>
      <p:sp>
        <p:nvSpPr>
          <p:cNvPr id="50" name="Rechteck 49">
            <a:extLst>
              <a:ext uri="{FF2B5EF4-FFF2-40B4-BE49-F238E27FC236}">
                <a16:creationId xmlns:a16="http://schemas.microsoft.com/office/drawing/2014/main" id="{C7EA2A32-0107-8BD4-3ACD-61505547036D}"/>
              </a:ext>
            </a:extLst>
          </p:cNvPr>
          <p:cNvSpPr/>
          <p:nvPr/>
        </p:nvSpPr>
        <p:spPr>
          <a:xfrm>
            <a:off x="4415837" y="1263810"/>
            <a:ext cx="3003331" cy="458153"/>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Line topology - with feeding from the same direction</a:t>
            </a:r>
          </a:p>
        </p:txBody>
      </p:sp>
      <p:sp>
        <p:nvSpPr>
          <p:cNvPr id="51" name="Rechteck 50">
            <a:extLst>
              <a:ext uri="{FF2B5EF4-FFF2-40B4-BE49-F238E27FC236}">
                <a16:creationId xmlns:a16="http://schemas.microsoft.com/office/drawing/2014/main" id="{079A96EE-465A-B019-1101-6E0B50B9C979}"/>
              </a:ext>
            </a:extLst>
          </p:cNvPr>
          <p:cNvSpPr/>
          <p:nvPr/>
        </p:nvSpPr>
        <p:spPr>
          <a:xfrm>
            <a:off x="8084261" y="1263810"/>
            <a:ext cx="3003331" cy="436232"/>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Line topology – with feeding from different directions</a:t>
            </a:r>
          </a:p>
        </p:txBody>
      </p:sp>
      <p:pic>
        <p:nvPicPr>
          <p:cNvPr id="52" name="Picture 12" descr="C:\Users\adzuth0\AppData\Local\Temp\SNAGHTML1699469.PNG">
            <a:extLst>
              <a:ext uri="{FF2B5EF4-FFF2-40B4-BE49-F238E27FC236}">
                <a16:creationId xmlns:a16="http://schemas.microsoft.com/office/drawing/2014/main" id="{8C000FAC-9E9F-BD3E-5D3D-5ED282504A1E}"/>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010787" y="4415685"/>
            <a:ext cx="165399" cy="192641"/>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12" descr="C:\Users\adzuth0\AppData\Local\Temp\SNAGHTML1699469.PNG">
            <a:extLst>
              <a:ext uri="{FF2B5EF4-FFF2-40B4-BE49-F238E27FC236}">
                <a16:creationId xmlns:a16="http://schemas.microsoft.com/office/drawing/2014/main" id="{259C2C92-8FA5-070D-DBEF-B548AED82742}"/>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5665968" y="4428632"/>
            <a:ext cx="165399" cy="192641"/>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12" descr="C:\Users\adzuth0\AppData\Local\Temp\SNAGHTML1699469.PNG">
            <a:extLst>
              <a:ext uri="{FF2B5EF4-FFF2-40B4-BE49-F238E27FC236}">
                <a16:creationId xmlns:a16="http://schemas.microsoft.com/office/drawing/2014/main" id="{9D3B0D30-1FD9-CD83-D5B9-E402A5A202F7}"/>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9285620" y="4441852"/>
            <a:ext cx="165399" cy="192641"/>
          </a:xfrm>
          <a:prstGeom prst="rect">
            <a:avLst/>
          </a:prstGeom>
          <a:noFill/>
          <a:extLst>
            <a:ext uri="{909E8E84-426E-40DD-AFC4-6F175D3DCCD1}">
              <a14:hiddenFill xmlns:a14="http://schemas.microsoft.com/office/drawing/2010/main">
                <a:solidFill>
                  <a:srgbClr val="FFFFFF"/>
                </a:solidFill>
              </a14:hiddenFill>
            </a:ext>
          </a:extLst>
        </p:spPr>
      </p:pic>
      <p:pic>
        <p:nvPicPr>
          <p:cNvPr id="59" name="Grafik 58" descr="Häkchen mit einfarbiger Füllung">
            <a:extLst>
              <a:ext uri="{FF2B5EF4-FFF2-40B4-BE49-F238E27FC236}">
                <a16:creationId xmlns:a16="http://schemas.microsoft.com/office/drawing/2014/main" id="{12013D3F-BC50-4632-6166-C122DC0CCE65}"/>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6448704" y="3926943"/>
            <a:ext cx="179773" cy="179773"/>
          </a:xfrm>
          <a:prstGeom prst="rect">
            <a:avLst/>
          </a:prstGeom>
        </p:spPr>
      </p:pic>
      <p:pic>
        <p:nvPicPr>
          <p:cNvPr id="60" name="Grafik 59" descr="Häkchen mit einfarbiger Füllung">
            <a:extLst>
              <a:ext uri="{FF2B5EF4-FFF2-40B4-BE49-F238E27FC236}">
                <a16:creationId xmlns:a16="http://schemas.microsoft.com/office/drawing/2014/main" id="{54AA1C8F-97E1-4E25-E5CE-1F8D62FE195B}"/>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6479076" y="3076577"/>
            <a:ext cx="179773" cy="179773"/>
          </a:xfrm>
          <a:prstGeom prst="rect">
            <a:avLst/>
          </a:prstGeom>
        </p:spPr>
      </p:pic>
      <p:pic>
        <p:nvPicPr>
          <p:cNvPr id="61" name="Grafik 60" descr="Häkchen mit einfarbiger Füllung">
            <a:extLst>
              <a:ext uri="{FF2B5EF4-FFF2-40B4-BE49-F238E27FC236}">
                <a16:creationId xmlns:a16="http://schemas.microsoft.com/office/drawing/2014/main" id="{F8A67563-0B61-5F17-CCF5-DFDC85BA28C5}"/>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2796095" y="3941717"/>
            <a:ext cx="179773" cy="179773"/>
          </a:xfrm>
          <a:prstGeom prst="rect">
            <a:avLst/>
          </a:prstGeom>
        </p:spPr>
      </p:pic>
      <p:pic>
        <p:nvPicPr>
          <p:cNvPr id="62" name="Grafik 61" descr="Häkchen mit einfarbiger Füllung">
            <a:extLst>
              <a:ext uri="{FF2B5EF4-FFF2-40B4-BE49-F238E27FC236}">
                <a16:creationId xmlns:a16="http://schemas.microsoft.com/office/drawing/2014/main" id="{902950DA-23C5-91F9-7D2F-3800AAD11DDA}"/>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2826467" y="3091351"/>
            <a:ext cx="179773" cy="179773"/>
          </a:xfrm>
          <a:prstGeom prst="rect">
            <a:avLst/>
          </a:prstGeom>
        </p:spPr>
      </p:pic>
      <p:pic>
        <p:nvPicPr>
          <p:cNvPr id="63" name="Grafik 62" descr="Häkchen mit einfarbiger Füllung">
            <a:extLst>
              <a:ext uri="{FF2B5EF4-FFF2-40B4-BE49-F238E27FC236}">
                <a16:creationId xmlns:a16="http://schemas.microsoft.com/office/drawing/2014/main" id="{CDEC4268-F0B4-FB86-2AE9-E42E2CFF9069}"/>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2791318" y="4819956"/>
            <a:ext cx="179773" cy="179773"/>
          </a:xfrm>
          <a:prstGeom prst="rect">
            <a:avLst/>
          </a:prstGeom>
        </p:spPr>
      </p:pic>
      <p:pic>
        <p:nvPicPr>
          <p:cNvPr id="288" name="Grafik 287" descr="Häkchen mit einfarbiger Füllung">
            <a:extLst>
              <a:ext uri="{FF2B5EF4-FFF2-40B4-BE49-F238E27FC236}">
                <a16:creationId xmlns:a16="http://schemas.microsoft.com/office/drawing/2014/main" id="{914EFE44-9C62-761D-F1F8-3C5199D4C8EF}"/>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0089182" y="3949108"/>
            <a:ext cx="179773" cy="179773"/>
          </a:xfrm>
          <a:prstGeom prst="rect">
            <a:avLst/>
          </a:prstGeom>
        </p:spPr>
      </p:pic>
      <p:pic>
        <p:nvPicPr>
          <p:cNvPr id="289" name="Grafik 288" descr="Häkchen mit einfarbiger Füllung">
            <a:extLst>
              <a:ext uri="{FF2B5EF4-FFF2-40B4-BE49-F238E27FC236}">
                <a16:creationId xmlns:a16="http://schemas.microsoft.com/office/drawing/2014/main" id="{5AEA1C73-7ECB-DEBC-874D-BB6CF9BCBE03}"/>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0119554" y="3098742"/>
            <a:ext cx="179773" cy="179773"/>
          </a:xfrm>
          <a:prstGeom prst="rect">
            <a:avLst/>
          </a:prstGeom>
        </p:spPr>
      </p:pic>
      <p:pic>
        <p:nvPicPr>
          <p:cNvPr id="290" name="Grafik 289" descr="Häkchen mit einfarbiger Füllung">
            <a:extLst>
              <a:ext uri="{FF2B5EF4-FFF2-40B4-BE49-F238E27FC236}">
                <a16:creationId xmlns:a16="http://schemas.microsoft.com/office/drawing/2014/main" id="{34C8C04A-A2E4-8446-E296-AA25505D3B62}"/>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0084405" y="4827347"/>
            <a:ext cx="179773" cy="179773"/>
          </a:xfrm>
          <a:prstGeom prst="rect">
            <a:avLst/>
          </a:prstGeom>
        </p:spPr>
      </p:pic>
      <p:sp>
        <p:nvSpPr>
          <p:cNvPr id="291" name="Bogen 290">
            <a:extLst>
              <a:ext uri="{FF2B5EF4-FFF2-40B4-BE49-F238E27FC236}">
                <a16:creationId xmlns:a16="http://schemas.microsoft.com/office/drawing/2014/main" id="{AFC303E9-2BF2-BF13-8FBB-5AF6C1BCEBF7}"/>
              </a:ext>
            </a:extLst>
          </p:cNvPr>
          <p:cNvSpPr/>
          <p:nvPr/>
        </p:nvSpPr>
        <p:spPr>
          <a:xfrm>
            <a:off x="1365465" y="2879173"/>
            <a:ext cx="530658" cy="523298"/>
          </a:xfrm>
          <a:prstGeom prst="arc">
            <a:avLst>
              <a:gd name="adj1" fmla="val 16148084"/>
              <a:gd name="adj2" fmla="val 154784"/>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92" name="Gerade Verbindung mit Pfeil 291">
            <a:extLst>
              <a:ext uri="{FF2B5EF4-FFF2-40B4-BE49-F238E27FC236}">
                <a16:creationId xmlns:a16="http://schemas.microsoft.com/office/drawing/2014/main" id="{DEC4EE6F-AFDD-40B3-DBD6-4399CC48F6CA}"/>
              </a:ext>
            </a:extLst>
          </p:cNvPr>
          <p:cNvCxnSpPr>
            <a:cxnSpLocks/>
          </p:cNvCxnSpPr>
          <p:nvPr/>
        </p:nvCxnSpPr>
        <p:spPr>
          <a:xfrm flipV="1">
            <a:off x="1886530" y="3298470"/>
            <a:ext cx="9593" cy="643247"/>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95" name="Bogen 294">
            <a:extLst>
              <a:ext uri="{FF2B5EF4-FFF2-40B4-BE49-F238E27FC236}">
                <a16:creationId xmlns:a16="http://schemas.microsoft.com/office/drawing/2014/main" id="{B377C412-8F08-BAC4-514E-39453379703C}"/>
              </a:ext>
            </a:extLst>
          </p:cNvPr>
          <p:cNvSpPr/>
          <p:nvPr/>
        </p:nvSpPr>
        <p:spPr>
          <a:xfrm flipH="1">
            <a:off x="1189840" y="2879173"/>
            <a:ext cx="657444" cy="523298"/>
          </a:xfrm>
          <a:prstGeom prst="arc">
            <a:avLst>
              <a:gd name="adj1" fmla="val 16148084"/>
              <a:gd name="adj2" fmla="val 154784"/>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96" name="Gerade Verbindung mit Pfeil 295">
            <a:extLst>
              <a:ext uri="{FF2B5EF4-FFF2-40B4-BE49-F238E27FC236}">
                <a16:creationId xmlns:a16="http://schemas.microsoft.com/office/drawing/2014/main" id="{275CF65D-BF05-62B8-5A5E-626921221A56}"/>
              </a:ext>
            </a:extLst>
          </p:cNvPr>
          <p:cNvCxnSpPr>
            <a:cxnSpLocks/>
          </p:cNvCxnSpPr>
          <p:nvPr/>
        </p:nvCxnSpPr>
        <p:spPr>
          <a:xfrm flipV="1">
            <a:off x="1176004" y="3256350"/>
            <a:ext cx="24984" cy="1623625"/>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98" name="Bogen 297">
            <a:extLst>
              <a:ext uri="{FF2B5EF4-FFF2-40B4-BE49-F238E27FC236}">
                <a16:creationId xmlns:a16="http://schemas.microsoft.com/office/drawing/2014/main" id="{1A18A17D-4EC2-A35C-33E3-337A72C50C1A}"/>
              </a:ext>
            </a:extLst>
          </p:cNvPr>
          <p:cNvSpPr/>
          <p:nvPr/>
        </p:nvSpPr>
        <p:spPr>
          <a:xfrm flipV="1">
            <a:off x="1176902" y="4591570"/>
            <a:ext cx="706254" cy="678757"/>
          </a:xfrm>
          <a:prstGeom prst="arc">
            <a:avLst>
              <a:gd name="adj1" fmla="val 10730508"/>
              <a:gd name="adj2" fmla="val 154784"/>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02" name="Bogen 301">
            <a:extLst>
              <a:ext uri="{FF2B5EF4-FFF2-40B4-BE49-F238E27FC236}">
                <a16:creationId xmlns:a16="http://schemas.microsoft.com/office/drawing/2014/main" id="{4A5FA7ED-3FAF-8B1C-7F5E-49A318787420}"/>
              </a:ext>
            </a:extLst>
          </p:cNvPr>
          <p:cNvSpPr/>
          <p:nvPr/>
        </p:nvSpPr>
        <p:spPr>
          <a:xfrm>
            <a:off x="5047688" y="2917797"/>
            <a:ext cx="530658" cy="523298"/>
          </a:xfrm>
          <a:prstGeom prst="arc">
            <a:avLst>
              <a:gd name="adj1" fmla="val 16148084"/>
              <a:gd name="adj2" fmla="val 154784"/>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303" name="Gerade Verbindung mit Pfeil 302">
            <a:extLst>
              <a:ext uri="{FF2B5EF4-FFF2-40B4-BE49-F238E27FC236}">
                <a16:creationId xmlns:a16="http://schemas.microsoft.com/office/drawing/2014/main" id="{4EAC7FC3-CD49-AD51-6129-C4E6C542534A}"/>
              </a:ext>
            </a:extLst>
          </p:cNvPr>
          <p:cNvCxnSpPr>
            <a:cxnSpLocks/>
          </p:cNvCxnSpPr>
          <p:nvPr/>
        </p:nvCxnSpPr>
        <p:spPr>
          <a:xfrm flipV="1">
            <a:off x="5568753" y="3337094"/>
            <a:ext cx="9593" cy="643247"/>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06" name="Bogen 305">
            <a:extLst>
              <a:ext uri="{FF2B5EF4-FFF2-40B4-BE49-F238E27FC236}">
                <a16:creationId xmlns:a16="http://schemas.microsoft.com/office/drawing/2014/main" id="{41FCAB32-B74A-F941-6368-817BC585EB62}"/>
              </a:ext>
            </a:extLst>
          </p:cNvPr>
          <p:cNvSpPr/>
          <p:nvPr/>
        </p:nvSpPr>
        <p:spPr>
          <a:xfrm>
            <a:off x="8655598" y="2966404"/>
            <a:ext cx="530658" cy="523298"/>
          </a:xfrm>
          <a:prstGeom prst="arc">
            <a:avLst>
              <a:gd name="adj1" fmla="val 16148084"/>
              <a:gd name="adj2" fmla="val 154784"/>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307" name="Gerade Verbindung mit Pfeil 306">
            <a:extLst>
              <a:ext uri="{FF2B5EF4-FFF2-40B4-BE49-F238E27FC236}">
                <a16:creationId xmlns:a16="http://schemas.microsoft.com/office/drawing/2014/main" id="{2BFDF836-A489-1E87-29A5-000C9632FCE7}"/>
              </a:ext>
            </a:extLst>
          </p:cNvPr>
          <p:cNvCxnSpPr>
            <a:cxnSpLocks/>
          </p:cNvCxnSpPr>
          <p:nvPr/>
        </p:nvCxnSpPr>
        <p:spPr>
          <a:xfrm flipV="1">
            <a:off x="9176663" y="3385701"/>
            <a:ext cx="9593" cy="643247"/>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Gerade Verbindung mit Pfeil 307">
            <a:extLst>
              <a:ext uri="{FF2B5EF4-FFF2-40B4-BE49-F238E27FC236}">
                <a16:creationId xmlns:a16="http://schemas.microsoft.com/office/drawing/2014/main" id="{B8A257DC-781B-A37D-AD0E-E4E9DD161649}"/>
              </a:ext>
            </a:extLst>
          </p:cNvPr>
          <p:cNvCxnSpPr>
            <a:cxnSpLocks/>
          </p:cNvCxnSpPr>
          <p:nvPr/>
        </p:nvCxnSpPr>
        <p:spPr>
          <a:xfrm flipH="1">
            <a:off x="9194874" y="2644849"/>
            <a:ext cx="587079" cy="0"/>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1" name="Bogen 310">
            <a:extLst>
              <a:ext uri="{FF2B5EF4-FFF2-40B4-BE49-F238E27FC236}">
                <a16:creationId xmlns:a16="http://schemas.microsoft.com/office/drawing/2014/main" id="{6DAB44D3-E275-AB3B-9549-A2EF21C7B328}"/>
              </a:ext>
            </a:extLst>
          </p:cNvPr>
          <p:cNvSpPr/>
          <p:nvPr/>
        </p:nvSpPr>
        <p:spPr>
          <a:xfrm>
            <a:off x="9819661" y="2874328"/>
            <a:ext cx="709259" cy="523298"/>
          </a:xfrm>
          <a:prstGeom prst="arc">
            <a:avLst>
              <a:gd name="adj1" fmla="val 16148084"/>
              <a:gd name="adj2" fmla="val 154784"/>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312" name="Gerade Verbindung mit Pfeil 311">
            <a:extLst>
              <a:ext uri="{FF2B5EF4-FFF2-40B4-BE49-F238E27FC236}">
                <a16:creationId xmlns:a16="http://schemas.microsoft.com/office/drawing/2014/main" id="{53B686A1-164B-05CE-4D2C-E3A6442641F1}"/>
              </a:ext>
            </a:extLst>
          </p:cNvPr>
          <p:cNvCxnSpPr>
            <a:cxnSpLocks/>
          </p:cNvCxnSpPr>
          <p:nvPr/>
        </p:nvCxnSpPr>
        <p:spPr>
          <a:xfrm flipV="1">
            <a:off x="10495254" y="3196331"/>
            <a:ext cx="24984" cy="1623625"/>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3" name="Bogen 312">
            <a:extLst>
              <a:ext uri="{FF2B5EF4-FFF2-40B4-BE49-F238E27FC236}">
                <a16:creationId xmlns:a16="http://schemas.microsoft.com/office/drawing/2014/main" id="{7A117A19-9EE7-1399-2319-3A64D4F79801}"/>
              </a:ext>
            </a:extLst>
          </p:cNvPr>
          <p:cNvSpPr/>
          <p:nvPr/>
        </p:nvSpPr>
        <p:spPr>
          <a:xfrm flipV="1">
            <a:off x="9633904" y="4581864"/>
            <a:ext cx="859156" cy="698833"/>
          </a:xfrm>
          <a:prstGeom prst="arc">
            <a:avLst>
              <a:gd name="adj1" fmla="val 10704586"/>
              <a:gd name="adj2" fmla="val 154784"/>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14" name="Textfeld 313">
            <a:extLst>
              <a:ext uri="{FF2B5EF4-FFF2-40B4-BE49-F238E27FC236}">
                <a16:creationId xmlns:a16="http://schemas.microsoft.com/office/drawing/2014/main" id="{DC2E4C49-8F28-5D93-E582-FC5D1B80F925}"/>
              </a:ext>
            </a:extLst>
          </p:cNvPr>
          <p:cNvSpPr txBox="1"/>
          <p:nvPr/>
        </p:nvSpPr>
        <p:spPr>
          <a:xfrm>
            <a:off x="751438" y="5494676"/>
            <a:ext cx="2976678" cy="6755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defPPr>
              <a:defRPr lang="en-US"/>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dirty="0"/>
              <a:t>After MRP reconfiguration, all IO devices continue to work</a:t>
            </a:r>
          </a:p>
        </p:txBody>
      </p:sp>
      <p:sp>
        <p:nvSpPr>
          <p:cNvPr id="323" name="Textfeld 322">
            <a:extLst>
              <a:ext uri="{FF2B5EF4-FFF2-40B4-BE49-F238E27FC236}">
                <a16:creationId xmlns:a16="http://schemas.microsoft.com/office/drawing/2014/main" id="{DA3D4FCA-3E59-C122-DA95-D473C5AF245D}"/>
              </a:ext>
            </a:extLst>
          </p:cNvPr>
          <p:cNvSpPr txBox="1"/>
          <p:nvPr/>
        </p:nvSpPr>
        <p:spPr>
          <a:xfrm>
            <a:off x="4415837" y="5494676"/>
            <a:ext cx="2986801" cy="6755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defPPr>
              <a:defRPr lang="en-US"/>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dirty="0"/>
              <a:t>IO data is forwarded to the IO devices via the backup CPU  </a:t>
            </a:r>
          </a:p>
        </p:txBody>
      </p:sp>
      <p:sp>
        <p:nvSpPr>
          <p:cNvPr id="324" name="Textfeld 323">
            <a:extLst>
              <a:ext uri="{FF2B5EF4-FFF2-40B4-BE49-F238E27FC236}">
                <a16:creationId xmlns:a16="http://schemas.microsoft.com/office/drawing/2014/main" id="{068038BE-D46A-C0C3-225E-01184651C2CD}"/>
              </a:ext>
            </a:extLst>
          </p:cNvPr>
          <p:cNvSpPr txBox="1"/>
          <p:nvPr/>
        </p:nvSpPr>
        <p:spPr>
          <a:xfrm>
            <a:off x="8100482" y="5494676"/>
            <a:ext cx="2976678" cy="6755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defPPr>
              <a:defRPr lang="en-US"/>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dirty="0"/>
              <a:t>IO data is forwarded via the backup CPU.</a:t>
            </a:r>
          </a:p>
          <a:p>
            <a:pPr algn="ctr"/>
            <a:r>
              <a:rPr lang="en-US" sz="1200" dirty="0"/>
              <a:t>All IO devices continue to work</a:t>
            </a:r>
          </a:p>
        </p:txBody>
      </p:sp>
      <p:pic>
        <p:nvPicPr>
          <p:cNvPr id="12" name="Grafik 11" descr="Häkchen mit einfarbiger Füllung">
            <a:extLst>
              <a:ext uri="{FF2B5EF4-FFF2-40B4-BE49-F238E27FC236}">
                <a16:creationId xmlns:a16="http://schemas.microsoft.com/office/drawing/2014/main" id="{AE68ABA7-3D59-FE01-69B0-85A4C08A2230}"/>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6461786" y="4811913"/>
            <a:ext cx="179773" cy="179773"/>
          </a:xfrm>
          <a:prstGeom prst="rect">
            <a:avLst/>
          </a:prstGeom>
        </p:spPr>
      </p:pic>
      <p:cxnSp>
        <p:nvCxnSpPr>
          <p:cNvPr id="13" name="Gerade Verbindung mit Pfeil 12">
            <a:extLst>
              <a:ext uri="{FF2B5EF4-FFF2-40B4-BE49-F238E27FC236}">
                <a16:creationId xmlns:a16="http://schemas.microsoft.com/office/drawing/2014/main" id="{81AD76CA-1BFC-3C41-DB20-A13C69BE3EA1}"/>
              </a:ext>
            </a:extLst>
          </p:cNvPr>
          <p:cNvCxnSpPr>
            <a:cxnSpLocks/>
          </p:cNvCxnSpPr>
          <p:nvPr/>
        </p:nvCxnSpPr>
        <p:spPr>
          <a:xfrm flipH="1">
            <a:off x="5549532" y="2620378"/>
            <a:ext cx="587079" cy="0"/>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Bogen 13">
            <a:extLst>
              <a:ext uri="{FF2B5EF4-FFF2-40B4-BE49-F238E27FC236}">
                <a16:creationId xmlns:a16="http://schemas.microsoft.com/office/drawing/2014/main" id="{06E5DAB6-A8D0-8064-3543-183D6202B73B}"/>
              </a:ext>
            </a:extLst>
          </p:cNvPr>
          <p:cNvSpPr/>
          <p:nvPr/>
        </p:nvSpPr>
        <p:spPr>
          <a:xfrm flipH="1">
            <a:off x="6061254" y="2869812"/>
            <a:ext cx="512886" cy="523298"/>
          </a:xfrm>
          <a:prstGeom prst="arc">
            <a:avLst>
              <a:gd name="adj1" fmla="val 16148084"/>
              <a:gd name="adj2" fmla="val 154784"/>
            </a:avLst>
          </a:prstGeom>
          <a:ln w="38100">
            <a:solidFill>
              <a:srgbClr val="00B0F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17" name="Gerade Verbindung mit Pfeil 16">
            <a:extLst>
              <a:ext uri="{FF2B5EF4-FFF2-40B4-BE49-F238E27FC236}">
                <a16:creationId xmlns:a16="http://schemas.microsoft.com/office/drawing/2014/main" id="{9BEC6829-016D-B59A-190D-6E259404F883}"/>
              </a:ext>
            </a:extLst>
          </p:cNvPr>
          <p:cNvCxnSpPr>
            <a:cxnSpLocks/>
          </p:cNvCxnSpPr>
          <p:nvPr/>
        </p:nvCxnSpPr>
        <p:spPr>
          <a:xfrm flipV="1">
            <a:off x="6049728" y="3135949"/>
            <a:ext cx="10855" cy="1543334"/>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2" name="Gruppieren 21">
            <a:extLst>
              <a:ext uri="{FF2B5EF4-FFF2-40B4-BE49-F238E27FC236}">
                <a16:creationId xmlns:a16="http://schemas.microsoft.com/office/drawing/2014/main" id="{2731E692-7CA0-F8C3-4FB7-31F332664CBD}"/>
              </a:ext>
            </a:extLst>
          </p:cNvPr>
          <p:cNvGrpSpPr/>
          <p:nvPr/>
        </p:nvGrpSpPr>
        <p:grpSpPr>
          <a:xfrm>
            <a:off x="7583135" y="657990"/>
            <a:ext cx="501126" cy="443788"/>
            <a:chOff x="3803362" y="1877343"/>
            <a:chExt cx="501126" cy="443788"/>
          </a:xfrm>
        </p:grpSpPr>
        <p:sp>
          <p:nvSpPr>
            <p:cNvPr id="26" name="Explosion: 8 Zacken 25">
              <a:extLst>
                <a:ext uri="{FF2B5EF4-FFF2-40B4-BE49-F238E27FC236}">
                  <a16:creationId xmlns:a16="http://schemas.microsoft.com/office/drawing/2014/main" id="{DF603AF0-DCB4-FF5B-23EE-ED023428D853}"/>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27" name="Textfeld 26">
              <a:extLst>
                <a:ext uri="{FF2B5EF4-FFF2-40B4-BE49-F238E27FC236}">
                  <a16:creationId xmlns:a16="http://schemas.microsoft.com/office/drawing/2014/main" id="{0EBADFC1-19FA-876A-E95C-704120F9A5DA}"/>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Tree>
    <p:extLst>
      <p:ext uri="{BB962C8B-B14F-4D97-AF65-F5344CB8AC3E}">
        <p14:creationId xmlns:p14="http://schemas.microsoft.com/office/powerpoint/2010/main" val="1519133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423D4CD3-EC38-7DD1-B923-F0E82CE1D830}"/>
              </a:ext>
            </a:extLst>
          </p:cNvPr>
          <p:cNvSpPr/>
          <p:nvPr/>
        </p:nvSpPr>
        <p:spPr>
          <a:xfrm>
            <a:off x="8100482" y="1793997"/>
            <a:ext cx="2976678" cy="37023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3" name="Rechteck 12">
            <a:extLst>
              <a:ext uri="{FF2B5EF4-FFF2-40B4-BE49-F238E27FC236}">
                <a16:creationId xmlns:a16="http://schemas.microsoft.com/office/drawing/2014/main" id="{9632A243-0DB3-FB2D-9E04-FB4331567D33}"/>
              </a:ext>
            </a:extLst>
          </p:cNvPr>
          <p:cNvSpPr/>
          <p:nvPr/>
        </p:nvSpPr>
        <p:spPr>
          <a:xfrm>
            <a:off x="4425960" y="1792666"/>
            <a:ext cx="2976678" cy="37023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4" name="Rechteck 13">
            <a:extLst>
              <a:ext uri="{FF2B5EF4-FFF2-40B4-BE49-F238E27FC236}">
                <a16:creationId xmlns:a16="http://schemas.microsoft.com/office/drawing/2014/main" id="{37F493E7-A4B3-A6BB-6AD7-94CDC9DC411E}"/>
              </a:ext>
            </a:extLst>
          </p:cNvPr>
          <p:cNvSpPr/>
          <p:nvPr/>
        </p:nvSpPr>
        <p:spPr>
          <a:xfrm>
            <a:off x="751438" y="1814796"/>
            <a:ext cx="2976678" cy="37023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50" name="Gruppieren 249">
            <a:extLst>
              <a:ext uri="{FF2B5EF4-FFF2-40B4-BE49-F238E27FC236}">
                <a16:creationId xmlns:a16="http://schemas.microsoft.com/office/drawing/2014/main" id="{1C474ED1-56C4-4AB4-9E26-AB9EDBBEDDC5}"/>
              </a:ext>
            </a:extLst>
          </p:cNvPr>
          <p:cNvGrpSpPr/>
          <p:nvPr/>
        </p:nvGrpSpPr>
        <p:grpSpPr>
          <a:xfrm>
            <a:off x="1886530" y="2557028"/>
            <a:ext cx="546468" cy="23082"/>
            <a:chOff x="2792045" y="3234324"/>
            <a:chExt cx="546468" cy="23082"/>
          </a:xfrm>
          <a:solidFill>
            <a:schemeClr val="tx1"/>
          </a:solidFill>
        </p:grpSpPr>
        <p:cxnSp>
          <p:nvCxnSpPr>
            <p:cNvPr id="251" name="Gerader Verbinder 250">
              <a:extLst>
                <a:ext uri="{FF2B5EF4-FFF2-40B4-BE49-F238E27FC236}">
                  <a16:creationId xmlns:a16="http://schemas.microsoft.com/office/drawing/2014/main" id="{6671AE69-DAA2-A7D8-5944-1AB217F03C38}"/>
                </a:ext>
              </a:extLst>
            </p:cNvPr>
            <p:cNvCxnSpPr>
              <a:cxnSpLocks/>
            </p:cNvCxnSpPr>
            <p:nvPr/>
          </p:nvCxnSpPr>
          <p:spPr bwMode="auto">
            <a:xfrm>
              <a:off x="2792191" y="3234324"/>
              <a:ext cx="546322" cy="0"/>
            </a:xfrm>
            <a:prstGeom prst="line">
              <a:avLst/>
            </a:prstGeom>
            <a:grpFill/>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52" name="Gerader Verbinder 251">
              <a:extLst>
                <a:ext uri="{FF2B5EF4-FFF2-40B4-BE49-F238E27FC236}">
                  <a16:creationId xmlns:a16="http://schemas.microsoft.com/office/drawing/2014/main" id="{2D4689BA-7286-B128-15EA-D52AE1F0129D}"/>
                </a:ext>
              </a:extLst>
            </p:cNvPr>
            <p:cNvCxnSpPr>
              <a:cxnSpLocks/>
            </p:cNvCxnSpPr>
            <p:nvPr/>
          </p:nvCxnSpPr>
          <p:spPr bwMode="auto">
            <a:xfrm>
              <a:off x="2792045" y="3257406"/>
              <a:ext cx="546468" cy="0"/>
            </a:xfrm>
            <a:prstGeom prst="line">
              <a:avLst/>
            </a:prstGeom>
            <a:grpFill/>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graphicFrame>
        <p:nvGraphicFramePr>
          <p:cNvPr id="5" name="Objekt 4" hidden="1">
            <a:extLst>
              <a:ext uri="{FF2B5EF4-FFF2-40B4-BE49-F238E27FC236}">
                <a16:creationId xmlns:a16="http://schemas.microsoft.com/office/drawing/2014/main" id="{4053D54F-B732-4A44-8080-4B99322A1CF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4" imgW="532" imgH="533" progId="TCLayout.ActiveDocument.1">
                  <p:embed/>
                </p:oleObj>
              </mc:Choice>
              <mc:Fallback>
                <p:oleObj name="think-cell Folie" r:id="rId34" imgW="532" imgH="533" progId="TCLayout.ActiveDocument.1">
                  <p:embed/>
                  <p:pic>
                    <p:nvPicPr>
                      <p:cNvPr id="5" name="Objekt 4" hidden="1">
                        <a:extLst>
                          <a:ext uri="{FF2B5EF4-FFF2-40B4-BE49-F238E27FC236}">
                            <a16:creationId xmlns:a16="http://schemas.microsoft.com/office/drawing/2014/main" id="{4053D54F-B732-4A44-8080-4B99322A1CF2}"/>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4" name="Titel 3"/>
          <p:cNvSpPr>
            <a:spLocks noGrp="1"/>
          </p:cNvSpPr>
          <p:nvPr>
            <p:ph type="title"/>
          </p:nvPr>
        </p:nvSpPr>
        <p:spPr/>
        <p:txBody>
          <a:bodyPr vert="horz"/>
          <a:lstStyle/>
          <a:p>
            <a:r>
              <a:rPr lang="en-US" dirty="0"/>
              <a:t>Specific failure scenarios for S7-1500 H</a:t>
            </a:r>
            <a:br>
              <a:rPr lang="en-US" dirty="0"/>
            </a:br>
            <a:r>
              <a:rPr lang="en-US" b="0" dirty="0"/>
              <a:t>Setup with system redundancy R1 – failure of </a:t>
            </a:r>
            <a:r>
              <a:rPr lang="en-US" b="0" u="sng" dirty="0"/>
              <a:t>two</a:t>
            </a:r>
            <a:r>
              <a:rPr lang="en-US" b="0" dirty="0"/>
              <a:t> Pilotages</a:t>
            </a:r>
          </a:p>
        </p:txBody>
      </p:sp>
      <p:sp>
        <p:nvSpPr>
          <p:cNvPr id="2" name="Fußzeilenplatzhalter 1">
            <a:extLst>
              <a:ext uri="{FF2B5EF4-FFF2-40B4-BE49-F238E27FC236}">
                <a16:creationId xmlns:a16="http://schemas.microsoft.com/office/drawing/2014/main" id="{6E3881A0-AE27-440B-85FF-039A5B808AC5}"/>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388" name="Text Box 21"/>
          <p:cNvSpPr txBox="1">
            <a:spLocks noChangeArrowheads="1"/>
          </p:cNvSpPr>
          <p:nvPr>
            <p:custDataLst>
              <p:tags r:id="rId2"/>
            </p:custDataLst>
          </p:nvPr>
        </p:nvSpPr>
        <p:spPr bwMode="auto">
          <a:xfrm>
            <a:off x="2542435" y="1828988"/>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sp>
        <p:nvSpPr>
          <p:cNvPr id="15" name="Rechteck: abgerundete Ecken 14">
            <a:extLst>
              <a:ext uri="{FF2B5EF4-FFF2-40B4-BE49-F238E27FC236}">
                <a16:creationId xmlns:a16="http://schemas.microsoft.com/office/drawing/2014/main" id="{8358DB7B-E9FA-4DC1-0E2E-9DEFA4CE5299}"/>
              </a:ext>
            </a:extLst>
          </p:cNvPr>
          <p:cNvSpPr/>
          <p:nvPr/>
        </p:nvSpPr>
        <p:spPr>
          <a:xfrm>
            <a:off x="2330718" y="2664466"/>
            <a:ext cx="1041844" cy="2726144"/>
          </a:xfrm>
          <a:prstGeom prst="round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6" name="Rechteck: abgerundete Ecken 15">
            <a:extLst>
              <a:ext uri="{FF2B5EF4-FFF2-40B4-BE49-F238E27FC236}">
                <a16:creationId xmlns:a16="http://schemas.microsoft.com/office/drawing/2014/main" id="{3CCCEB40-A9FA-7FBA-8586-C6825E72D178}"/>
              </a:ext>
            </a:extLst>
          </p:cNvPr>
          <p:cNvSpPr/>
          <p:nvPr/>
        </p:nvSpPr>
        <p:spPr>
          <a:xfrm>
            <a:off x="1059160" y="2664467"/>
            <a:ext cx="1041844" cy="2728234"/>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371" name="Gruppieren 370"/>
          <p:cNvGrpSpPr/>
          <p:nvPr/>
        </p:nvGrpSpPr>
        <p:grpSpPr>
          <a:xfrm>
            <a:off x="2398021" y="2166001"/>
            <a:ext cx="773894" cy="639977"/>
            <a:chOff x="5633257" y="2448326"/>
            <a:chExt cx="3891741" cy="2958295"/>
          </a:xfrm>
          <a:solidFill>
            <a:schemeClr val="tx1"/>
          </a:solidFill>
        </p:grpSpPr>
        <p:pic>
          <p:nvPicPr>
            <p:cNvPr id="372" name="product_simatic-s7-1500.png"/>
            <p:cNvPicPr>
              <a:picLocks noChangeAspect="1"/>
            </p:cNvPicPr>
            <p:nvPr>
              <p:custDataLst>
                <p:tags r:id="rId29"/>
              </p:custDataLst>
            </p:nvPr>
          </p:nvPicPr>
          <p:blipFill rotWithShape="1">
            <a:blip r:embed="rId3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373" name="product_simatic-s7-1500.png"/>
            <p:cNvPicPr>
              <a:picLocks noChangeAspect="1"/>
            </p:cNvPicPr>
            <p:nvPr>
              <p:custDataLst>
                <p:tags r:id="rId30"/>
              </p:custDataLst>
            </p:nvPr>
          </p:nvPicPr>
          <p:blipFill rotWithShape="1">
            <a:blip r:embed="rId3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374" name="product_simatic-s7-1500.png"/>
            <p:cNvPicPr>
              <a:picLocks noChangeAspect="1"/>
            </p:cNvPicPr>
            <p:nvPr>
              <p:custDataLst>
                <p:tags r:id="rId31"/>
              </p:custDataLst>
            </p:nvPr>
          </p:nvPicPr>
          <p:blipFill rotWithShape="1">
            <a:blip r:embed="rId3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375" name="Gruppieren 374"/>
          <p:cNvGrpSpPr/>
          <p:nvPr/>
        </p:nvGrpSpPr>
        <p:grpSpPr>
          <a:xfrm>
            <a:off x="1147612" y="2166001"/>
            <a:ext cx="773894" cy="639977"/>
            <a:chOff x="5633257" y="2448326"/>
            <a:chExt cx="3891741" cy="2958295"/>
          </a:xfrm>
          <a:solidFill>
            <a:schemeClr val="tx1"/>
          </a:solidFill>
        </p:grpSpPr>
        <p:pic>
          <p:nvPicPr>
            <p:cNvPr id="376" name="product_simatic-s7-1500.png"/>
            <p:cNvPicPr>
              <a:picLocks noChangeAspect="1"/>
            </p:cNvPicPr>
            <p:nvPr>
              <p:custDataLst>
                <p:tags r:id="rId26"/>
              </p:custDataLst>
            </p:nvPr>
          </p:nvPicPr>
          <p:blipFill rotWithShape="1">
            <a:blip r:embed="rId3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377" name="product_simatic-s7-1500.png"/>
            <p:cNvPicPr>
              <a:picLocks noChangeAspect="1"/>
            </p:cNvPicPr>
            <p:nvPr>
              <p:custDataLst>
                <p:tags r:id="rId27"/>
              </p:custDataLst>
            </p:nvPr>
          </p:nvPicPr>
          <p:blipFill rotWithShape="1">
            <a:blip r:embed="rId3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378" name="product_simatic-s7-1500.png"/>
            <p:cNvPicPr>
              <a:picLocks noChangeAspect="1"/>
            </p:cNvPicPr>
            <p:nvPr>
              <p:custDataLst>
                <p:tags r:id="rId28"/>
              </p:custDataLst>
            </p:nvPr>
          </p:nvPicPr>
          <p:blipFill rotWithShape="1">
            <a:blip r:embed="rId3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23" name="Text Box 16">
            <a:extLst>
              <a:ext uri="{FF2B5EF4-FFF2-40B4-BE49-F238E27FC236}">
                <a16:creationId xmlns:a16="http://schemas.microsoft.com/office/drawing/2014/main" id="{9B807831-8525-43D5-3FEF-6A3A4E531655}"/>
              </a:ext>
            </a:extLst>
          </p:cNvPr>
          <p:cNvSpPr txBox="1">
            <a:spLocks noChangeArrowheads="1"/>
          </p:cNvSpPr>
          <p:nvPr>
            <p:custDataLst>
              <p:tags r:id="rId3"/>
            </p:custDataLst>
          </p:nvPr>
        </p:nvSpPr>
        <p:spPr bwMode="auto">
          <a:xfrm>
            <a:off x="1147612" y="2004001"/>
            <a:ext cx="790281" cy="123111"/>
          </a:xfrm>
          <a:prstGeom prst="rect">
            <a:avLst/>
          </a:prstGeom>
          <a:solidFill>
            <a:srgbClr val="92D050"/>
          </a:solidFill>
          <a:ln>
            <a:noFill/>
          </a:ln>
          <a:effectLst/>
        </p:spPr>
        <p:txBody>
          <a:bodyPr wrap="none" lIns="0" tIns="0" rIns="0" bIns="0">
            <a:spAutoFit/>
          </a:bodyPr>
          <a:lstStyle>
            <a:defPPr>
              <a:defRPr lang="en-US"/>
            </a:defPPr>
            <a:lvl1pPr algn="ctr">
              <a:defRPr sz="800" b="1">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r>
              <a:rPr lang="en-US" altLang="de-DE" dirty="0"/>
              <a:t>RUN-Redundant</a:t>
            </a:r>
          </a:p>
        </p:txBody>
      </p:sp>
      <p:sp>
        <p:nvSpPr>
          <p:cNvPr id="24" name="Text Box 16">
            <a:extLst>
              <a:ext uri="{FF2B5EF4-FFF2-40B4-BE49-F238E27FC236}">
                <a16:creationId xmlns:a16="http://schemas.microsoft.com/office/drawing/2014/main" id="{A1D57420-2139-131B-60F0-267BC56D834C}"/>
              </a:ext>
            </a:extLst>
          </p:cNvPr>
          <p:cNvSpPr txBox="1">
            <a:spLocks noChangeArrowheads="1"/>
          </p:cNvSpPr>
          <p:nvPr>
            <p:custDataLst>
              <p:tags r:id="rId4"/>
            </p:custDataLst>
          </p:nvPr>
        </p:nvSpPr>
        <p:spPr bwMode="auto">
          <a:xfrm>
            <a:off x="2396178" y="2001789"/>
            <a:ext cx="790281" cy="123111"/>
          </a:xfrm>
          <a:prstGeom prst="rect">
            <a:avLst/>
          </a:prstGeom>
          <a:solidFill>
            <a:srgbClr val="92D050"/>
          </a:solidFill>
          <a:ln>
            <a:noFill/>
          </a:ln>
          <a:effectLst/>
        </p:spPr>
        <p:txBody>
          <a:bodyPr wrap="none" lIns="0" tIns="0" rIns="0" bIns="0">
            <a:spAutoFit/>
          </a:bodyPr>
          <a:lstStyle>
            <a:defPPr>
              <a:defRPr lang="en-US"/>
            </a:defPPr>
            <a:lvl1pPr algn="ctr">
              <a:defRPr sz="800" b="1">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r>
              <a:rPr lang="en-US" altLang="de-DE" dirty="0"/>
              <a:t>RUN-Redundant</a:t>
            </a:r>
          </a:p>
        </p:txBody>
      </p:sp>
      <p:sp>
        <p:nvSpPr>
          <p:cNvPr id="25" name="Text Box 21">
            <a:extLst>
              <a:ext uri="{FF2B5EF4-FFF2-40B4-BE49-F238E27FC236}">
                <a16:creationId xmlns:a16="http://schemas.microsoft.com/office/drawing/2014/main" id="{1ACDBAC1-7378-6EA1-1D3C-03332AFCE75D}"/>
              </a:ext>
            </a:extLst>
          </p:cNvPr>
          <p:cNvSpPr txBox="1">
            <a:spLocks noChangeArrowheads="1"/>
          </p:cNvSpPr>
          <p:nvPr>
            <p:custDataLst>
              <p:tags r:id="rId5"/>
            </p:custDataLst>
          </p:nvPr>
        </p:nvSpPr>
        <p:spPr bwMode="auto">
          <a:xfrm>
            <a:off x="1298234" y="1814796"/>
            <a:ext cx="474490"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pic>
        <p:nvPicPr>
          <p:cNvPr id="3" name="Grafik 2">
            <a:extLst>
              <a:ext uri="{FF2B5EF4-FFF2-40B4-BE49-F238E27FC236}">
                <a16:creationId xmlns:a16="http://schemas.microsoft.com/office/drawing/2014/main" id="{8F5D27FF-D41A-7670-4283-0A5D9E1701CE}"/>
              </a:ext>
            </a:extLst>
          </p:cNvPr>
          <p:cNvPicPr>
            <a:picLocks noChangeAspect="1"/>
          </p:cNvPicPr>
          <p:nvPr/>
        </p:nvPicPr>
        <p:blipFill>
          <a:blip r:embed="rId38"/>
          <a:stretch>
            <a:fillRect/>
          </a:stretch>
        </p:blipFill>
        <p:spPr>
          <a:xfrm>
            <a:off x="2025139" y="2947617"/>
            <a:ext cx="701306" cy="591883"/>
          </a:xfrm>
          <a:prstGeom prst="rect">
            <a:avLst/>
          </a:prstGeom>
          <a:solidFill>
            <a:schemeClr val="bg1"/>
          </a:solidFill>
        </p:spPr>
      </p:pic>
      <p:pic>
        <p:nvPicPr>
          <p:cNvPr id="6" name="Grafik 5">
            <a:extLst>
              <a:ext uri="{FF2B5EF4-FFF2-40B4-BE49-F238E27FC236}">
                <a16:creationId xmlns:a16="http://schemas.microsoft.com/office/drawing/2014/main" id="{A52AD4A0-CE93-5E97-5BC3-50430A4F6CEA}"/>
              </a:ext>
            </a:extLst>
          </p:cNvPr>
          <p:cNvPicPr>
            <a:picLocks noChangeAspect="1"/>
          </p:cNvPicPr>
          <p:nvPr/>
        </p:nvPicPr>
        <p:blipFill>
          <a:blip r:embed="rId38"/>
          <a:stretch>
            <a:fillRect/>
          </a:stretch>
        </p:blipFill>
        <p:spPr>
          <a:xfrm>
            <a:off x="2011930" y="3785060"/>
            <a:ext cx="701306" cy="591883"/>
          </a:xfrm>
          <a:prstGeom prst="rect">
            <a:avLst/>
          </a:prstGeom>
          <a:solidFill>
            <a:schemeClr val="bg1"/>
          </a:solidFill>
        </p:spPr>
      </p:pic>
      <p:pic>
        <p:nvPicPr>
          <p:cNvPr id="7" name="Grafik 6">
            <a:extLst>
              <a:ext uri="{FF2B5EF4-FFF2-40B4-BE49-F238E27FC236}">
                <a16:creationId xmlns:a16="http://schemas.microsoft.com/office/drawing/2014/main" id="{BFF252FB-9453-ECBC-279D-04CC4C8D810E}"/>
              </a:ext>
            </a:extLst>
          </p:cNvPr>
          <p:cNvPicPr>
            <a:picLocks noChangeAspect="1"/>
          </p:cNvPicPr>
          <p:nvPr/>
        </p:nvPicPr>
        <p:blipFill>
          <a:blip r:embed="rId38"/>
          <a:stretch>
            <a:fillRect/>
          </a:stretch>
        </p:blipFill>
        <p:spPr>
          <a:xfrm>
            <a:off x="2011930" y="4684741"/>
            <a:ext cx="701306" cy="591883"/>
          </a:xfrm>
          <a:prstGeom prst="rect">
            <a:avLst/>
          </a:prstGeom>
          <a:solidFill>
            <a:schemeClr val="bg1"/>
          </a:solidFill>
        </p:spPr>
      </p:pic>
      <p:grpSp>
        <p:nvGrpSpPr>
          <p:cNvPr id="8" name="Gruppieren 7">
            <a:extLst>
              <a:ext uri="{FF2B5EF4-FFF2-40B4-BE49-F238E27FC236}">
                <a16:creationId xmlns:a16="http://schemas.microsoft.com/office/drawing/2014/main" id="{AF03EC1B-0635-9F61-7CE9-518DD7E48F27}"/>
              </a:ext>
            </a:extLst>
          </p:cNvPr>
          <p:cNvGrpSpPr/>
          <p:nvPr/>
        </p:nvGrpSpPr>
        <p:grpSpPr>
          <a:xfrm>
            <a:off x="5549532" y="2557028"/>
            <a:ext cx="546468" cy="23082"/>
            <a:chOff x="2792045" y="3234324"/>
            <a:chExt cx="546468" cy="23082"/>
          </a:xfrm>
          <a:solidFill>
            <a:schemeClr val="tx1"/>
          </a:solidFill>
        </p:grpSpPr>
        <p:cxnSp>
          <p:nvCxnSpPr>
            <p:cNvPr id="9" name="Gerader Verbinder 8">
              <a:extLst>
                <a:ext uri="{FF2B5EF4-FFF2-40B4-BE49-F238E27FC236}">
                  <a16:creationId xmlns:a16="http://schemas.microsoft.com/office/drawing/2014/main" id="{092BC0C3-59A7-8972-33F2-6E46D931FA39}"/>
                </a:ext>
              </a:extLst>
            </p:cNvPr>
            <p:cNvCxnSpPr>
              <a:cxnSpLocks/>
            </p:cNvCxnSpPr>
            <p:nvPr/>
          </p:nvCxnSpPr>
          <p:spPr bwMode="auto">
            <a:xfrm>
              <a:off x="2792191" y="3234324"/>
              <a:ext cx="546322" cy="0"/>
            </a:xfrm>
            <a:prstGeom prst="line">
              <a:avLst/>
            </a:prstGeom>
            <a:grpFill/>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10" name="Gerader Verbinder 9">
              <a:extLst>
                <a:ext uri="{FF2B5EF4-FFF2-40B4-BE49-F238E27FC236}">
                  <a16:creationId xmlns:a16="http://schemas.microsoft.com/office/drawing/2014/main" id="{9510330D-8CF2-E9D5-4CF7-7910EA7B803C}"/>
                </a:ext>
              </a:extLst>
            </p:cNvPr>
            <p:cNvCxnSpPr>
              <a:cxnSpLocks/>
            </p:cNvCxnSpPr>
            <p:nvPr/>
          </p:nvCxnSpPr>
          <p:spPr bwMode="auto">
            <a:xfrm>
              <a:off x="2792045" y="3257406"/>
              <a:ext cx="546468" cy="0"/>
            </a:xfrm>
            <a:prstGeom prst="line">
              <a:avLst/>
            </a:prstGeom>
            <a:grpFill/>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sp>
        <p:nvSpPr>
          <p:cNvPr id="11" name="Text Box 21">
            <a:extLst>
              <a:ext uri="{FF2B5EF4-FFF2-40B4-BE49-F238E27FC236}">
                <a16:creationId xmlns:a16="http://schemas.microsoft.com/office/drawing/2014/main" id="{C03503DE-E898-CF77-34C2-78A5D15F0F78}"/>
              </a:ext>
            </a:extLst>
          </p:cNvPr>
          <p:cNvSpPr txBox="1">
            <a:spLocks noChangeArrowheads="1"/>
          </p:cNvSpPr>
          <p:nvPr>
            <p:custDataLst>
              <p:tags r:id="rId6"/>
            </p:custDataLst>
          </p:nvPr>
        </p:nvSpPr>
        <p:spPr bwMode="auto">
          <a:xfrm>
            <a:off x="6205437" y="1828988"/>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sp>
        <p:nvSpPr>
          <p:cNvPr id="21" name="Rechteck: abgerundete Ecken 20">
            <a:extLst>
              <a:ext uri="{FF2B5EF4-FFF2-40B4-BE49-F238E27FC236}">
                <a16:creationId xmlns:a16="http://schemas.microsoft.com/office/drawing/2014/main" id="{68A332C4-55C1-7D4E-FE75-3223E7DC65FF}"/>
              </a:ext>
            </a:extLst>
          </p:cNvPr>
          <p:cNvSpPr/>
          <p:nvPr/>
        </p:nvSpPr>
        <p:spPr>
          <a:xfrm>
            <a:off x="5993720" y="2664466"/>
            <a:ext cx="1041844" cy="2995926"/>
          </a:xfrm>
          <a:prstGeom prst="round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9" name="Rechteck: abgerundete Ecken 28">
            <a:extLst>
              <a:ext uri="{FF2B5EF4-FFF2-40B4-BE49-F238E27FC236}">
                <a16:creationId xmlns:a16="http://schemas.microsoft.com/office/drawing/2014/main" id="{4516DDF1-AD79-CA05-EFFA-57B3D12148B8}"/>
              </a:ext>
            </a:extLst>
          </p:cNvPr>
          <p:cNvSpPr/>
          <p:nvPr/>
        </p:nvSpPr>
        <p:spPr>
          <a:xfrm>
            <a:off x="4722162" y="2664466"/>
            <a:ext cx="1041844" cy="2998223"/>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30" name="Gruppieren 29">
            <a:extLst>
              <a:ext uri="{FF2B5EF4-FFF2-40B4-BE49-F238E27FC236}">
                <a16:creationId xmlns:a16="http://schemas.microsoft.com/office/drawing/2014/main" id="{69C4A89B-5DEA-35CC-BE6A-423A1CC84A0D}"/>
              </a:ext>
            </a:extLst>
          </p:cNvPr>
          <p:cNvGrpSpPr/>
          <p:nvPr/>
        </p:nvGrpSpPr>
        <p:grpSpPr>
          <a:xfrm>
            <a:off x="6061023" y="2166001"/>
            <a:ext cx="773894" cy="639977"/>
            <a:chOff x="5633257" y="2448326"/>
            <a:chExt cx="3891741" cy="2958295"/>
          </a:xfrm>
          <a:solidFill>
            <a:schemeClr val="tx1"/>
          </a:solidFill>
        </p:grpSpPr>
        <p:pic>
          <p:nvPicPr>
            <p:cNvPr id="31" name="product_simatic-s7-1500.png">
              <a:extLst>
                <a:ext uri="{FF2B5EF4-FFF2-40B4-BE49-F238E27FC236}">
                  <a16:creationId xmlns:a16="http://schemas.microsoft.com/office/drawing/2014/main" id="{B78F1BFB-1595-FADD-FF3F-F1D84C4921D9}"/>
                </a:ext>
              </a:extLst>
            </p:cNvPr>
            <p:cNvPicPr>
              <a:picLocks noChangeAspect="1"/>
            </p:cNvPicPr>
            <p:nvPr>
              <p:custDataLst>
                <p:tags r:id="rId23"/>
              </p:custDataLst>
            </p:nvPr>
          </p:nvPicPr>
          <p:blipFill rotWithShape="1">
            <a:blip r:embed="rId3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24" name="product_simatic-s7-1500.png">
              <a:extLst>
                <a:ext uri="{FF2B5EF4-FFF2-40B4-BE49-F238E27FC236}">
                  <a16:creationId xmlns:a16="http://schemas.microsoft.com/office/drawing/2014/main" id="{33F33E57-0EE4-A892-597D-B3D6F11E8480}"/>
                </a:ext>
              </a:extLst>
            </p:cNvPr>
            <p:cNvPicPr>
              <a:picLocks noChangeAspect="1"/>
            </p:cNvPicPr>
            <p:nvPr>
              <p:custDataLst>
                <p:tags r:id="rId24"/>
              </p:custDataLst>
            </p:nvPr>
          </p:nvPicPr>
          <p:blipFill rotWithShape="1">
            <a:blip r:embed="rId3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25" name="product_simatic-s7-1500.png">
              <a:extLst>
                <a:ext uri="{FF2B5EF4-FFF2-40B4-BE49-F238E27FC236}">
                  <a16:creationId xmlns:a16="http://schemas.microsoft.com/office/drawing/2014/main" id="{444B6EC9-8774-394C-FB7B-B6320A728EB7}"/>
                </a:ext>
              </a:extLst>
            </p:cNvPr>
            <p:cNvPicPr>
              <a:picLocks noChangeAspect="1"/>
            </p:cNvPicPr>
            <p:nvPr>
              <p:custDataLst>
                <p:tags r:id="rId25"/>
              </p:custDataLst>
            </p:nvPr>
          </p:nvPicPr>
          <p:blipFill rotWithShape="1">
            <a:blip r:embed="rId3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226" name="Gruppieren 225">
            <a:extLst>
              <a:ext uri="{FF2B5EF4-FFF2-40B4-BE49-F238E27FC236}">
                <a16:creationId xmlns:a16="http://schemas.microsoft.com/office/drawing/2014/main" id="{7F42A954-51E5-84CD-DFB9-301FB3620187}"/>
              </a:ext>
            </a:extLst>
          </p:cNvPr>
          <p:cNvGrpSpPr/>
          <p:nvPr/>
        </p:nvGrpSpPr>
        <p:grpSpPr>
          <a:xfrm>
            <a:off x="4810614" y="2166001"/>
            <a:ext cx="773894" cy="639977"/>
            <a:chOff x="5633257" y="2448326"/>
            <a:chExt cx="3891741" cy="2958295"/>
          </a:xfrm>
          <a:solidFill>
            <a:schemeClr val="tx1"/>
          </a:solidFill>
        </p:grpSpPr>
        <p:pic>
          <p:nvPicPr>
            <p:cNvPr id="227" name="product_simatic-s7-1500.png">
              <a:extLst>
                <a:ext uri="{FF2B5EF4-FFF2-40B4-BE49-F238E27FC236}">
                  <a16:creationId xmlns:a16="http://schemas.microsoft.com/office/drawing/2014/main" id="{62C37C11-CD23-BA40-492D-FADDD20DE8B5}"/>
                </a:ext>
              </a:extLst>
            </p:cNvPr>
            <p:cNvPicPr>
              <a:picLocks noChangeAspect="1"/>
            </p:cNvPicPr>
            <p:nvPr>
              <p:custDataLst>
                <p:tags r:id="rId20"/>
              </p:custDataLst>
            </p:nvPr>
          </p:nvPicPr>
          <p:blipFill rotWithShape="1">
            <a:blip r:embed="rId3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28" name="product_simatic-s7-1500.png">
              <a:extLst>
                <a:ext uri="{FF2B5EF4-FFF2-40B4-BE49-F238E27FC236}">
                  <a16:creationId xmlns:a16="http://schemas.microsoft.com/office/drawing/2014/main" id="{A630C207-CACD-5840-EE18-C2D05FF92487}"/>
                </a:ext>
              </a:extLst>
            </p:cNvPr>
            <p:cNvPicPr>
              <a:picLocks noChangeAspect="1"/>
            </p:cNvPicPr>
            <p:nvPr>
              <p:custDataLst>
                <p:tags r:id="rId21"/>
              </p:custDataLst>
            </p:nvPr>
          </p:nvPicPr>
          <p:blipFill rotWithShape="1">
            <a:blip r:embed="rId3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29" name="product_simatic-s7-1500.png">
              <a:extLst>
                <a:ext uri="{FF2B5EF4-FFF2-40B4-BE49-F238E27FC236}">
                  <a16:creationId xmlns:a16="http://schemas.microsoft.com/office/drawing/2014/main" id="{4586A4F1-96D4-6107-3E8F-17ECBEC90469}"/>
                </a:ext>
              </a:extLst>
            </p:cNvPr>
            <p:cNvPicPr>
              <a:picLocks noChangeAspect="1"/>
            </p:cNvPicPr>
            <p:nvPr>
              <p:custDataLst>
                <p:tags r:id="rId22"/>
              </p:custDataLst>
            </p:nvPr>
          </p:nvPicPr>
          <p:blipFill rotWithShape="1">
            <a:blip r:embed="rId3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230" name="Text Box 16">
            <a:extLst>
              <a:ext uri="{FF2B5EF4-FFF2-40B4-BE49-F238E27FC236}">
                <a16:creationId xmlns:a16="http://schemas.microsoft.com/office/drawing/2014/main" id="{C7CF1961-56DC-2CD8-C855-901DD33C4433}"/>
              </a:ext>
            </a:extLst>
          </p:cNvPr>
          <p:cNvSpPr txBox="1">
            <a:spLocks noChangeArrowheads="1"/>
          </p:cNvSpPr>
          <p:nvPr>
            <p:custDataLst>
              <p:tags r:id="rId7"/>
            </p:custDataLst>
          </p:nvPr>
        </p:nvSpPr>
        <p:spPr bwMode="auto">
          <a:xfrm>
            <a:off x="4810614" y="2004001"/>
            <a:ext cx="790281" cy="123111"/>
          </a:xfrm>
          <a:prstGeom prst="rect">
            <a:avLst/>
          </a:prstGeom>
          <a:solidFill>
            <a:srgbClr val="92D050"/>
          </a:solidFill>
          <a:ln>
            <a:noFill/>
          </a:ln>
          <a:effectLst/>
        </p:spPr>
        <p:txBody>
          <a:bodyPr wrap="none" lIns="0" tIns="0" rIns="0" bIns="0">
            <a:spAutoFit/>
          </a:bodyPr>
          <a:lstStyle>
            <a:defPPr>
              <a:defRPr lang="en-US"/>
            </a:defPPr>
            <a:lvl1pPr algn="ctr">
              <a:defRPr sz="800" b="1">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r>
              <a:rPr lang="en-US" altLang="de-DE" dirty="0"/>
              <a:t>RUN-Redundant</a:t>
            </a:r>
          </a:p>
        </p:txBody>
      </p:sp>
      <p:sp>
        <p:nvSpPr>
          <p:cNvPr id="231" name="Text Box 16">
            <a:extLst>
              <a:ext uri="{FF2B5EF4-FFF2-40B4-BE49-F238E27FC236}">
                <a16:creationId xmlns:a16="http://schemas.microsoft.com/office/drawing/2014/main" id="{094B96A9-AD4B-D12F-4954-2B7EE994F7A6}"/>
              </a:ext>
            </a:extLst>
          </p:cNvPr>
          <p:cNvSpPr txBox="1">
            <a:spLocks noChangeArrowheads="1"/>
          </p:cNvSpPr>
          <p:nvPr>
            <p:custDataLst>
              <p:tags r:id="rId8"/>
            </p:custDataLst>
          </p:nvPr>
        </p:nvSpPr>
        <p:spPr bwMode="auto">
          <a:xfrm>
            <a:off x="6059180" y="2001789"/>
            <a:ext cx="790281" cy="123111"/>
          </a:xfrm>
          <a:prstGeom prst="rect">
            <a:avLst/>
          </a:prstGeom>
          <a:solidFill>
            <a:srgbClr val="92D050"/>
          </a:solidFill>
          <a:ln>
            <a:noFill/>
          </a:ln>
          <a:effectLst/>
        </p:spPr>
        <p:txBody>
          <a:bodyPr wrap="none" lIns="0" tIns="0" rIns="0" bIns="0">
            <a:spAutoFit/>
          </a:bodyPr>
          <a:lstStyle>
            <a:defPPr>
              <a:defRPr lang="en-US"/>
            </a:defPPr>
            <a:lvl1pPr algn="ctr">
              <a:defRPr sz="800" b="1">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r>
              <a:rPr lang="en-US" altLang="de-DE" dirty="0"/>
              <a:t>RUN-Redundant</a:t>
            </a:r>
          </a:p>
        </p:txBody>
      </p:sp>
      <p:sp>
        <p:nvSpPr>
          <p:cNvPr id="232" name="Text Box 21">
            <a:extLst>
              <a:ext uri="{FF2B5EF4-FFF2-40B4-BE49-F238E27FC236}">
                <a16:creationId xmlns:a16="http://schemas.microsoft.com/office/drawing/2014/main" id="{9F1D3D17-BEF3-93F8-6BD1-1A7115BDFFD4}"/>
              </a:ext>
            </a:extLst>
          </p:cNvPr>
          <p:cNvSpPr txBox="1">
            <a:spLocks noChangeArrowheads="1"/>
          </p:cNvSpPr>
          <p:nvPr>
            <p:custDataLst>
              <p:tags r:id="rId9"/>
            </p:custDataLst>
          </p:nvPr>
        </p:nvSpPr>
        <p:spPr bwMode="auto">
          <a:xfrm>
            <a:off x="4961236" y="1814796"/>
            <a:ext cx="474490"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pic>
        <p:nvPicPr>
          <p:cNvPr id="233" name="Grafik 232">
            <a:extLst>
              <a:ext uri="{FF2B5EF4-FFF2-40B4-BE49-F238E27FC236}">
                <a16:creationId xmlns:a16="http://schemas.microsoft.com/office/drawing/2014/main" id="{F7399B81-4BF0-B249-5E9B-B14A9C611BF2}"/>
              </a:ext>
            </a:extLst>
          </p:cNvPr>
          <p:cNvPicPr>
            <a:picLocks noChangeAspect="1"/>
          </p:cNvPicPr>
          <p:nvPr/>
        </p:nvPicPr>
        <p:blipFill>
          <a:blip r:embed="rId38"/>
          <a:stretch>
            <a:fillRect/>
          </a:stretch>
        </p:blipFill>
        <p:spPr>
          <a:xfrm>
            <a:off x="5688141" y="2947617"/>
            <a:ext cx="701306" cy="591883"/>
          </a:xfrm>
          <a:prstGeom prst="rect">
            <a:avLst/>
          </a:prstGeom>
          <a:solidFill>
            <a:schemeClr val="bg1"/>
          </a:solidFill>
        </p:spPr>
      </p:pic>
      <p:pic>
        <p:nvPicPr>
          <p:cNvPr id="234" name="Grafik 233">
            <a:extLst>
              <a:ext uri="{FF2B5EF4-FFF2-40B4-BE49-F238E27FC236}">
                <a16:creationId xmlns:a16="http://schemas.microsoft.com/office/drawing/2014/main" id="{CC7B1794-2E7D-70AA-90CA-F682EE7D21C9}"/>
              </a:ext>
            </a:extLst>
          </p:cNvPr>
          <p:cNvPicPr>
            <a:picLocks noChangeAspect="1"/>
          </p:cNvPicPr>
          <p:nvPr/>
        </p:nvPicPr>
        <p:blipFill>
          <a:blip r:embed="rId38"/>
          <a:stretch>
            <a:fillRect/>
          </a:stretch>
        </p:blipFill>
        <p:spPr>
          <a:xfrm>
            <a:off x="5674932" y="3785060"/>
            <a:ext cx="701306" cy="591883"/>
          </a:xfrm>
          <a:prstGeom prst="rect">
            <a:avLst/>
          </a:prstGeom>
          <a:solidFill>
            <a:schemeClr val="bg1"/>
          </a:solidFill>
        </p:spPr>
      </p:pic>
      <p:pic>
        <p:nvPicPr>
          <p:cNvPr id="235" name="Grafik 234">
            <a:extLst>
              <a:ext uri="{FF2B5EF4-FFF2-40B4-BE49-F238E27FC236}">
                <a16:creationId xmlns:a16="http://schemas.microsoft.com/office/drawing/2014/main" id="{0735E1AB-482F-9B17-9FC0-6E498417730C}"/>
              </a:ext>
            </a:extLst>
          </p:cNvPr>
          <p:cNvPicPr>
            <a:picLocks noChangeAspect="1"/>
          </p:cNvPicPr>
          <p:nvPr/>
        </p:nvPicPr>
        <p:blipFill>
          <a:blip r:embed="rId38"/>
          <a:stretch>
            <a:fillRect/>
          </a:stretch>
        </p:blipFill>
        <p:spPr>
          <a:xfrm>
            <a:off x="5674932" y="4684741"/>
            <a:ext cx="701306" cy="591883"/>
          </a:xfrm>
          <a:prstGeom prst="rect">
            <a:avLst/>
          </a:prstGeom>
          <a:solidFill>
            <a:schemeClr val="bg1"/>
          </a:solidFill>
        </p:spPr>
      </p:pic>
      <p:sp>
        <p:nvSpPr>
          <p:cNvPr id="237" name="Rechteck 236">
            <a:extLst>
              <a:ext uri="{FF2B5EF4-FFF2-40B4-BE49-F238E27FC236}">
                <a16:creationId xmlns:a16="http://schemas.microsoft.com/office/drawing/2014/main" id="{EF2EA6AE-8D5A-7A33-8C58-C5C39B23E67D}"/>
              </a:ext>
            </a:extLst>
          </p:cNvPr>
          <p:cNvSpPr/>
          <p:nvPr/>
        </p:nvSpPr>
        <p:spPr>
          <a:xfrm>
            <a:off x="4502358" y="2627290"/>
            <a:ext cx="307946" cy="28677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38" name="Rechteck 237">
            <a:extLst>
              <a:ext uri="{FF2B5EF4-FFF2-40B4-BE49-F238E27FC236}">
                <a16:creationId xmlns:a16="http://schemas.microsoft.com/office/drawing/2014/main" id="{9F865225-0DC7-D019-6654-9A1BDF6F7A52}"/>
              </a:ext>
            </a:extLst>
          </p:cNvPr>
          <p:cNvSpPr/>
          <p:nvPr/>
        </p:nvSpPr>
        <p:spPr>
          <a:xfrm>
            <a:off x="6834672" y="2574589"/>
            <a:ext cx="307946" cy="290876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39" name="Rechteck 238">
            <a:extLst>
              <a:ext uri="{FF2B5EF4-FFF2-40B4-BE49-F238E27FC236}">
                <a16:creationId xmlns:a16="http://schemas.microsoft.com/office/drawing/2014/main" id="{D8299584-D70B-3DAE-6A6E-285E26651431}"/>
              </a:ext>
            </a:extLst>
          </p:cNvPr>
          <p:cNvSpPr/>
          <p:nvPr/>
        </p:nvSpPr>
        <p:spPr>
          <a:xfrm>
            <a:off x="4810304" y="5287540"/>
            <a:ext cx="2039156" cy="3928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40" name="Gruppieren 239">
            <a:extLst>
              <a:ext uri="{FF2B5EF4-FFF2-40B4-BE49-F238E27FC236}">
                <a16:creationId xmlns:a16="http://schemas.microsoft.com/office/drawing/2014/main" id="{3E438C6B-9FA3-3AB4-88D1-A89AC7D0BD3F}"/>
              </a:ext>
            </a:extLst>
          </p:cNvPr>
          <p:cNvGrpSpPr/>
          <p:nvPr/>
        </p:nvGrpSpPr>
        <p:grpSpPr>
          <a:xfrm>
            <a:off x="9175713" y="2574588"/>
            <a:ext cx="546468" cy="23082"/>
            <a:chOff x="2792045" y="3234324"/>
            <a:chExt cx="546468" cy="23082"/>
          </a:xfrm>
          <a:solidFill>
            <a:schemeClr val="tx1"/>
          </a:solidFill>
        </p:grpSpPr>
        <p:cxnSp>
          <p:nvCxnSpPr>
            <p:cNvPr id="241" name="Gerader Verbinder 240">
              <a:extLst>
                <a:ext uri="{FF2B5EF4-FFF2-40B4-BE49-F238E27FC236}">
                  <a16:creationId xmlns:a16="http://schemas.microsoft.com/office/drawing/2014/main" id="{BDEF4178-FF09-75E1-B43A-6CCEE6E82C5E}"/>
                </a:ext>
              </a:extLst>
            </p:cNvPr>
            <p:cNvCxnSpPr>
              <a:cxnSpLocks/>
            </p:cNvCxnSpPr>
            <p:nvPr/>
          </p:nvCxnSpPr>
          <p:spPr bwMode="auto">
            <a:xfrm>
              <a:off x="2792191" y="3234324"/>
              <a:ext cx="546322" cy="0"/>
            </a:xfrm>
            <a:prstGeom prst="line">
              <a:avLst/>
            </a:prstGeom>
            <a:grpFill/>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42" name="Gerader Verbinder 241">
              <a:extLst>
                <a:ext uri="{FF2B5EF4-FFF2-40B4-BE49-F238E27FC236}">
                  <a16:creationId xmlns:a16="http://schemas.microsoft.com/office/drawing/2014/main" id="{A6E06DEC-FA3C-E245-EB0E-E37EF8A286B9}"/>
                </a:ext>
              </a:extLst>
            </p:cNvPr>
            <p:cNvCxnSpPr>
              <a:cxnSpLocks/>
            </p:cNvCxnSpPr>
            <p:nvPr/>
          </p:nvCxnSpPr>
          <p:spPr bwMode="auto">
            <a:xfrm>
              <a:off x="2792045" y="3257406"/>
              <a:ext cx="546468" cy="0"/>
            </a:xfrm>
            <a:prstGeom prst="line">
              <a:avLst/>
            </a:prstGeom>
            <a:grpFill/>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sp>
        <p:nvSpPr>
          <p:cNvPr id="243" name="Text Box 21">
            <a:extLst>
              <a:ext uri="{FF2B5EF4-FFF2-40B4-BE49-F238E27FC236}">
                <a16:creationId xmlns:a16="http://schemas.microsoft.com/office/drawing/2014/main" id="{1B0D2F7A-6700-75D0-DEB7-7B771FF0B4FE}"/>
              </a:ext>
            </a:extLst>
          </p:cNvPr>
          <p:cNvSpPr txBox="1">
            <a:spLocks noChangeArrowheads="1"/>
          </p:cNvSpPr>
          <p:nvPr>
            <p:custDataLst>
              <p:tags r:id="rId10"/>
            </p:custDataLst>
          </p:nvPr>
        </p:nvSpPr>
        <p:spPr bwMode="auto">
          <a:xfrm>
            <a:off x="9831618" y="1846548"/>
            <a:ext cx="461426"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sp>
        <p:nvSpPr>
          <p:cNvPr id="244" name="Rechteck: abgerundete Ecken 243">
            <a:extLst>
              <a:ext uri="{FF2B5EF4-FFF2-40B4-BE49-F238E27FC236}">
                <a16:creationId xmlns:a16="http://schemas.microsoft.com/office/drawing/2014/main" id="{82913F82-9EFD-4936-664B-1ACF927CC138}"/>
              </a:ext>
            </a:extLst>
          </p:cNvPr>
          <p:cNvSpPr/>
          <p:nvPr/>
        </p:nvSpPr>
        <p:spPr>
          <a:xfrm>
            <a:off x="9619901" y="2682026"/>
            <a:ext cx="1041844" cy="2747445"/>
          </a:xfrm>
          <a:prstGeom prst="round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45" name="Rechteck: abgerundete Ecken 244">
            <a:extLst>
              <a:ext uri="{FF2B5EF4-FFF2-40B4-BE49-F238E27FC236}">
                <a16:creationId xmlns:a16="http://schemas.microsoft.com/office/drawing/2014/main" id="{84211233-0FEE-4A5B-D64F-5D21AEBD961A}"/>
              </a:ext>
            </a:extLst>
          </p:cNvPr>
          <p:cNvSpPr/>
          <p:nvPr/>
        </p:nvSpPr>
        <p:spPr>
          <a:xfrm>
            <a:off x="8348343" y="2682026"/>
            <a:ext cx="1041844" cy="2998223"/>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246" name="Gruppieren 245">
            <a:extLst>
              <a:ext uri="{FF2B5EF4-FFF2-40B4-BE49-F238E27FC236}">
                <a16:creationId xmlns:a16="http://schemas.microsoft.com/office/drawing/2014/main" id="{F2E664FE-B2B4-07BC-BD6B-1BD70DA72AB2}"/>
              </a:ext>
            </a:extLst>
          </p:cNvPr>
          <p:cNvGrpSpPr/>
          <p:nvPr/>
        </p:nvGrpSpPr>
        <p:grpSpPr>
          <a:xfrm>
            <a:off x="9687204" y="2183561"/>
            <a:ext cx="773894" cy="639977"/>
            <a:chOff x="5633257" y="2448326"/>
            <a:chExt cx="3891741" cy="2958295"/>
          </a:xfrm>
          <a:solidFill>
            <a:schemeClr val="tx1"/>
          </a:solidFill>
        </p:grpSpPr>
        <p:pic>
          <p:nvPicPr>
            <p:cNvPr id="247" name="product_simatic-s7-1500.png">
              <a:extLst>
                <a:ext uri="{FF2B5EF4-FFF2-40B4-BE49-F238E27FC236}">
                  <a16:creationId xmlns:a16="http://schemas.microsoft.com/office/drawing/2014/main" id="{029892A3-7D95-D0E7-BBDE-7FE46FC99EA4}"/>
                </a:ext>
              </a:extLst>
            </p:cNvPr>
            <p:cNvPicPr>
              <a:picLocks noChangeAspect="1"/>
            </p:cNvPicPr>
            <p:nvPr>
              <p:custDataLst>
                <p:tags r:id="rId17"/>
              </p:custDataLst>
            </p:nvPr>
          </p:nvPicPr>
          <p:blipFill rotWithShape="1">
            <a:blip r:embed="rId3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48" name="product_simatic-s7-1500.png">
              <a:extLst>
                <a:ext uri="{FF2B5EF4-FFF2-40B4-BE49-F238E27FC236}">
                  <a16:creationId xmlns:a16="http://schemas.microsoft.com/office/drawing/2014/main" id="{99756A68-B43D-104C-F846-B3B6B4A84289}"/>
                </a:ext>
              </a:extLst>
            </p:cNvPr>
            <p:cNvPicPr>
              <a:picLocks noChangeAspect="1"/>
            </p:cNvPicPr>
            <p:nvPr>
              <p:custDataLst>
                <p:tags r:id="rId18"/>
              </p:custDataLst>
            </p:nvPr>
          </p:nvPicPr>
          <p:blipFill rotWithShape="1">
            <a:blip r:embed="rId3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32" name="product_simatic-s7-1500.png">
              <a:extLst>
                <a:ext uri="{FF2B5EF4-FFF2-40B4-BE49-F238E27FC236}">
                  <a16:creationId xmlns:a16="http://schemas.microsoft.com/office/drawing/2014/main" id="{3A360938-7AA0-DF99-3506-8D6EF8158FCE}"/>
                </a:ext>
              </a:extLst>
            </p:cNvPr>
            <p:cNvPicPr>
              <a:picLocks noChangeAspect="1"/>
            </p:cNvPicPr>
            <p:nvPr>
              <p:custDataLst>
                <p:tags r:id="rId19"/>
              </p:custDataLst>
            </p:nvPr>
          </p:nvPicPr>
          <p:blipFill rotWithShape="1">
            <a:blip r:embed="rId3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33" name="Gruppieren 32">
            <a:extLst>
              <a:ext uri="{FF2B5EF4-FFF2-40B4-BE49-F238E27FC236}">
                <a16:creationId xmlns:a16="http://schemas.microsoft.com/office/drawing/2014/main" id="{6C0F3DDA-9027-936A-1240-1FBE220483CA}"/>
              </a:ext>
            </a:extLst>
          </p:cNvPr>
          <p:cNvGrpSpPr/>
          <p:nvPr/>
        </p:nvGrpSpPr>
        <p:grpSpPr>
          <a:xfrm>
            <a:off x="8436795" y="2183561"/>
            <a:ext cx="773894" cy="639977"/>
            <a:chOff x="5633257" y="2448326"/>
            <a:chExt cx="3891741" cy="2958295"/>
          </a:xfrm>
          <a:solidFill>
            <a:schemeClr val="tx1"/>
          </a:solidFill>
        </p:grpSpPr>
        <p:pic>
          <p:nvPicPr>
            <p:cNvPr id="34" name="product_simatic-s7-1500.png">
              <a:extLst>
                <a:ext uri="{FF2B5EF4-FFF2-40B4-BE49-F238E27FC236}">
                  <a16:creationId xmlns:a16="http://schemas.microsoft.com/office/drawing/2014/main" id="{D0E69AF6-174A-B8D1-2DF3-449D268ED5B6}"/>
                </a:ext>
              </a:extLst>
            </p:cNvPr>
            <p:cNvPicPr>
              <a:picLocks noChangeAspect="1"/>
            </p:cNvPicPr>
            <p:nvPr>
              <p:custDataLst>
                <p:tags r:id="rId14"/>
              </p:custDataLst>
            </p:nvPr>
          </p:nvPicPr>
          <p:blipFill rotWithShape="1">
            <a:blip r:embed="rId3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35" name="product_simatic-s7-1500.png">
              <a:extLst>
                <a:ext uri="{FF2B5EF4-FFF2-40B4-BE49-F238E27FC236}">
                  <a16:creationId xmlns:a16="http://schemas.microsoft.com/office/drawing/2014/main" id="{0AB31B71-7585-F649-7AF5-2A12943E26BB}"/>
                </a:ext>
              </a:extLst>
            </p:cNvPr>
            <p:cNvPicPr>
              <a:picLocks noChangeAspect="1"/>
            </p:cNvPicPr>
            <p:nvPr>
              <p:custDataLst>
                <p:tags r:id="rId15"/>
              </p:custDataLst>
            </p:nvPr>
          </p:nvPicPr>
          <p:blipFill rotWithShape="1">
            <a:blip r:embed="rId3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36" name="product_simatic-s7-1500.png">
              <a:extLst>
                <a:ext uri="{FF2B5EF4-FFF2-40B4-BE49-F238E27FC236}">
                  <a16:creationId xmlns:a16="http://schemas.microsoft.com/office/drawing/2014/main" id="{64875FA7-7B3E-3D6A-F14D-C8E9C598A816}"/>
                </a:ext>
              </a:extLst>
            </p:cNvPr>
            <p:cNvPicPr>
              <a:picLocks noChangeAspect="1"/>
            </p:cNvPicPr>
            <p:nvPr>
              <p:custDataLst>
                <p:tags r:id="rId16"/>
              </p:custDataLst>
            </p:nvPr>
          </p:nvPicPr>
          <p:blipFill rotWithShape="1">
            <a:blip r:embed="rId3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37" name="Text Box 16">
            <a:extLst>
              <a:ext uri="{FF2B5EF4-FFF2-40B4-BE49-F238E27FC236}">
                <a16:creationId xmlns:a16="http://schemas.microsoft.com/office/drawing/2014/main" id="{3BC8AC42-8C58-53EF-D134-1B2F5840EAC4}"/>
              </a:ext>
            </a:extLst>
          </p:cNvPr>
          <p:cNvSpPr txBox="1">
            <a:spLocks noChangeArrowheads="1"/>
          </p:cNvSpPr>
          <p:nvPr>
            <p:custDataLst>
              <p:tags r:id="rId11"/>
            </p:custDataLst>
          </p:nvPr>
        </p:nvSpPr>
        <p:spPr bwMode="auto">
          <a:xfrm>
            <a:off x="8436795" y="2021561"/>
            <a:ext cx="790281" cy="123111"/>
          </a:xfrm>
          <a:prstGeom prst="rect">
            <a:avLst/>
          </a:prstGeom>
          <a:solidFill>
            <a:srgbClr val="92D050"/>
          </a:solidFill>
          <a:ln>
            <a:noFill/>
          </a:ln>
          <a:effectLst/>
        </p:spPr>
        <p:txBody>
          <a:bodyPr wrap="none" lIns="0" tIns="0" rIns="0" bIns="0">
            <a:spAutoFit/>
          </a:bodyPr>
          <a:lstStyle>
            <a:defPPr>
              <a:defRPr lang="en-US"/>
            </a:defPPr>
            <a:lvl1pPr algn="ctr">
              <a:defRPr sz="800" b="1">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r>
              <a:rPr lang="en-US" altLang="de-DE" dirty="0"/>
              <a:t>RUN-Redundant</a:t>
            </a:r>
          </a:p>
        </p:txBody>
      </p:sp>
      <p:sp>
        <p:nvSpPr>
          <p:cNvPr id="38" name="Text Box 16">
            <a:extLst>
              <a:ext uri="{FF2B5EF4-FFF2-40B4-BE49-F238E27FC236}">
                <a16:creationId xmlns:a16="http://schemas.microsoft.com/office/drawing/2014/main" id="{03A7A069-329B-AA0E-A1FC-265FA06BBC0A}"/>
              </a:ext>
            </a:extLst>
          </p:cNvPr>
          <p:cNvSpPr txBox="1">
            <a:spLocks noChangeArrowheads="1"/>
          </p:cNvSpPr>
          <p:nvPr>
            <p:custDataLst>
              <p:tags r:id="rId12"/>
            </p:custDataLst>
          </p:nvPr>
        </p:nvSpPr>
        <p:spPr bwMode="auto">
          <a:xfrm>
            <a:off x="9685361" y="2019349"/>
            <a:ext cx="790281" cy="123111"/>
          </a:xfrm>
          <a:prstGeom prst="rect">
            <a:avLst/>
          </a:prstGeom>
          <a:solidFill>
            <a:srgbClr val="92D050"/>
          </a:solidFill>
          <a:ln>
            <a:noFill/>
          </a:ln>
          <a:effectLst/>
        </p:spPr>
        <p:txBody>
          <a:bodyPr wrap="none" lIns="0" tIns="0" rIns="0" bIns="0">
            <a:spAutoFit/>
          </a:bodyPr>
          <a:lstStyle>
            <a:defPPr>
              <a:defRPr lang="en-US"/>
            </a:defPPr>
            <a:lvl1pPr algn="ctr">
              <a:defRPr sz="800" b="1">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50000"/>
              </a:spcBef>
              <a:spcAft>
                <a:spcPct val="0"/>
              </a:spcAft>
              <a:buClr>
                <a:schemeClr val="accent1"/>
              </a:buClr>
              <a:buFont typeface="Wingdings" pitchFamily="2" charset="2"/>
              <a:defRPr>
                <a:latin typeface="Arial" charset="0"/>
              </a:defRPr>
            </a:lvl6pPr>
            <a:lvl7pPr marL="2971800" indent="-228600" eaLnBrk="0" fontAlgn="base" hangingPunct="0">
              <a:spcBef>
                <a:spcPct val="50000"/>
              </a:spcBef>
              <a:spcAft>
                <a:spcPct val="0"/>
              </a:spcAft>
              <a:buClr>
                <a:schemeClr val="accent1"/>
              </a:buClr>
              <a:buFont typeface="Wingdings" pitchFamily="2" charset="2"/>
              <a:defRPr>
                <a:latin typeface="Arial" charset="0"/>
              </a:defRPr>
            </a:lvl7pPr>
            <a:lvl8pPr marL="3429000" indent="-228600" eaLnBrk="0" fontAlgn="base" hangingPunct="0">
              <a:spcBef>
                <a:spcPct val="50000"/>
              </a:spcBef>
              <a:spcAft>
                <a:spcPct val="0"/>
              </a:spcAft>
              <a:buClr>
                <a:schemeClr val="accent1"/>
              </a:buClr>
              <a:buFont typeface="Wingdings" pitchFamily="2" charset="2"/>
              <a:defRPr>
                <a:latin typeface="Arial" charset="0"/>
              </a:defRPr>
            </a:lvl8pPr>
            <a:lvl9pPr marL="3886200" indent="-228600" eaLnBrk="0" fontAlgn="base" hangingPunct="0">
              <a:spcBef>
                <a:spcPct val="50000"/>
              </a:spcBef>
              <a:spcAft>
                <a:spcPct val="0"/>
              </a:spcAft>
              <a:buClr>
                <a:schemeClr val="accent1"/>
              </a:buClr>
              <a:buFont typeface="Wingdings" pitchFamily="2" charset="2"/>
              <a:defRPr>
                <a:latin typeface="Arial" charset="0"/>
              </a:defRPr>
            </a:lvl9pPr>
          </a:lstStyle>
          <a:p>
            <a:r>
              <a:rPr lang="en-US" altLang="de-DE" dirty="0"/>
              <a:t>RUN-Redundant</a:t>
            </a:r>
          </a:p>
        </p:txBody>
      </p:sp>
      <p:sp>
        <p:nvSpPr>
          <p:cNvPr id="39" name="Text Box 21">
            <a:extLst>
              <a:ext uri="{FF2B5EF4-FFF2-40B4-BE49-F238E27FC236}">
                <a16:creationId xmlns:a16="http://schemas.microsoft.com/office/drawing/2014/main" id="{35F6ED7B-BE84-1A18-5349-BD58BA50106E}"/>
              </a:ext>
            </a:extLst>
          </p:cNvPr>
          <p:cNvSpPr txBox="1">
            <a:spLocks noChangeArrowheads="1"/>
          </p:cNvSpPr>
          <p:nvPr>
            <p:custDataLst>
              <p:tags r:id="rId13"/>
            </p:custDataLst>
          </p:nvPr>
        </p:nvSpPr>
        <p:spPr bwMode="auto">
          <a:xfrm>
            <a:off x="8587417" y="1832356"/>
            <a:ext cx="474490"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pic>
        <p:nvPicPr>
          <p:cNvPr id="40" name="Grafik 39">
            <a:extLst>
              <a:ext uri="{FF2B5EF4-FFF2-40B4-BE49-F238E27FC236}">
                <a16:creationId xmlns:a16="http://schemas.microsoft.com/office/drawing/2014/main" id="{4D6AA3E2-8DDA-F1D8-E37C-098BFFCF52AB}"/>
              </a:ext>
            </a:extLst>
          </p:cNvPr>
          <p:cNvPicPr>
            <a:picLocks noChangeAspect="1"/>
          </p:cNvPicPr>
          <p:nvPr/>
        </p:nvPicPr>
        <p:blipFill>
          <a:blip r:embed="rId38"/>
          <a:stretch>
            <a:fillRect/>
          </a:stretch>
        </p:blipFill>
        <p:spPr>
          <a:xfrm>
            <a:off x="9314322" y="2965177"/>
            <a:ext cx="701306" cy="591883"/>
          </a:xfrm>
          <a:prstGeom prst="rect">
            <a:avLst/>
          </a:prstGeom>
          <a:solidFill>
            <a:schemeClr val="bg1"/>
          </a:solidFill>
        </p:spPr>
      </p:pic>
      <p:pic>
        <p:nvPicPr>
          <p:cNvPr id="41" name="Grafik 40">
            <a:extLst>
              <a:ext uri="{FF2B5EF4-FFF2-40B4-BE49-F238E27FC236}">
                <a16:creationId xmlns:a16="http://schemas.microsoft.com/office/drawing/2014/main" id="{8C58C11D-B518-ED09-972E-0B2FF093C215}"/>
              </a:ext>
            </a:extLst>
          </p:cNvPr>
          <p:cNvPicPr>
            <a:picLocks noChangeAspect="1"/>
          </p:cNvPicPr>
          <p:nvPr/>
        </p:nvPicPr>
        <p:blipFill>
          <a:blip r:embed="rId38"/>
          <a:stretch>
            <a:fillRect/>
          </a:stretch>
        </p:blipFill>
        <p:spPr>
          <a:xfrm>
            <a:off x="9301113" y="3802620"/>
            <a:ext cx="701306" cy="591883"/>
          </a:xfrm>
          <a:prstGeom prst="rect">
            <a:avLst/>
          </a:prstGeom>
          <a:solidFill>
            <a:schemeClr val="bg1"/>
          </a:solidFill>
        </p:spPr>
      </p:pic>
      <p:pic>
        <p:nvPicPr>
          <p:cNvPr id="44" name="Grafik 43">
            <a:extLst>
              <a:ext uri="{FF2B5EF4-FFF2-40B4-BE49-F238E27FC236}">
                <a16:creationId xmlns:a16="http://schemas.microsoft.com/office/drawing/2014/main" id="{FDBDB556-40BB-3CE3-3883-E79455FE260D}"/>
              </a:ext>
            </a:extLst>
          </p:cNvPr>
          <p:cNvPicPr>
            <a:picLocks noChangeAspect="1"/>
          </p:cNvPicPr>
          <p:nvPr/>
        </p:nvPicPr>
        <p:blipFill>
          <a:blip r:embed="rId38"/>
          <a:stretch>
            <a:fillRect/>
          </a:stretch>
        </p:blipFill>
        <p:spPr>
          <a:xfrm>
            <a:off x="9301113" y="4702301"/>
            <a:ext cx="701306" cy="591883"/>
          </a:xfrm>
          <a:prstGeom prst="rect">
            <a:avLst/>
          </a:prstGeom>
          <a:solidFill>
            <a:schemeClr val="bg1"/>
          </a:solidFill>
        </p:spPr>
      </p:pic>
      <p:sp>
        <p:nvSpPr>
          <p:cNvPr id="45" name="Rechteck 44">
            <a:extLst>
              <a:ext uri="{FF2B5EF4-FFF2-40B4-BE49-F238E27FC236}">
                <a16:creationId xmlns:a16="http://schemas.microsoft.com/office/drawing/2014/main" id="{43382D88-0E6C-C35C-EE19-55EF31EC0271}"/>
              </a:ext>
            </a:extLst>
          </p:cNvPr>
          <p:cNvSpPr/>
          <p:nvPr/>
        </p:nvSpPr>
        <p:spPr>
          <a:xfrm>
            <a:off x="8128539" y="2644850"/>
            <a:ext cx="307946" cy="283824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7" name="Rechteck 46">
            <a:extLst>
              <a:ext uri="{FF2B5EF4-FFF2-40B4-BE49-F238E27FC236}">
                <a16:creationId xmlns:a16="http://schemas.microsoft.com/office/drawing/2014/main" id="{6EF170DC-56C8-001B-BFD8-5F4AA843DECA}"/>
              </a:ext>
            </a:extLst>
          </p:cNvPr>
          <p:cNvSpPr/>
          <p:nvPr/>
        </p:nvSpPr>
        <p:spPr>
          <a:xfrm>
            <a:off x="8348343" y="5294184"/>
            <a:ext cx="1099685" cy="4201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8" name="Rechteck 47">
            <a:extLst>
              <a:ext uri="{FF2B5EF4-FFF2-40B4-BE49-F238E27FC236}">
                <a16:creationId xmlns:a16="http://schemas.microsoft.com/office/drawing/2014/main" id="{E8886699-B518-5CC4-CF54-2ADB43E14A80}"/>
              </a:ext>
            </a:extLst>
          </p:cNvPr>
          <p:cNvSpPr/>
          <p:nvPr/>
        </p:nvSpPr>
        <p:spPr>
          <a:xfrm>
            <a:off x="9488414" y="2686619"/>
            <a:ext cx="198485" cy="27414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9" name="Rechteck 48">
            <a:extLst>
              <a:ext uri="{FF2B5EF4-FFF2-40B4-BE49-F238E27FC236}">
                <a16:creationId xmlns:a16="http://schemas.microsoft.com/office/drawing/2014/main" id="{F0B930A9-3AFA-C41C-1F98-0E0FC1C0DBBE}"/>
              </a:ext>
            </a:extLst>
          </p:cNvPr>
          <p:cNvSpPr/>
          <p:nvPr/>
        </p:nvSpPr>
        <p:spPr>
          <a:xfrm>
            <a:off x="742997" y="1263810"/>
            <a:ext cx="3003331" cy="480823"/>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2 MRP Rings</a:t>
            </a:r>
          </a:p>
        </p:txBody>
      </p:sp>
      <p:sp>
        <p:nvSpPr>
          <p:cNvPr id="50" name="Rechteck 49">
            <a:extLst>
              <a:ext uri="{FF2B5EF4-FFF2-40B4-BE49-F238E27FC236}">
                <a16:creationId xmlns:a16="http://schemas.microsoft.com/office/drawing/2014/main" id="{C7EA2A32-0107-8BD4-3ACD-61505547036D}"/>
              </a:ext>
            </a:extLst>
          </p:cNvPr>
          <p:cNvSpPr/>
          <p:nvPr/>
        </p:nvSpPr>
        <p:spPr>
          <a:xfrm>
            <a:off x="4415837" y="1263810"/>
            <a:ext cx="3003331" cy="458153"/>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Line topology - with feeding from the same direction</a:t>
            </a:r>
          </a:p>
        </p:txBody>
      </p:sp>
      <p:sp>
        <p:nvSpPr>
          <p:cNvPr id="51" name="Rechteck 50">
            <a:extLst>
              <a:ext uri="{FF2B5EF4-FFF2-40B4-BE49-F238E27FC236}">
                <a16:creationId xmlns:a16="http://schemas.microsoft.com/office/drawing/2014/main" id="{079A96EE-465A-B019-1101-6E0B50B9C979}"/>
              </a:ext>
            </a:extLst>
          </p:cNvPr>
          <p:cNvSpPr/>
          <p:nvPr/>
        </p:nvSpPr>
        <p:spPr>
          <a:xfrm>
            <a:off x="8084261" y="1263810"/>
            <a:ext cx="3003331" cy="436232"/>
          </a:xfrm>
          <a:prstGeom prst="rect">
            <a:avLst/>
          </a:prstGeom>
          <a:solidFill>
            <a:srgbClr val="BECDD7"/>
          </a:solidFill>
          <a:ln>
            <a:noFill/>
          </a:ln>
          <a:effectLst/>
        </p:spPr>
        <p:txBody>
          <a:bodyPr lIns="179906" tIns="71963" rIns="71963" bIns="71963" anchor="ctr" anchorCtr="0"/>
          <a:lstStyle/>
          <a:p>
            <a:pPr algn="ctr"/>
            <a:r>
              <a:rPr lang="en-US" sz="1400" dirty="0">
                <a:solidFill>
                  <a:schemeClr val="bg1"/>
                </a:solidFill>
              </a:rPr>
              <a:t>Line topology – with feeding from different directions</a:t>
            </a:r>
          </a:p>
        </p:txBody>
      </p:sp>
      <p:pic>
        <p:nvPicPr>
          <p:cNvPr id="52" name="Picture 12" descr="C:\Users\adzuth0\AppData\Local\Temp\SNAGHTML1699469.PNG">
            <a:extLst>
              <a:ext uri="{FF2B5EF4-FFF2-40B4-BE49-F238E27FC236}">
                <a16:creationId xmlns:a16="http://schemas.microsoft.com/office/drawing/2014/main" id="{8C000FAC-9E9F-BD3E-5D3D-5ED282504A1E}"/>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010787" y="4415685"/>
            <a:ext cx="165399" cy="19264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12" descr="C:\Users\adzuth0\AppData\Local\Temp\SNAGHTML1699469.PNG">
            <a:extLst>
              <a:ext uri="{FF2B5EF4-FFF2-40B4-BE49-F238E27FC236}">
                <a16:creationId xmlns:a16="http://schemas.microsoft.com/office/drawing/2014/main" id="{6595B605-EBE5-66FE-A0B1-AAA8B95B4290}"/>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284627" y="4409169"/>
            <a:ext cx="165399" cy="192641"/>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12" descr="C:\Users\adzuth0\AppData\Local\Temp\SNAGHTML1699469.PNG">
            <a:extLst>
              <a:ext uri="{FF2B5EF4-FFF2-40B4-BE49-F238E27FC236}">
                <a16:creationId xmlns:a16="http://schemas.microsoft.com/office/drawing/2014/main" id="{259C2C92-8FA5-070D-DBEF-B548AED82742}"/>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5665968" y="4428632"/>
            <a:ext cx="165399" cy="192641"/>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2" descr="C:\Users\adzuth0\AppData\Local\Temp\SNAGHTML1699469.PNG">
            <a:extLst>
              <a:ext uri="{FF2B5EF4-FFF2-40B4-BE49-F238E27FC236}">
                <a16:creationId xmlns:a16="http://schemas.microsoft.com/office/drawing/2014/main" id="{831DC5C0-1B95-2B2B-817A-9E794EB330A8}"/>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5939808" y="4422116"/>
            <a:ext cx="165399" cy="192641"/>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12" descr="C:\Users\adzuth0\AppData\Local\Temp\SNAGHTML1699469.PNG">
            <a:extLst>
              <a:ext uri="{FF2B5EF4-FFF2-40B4-BE49-F238E27FC236}">
                <a16:creationId xmlns:a16="http://schemas.microsoft.com/office/drawing/2014/main" id="{9D3B0D30-1FD9-CD83-D5B9-E402A5A202F7}"/>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9285620" y="4441852"/>
            <a:ext cx="165399" cy="192641"/>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12" descr="C:\Users\adzuth0\AppData\Local\Temp\SNAGHTML1699469.PNG">
            <a:extLst>
              <a:ext uri="{FF2B5EF4-FFF2-40B4-BE49-F238E27FC236}">
                <a16:creationId xmlns:a16="http://schemas.microsoft.com/office/drawing/2014/main" id="{0B2C4884-FED0-E2E2-C77B-A01CC2D37B93}"/>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9559460" y="4435336"/>
            <a:ext cx="165399" cy="192641"/>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12" descr="C:\Users\adzuth0\AppData\Local\Temp\SNAGHTML1699469.PNG">
            <a:extLst>
              <a:ext uri="{FF2B5EF4-FFF2-40B4-BE49-F238E27FC236}">
                <a16:creationId xmlns:a16="http://schemas.microsoft.com/office/drawing/2014/main" id="{40C24F29-118F-0B56-6026-319D9FE8C1EF}"/>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6389447" y="4673933"/>
            <a:ext cx="396566" cy="461883"/>
          </a:xfrm>
          <a:prstGeom prst="rect">
            <a:avLst/>
          </a:prstGeom>
          <a:noFill/>
          <a:extLst>
            <a:ext uri="{909E8E84-426E-40DD-AFC4-6F175D3DCCD1}">
              <a14:hiddenFill xmlns:a14="http://schemas.microsoft.com/office/drawing/2010/main">
                <a:solidFill>
                  <a:srgbClr val="FFFFFF"/>
                </a:solidFill>
              </a14:hiddenFill>
            </a:ext>
          </a:extLst>
        </p:spPr>
      </p:pic>
      <p:pic>
        <p:nvPicPr>
          <p:cNvPr id="59" name="Grafik 58" descr="Häkchen mit einfarbiger Füllung">
            <a:extLst>
              <a:ext uri="{FF2B5EF4-FFF2-40B4-BE49-F238E27FC236}">
                <a16:creationId xmlns:a16="http://schemas.microsoft.com/office/drawing/2014/main" id="{12013D3F-BC50-4632-6166-C122DC0CCE65}"/>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6448704" y="3926943"/>
            <a:ext cx="179773" cy="179773"/>
          </a:xfrm>
          <a:prstGeom prst="rect">
            <a:avLst/>
          </a:prstGeom>
        </p:spPr>
      </p:pic>
      <p:pic>
        <p:nvPicPr>
          <p:cNvPr id="60" name="Grafik 59" descr="Häkchen mit einfarbiger Füllung">
            <a:extLst>
              <a:ext uri="{FF2B5EF4-FFF2-40B4-BE49-F238E27FC236}">
                <a16:creationId xmlns:a16="http://schemas.microsoft.com/office/drawing/2014/main" id="{54AA1C8F-97E1-4E25-E5CE-1F8D62FE195B}"/>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6479076" y="3076577"/>
            <a:ext cx="179773" cy="179773"/>
          </a:xfrm>
          <a:prstGeom prst="rect">
            <a:avLst/>
          </a:prstGeom>
        </p:spPr>
      </p:pic>
      <p:pic>
        <p:nvPicPr>
          <p:cNvPr id="61" name="Grafik 60" descr="Häkchen mit einfarbiger Füllung">
            <a:extLst>
              <a:ext uri="{FF2B5EF4-FFF2-40B4-BE49-F238E27FC236}">
                <a16:creationId xmlns:a16="http://schemas.microsoft.com/office/drawing/2014/main" id="{F8A67563-0B61-5F17-CCF5-DFDC85BA28C5}"/>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2796095" y="3941717"/>
            <a:ext cx="179773" cy="179773"/>
          </a:xfrm>
          <a:prstGeom prst="rect">
            <a:avLst/>
          </a:prstGeom>
        </p:spPr>
      </p:pic>
      <p:pic>
        <p:nvPicPr>
          <p:cNvPr id="62" name="Grafik 61" descr="Häkchen mit einfarbiger Füllung">
            <a:extLst>
              <a:ext uri="{FF2B5EF4-FFF2-40B4-BE49-F238E27FC236}">
                <a16:creationId xmlns:a16="http://schemas.microsoft.com/office/drawing/2014/main" id="{902950DA-23C5-91F9-7D2F-3800AAD11DDA}"/>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2826467" y="3091351"/>
            <a:ext cx="179773" cy="179773"/>
          </a:xfrm>
          <a:prstGeom prst="rect">
            <a:avLst/>
          </a:prstGeom>
        </p:spPr>
      </p:pic>
      <p:pic>
        <p:nvPicPr>
          <p:cNvPr id="63" name="Grafik 62" descr="Häkchen mit einfarbiger Füllung">
            <a:extLst>
              <a:ext uri="{FF2B5EF4-FFF2-40B4-BE49-F238E27FC236}">
                <a16:creationId xmlns:a16="http://schemas.microsoft.com/office/drawing/2014/main" id="{CDEC4268-F0B4-FB86-2AE9-E42E2CFF9069}"/>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2791318" y="4819956"/>
            <a:ext cx="179773" cy="179773"/>
          </a:xfrm>
          <a:prstGeom prst="rect">
            <a:avLst/>
          </a:prstGeom>
        </p:spPr>
      </p:pic>
      <p:pic>
        <p:nvPicPr>
          <p:cNvPr id="288" name="Grafik 287" descr="Häkchen mit einfarbiger Füllung">
            <a:extLst>
              <a:ext uri="{FF2B5EF4-FFF2-40B4-BE49-F238E27FC236}">
                <a16:creationId xmlns:a16="http://schemas.microsoft.com/office/drawing/2014/main" id="{914EFE44-9C62-761D-F1F8-3C5199D4C8EF}"/>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0089182" y="3949108"/>
            <a:ext cx="179773" cy="179773"/>
          </a:xfrm>
          <a:prstGeom prst="rect">
            <a:avLst/>
          </a:prstGeom>
        </p:spPr>
      </p:pic>
      <p:pic>
        <p:nvPicPr>
          <p:cNvPr id="289" name="Grafik 288" descr="Häkchen mit einfarbiger Füllung">
            <a:extLst>
              <a:ext uri="{FF2B5EF4-FFF2-40B4-BE49-F238E27FC236}">
                <a16:creationId xmlns:a16="http://schemas.microsoft.com/office/drawing/2014/main" id="{5AEA1C73-7ECB-DEBC-874D-BB6CF9BCBE03}"/>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0119554" y="3098742"/>
            <a:ext cx="179773" cy="179773"/>
          </a:xfrm>
          <a:prstGeom prst="rect">
            <a:avLst/>
          </a:prstGeom>
        </p:spPr>
      </p:pic>
      <p:pic>
        <p:nvPicPr>
          <p:cNvPr id="290" name="Grafik 289" descr="Häkchen mit einfarbiger Füllung">
            <a:extLst>
              <a:ext uri="{FF2B5EF4-FFF2-40B4-BE49-F238E27FC236}">
                <a16:creationId xmlns:a16="http://schemas.microsoft.com/office/drawing/2014/main" id="{34C8C04A-A2E4-8446-E296-AA25505D3B62}"/>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0084405" y="4827347"/>
            <a:ext cx="179773" cy="179773"/>
          </a:xfrm>
          <a:prstGeom prst="rect">
            <a:avLst/>
          </a:prstGeom>
        </p:spPr>
      </p:pic>
      <p:sp>
        <p:nvSpPr>
          <p:cNvPr id="291" name="Bogen 290">
            <a:extLst>
              <a:ext uri="{FF2B5EF4-FFF2-40B4-BE49-F238E27FC236}">
                <a16:creationId xmlns:a16="http://schemas.microsoft.com/office/drawing/2014/main" id="{AFC303E9-2BF2-BF13-8FBB-5AF6C1BCEBF7}"/>
              </a:ext>
            </a:extLst>
          </p:cNvPr>
          <p:cNvSpPr/>
          <p:nvPr/>
        </p:nvSpPr>
        <p:spPr>
          <a:xfrm>
            <a:off x="1365465" y="2879173"/>
            <a:ext cx="530658" cy="523298"/>
          </a:xfrm>
          <a:prstGeom prst="arc">
            <a:avLst>
              <a:gd name="adj1" fmla="val 16148084"/>
              <a:gd name="adj2" fmla="val 154784"/>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92" name="Gerade Verbindung mit Pfeil 291">
            <a:extLst>
              <a:ext uri="{FF2B5EF4-FFF2-40B4-BE49-F238E27FC236}">
                <a16:creationId xmlns:a16="http://schemas.microsoft.com/office/drawing/2014/main" id="{DEC4EE6F-AFDD-40B3-DBD6-4399CC48F6CA}"/>
              </a:ext>
            </a:extLst>
          </p:cNvPr>
          <p:cNvCxnSpPr>
            <a:cxnSpLocks/>
          </p:cNvCxnSpPr>
          <p:nvPr/>
        </p:nvCxnSpPr>
        <p:spPr>
          <a:xfrm flipV="1">
            <a:off x="1886530" y="3298470"/>
            <a:ext cx="9593" cy="643247"/>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95" name="Bogen 294">
            <a:extLst>
              <a:ext uri="{FF2B5EF4-FFF2-40B4-BE49-F238E27FC236}">
                <a16:creationId xmlns:a16="http://schemas.microsoft.com/office/drawing/2014/main" id="{B377C412-8F08-BAC4-514E-39453379703C}"/>
              </a:ext>
            </a:extLst>
          </p:cNvPr>
          <p:cNvSpPr/>
          <p:nvPr/>
        </p:nvSpPr>
        <p:spPr>
          <a:xfrm flipH="1">
            <a:off x="1189840" y="2879173"/>
            <a:ext cx="657444" cy="523298"/>
          </a:xfrm>
          <a:prstGeom prst="arc">
            <a:avLst>
              <a:gd name="adj1" fmla="val 16148084"/>
              <a:gd name="adj2" fmla="val 154784"/>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96" name="Gerade Verbindung mit Pfeil 295">
            <a:extLst>
              <a:ext uri="{FF2B5EF4-FFF2-40B4-BE49-F238E27FC236}">
                <a16:creationId xmlns:a16="http://schemas.microsoft.com/office/drawing/2014/main" id="{275CF65D-BF05-62B8-5A5E-626921221A56}"/>
              </a:ext>
            </a:extLst>
          </p:cNvPr>
          <p:cNvCxnSpPr>
            <a:cxnSpLocks/>
          </p:cNvCxnSpPr>
          <p:nvPr/>
        </p:nvCxnSpPr>
        <p:spPr>
          <a:xfrm flipV="1">
            <a:off x="1176004" y="3256350"/>
            <a:ext cx="24984" cy="1623625"/>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98" name="Bogen 297">
            <a:extLst>
              <a:ext uri="{FF2B5EF4-FFF2-40B4-BE49-F238E27FC236}">
                <a16:creationId xmlns:a16="http://schemas.microsoft.com/office/drawing/2014/main" id="{1A18A17D-4EC2-A35C-33E3-337A72C50C1A}"/>
              </a:ext>
            </a:extLst>
          </p:cNvPr>
          <p:cNvSpPr/>
          <p:nvPr/>
        </p:nvSpPr>
        <p:spPr>
          <a:xfrm flipV="1">
            <a:off x="1176902" y="4591570"/>
            <a:ext cx="706254" cy="678757"/>
          </a:xfrm>
          <a:prstGeom prst="arc">
            <a:avLst>
              <a:gd name="adj1" fmla="val 10730508"/>
              <a:gd name="adj2" fmla="val 154784"/>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02" name="Bogen 301">
            <a:extLst>
              <a:ext uri="{FF2B5EF4-FFF2-40B4-BE49-F238E27FC236}">
                <a16:creationId xmlns:a16="http://schemas.microsoft.com/office/drawing/2014/main" id="{4A5FA7ED-3FAF-8B1C-7F5E-49A318787420}"/>
              </a:ext>
            </a:extLst>
          </p:cNvPr>
          <p:cNvSpPr/>
          <p:nvPr/>
        </p:nvSpPr>
        <p:spPr>
          <a:xfrm>
            <a:off x="5047688" y="2917797"/>
            <a:ext cx="530658" cy="523298"/>
          </a:xfrm>
          <a:prstGeom prst="arc">
            <a:avLst>
              <a:gd name="adj1" fmla="val 16148084"/>
              <a:gd name="adj2" fmla="val 154784"/>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303" name="Gerade Verbindung mit Pfeil 302">
            <a:extLst>
              <a:ext uri="{FF2B5EF4-FFF2-40B4-BE49-F238E27FC236}">
                <a16:creationId xmlns:a16="http://schemas.microsoft.com/office/drawing/2014/main" id="{4EAC7FC3-CD49-AD51-6129-C4E6C542534A}"/>
              </a:ext>
            </a:extLst>
          </p:cNvPr>
          <p:cNvCxnSpPr>
            <a:cxnSpLocks/>
          </p:cNvCxnSpPr>
          <p:nvPr/>
        </p:nvCxnSpPr>
        <p:spPr>
          <a:xfrm flipV="1">
            <a:off x="5568753" y="3337094"/>
            <a:ext cx="9593" cy="643247"/>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06" name="Bogen 305">
            <a:extLst>
              <a:ext uri="{FF2B5EF4-FFF2-40B4-BE49-F238E27FC236}">
                <a16:creationId xmlns:a16="http://schemas.microsoft.com/office/drawing/2014/main" id="{41FCAB32-B74A-F941-6368-817BC585EB62}"/>
              </a:ext>
            </a:extLst>
          </p:cNvPr>
          <p:cNvSpPr/>
          <p:nvPr/>
        </p:nvSpPr>
        <p:spPr>
          <a:xfrm>
            <a:off x="8655598" y="2966404"/>
            <a:ext cx="530658" cy="523298"/>
          </a:xfrm>
          <a:prstGeom prst="arc">
            <a:avLst>
              <a:gd name="adj1" fmla="val 16148084"/>
              <a:gd name="adj2" fmla="val 154784"/>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307" name="Gerade Verbindung mit Pfeil 306">
            <a:extLst>
              <a:ext uri="{FF2B5EF4-FFF2-40B4-BE49-F238E27FC236}">
                <a16:creationId xmlns:a16="http://schemas.microsoft.com/office/drawing/2014/main" id="{2BFDF836-A489-1E87-29A5-000C9632FCE7}"/>
              </a:ext>
            </a:extLst>
          </p:cNvPr>
          <p:cNvCxnSpPr>
            <a:cxnSpLocks/>
          </p:cNvCxnSpPr>
          <p:nvPr/>
        </p:nvCxnSpPr>
        <p:spPr>
          <a:xfrm flipV="1">
            <a:off x="9176663" y="3385701"/>
            <a:ext cx="9593" cy="643247"/>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Gerade Verbindung mit Pfeil 307">
            <a:extLst>
              <a:ext uri="{FF2B5EF4-FFF2-40B4-BE49-F238E27FC236}">
                <a16:creationId xmlns:a16="http://schemas.microsoft.com/office/drawing/2014/main" id="{B8A257DC-781B-A37D-AD0E-E4E9DD161649}"/>
              </a:ext>
            </a:extLst>
          </p:cNvPr>
          <p:cNvCxnSpPr>
            <a:cxnSpLocks/>
          </p:cNvCxnSpPr>
          <p:nvPr/>
        </p:nvCxnSpPr>
        <p:spPr>
          <a:xfrm flipH="1">
            <a:off x="9194874" y="2644849"/>
            <a:ext cx="587079" cy="0"/>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1" name="Bogen 310">
            <a:extLst>
              <a:ext uri="{FF2B5EF4-FFF2-40B4-BE49-F238E27FC236}">
                <a16:creationId xmlns:a16="http://schemas.microsoft.com/office/drawing/2014/main" id="{6DAB44D3-E275-AB3B-9549-A2EF21C7B328}"/>
              </a:ext>
            </a:extLst>
          </p:cNvPr>
          <p:cNvSpPr/>
          <p:nvPr/>
        </p:nvSpPr>
        <p:spPr>
          <a:xfrm>
            <a:off x="9819661" y="2874328"/>
            <a:ext cx="709259" cy="523298"/>
          </a:xfrm>
          <a:prstGeom prst="arc">
            <a:avLst>
              <a:gd name="adj1" fmla="val 16148084"/>
              <a:gd name="adj2" fmla="val 154784"/>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312" name="Gerade Verbindung mit Pfeil 311">
            <a:extLst>
              <a:ext uri="{FF2B5EF4-FFF2-40B4-BE49-F238E27FC236}">
                <a16:creationId xmlns:a16="http://schemas.microsoft.com/office/drawing/2014/main" id="{53B686A1-164B-05CE-4D2C-E3A6442641F1}"/>
              </a:ext>
            </a:extLst>
          </p:cNvPr>
          <p:cNvCxnSpPr>
            <a:cxnSpLocks/>
          </p:cNvCxnSpPr>
          <p:nvPr/>
        </p:nvCxnSpPr>
        <p:spPr>
          <a:xfrm flipV="1">
            <a:off x="10495254" y="3196331"/>
            <a:ext cx="24984" cy="1623625"/>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3" name="Bogen 312">
            <a:extLst>
              <a:ext uri="{FF2B5EF4-FFF2-40B4-BE49-F238E27FC236}">
                <a16:creationId xmlns:a16="http://schemas.microsoft.com/office/drawing/2014/main" id="{7A117A19-9EE7-1399-2319-3A64D4F79801}"/>
              </a:ext>
            </a:extLst>
          </p:cNvPr>
          <p:cNvSpPr/>
          <p:nvPr/>
        </p:nvSpPr>
        <p:spPr>
          <a:xfrm flipV="1">
            <a:off x="9633904" y="4581864"/>
            <a:ext cx="859156" cy="698833"/>
          </a:xfrm>
          <a:prstGeom prst="arc">
            <a:avLst>
              <a:gd name="adj1" fmla="val 10704586"/>
              <a:gd name="adj2" fmla="val 154784"/>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Textfeld 16">
            <a:extLst>
              <a:ext uri="{FF2B5EF4-FFF2-40B4-BE49-F238E27FC236}">
                <a16:creationId xmlns:a16="http://schemas.microsoft.com/office/drawing/2014/main" id="{902A88B2-A03A-7742-ADBA-0D4AE12D0C26}"/>
              </a:ext>
            </a:extLst>
          </p:cNvPr>
          <p:cNvSpPr txBox="1"/>
          <p:nvPr/>
        </p:nvSpPr>
        <p:spPr>
          <a:xfrm>
            <a:off x="751438" y="5494676"/>
            <a:ext cx="2976678" cy="6755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defPPr>
              <a:defRPr lang="en-US"/>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dirty="0"/>
              <a:t>After MRP reconfiguration, all IO devices continue to work</a:t>
            </a:r>
          </a:p>
        </p:txBody>
      </p:sp>
      <p:sp>
        <p:nvSpPr>
          <p:cNvPr id="18" name="Textfeld 17">
            <a:extLst>
              <a:ext uri="{FF2B5EF4-FFF2-40B4-BE49-F238E27FC236}">
                <a16:creationId xmlns:a16="http://schemas.microsoft.com/office/drawing/2014/main" id="{FD84D430-B7B4-DA22-22D4-1589F066D431}"/>
              </a:ext>
            </a:extLst>
          </p:cNvPr>
          <p:cNvSpPr txBox="1"/>
          <p:nvPr/>
        </p:nvSpPr>
        <p:spPr>
          <a:xfrm>
            <a:off x="8100482" y="5494676"/>
            <a:ext cx="2976678" cy="6755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defPPr>
              <a:defRPr lang="en-US"/>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dirty="0"/>
              <a:t>IO data is forwarded via the backup CPU.</a:t>
            </a:r>
          </a:p>
          <a:p>
            <a:pPr algn="ctr"/>
            <a:r>
              <a:rPr lang="en-US" sz="1200" dirty="0"/>
              <a:t>All IO devices continue to work</a:t>
            </a:r>
          </a:p>
        </p:txBody>
      </p:sp>
      <p:sp>
        <p:nvSpPr>
          <p:cNvPr id="19" name="Textfeld 18">
            <a:extLst>
              <a:ext uri="{FF2B5EF4-FFF2-40B4-BE49-F238E27FC236}">
                <a16:creationId xmlns:a16="http://schemas.microsoft.com/office/drawing/2014/main" id="{0BAECF38-6872-3505-77C3-08DF53A52762}"/>
              </a:ext>
            </a:extLst>
          </p:cNvPr>
          <p:cNvSpPr txBox="1"/>
          <p:nvPr/>
        </p:nvSpPr>
        <p:spPr>
          <a:xfrm>
            <a:off x="4415837" y="5494676"/>
            <a:ext cx="2986801" cy="6755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defPPr>
              <a:defRPr lang="en-US"/>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dirty="0"/>
              <a:t>IO devices fail after interruption</a:t>
            </a:r>
          </a:p>
        </p:txBody>
      </p:sp>
      <p:grpSp>
        <p:nvGrpSpPr>
          <p:cNvPr id="27" name="Gruppieren 26">
            <a:extLst>
              <a:ext uri="{FF2B5EF4-FFF2-40B4-BE49-F238E27FC236}">
                <a16:creationId xmlns:a16="http://schemas.microsoft.com/office/drawing/2014/main" id="{BB6BA7DE-6F05-D3E3-90F3-114B2BD648AD}"/>
              </a:ext>
            </a:extLst>
          </p:cNvPr>
          <p:cNvGrpSpPr/>
          <p:nvPr/>
        </p:nvGrpSpPr>
        <p:grpSpPr>
          <a:xfrm>
            <a:off x="7583135" y="657990"/>
            <a:ext cx="501126" cy="443788"/>
            <a:chOff x="3803362" y="1877343"/>
            <a:chExt cx="501126" cy="443788"/>
          </a:xfrm>
        </p:grpSpPr>
        <p:sp>
          <p:nvSpPr>
            <p:cNvPr id="28" name="Explosion: 8 Zacken 27">
              <a:extLst>
                <a:ext uri="{FF2B5EF4-FFF2-40B4-BE49-F238E27FC236}">
                  <a16:creationId xmlns:a16="http://schemas.microsoft.com/office/drawing/2014/main" id="{C087BC90-9646-A0D7-65F5-5212BC9194B3}"/>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236" name="Textfeld 235">
              <a:extLst>
                <a:ext uri="{FF2B5EF4-FFF2-40B4-BE49-F238E27FC236}">
                  <a16:creationId xmlns:a16="http://schemas.microsoft.com/office/drawing/2014/main" id="{38AE4D75-DAAE-6243-9E6C-25FBFEBC7AE6}"/>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Tree>
    <p:extLst>
      <p:ext uri="{BB962C8B-B14F-4D97-AF65-F5344CB8AC3E}">
        <p14:creationId xmlns:p14="http://schemas.microsoft.com/office/powerpoint/2010/main" val="2880670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1E054F72-002F-44F7-8123-C9D17E4F3F39}"/>
              </a:ext>
            </a:extLst>
          </p:cNvPr>
          <p:cNvGraphicFramePr>
            <a:graphicFrameLocks noChangeAspect="1"/>
          </p:cNvGraphicFramePr>
          <p:nvPr>
            <p:custDataLst>
              <p:tags r:id="rId1"/>
            </p:custDataLst>
            <p:extLst>
              <p:ext uri="{D42A27DB-BD31-4B8C-83A1-F6EECF244321}">
                <p14:modId xmlns:p14="http://schemas.microsoft.com/office/powerpoint/2010/main" val="5823222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1E054F72-002F-44F7-8123-C9D17E4F3F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dirty="0"/>
              <a:t>Communication via System IP and Device IP addresses</a:t>
            </a:r>
          </a:p>
        </p:txBody>
      </p:sp>
      <p:sp>
        <p:nvSpPr>
          <p:cNvPr id="3" name="Untertitel 2">
            <a:extLst>
              <a:ext uri="{FF2B5EF4-FFF2-40B4-BE49-F238E27FC236}">
                <a16:creationId xmlns:a16="http://schemas.microsoft.com/office/drawing/2014/main" id="{122C1342-8F72-4038-82B4-F97E35E41B70}"/>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1C0CC14D-0E58-4645-954C-174A92FBB5FE}"/>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222559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61C9387D-3785-23E5-D646-D85C095EEDC1}"/>
              </a:ext>
            </a:extLst>
          </p:cNvPr>
          <p:cNvSpPr/>
          <p:nvPr/>
        </p:nvSpPr>
        <p:spPr>
          <a:xfrm>
            <a:off x="7593874" y="1454364"/>
            <a:ext cx="4241075" cy="46416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 name="Rechteck 4">
            <a:extLst>
              <a:ext uri="{FF2B5EF4-FFF2-40B4-BE49-F238E27FC236}">
                <a16:creationId xmlns:a16="http://schemas.microsoft.com/office/drawing/2014/main" id="{3D97401B-2C72-40B9-A165-B3972574BF23}"/>
              </a:ext>
            </a:extLst>
          </p:cNvPr>
          <p:cNvSpPr/>
          <p:nvPr/>
        </p:nvSpPr>
        <p:spPr bwMode="auto">
          <a:xfrm>
            <a:off x="7787307" y="2732114"/>
            <a:ext cx="3850421" cy="405917"/>
          </a:xfrm>
          <a:prstGeom prst="rect">
            <a:avLst/>
          </a:prstGeom>
          <a:noFill/>
          <a:ln>
            <a:solidFill>
              <a:srgbClr val="00B050"/>
            </a:solidFill>
            <a:prstDash val="dash"/>
            <a:extLst>
              <a:ext uri="{C807C97D-BFC1-408E-A445-0C87EB9F89A2}">
                <ask:lineSketchStyleProps xmlns:ask="http://schemas.microsoft.com/office/drawing/2018/sketchyshapes" sd="2504723205">
                  <a:custGeom>
                    <a:avLst/>
                    <a:gdLst>
                      <a:gd name="connsiteX0" fmla="*/ 0 w 3852426"/>
                      <a:gd name="connsiteY0" fmla="*/ 0 h 406128"/>
                      <a:gd name="connsiteX1" fmla="*/ 511822 w 3852426"/>
                      <a:gd name="connsiteY1" fmla="*/ 0 h 406128"/>
                      <a:gd name="connsiteX2" fmla="*/ 1023645 w 3852426"/>
                      <a:gd name="connsiteY2" fmla="*/ 0 h 406128"/>
                      <a:gd name="connsiteX3" fmla="*/ 1535467 w 3852426"/>
                      <a:gd name="connsiteY3" fmla="*/ 0 h 406128"/>
                      <a:gd name="connsiteX4" fmla="*/ 2085814 w 3852426"/>
                      <a:gd name="connsiteY4" fmla="*/ 0 h 406128"/>
                      <a:gd name="connsiteX5" fmla="*/ 2713209 w 3852426"/>
                      <a:gd name="connsiteY5" fmla="*/ 0 h 406128"/>
                      <a:gd name="connsiteX6" fmla="*/ 3302079 w 3852426"/>
                      <a:gd name="connsiteY6" fmla="*/ 0 h 406128"/>
                      <a:gd name="connsiteX7" fmla="*/ 3852426 w 3852426"/>
                      <a:gd name="connsiteY7" fmla="*/ 0 h 406128"/>
                      <a:gd name="connsiteX8" fmla="*/ 3852426 w 3852426"/>
                      <a:gd name="connsiteY8" fmla="*/ 406128 h 406128"/>
                      <a:gd name="connsiteX9" fmla="*/ 3379128 w 3852426"/>
                      <a:gd name="connsiteY9" fmla="*/ 406128 h 406128"/>
                      <a:gd name="connsiteX10" fmla="*/ 2905830 w 3852426"/>
                      <a:gd name="connsiteY10" fmla="*/ 406128 h 406128"/>
                      <a:gd name="connsiteX11" fmla="*/ 2432532 w 3852426"/>
                      <a:gd name="connsiteY11" fmla="*/ 406128 h 406128"/>
                      <a:gd name="connsiteX12" fmla="*/ 1959234 w 3852426"/>
                      <a:gd name="connsiteY12" fmla="*/ 406128 h 406128"/>
                      <a:gd name="connsiteX13" fmla="*/ 1447411 w 3852426"/>
                      <a:gd name="connsiteY13" fmla="*/ 406128 h 406128"/>
                      <a:gd name="connsiteX14" fmla="*/ 1012638 w 3852426"/>
                      <a:gd name="connsiteY14" fmla="*/ 406128 h 406128"/>
                      <a:gd name="connsiteX15" fmla="*/ 500815 w 3852426"/>
                      <a:gd name="connsiteY15" fmla="*/ 406128 h 406128"/>
                      <a:gd name="connsiteX16" fmla="*/ 0 w 3852426"/>
                      <a:gd name="connsiteY16" fmla="*/ 406128 h 406128"/>
                      <a:gd name="connsiteX17" fmla="*/ 0 w 3852426"/>
                      <a:gd name="connsiteY17" fmla="*/ 0 h 406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52426" h="406128" extrusionOk="0">
                        <a:moveTo>
                          <a:pt x="0" y="0"/>
                        </a:moveTo>
                        <a:cubicBezTo>
                          <a:pt x="160979" y="-23277"/>
                          <a:pt x="313014" y="24405"/>
                          <a:pt x="511822" y="0"/>
                        </a:cubicBezTo>
                        <a:cubicBezTo>
                          <a:pt x="710630" y="-24405"/>
                          <a:pt x="860460" y="26988"/>
                          <a:pt x="1023645" y="0"/>
                        </a:cubicBezTo>
                        <a:cubicBezTo>
                          <a:pt x="1186830" y="-26988"/>
                          <a:pt x="1389306" y="48646"/>
                          <a:pt x="1535467" y="0"/>
                        </a:cubicBezTo>
                        <a:cubicBezTo>
                          <a:pt x="1681628" y="-48646"/>
                          <a:pt x="1914274" y="31545"/>
                          <a:pt x="2085814" y="0"/>
                        </a:cubicBezTo>
                        <a:cubicBezTo>
                          <a:pt x="2257354" y="-31545"/>
                          <a:pt x="2431508" y="42479"/>
                          <a:pt x="2713209" y="0"/>
                        </a:cubicBezTo>
                        <a:cubicBezTo>
                          <a:pt x="2994910" y="-42479"/>
                          <a:pt x="3173428" y="5470"/>
                          <a:pt x="3302079" y="0"/>
                        </a:cubicBezTo>
                        <a:cubicBezTo>
                          <a:pt x="3430730" y="-5470"/>
                          <a:pt x="3584262" y="28100"/>
                          <a:pt x="3852426" y="0"/>
                        </a:cubicBezTo>
                        <a:cubicBezTo>
                          <a:pt x="3881086" y="186631"/>
                          <a:pt x="3846254" y="297369"/>
                          <a:pt x="3852426" y="406128"/>
                        </a:cubicBezTo>
                        <a:cubicBezTo>
                          <a:pt x="3717737" y="459097"/>
                          <a:pt x="3584578" y="399265"/>
                          <a:pt x="3379128" y="406128"/>
                        </a:cubicBezTo>
                        <a:cubicBezTo>
                          <a:pt x="3173678" y="412991"/>
                          <a:pt x="3052863" y="398388"/>
                          <a:pt x="2905830" y="406128"/>
                        </a:cubicBezTo>
                        <a:cubicBezTo>
                          <a:pt x="2758797" y="413868"/>
                          <a:pt x="2550466" y="380663"/>
                          <a:pt x="2432532" y="406128"/>
                        </a:cubicBezTo>
                        <a:cubicBezTo>
                          <a:pt x="2314598" y="431593"/>
                          <a:pt x="2125090" y="381687"/>
                          <a:pt x="1959234" y="406128"/>
                        </a:cubicBezTo>
                        <a:cubicBezTo>
                          <a:pt x="1793378" y="430569"/>
                          <a:pt x="1651404" y="358800"/>
                          <a:pt x="1447411" y="406128"/>
                        </a:cubicBezTo>
                        <a:cubicBezTo>
                          <a:pt x="1243418" y="453456"/>
                          <a:pt x="1181737" y="362533"/>
                          <a:pt x="1012638" y="406128"/>
                        </a:cubicBezTo>
                        <a:cubicBezTo>
                          <a:pt x="843539" y="449723"/>
                          <a:pt x="673010" y="391377"/>
                          <a:pt x="500815" y="406128"/>
                        </a:cubicBezTo>
                        <a:cubicBezTo>
                          <a:pt x="328620" y="420879"/>
                          <a:pt x="179953" y="356265"/>
                          <a:pt x="0" y="406128"/>
                        </a:cubicBezTo>
                        <a:cubicBezTo>
                          <a:pt x="-34276" y="294932"/>
                          <a:pt x="38216" y="146647"/>
                          <a:pt x="0" y="0"/>
                        </a:cubicBezTo>
                        <a:close/>
                      </a:path>
                    </a:pathLst>
                  </a:custGeom>
                  <ask:type>
                    <ask:lineSketchNone/>
                  </ask:type>
                </ask:lineSketchStyleProps>
              </a:ext>
            </a:extLst>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4" name="Titel 3"/>
          <p:cNvSpPr>
            <a:spLocks noGrp="1"/>
          </p:cNvSpPr>
          <p:nvPr>
            <p:ph type="title"/>
          </p:nvPr>
        </p:nvSpPr>
        <p:spPr/>
        <p:txBody>
          <a:bodyPr/>
          <a:lstStyle/>
          <a:p>
            <a:r>
              <a:rPr lang="en-US" dirty="0"/>
              <a:t>Communication via System IP</a:t>
            </a:r>
            <a:br>
              <a:rPr lang="en-US" dirty="0"/>
            </a:br>
            <a:r>
              <a:rPr lang="en-US" b="0" dirty="0"/>
              <a:t>IP addresses for the R/H system</a:t>
            </a:r>
          </a:p>
        </p:txBody>
      </p:sp>
      <p:sp>
        <p:nvSpPr>
          <p:cNvPr id="3" name="Fußzeilenplatzhalter 2">
            <a:extLst>
              <a:ext uri="{FF2B5EF4-FFF2-40B4-BE49-F238E27FC236}">
                <a16:creationId xmlns:a16="http://schemas.microsoft.com/office/drawing/2014/main" id="{A1CB4388-9E19-4E16-9DD5-0A87B1239024}"/>
              </a:ext>
            </a:extLst>
          </p:cNvPr>
          <p:cNvSpPr>
            <a:spLocks noGrp="1"/>
          </p:cNvSpPr>
          <p:nvPr>
            <p:ph type="ftr" sz="quarter" idx="10"/>
          </p:nvPr>
        </p:nvSpPr>
        <p:spPr/>
        <p:txBody>
          <a:bodyPr/>
          <a:lstStyle/>
          <a:p>
            <a:pPr>
              <a:lnSpc>
                <a:spcPct val="100000"/>
              </a:lnSpc>
            </a:pPr>
            <a:r>
              <a:rPr lang="en-US" dirty="0"/>
              <a:t>Unrestricted | © Siemens 2022 | DI FA | 08.12.2022</a:t>
            </a:r>
          </a:p>
        </p:txBody>
      </p:sp>
      <p:cxnSp>
        <p:nvCxnSpPr>
          <p:cNvPr id="40" name="Gerade Verbindung 39"/>
          <p:cNvCxnSpPr/>
          <p:nvPr/>
        </p:nvCxnSpPr>
        <p:spPr bwMode="auto">
          <a:xfrm flipH="1">
            <a:off x="10384126" y="4705456"/>
            <a:ext cx="1" cy="4316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Ellipse 40"/>
          <p:cNvSpPr/>
          <p:nvPr/>
        </p:nvSpPr>
        <p:spPr bwMode="auto">
          <a:xfrm>
            <a:off x="8267746" y="4281742"/>
            <a:ext cx="3200264" cy="423486"/>
          </a:xfrm>
          <a:prstGeom prst="ellips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buClr>
                <a:schemeClr val="accent1"/>
              </a:buClr>
              <a:buFont typeface="Wingdings" pitchFamily="2" charset="2"/>
            </a:pPr>
            <a:endParaRPr lang="en-US" sz="900" dirty="0">
              <a:latin typeface="Arial" charset="0"/>
            </a:endParaRPr>
          </a:p>
        </p:txBody>
      </p:sp>
      <p:sp>
        <p:nvSpPr>
          <p:cNvPr id="42" name="Rechteck 41"/>
          <p:cNvSpPr/>
          <p:nvPr/>
        </p:nvSpPr>
        <p:spPr bwMode="auto">
          <a:xfrm>
            <a:off x="10321159" y="4637721"/>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47" name="Rechteck 46"/>
          <p:cNvSpPr/>
          <p:nvPr/>
        </p:nvSpPr>
        <p:spPr bwMode="auto">
          <a:xfrm>
            <a:off x="10457607" y="4249787"/>
            <a:ext cx="79160"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48" name="Gerade Verbindung 47"/>
          <p:cNvCxnSpPr/>
          <p:nvPr/>
        </p:nvCxnSpPr>
        <p:spPr bwMode="auto">
          <a:xfrm>
            <a:off x="10556950" y="3628429"/>
            <a:ext cx="0" cy="68268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Gerade Verbindung 48"/>
          <p:cNvCxnSpPr/>
          <p:nvPr/>
        </p:nvCxnSpPr>
        <p:spPr bwMode="auto">
          <a:xfrm flipH="1">
            <a:off x="10443521" y="3609073"/>
            <a:ext cx="4324" cy="70204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Rechteck 49"/>
          <p:cNvSpPr/>
          <p:nvPr/>
        </p:nvSpPr>
        <p:spPr bwMode="auto">
          <a:xfrm>
            <a:off x="9019817" y="4237082"/>
            <a:ext cx="71963"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51" name="Gerade Verbindung 50"/>
          <p:cNvCxnSpPr/>
          <p:nvPr/>
        </p:nvCxnSpPr>
        <p:spPr bwMode="auto">
          <a:xfrm>
            <a:off x="9005911" y="3628429"/>
            <a:ext cx="0" cy="68268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3" name="Gruppieren 52"/>
          <p:cNvGrpSpPr>
            <a:grpSpLocks noChangeAspect="1"/>
          </p:cNvGrpSpPr>
          <p:nvPr/>
        </p:nvGrpSpPr>
        <p:grpSpPr>
          <a:xfrm>
            <a:off x="10319980" y="4930265"/>
            <a:ext cx="622096" cy="496392"/>
            <a:chOff x="4105359" y="1822075"/>
            <a:chExt cx="4583448" cy="3657299"/>
          </a:xfrm>
        </p:grpSpPr>
        <p:pic>
          <p:nvPicPr>
            <p:cNvPr id="54" name="product_simatic-s7-1500.png"/>
            <p:cNvPicPr>
              <a:picLocks noChangeAspect="1"/>
            </p:cNvPicPr>
            <p:nvPr>
              <p:custDataLst>
                <p:tags r:id="rId17"/>
              </p:custDataLst>
            </p:nvPr>
          </p:nvPicPr>
          <p:blipFill rotWithShape="1">
            <a:blip r:embed="rId23"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55" name="product_simatic-s7-1500.png"/>
            <p:cNvPicPr>
              <a:picLocks noChangeAspect="1"/>
            </p:cNvPicPr>
            <p:nvPr>
              <p:custDataLst>
                <p:tags r:id="rId18"/>
              </p:custDataLst>
            </p:nvPr>
          </p:nvPicPr>
          <p:blipFill rotWithShape="1">
            <a:blip r:embed="rId24"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56" name="product_simatic-s7-1500.png"/>
            <p:cNvPicPr>
              <a:picLocks noChangeAspect="1"/>
            </p:cNvPicPr>
            <p:nvPr>
              <p:custDataLst>
                <p:tags r:id="rId19"/>
              </p:custDataLst>
            </p:nvPr>
          </p:nvPicPr>
          <p:blipFill rotWithShape="1">
            <a:blip r:embed="rId25"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57" name="product_simatic-s7-1500.png"/>
            <p:cNvPicPr>
              <a:picLocks noChangeAspect="1"/>
            </p:cNvPicPr>
            <p:nvPr>
              <p:custDataLst>
                <p:tags r:id="rId20"/>
              </p:custDataLst>
            </p:nvPr>
          </p:nvPicPr>
          <p:blipFill rotWithShape="1">
            <a:blip r:embed="rId26"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cxnSp>
        <p:nvCxnSpPr>
          <p:cNvPr id="58" name="Gerade Verbindung 57"/>
          <p:cNvCxnSpPr/>
          <p:nvPr/>
        </p:nvCxnSpPr>
        <p:spPr bwMode="auto">
          <a:xfrm>
            <a:off x="9108216" y="3627883"/>
            <a:ext cx="0" cy="68323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Gerade Verbindung 75"/>
          <p:cNvCxnSpPr/>
          <p:nvPr/>
        </p:nvCxnSpPr>
        <p:spPr bwMode="auto">
          <a:xfrm>
            <a:off x="7895263" y="2412409"/>
            <a:ext cx="3178236" cy="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4" name="Gerade Verbindung 83"/>
          <p:cNvCxnSpPr>
            <a:cxnSpLocks/>
          </p:cNvCxnSpPr>
          <p:nvPr/>
        </p:nvCxnSpPr>
        <p:spPr bwMode="auto">
          <a:xfrm>
            <a:off x="9075157" y="2412410"/>
            <a:ext cx="0" cy="63941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3" name="Rechteck 82"/>
          <p:cNvSpPr/>
          <p:nvPr/>
        </p:nvSpPr>
        <p:spPr bwMode="auto">
          <a:xfrm>
            <a:off x="9013164" y="234944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cxnSp>
        <p:nvCxnSpPr>
          <p:cNvPr id="89" name="Gerade Verbindung 88"/>
          <p:cNvCxnSpPr>
            <a:cxnSpLocks/>
          </p:cNvCxnSpPr>
          <p:nvPr/>
        </p:nvCxnSpPr>
        <p:spPr bwMode="auto">
          <a:xfrm>
            <a:off x="10531237" y="2412410"/>
            <a:ext cx="1" cy="63941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8" name="Rechteck 87"/>
          <p:cNvSpPr/>
          <p:nvPr/>
        </p:nvSpPr>
        <p:spPr bwMode="auto">
          <a:xfrm>
            <a:off x="10467716" y="234944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98" name="Text Box 16"/>
          <p:cNvSpPr txBox="1">
            <a:spLocks noChangeArrowheads="1"/>
          </p:cNvSpPr>
          <p:nvPr>
            <p:custDataLst>
              <p:tags r:id="rId2"/>
            </p:custDataLst>
          </p:nvPr>
        </p:nvSpPr>
        <p:spPr bwMode="auto">
          <a:xfrm>
            <a:off x="7954072" y="2855557"/>
            <a:ext cx="991742" cy="153808"/>
          </a:xfrm>
          <a:prstGeom prst="rect">
            <a:avLst/>
          </a:prstGeom>
          <a:solidFill>
            <a:srgbClr val="00646E"/>
          </a:solidFill>
          <a:ln>
            <a:noFill/>
          </a:ln>
          <a:effectLst/>
        </p:spPr>
        <p:txBody>
          <a:bodyPr wrap="none" lIns="0" tIns="0" rIns="0" bIns="0">
            <a:spAutoFit/>
          </a:bodyPr>
          <a:lstStyle>
            <a:defPPr>
              <a:defRPr lang="de-DE"/>
            </a:defPPr>
            <a:lvl1pPr eaLnBrk="1" hangingPunct="1">
              <a:defRPr sz="1000" b="1">
                <a:solidFill>
                  <a:schemeClr val="bg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r>
              <a:rPr lang="en-US" altLang="de-DE" sz="999" dirty="0">
                <a:solidFill>
                  <a:schemeClr val="tx1"/>
                </a:solidFill>
              </a:rPr>
              <a:t> X2: System-IP1 </a:t>
            </a:r>
          </a:p>
        </p:txBody>
      </p:sp>
      <p:sp>
        <p:nvSpPr>
          <p:cNvPr id="85" name="Text Box 16"/>
          <p:cNvSpPr txBox="1">
            <a:spLocks noChangeArrowheads="1"/>
          </p:cNvSpPr>
          <p:nvPr>
            <p:custDataLst>
              <p:tags r:id="rId3"/>
            </p:custDataLst>
          </p:nvPr>
        </p:nvSpPr>
        <p:spPr bwMode="auto">
          <a:xfrm>
            <a:off x="9128388" y="2855334"/>
            <a:ext cx="919645" cy="153808"/>
          </a:xfrm>
          <a:prstGeom prst="rect">
            <a:avLst/>
          </a:prstGeom>
          <a:solidFill>
            <a:schemeClr val="l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dirty="0">
                <a:solidFill>
                  <a:srgbClr val="00963F"/>
                </a:solidFill>
              </a:rPr>
              <a:t>X2: Device IP11</a:t>
            </a:r>
          </a:p>
        </p:txBody>
      </p:sp>
      <p:sp>
        <p:nvSpPr>
          <p:cNvPr id="90" name="Text Box 16"/>
          <p:cNvSpPr txBox="1">
            <a:spLocks noChangeArrowheads="1"/>
          </p:cNvSpPr>
          <p:nvPr>
            <p:custDataLst>
              <p:tags r:id="rId4"/>
            </p:custDataLst>
          </p:nvPr>
        </p:nvSpPr>
        <p:spPr bwMode="auto">
          <a:xfrm>
            <a:off x="10589823" y="2855334"/>
            <a:ext cx="919645" cy="153808"/>
          </a:xfrm>
          <a:prstGeom prst="rect">
            <a:avLst/>
          </a:prstGeom>
          <a:solidFill>
            <a:schemeClr val="l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dirty="0">
                <a:solidFill>
                  <a:srgbClr val="00963F"/>
                </a:solidFill>
              </a:rPr>
              <a:t>X2: Device IP12</a:t>
            </a:r>
          </a:p>
        </p:txBody>
      </p:sp>
      <p:grpSp>
        <p:nvGrpSpPr>
          <p:cNvPr id="101" name="Gruppieren 100">
            <a:extLst>
              <a:ext uri="{FF2B5EF4-FFF2-40B4-BE49-F238E27FC236}">
                <a16:creationId xmlns:a16="http://schemas.microsoft.com/office/drawing/2014/main" id="{AF98AA7D-5ED6-4DE1-84B1-3C634D56B8B8}"/>
              </a:ext>
            </a:extLst>
          </p:cNvPr>
          <p:cNvGrpSpPr/>
          <p:nvPr/>
        </p:nvGrpSpPr>
        <p:grpSpPr>
          <a:xfrm>
            <a:off x="8866564" y="3060284"/>
            <a:ext cx="2211725" cy="639977"/>
            <a:chOff x="8964403" y="2948770"/>
            <a:chExt cx="2212877" cy="640310"/>
          </a:xfrm>
          <a:solidFill>
            <a:schemeClr val="tx1"/>
          </a:solidFill>
        </p:grpSpPr>
        <p:grpSp>
          <p:nvGrpSpPr>
            <p:cNvPr id="102" name="Gruppieren 101">
              <a:extLst>
                <a:ext uri="{FF2B5EF4-FFF2-40B4-BE49-F238E27FC236}">
                  <a16:creationId xmlns:a16="http://schemas.microsoft.com/office/drawing/2014/main" id="{8A50578E-071A-4329-9B74-8C91FF8C8FC7}"/>
                </a:ext>
              </a:extLst>
            </p:cNvPr>
            <p:cNvGrpSpPr/>
            <p:nvPr/>
          </p:nvGrpSpPr>
          <p:grpSpPr>
            <a:xfrm>
              <a:off x="8964403" y="2948770"/>
              <a:ext cx="774297" cy="640310"/>
              <a:chOff x="5633257" y="2448326"/>
              <a:chExt cx="3891741" cy="2958295"/>
            </a:xfrm>
            <a:grpFill/>
          </p:grpSpPr>
          <p:pic>
            <p:nvPicPr>
              <p:cNvPr id="110" name="product_simatic-s7-1500.png">
                <a:extLst>
                  <a:ext uri="{FF2B5EF4-FFF2-40B4-BE49-F238E27FC236}">
                    <a16:creationId xmlns:a16="http://schemas.microsoft.com/office/drawing/2014/main" id="{964445CC-ADC3-4954-BFCB-B51D2314EE86}"/>
                  </a:ext>
                </a:extLst>
              </p:cNvPr>
              <p:cNvPicPr>
                <a:picLocks noChangeAspect="1"/>
              </p:cNvPicPr>
              <p:nvPr>
                <p:custDataLst>
                  <p:tags r:id="rId14"/>
                </p:custDataLst>
              </p:nvPr>
            </p:nvPicPr>
            <p:blipFill rotWithShape="1">
              <a:blip r:embed="rId27"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11" name="product_simatic-s7-1500.png">
                <a:extLst>
                  <a:ext uri="{FF2B5EF4-FFF2-40B4-BE49-F238E27FC236}">
                    <a16:creationId xmlns:a16="http://schemas.microsoft.com/office/drawing/2014/main" id="{33EDD6F6-D558-45A4-AE84-F3D0AE5128EE}"/>
                  </a:ext>
                </a:extLst>
              </p:cNvPr>
              <p:cNvPicPr>
                <a:picLocks noChangeAspect="1"/>
              </p:cNvPicPr>
              <p:nvPr>
                <p:custDataLst>
                  <p:tags r:id="rId15"/>
                </p:custDataLst>
              </p:nvPr>
            </p:nvPicPr>
            <p:blipFill rotWithShape="1">
              <a:blip r:embed="rId28"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12" name="product_simatic-s7-1500.png">
                <a:extLst>
                  <a:ext uri="{FF2B5EF4-FFF2-40B4-BE49-F238E27FC236}">
                    <a16:creationId xmlns:a16="http://schemas.microsoft.com/office/drawing/2014/main" id="{DAA299DF-BFB4-4793-8EA9-42E43ADA2A39}"/>
                  </a:ext>
                </a:extLst>
              </p:cNvPr>
              <p:cNvPicPr>
                <a:picLocks noChangeAspect="1"/>
              </p:cNvPicPr>
              <p:nvPr>
                <p:custDataLst>
                  <p:tags r:id="rId16"/>
                </p:custDataLst>
              </p:nvPr>
            </p:nvPicPr>
            <p:blipFill rotWithShape="1">
              <a:blip r:embed="rId28"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03" name="Gruppieren 102">
              <a:extLst>
                <a:ext uri="{FF2B5EF4-FFF2-40B4-BE49-F238E27FC236}">
                  <a16:creationId xmlns:a16="http://schemas.microsoft.com/office/drawing/2014/main" id="{127B06E7-BD99-48ED-8538-26C0109A1D73}"/>
                </a:ext>
              </a:extLst>
            </p:cNvPr>
            <p:cNvGrpSpPr/>
            <p:nvPr/>
          </p:nvGrpSpPr>
          <p:grpSpPr>
            <a:xfrm>
              <a:off x="10402983" y="2948770"/>
              <a:ext cx="774297" cy="640310"/>
              <a:chOff x="5633257" y="2448326"/>
              <a:chExt cx="3891741" cy="2958295"/>
            </a:xfrm>
            <a:grpFill/>
          </p:grpSpPr>
          <p:pic>
            <p:nvPicPr>
              <p:cNvPr id="107" name="product_simatic-s7-1500.png">
                <a:extLst>
                  <a:ext uri="{FF2B5EF4-FFF2-40B4-BE49-F238E27FC236}">
                    <a16:creationId xmlns:a16="http://schemas.microsoft.com/office/drawing/2014/main" id="{654B94E8-3F3A-4F2E-B67C-517FD6DA01A9}"/>
                  </a:ext>
                </a:extLst>
              </p:cNvPr>
              <p:cNvPicPr>
                <a:picLocks noChangeAspect="1"/>
              </p:cNvPicPr>
              <p:nvPr>
                <p:custDataLst>
                  <p:tags r:id="rId11"/>
                </p:custDataLst>
              </p:nvPr>
            </p:nvPicPr>
            <p:blipFill rotWithShape="1">
              <a:blip r:embed="rId27" cstate="print">
                <a:extLst>
                  <a:ext uri="{28A0092B-C50C-407E-A947-70E740481C1C}">
                    <a14:useLocalDpi xmlns:a14="http://schemas.microsoft.com/office/drawing/2010/main" val="0"/>
                  </a:ext>
                </a:extLst>
              </a:blip>
              <a:srcRect l="52991" r="26080"/>
              <a:stretch/>
            </p:blipFill>
            <p:spPr>
              <a:xfrm>
                <a:off x="7181852" y="2448326"/>
                <a:ext cx="1562101" cy="2958295"/>
              </a:xfrm>
              <a:prstGeom prst="rect">
                <a:avLst/>
              </a:prstGeom>
              <a:grpFill/>
            </p:spPr>
          </p:pic>
          <p:pic>
            <p:nvPicPr>
              <p:cNvPr id="108" name="product_simatic-s7-1500.png">
                <a:extLst>
                  <a:ext uri="{FF2B5EF4-FFF2-40B4-BE49-F238E27FC236}">
                    <a16:creationId xmlns:a16="http://schemas.microsoft.com/office/drawing/2014/main" id="{D43B41E8-2567-417C-A654-D26784BF58C1}"/>
                  </a:ext>
                </a:extLst>
              </p:cNvPr>
              <p:cNvPicPr>
                <a:picLocks noChangeAspect="1"/>
              </p:cNvPicPr>
              <p:nvPr>
                <p:custDataLst>
                  <p:tags r:id="rId12"/>
                </p:custDataLst>
              </p:nvPr>
            </p:nvPicPr>
            <p:blipFill rotWithShape="1">
              <a:blip r:embed="rId28"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09" name="product_simatic-s7-1500.png">
                <a:extLst>
                  <a:ext uri="{FF2B5EF4-FFF2-40B4-BE49-F238E27FC236}">
                    <a16:creationId xmlns:a16="http://schemas.microsoft.com/office/drawing/2014/main" id="{BC30A32C-F5D2-42A3-8399-B57D96B38548}"/>
                  </a:ext>
                </a:extLst>
              </p:cNvPr>
              <p:cNvPicPr>
                <a:picLocks noChangeAspect="1"/>
              </p:cNvPicPr>
              <p:nvPr>
                <p:custDataLst>
                  <p:tags r:id="rId13"/>
                </p:custDataLst>
              </p:nvPr>
            </p:nvPicPr>
            <p:blipFill rotWithShape="1">
              <a:blip r:embed="rId28"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04" name="Line 29">
              <a:extLst>
                <a:ext uri="{FF2B5EF4-FFF2-40B4-BE49-F238E27FC236}">
                  <a16:creationId xmlns:a16="http://schemas.microsoft.com/office/drawing/2014/main" id="{B9F8E643-3FE6-423F-A3AC-39C42C78B9A6}"/>
                </a:ext>
              </a:extLst>
            </p:cNvPr>
            <p:cNvSpPr>
              <a:spLocks noChangeShapeType="1"/>
            </p:cNvSpPr>
            <p:nvPr/>
          </p:nvSpPr>
          <p:spPr bwMode="auto">
            <a:xfrm>
              <a:off x="9738701" y="3465004"/>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105" name="Line 30">
              <a:extLst>
                <a:ext uri="{FF2B5EF4-FFF2-40B4-BE49-F238E27FC236}">
                  <a16:creationId xmlns:a16="http://schemas.microsoft.com/office/drawing/2014/main" id="{4F5D554B-7679-45FD-9363-8AC45960B3FB}"/>
                </a:ext>
              </a:extLst>
            </p:cNvPr>
            <p:cNvSpPr>
              <a:spLocks noChangeShapeType="1"/>
            </p:cNvSpPr>
            <p:nvPr/>
          </p:nvSpPr>
          <p:spPr bwMode="auto">
            <a:xfrm>
              <a:off x="9738700" y="3516665"/>
              <a:ext cx="664283"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grpSp>
      <p:sp>
        <p:nvSpPr>
          <p:cNvPr id="115" name="Textfeld 114">
            <a:extLst>
              <a:ext uri="{FF2B5EF4-FFF2-40B4-BE49-F238E27FC236}">
                <a16:creationId xmlns:a16="http://schemas.microsoft.com/office/drawing/2014/main" id="{39F32EEE-EB2E-4C8D-BB33-CB91CCAFA9D5}"/>
              </a:ext>
            </a:extLst>
          </p:cNvPr>
          <p:cNvSpPr txBox="1"/>
          <p:nvPr/>
        </p:nvSpPr>
        <p:spPr>
          <a:xfrm>
            <a:off x="9175193" y="3260061"/>
            <a:ext cx="575764" cy="217929"/>
          </a:xfrm>
          <a:prstGeom prst="rect">
            <a:avLst/>
          </a:prstGeom>
          <a:noFill/>
        </p:spPr>
        <p:txBody>
          <a:bodyPr vert="horz" wrap="none" lIns="0" tIns="0" rIns="0" bIns="0" rtlCol="0">
            <a:noAutofit/>
          </a:bodyPr>
          <a:lstStyle/>
          <a:p>
            <a:pPr fontAlgn="base">
              <a:lnSpc>
                <a:spcPct val="110000"/>
              </a:lnSpc>
              <a:spcAft>
                <a:spcPct val="0"/>
              </a:spcAft>
            </a:pPr>
            <a:r>
              <a:rPr lang="en-US" sz="999" b="1" dirty="0">
                <a:latin typeface="Arial"/>
                <a:ea typeface="Arial Unicode MS" panose="020B0604020202020204" pitchFamily="34" charset="-128"/>
                <a:cs typeface="Arial Unicode MS" panose="020B0604020202020204" pitchFamily="34" charset="-128"/>
              </a:rPr>
              <a:t>Primary</a:t>
            </a:r>
          </a:p>
        </p:txBody>
      </p:sp>
      <p:sp>
        <p:nvSpPr>
          <p:cNvPr id="116" name="Textfeld 115">
            <a:extLst>
              <a:ext uri="{FF2B5EF4-FFF2-40B4-BE49-F238E27FC236}">
                <a16:creationId xmlns:a16="http://schemas.microsoft.com/office/drawing/2014/main" id="{FE8497EF-4BF5-45E4-96D6-1244811D0FD2}"/>
              </a:ext>
            </a:extLst>
          </p:cNvPr>
          <p:cNvSpPr txBox="1"/>
          <p:nvPr/>
        </p:nvSpPr>
        <p:spPr>
          <a:xfrm>
            <a:off x="10623587" y="3264919"/>
            <a:ext cx="575764" cy="217929"/>
          </a:xfrm>
          <a:prstGeom prst="rect">
            <a:avLst/>
          </a:prstGeom>
          <a:noFill/>
        </p:spPr>
        <p:txBody>
          <a:bodyPr vert="horz" wrap="none" lIns="0" tIns="0" rIns="0" bIns="0" rtlCol="0">
            <a:noAutofit/>
          </a:bodyPr>
          <a:lstStyle/>
          <a:p>
            <a:pPr fontAlgn="base">
              <a:lnSpc>
                <a:spcPct val="110000"/>
              </a:lnSpc>
              <a:spcAft>
                <a:spcPct val="0"/>
              </a:spcAft>
            </a:pPr>
            <a:r>
              <a:rPr lang="en-US" sz="999" b="1" dirty="0">
                <a:latin typeface="Arial"/>
                <a:ea typeface="Arial Unicode MS" panose="020B0604020202020204" pitchFamily="34" charset="-128"/>
                <a:cs typeface="Arial Unicode MS" panose="020B0604020202020204" pitchFamily="34" charset="-128"/>
              </a:rPr>
              <a:t>Backup</a:t>
            </a:r>
          </a:p>
        </p:txBody>
      </p:sp>
      <p:sp>
        <p:nvSpPr>
          <p:cNvPr id="61" name="Rechteck 60">
            <a:extLst>
              <a:ext uri="{FF2B5EF4-FFF2-40B4-BE49-F238E27FC236}">
                <a16:creationId xmlns:a16="http://schemas.microsoft.com/office/drawing/2014/main" id="{39EECA34-F480-4A85-BB05-C5D935CF4052}"/>
              </a:ext>
            </a:extLst>
          </p:cNvPr>
          <p:cNvSpPr/>
          <p:nvPr/>
        </p:nvSpPr>
        <p:spPr bwMode="auto">
          <a:xfrm>
            <a:off x="7795054" y="3763587"/>
            <a:ext cx="3850421" cy="405917"/>
          </a:xfrm>
          <a:prstGeom prst="rect">
            <a:avLst/>
          </a:prstGeom>
          <a:noFill/>
          <a:ln>
            <a:solidFill>
              <a:srgbClr val="00B050"/>
            </a:solidFill>
            <a:prstDash val="dash"/>
            <a:extLst>
              <a:ext uri="{C807C97D-BFC1-408E-A445-0C87EB9F89A2}">
                <ask:lineSketchStyleProps xmlns:ask="http://schemas.microsoft.com/office/drawing/2018/sketchyshapes" sd="2504723205">
                  <a:custGeom>
                    <a:avLst/>
                    <a:gdLst>
                      <a:gd name="connsiteX0" fmla="*/ 0 w 3852426"/>
                      <a:gd name="connsiteY0" fmla="*/ 0 h 406128"/>
                      <a:gd name="connsiteX1" fmla="*/ 511822 w 3852426"/>
                      <a:gd name="connsiteY1" fmla="*/ 0 h 406128"/>
                      <a:gd name="connsiteX2" fmla="*/ 1023645 w 3852426"/>
                      <a:gd name="connsiteY2" fmla="*/ 0 h 406128"/>
                      <a:gd name="connsiteX3" fmla="*/ 1535467 w 3852426"/>
                      <a:gd name="connsiteY3" fmla="*/ 0 h 406128"/>
                      <a:gd name="connsiteX4" fmla="*/ 2085814 w 3852426"/>
                      <a:gd name="connsiteY4" fmla="*/ 0 h 406128"/>
                      <a:gd name="connsiteX5" fmla="*/ 2713209 w 3852426"/>
                      <a:gd name="connsiteY5" fmla="*/ 0 h 406128"/>
                      <a:gd name="connsiteX6" fmla="*/ 3302079 w 3852426"/>
                      <a:gd name="connsiteY6" fmla="*/ 0 h 406128"/>
                      <a:gd name="connsiteX7" fmla="*/ 3852426 w 3852426"/>
                      <a:gd name="connsiteY7" fmla="*/ 0 h 406128"/>
                      <a:gd name="connsiteX8" fmla="*/ 3852426 w 3852426"/>
                      <a:gd name="connsiteY8" fmla="*/ 406128 h 406128"/>
                      <a:gd name="connsiteX9" fmla="*/ 3379128 w 3852426"/>
                      <a:gd name="connsiteY9" fmla="*/ 406128 h 406128"/>
                      <a:gd name="connsiteX10" fmla="*/ 2905830 w 3852426"/>
                      <a:gd name="connsiteY10" fmla="*/ 406128 h 406128"/>
                      <a:gd name="connsiteX11" fmla="*/ 2432532 w 3852426"/>
                      <a:gd name="connsiteY11" fmla="*/ 406128 h 406128"/>
                      <a:gd name="connsiteX12" fmla="*/ 1959234 w 3852426"/>
                      <a:gd name="connsiteY12" fmla="*/ 406128 h 406128"/>
                      <a:gd name="connsiteX13" fmla="*/ 1447411 w 3852426"/>
                      <a:gd name="connsiteY13" fmla="*/ 406128 h 406128"/>
                      <a:gd name="connsiteX14" fmla="*/ 1012638 w 3852426"/>
                      <a:gd name="connsiteY14" fmla="*/ 406128 h 406128"/>
                      <a:gd name="connsiteX15" fmla="*/ 500815 w 3852426"/>
                      <a:gd name="connsiteY15" fmla="*/ 406128 h 406128"/>
                      <a:gd name="connsiteX16" fmla="*/ 0 w 3852426"/>
                      <a:gd name="connsiteY16" fmla="*/ 406128 h 406128"/>
                      <a:gd name="connsiteX17" fmla="*/ 0 w 3852426"/>
                      <a:gd name="connsiteY17" fmla="*/ 0 h 406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52426" h="406128" extrusionOk="0">
                        <a:moveTo>
                          <a:pt x="0" y="0"/>
                        </a:moveTo>
                        <a:cubicBezTo>
                          <a:pt x="160979" y="-23277"/>
                          <a:pt x="313014" y="24405"/>
                          <a:pt x="511822" y="0"/>
                        </a:cubicBezTo>
                        <a:cubicBezTo>
                          <a:pt x="710630" y="-24405"/>
                          <a:pt x="860460" y="26988"/>
                          <a:pt x="1023645" y="0"/>
                        </a:cubicBezTo>
                        <a:cubicBezTo>
                          <a:pt x="1186830" y="-26988"/>
                          <a:pt x="1389306" y="48646"/>
                          <a:pt x="1535467" y="0"/>
                        </a:cubicBezTo>
                        <a:cubicBezTo>
                          <a:pt x="1681628" y="-48646"/>
                          <a:pt x="1914274" y="31545"/>
                          <a:pt x="2085814" y="0"/>
                        </a:cubicBezTo>
                        <a:cubicBezTo>
                          <a:pt x="2257354" y="-31545"/>
                          <a:pt x="2431508" y="42479"/>
                          <a:pt x="2713209" y="0"/>
                        </a:cubicBezTo>
                        <a:cubicBezTo>
                          <a:pt x="2994910" y="-42479"/>
                          <a:pt x="3173428" y="5470"/>
                          <a:pt x="3302079" y="0"/>
                        </a:cubicBezTo>
                        <a:cubicBezTo>
                          <a:pt x="3430730" y="-5470"/>
                          <a:pt x="3584262" y="28100"/>
                          <a:pt x="3852426" y="0"/>
                        </a:cubicBezTo>
                        <a:cubicBezTo>
                          <a:pt x="3881086" y="186631"/>
                          <a:pt x="3846254" y="297369"/>
                          <a:pt x="3852426" y="406128"/>
                        </a:cubicBezTo>
                        <a:cubicBezTo>
                          <a:pt x="3717737" y="459097"/>
                          <a:pt x="3584578" y="399265"/>
                          <a:pt x="3379128" y="406128"/>
                        </a:cubicBezTo>
                        <a:cubicBezTo>
                          <a:pt x="3173678" y="412991"/>
                          <a:pt x="3052863" y="398388"/>
                          <a:pt x="2905830" y="406128"/>
                        </a:cubicBezTo>
                        <a:cubicBezTo>
                          <a:pt x="2758797" y="413868"/>
                          <a:pt x="2550466" y="380663"/>
                          <a:pt x="2432532" y="406128"/>
                        </a:cubicBezTo>
                        <a:cubicBezTo>
                          <a:pt x="2314598" y="431593"/>
                          <a:pt x="2125090" y="381687"/>
                          <a:pt x="1959234" y="406128"/>
                        </a:cubicBezTo>
                        <a:cubicBezTo>
                          <a:pt x="1793378" y="430569"/>
                          <a:pt x="1651404" y="358800"/>
                          <a:pt x="1447411" y="406128"/>
                        </a:cubicBezTo>
                        <a:cubicBezTo>
                          <a:pt x="1243418" y="453456"/>
                          <a:pt x="1181737" y="362533"/>
                          <a:pt x="1012638" y="406128"/>
                        </a:cubicBezTo>
                        <a:cubicBezTo>
                          <a:pt x="843539" y="449723"/>
                          <a:pt x="673010" y="391377"/>
                          <a:pt x="500815" y="406128"/>
                        </a:cubicBezTo>
                        <a:cubicBezTo>
                          <a:pt x="328620" y="420879"/>
                          <a:pt x="179953" y="356265"/>
                          <a:pt x="0" y="406128"/>
                        </a:cubicBezTo>
                        <a:cubicBezTo>
                          <a:pt x="-34276" y="294932"/>
                          <a:pt x="38216" y="146647"/>
                          <a:pt x="0" y="0"/>
                        </a:cubicBezTo>
                        <a:close/>
                      </a:path>
                    </a:pathLst>
                  </a:custGeom>
                  <ask:type>
                    <ask:lineSketchNone/>
                  </ask:type>
                </ask:lineSketchStyleProps>
              </a:ext>
            </a:extLst>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62" name="Text Box 16">
            <a:extLst>
              <a:ext uri="{FF2B5EF4-FFF2-40B4-BE49-F238E27FC236}">
                <a16:creationId xmlns:a16="http://schemas.microsoft.com/office/drawing/2014/main" id="{958B7D1C-2380-4BC8-85B5-E50FD0CD638F}"/>
              </a:ext>
            </a:extLst>
          </p:cNvPr>
          <p:cNvSpPr txBox="1">
            <a:spLocks noChangeArrowheads="1"/>
          </p:cNvSpPr>
          <p:nvPr>
            <p:custDataLst>
              <p:tags r:id="rId5"/>
            </p:custDataLst>
          </p:nvPr>
        </p:nvSpPr>
        <p:spPr bwMode="auto">
          <a:xfrm>
            <a:off x="7953629" y="3887029"/>
            <a:ext cx="991742" cy="153808"/>
          </a:xfrm>
          <a:prstGeom prst="rect">
            <a:avLst/>
          </a:prstGeom>
          <a:solidFill>
            <a:srgbClr val="00646E"/>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t> X1: System-IP2 </a:t>
            </a:r>
          </a:p>
        </p:txBody>
      </p:sp>
      <p:sp>
        <p:nvSpPr>
          <p:cNvPr id="63" name="Text Box 16">
            <a:extLst>
              <a:ext uri="{FF2B5EF4-FFF2-40B4-BE49-F238E27FC236}">
                <a16:creationId xmlns:a16="http://schemas.microsoft.com/office/drawing/2014/main" id="{93E2ADE0-286F-4CEE-BCB5-190990BBD948}"/>
              </a:ext>
            </a:extLst>
          </p:cNvPr>
          <p:cNvSpPr txBox="1">
            <a:spLocks noChangeArrowheads="1"/>
          </p:cNvSpPr>
          <p:nvPr>
            <p:custDataLst>
              <p:tags r:id="rId6"/>
            </p:custDataLst>
          </p:nvPr>
        </p:nvSpPr>
        <p:spPr bwMode="auto">
          <a:xfrm>
            <a:off x="9136135" y="3886807"/>
            <a:ext cx="919645" cy="153808"/>
          </a:xfrm>
          <a:prstGeom prst="rect">
            <a:avLst/>
          </a:prstGeom>
          <a:solidFill>
            <a:schemeClr val="l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dirty="0">
                <a:solidFill>
                  <a:srgbClr val="00963F"/>
                </a:solidFill>
              </a:rPr>
              <a:t>X1: Device IP21</a:t>
            </a:r>
          </a:p>
        </p:txBody>
      </p:sp>
      <p:sp>
        <p:nvSpPr>
          <p:cNvPr id="64" name="Text Box 16">
            <a:extLst>
              <a:ext uri="{FF2B5EF4-FFF2-40B4-BE49-F238E27FC236}">
                <a16:creationId xmlns:a16="http://schemas.microsoft.com/office/drawing/2014/main" id="{43107ACF-0DF3-4A2D-B308-9D8E8B595C0F}"/>
              </a:ext>
            </a:extLst>
          </p:cNvPr>
          <p:cNvSpPr txBox="1">
            <a:spLocks noChangeArrowheads="1"/>
          </p:cNvSpPr>
          <p:nvPr>
            <p:custDataLst>
              <p:tags r:id="rId7"/>
            </p:custDataLst>
          </p:nvPr>
        </p:nvSpPr>
        <p:spPr bwMode="auto">
          <a:xfrm>
            <a:off x="10597570" y="3886807"/>
            <a:ext cx="919645" cy="153808"/>
          </a:xfrm>
          <a:prstGeom prst="rect">
            <a:avLst/>
          </a:prstGeom>
          <a:solidFill>
            <a:schemeClr val="l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dirty="0">
                <a:solidFill>
                  <a:srgbClr val="00963F"/>
                </a:solidFill>
              </a:rPr>
              <a:t>X1: Device IP22</a:t>
            </a:r>
          </a:p>
        </p:txBody>
      </p:sp>
      <p:sp>
        <p:nvSpPr>
          <p:cNvPr id="81" name="Richtungspfeil 4">
            <a:extLst>
              <a:ext uri="{FF2B5EF4-FFF2-40B4-BE49-F238E27FC236}">
                <a16:creationId xmlns:a16="http://schemas.microsoft.com/office/drawing/2014/main" id="{73FA5318-9805-4F18-9B2B-AEF3C75802C5}"/>
              </a:ext>
            </a:extLst>
          </p:cNvPr>
          <p:cNvSpPr>
            <a:spLocks/>
          </p:cNvSpPr>
          <p:nvPr/>
        </p:nvSpPr>
        <p:spPr bwMode="gray">
          <a:xfrm>
            <a:off x="621588" y="1454364"/>
            <a:ext cx="6561555" cy="1974636"/>
          </a:xfrm>
          <a:prstGeom prst="rect">
            <a:avLst/>
          </a:prstGeom>
          <a:gradFill flip="none" rotWithShape="1">
            <a:gsLst>
              <a:gs pos="83000">
                <a:srgbClr val="41AAC8"/>
              </a:gs>
              <a:gs pos="50000">
                <a:srgbClr val="32A0A0"/>
              </a:gs>
              <a:gs pos="0">
                <a:srgbClr val="4BB9B9"/>
              </a:gs>
              <a:gs pos="100000">
                <a:srgbClr val="2387AA"/>
              </a:gs>
            </a:gsLst>
            <a:lin ang="0" scaled="0"/>
            <a:tileRect/>
          </a:gradFill>
          <a:ln w="9525">
            <a:noFill/>
            <a:miter lim="800000"/>
            <a:headEnd/>
            <a:tailEnd/>
          </a:ln>
        </p:spPr>
        <p:txBody>
          <a:bodyPr vert="horz" wrap="square" lIns="143925" tIns="143925" rIns="0" bIns="143925" numCol="1" anchor="t" anchorCtr="0" compatLnSpc="1">
            <a:prstTxWarp prst="textNoShape">
              <a:avLst/>
            </a:prstTxWarp>
            <a:noAutofit/>
          </a:bodyPr>
          <a:lstStyle>
            <a:defPPr>
              <a:defRPr lang="de-DE"/>
            </a:defPPr>
            <a:lvl1pPr algn="l" rtl="0" fontAlgn="base">
              <a:spcBef>
                <a:spcPct val="50000"/>
              </a:spcBef>
              <a:spcAft>
                <a:spcPct val="0"/>
              </a:spcAft>
              <a:defRPr kern="1200">
                <a:solidFill>
                  <a:schemeClr val="bg2"/>
                </a:solidFill>
                <a:latin typeface="Arial" pitchFamily="34" charset="0"/>
                <a:ea typeface="ＭＳ Ｐゴシック" charset="-128"/>
                <a:cs typeface="+mn-cs"/>
              </a:defRPr>
            </a:lvl1pPr>
            <a:lvl2pPr marL="457200" algn="l" rtl="0" fontAlgn="base">
              <a:spcBef>
                <a:spcPct val="50000"/>
              </a:spcBef>
              <a:spcAft>
                <a:spcPct val="0"/>
              </a:spcAft>
              <a:defRPr kern="1200">
                <a:solidFill>
                  <a:schemeClr val="bg2"/>
                </a:solidFill>
                <a:latin typeface="Arial" pitchFamily="34" charset="0"/>
                <a:ea typeface="ＭＳ Ｐゴシック" charset="-128"/>
                <a:cs typeface="+mn-cs"/>
              </a:defRPr>
            </a:lvl2pPr>
            <a:lvl3pPr marL="914400" algn="l" rtl="0" fontAlgn="base">
              <a:spcBef>
                <a:spcPct val="50000"/>
              </a:spcBef>
              <a:spcAft>
                <a:spcPct val="0"/>
              </a:spcAft>
              <a:defRPr kern="1200">
                <a:solidFill>
                  <a:schemeClr val="bg2"/>
                </a:solidFill>
                <a:latin typeface="Arial" pitchFamily="34" charset="0"/>
                <a:ea typeface="ＭＳ Ｐゴシック" charset="-128"/>
                <a:cs typeface="+mn-cs"/>
              </a:defRPr>
            </a:lvl3pPr>
            <a:lvl4pPr marL="1371600" algn="l" rtl="0" fontAlgn="base">
              <a:spcBef>
                <a:spcPct val="50000"/>
              </a:spcBef>
              <a:spcAft>
                <a:spcPct val="0"/>
              </a:spcAft>
              <a:defRPr kern="1200">
                <a:solidFill>
                  <a:schemeClr val="bg2"/>
                </a:solidFill>
                <a:latin typeface="Arial" pitchFamily="34" charset="0"/>
                <a:ea typeface="ＭＳ Ｐゴシック" charset="-128"/>
                <a:cs typeface="+mn-cs"/>
              </a:defRPr>
            </a:lvl4pPr>
            <a:lvl5pPr marL="1828800" algn="l" rtl="0" fontAlgn="base">
              <a:spcBef>
                <a:spcPct val="50000"/>
              </a:spcBef>
              <a:spcAft>
                <a:spcPct val="0"/>
              </a:spcAft>
              <a:defRPr kern="1200">
                <a:solidFill>
                  <a:schemeClr val="bg2"/>
                </a:solidFill>
                <a:latin typeface="Arial" pitchFamily="34" charset="0"/>
                <a:ea typeface="ＭＳ Ｐゴシック" charset="-128"/>
                <a:cs typeface="+mn-cs"/>
              </a:defRPr>
            </a:lvl5pPr>
            <a:lvl6pPr marL="2286000" algn="l" defTabSz="914400" rtl="0" eaLnBrk="1" latinLnBrk="0" hangingPunct="1">
              <a:defRPr kern="1200">
                <a:solidFill>
                  <a:schemeClr val="bg2"/>
                </a:solidFill>
                <a:latin typeface="Arial" pitchFamily="34" charset="0"/>
                <a:ea typeface="ＭＳ Ｐゴシック" charset="-128"/>
                <a:cs typeface="+mn-cs"/>
              </a:defRPr>
            </a:lvl6pPr>
            <a:lvl7pPr marL="2743200" algn="l" defTabSz="914400" rtl="0" eaLnBrk="1" latinLnBrk="0" hangingPunct="1">
              <a:defRPr kern="1200">
                <a:solidFill>
                  <a:schemeClr val="bg2"/>
                </a:solidFill>
                <a:latin typeface="Arial" pitchFamily="34" charset="0"/>
                <a:ea typeface="ＭＳ Ｐゴシック" charset="-128"/>
                <a:cs typeface="+mn-cs"/>
              </a:defRPr>
            </a:lvl7pPr>
            <a:lvl8pPr marL="3200400" algn="l" defTabSz="914400" rtl="0" eaLnBrk="1" latinLnBrk="0" hangingPunct="1">
              <a:defRPr kern="1200">
                <a:solidFill>
                  <a:schemeClr val="bg2"/>
                </a:solidFill>
                <a:latin typeface="Arial" pitchFamily="34" charset="0"/>
                <a:ea typeface="ＭＳ Ｐゴシック" charset="-128"/>
                <a:cs typeface="+mn-cs"/>
              </a:defRPr>
            </a:lvl8pPr>
            <a:lvl9pPr marL="3657600" algn="l" defTabSz="914400" rtl="0" eaLnBrk="1" latinLnBrk="0" hangingPunct="1">
              <a:defRPr kern="1200">
                <a:solidFill>
                  <a:schemeClr val="bg2"/>
                </a:solidFill>
                <a:latin typeface="Arial" pitchFamily="34" charset="0"/>
                <a:ea typeface="ＭＳ Ｐゴシック" charset="-128"/>
                <a:cs typeface="+mn-cs"/>
              </a:defRPr>
            </a:lvl9pPr>
          </a:lstStyle>
          <a:p>
            <a:pPr>
              <a:spcBef>
                <a:spcPts val="0"/>
              </a:spcBef>
              <a:spcAft>
                <a:spcPts val="1199"/>
              </a:spcAft>
            </a:pPr>
            <a:r>
              <a:rPr lang="en-US" sz="1799" dirty="0">
                <a:solidFill>
                  <a:schemeClr val="bg1"/>
                </a:solidFill>
                <a:ea typeface="+mj-ea"/>
                <a:cs typeface="Arial" pitchFamily="34" charset="0"/>
              </a:rPr>
              <a:t>In addition to the Device IP addresses, for each interface pair of the R/H system, another </a:t>
            </a:r>
            <a:br>
              <a:rPr lang="en-US" sz="1799" dirty="0">
                <a:solidFill>
                  <a:schemeClr val="bg1"/>
                </a:solidFill>
                <a:ea typeface="+mj-ea"/>
                <a:cs typeface="Arial" pitchFamily="34" charset="0"/>
              </a:rPr>
            </a:br>
            <a:r>
              <a:rPr lang="en-US" sz="1799" dirty="0">
                <a:solidFill>
                  <a:schemeClr val="bg1"/>
                </a:solidFill>
                <a:ea typeface="+mj-ea"/>
                <a:cs typeface="Arial" pitchFamily="34" charset="0"/>
              </a:rPr>
              <a:t>System IP address can be activated. </a:t>
            </a:r>
          </a:p>
        </p:txBody>
      </p:sp>
      <p:sp>
        <p:nvSpPr>
          <p:cNvPr id="59" name="Text Box 16">
            <a:extLst>
              <a:ext uri="{FF2B5EF4-FFF2-40B4-BE49-F238E27FC236}">
                <a16:creationId xmlns:a16="http://schemas.microsoft.com/office/drawing/2014/main" id="{682E7E89-9C37-4712-A77D-D3AB8841651A}"/>
              </a:ext>
            </a:extLst>
          </p:cNvPr>
          <p:cNvSpPr txBox="1">
            <a:spLocks noChangeArrowheads="1"/>
          </p:cNvSpPr>
          <p:nvPr>
            <p:custDataLst>
              <p:tags r:id="rId8"/>
            </p:custDataLst>
          </p:nvPr>
        </p:nvSpPr>
        <p:spPr bwMode="auto">
          <a:xfrm>
            <a:off x="7835961" y="2539717"/>
            <a:ext cx="679673" cy="153760"/>
          </a:xfrm>
          <a:prstGeom prst="rect">
            <a:avLst/>
          </a:prstGeom>
          <a:solidFill>
            <a:schemeClr val="l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dirty="0">
                <a:solidFill>
                  <a:srgbClr val="00963F"/>
                </a:solidFill>
              </a:rPr>
              <a:t>X2 interface</a:t>
            </a:r>
          </a:p>
        </p:txBody>
      </p:sp>
      <p:sp>
        <p:nvSpPr>
          <p:cNvPr id="60" name="Text Box 16">
            <a:extLst>
              <a:ext uri="{FF2B5EF4-FFF2-40B4-BE49-F238E27FC236}">
                <a16:creationId xmlns:a16="http://schemas.microsoft.com/office/drawing/2014/main" id="{22505248-A8C9-4EDE-8C2E-BF6E05097951}"/>
              </a:ext>
            </a:extLst>
          </p:cNvPr>
          <p:cNvSpPr txBox="1">
            <a:spLocks noChangeArrowheads="1"/>
          </p:cNvSpPr>
          <p:nvPr>
            <p:custDataLst>
              <p:tags r:id="rId9"/>
            </p:custDataLst>
          </p:nvPr>
        </p:nvSpPr>
        <p:spPr bwMode="auto">
          <a:xfrm>
            <a:off x="7831411" y="3591408"/>
            <a:ext cx="679673" cy="153760"/>
          </a:xfrm>
          <a:prstGeom prst="rect">
            <a:avLst/>
          </a:prstGeom>
          <a:solidFill>
            <a:schemeClr val="l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dirty="0">
                <a:solidFill>
                  <a:srgbClr val="00963F"/>
                </a:solidFill>
              </a:rPr>
              <a:t>X1 interface</a:t>
            </a:r>
          </a:p>
        </p:txBody>
      </p:sp>
      <p:cxnSp>
        <p:nvCxnSpPr>
          <p:cNvPr id="80" name="Gerade Verbindung 38">
            <a:extLst>
              <a:ext uri="{FF2B5EF4-FFF2-40B4-BE49-F238E27FC236}">
                <a16:creationId xmlns:a16="http://schemas.microsoft.com/office/drawing/2014/main" id="{67BCC404-187A-4DEC-BD4D-608BFAB8DC25}"/>
              </a:ext>
            </a:extLst>
          </p:cNvPr>
          <p:cNvCxnSpPr>
            <a:stCxn id="82" idx="2"/>
          </p:cNvCxnSpPr>
          <p:nvPr/>
        </p:nvCxnSpPr>
        <p:spPr bwMode="auto">
          <a:xfrm>
            <a:off x="9404782" y="4742937"/>
            <a:ext cx="1" cy="17973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Rechteck 81">
            <a:extLst>
              <a:ext uri="{FF2B5EF4-FFF2-40B4-BE49-F238E27FC236}">
                <a16:creationId xmlns:a16="http://schemas.microsoft.com/office/drawing/2014/main" id="{BB87A41E-3703-4411-8F64-7FB9E48CD41B}"/>
              </a:ext>
            </a:extLst>
          </p:cNvPr>
          <p:cNvSpPr/>
          <p:nvPr/>
        </p:nvSpPr>
        <p:spPr bwMode="auto">
          <a:xfrm>
            <a:off x="9341815" y="461700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pic>
        <p:nvPicPr>
          <p:cNvPr id="87" name="product_comfort-panel.png">
            <a:extLst>
              <a:ext uri="{FF2B5EF4-FFF2-40B4-BE49-F238E27FC236}">
                <a16:creationId xmlns:a16="http://schemas.microsoft.com/office/drawing/2014/main" id="{3ED79681-E41D-45BA-A57A-46002D9E92D5}"/>
              </a:ext>
            </a:extLst>
          </p:cNvPr>
          <p:cNvPicPr>
            <a:picLocks noChangeAspect="1"/>
          </p:cNvPicPr>
          <p:nvPr>
            <p:custDataLst>
              <p:tags r:id="rId10"/>
            </p:custDataLst>
          </p:nvPr>
        </p:nvPicPr>
        <p:blipFill rotWithShape="1">
          <a:blip r:embed="rId29" cstate="print">
            <a:extLst>
              <a:ext uri="{28A0092B-C50C-407E-A947-70E740481C1C}">
                <a14:useLocalDpi xmlns:a14="http://schemas.microsoft.com/office/drawing/2010/main" val="0"/>
              </a:ext>
            </a:extLst>
          </a:blip>
          <a:srcRect t="8123" b="8285"/>
          <a:stretch/>
        </p:blipFill>
        <p:spPr>
          <a:xfrm>
            <a:off x="9133612" y="4922672"/>
            <a:ext cx="602914" cy="503984"/>
          </a:xfrm>
          <a:prstGeom prst="rect">
            <a:avLst/>
          </a:prstGeom>
        </p:spPr>
      </p:pic>
      <p:sp>
        <p:nvSpPr>
          <p:cNvPr id="7" name="Rechteck 6">
            <a:extLst>
              <a:ext uri="{FF2B5EF4-FFF2-40B4-BE49-F238E27FC236}">
                <a16:creationId xmlns:a16="http://schemas.microsoft.com/office/drawing/2014/main" id="{01BF0153-2C5D-513B-F3AD-0FC865553CA7}"/>
              </a:ext>
            </a:extLst>
          </p:cNvPr>
          <p:cNvSpPr/>
          <p:nvPr/>
        </p:nvSpPr>
        <p:spPr>
          <a:xfrm>
            <a:off x="8906153" y="3113848"/>
            <a:ext cx="205871" cy="26614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8" name="Rechteck 7">
            <a:extLst>
              <a:ext uri="{FF2B5EF4-FFF2-40B4-BE49-F238E27FC236}">
                <a16:creationId xmlns:a16="http://schemas.microsoft.com/office/drawing/2014/main" id="{E6B19D6B-F301-E73D-0948-EA4A676155BA}"/>
              </a:ext>
            </a:extLst>
          </p:cNvPr>
          <p:cNvSpPr/>
          <p:nvPr/>
        </p:nvSpPr>
        <p:spPr>
          <a:xfrm>
            <a:off x="10347380" y="3113848"/>
            <a:ext cx="205871" cy="26614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9" name="Grafik 8">
            <a:extLst>
              <a:ext uri="{FF2B5EF4-FFF2-40B4-BE49-F238E27FC236}">
                <a16:creationId xmlns:a16="http://schemas.microsoft.com/office/drawing/2014/main" id="{AC2AA4E5-E76F-E061-96F3-06BDBCD20338}"/>
              </a:ext>
            </a:extLst>
          </p:cNvPr>
          <p:cNvPicPr>
            <a:picLocks noChangeAspect="1"/>
          </p:cNvPicPr>
          <p:nvPr/>
        </p:nvPicPr>
        <p:blipFill>
          <a:blip r:embed="rId30"/>
          <a:stretch>
            <a:fillRect/>
          </a:stretch>
        </p:blipFill>
        <p:spPr>
          <a:xfrm>
            <a:off x="612592" y="3771021"/>
            <a:ext cx="6560224" cy="1590069"/>
          </a:xfrm>
          <a:prstGeom prst="rect">
            <a:avLst/>
          </a:prstGeom>
        </p:spPr>
      </p:pic>
    </p:spTree>
    <p:custDataLst>
      <p:tags r:id="rId1"/>
    </p:custDataLst>
    <p:extLst>
      <p:ext uri="{BB962C8B-B14F-4D97-AF65-F5344CB8AC3E}">
        <p14:creationId xmlns:p14="http://schemas.microsoft.com/office/powerpoint/2010/main" val="4040070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40534647-9ED3-8A34-0083-B54A651288E4}"/>
              </a:ext>
            </a:extLst>
          </p:cNvPr>
          <p:cNvSpPr/>
          <p:nvPr/>
        </p:nvSpPr>
        <p:spPr>
          <a:xfrm>
            <a:off x="7593874" y="1454364"/>
            <a:ext cx="4241075" cy="46416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 name="Titel 3"/>
          <p:cNvSpPr>
            <a:spLocks noGrp="1"/>
          </p:cNvSpPr>
          <p:nvPr>
            <p:ph type="title"/>
          </p:nvPr>
        </p:nvSpPr>
        <p:spPr/>
        <p:txBody>
          <a:bodyPr/>
          <a:lstStyle/>
          <a:p>
            <a:r>
              <a:rPr lang="en-US" dirty="0"/>
              <a:t>Communication via System IP</a:t>
            </a:r>
            <a:br>
              <a:rPr lang="en-US" dirty="0"/>
            </a:br>
            <a:r>
              <a:rPr lang="en-US" b="0" dirty="0"/>
              <a:t>Behavior </a:t>
            </a:r>
            <a:r>
              <a:rPr lang="en-US" dirty="0">
                <a:solidFill>
                  <a:schemeClr val="bg1"/>
                </a:solidFill>
                <a:cs typeface="Arial" pitchFamily="34" charset="0"/>
              </a:rPr>
              <a:t>assigned to the primary CPU.</a:t>
            </a:r>
            <a:endParaRPr lang="en-US" b="0" dirty="0"/>
          </a:p>
        </p:txBody>
      </p:sp>
      <p:sp>
        <p:nvSpPr>
          <p:cNvPr id="2" name="Fußzeilenplatzhalter 1">
            <a:extLst>
              <a:ext uri="{FF2B5EF4-FFF2-40B4-BE49-F238E27FC236}">
                <a16:creationId xmlns:a16="http://schemas.microsoft.com/office/drawing/2014/main" id="{7540EA21-2211-4181-BD05-95D33FA0048E}"/>
              </a:ext>
            </a:extLst>
          </p:cNvPr>
          <p:cNvSpPr>
            <a:spLocks noGrp="1"/>
          </p:cNvSpPr>
          <p:nvPr>
            <p:ph type="ftr" sz="quarter" idx="10"/>
          </p:nvPr>
        </p:nvSpPr>
        <p:spPr/>
        <p:txBody>
          <a:bodyPr/>
          <a:lstStyle/>
          <a:p>
            <a:pPr>
              <a:lnSpc>
                <a:spcPct val="100000"/>
              </a:lnSpc>
            </a:pPr>
            <a:r>
              <a:rPr lang="en-US" dirty="0"/>
              <a:t>Unrestricted | © Siemens 2022 | DI FA | 08.12.2022</a:t>
            </a:r>
          </a:p>
        </p:txBody>
      </p:sp>
      <p:cxnSp>
        <p:nvCxnSpPr>
          <p:cNvPr id="40" name="Gerade Verbindung 39"/>
          <p:cNvCxnSpPr/>
          <p:nvPr/>
        </p:nvCxnSpPr>
        <p:spPr bwMode="auto">
          <a:xfrm flipH="1">
            <a:off x="10384126" y="4705456"/>
            <a:ext cx="1" cy="4316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Ellipse 40"/>
          <p:cNvSpPr/>
          <p:nvPr/>
        </p:nvSpPr>
        <p:spPr bwMode="auto">
          <a:xfrm>
            <a:off x="8267746" y="4281742"/>
            <a:ext cx="3200264" cy="423486"/>
          </a:xfrm>
          <a:prstGeom prst="ellips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buClr>
                <a:schemeClr val="accent1"/>
              </a:buClr>
              <a:buFont typeface="Wingdings" pitchFamily="2" charset="2"/>
            </a:pPr>
            <a:endParaRPr lang="en-US" sz="900" dirty="0">
              <a:latin typeface="Arial" charset="0"/>
            </a:endParaRPr>
          </a:p>
        </p:txBody>
      </p:sp>
      <p:sp>
        <p:nvSpPr>
          <p:cNvPr id="42" name="Rechteck 41"/>
          <p:cNvSpPr/>
          <p:nvPr/>
        </p:nvSpPr>
        <p:spPr bwMode="auto">
          <a:xfrm>
            <a:off x="10321159" y="4637721"/>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47" name="Rechteck 46"/>
          <p:cNvSpPr/>
          <p:nvPr/>
        </p:nvSpPr>
        <p:spPr bwMode="auto">
          <a:xfrm>
            <a:off x="10457607" y="4249787"/>
            <a:ext cx="79160"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48" name="Gerade Verbindung 47"/>
          <p:cNvCxnSpPr/>
          <p:nvPr/>
        </p:nvCxnSpPr>
        <p:spPr bwMode="auto">
          <a:xfrm>
            <a:off x="10556950" y="3628429"/>
            <a:ext cx="0" cy="68268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Gerade Verbindung 48"/>
          <p:cNvCxnSpPr/>
          <p:nvPr/>
        </p:nvCxnSpPr>
        <p:spPr bwMode="auto">
          <a:xfrm flipH="1">
            <a:off x="10443521" y="3609073"/>
            <a:ext cx="4324" cy="70204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Rechteck 49"/>
          <p:cNvSpPr/>
          <p:nvPr/>
        </p:nvSpPr>
        <p:spPr bwMode="auto">
          <a:xfrm>
            <a:off x="9019817" y="4237082"/>
            <a:ext cx="71963"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51" name="Gerade Verbindung 50"/>
          <p:cNvCxnSpPr/>
          <p:nvPr/>
        </p:nvCxnSpPr>
        <p:spPr bwMode="auto">
          <a:xfrm>
            <a:off x="9005911" y="3628429"/>
            <a:ext cx="0" cy="68268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3" name="Gruppieren 52"/>
          <p:cNvGrpSpPr>
            <a:grpSpLocks noChangeAspect="1"/>
          </p:cNvGrpSpPr>
          <p:nvPr/>
        </p:nvGrpSpPr>
        <p:grpSpPr>
          <a:xfrm>
            <a:off x="10319980" y="4930265"/>
            <a:ext cx="622096" cy="496392"/>
            <a:chOff x="4105359" y="1822075"/>
            <a:chExt cx="4583448" cy="3657299"/>
          </a:xfrm>
        </p:grpSpPr>
        <p:pic>
          <p:nvPicPr>
            <p:cNvPr id="54" name="product_simatic-s7-1500.png"/>
            <p:cNvPicPr>
              <a:picLocks noChangeAspect="1"/>
            </p:cNvPicPr>
            <p:nvPr>
              <p:custDataLst>
                <p:tags r:id="rId14"/>
              </p:custDataLst>
            </p:nvPr>
          </p:nvPicPr>
          <p:blipFill rotWithShape="1">
            <a:blip r:embed="rId20"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55" name="product_simatic-s7-1500.png"/>
            <p:cNvPicPr>
              <a:picLocks noChangeAspect="1"/>
            </p:cNvPicPr>
            <p:nvPr>
              <p:custDataLst>
                <p:tags r:id="rId15"/>
              </p:custDataLst>
            </p:nvPr>
          </p:nvPicPr>
          <p:blipFill rotWithShape="1">
            <a:blip r:embed="rId21"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56" name="product_simatic-s7-1500.png"/>
            <p:cNvPicPr>
              <a:picLocks noChangeAspect="1"/>
            </p:cNvPicPr>
            <p:nvPr>
              <p:custDataLst>
                <p:tags r:id="rId16"/>
              </p:custDataLst>
            </p:nvPr>
          </p:nvPicPr>
          <p:blipFill rotWithShape="1">
            <a:blip r:embed="rId22"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57" name="product_simatic-s7-1500.png"/>
            <p:cNvPicPr>
              <a:picLocks noChangeAspect="1"/>
            </p:cNvPicPr>
            <p:nvPr>
              <p:custDataLst>
                <p:tags r:id="rId17"/>
              </p:custDataLst>
            </p:nvPr>
          </p:nvPicPr>
          <p:blipFill rotWithShape="1">
            <a:blip r:embed="rId23"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cxnSp>
        <p:nvCxnSpPr>
          <p:cNvPr id="58" name="Gerade Verbindung 57"/>
          <p:cNvCxnSpPr/>
          <p:nvPr/>
        </p:nvCxnSpPr>
        <p:spPr bwMode="auto">
          <a:xfrm>
            <a:off x="9108216" y="3627883"/>
            <a:ext cx="0" cy="68323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Gerade Verbindung 75"/>
          <p:cNvCxnSpPr/>
          <p:nvPr/>
        </p:nvCxnSpPr>
        <p:spPr bwMode="auto">
          <a:xfrm>
            <a:off x="7895263" y="2412409"/>
            <a:ext cx="3178236" cy="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4" name="Gerade Verbindung 83"/>
          <p:cNvCxnSpPr>
            <a:cxnSpLocks/>
          </p:cNvCxnSpPr>
          <p:nvPr/>
        </p:nvCxnSpPr>
        <p:spPr bwMode="auto">
          <a:xfrm>
            <a:off x="9075157" y="2412410"/>
            <a:ext cx="0" cy="63941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3" name="Rechteck 82"/>
          <p:cNvSpPr/>
          <p:nvPr/>
        </p:nvSpPr>
        <p:spPr bwMode="auto">
          <a:xfrm>
            <a:off x="9013164" y="234944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cxnSp>
        <p:nvCxnSpPr>
          <p:cNvPr id="89" name="Gerade Verbindung 88"/>
          <p:cNvCxnSpPr>
            <a:cxnSpLocks/>
          </p:cNvCxnSpPr>
          <p:nvPr/>
        </p:nvCxnSpPr>
        <p:spPr bwMode="auto">
          <a:xfrm>
            <a:off x="10531237" y="2412410"/>
            <a:ext cx="1" cy="63941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8" name="Rechteck 87"/>
          <p:cNvSpPr/>
          <p:nvPr/>
        </p:nvSpPr>
        <p:spPr bwMode="auto">
          <a:xfrm>
            <a:off x="10467716" y="234944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98" name="Text Box 16"/>
          <p:cNvSpPr txBox="1">
            <a:spLocks noChangeArrowheads="1"/>
          </p:cNvSpPr>
          <p:nvPr>
            <p:custDataLst>
              <p:tags r:id="rId2"/>
            </p:custDataLst>
          </p:nvPr>
        </p:nvSpPr>
        <p:spPr bwMode="auto">
          <a:xfrm>
            <a:off x="8719186" y="2836680"/>
            <a:ext cx="991742" cy="153808"/>
          </a:xfrm>
          <a:prstGeom prst="rect">
            <a:avLst/>
          </a:prstGeom>
          <a:solidFill>
            <a:srgbClr val="00646E"/>
          </a:solidFill>
          <a:ln>
            <a:noFill/>
          </a:ln>
          <a:effectLst/>
        </p:spPr>
        <p:txBody>
          <a:bodyPr wrap="none" lIns="0" tIns="0" rIns="0" bIns="0">
            <a:spAutoFit/>
          </a:bodyPr>
          <a:lstStyle>
            <a:defPPr>
              <a:defRPr lang="de-DE"/>
            </a:defPPr>
            <a:lvl1pPr eaLnBrk="1" hangingPunct="1">
              <a:defRPr sz="1000" b="1">
                <a:solidFill>
                  <a:schemeClr val="bg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r>
              <a:rPr lang="en-US" altLang="de-DE" sz="999" dirty="0">
                <a:solidFill>
                  <a:schemeClr val="tx1"/>
                </a:solidFill>
              </a:rPr>
              <a:t> X2: System-IP1 </a:t>
            </a:r>
          </a:p>
        </p:txBody>
      </p:sp>
      <p:grpSp>
        <p:nvGrpSpPr>
          <p:cNvPr id="101" name="Gruppieren 100">
            <a:extLst>
              <a:ext uri="{FF2B5EF4-FFF2-40B4-BE49-F238E27FC236}">
                <a16:creationId xmlns:a16="http://schemas.microsoft.com/office/drawing/2014/main" id="{AF98AA7D-5ED6-4DE1-84B1-3C634D56B8B8}"/>
              </a:ext>
            </a:extLst>
          </p:cNvPr>
          <p:cNvGrpSpPr/>
          <p:nvPr/>
        </p:nvGrpSpPr>
        <p:grpSpPr>
          <a:xfrm>
            <a:off x="8866564" y="3060284"/>
            <a:ext cx="2211725" cy="639977"/>
            <a:chOff x="8964403" y="2948770"/>
            <a:chExt cx="2212877" cy="640310"/>
          </a:xfrm>
          <a:noFill/>
        </p:grpSpPr>
        <p:grpSp>
          <p:nvGrpSpPr>
            <p:cNvPr id="102" name="Gruppieren 101">
              <a:extLst>
                <a:ext uri="{FF2B5EF4-FFF2-40B4-BE49-F238E27FC236}">
                  <a16:creationId xmlns:a16="http://schemas.microsoft.com/office/drawing/2014/main" id="{8A50578E-071A-4329-9B74-8C91FF8C8FC7}"/>
                </a:ext>
              </a:extLst>
            </p:cNvPr>
            <p:cNvGrpSpPr/>
            <p:nvPr/>
          </p:nvGrpSpPr>
          <p:grpSpPr>
            <a:xfrm>
              <a:off x="8964403" y="2948770"/>
              <a:ext cx="774297" cy="640310"/>
              <a:chOff x="5633257" y="2448326"/>
              <a:chExt cx="3891741" cy="2958295"/>
            </a:xfrm>
            <a:grpFill/>
          </p:grpSpPr>
          <p:pic>
            <p:nvPicPr>
              <p:cNvPr id="110" name="product_simatic-s7-1500.png">
                <a:extLst>
                  <a:ext uri="{FF2B5EF4-FFF2-40B4-BE49-F238E27FC236}">
                    <a16:creationId xmlns:a16="http://schemas.microsoft.com/office/drawing/2014/main" id="{964445CC-ADC3-4954-BFCB-B51D2314EE86}"/>
                  </a:ext>
                </a:extLst>
              </p:cNvPr>
              <p:cNvPicPr>
                <a:picLocks noChangeAspect="1"/>
              </p:cNvPicPr>
              <p:nvPr>
                <p:custDataLst>
                  <p:tags r:id="rId11"/>
                </p:custDataLst>
              </p:nvPr>
            </p:nvPicPr>
            <p:blipFill rotWithShape="1">
              <a:blip r:embed="rId24"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11" name="product_simatic-s7-1500.png">
                <a:extLst>
                  <a:ext uri="{FF2B5EF4-FFF2-40B4-BE49-F238E27FC236}">
                    <a16:creationId xmlns:a16="http://schemas.microsoft.com/office/drawing/2014/main" id="{33EDD6F6-D558-45A4-AE84-F3D0AE5128EE}"/>
                  </a:ext>
                </a:extLst>
              </p:cNvPr>
              <p:cNvPicPr>
                <a:picLocks noChangeAspect="1"/>
              </p:cNvPicPr>
              <p:nvPr>
                <p:custDataLst>
                  <p:tags r:id="rId12"/>
                </p:custDataLst>
              </p:nvPr>
            </p:nvPicPr>
            <p:blipFill rotWithShape="1">
              <a:blip r:embed="rId25"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12" name="product_simatic-s7-1500.png">
                <a:extLst>
                  <a:ext uri="{FF2B5EF4-FFF2-40B4-BE49-F238E27FC236}">
                    <a16:creationId xmlns:a16="http://schemas.microsoft.com/office/drawing/2014/main" id="{DAA299DF-BFB4-4793-8EA9-42E43ADA2A39}"/>
                  </a:ext>
                </a:extLst>
              </p:cNvPr>
              <p:cNvPicPr>
                <a:picLocks noChangeAspect="1"/>
              </p:cNvPicPr>
              <p:nvPr>
                <p:custDataLst>
                  <p:tags r:id="rId13"/>
                </p:custDataLst>
              </p:nvPr>
            </p:nvPicPr>
            <p:blipFill rotWithShape="1">
              <a:blip r:embed="rId25"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03" name="Gruppieren 102">
              <a:extLst>
                <a:ext uri="{FF2B5EF4-FFF2-40B4-BE49-F238E27FC236}">
                  <a16:creationId xmlns:a16="http://schemas.microsoft.com/office/drawing/2014/main" id="{127B06E7-BD99-48ED-8538-26C0109A1D73}"/>
                </a:ext>
              </a:extLst>
            </p:cNvPr>
            <p:cNvGrpSpPr/>
            <p:nvPr/>
          </p:nvGrpSpPr>
          <p:grpSpPr>
            <a:xfrm>
              <a:off x="10402983" y="2948770"/>
              <a:ext cx="774297" cy="640310"/>
              <a:chOff x="5633257" y="2448326"/>
              <a:chExt cx="3891741" cy="2958295"/>
            </a:xfrm>
            <a:grpFill/>
          </p:grpSpPr>
          <p:pic>
            <p:nvPicPr>
              <p:cNvPr id="107" name="product_simatic-s7-1500.png">
                <a:extLst>
                  <a:ext uri="{FF2B5EF4-FFF2-40B4-BE49-F238E27FC236}">
                    <a16:creationId xmlns:a16="http://schemas.microsoft.com/office/drawing/2014/main" id="{654B94E8-3F3A-4F2E-B67C-517FD6DA01A9}"/>
                  </a:ext>
                </a:extLst>
              </p:cNvPr>
              <p:cNvPicPr>
                <a:picLocks noChangeAspect="1"/>
              </p:cNvPicPr>
              <p:nvPr>
                <p:custDataLst>
                  <p:tags r:id="rId8"/>
                </p:custDataLst>
              </p:nvPr>
            </p:nvPicPr>
            <p:blipFill rotWithShape="1">
              <a:blip r:embed="rId24" cstate="print">
                <a:extLst>
                  <a:ext uri="{28A0092B-C50C-407E-A947-70E740481C1C}">
                    <a14:useLocalDpi xmlns:a14="http://schemas.microsoft.com/office/drawing/2010/main" val="0"/>
                  </a:ext>
                </a:extLst>
              </a:blip>
              <a:srcRect l="52991" r="26080"/>
              <a:stretch/>
            </p:blipFill>
            <p:spPr>
              <a:xfrm>
                <a:off x="7181852" y="2448326"/>
                <a:ext cx="1562101" cy="2958295"/>
              </a:xfrm>
              <a:prstGeom prst="rect">
                <a:avLst/>
              </a:prstGeom>
              <a:grpFill/>
            </p:spPr>
          </p:pic>
          <p:pic>
            <p:nvPicPr>
              <p:cNvPr id="108" name="product_simatic-s7-1500.png">
                <a:extLst>
                  <a:ext uri="{FF2B5EF4-FFF2-40B4-BE49-F238E27FC236}">
                    <a16:creationId xmlns:a16="http://schemas.microsoft.com/office/drawing/2014/main" id="{D43B41E8-2567-417C-A654-D26784BF58C1}"/>
                  </a:ext>
                </a:extLst>
              </p:cNvPr>
              <p:cNvPicPr>
                <a:picLocks noChangeAspect="1"/>
              </p:cNvPicPr>
              <p:nvPr>
                <p:custDataLst>
                  <p:tags r:id="rId9"/>
                </p:custDataLst>
              </p:nvPr>
            </p:nvPicPr>
            <p:blipFill rotWithShape="1">
              <a:blip r:embed="rId25"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09" name="product_simatic-s7-1500.png">
                <a:extLst>
                  <a:ext uri="{FF2B5EF4-FFF2-40B4-BE49-F238E27FC236}">
                    <a16:creationId xmlns:a16="http://schemas.microsoft.com/office/drawing/2014/main" id="{BC30A32C-F5D2-42A3-8399-B57D96B38548}"/>
                  </a:ext>
                </a:extLst>
              </p:cNvPr>
              <p:cNvPicPr>
                <a:picLocks noChangeAspect="1"/>
              </p:cNvPicPr>
              <p:nvPr>
                <p:custDataLst>
                  <p:tags r:id="rId10"/>
                </p:custDataLst>
              </p:nvPr>
            </p:nvPicPr>
            <p:blipFill rotWithShape="1">
              <a:blip r:embed="rId25"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04" name="Line 29">
              <a:extLst>
                <a:ext uri="{FF2B5EF4-FFF2-40B4-BE49-F238E27FC236}">
                  <a16:creationId xmlns:a16="http://schemas.microsoft.com/office/drawing/2014/main" id="{B9F8E643-3FE6-423F-A3AC-39C42C78B9A6}"/>
                </a:ext>
              </a:extLst>
            </p:cNvPr>
            <p:cNvSpPr>
              <a:spLocks noChangeShapeType="1"/>
            </p:cNvSpPr>
            <p:nvPr/>
          </p:nvSpPr>
          <p:spPr bwMode="auto">
            <a:xfrm>
              <a:off x="9738701" y="3465004"/>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105" name="Line 30">
              <a:extLst>
                <a:ext uri="{FF2B5EF4-FFF2-40B4-BE49-F238E27FC236}">
                  <a16:creationId xmlns:a16="http://schemas.microsoft.com/office/drawing/2014/main" id="{4F5D554B-7679-45FD-9363-8AC45960B3FB}"/>
                </a:ext>
              </a:extLst>
            </p:cNvPr>
            <p:cNvSpPr>
              <a:spLocks noChangeShapeType="1"/>
            </p:cNvSpPr>
            <p:nvPr/>
          </p:nvSpPr>
          <p:spPr bwMode="auto">
            <a:xfrm>
              <a:off x="9738700" y="3516665"/>
              <a:ext cx="664283"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grpSp>
      <p:sp>
        <p:nvSpPr>
          <p:cNvPr id="115" name="Textfeld 114">
            <a:extLst>
              <a:ext uri="{FF2B5EF4-FFF2-40B4-BE49-F238E27FC236}">
                <a16:creationId xmlns:a16="http://schemas.microsoft.com/office/drawing/2014/main" id="{39F32EEE-EB2E-4C8D-BB33-CB91CCAFA9D5}"/>
              </a:ext>
            </a:extLst>
          </p:cNvPr>
          <p:cNvSpPr txBox="1"/>
          <p:nvPr/>
        </p:nvSpPr>
        <p:spPr>
          <a:xfrm>
            <a:off x="9175193" y="3260061"/>
            <a:ext cx="575764" cy="217929"/>
          </a:xfrm>
          <a:prstGeom prst="rect">
            <a:avLst/>
          </a:prstGeom>
          <a:noFill/>
        </p:spPr>
        <p:txBody>
          <a:bodyPr vert="horz" wrap="none" lIns="0" tIns="0" rIns="0" bIns="0" rtlCol="0">
            <a:noAutofit/>
          </a:bodyPr>
          <a:lstStyle/>
          <a:p>
            <a:pPr fontAlgn="base">
              <a:lnSpc>
                <a:spcPct val="110000"/>
              </a:lnSpc>
              <a:spcAft>
                <a:spcPct val="0"/>
              </a:spcAft>
            </a:pPr>
            <a:r>
              <a:rPr lang="en-US" sz="999" b="1" dirty="0">
                <a:latin typeface="Arial"/>
                <a:ea typeface="Arial Unicode MS" panose="020B0604020202020204" pitchFamily="34" charset="-128"/>
                <a:cs typeface="Arial Unicode MS" panose="020B0604020202020204" pitchFamily="34" charset="-128"/>
              </a:rPr>
              <a:t>Primary</a:t>
            </a:r>
          </a:p>
        </p:txBody>
      </p:sp>
      <p:sp>
        <p:nvSpPr>
          <p:cNvPr id="116" name="Textfeld 115">
            <a:extLst>
              <a:ext uri="{FF2B5EF4-FFF2-40B4-BE49-F238E27FC236}">
                <a16:creationId xmlns:a16="http://schemas.microsoft.com/office/drawing/2014/main" id="{FE8497EF-4BF5-45E4-96D6-1244811D0FD2}"/>
              </a:ext>
            </a:extLst>
          </p:cNvPr>
          <p:cNvSpPr txBox="1"/>
          <p:nvPr/>
        </p:nvSpPr>
        <p:spPr>
          <a:xfrm>
            <a:off x="10623587" y="3264919"/>
            <a:ext cx="575764" cy="217929"/>
          </a:xfrm>
          <a:prstGeom prst="rect">
            <a:avLst/>
          </a:prstGeom>
          <a:noFill/>
        </p:spPr>
        <p:txBody>
          <a:bodyPr vert="horz" wrap="none" lIns="0" tIns="0" rIns="0" bIns="0" rtlCol="0">
            <a:noAutofit/>
          </a:bodyPr>
          <a:lstStyle/>
          <a:p>
            <a:pPr fontAlgn="base">
              <a:lnSpc>
                <a:spcPct val="110000"/>
              </a:lnSpc>
              <a:spcAft>
                <a:spcPct val="0"/>
              </a:spcAft>
            </a:pPr>
            <a:r>
              <a:rPr lang="en-US" sz="999" b="1" dirty="0">
                <a:latin typeface="Arial"/>
                <a:ea typeface="Arial Unicode MS" panose="020B0604020202020204" pitchFamily="34" charset="-128"/>
                <a:cs typeface="Arial Unicode MS" panose="020B0604020202020204" pitchFamily="34" charset="-128"/>
              </a:rPr>
              <a:t>Backup</a:t>
            </a:r>
          </a:p>
        </p:txBody>
      </p:sp>
      <p:sp>
        <p:nvSpPr>
          <p:cNvPr id="62" name="Text Box 16">
            <a:extLst>
              <a:ext uri="{FF2B5EF4-FFF2-40B4-BE49-F238E27FC236}">
                <a16:creationId xmlns:a16="http://schemas.microsoft.com/office/drawing/2014/main" id="{958B7D1C-2380-4BC8-85B5-E50FD0CD638F}"/>
              </a:ext>
            </a:extLst>
          </p:cNvPr>
          <p:cNvSpPr txBox="1">
            <a:spLocks noChangeArrowheads="1"/>
          </p:cNvSpPr>
          <p:nvPr>
            <p:custDataLst>
              <p:tags r:id="rId3"/>
            </p:custDataLst>
          </p:nvPr>
        </p:nvSpPr>
        <p:spPr bwMode="auto">
          <a:xfrm>
            <a:off x="8704690" y="3857324"/>
            <a:ext cx="991742" cy="153808"/>
          </a:xfrm>
          <a:prstGeom prst="rect">
            <a:avLst/>
          </a:prstGeom>
          <a:solidFill>
            <a:srgbClr val="00646E"/>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t> X1: System-IP2 </a:t>
            </a:r>
          </a:p>
        </p:txBody>
      </p:sp>
      <p:cxnSp>
        <p:nvCxnSpPr>
          <p:cNvPr id="80" name="Gerade Verbindung 38">
            <a:extLst>
              <a:ext uri="{FF2B5EF4-FFF2-40B4-BE49-F238E27FC236}">
                <a16:creationId xmlns:a16="http://schemas.microsoft.com/office/drawing/2014/main" id="{67BCC404-187A-4DEC-BD4D-608BFAB8DC25}"/>
              </a:ext>
            </a:extLst>
          </p:cNvPr>
          <p:cNvCxnSpPr>
            <a:stCxn id="82" idx="2"/>
          </p:cNvCxnSpPr>
          <p:nvPr/>
        </p:nvCxnSpPr>
        <p:spPr bwMode="auto">
          <a:xfrm>
            <a:off x="9404782" y="4742937"/>
            <a:ext cx="1" cy="17973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Rechteck 81">
            <a:extLst>
              <a:ext uri="{FF2B5EF4-FFF2-40B4-BE49-F238E27FC236}">
                <a16:creationId xmlns:a16="http://schemas.microsoft.com/office/drawing/2014/main" id="{BB87A41E-3703-4411-8F64-7FB9E48CD41B}"/>
              </a:ext>
            </a:extLst>
          </p:cNvPr>
          <p:cNvSpPr/>
          <p:nvPr/>
        </p:nvSpPr>
        <p:spPr bwMode="auto">
          <a:xfrm>
            <a:off x="9341815" y="461700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pic>
        <p:nvPicPr>
          <p:cNvPr id="87" name="product_comfort-panel.png">
            <a:extLst>
              <a:ext uri="{FF2B5EF4-FFF2-40B4-BE49-F238E27FC236}">
                <a16:creationId xmlns:a16="http://schemas.microsoft.com/office/drawing/2014/main" id="{3ED79681-E41D-45BA-A57A-46002D9E92D5}"/>
              </a:ext>
            </a:extLst>
          </p:cNvPr>
          <p:cNvPicPr>
            <a:picLocks noChangeAspect="1"/>
          </p:cNvPicPr>
          <p:nvPr>
            <p:custDataLst>
              <p:tags r:id="rId4"/>
            </p:custDataLst>
          </p:nvPr>
        </p:nvPicPr>
        <p:blipFill rotWithShape="1">
          <a:blip r:embed="rId26" cstate="print">
            <a:extLst>
              <a:ext uri="{28A0092B-C50C-407E-A947-70E740481C1C}">
                <a14:useLocalDpi xmlns:a14="http://schemas.microsoft.com/office/drawing/2010/main" val="0"/>
              </a:ext>
            </a:extLst>
          </a:blip>
          <a:srcRect t="8123" b="8285"/>
          <a:stretch/>
        </p:blipFill>
        <p:spPr>
          <a:xfrm>
            <a:off x="9133612" y="4922672"/>
            <a:ext cx="602914" cy="503984"/>
          </a:xfrm>
          <a:prstGeom prst="rect">
            <a:avLst/>
          </a:prstGeom>
        </p:spPr>
      </p:pic>
      <p:cxnSp>
        <p:nvCxnSpPr>
          <p:cNvPr id="68" name="Gerade Verbindung 78">
            <a:extLst>
              <a:ext uri="{FF2B5EF4-FFF2-40B4-BE49-F238E27FC236}">
                <a16:creationId xmlns:a16="http://schemas.microsoft.com/office/drawing/2014/main" id="{E06F1561-DB5E-4474-976D-C731677A4FDB}"/>
              </a:ext>
            </a:extLst>
          </p:cNvPr>
          <p:cNvCxnSpPr/>
          <p:nvPr/>
        </p:nvCxnSpPr>
        <p:spPr bwMode="auto">
          <a:xfrm>
            <a:off x="9725168" y="1934145"/>
            <a:ext cx="0" cy="478265"/>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9" name="Rechteck 68">
            <a:extLst>
              <a:ext uri="{FF2B5EF4-FFF2-40B4-BE49-F238E27FC236}">
                <a16:creationId xmlns:a16="http://schemas.microsoft.com/office/drawing/2014/main" id="{08FEE193-CD0F-4826-BBA4-265C818AD635}"/>
              </a:ext>
            </a:extLst>
          </p:cNvPr>
          <p:cNvSpPr/>
          <p:nvPr/>
        </p:nvSpPr>
        <p:spPr bwMode="auto">
          <a:xfrm>
            <a:off x="9673559" y="234944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70" name="Richtungspfeil 4">
            <a:extLst>
              <a:ext uri="{FF2B5EF4-FFF2-40B4-BE49-F238E27FC236}">
                <a16:creationId xmlns:a16="http://schemas.microsoft.com/office/drawing/2014/main" id="{CD804CBA-9100-4D67-B751-4737EE73D5E7}"/>
              </a:ext>
            </a:extLst>
          </p:cNvPr>
          <p:cNvSpPr>
            <a:spLocks/>
          </p:cNvSpPr>
          <p:nvPr/>
        </p:nvSpPr>
        <p:spPr bwMode="gray">
          <a:xfrm>
            <a:off x="621588" y="1454364"/>
            <a:ext cx="6561555" cy="1974623"/>
          </a:xfrm>
          <a:prstGeom prst="rect">
            <a:avLst/>
          </a:prstGeom>
          <a:gradFill flip="none" rotWithShape="1">
            <a:gsLst>
              <a:gs pos="83000">
                <a:srgbClr val="41AAC8"/>
              </a:gs>
              <a:gs pos="50000">
                <a:srgbClr val="32A0A0"/>
              </a:gs>
              <a:gs pos="0">
                <a:srgbClr val="4BB9B9"/>
              </a:gs>
              <a:gs pos="100000">
                <a:srgbClr val="2387AA"/>
              </a:gs>
            </a:gsLst>
            <a:lin ang="0" scaled="0"/>
            <a:tileRect/>
          </a:gradFill>
          <a:ln w="9525">
            <a:noFill/>
            <a:miter lim="800000"/>
            <a:headEnd/>
            <a:tailEnd/>
          </a:ln>
        </p:spPr>
        <p:txBody>
          <a:bodyPr vert="horz" wrap="square" lIns="143925" tIns="143925" rIns="0" bIns="143925" numCol="1" anchor="t" anchorCtr="0" compatLnSpc="1">
            <a:prstTxWarp prst="textNoShape">
              <a:avLst/>
            </a:prstTxWarp>
            <a:noAutofit/>
          </a:bodyPr>
          <a:lstStyle>
            <a:defPPr>
              <a:defRPr lang="de-DE"/>
            </a:defPPr>
            <a:lvl1pPr algn="l" rtl="0" fontAlgn="base">
              <a:spcBef>
                <a:spcPct val="50000"/>
              </a:spcBef>
              <a:spcAft>
                <a:spcPct val="0"/>
              </a:spcAft>
              <a:defRPr kern="1200">
                <a:solidFill>
                  <a:schemeClr val="bg2"/>
                </a:solidFill>
                <a:latin typeface="Arial" pitchFamily="34" charset="0"/>
                <a:ea typeface="ＭＳ Ｐゴシック" charset="-128"/>
                <a:cs typeface="+mn-cs"/>
              </a:defRPr>
            </a:lvl1pPr>
            <a:lvl2pPr marL="457200" algn="l" rtl="0" fontAlgn="base">
              <a:spcBef>
                <a:spcPct val="50000"/>
              </a:spcBef>
              <a:spcAft>
                <a:spcPct val="0"/>
              </a:spcAft>
              <a:defRPr kern="1200">
                <a:solidFill>
                  <a:schemeClr val="bg2"/>
                </a:solidFill>
                <a:latin typeface="Arial" pitchFamily="34" charset="0"/>
                <a:ea typeface="ＭＳ Ｐゴシック" charset="-128"/>
                <a:cs typeface="+mn-cs"/>
              </a:defRPr>
            </a:lvl2pPr>
            <a:lvl3pPr marL="914400" algn="l" rtl="0" fontAlgn="base">
              <a:spcBef>
                <a:spcPct val="50000"/>
              </a:spcBef>
              <a:spcAft>
                <a:spcPct val="0"/>
              </a:spcAft>
              <a:defRPr kern="1200">
                <a:solidFill>
                  <a:schemeClr val="bg2"/>
                </a:solidFill>
                <a:latin typeface="Arial" pitchFamily="34" charset="0"/>
                <a:ea typeface="ＭＳ Ｐゴシック" charset="-128"/>
                <a:cs typeface="+mn-cs"/>
              </a:defRPr>
            </a:lvl3pPr>
            <a:lvl4pPr marL="1371600" algn="l" rtl="0" fontAlgn="base">
              <a:spcBef>
                <a:spcPct val="50000"/>
              </a:spcBef>
              <a:spcAft>
                <a:spcPct val="0"/>
              </a:spcAft>
              <a:defRPr kern="1200">
                <a:solidFill>
                  <a:schemeClr val="bg2"/>
                </a:solidFill>
                <a:latin typeface="Arial" pitchFamily="34" charset="0"/>
                <a:ea typeface="ＭＳ Ｐゴシック" charset="-128"/>
                <a:cs typeface="+mn-cs"/>
              </a:defRPr>
            </a:lvl4pPr>
            <a:lvl5pPr marL="1828800" algn="l" rtl="0" fontAlgn="base">
              <a:spcBef>
                <a:spcPct val="50000"/>
              </a:spcBef>
              <a:spcAft>
                <a:spcPct val="0"/>
              </a:spcAft>
              <a:defRPr kern="1200">
                <a:solidFill>
                  <a:schemeClr val="bg2"/>
                </a:solidFill>
                <a:latin typeface="Arial" pitchFamily="34" charset="0"/>
                <a:ea typeface="ＭＳ Ｐゴシック" charset="-128"/>
                <a:cs typeface="+mn-cs"/>
              </a:defRPr>
            </a:lvl5pPr>
            <a:lvl6pPr marL="2286000" algn="l" defTabSz="914400" rtl="0" eaLnBrk="1" latinLnBrk="0" hangingPunct="1">
              <a:defRPr kern="1200">
                <a:solidFill>
                  <a:schemeClr val="bg2"/>
                </a:solidFill>
                <a:latin typeface="Arial" pitchFamily="34" charset="0"/>
                <a:ea typeface="ＭＳ Ｐゴシック" charset="-128"/>
                <a:cs typeface="+mn-cs"/>
              </a:defRPr>
            </a:lvl6pPr>
            <a:lvl7pPr marL="2743200" algn="l" defTabSz="914400" rtl="0" eaLnBrk="1" latinLnBrk="0" hangingPunct="1">
              <a:defRPr kern="1200">
                <a:solidFill>
                  <a:schemeClr val="bg2"/>
                </a:solidFill>
                <a:latin typeface="Arial" pitchFamily="34" charset="0"/>
                <a:ea typeface="ＭＳ Ｐゴシック" charset="-128"/>
                <a:cs typeface="+mn-cs"/>
              </a:defRPr>
            </a:lvl7pPr>
            <a:lvl8pPr marL="3200400" algn="l" defTabSz="914400" rtl="0" eaLnBrk="1" latinLnBrk="0" hangingPunct="1">
              <a:defRPr kern="1200">
                <a:solidFill>
                  <a:schemeClr val="bg2"/>
                </a:solidFill>
                <a:latin typeface="Arial" pitchFamily="34" charset="0"/>
                <a:ea typeface="ＭＳ Ｐゴシック" charset="-128"/>
                <a:cs typeface="+mn-cs"/>
              </a:defRPr>
            </a:lvl8pPr>
            <a:lvl9pPr marL="3657600" algn="l" defTabSz="914400" rtl="0" eaLnBrk="1" latinLnBrk="0" hangingPunct="1">
              <a:defRPr kern="1200">
                <a:solidFill>
                  <a:schemeClr val="bg2"/>
                </a:solidFill>
                <a:latin typeface="Arial" pitchFamily="34" charset="0"/>
                <a:ea typeface="ＭＳ Ｐゴシック" charset="-128"/>
                <a:cs typeface="+mn-cs"/>
              </a:defRPr>
            </a:lvl9pPr>
          </a:lstStyle>
          <a:p>
            <a:pPr>
              <a:spcBef>
                <a:spcPts val="0"/>
              </a:spcBef>
              <a:spcAft>
                <a:spcPts val="1199"/>
              </a:spcAft>
            </a:pPr>
            <a:r>
              <a:rPr lang="en-US" sz="1799" b="1" dirty="0">
                <a:solidFill>
                  <a:schemeClr val="bg1"/>
                </a:solidFill>
                <a:ea typeface="+mj-ea"/>
                <a:cs typeface="Arial" pitchFamily="34" charset="0"/>
              </a:rPr>
              <a:t>The System IP address is automatically assigned to the primary CPU.</a:t>
            </a:r>
          </a:p>
          <a:p>
            <a:pPr>
              <a:spcBef>
                <a:spcPts val="0"/>
              </a:spcBef>
              <a:spcAft>
                <a:spcPts val="1199"/>
              </a:spcAft>
            </a:pPr>
            <a:r>
              <a:rPr lang="en-US" sz="1799" dirty="0">
                <a:solidFill>
                  <a:schemeClr val="bg1"/>
                </a:solidFill>
                <a:ea typeface="+mj-ea"/>
                <a:cs typeface="Arial" pitchFamily="34" charset="0"/>
              </a:rPr>
              <a:t>For a communication partner (e.g. standard PLC or HMI), the R/H system behaves like a "normal" (non-redundant) connection partner.</a:t>
            </a:r>
            <a:endParaRPr lang="en-US" sz="1799" dirty="0">
              <a:solidFill>
                <a:srgbClr val="FFFFFF"/>
              </a:solidFill>
              <a:ea typeface="+mj-ea"/>
              <a:cs typeface="Arial" pitchFamily="34" charset="0"/>
            </a:endParaRPr>
          </a:p>
        </p:txBody>
      </p:sp>
      <p:cxnSp>
        <p:nvCxnSpPr>
          <p:cNvPr id="71" name="Gerade Verbindung mit Pfeil 70">
            <a:extLst>
              <a:ext uri="{FF2B5EF4-FFF2-40B4-BE49-F238E27FC236}">
                <a16:creationId xmlns:a16="http://schemas.microsoft.com/office/drawing/2014/main" id="{AB6A8938-3FF1-4805-9F9A-334055235026}"/>
              </a:ext>
            </a:extLst>
          </p:cNvPr>
          <p:cNvCxnSpPr/>
          <p:nvPr/>
        </p:nvCxnSpPr>
        <p:spPr bwMode="auto">
          <a:xfrm flipH="1">
            <a:off x="9363153" y="2016008"/>
            <a:ext cx="236083" cy="748578"/>
          </a:xfrm>
          <a:prstGeom prst="straightConnector1">
            <a:avLst/>
          </a:prstGeom>
          <a:solidFill>
            <a:schemeClr val="tx2"/>
          </a:solidFill>
          <a:ln w="5715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mit Pfeil 71">
            <a:extLst>
              <a:ext uri="{FF2B5EF4-FFF2-40B4-BE49-F238E27FC236}">
                <a16:creationId xmlns:a16="http://schemas.microsoft.com/office/drawing/2014/main" id="{161EEC71-9818-4093-AB6A-ABF729B65689}"/>
              </a:ext>
            </a:extLst>
          </p:cNvPr>
          <p:cNvCxnSpPr/>
          <p:nvPr/>
        </p:nvCxnSpPr>
        <p:spPr bwMode="auto">
          <a:xfrm flipH="1" flipV="1">
            <a:off x="9362950" y="4058302"/>
            <a:ext cx="243925" cy="819666"/>
          </a:xfrm>
          <a:prstGeom prst="straightConnector1">
            <a:avLst/>
          </a:prstGeom>
          <a:solidFill>
            <a:schemeClr val="tx2"/>
          </a:solidFill>
          <a:ln w="5715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nvGrpSpPr>
          <p:cNvPr id="52" name="Gruppieren 51">
            <a:extLst>
              <a:ext uri="{FF2B5EF4-FFF2-40B4-BE49-F238E27FC236}">
                <a16:creationId xmlns:a16="http://schemas.microsoft.com/office/drawing/2014/main" id="{0FA29353-5BC0-4506-B167-A76DF3EC01DE}"/>
              </a:ext>
            </a:extLst>
          </p:cNvPr>
          <p:cNvGrpSpPr/>
          <p:nvPr/>
        </p:nvGrpSpPr>
        <p:grpSpPr>
          <a:xfrm>
            <a:off x="9436344" y="1496238"/>
            <a:ext cx="773894" cy="639977"/>
            <a:chOff x="5633257" y="2448326"/>
            <a:chExt cx="3891741" cy="2958295"/>
          </a:xfrm>
          <a:solidFill>
            <a:schemeClr val="tx1"/>
          </a:solidFill>
        </p:grpSpPr>
        <p:pic>
          <p:nvPicPr>
            <p:cNvPr id="65" name="product_simatic-s7-1500.png">
              <a:extLst>
                <a:ext uri="{FF2B5EF4-FFF2-40B4-BE49-F238E27FC236}">
                  <a16:creationId xmlns:a16="http://schemas.microsoft.com/office/drawing/2014/main" id="{92822C45-E393-4BC0-822B-85B910BD1BBC}"/>
                </a:ext>
              </a:extLst>
            </p:cNvPr>
            <p:cNvPicPr>
              <a:picLocks noChangeAspect="1"/>
            </p:cNvPicPr>
            <p:nvPr>
              <p:custDataLst>
                <p:tags r:id="rId5"/>
              </p:custDataLst>
            </p:nvPr>
          </p:nvPicPr>
          <p:blipFill rotWithShape="1">
            <a:blip r:embed="rId24"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66" name="product_simatic-s7-1500.png">
              <a:extLst>
                <a:ext uri="{FF2B5EF4-FFF2-40B4-BE49-F238E27FC236}">
                  <a16:creationId xmlns:a16="http://schemas.microsoft.com/office/drawing/2014/main" id="{259A7BCE-ECC4-42F0-907E-D44FCF9B4784}"/>
                </a:ext>
              </a:extLst>
            </p:cNvPr>
            <p:cNvPicPr>
              <a:picLocks noChangeAspect="1"/>
            </p:cNvPicPr>
            <p:nvPr>
              <p:custDataLst>
                <p:tags r:id="rId6"/>
              </p:custDataLst>
            </p:nvPr>
          </p:nvPicPr>
          <p:blipFill rotWithShape="1">
            <a:blip r:embed="rId25"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67" name="product_simatic-s7-1500.png">
              <a:extLst>
                <a:ext uri="{FF2B5EF4-FFF2-40B4-BE49-F238E27FC236}">
                  <a16:creationId xmlns:a16="http://schemas.microsoft.com/office/drawing/2014/main" id="{2D7980B0-BFD9-49BC-BDAF-5C51ECB033FD}"/>
                </a:ext>
              </a:extLst>
            </p:cNvPr>
            <p:cNvPicPr>
              <a:picLocks noChangeAspect="1"/>
            </p:cNvPicPr>
            <p:nvPr>
              <p:custDataLst>
                <p:tags r:id="rId7"/>
              </p:custDataLst>
            </p:nvPr>
          </p:nvPicPr>
          <p:blipFill rotWithShape="1">
            <a:blip r:embed="rId25"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5" name="Rechteck 4">
            <a:extLst>
              <a:ext uri="{FF2B5EF4-FFF2-40B4-BE49-F238E27FC236}">
                <a16:creationId xmlns:a16="http://schemas.microsoft.com/office/drawing/2014/main" id="{0E88CBA1-A0F0-57F3-78D9-78A9BADED0C0}"/>
              </a:ext>
            </a:extLst>
          </p:cNvPr>
          <p:cNvSpPr/>
          <p:nvPr/>
        </p:nvSpPr>
        <p:spPr>
          <a:xfrm>
            <a:off x="8906153" y="3113848"/>
            <a:ext cx="205871" cy="26614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 name="Rechteck 5">
            <a:extLst>
              <a:ext uri="{FF2B5EF4-FFF2-40B4-BE49-F238E27FC236}">
                <a16:creationId xmlns:a16="http://schemas.microsoft.com/office/drawing/2014/main" id="{56852FD3-A819-FD9A-ED2F-82C76034AEBC}"/>
              </a:ext>
            </a:extLst>
          </p:cNvPr>
          <p:cNvSpPr/>
          <p:nvPr/>
        </p:nvSpPr>
        <p:spPr>
          <a:xfrm>
            <a:off x="10347380" y="3113848"/>
            <a:ext cx="205871" cy="26614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Tree>
    <p:custDataLst>
      <p:tags r:id="rId1"/>
    </p:custDataLst>
    <p:extLst>
      <p:ext uri="{BB962C8B-B14F-4D97-AF65-F5344CB8AC3E}">
        <p14:creationId xmlns:p14="http://schemas.microsoft.com/office/powerpoint/2010/main" val="2707752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D94D59EE-98D0-8266-E2A3-867F2D74C161}"/>
              </a:ext>
            </a:extLst>
          </p:cNvPr>
          <p:cNvSpPr/>
          <p:nvPr/>
        </p:nvSpPr>
        <p:spPr>
          <a:xfrm>
            <a:off x="7593874" y="1454364"/>
            <a:ext cx="4241075" cy="46416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 name="Titel 3"/>
          <p:cNvSpPr>
            <a:spLocks noGrp="1"/>
          </p:cNvSpPr>
          <p:nvPr>
            <p:ph type="title"/>
          </p:nvPr>
        </p:nvSpPr>
        <p:spPr/>
        <p:txBody>
          <a:bodyPr/>
          <a:lstStyle/>
          <a:p>
            <a:r>
              <a:rPr lang="en-US" dirty="0"/>
              <a:t>Communication via System IP</a:t>
            </a:r>
            <a:br>
              <a:rPr lang="en-US" dirty="0"/>
            </a:br>
            <a:r>
              <a:rPr lang="en-US" b="0" dirty="0"/>
              <a:t>Behavior with Primary Backup Failover</a:t>
            </a:r>
          </a:p>
        </p:txBody>
      </p:sp>
      <p:sp>
        <p:nvSpPr>
          <p:cNvPr id="2" name="Fußzeilenplatzhalter 1">
            <a:extLst>
              <a:ext uri="{FF2B5EF4-FFF2-40B4-BE49-F238E27FC236}">
                <a16:creationId xmlns:a16="http://schemas.microsoft.com/office/drawing/2014/main" id="{1BDC51F0-290C-4FAD-ACB4-C7192735F031}"/>
              </a:ext>
            </a:extLst>
          </p:cNvPr>
          <p:cNvSpPr>
            <a:spLocks noGrp="1"/>
          </p:cNvSpPr>
          <p:nvPr>
            <p:ph type="ftr" sz="quarter" idx="10"/>
          </p:nvPr>
        </p:nvSpPr>
        <p:spPr/>
        <p:txBody>
          <a:bodyPr/>
          <a:lstStyle/>
          <a:p>
            <a:pPr>
              <a:lnSpc>
                <a:spcPct val="100000"/>
              </a:lnSpc>
            </a:pPr>
            <a:r>
              <a:rPr lang="en-US" dirty="0"/>
              <a:t>Unrestricted | © Siemens 2022 | DI FA | 08.12.2022</a:t>
            </a:r>
          </a:p>
        </p:txBody>
      </p:sp>
      <p:cxnSp>
        <p:nvCxnSpPr>
          <p:cNvPr id="40" name="Gerade Verbindung 39"/>
          <p:cNvCxnSpPr/>
          <p:nvPr/>
        </p:nvCxnSpPr>
        <p:spPr bwMode="auto">
          <a:xfrm flipH="1">
            <a:off x="10384126" y="4705456"/>
            <a:ext cx="1" cy="4316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Ellipse 40"/>
          <p:cNvSpPr/>
          <p:nvPr/>
        </p:nvSpPr>
        <p:spPr bwMode="auto">
          <a:xfrm>
            <a:off x="8267746" y="4281742"/>
            <a:ext cx="3200264" cy="423486"/>
          </a:xfrm>
          <a:prstGeom prst="ellips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buClr>
                <a:schemeClr val="accent1"/>
              </a:buClr>
              <a:buFont typeface="Wingdings" pitchFamily="2" charset="2"/>
            </a:pPr>
            <a:endParaRPr lang="en-US" sz="900" dirty="0">
              <a:latin typeface="Arial" charset="0"/>
            </a:endParaRPr>
          </a:p>
        </p:txBody>
      </p:sp>
      <p:sp>
        <p:nvSpPr>
          <p:cNvPr id="42" name="Rechteck 41"/>
          <p:cNvSpPr/>
          <p:nvPr/>
        </p:nvSpPr>
        <p:spPr bwMode="auto">
          <a:xfrm>
            <a:off x="10321159" y="4637721"/>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47" name="Rechteck 46"/>
          <p:cNvSpPr/>
          <p:nvPr/>
        </p:nvSpPr>
        <p:spPr bwMode="auto">
          <a:xfrm>
            <a:off x="10457607" y="4249787"/>
            <a:ext cx="79160"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48" name="Gerade Verbindung 47"/>
          <p:cNvCxnSpPr/>
          <p:nvPr/>
        </p:nvCxnSpPr>
        <p:spPr bwMode="auto">
          <a:xfrm>
            <a:off x="10556950" y="3628429"/>
            <a:ext cx="0" cy="68268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Gerade Verbindung 48"/>
          <p:cNvCxnSpPr/>
          <p:nvPr/>
        </p:nvCxnSpPr>
        <p:spPr bwMode="auto">
          <a:xfrm flipH="1">
            <a:off x="10443521" y="3609073"/>
            <a:ext cx="4324" cy="70204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Rechteck 49"/>
          <p:cNvSpPr/>
          <p:nvPr/>
        </p:nvSpPr>
        <p:spPr bwMode="auto">
          <a:xfrm>
            <a:off x="9019817" y="4237082"/>
            <a:ext cx="71963"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51" name="Gerade Verbindung 50"/>
          <p:cNvCxnSpPr/>
          <p:nvPr/>
        </p:nvCxnSpPr>
        <p:spPr bwMode="auto">
          <a:xfrm>
            <a:off x="9005911" y="3628429"/>
            <a:ext cx="0" cy="68268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3" name="Gruppieren 52"/>
          <p:cNvGrpSpPr>
            <a:grpSpLocks noChangeAspect="1"/>
          </p:cNvGrpSpPr>
          <p:nvPr/>
        </p:nvGrpSpPr>
        <p:grpSpPr>
          <a:xfrm>
            <a:off x="10319980" y="4930265"/>
            <a:ext cx="622096" cy="496392"/>
            <a:chOff x="4105359" y="1822075"/>
            <a:chExt cx="4583448" cy="3657299"/>
          </a:xfrm>
        </p:grpSpPr>
        <p:pic>
          <p:nvPicPr>
            <p:cNvPr id="54" name="product_simatic-s7-1500.png"/>
            <p:cNvPicPr>
              <a:picLocks noChangeAspect="1"/>
            </p:cNvPicPr>
            <p:nvPr>
              <p:custDataLst>
                <p:tags r:id="rId14"/>
              </p:custDataLst>
            </p:nvPr>
          </p:nvPicPr>
          <p:blipFill rotWithShape="1">
            <a:blip r:embed="rId20"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55" name="product_simatic-s7-1500.png"/>
            <p:cNvPicPr>
              <a:picLocks noChangeAspect="1"/>
            </p:cNvPicPr>
            <p:nvPr>
              <p:custDataLst>
                <p:tags r:id="rId15"/>
              </p:custDataLst>
            </p:nvPr>
          </p:nvPicPr>
          <p:blipFill rotWithShape="1">
            <a:blip r:embed="rId21"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56" name="product_simatic-s7-1500.png"/>
            <p:cNvPicPr>
              <a:picLocks noChangeAspect="1"/>
            </p:cNvPicPr>
            <p:nvPr>
              <p:custDataLst>
                <p:tags r:id="rId16"/>
              </p:custDataLst>
            </p:nvPr>
          </p:nvPicPr>
          <p:blipFill rotWithShape="1">
            <a:blip r:embed="rId22"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57" name="product_simatic-s7-1500.png"/>
            <p:cNvPicPr>
              <a:picLocks noChangeAspect="1"/>
            </p:cNvPicPr>
            <p:nvPr>
              <p:custDataLst>
                <p:tags r:id="rId17"/>
              </p:custDataLst>
            </p:nvPr>
          </p:nvPicPr>
          <p:blipFill rotWithShape="1">
            <a:blip r:embed="rId23"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cxnSp>
        <p:nvCxnSpPr>
          <p:cNvPr id="58" name="Gerade Verbindung 57"/>
          <p:cNvCxnSpPr/>
          <p:nvPr/>
        </p:nvCxnSpPr>
        <p:spPr bwMode="auto">
          <a:xfrm>
            <a:off x="9108216" y="3627883"/>
            <a:ext cx="0" cy="68323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Gerade Verbindung 75"/>
          <p:cNvCxnSpPr/>
          <p:nvPr/>
        </p:nvCxnSpPr>
        <p:spPr bwMode="auto">
          <a:xfrm>
            <a:off x="7895263" y="2412409"/>
            <a:ext cx="3178236" cy="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4" name="Gerade Verbindung 83"/>
          <p:cNvCxnSpPr>
            <a:cxnSpLocks/>
          </p:cNvCxnSpPr>
          <p:nvPr/>
        </p:nvCxnSpPr>
        <p:spPr bwMode="auto">
          <a:xfrm>
            <a:off x="9075157" y="2412410"/>
            <a:ext cx="0" cy="63941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3" name="Rechteck 82"/>
          <p:cNvSpPr/>
          <p:nvPr/>
        </p:nvSpPr>
        <p:spPr bwMode="auto">
          <a:xfrm>
            <a:off x="9013164" y="234944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cxnSp>
        <p:nvCxnSpPr>
          <p:cNvPr id="89" name="Gerade Verbindung 88"/>
          <p:cNvCxnSpPr>
            <a:cxnSpLocks/>
          </p:cNvCxnSpPr>
          <p:nvPr/>
        </p:nvCxnSpPr>
        <p:spPr bwMode="auto">
          <a:xfrm>
            <a:off x="10531237" y="2412410"/>
            <a:ext cx="1" cy="63941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8" name="Rechteck 87"/>
          <p:cNvSpPr/>
          <p:nvPr/>
        </p:nvSpPr>
        <p:spPr bwMode="auto">
          <a:xfrm>
            <a:off x="10467716" y="234944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98" name="Text Box 16"/>
          <p:cNvSpPr txBox="1">
            <a:spLocks noChangeArrowheads="1"/>
          </p:cNvSpPr>
          <p:nvPr>
            <p:custDataLst>
              <p:tags r:id="rId2"/>
            </p:custDataLst>
          </p:nvPr>
        </p:nvSpPr>
        <p:spPr bwMode="auto">
          <a:xfrm>
            <a:off x="10214165" y="2836680"/>
            <a:ext cx="991742" cy="153808"/>
          </a:xfrm>
          <a:prstGeom prst="rect">
            <a:avLst/>
          </a:prstGeom>
          <a:solidFill>
            <a:srgbClr val="00646E"/>
          </a:solidFill>
          <a:ln>
            <a:noFill/>
          </a:ln>
          <a:effectLst/>
        </p:spPr>
        <p:txBody>
          <a:bodyPr wrap="none" lIns="0" tIns="0" rIns="0" bIns="0">
            <a:spAutoFit/>
          </a:bodyPr>
          <a:lstStyle>
            <a:defPPr>
              <a:defRPr lang="de-DE"/>
            </a:defPPr>
            <a:lvl1pPr eaLnBrk="1" hangingPunct="1">
              <a:defRPr sz="1000" b="1">
                <a:solidFill>
                  <a:schemeClr val="bg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r>
              <a:rPr lang="en-US" altLang="de-DE" sz="999" dirty="0">
                <a:solidFill>
                  <a:schemeClr val="tx1"/>
                </a:solidFill>
              </a:rPr>
              <a:t> X2: System-IP1 </a:t>
            </a:r>
          </a:p>
        </p:txBody>
      </p:sp>
      <p:grpSp>
        <p:nvGrpSpPr>
          <p:cNvPr id="101" name="Gruppieren 100">
            <a:extLst>
              <a:ext uri="{FF2B5EF4-FFF2-40B4-BE49-F238E27FC236}">
                <a16:creationId xmlns:a16="http://schemas.microsoft.com/office/drawing/2014/main" id="{AF98AA7D-5ED6-4DE1-84B1-3C634D56B8B8}"/>
              </a:ext>
            </a:extLst>
          </p:cNvPr>
          <p:cNvGrpSpPr/>
          <p:nvPr/>
        </p:nvGrpSpPr>
        <p:grpSpPr>
          <a:xfrm>
            <a:off x="8866564" y="3060284"/>
            <a:ext cx="2211725" cy="639977"/>
            <a:chOff x="8964403" y="2948770"/>
            <a:chExt cx="2212877" cy="640310"/>
          </a:xfrm>
          <a:solidFill>
            <a:schemeClr val="tx1"/>
          </a:solidFill>
        </p:grpSpPr>
        <p:grpSp>
          <p:nvGrpSpPr>
            <p:cNvPr id="102" name="Gruppieren 101">
              <a:extLst>
                <a:ext uri="{FF2B5EF4-FFF2-40B4-BE49-F238E27FC236}">
                  <a16:creationId xmlns:a16="http://schemas.microsoft.com/office/drawing/2014/main" id="{8A50578E-071A-4329-9B74-8C91FF8C8FC7}"/>
                </a:ext>
              </a:extLst>
            </p:cNvPr>
            <p:cNvGrpSpPr/>
            <p:nvPr/>
          </p:nvGrpSpPr>
          <p:grpSpPr>
            <a:xfrm>
              <a:off x="8964403" y="2948770"/>
              <a:ext cx="774297" cy="640310"/>
              <a:chOff x="5633257" y="2448326"/>
              <a:chExt cx="3891741" cy="2958295"/>
            </a:xfrm>
            <a:grpFill/>
          </p:grpSpPr>
          <p:pic>
            <p:nvPicPr>
              <p:cNvPr id="110" name="product_simatic-s7-1500.png">
                <a:extLst>
                  <a:ext uri="{FF2B5EF4-FFF2-40B4-BE49-F238E27FC236}">
                    <a16:creationId xmlns:a16="http://schemas.microsoft.com/office/drawing/2014/main" id="{964445CC-ADC3-4954-BFCB-B51D2314EE86}"/>
                  </a:ext>
                </a:extLst>
              </p:cNvPr>
              <p:cNvPicPr>
                <a:picLocks noChangeAspect="1"/>
              </p:cNvPicPr>
              <p:nvPr>
                <p:custDataLst>
                  <p:tags r:id="rId11"/>
                </p:custDataLst>
              </p:nvPr>
            </p:nvPicPr>
            <p:blipFill rotWithShape="1">
              <a:blip r:embed="rId24"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11" name="product_simatic-s7-1500.png">
                <a:extLst>
                  <a:ext uri="{FF2B5EF4-FFF2-40B4-BE49-F238E27FC236}">
                    <a16:creationId xmlns:a16="http://schemas.microsoft.com/office/drawing/2014/main" id="{33EDD6F6-D558-45A4-AE84-F3D0AE5128EE}"/>
                  </a:ext>
                </a:extLst>
              </p:cNvPr>
              <p:cNvPicPr>
                <a:picLocks noChangeAspect="1"/>
              </p:cNvPicPr>
              <p:nvPr>
                <p:custDataLst>
                  <p:tags r:id="rId12"/>
                </p:custDataLst>
              </p:nvPr>
            </p:nvPicPr>
            <p:blipFill rotWithShape="1">
              <a:blip r:embed="rId25"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12" name="product_simatic-s7-1500.png">
                <a:extLst>
                  <a:ext uri="{FF2B5EF4-FFF2-40B4-BE49-F238E27FC236}">
                    <a16:creationId xmlns:a16="http://schemas.microsoft.com/office/drawing/2014/main" id="{DAA299DF-BFB4-4793-8EA9-42E43ADA2A39}"/>
                  </a:ext>
                </a:extLst>
              </p:cNvPr>
              <p:cNvPicPr>
                <a:picLocks noChangeAspect="1"/>
              </p:cNvPicPr>
              <p:nvPr>
                <p:custDataLst>
                  <p:tags r:id="rId13"/>
                </p:custDataLst>
              </p:nvPr>
            </p:nvPicPr>
            <p:blipFill rotWithShape="1">
              <a:blip r:embed="rId25"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03" name="Gruppieren 102">
              <a:extLst>
                <a:ext uri="{FF2B5EF4-FFF2-40B4-BE49-F238E27FC236}">
                  <a16:creationId xmlns:a16="http://schemas.microsoft.com/office/drawing/2014/main" id="{127B06E7-BD99-48ED-8538-26C0109A1D73}"/>
                </a:ext>
              </a:extLst>
            </p:cNvPr>
            <p:cNvGrpSpPr/>
            <p:nvPr/>
          </p:nvGrpSpPr>
          <p:grpSpPr>
            <a:xfrm>
              <a:off x="10402983" y="2948770"/>
              <a:ext cx="774297" cy="640310"/>
              <a:chOff x="5633257" y="2448326"/>
              <a:chExt cx="3891741" cy="2958295"/>
            </a:xfrm>
            <a:grpFill/>
          </p:grpSpPr>
          <p:pic>
            <p:nvPicPr>
              <p:cNvPr id="107" name="product_simatic-s7-1500.png">
                <a:extLst>
                  <a:ext uri="{FF2B5EF4-FFF2-40B4-BE49-F238E27FC236}">
                    <a16:creationId xmlns:a16="http://schemas.microsoft.com/office/drawing/2014/main" id="{654B94E8-3F3A-4F2E-B67C-517FD6DA01A9}"/>
                  </a:ext>
                </a:extLst>
              </p:cNvPr>
              <p:cNvPicPr>
                <a:picLocks noChangeAspect="1"/>
              </p:cNvPicPr>
              <p:nvPr>
                <p:custDataLst>
                  <p:tags r:id="rId8"/>
                </p:custDataLst>
              </p:nvPr>
            </p:nvPicPr>
            <p:blipFill rotWithShape="1">
              <a:blip r:embed="rId24" cstate="print">
                <a:extLst>
                  <a:ext uri="{28A0092B-C50C-407E-A947-70E740481C1C}">
                    <a14:useLocalDpi xmlns:a14="http://schemas.microsoft.com/office/drawing/2010/main" val="0"/>
                  </a:ext>
                </a:extLst>
              </a:blip>
              <a:srcRect l="52991" r="26080"/>
              <a:stretch/>
            </p:blipFill>
            <p:spPr>
              <a:xfrm>
                <a:off x="7181852" y="2448326"/>
                <a:ext cx="1562101" cy="2958295"/>
              </a:xfrm>
              <a:prstGeom prst="rect">
                <a:avLst/>
              </a:prstGeom>
              <a:grpFill/>
            </p:spPr>
          </p:pic>
          <p:pic>
            <p:nvPicPr>
              <p:cNvPr id="108" name="product_simatic-s7-1500.png">
                <a:extLst>
                  <a:ext uri="{FF2B5EF4-FFF2-40B4-BE49-F238E27FC236}">
                    <a16:creationId xmlns:a16="http://schemas.microsoft.com/office/drawing/2014/main" id="{D43B41E8-2567-417C-A654-D26784BF58C1}"/>
                  </a:ext>
                </a:extLst>
              </p:cNvPr>
              <p:cNvPicPr>
                <a:picLocks noChangeAspect="1"/>
              </p:cNvPicPr>
              <p:nvPr>
                <p:custDataLst>
                  <p:tags r:id="rId9"/>
                </p:custDataLst>
              </p:nvPr>
            </p:nvPicPr>
            <p:blipFill rotWithShape="1">
              <a:blip r:embed="rId25"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09" name="product_simatic-s7-1500.png">
                <a:extLst>
                  <a:ext uri="{FF2B5EF4-FFF2-40B4-BE49-F238E27FC236}">
                    <a16:creationId xmlns:a16="http://schemas.microsoft.com/office/drawing/2014/main" id="{BC30A32C-F5D2-42A3-8399-B57D96B38548}"/>
                  </a:ext>
                </a:extLst>
              </p:cNvPr>
              <p:cNvPicPr>
                <a:picLocks noChangeAspect="1"/>
              </p:cNvPicPr>
              <p:nvPr>
                <p:custDataLst>
                  <p:tags r:id="rId10"/>
                </p:custDataLst>
              </p:nvPr>
            </p:nvPicPr>
            <p:blipFill rotWithShape="1">
              <a:blip r:embed="rId25"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04" name="Line 29">
              <a:extLst>
                <a:ext uri="{FF2B5EF4-FFF2-40B4-BE49-F238E27FC236}">
                  <a16:creationId xmlns:a16="http://schemas.microsoft.com/office/drawing/2014/main" id="{B9F8E643-3FE6-423F-A3AC-39C42C78B9A6}"/>
                </a:ext>
              </a:extLst>
            </p:cNvPr>
            <p:cNvSpPr>
              <a:spLocks noChangeShapeType="1"/>
            </p:cNvSpPr>
            <p:nvPr/>
          </p:nvSpPr>
          <p:spPr bwMode="auto">
            <a:xfrm>
              <a:off x="9738701" y="3465004"/>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105" name="Line 30">
              <a:extLst>
                <a:ext uri="{FF2B5EF4-FFF2-40B4-BE49-F238E27FC236}">
                  <a16:creationId xmlns:a16="http://schemas.microsoft.com/office/drawing/2014/main" id="{4F5D554B-7679-45FD-9363-8AC45960B3FB}"/>
                </a:ext>
              </a:extLst>
            </p:cNvPr>
            <p:cNvSpPr>
              <a:spLocks noChangeShapeType="1"/>
            </p:cNvSpPr>
            <p:nvPr/>
          </p:nvSpPr>
          <p:spPr bwMode="auto">
            <a:xfrm>
              <a:off x="9738700" y="3516665"/>
              <a:ext cx="664283"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grpSp>
      <p:sp>
        <p:nvSpPr>
          <p:cNvPr id="115" name="Textfeld 114">
            <a:extLst>
              <a:ext uri="{FF2B5EF4-FFF2-40B4-BE49-F238E27FC236}">
                <a16:creationId xmlns:a16="http://schemas.microsoft.com/office/drawing/2014/main" id="{39F32EEE-EB2E-4C8D-BB33-CB91CCAFA9D5}"/>
              </a:ext>
            </a:extLst>
          </p:cNvPr>
          <p:cNvSpPr txBox="1"/>
          <p:nvPr/>
        </p:nvSpPr>
        <p:spPr>
          <a:xfrm>
            <a:off x="10594157" y="3260061"/>
            <a:ext cx="575764" cy="217929"/>
          </a:xfrm>
          <a:prstGeom prst="rect">
            <a:avLst/>
          </a:prstGeom>
          <a:noFill/>
        </p:spPr>
        <p:txBody>
          <a:bodyPr vert="horz" wrap="none" lIns="0" tIns="0" rIns="0" bIns="0" rtlCol="0">
            <a:noAutofit/>
          </a:bodyPr>
          <a:lstStyle/>
          <a:p>
            <a:pPr fontAlgn="base">
              <a:lnSpc>
                <a:spcPct val="110000"/>
              </a:lnSpc>
              <a:spcAft>
                <a:spcPct val="0"/>
              </a:spcAft>
            </a:pPr>
            <a:r>
              <a:rPr lang="en-US" sz="999" b="1" dirty="0">
                <a:latin typeface="Arial"/>
                <a:ea typeface="Arial Unicode MS" panose="020B0604020202020204" pitchFamily="34" charset="-128"/>
                <a:cs typeface="Arial Unicode MS" panose="020B0604020202020204" pitchFamily="34" charset="-128"/>
              </a:rPr>
              <a:t>Primary</a:t>
            </a:r>
          </a:p>
        </p:txBody>
      </p:sp>
      <p:sp>
        <p:nvSpPr>
          <p:cNvPr id="62" name="Text Box 16">
            <a:extLst>
              <a:ext uri="{FF2B5EF4-FFF2-40B4-BE49-F238E27FC236}">
                <a16:creationId xmlns:a16="http://schemas.microsoft.com/office/drawing/2014/main" id="{958B7D1C-2380-4BC8-85B5-E50FD0CD638F}"/>
              </a:ext>
            </a:extLst>
          </p:cNvPr>
          <p:cNvSpPr txBox="1">
            <a:spLocks noChangeArrowheads="1"/>
          </p:cNvSpPr>
          <p:nvPr>
            <p:custDataLst>
              <p:tags r:id="rId3"/>
            </p:custDataLst>
          </p:nvPr>
        </p:nvSpPr>
        <p:spPr bwMode="auto">
          <a:xfrm>
            <a:off x="10199668" y="3857324"/>
            <a:ext cx="991742" cy="153808"/>
          </a:xfrm>
          <a:prstGeom prst="rect">
            <a:avLst/>
          </a:prstGeom>
          <a:solidFill>
            <a:srgbClr val="00646E"/>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t> X1: System-IP2 </a:t>
            </a:r>
          </a:p>
        </p:txBody>
      </p:sp>
      <p:cxnSp>
        <p:nvCxnSpPr>
          <p:cNvPr id="80" name="Gerade Verbindung 38">
            <a:extLst>
              <a:ext uri="{FF2B5EF4-FFF2-40B4-BE49-F238E27FC236}">
                <a16:creationId xmlns:a16="http://schemas.microsoft.com/office/drawing/2014/main" id="{67BCC404-187A-4DEC-BD4D-608BFAB8DC25}"/>
              </a:ext>
            </a:extLst>
          </p:cNvPr>
          <p:cNvCxnSpPr>
            <a:stCxn id="82" idx="2"/>
          </p:cNvCxnSpPr>
          <p:nvPr/>
        </p:nvCxnSpPr>
        <p:spPr bwMode="auto">
          <a:xfrm>
            <a:off x="9404782" y="4742937"/>
            <a:ext cx="1" cy="17973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Rechteck 81">
            <a:extLst>
              <a:ext uri="{FF2B5EF4-FFF2-40B4-BE49-F238E27FC236}">
                <a16:creationId xmlns:a16="http://schemas.microsoft.com/office/drawing/2014/main" id="{BB87A41E-3703-4411-8F64-7FB9E48CD41B}"/>
              </a:ext>
            </a:extLst>
          </p:cNvPr>
          <p:cNvSpPr/>
          <p:nvPr/>
        </p:nvSpPr>
        <p:spPr bwMode="auto">
          <a:xfrm>
            <a:off x="9341815" y="461700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pic>
        <p:nvPicPr>
          <p:cNvPr id="87" name="product_comfort-panel.png">
            <a:extLst>
              <a:ext uri="{FF2B5EF4-FFF2-40B4-BE49-F238E27FC236}">
                <a16:creationId xmlns:a16="http://schemas.microsoft.com/office/drawing/2014/main" id="{3ED79681-E41D-45BA-A57A-46002D9E92D5}"/>
              </a:ext>
            </a:extLst>
          </p:cNvPr>
          <p:cNvPicPr>
            <a:picLocks noChangeAspect="1"/>
          </p:cNvPicPr>
          <p:nvPr>
            <p:custDataLst>
              <p:tags r:id="rId4"/>
            </p:custDataLst>
          </p:nvPr>
        </p:nvPicPr>
        <p:blipFill rotWithShape="1">
          <a:blip r:embed="rId26" cstate="print">
            <a:extLst>
              <a:ext uri="{28A0092B-C50C-407E-A947-70E740481C1C}">
                <a14:useLocalDpi xmlns:a14="http://schemas.microsoft.com/office/drawing/2010/main" val="0"/>
              </a:ext>
            </a:extLst>
          </a:blip>
          <a:srcRect t="8123" b="8285"/>
          <a:stretch/>
        </p:blipFill>
        <p:spPr>
          <a:xfrm>
            <a:off x="9133612" y="4922672"/>
            <a:ext cx="602914" cy="503984"/>
          </a:xfrm>
          <a:prstGeom prst="rect">
            <a:avLst/>
          </a:prstGeom>
        </p:spPr>
      </p:pic>
      <p:cxnSp>
        <p:nvCxnSpPr>
          <p:cNvPr id="68" name="Gerade Verbindung 78">
            <a:extLst>
              <a:ext uri="{FF2B5EF4-FFF2-40B4-BE49-F238E27FC236}">
                <a16:creationId xmlns:a16="http://schemas.microsoft.com/office/drawing/2014/main" id="{E06F1561-DB5E-4474-976D-C731677A4FDB}"/>
              </a:ext>
            </a:extLst>
          </p:cNvPr>
          <p:cNvCxnSpPr/>
          <p:nvPr/>
        </p:nvCxnSpPr>
        <p:spPr bwMode="auto">
          <a:xfrm>
            <a:off x="9725168" y="1934145"/>
            <a:ext cx="0" cy="478265"/>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9" name="Rechteck 68">
            <a:extLst>
              <a:ext uri="{FF2B5EF4-FFF2-40B4-BE49-F238E27FC236}">
                <a16:creationId xmlns:a16="http://schemas.microsoft.com/office/drawing/2014/main" id="{08FEE193-CD0F-4826-BBA4-265C818AD635}"/>
              </a:ext>
            </a:extLst>
          </p:cNvPr>
          <p:cNvSpPr/>
          <p:nvPr/>
        </p:nvSpPr>
        <p:spPr bwMode="auto">
          <a:xfrm>
            <a:off x="9673559" y="234944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70" name="Richtungspfeil 4">
            <a:extLst>
              <a:ext uri="{FF2B5EF4-FFF2-40B4-BE49-F238E27FC236}">
                <a16:creationId xmlns:a16="http://schemas.microsoft.com/office/drawing/2014/main" id="{CD804CBA-9100-4D67-B751-4737EE73D5E7}"/>
              </a:ext>
            </a:extLst>
          </p:cNvPr>
          <p:cNvSpPr>
            <a:spLocks/>
          </p:cNvSpPr>
          <p:nvPr/>
        </p:nvSpPr>
        <p:spPr bwMode="gray">
          <a:xfrm>
            <a:off x="621588" y="1454364"/>
            <a:ext cx="6561555" cy="1974623"/>
          </a:xfrm>
          <a:prstGeom prst="rect">
            <a:avLst/>
          </a:prstGeom>
          <a:gradFill flip="none" rotWithShape="1">
            <a:gsLst>
              <a:gs pos="83000">
                <a:srgbClr val="41AAC8"/>
              </a:gs>
              <a:gs pos="50000">
                <a:srgbClr val="32A0A0"/>
              </a:gs>
              <a:gs pos="0">
                <a:srgbClr val="4BB9B9"/>
              </a:gs>
              <a:gs pos="100000">
                <a:srgbClr val="2387AA"/>
              </a:gs>
            </a:gsLst>
            <a:lin ang="0" scaled="0"/>
            <a:tileRect/>
          </a:gradFill>
          <a:ln w="9525">
            <a:noFill/>
            <a:miter lim="800000"/>
            <a:headEnd/>
            <a:tailEnd/>
          </a:ln>
        </p:spPr>
        <p:txBody>
          <a:bodyPr vert="horz" wrap="square" lIns="143925" tIns="143925" rIns="0" bIns="143925" numCol="1" anchor="t" anchorCtr="0" compatLnSpc="1">
            <a:prstTxWarp prst="textNoShape">
              <a:avLst/>
            </a:prstTxWarp>
            <a:noAutofit/>
          </a:bodyPr>
          <a:lstStyle>
            <a:defPPr>
              <a:defRPr lang="de-DE"/>
            </a:defPPr>
            <a:lvl1pPr algn="l" rtl="0" fontAlgn="base">
              <a:spcBef>
                <a:spcPct val="50000"/>
              </a:spcBef>
              <a:spcAft>
                <a:spcPct val="0"/>
              </a:spcAft>
              <a:defRPr kern="1200">
                <a:solidFill>
                  <a:schemeClr val="bg2"/>
                </a:solidFill>
                <a:latin typeface="Arial" pitchFamily="34" charset="0"/>
                <a:ea typeface="ＭＳ Ｐゴシック" charset="-128"/>
                <a:cs typeface="+mn-cs"/>
              </a:defRPr>
            </a:lvl1pPr>
            <a:lvl2pPr marL="457200" algn="l" rtl="0" fontAlgn="base">
              <a:spcBef>
                <a:spcPct val="50000"/>
              </a:spcBef>
              <a:spcAft>
                <a:spcPct val="0"/>
              </a:spcAft>
              <a:defRPr kern="1200">
                <a:solidFill>
                  <a:schemeClr val="bg2"/>
                </a:solidFill>
                <a:latin typeface="Arial" pitchFamily="34" charset="0"/>
                <a:ea typeface="ＭＳ Ｐゴシック" charset="-128"/>
                <a:cs typeface="+mn-cs"/>
              </a:defRPr>
            </a:lvl2pPr>
            <a:lvl3pPr marL="914400" algn="l" rtl="0" fontAlgn="base">
              <a:spcBef>
                <a:spcPct val="50000"/>
              </a:spcBef>
              <a:spcAft>
                <a:spcPct val="0"/>
              </a:spcAft>
              <a:defRPr kern="1200">
                <a:solidFill>
                  <a:schemeClr val="bg2"/>
                </a:solidFill>
                <a:latin typeface="Arial" pitchFamily="34" charset="0"/>
                <a:ea typeface="ＭＳ Ｐゴシック" charset="-128"/>
                <a:cs typeface="+mn-cs"/>
              </a:defRPr>
            </a:lvl3pPr>
            <a:lvl4pPr marL="1371600" algn="l" rtl="0" fontAlgn="base">
              <a:spcBef>
                <a:spcPct val="50000"/>
              </a:spcBef>
              <a:spcAft>
                <a:spcPct val="0"/>
              </a:spcAft>
              <a:defRPr kern="1200">
                <a:solidFill>
                  <a:schemeClr val="bg2"/>
                </a:solidFill>
                <a:latin typeface="Arial" pitchFamily="34" charset="0"/>
                <a:ea typeface="ＭＳ Ｐゴシック" charset="-128"/>
                <a:cs typeface="+mn-cs"/>
              </a:defRPr>
            </a:lvl4pPr>
            <a:lvl5pPr marL="1828800" algn="l" rtl="0" fontAlgn="base">
              <a:spcBef>
                <a:spcPct val="50000"/>
              </a:spcBef>
              <a:spcAft>
                <a:spcPct val="0"/>
              </a:spcAft>
              <a:defRPr kern="1200">
                <a:solidFill>
                  <a:schemeClr val="bg2"/>
                </a:solidFill>
                <a:latin typeface="Arial" pitchFamily="34" charset="0"/>
                <a:ea typeface="ＭＳ Ｐゴシック" charset="-128"/>
                <a:cs typeface="+mn-cs"/>
              </a:defRPr>
            </a:lvl5pPr>
            <a:lvl6pPr marL="2286000" algn="l" defTabSz="914400" rtl="0" eaLnBrk="1" latinLnBrk="0" hangingPunct="1">
              <a:defRPr kern="1200">
                <a:solidFill>
                  <a:schemeClr val="bg2"/>
                </a:solidFill>
                <a:latin typeface="Arial" pitchFamily="34" charset="0"/>
                <a:ea typeface="ＭＳ Ｐゴシック" charset="-128"/>
                <a:cs typeface="+mn-cs"/>
              </a:defRPr>
            </a:lvl6pPr>
            <a:lvl7pPr marL="2743200" algn="l" defTabSz="914400" rtl="0" eaLnBrk="1" latinLnBrk="0" hangingPunct="1">
              <a:defRPr kern="1200">
                <a:solidFill>
                  <a:schemeClr val="bg2"/>
                </a:solidFill>
                <a:latin typeface="Arial" pitchFamily="34" charset="0"/>
                <a:ea typeface="ＭＳ Ｐゴシック" charset="-128"/>
                <a:cs typeface="+mn-cs"/>
              </a:defRPr>
            </a:lvl7pPr>
            <a:lvl8pPr marL="3200400" algn="l" defTabSz="914400" rtl="0" eaLnBrk="1" latinLnBrk="0" hangingPunct="1">
              <a:defRPr kern="1200">
                <a:solidFill>
                  <a:schemeClr val="bg2"/>
                </a:solidFill>
                <a:latin typeface="Arial" pitchFamily="34" charset="0"/>
                <a:ea typeface="ＭＳ Ｐゴシック" charset="-128"/>
                <a:cs typeface="+mn-cs"/>
              </a:defRPr>
            </a:lvl8pPr>
            <a:lvl9pPr marL="3657600" algn="l" defTabSz="914400" rtl="0" eaLnBrk="1" latinLnBrk="0" hangingPunct="1">
              <a:defRPr kern="1200">
                <a:solidFill>
                  <a:schemeClr val="bg2"/>
                </a:solidFill>
                <a:latin typeface="Arial" pitchFamily="34" charset="0"/>
                <a:ea typeface="ＭＳ Ｐゴシック" charset="-128"/>
                <a:cs typeface="+mn-cs"/>
              </a:defRPr>
            </a:lvl9pPr>
          </a:lstStyle>
          <a:p>
            <a:pPr>
              <a:spcBef>
                <a:spcPts val="0"/>
              </a:spcBef>
              <a:spcAft>
                <a:spcPts val="1199"/>
              </a:spcAft>
            </a:pPr>
            <a:r>
              <a:rPr lang="en-US" sz="1799" b="1" dirty="0">
                <a:solidFill>
                  <a:schemeClr val="bg1"/>
                </a:solidFill>
                <a:ea typeface="+mj-ea"/>
                <a:cs typeface="Arial" pitchFamily="34" charset="0"/>
              </a:rPr>
              <a:t>If the primary controller fails, the System IP addresses are automatically moved to the backup PLC</a:t>
            </a:r>
          </a:p>
          <a:p>
            <a:pPr>
              <a:spcBef>
                <a:spcPts val="0"/>
              </a:spcBef>
              <a:spcAft>
                <a:spcPts val="1199"/>
              </a:spcAft>
            </a:pPr>
            <a:r>
              <a:rPr lang="en-US" sz="1799" dirty="0">
                <a:solidFill>
                  <a:schemeClr val="bg1"/>
                </a:solidFill>
                <a:ea typeface="+mj-ea"/>
                <a:cs typeface="Arial" pitchFamily="34" charset="0"/>
                <a:sym typeface="Wingdings" panose="05000000000000000000" pitchFamily="2" charset="2"/>
              </a:rPr>
              <a:t> A standard controller / HMI can continue to communicate via the same IP address</a:t>
            </a:r>
            <a:endParaRPr lang="en-US" sz="1799" dirty="0">
              <a:solidFill>
                <a:schemeClr val="bg1"/>
              </a:solidFill>
              <a:ea typeface="+mj-ea"/>
              <a:cs typeface="Arial" pitchFamily="34" charset="0"/>
            </a:endParaRPr>
          </a:p>
        </p:txBody>
      </p:sp>
      <p:cxnSp>
        <p:nvCxnSpPr>
          <p:cNvPr id="71" name="Gerade Verbindung mit Pfeil 70">
            <a:extLst>
              <a:ext uri="{FF2B5EF4-FFF2-40B4-BE49-F238E27FC236}">
                <a16:creationId xmlns:a16="http://schemas.microsoft.com/office/drawing/2014/main" id="{AB6A8938-3FF1-4805-9F9A-334055235026}"/>
              </a:ext>
            </a:extLst>
          </p:cNvPr>
          <p:cNvCxnSpPr/>
          <p:nvPr/>
        </p:nvCxnSpPr>
        <p:spPr bwMode="auto">
          <a:xfrm>
            <a:off x="9910438" y="2016008"/>
            <a:ext cx="473688" cy="748578"/>
          </a:xfrm>
          <a:prstGeom prst="straightConnector1">
            <a:avLst/>
          </a:prstGeom>
          <a:solidFill>
            <a:schemeClr val="tx2"/>
          </a:solidFill>
          <a:ln w="5715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mit Pfeil 71">
            <a:extLst>
              <a:ext uri="{FF2B5EF4-FFF2-40B4-BE49-F238E27FC236}">
                <a16:creationId xmlns:a16="http://schemas.microsoft.com/office/drawing/2014/main" id="{161EEC71-9818-4093-AB6A-ABF729B65689}"/>
              </a:ext>
            </a:extLst>
          </p:cNvPr>
          <p:cNvCxnSpPr/>
          <p:nvPr/>
        </p:nvCxnSpPr>
        <p:spPr bwMode="auto">
          <a:xfrm flipV="1">
            <a:off x="9606876" y="4058301"/>
            <a:ext cx="777251" cy="819667"/>
          </a:xfrm>
          <a:prstGeom prst="straightConnector1">
            <a:avLst/>
          </a:prstGeom>
          <a:solidFill>
            <a:schemeClr val="tx2"/>
          </a:solidFill>
          <a:ln w="5715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nvGrpSpPr>
          <p:cNvPr id="5" name="Gruppieren 4">
            <a:extLst>
              <a:ext uri="{FF2B5EF4-FFF2-40B4-BE49-F238E27FC236}">
                <a16:creationId xmlns:a16="http://schemas.microsoft.com/office/drawing/2014/main" id="{FA60EDBA-6249-97BD-2E24-2D76638B0443}"/>
              </a:ext>
            </a:extLst>
          </p:cNvPr>
          <p:cNvGrpSpPr/>
          <p:nvPr/>
        </p:nvGrpSpPr>
        <p:grpSpPr>
          <a:xfrm>
            <a:off x="9436344" y="1496238"/>
            <a:ext cx="773894" cy="639977"/>
            <a:chOff x="5633257" y="2448326"/>
            <a:chExt cx="3891741" cy="2958295"/>
          </a:xfrm>
          <a:solidFill>
            <a:schemeClr val="tx1"/>
          </a:solidFill>
        </p:grpSpPr>
        <p:pic>
          <p:nvPicPr>
            <p:cNvPr id="6" name="product_simatic-s7-1500.png">
              <a:extLst>
                <a:ext uri="{FF2B5EF4-FFF2-40B4-BE49-F238E27FC236}">
                  <a16:creationId xmlns:a16="http://schemas.microsoft.com/office/drawing/2014/main" id="{9AFC382C-F9A2-C10C-9830-3FB3CD38CAC7}"/>
                </a:ext>
              </a:extLst>
            </p:cNvPr>
            <p:cNvPicPr>
              <a:picLocks noChangeAspect="1"/>
            </p:cNvPicPr>
            <p:nvPr>
              <p:custDataLst>
                <p:tags r:id="rId5"/>
              </p:custDataLst>
            </p:nvPr>
          </p:nvPicPr>
          <p:blipFill rotWithShape="1">
            <a:blip r:embed="rId24"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7" name="product_simatic-s7-1500.png">
              <a:extLst>
                <a:ext uri="{FF2B5EF4-FFF2-40B4-BE49-F238E27FC236}">
                  <a16:creationId xmlns:a16="http://schemas.microsoft.com/office/drawing/2014/main" id="{C4426CB0-177A-1C23-C08B-7BE0C673BD69}"/>
                </a:ext>
              </a:extLst>
            </p:cNvPr>
            <p:cNvPicPr>
              <a:picLocks noChangeAspect="1"/>
            </p:cNvPicPr>
            <p:nvPr>
              <p:custDataLst>
                <p:tags r:id="rId6"/>
              </p:custDataLst>
            </p:nvPr>
          </p:nvPicPr>
          <p:blipFill rotWithShape="1">
            <a:blip r:embed="rId25"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8" name="product_simatic-s7-1500.png">
              <a:extLst>
                <a:ext uri="{FF2B5EF4-FFF2-40B4-BE49-F238E27FC236}">
                  <a16:creationId xmlns:a16="http://schemas.microsoft.com/office/drawing/2014/main" id="{CB64C6AE-88A3-A64F-965B-50E8F351E1E3}"/>
                </a:ext>
              </a:extLst>
            </p:cNvPr>
            <p:cNvPicPr>
              <a:picLocks noChangeAspect="1"/>
            </p:cNvPicPr>
            <p:nvPr>
              <p:custDataLst>
                <p:tags r:id="rId7"/>
              </p:custDataLst>
            </p:nvPr>
          </p:nvPicPr>
          <p:blipFill rotWithShape="1">
            <a:blip r:embed="rId25"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9" name="Rechteck 8">
            <a:extLst>
              <a:ext uri="{FF2B5EF4-FFF2-40B4-BE49-F238E27FC236}">
                <a16:creationId xmlns:a16="http://schemas.microsoft.com/office/drawing/2014/main" id="{A8761C9B-62E1-1A06-337D-8FA6737DD20D}"/>
              </a:ext>
            </a:extLst>
          </p:cNvPr>
          <p:cNvSpPr/>
          <p:nvPr/>
        </p:nvSpPr>
        <p:spPr>
          <a:xfrm>
            <a:off x="8906153" y="3113848"/>
            <a:ext cx="205871" cy="266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0" name="Rechteck 9">
            <a:extLst>
              <a:ext uri="{FF2B5EF4-FFF2-40B4-BE49-F238E27FC236}">
                <a16:creationId xmlns:a16="http://schemas.microsoft.com/office/drawing/2014/main" id="{44DFFBDE-BCDD-FACD-07CE-09D408AC5EB8}"/>
              </a:ext>
            </a:extLst>
          </p:cNvPr>
          <p:cNvSpPr/>
          <p:nvPr/>
        </p:nvSpPr>
        <p:spPr>
          <a:xfrm>
            <a:off x="10347380" y="3113848"/>
            <a:ext cx="205871" cy="26614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0" name="Gewitterblitz 59">
            <a:extLst>
              <a:ext uri="{FF2B5EF4-FFF2-40B4-BE49-F238E27FC236}">
                <a16:creationId xmlns:a16="http://schemas.microsoft.com/office/drawing/2014/main" id="{1A3908F8-4636-4A09-AF0E-A84FA35E7410}"/>
              </a:ext>
            </a:extLst>
          </p:cNvPr>
          <p:cNvSpPr/>
          <p:nvPr/>
        </p:nvSpPr>
        <p:spPr bwMode="auto">
          <a:xfrm>
            <a:off x="8997472" y="2925206"/>
            <a:ext cx="582608" cy="870081"/>
          </a:xfrm>
          <a:prstGeom prst="lightningBolt">
            <a:avLst/>
          </a:prstGeom>
          <a:solidFill>
            <a:srgbClr val="DA040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Tree>
    <p:custDataLst>
      <p:tags r:id="rId1"/>
    </p:custDataLst>
    <p:extLst>
      <p:ext uri="{BB962C8B-B14F-4D97-AF65-F5344CB8AC3E}">
        <p14:creationId xmlns:p14="http://schemas.microsoft.com/office/powerpoint/2010/main" val="21899936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52A387E7-CBC7-73D8-B374-ADB46964D172}"/>
              </a:ext>
            </a:extLst>
          </p:cNvPr>
          <p:cNvSpPr/>
          <p:nvPr/>
        </p:nvSpPr>
        <p:spPr>
          <a:xfrm>
            <a:off x="6121457" y="2773399"/>
            <a:ext cx="5552258" cy="34971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8" name="Rechteck 7">
            <a:extLst>
              <a:ext uri="{FF2B5EF4-FFF2-40B4-BE49-F238E27FC236}">
                <a16:creationId xmlns:a16="http://schemas.microsoft.com/office/drawing/2014/main" id="{D3308AC2-B8C6-AA70-4AE0-7E1C9EA19A5C}"/>
              </a:ext>
            </a:extLst>
          </p:cNvPr>
          <p:cNvSpPr/>
          <p:nvPr/>
        </p:nvSpPr>
        <p:spPr>
          <a:xfrm>
            <a:off x="611664" y="2778233"/>
            <a:ext cx="5418346" cy="34971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 name="Titel 3"/>
          <p:cNvSpPr>
            <a:spLocks noGrp="1"/>
          </p:cNvSpPr>
          <p:nvPr>
            <p:ph type="title"/>
          </p:nvPr>
        </p:nvSpPr>
        <p:spPr/>
        <p:txBody>
          <a:bodyPr/>
          <a:lstStyle/>
          <a:p>
            <a:r>
              <a:rPr lang="en-US" dirty="0"/>
              <a:t>Communication via Device IP addresses</a:t>
            </a:r>
            <a:br>
              <a:rPr lang="en-US" dirty="0"/>
            </a:br>
            <a:r>
              <a:rPr lang="en-US" b="0" dirty="0"/>
              <a:t>Behavior</a:t>
            </a:r>
            <a:r>
              <a:rPr lang="en-US" dirty="0">
                <a:solidFill>
                  <a:schemeClr val="bg1"/>
                </a:solidFill>
                <a:ea typeface="+mj-ea"/>
                <a:cs typeface="Arial" pitchFamily="34" charset="0"/>
              </a:rPr>
              <a:t> automatically assigned to the primary CPU.</a:t>
            </a:r>
            <a:endParaRPr lang="en-US" b="0" dirty="0"/>
          </a:p>
        </p:txBody>
      </p:sp>
      <p:sp>
        <p:nvSpPr>
          <p:cNvPr id="2" name="Fußzeilenplatzhalter 1">
            <a:extLst>
              <a:ext uri="{FF2B5EF4-FFF2-40B4-BE49-F238E27FC236}">
                <a16:creationId xmlns:a16="http://schemas.microsoft.com/office/drawing/2014/main" id="{DA2690FB-9D9E-4168-ACCD-CF87154F6E62}"/>
              </a:ext>
            </a:extLst>
          </p:cNvPr>
          <p:cNvSpPr>
            <a:spLocks noGrp="1"/>
          </p:cNvSpPr>
          <p:nvPr>
            <p:ph type="ftr" sz="quarter" idx="10"/>
          </p:nvPr>
        </p:nvSpPr>
        <p:spPr/>
        <p:txBody>
          <a:bodyPr/>
          <a:lstStyle/>
          <a:p>
            <a:pPr>
              <a:lnSpc>
                <a:spcPct val="100000"/>
              </a:lnSpc>
            </a:pPr>
            <a:r>
              <a:rPr lang="en-US" dirty="0"/>
              <a:t>Unrestricted | © Siemens 2022 | DI FA | 08.12.2022</a:t>
            </a:r>
          </a:p>
        </p:txBody>
      </p:sp>
      <p:cxnSp>
        <p:nvCxnSpPr>
          <p:cNvPr id="76" name="Gerade Verbindung 75"/>
          <p:cNvCxnSpPr/>
          <p:nvPr/>
        </p:nvCxnSpPr>
        <p:spPr bwMode="auto">
          <a:xfrm>
            <a:off x="2769218" y="4207117"/>
            <a:ext cx="2354313" cy="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4" name="Gerade Verbindung 83"/>
          <p:cNvCxnSpPr>
            <a:cxnSpLocks/>
          </p:cNvCxnSpPr>
          <p:nvPr/>
        </p:nvCxnSpPr>
        <p:spPr bwMode="auto">
          <a:xfrm>
            <a:off x="3125189" y="4207117"/>
            <a:ext cx="0" cy="63941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3" name="Rechteck 82"/>
          <p:cNvSpPr/>
          <p:nvPr/>
        </p:nvSpPr>
        <p:spPr bwMode="auto">
          <a:xfrm>
            <a:off x="3063195" y="4144150"/>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cxnSp>
        <p:nvCxnSpPr>
          <p:cNvPr id="89" name="Gerade Verbindung 88"/>
          <p:cNvCxnSpPr>
            <a:cxnSpLocks/>
          </p:cNvCxnSpPr>
          <p:nvPr/>
        </p:nvCxnSpPr>
        <p:spPr bwMode="auto">
          <a:xfrm>
            <a:off x="4581269" y="4207117"/>
            <a:ext cx="1" cy="63941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8" name="Rechteck 87"/>
          <p:cNvSpPr/>
          <p:nvPr/>
        </p:nvSpPr>
        <p:spPr bwMode="auto">
          <a:xfrm>
            <a:off x="4517748" y="4144150"/>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98" name="Text Box 16"/>
          <p:cNvSpPr txBox="1">
            <a:spLocks noChangeArrowheads="1"/>
          </p:cNvSpPr>
          <p:nvPr>
            <p:custDataLst>
              <p:tags r:id="rId2"/>
            </p:custDataLst>
          </p:nvPr>
        </p:nvSpPr>
        <p:spPr bwMode="auto">
          <a:xfrm>
            <a:off x="2769217" y="4631388"/>
            <a:ext cx="1047818" cy="153808"/>
          </a:xfrm>
          <a:prstGeom prst="rect">
            <a:avLst/>
          </a:prstGeom>
          <a:solidFill>
            <a:srgbClr val="00B0F0"/>
          </a:solidFill>
          <a:ln>
            <a:noFill/>
          </a:ln>
          <a:effectLst/>
        </p:spPr>
        <p:txBody>
          <a:bodyPr wrap="none" lIns="0" tIns="0" rIns="0" bIns="0">
            <a:spAutoFit/>
          </a:bodyPr>
          <a:lstStyle>
            <a:defPPr>
              <a:defRPr lang="de-DE"/>
            </a:defPPr>
            <a:lvl1pPr eaLnBrk="1" hangingPunct="1">
              <a:defRPr sz="1000" b="1">
                <a:solidFill>
                  <a:schemeClr val="bg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r>
              <a:rPr lang="en-US" altLang="de-DE" sz="999" b="0" dirty="0"/>
              <a:t> X2: Device IP 11 </a:t>
            </a:r>
          </a:p>
        </p:txBody>
      </p:sp>
      <p:grpSp>
        <p:nvGrpSpPr>
          <p:cNvPr id="101" name="Gruppieren 100">
            <a:extLst>
              <a:ext uri="{FF2B5EF4-FFF2-40B4-BE49-F238E27FC236}">
                <a16:creationId xmlns:a16="http://schemas.microsoft.com/office/drawing/2014/main" id="{AF98AA7D-5ED6-4DE1-84B1-3C634D56B8B8}"/>
              </a:ext>
            </a:extLst>
          </p:cNvPr>
          <p:cNvGrpSpPr/>
          <p:nvPr/>
        </p:nvGrpSpPr>
        <p:grpSpPr>
          <a:xfrm>
            <a:off x="2916595" y="4854991"/>
            <a:ext cx="2211725" cy="639977"/>
            <a:chOff x="8964403" y="2948770"/>
            <a:chExt cx="2212877" cy="640310"/>
          </a:xfrm>
          <a:solidFill>
            <a:schemeClr val="tx1"/>
          </a:solidFill>
        </p:grpSpPr>
        <p:grpSp>
          <p:nvGrpSpPr>
            <p:cNvPr id="102" name="Gruppieren 101">
              <a:extLst>
                <a:ext uri="{FF2B5EF4-FFF2-40B4-BE49-F238E27FC236}">
                  <a16:creationId xmlns:a16="http://schemas.microsoft.com/office/drawing/2014/main" id="{8A50578E-071A-4329-9B74-8C91FF8C8FC7}"/>
                </a:ext>
              </a:extLst>
            </p:cNvPr>
            <p:cNvGrpSpPr/>
            <p:nvPr/>
          </p:nvGrpSpPr>
          <p:grpSpPr>
            <a:xfrm>
              <a:off x="8964403" y="2948770"/>
              <a:ext cx="774297" cy="640310"/>
              <a:chOff x="5633257" y="2448326"/>
              <a:chExt cx="3891741" cy="2958295"/>
            </a:xfrm>
            <a:grpFill/>
          </p:grpSpPr>
          <p:pic>
            <p:nvPicPr>
              <p:cNvPr id="110" name="product_simatic-s7-1500.png">
                <a:extLst>
                  <a:ext uri="{FF2B5EF4-FFF2-40B4-BE49-F238E27FC236}">
                    <a16:creationId xmlns:a16="http://schemas.microsoft.com/office/drawing/2014/main" id="{964445CC-ADC3-4954-BFCB-B51D2314EE86}"/>
                  </a:ext>
                </a:extLst>
              </p:cNvPr>
              <p:cNvPicPr>
                <a:picLocks noChangeAspect="1"/>
              </p:cNvPicPr>
              <p:nvPr>
                <p:custDataLst>
                  <p:tags r:id="rId21"/>
                </p:custDataLst>
              </p:nvPr>
            </p:nvPicPr>
            <p:blipFill rotWithShape="1">
              <a:blip r:embed="rId2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11" name="product_simatic-s7-1500.png">
                <a:extLst>
                  <a:ext uri="{FF2B5EF4-FFF2-40B4-BE49-F238E27FC236}">
                    <a16:creationId xmlns:a16="http://schemas.microsoft.com/office/drawing/2014/main" id="{33EDD6F6-D558-45A4-AE84-F3D0AE5128EE}"/>
                  </a:ext>
                </a:extLst>
              </p:cNvPr>
              <p:cNvPicPr>
                <a:picLocks noChangeAspect="1"/>
              </p:cNvPicPr>
              <p:nvPr>
                <p:custDataLst>
                  <p:tags r:id="rId22"/>
                </p:custDataLst>
              </p:nvPr>
            </p:nvPicPr>
            <p:blipFill rotWithShape="1">
              <a:blip r:embed="rId2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12" name="product_simatic-s7-1500.png">
                <a:extLst>
                  <a:ext uri="{FF2B5EF4-FFF2-40B4-BE49-F238E27FC236}">
                    <a16:creationId xmlns:a16="http://schemas.microsoft.com/office/drawing/2014/main" id="{DAA299DF-BFB4-4793-8EA9-42E43ADA2A39}"/>
                  </a:ext>
                </a:extLst>
              </p:cNvPr>
              <p:cNvPicPr>
                <a:picLocks noChangeAspect="1"/>
              </p:cNvPicPr>
              <p:nvPr>
                <p:custDataLst>
                  <p:tags r:id="rId23"/>
                </p:custDataLst>
              </p:nvPr>
            </p:nvPicPr>
            <p:blipFill rotWithShape="1">
              <a:blip r:embed="rId2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03" name="Gruppieren 102">
              <a:extLst>
                <a:ext uri="{FF2B5EF4-FFF2-40B4-BE49-F238E27FC236}">
                  <a16:creationId xmlns:a16="http://schemas.microsoft.com/office/drawing/2014/main" id="{127B06E7-BD99-48ED-8538-26C0109A1D73}"/>
                </a:ext>
              </a:extLst>
            </p:cNvPr>
            <p:cNvGrpSpPr/>
            <p:nvPr/>
          </p:nvGrpSpPr>
          <p:grpSpPr>
            <a:xfrm>
              <a:off x="10402983" y="2948770"/>
              <a:ext cx="774297" cy="640310"/>
              <a:chOff x="5633257" y="2448326"/>
              <a:chExt cx="3891741" cy="2958295"/>
            </a:xfrm>
            <a:grpFill/>
          </p:grpSpPr>
          <p:pic>
            <p:nvPicPr>
              <p:cNvPr id="107" name="product_simatic-s7-1500.png">
                <a:extLst>
                  <a:ext uri="{FF2B5EF4-FFF2-40B4-BE49-F238E27FC236}">
                    <a16:creationId xmlns:a16="http://schemas.microsoft.com/office/drawing/2014/main" id="{654B94E8-3F3A-4F2E-B67C-517FD6DA01A9}"/>
                  </a:ext>
                </a:extLst>
              </p:cNvPr>
              <p:cNvPicPr>
                <a:picLocks noChangeAspect="1"/>
              </p:cNvPicPr>
              <p:nvPr>
                <p:custDataLst>
                  <p:tags r:id="rId18"/>
                </p:custDataLst>
              </p:nvPr>
            </p:nvPicPr>
            <p:blipFill rotWithShape="1">
              <a:blip r:embed="rId26" cstate="print">
                <a:extLst>
                  <a:ext uri="{28A0092B-C50C-407E-A947-70E740481C1C}">
                    <a14:useLocalDpi xmlns:a14="http://schemas.microsoft.com/office/drawing/2010/main" val="0"/>
                  </a:ext>
                </a:extLst>
              </a:blip>
              <a:srcRect l="52991" r="26080"/>
              <a:stretch/>
            </p:blipFill>
            <p:spPr>
              <a:xfrm>
                <a:off x="7181852" y="2448326"/>
                <a:ext cx="1562101" cy="2958295"/>
              </a:xfrm>
              <a:prstGeom prst="rect">
                <a:avLst/>
              </a:prstGeom>
              <a:grpFill/>
            </p:spPr>
          </p:pic>
          <p:pic>
            <p:nvPicPr>
              <p:cNvPr id="108" name="product_simatic-s7-1500.png">
                <a:extLst>
                  <a:ext uri="{FF2B5EF4-FFF2-40B4-BE49-F238E27FC236}">
                    <a16:creationId xmlns:a16="http://schemas.microsoft.com/office/drawing/2014/main" id="{D43B41E8-2567-417C-A654-D26784BF58C1}"/>
                  </a:ext>
                </a:extLst>
              </p:cNvPr>
              <p:cNvPicPr>
                <a:picLocks noChangeAspect="1"/>
              </p:cNvPicPr>
              <p:nvPr>
                <p:custDataLst>
                  <p:tags r:id="rId19"/>
                </p:custDataLst>
              </p:nvPr>
            </p:nvPicPr>
            <p:blipFill rotWithShape="1">
              <a:blip r:embed="rId2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09" name="product_simatic-s7-1500.png">
                <a:extLst>
                  <a:ext uri="{FF2B5EF4-FFF2-40B4-BE49-F238E27FC236}">
                    <a16:creationId xmlns:a16="http://schemas.microsoft.com/office/drawing/2014/main" id="{BC30A32C-F5D2-42A3-8399-B57D96B38548}"/>
                  </a:ext>
                </a:extLst>
              </p:cNvPr>
              <p:cNvPicPr>
                <a:picLocks noChangeAspect="1"/>
              </p:cNvPicPr>
              <p:nvPr>
                <p:custDataLst>
                  <p:tags r:id="rId20"/>
                </p:custDataLst>
              </p:nvPr>
            </p:nvPicPr>
            <p:blipFill rotWithShape="1">
              <a:blip r:embed="rId2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04" name="Line 29">
              <a:extLst>
                <a:ext uri="{FF2B5EF4-FFF2-40B4-BE49-F238E27FC236}">
                  <a16:creationId xmlns:a16="http://schemas.microsoft.com/office/drawing/2014/main" id="{B9F8E643-3FE6-423F-A3AC-39C42C78B9A6}"/>
                </a:ext>
              </a:extLst>
            </p:cNvPr>
            <p:cNvSpPr>
              <a:spLocks noChangeShapeType="1"/>
            </p:cNvSpPr>
            <p:nvPr/>
          </p:nvSpPr>
          <p:spPr bwMode="auto">
            <a:xfrm>
              <a:off x="9738701" y="3465004"/>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105" name="Line 30">
              <a:extLst>
                <a:ext uri="{FF2B5EF4-FFF2-40B4-BE49-F238E27FC236}">
                  <a16:creationId xmlns:a16="http://schemas.microsoft.com/office/drawing/2014/main" id="{4F5D554B-7679-45FD-9363-8AC45960B3FB}"/>
                </a:ext>
              </a:extLst>
            </p:cNvPr>
            <p:cNvSpPr>
              <a:spLocks noChangeShapeType="1"/>
            </p:cNvSpPr>
            <p:nvPr/>
          </p:nvSpPr>
          <p:spPr bwMode="auto">
            <a:xfrm>
              <a:off x="9738700" y="3516665"/>
              <a:ext cx="664283"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grpSp>
      <p:sp>
        <p:nvSpPr>
          <p:cNvPr id="115" name="Textfeld 114">
            <a:extLst>
              <a:ext uri="{FF2B5EF4-FFF2-40B4-BE49-F238E27FC236}">
                <a16:creationId xmlns:a16="http://schemas.microsoft.com/office/drawing/2014/main" id="{39F32EEE-EB2E-4C8D-BB33-CB91CCAFA9D5}"/>
              </a:ext>
            </a:extLst>
          </p:cNvPr>
          <p:cNvSpPr txBox="1"/>
          <p:nvPr/>
        </p:nvSpPr>
        <p:spPr>
          <a:xfrm>
            <a:off x="3225225" y="5054768"/>
            <a:ext cx="575764" cy="217929"/>
          </a:xfrm>
          <a:prstGeom prst="rect">
            <a:avLst/>
          </a:prstGeom>
          <a:noFill/>
        </p:spPr>
        <p:txBody>
          <a:bodyPr vert="horz" wrap="none" lIns="0" tIns="0" rIns="0" bIns="0" rtlCol="0">
            <a:noAutofit/>
          </a:bodyPr>
          <a:lstStyle/>
          <a:p>
            <a:pPr fontAlgn="base">
              <a:lnSpc>
                <a:spcPct val="110000"/>
              </a:lnSpc>
              <a:spcAft>
                <a:spcPct val="0"/>
              </a:spcAft>
            </a:pPr>
            <a:r>
              <a:rPr lang="en-US" sz="999" b="1" dirty="0">
                <a:latin typeface="Arial"/>
                <a:ea typeface="Arial Unicode MS" panose="020B0604020202020204" pitchFamily="34" charset="-128"/>
                <a:cs typeface="Arial Unicode MS" panose="020B0604020202020204" pitchFamily="34" charset="-128"/>
              </a:rPr>
              <a:t>Primary</a:t>
            </a:r>
          </a:p>
        </p:txBody>
      </p:sp>
      <p:sp>
        <p:nvSpPr>
          <p:cNvPr id="116" name="Textfeld 115">
            <a:extLst>
              <a:ext uri="{FF2B5EF4-FFF2-40B4-BE49-F238E27FC236}">
                <a16:creationId xmlns:a16="http://schemas.microsoft.com/office/drawing/2014/main" id="{FE8497EF-4BF5-45E4-96D6-1244811D0FD2}"/>
              </a:ext>
            </a:extLst>
          </p:cNvPr>
          <p:cNvSpPr txBox="1"/>
          <p:nvPr/>
        </p:nvSpPr>
        <p:spPr>
          <a:xfrm>
            <a:off x="4673618" y="5059626"/>
            <a:ext cx="575764" cy="217929"/>
          </a:xfrm>
          <a:prstGeom prst="rect">
            <a:avLst/>
          </a:prstGeom>
          <a:noFill/>
        </p:spPr>
        <p:txBody>
          <a:bodyPr vert="horz" wrap="none" lIns="0" tIns="0" rIns="0" bIns="0" rtlCol="0">
            <a:noAutofit/>
          </a:bodyPr>
          <a:lstStyle/>
          <a:p>
            <a:pPr fontAlgn="base">
              <a:lnSpc>
                <a:spcPct val="110000"/>
              </a:lnSpc>
              <a:spcAft>
                <a:spcPct val="0"/>
              </a:spcAft>
            </a:pPr>
            <a:r>
              <a:rPr lang="en-US" sz="999" b="1" dirty="0">
                <a:latin typeface="Arial"/>
                <a:ea typeface="Arial Unicode MS" panose="020B0604020202020204" pitchFamily="34" charset="-128"/>
                <a:cs typeface="Arial Unicode MS" panose="020B0604020202020204" pitchFamily="34" charset="-128"/>
              </a:rPr>
              <a:t>Backup</a:t>
            </a:r>
          </a:p>
        </p:txBody>
      </p:sp>
      <p:grpSp>
        <p:nvGrpSpPr>
          <p:cNvPr id="52" name="Gruppieren 51">
            <a:extLst>
              <a:ext uri="{FF2B5EF4-FFF2-40B4-BE49-F238E27FC236}">
                <a16:creationId xmlns:a16="http://schemas.microsoft.com/office/drawing/2014/main" id="{0FA29353-5BC0-4506-B167-A76DF3EC01DE}"/>
              </a:ext>
            </a:extLst>
          </p:cNvPr>
          <p:cNvGrpSpPr/>
          <p:nvPr/>
        </p:nvGrpSpPr>
        <p:grpSpPr>
          <a:xfrm>
            <a:off x="3492661" y="3126080"/>
            <a:ext cx="773894" cy="639977"/>
            <a:chOff x="5633257" y="2448326"/>
            <a:chExt cx="3891741" cy="2958295"/>
          </a:xfrm>
        </p:grpSpPr>
        <p:pic>
          <p:nvPicPr>
            <p:cNvPr id="65" name="product_simatic-s7-1500.png">
              <a:extLst>
                <a:ext uri="{FF2B5EF4-FFF2-40B4-BE49-F238E27FC236}">
                  <a16:creationId xmlns:a16="http://schemas.microsoft.com/office/drawing/2014/main" id="{92822C45-E393-4BC0-822B-85B910BD1BBC}"/>
                </a:ext>
              </a:extLst>
            </p:cNvPr>
            <p:cNvPicPr>
              <a:picLocks noChangeAspect="1"/>
            </p:cNvPicPr>
            <p:nvPr>
              <p:custDataLst>
                <p:tags r:id="rId15"/>
              </p:custDataLst>
            </p:nvPr>
          </p:nvPicPr>
          <p:blipFill rotWithShape="1">
            <a:blip r:embed="rId2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p:spPr>
        </p:pic>
        <p:pic>
          <p:nvPicPr>
            <p:cNvPr id="66" name="product_simatic-s7-1500.png">
              <a:extLst>
                <a:ext uri="{FF2B5EF4-FFF2-40B4-BE49-F238E27FC236}">
                  <a16:creationId xmlns:a16="http://schemas.microsoft.com/office/drawing/2014/main" id="{259A7BCE-ECC4-42F0-907E-D44FCF9B4784}"/>
                </a:ext>
              </a:extLst>
            </p:cNvPr>
            <p:cNvPicPr>
              <a:picLocks noChangeAspect="1"/>
            </p:cNvPicPr>
            <p:nvPr>
              <p:custDataLst>
                <p:tags r:id="rId16"/>
              </p:custDataLst>
            </p:nvPr>
          </p:nvPicPr>
          <p:blipFill rotWithShape="1">
            <a:blip r:embed="rId2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p:spPr>
        </p:pic>
        <p:pic>
          <p:nvPicPr>
            <p:cNvPr id="67" name="product_simatic-s7-1500.png">
              <a:extLst>
                <a:ext uri="{FF2B5EF4-FFF2-40B4-BE49-F238E27FC236}">
                  <a16:creationId xmlns:a16="http://schemas.microsoft.com/office/drawing/2014/main" id="{2D7980B0-BFD9-49BC-BDAF-5C51ECB033FD}"/>
                </a:ext>
              </a:extLst>
            </p:cNvPr>
            <p:cNvPicPr>
              <a:picLocks noChangeAspect="1"/>
            </p:cNvPicPr>
            <p:nvPr>
              <p:custDataLst>
                <p:tags r:id="rId17"/>
              </p:custDataLst>
            </p:nvPr>
          </p:nvPicPr>
          <p:blipFill rotWithShape="1">
            <a:blip r:embed="rId2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p:spPr>
        </p:pic>
      </p:grpSp>
      <p:cxnSp>
        <p:nvCxnSpPr>
          <p:cNvPr id="68" name="Gerade Verbindung 78">
            <a:extLst>
              <a:ext uri="{FF2B5EF4-FFF2-40B4-BE49-F238E27FC236}">
                <a16:creationId xmlns:a16="http://schemas.microsoft.com/office/drawing/2014/main" id="{E06F1561-DB5E-4474-976D-C731677A4FDB}"/>
              </a:ext>
            </a:extLst>
          </p:cNvPr>
          <p:cNvCxnSpPr/>
          <p:nvPr/>
        </p:nvCxnSpPr>
        <p:spPr bwMode="auto">
          <a:xfrm>
            <a:off x="3775199" y="3728852"/>
            <a:ext cx="0" cy="478265"/>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9" name="Rechteck 68">
            <a:extLst>
              <a:ext uri="{FF2B5EF4-FFF2-40B4-BE49-F238E27FC236}">
                <a16:creationId xmlns:a16="http://schemas.microsoft.com/office/drawing/2014/main" id="{08FEE193-CD0F-4826-BBA4-265C818AD635}"/>
              </a:ext>
            </a:extLst>
          </p:cNvPr>
          <p:cNvSpPr/>
          <p:nvPr/>
        </p:nvSpPr>
        <p:spPr bwMode="auto">
          <a:xfrm>
            <a:off x="3723590" y="4144150"/>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70" name="Richtungspfeil 4">
            <a:extLst>
              <a:ext uri="{FF2B5EF4-FFF2-40B4-BE49-F238E27FC236}">
                <a16:creationId xmlns:a16="http://schemas.microsoft.com/office/drawing/2014/main" id="{CD804CBA-9100-4D67-B751-4737EE73D5E7}"/>
              </a:ext>
            </a:extLst>
          </p:cNvPr>
          <p:cNvSpPr>
            <a:spLocks/>
          </p:cNvSpPr>
          <p:nvPr/>
        </p:nvSpPr>
        <p:spPr bwMode="gray">
          <a:xfrm>
            <a:off x="621588" y="1454365"/>
            <a:ext cx="11052127" cy="1275085"/>
          </a:xfrm>
          <a:prstGeom prst="rect">
            <a:avLst/>
          </a:prstGeom>
          <a:gradFill flip="none" rotWithShape="1">
            <a:gsLst>
              <a:gs pos="83000">
                <a:srgbClr val="41AAC8"/>
              </a:gs>
              <a:gs pos="50000">
                <a:srgbClr val="32A0A0"/>
              </a:gs>
              <a:gs pos="0">
                <a:srgbClr val="4BB9B9"/>
              </a:gs>
              <a:gs pos="100000">
                <a:srgbClr val="2387AA"/>
              </a:gs>
            </a:gsLst>
            <a:lin ang="0" scaled="0"/>
            <a:tileRect/>
          </a:gradFill>
          <a:ln w="9525">
            <a:noFill/>
            <a:miter lim="800000"/>
            <a:headEnd/>
            <a:tailEnd/>
          </a:ln>
        </p:spPr>
        <p:txBody>
          <a:bodyPr vert="horz" wrap="square" lIns="143925" tIns="143925" rIns="0" bIns="143925" numCol="1" anchor="t" anchorCtr="0" compatLnSpc="1">
            <a:prstTxWarp prst="textNoShape">
              <a:avLst/>
            </a:prstTxWarp>
            <a:noAutofit/>
          </a:bodyPr>
          <a:lstStyle>
            <a:defPPr>
              <a:defRPr lang="de-DE"/>
            </a:defPPr>
            <a:lvl1pPr algn="l" rtl="0" fontAlgn="base">
              <a:spcBef>
                <a:spcPct val="50000"/>
              </a:spcBef>
              <a:spcAft>
                <a:spcPct val="0"/>
              </a:spcAft>
              <a:defRPr kern="1200">
                <a:solidFill>
                  <a:schemeClr val="bg2"/>
                </a:solidFill>
                <a:latin typeface="Arial" pitchFamily="34" charset="0"/>
                <a:ea typeface="ＭＳ Ｐゴシック" charset="-128"/>
                <a:cs typeface="+mn-cs"/>
              </a:defRPr>
            </a:lvl1pPr>
            <a:lvl2pPr marL="457200" algn="l" rtl="0" fontAlgn="base">
              <a:spcBef>
                <a:spcPct val="50000"/>
              </a:spcBef>
              <a:spcAft>
                <a:spcPct val="0"/>
              </a:spcAft>
              <a:defRPr kern="1200">
                <a:solidFill>
                  <a:schemeClr val="bg2"/>
                </a:solidFill>
                <a:latin typeface="Arial" pitchFamily="34" charset="0"/>
                <a:ea typeface="ＭＳ Ｐゴシック" charset="-128"/>
                <a:cs typeface="+mn-cs"/>
              </a:defRPr>
            </a:lvl2pPr>
            <a:lvl3pPr marL="914400" algn="l" rtl="0" fontAlgn="base">
              <a:spcBef>
                <a:spcPct val="50000"/>
              </a:spcBef>
              <a:spcAft>
                <a:spcPct val="0"/>
              </a:spcAft>
              <a:defRPr kern="1200">
                <a:solidFill>
                  <a:schemeClr val="bg2"/>
                </a:solidFill>
                <a:latin typeface="Arial" pitchFamily="34" charset="0"/>
                <a:ea typeface="ＭＳ Ｐゴシック" charset="-128"/>
                <a:cs typeface="+mn-cs"/>
              </a:defRPr>
            </a:lvl3pPr>
            <a:lvl4pPr marL="1371600" algn="l" rtl="0" fontAlgn="base">
              <a:spcBef>
                <a:spcPct val="50000"/>
              </a:spcBef>
              <a:spcAft>
                <a:spcPct val="0"/>
              </a:spcAft>
              <a:defRPr kern="1200">
                <a:solidFill>
                  <a:schemeClr val="bg2"/>
                </a:solidFill>
                <a:latin typeface="Arial" pitchFamily="34" charset="0"/>
                <a:ea typeface="ＭＳ Ｐゴシック" charset="-128"/>
                <a:cs typeface="+mn-cs"/>
              </a:defRPr>
            </a:lvl4pPr>
            <a:lvl5pPr marL="1828800" algn="l" rtl="0" fontAlgn="base">
              <a:spcBef>
                <a:spcPct val="50000"/>
              </a:spcBef>
              <a:spcAft>
                <a:spcPct val="0"/>
              </a:spcAft>
              <a:defRPr kern="1200">
                <a:solidFill>
                  <a:schemeClr val="bg2"/>
                </a:solidFill>
                <a:latin typeface="Arial" pitchFamily="34" charset="0"/>
                <a:ea typeface="ＭＳ Ｐゴシック" charset="-128"/>
                <a:cs typeface="+mn-cs"/>
              </a:defRPr>
            </a:lvl5pPr>
            <a:lvl6pPr marL="2286000" algn="l" defTabSz="914400" rtl="0" eaLnBrk="1" latinLnBrk="0" hangingPunct="1">
              <a:defRPr kern="1200">
                <a:solidFill>
                  <a:schemeClr val="bg2"/>
                </a:solidFill>
                <a:latin typeface="Arial" pitchFamily="34" charset="0"/>
                <a:ea typeface="ＭＳ Ｐゴシック" charset="-128"/>
                <a:cs typeface="+mn-cs"/>
              </a:defRPr>
            </a:lvl6pPr>
            <a:lvl7pPr marL="2743200" algn="l" defTabSz="914400" rtl="0" eaLnBrk="1" latinLnBrk="0" hangingPunct="1">
              <a:defRPr kern="1200">
                <a:solidFill>
                  <a:schemeClr val="bg2"/>
                </a:solidFill>
                <a:latin typeface="Arial" pitchFamily="34" charset="0"/>
                <a:ea typeface="ＭＳ Ｐゴシック" charset="-128"/>
                <a:cs typeface="+mn-cs"/>
              </a:defRPr>
            </a:lvl7pPr>
            <a:lvl8pPr marL="3200400" algn="l" defTabSz="914400" rtl="0" eaLnBrk="1" latinLnBrk="0" hangingPunct="1">
              <a:defRPr kern="1200">
                <a:solidFill>
                  <a:schemeClr val="bg2"/>
                </a:solidFill>
                <a:latin typeface="Arial" pitchFamily="34" charset="0"/>
                <a:ea typeface="ＭＳ Ｐゴシック" charset="-128"/>
                <a:cs typeface="+mn-cs"/>
              </a:defRPr>
            </a:lvl8pPr>
            <a:lvl9pPr marL="3657600" algn="l" defTabSz="914400" rtl="0" eaLnBrk="1" latinLnBrk="0" hangingPunct="1">
              <a:defRPr kern="1200">
                <a:solidFill>
                  <a:schemeClr val="bg2"/>
                </a:solidFill>
                <a:latin typeface="Arial" pitchFamily="34" charset="0"/>
                <a:ea typeface="ＭＳ Ｐゴシック" charset="-128"/>
                <a:cs typeface="+mn-cs"/>
              </a:defRPr>
            </a:lvl9pPr>
          </a:lstStyle>
          <a:p>
            <a:pPr>
              <a:spcBef>
                <a:spcPts val="0"/>
              </a:spcBef>
              <a:spcAft>
                <a:spcPts val="1199"/>
              </a:spcAft>
            </a:pPr>
            <a:r>
              <a:rPr lang="en-US" sz="1799" dirty="0">
                <a:solidFill>
                  <a:schemeClr val="bg1"/>
                </a:solidFill>
                <a:ea typeface="+mj-ea"/>
                <a:cs typeface="Arial" pitchFamily="34" charset="0"/>
              </a:rPr>
              <a:t>Communication via Device IP addresses works both via the Primary as well as via the backup CPU. </a:t>
            </a:r>
            <a:br>
              <a:rPr lang="en-US" sz="1799" dirty="0">
                <a:solidFill>
                  <a:schemeClr val="bg1"/>
                </a:solidFill>
                <a:ea typeface="+mj-ea"/>
                <a:cs typeface="Arial" pitchFamily="34" charset="0"/>
              </a:rPr>
            </a:br>
            <a:r>
              <a:rPr lang="en-US" sz="1799" dirty="0">
                <a:solidFill>
                  <a:schemeClr val="bg1"/>
                </a:solidFill>
                <a:ea typeface="+mj-ea"/>
                <a:cs typeface="Arial" pitchFamily="34" charset="0"/>
              </a:rPr>
              <a:t>Please note: Using the connection via the Backup-PLC leads to higher sync load in the system.</a:t>
            </a:r>
            <a:endParaRPr lang="en-US" sz="1799" dirty="0">
              <a:solidFill>
                <a:srgbClr val="FFFFFF"/>
              </a:solidFill>
              <a:ea typeface="+mj-ea"/>
              <a:cs typeface="Arial" pitchFamily="34" charset="0"/>
            </a:endParaRPr>
          </a:p>
          <a:p>
            <a:pPr>
              <a:spcBef>
                <a:spcPts val="0"/>
              </a:spcBef>
              <a:spcAft>
                <a:spcPts val="1199"/>
              </a:spcAft>
            </a:pPr>
            <a:endParaRPr lang="en-US" sz="1799" dirty="0">
              <a:solidFill>
                <a:srgbClr val="FFFFFF"/>
              </a:solidFill>
              <a:ea typeface="+mj-ea"/>
              <a:cs typeface="Arial" pitchFamily="34" charset="0"/>
            </a:endParaRPr>
          </a:p>
        </p:txBody>
      </p:sp>
      <p:sp>
        <p:nvSpPr>
          <p:cNvPr id="59" name="Text Box 16">
            <a:extLst>
              <a:ext uri="{FF2B5EF4-FFF2-40B4-BE49-F238E27FC236}">
                <a16:creationId xmlns:a16="http://schemas.microsoft.com/office/drawing/2014/main" id="{614113B4-00C1-4004-B992-5F5EED09BE7A}"/>
              </a:ext>
            </a:extLst>
          </p:cNvPr>
          <p:cNvSpPr txBox="1">
            <a:spLocks noChangeArrowheads="1"/>
          </p:cNvSpPr>
          <p:nvPr>
            <p:custDataLst>
              <p:tags r:id="rId3"/>
            </p:custDataLst>
          </p:nvPr>
        </p:nvSpPr>
        <p:spPr bwMode="auto">
          <a:xfrm>
            <a:off x="4266555" y="4631388"/>
            <a:ext cx="1047818" cy="153808"/>
          </a:xfrm>
          <a:prstGeom prst="rect">
            <a:avLst/>
          </a:prstGeom>
          <a:solidFill>
            <a:srgbClr val="00B0F0"/>
          </a:solidFill>
          <a:ln>
            <a:noFill/>
          </a:ln>
          <a:effectLst/>
        </p:spPr>
        <p:txBody>
          <a:bodyPr wrap="none" lIns="0" tIns="0" rIns="0" bIns="0">
            <a:spAutoFit/>
          </a:bodyPr>
          <a:lstStyle>
            <a:defPPr>
              <a:defRPr lang="de-DE"/>
            </a:defPPr>
            <a:lvl1pPr eaLnBrk="1" hangingPunct="1">
              <a:defRPr sz="1000" b="1">
                <a:solidFill>
                  <a:schemeClr val="bg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r>
              <a:rPr lang="en-US" altLang="de-DE" sz="999" b="0" dirty="0"/>
              <a:t> X2: Device IP 12 </a:t>
            </a:r>
          </a:p>
        </p:txBody>
      </p:sp>
      <p:sp>
        <p:nvSpPr>
          <p:cNvPr id="3" name="Textfeld 2">
            <a:extLst>
              <a:ext uri="{FF2B5EF4-FFF2-40B4-BE49-F238E27FC236}">
                <a16:creationId xmlns:a16="http://schemas.microsoft.com/office/drawing/2014/main" id="{3F64192A-3297-4E15-9542-D0DA84ECDD8F}"/>
              </a:ext>
            </a:extLst>
          </p:cNvPr>
          <p:cNvSpPr txBox="1"/>
          <p:nvPr/>
        </p:nvSpPr>
        <p:spPr>
          <a:xfrm>
            <a:off x="1803301" y="2817251"/>
            <a:ext cx="2770865" cy="289209"/>
          </a:xfrm>
          <a:prstGeom prst="rect">
            <a:avLst/>
          </a:prstGeom>
          <a:noFill/>
        </p:spPr>
        <p:txBody>
          <a:bodyPr vert="horz" wrap="square" lIns="0" tIns="0" rIns="0" bIns="0" rtlCol="0">
            <a:noAutofit/>
          </a:bodyPr>
          <a:lstStyle/>
          <a:p>
            <a:pPr algn="ctr" fontAlgn="base">
              <a:lnSpc>
                <a:spcPct val="110000"/>
              </a:lnSpc>
              <a:spcAft>
                <a:spcPct val="0"/>
              </a:spcAft>
            </a:pPr>
            <a:r>
              <a:rPr lang="en-US" sz="1199" b="1" dirty="0">
                <a:solidFill>
                  <a:srgbClr val="000000"/>
                </a:solidFill>
                <a:latin typeface="Arial"/>
                <a:ea typeface="Arial Unicode MS" panose="020B0604020202020204" pitchFamily="34" charset="-128"/>
                <a:cs typeface="Arial Unicode MS" panose="020B0604020202020204" pitchFamily="34" charset="-128"/>
              </a:rPr>
              <a:t>Communication via Primary PLC</a:t>
            </a:r>
          </a:p>
        </p:txBody>
      </p:sp>
      <p:sp>
        <p:nvSpPr>
          <p:cNvPr id="5" name="Pfeil: nach rechts 4">
            <a:extLst>
              <a:ext uri="{FF2B5EF4-FFF2-40B4-BE49-F238E27FC236}">
                <a16:creationId xmlns:a16="http://schemas.microsoft.com/office/drawing/2014/main" id="{958678C1-2EE4-4C8E-9751-9D048F784D52}"/>
              </a:ext>
            </a:extLst>
          </p:cNvPr>
          <p:cNvSpPr/>
          <p:nvPr/>
        </p:nvSpPr>
        <p:spPr bwMode="auto">
          <a:xfrm>
            <a:off x="3741086" y="5059626"/>
            <a:ext cx="575764" cy="311331"/>
          </a:xfrm>
          <a:prstGeom prst="rightArrow">
            <a:avLst/>
          </a:prstGeom>
          <a:solidFill>
            <a:srgbClr val="92D05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6" name="Textfeld 5">
            <a:extLst>
              <a:ext uri="{FF2B5EF4-FFF2-40B4-BE49-F238E27FC236}">
                <a16:creationId xmlns:a16="http://schemas.microsoft.com/office/drawing/2014/main" id="{CA7A0F78-6D4A-49B0-9A50-5C5E7050D093}"/>
              </a:ext>
            </a:extLst>
          </p:cNvPr>
          <p:cNvSpPr txBox="1"/>
          <p:nvPr/>
        </p:nvSpPr>
        <p:spPr>
          <a:xfrm>
            <a:off x="3827886" y="5149200"/>
            <a:ext cx="431816" cy="165951"/>
          </a:xfrm>
          <a:prstGeom prst="rect">
            <a:avLst/>
          </a:prstGeom>
          <a:noFill/>
        </p:spPr>
        <p:txBody>
          <a:bodyPr vert="horz" wrap="none" lIns="0" tIns="0" rIns="0" bIns="0" rtlCol="0">
            <a:noAutofit/>
          </a:bodyPr>
          <a:lstStyle/>
          <a:p>
            <a:pPr fontAlgn="base">
              <a:lnSpc>
                <a:spcPct val="110000"/>
              </a:lnSpc>
              <a:spcAft>
                <a:spcPct val="0"/>
              </a:spcAft>
            </a:pPr>
            <a:r>
              <a:rPr lang="en-US" sz="900" dirty="0">
                <a:solidFill>
                  <a:srgbClr val="000000"/>
                </a:solidFill>
                <a:latin typeface="Arial"/>
                <a:ea typeface="Arial Unicode MS" panose="020B0604020202020204" pitchFamily="34" charset="-128"/>
                <a:cs typeface="Arial Unicode MS" panose="020B0604020202020204" pitchFamily="34" charset="-128"/>
              </a:rPr>
              <a:t>SYNC</a:t>
            </a:r>
          </a:p>
        </p:txBody>
      </p:sp>
      <p:cxnSp>
        <p:nvCxnSpPr>
          <p:cNvPr id="122" name="Gerade Verbindung 75">
            <a:extLst>
              <a:ext uri="{FF2B5EF4-FFF2-40B4-BE49-F238E27FC236}">
                <a16:creationId xmlns:a16="http://schemas.microsoft.com/office/drawing/2014/main" id="{3387C042-8302-491A-88B1-4341FA7F6AF4}"/>
              </a:ext>
            </a:extLst>
          </p:cNvPr>
          <p:cNvCxnSpPr/>
          <p:nvPr/>
        </p:nvCxnSpPr>
        <p:spPr bwMode="auto">
          <a:xfrm>
            <a:off x="7663930" y="4207117"/>
            <a:ext cx="2354313" cy="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3" name="Gerade Verbindung 83">
            <a:extLst>
              <a:ext uri="{FF2B5EF4-FFF2-40B4-BE49-F238E27FC236}">
                <a16:creationId xmlns:a16="http://schemas.microsoft.com/office/drawing/2014/main" id="{416E8B35-DB5A-49ED-B8E5-BD94F179CC72}"/>
              </a:ext>
            </a:extLst>
          </p:cNvPr>
          <p:cNvCxnSpPr>
            <a:cxnSpLocks/>
          </p:cNvCxnSpPr>
          <p:nvPr/>
        </p:nvCxnSpPr>
        <p:spPr bwMode="auto">
          <a:xfrm>
            <a:off x="8019901" y="4207117"/>
            <a:ext cx="0" cy="63941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24" name="Rechteck 123">
            <a:extLst>
              <a:ext uri="{FF2B5EF4-FFF2-40B4-BE49-F238E27FC236}">
                <a16:creationId xmlns:a16="http://schemas.microsoft.com/office/drawing/2014/main" id="{D7CF23C8-1029-430B-9E85-709F4562AF59}"/>
              </a:ext>
            </a:extLst>
          </p:cNvPr>
          <p:cNvSpPr/>
          <p:nvPr/>
        </p:nvSpPr>
        <p:spPr bwMode="auto">
          <a:xfrm>
            <a:off x="7957907" y="4144150"/>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cxnSp>
        <p:nvCxnSpPr>
          <p:cNvPr id="125" name="Gerade Verbindung 88">
            <a:extLst>
              <a:ext uri="{FF2B5EF4-FFF2-40B4-BE49-F238E27FC236}">
                <a16:creationId xmlns:a16="http://schemas.microsoft.com/office/drawing/2014/main" id="{386204AA-8334-47A4-A0AC-1232AE37D39F}"/>
              </a:ext>
            </a:extLst>
          </p:cNvPr>
          <p:cNvCxnSpPr>
            <a:cxnSpLocks/>
          </p:cNvCxnSpPr>
          <p:nvPr/>
        </p:nvCxnSpPr>
        <p:spPr bwMode="auto">
          <a:xfrm>
            <a:off x="9475981" y="4207117"/>
            <a:ext cx="1" cy="63941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26" name="Rechteck 125">
            <a:extLst>
              <a:ext uri="{FF2B5EF4-FFF2-40B4-BE49-F238E27FC236}">
                <a16:creationId xmlns:a16="http://schemas.microsoft.com/office/drawing/2014/main" id="{C1563ACC-8C36-4AC1-87BF-25E4B0E0834C}"/>
              </a:ext>
            </a:extLst>
          </p:cNvPr>
          <p:cNvSpPr/>
          <p:nvPr/>
        </p:nvSpPr>
        <p:spPr bwMode="auto">
          <a:xfrm>
            <a:off x="9412460" y="4144150"/>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127" name="Text Box 16">
            <a:extLst>
              <a:ext uri="{FF2B5EF4-FFF2-40B4-BE49-F238E27FC236}">
                <a16:creationId xmlns:a16="http://schemas.microsoft.com/office/drawing/2014/main" id="{4DAD9A84-42A4-4BE2-86E5-3212F7A6675C}"/>
              </a:ext>
            </a:extLst>
          </p:cNvPr>
          <p:cNvSpPr txBox="1">
            <a:spLocks noChangeArrowheads="1"/>
          </p:cNvSpPr>
          <p:nvPr>
            <p:custDataLst>
              <p:tags r:id="rId4"/>
            </p:custDataLst>
          </p:nvPr>
        </p:nvSpPr>
        <p:spPr bwMode="auto">
          <a:xfrm>
            <a:off x="7663929" y="4631388"/>
            <a:ext cx="1047818" cy="153808"/>
          </a:xfrm>
          <a:prstGeom prst="rect">
            <a:avLst/>
          </a:prstGeom>
          <a:solidFill>
            <a:srgbClr val="00B0F0"/>
          </a:solidFill>
          <a:ln>
            <a:noFill/>
          </a:ln>
          <a:effectLst/>
        </p:spPr>
        <p:txBody>
          <a:bodyPr wrap="none" lIns="0" tIns="0" rIns="0" bIns="0">
            <a:spAutoFit/>
          </a:bodyPr>
          <a:lstStyle>
            <a:defPPr>
              <a:defRPr lang="de-DE"/>
            </a:defPPr>
            <a:lvl1pPr eaLnBrk="1" hangingPunct="1">
              <a:defRPr sz="1000" b="1">
                <a:solidFill>
                  <a:schemeClr val="bg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r>
              <a:rPr lang="en-US" altLang="de-DE" sz="999" b="0" dirty="0"/>
              <a:t> X2: Device IP 11 </a:t>
            </a:r>
          </a:p>
        </p:txBody>
      </p:sp>
      <p:grpSp>
        <p:nvGrpSpPr>
          <p:cNvPr id="128" name="Gruppieren 127">
            <a:extLst>
              <a:ext uri="{FF2B5EF4-FFF2-40B4-BE49-F238E27FC236}">
                <a16:creationId xmlns:a16="http://schemas.microsoft.com/office/drawing/2014/main" id="{D9057528-0E08-4C14-99B1-8107C62504DE}"/>
              </a:ext>
            </a:extLst>
          </p:cNvPr>
          <p:cNvGrpSpPr/>
          <p:nvPr/>
        </p:nvGrpSpPr>
        <p:grpSpPr>
          <a:xfrm>
            <a:off x="7811307" y="4854991"/>
            <a:ext cx="2211725" cy="639977"/>
            <a:chOff x="8964403" y="2948770"/>
            <a:chExt cx="2212877" cy="640310"/>
          </a:xfrm>
          <a:solidFill>
            <a:schemeClr val="tx1"/>
          </a:solidFill>
        </p:grpSpPr>
        <p:grpSp>
          <p:nvGrpSpPr>
            <p:cNvPr id="129" name="Gruppieren 128">
              <a:extLst>
                <a:ext uri="{FF2B5EF4-FFF2-40B4-BE49-F238E27FC236}">
                  <a16:creationId xmlns:a16="http://schemas.microsoft.com/office/drawing/2014/main" id="{DCA00BA2-4BEC-4986-816F-8D980B31A7C4}"/>
                </a:ext>
              </a:extLst>
            </p:cNvPr>
            <p:cNvGrpSpPr/>
            <p:nvPr/>
          </p:nvGrpSpPr>
          <p:grpSpPr>
            <a:xfrm>
              <a:off x="8964403" y="2948770"/>
              <a:ext cx="774297" cy="640310"/>
              <a:chOff x="5633257" y="2448326"/>
              <a:chExt cx="3891741" cy="2958295"/>
            </a:xfrm>
            <a:grpFill/>
          </p:grpSpPr>
          <p:pic>
            <p:nvPicPr>
              <p:cNvPr id="136" name="product_simatic-s7-1500.png">
                <a:extLst>
                  <a:ext uri="{FF2B5EF4-FFF2-40B4-BE49-F238E27FC236}">
                    <a16:creationId xmlns:a16="http://schemas.microsoft.com/office/drawing/2014/main" id="{B5D159FB-C190-49BC-B449-8590959147C6}"/>
                  </a:ext>
                </a:extLst>
              </p:cNvPr>
              <p:cNvPicPr>
                <a:picLocks noChangeAspect="1"/>
              </p:cNvPicPr>
              <p:nvPr>
                <p:custDataLst>
                  <p:tags r:id="rId12"/>
                </p:custDataLst>
              </p:nvPr>
            </p:nvPicPr>
            <p:blipFill rotWithShape="1">
              <a:blip r:embed="rId2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37" name="product_simatic-s7-1500.png">
                <a:extLst>
                  <a:ext uri="{FF2B5EF4-FFF2-40B4-BE49-F238E27FC236}">
                    <a16:creationId xmlns:a16="http://schemas.microsoft.com/office/drawing/2014/main" id="{66045B27-584C-453D-8002-68099DEEAE7A}"/>
                  </a:ext>
                </a:extLst>
              </p:cNvPr>
              <p:cNvPicPr>
                <a:picLocks noChangeAspect="1"/>
              </p:cNvPicPr>
              <p:nvPr>
                <p:custDataLst>
                  <p:tags r:id="rId13"/>
                </p:custDataLst>
              </p:nvPr>
            </p:nvPicPr>
            <p:blipFill rotWithShape="1">
              <a:blip r:embed="rId2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38" name="product_simatic-s7-1500.png">
                <a:extLst>
                  <a:ext uri="{FF2B5EF4-FFF2-40B4-BE49-F238E27FC236}">
                    <a16:creationId xmlns:a16="http://schemas.microsoft.com/office/drawing/2014/main" id="{0536F691-FD60-400F-808B-791ACF55D7E5}"/>
                  </a:ext>
                </a:extLst>
              </p:cNvPr>
              <p:cNvPicPr>
                <a:picLocks noChangeAspect="1"/>
              </p:cNvPicPr>
              <p:nvPr>
                <p:custDataLst>
                  <p:tags r:id="rId14"/>
                </p:custDataLst>
              </p:nvPr>
            </p:nvPicPr>
            <p:blipFill rotWithShape="1">
              <a:blip r:embed="rId2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30" name="Gruppieren 129">
              <a:extLst>
                <a:ext uri="{FF2B5EF4-FFF2-40B4-BE49-F238E27FC236}">
                  <a16:creationId xmlns:a16="http://schemas.microsoft.com/office/drawing/2014/main" id="{FFA0457A-0F1E-45CB-99B1-72157357C5ED}"/>
                </a:ext>
              </a:extLst>
            </p:cNvPr>
            <p:cNvGrpSpPr/>
            <p:nvPr/>
          </p:nvGrpSpPr>
          <p:grpSpPr>
            <a:xfrm>
              <a:off x="10402983" y="2948770"/>
              <a:ext cx="774297" cy="640310"/>
              <a:chOff x="5633257" y="2448326"/>
              <a:chExt cx="3891741" cy="2958295"/>
            </a:xfrm>
            <a:grpFill/>
          </p:grpSpPr>
          <p:pic>
            <p:nvPicPr>
              <p:cNvPr id="133" name="product_simatic-s7-1500.png">
                <a:extLst>
                  <a:ext uri="{FF2B5EF4-FFF2-40B4-BE49-F238E27FC236}">
                    <a16:creationId xmlns:a16="http://schemas.microsoft.com/office/drawing/2014/main" id="{ABFCF0AF-0D1E-4A45-A938-A9CB6B0D1422}"/>
                  </a:ext>
                </a:extLst>
              </p:cNvPr>
              <p:cNvPicPr>
                <a:picLocks noChangeAspect="1"/>
              </p:cNvPicPr>
              <p:nvPr>
                <p:custDataLst>
                  <p:tags r:id="rId9"/>
                </p:custDataLst>
              </p:nvPr>
            </p:nvPicPr>
            <p:blipFill rotWithShape="1">
              <a:blip r:embed="rId26" cstate="print">
                <a:extLst>
                  <a:ext uri="{28A0092B-C50C-407E-A947-70E740481C1C}">
                    <a14:useLocalDpi xmlns:a14="http://schemas.microsoft.com/office/drawing/2010/main" val="0"/>
                  </a:ext>
                </a:extLst>
              </a:blip>
              <a:srcRect l="52991" r="26080"/>
              <a:stretch/>
            </p:blipFill>
            <p:spPr>
              <a:xfrm>
                <a:off x="7181852" y="2448326"/>
                <a:ext cx="1562101" cy="2958295"/>
              </a:xfrm>
              <a:prstGeom prst="rect">
                <a:avLst/>
              </a:prstGeom>
              <a:grpFill/>
            </p:spPr>
          </p:pic>
          <p:pic>
            <p:nvPicPr>
              <p:cNvPr id="134" name="product_simatic-s7-1500.png">
                <a:extLst>
                  <a:ext uri="{FF2B5EF4-FFF2-40B4-BE49-F238E27FC236}">
                    <a16:creationId xmlns:a16="http://schemas.microsoft.com/office/drawing/2014/main" id="{B0780572-B22C-44B1-A762-6115C4DA28E1}"/>
                  </a:ext>
                </a:extLst>
              </p:cNvPr>
              <p:cNvPicPr>
                <a:picLocks noChangeAspect="1"/>
              </p:cNvPicPr>
              <p:nvPr>
                <p:custDataLst>
                  <p:tags r:id="rId10"/>
                </p:custDataLst>
              </p:nvPr>
            </p:nvPicPr>
            <p:blipFill rotWithShape="1">
              <a:blip r:embed="rId2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35" name="product_simatic-s7-1500.png">
                <a:extLst>
                  <a:ext uri="{FF2B5EF4-FFF2-40B4-BE49-F238E27FC236}">
                    <a16:creationId xmlns:a16="http://schemas.microsoft.com/office/drawing/2014/main" id="{867A05F9-0FD7-47AB-ADEB-51EBC8D10C20}"/>
                  </a:ext>
                </a:extLst>
              </p:cNvPr>
              <p:cNvPicPr>
                <a:picLocks noChangeAspect="1"/>
              </p:cNvPicPr>
              <p:nvPr>
                <p:custDataLst>
                  <p:tags r:id="rId11"/>
                </p:custDataLst>
              </p:nvPr>
            </p:nvPicPr>
            <p:blipFill rotWithShape="1">
              <a:blip r:embed="rId2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31" name="Line 29">
              <a:extLst>
                <a:ext uri="{FF2B5EF4-FFF2-40B4-BE49-F238E27FC236}">
                  <a16:creationId xmlns:a16="http://schemas.microsoft.com/office/drawing/2014/main" id="{80860E14-C53A-4443-B5B7-BF9A9038083C}"/>
                </a:ext>
              </a:extLst>
            </p:cNvPr>
            <p:cNvSpPr>
              <a:spLocks noChangeShapeType="1"/>
            </p:cNvSpPr>
            <p:nvPr/>
          </p:nvSpPr>
          <p:spPr bwMode="auto">
            <a:xfrm>
              <a:off x="9738701" y="3465004"/>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132" name="Line 30">
              <a:extLst>
                <a:ext uri="{FF2B5EF4-FFF2-40B4-BE49-F238E27FC236}">
                  <a16:creationId xmlns:a16="http://schemas.microsoft.com/office/drawing/2014/main" id="{D03FFEE5-0DF3-40A8-8C98-4EF3092136B0}"/>
                </a:ext>
              </a:extLst>
            </p:cNvPr>
            <p:cNvSpPr>
              <a:spLocks noChangeShapeType="1"/>
            </p:cNvSpPr>
            <p:nvPr/>
          </p:nvSpPr>
          <p:spPr bwMode="auto">
            <a:xfrm>
              <a:off x="9738700" y="3516665"/>
              <a:ext cx="664283"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grpSp>
      <p:sp>
        <p:nvSpPr>
          <p:cNvPr id="139" name="Textfeld 138">
            <a:extLst>
              <a:ext uri="{FF2B5EF4-FFF2-40B4-BE49-F238E27FC236}">
                <a16:creationId xmlns:a16="http://schemas.microsoft.com/office/drawing/2014/main" id="{21C6D1BC-3F95-4798-BB50-F68F7610CBD2}"/>
              </a:ext>
            </a:extLst>
          </p:cNvPr>
          <p:cNvSpPr txBox="1"/>
          <p:nvPr/>
        </p:nvSpPr>
        <p:spPr>
          <a:xfrm>
            <a:off x="8119937" y="5054768"/>
            <a:ext cx="575764" cy="217929"/>
          </a:xfrm>
          <a:prstGeom prst="rect">
            <a:avLst/>
          </a:prstGeom>
          <a:noFill/>
        </p:spPr>
        <p:txBody>
          <a:bodyPr vert="horz" wrap="none" lIns="0" tIns="0" rIns="0" bIns="0" rtlCol="0">
            <a:noAutofit/>
          </a:bodyPr>
          <a:lstStyle/>
          <a:p>
            <a:pPr fontAlgn="base">
              <a:lnSpc>
                <a:spcPct val="110000"/>
              </a:lnSpc>
              <a:spcAft>
                <a:spcPct val="0"/>
              </a:spcAft>
            </a:pPr>
            <a:r>
              <a:rPr lang="en-US" sz="999" b="1" dirty="0">
                <a:latin typeface="Arial"/>
                <a:ea typeface="Arial Unicode MS" panose="020B0604020202020204" pitchFamily="34" charset="-128"/>
                <a:cs typeface="Arial Unicode MS" panose="020B0604020202020204" pitchFamily="34" charset="-128"/>
              </a:rPr>
              <a:t>Primary</a:t>
            </a:r>
          </a:p>
        </p:txBody>
      </p:sp>
      <p:sp>
        <p:nvSpPr>
          <p:cNvPr id="140" name="Textfeld 139">
            <a:extLst>
              <a:ext uri="{FF2B5EF4-FFF2-40B4-BE49-F238E27FC236}">
                <a16:creationId xmlns:a16="http://schemas.microsoft.com/office/drawing/2014/main" id="{C6AC3186-F45A-4088-A69D-1DABB489DC9E}"/>
              </a:ext>
            </a:extLst>
          </p:cNvPr>
          <p:cNvSpPr txBox="1"/>
          <p:nvPr/>
        </p:nvSpPr>
        <p:spPr>
          <a:xfrm>
            <a:off x="9568330" y="5059626"/>
            <a:ext cx="575764" cy="217929"/>
          </a:xfrm>
          <a:prstGeom prst="rect">
            <a:avLst/>
          </a:prstGeom>
          <a:noFill/>
        </p:spPr>
        <p:txBody>
          <a:bodyPr vert="horz" wrap="none" lIns="0" tIns="0" rIns="0" bIns="0" rtlCol="0">
            <a:noAutofit/>
          </a:bodyPr>
          <a:lstStyle/>
          <a:p>
            <a:pPr fontAlgn="base">
              <a:lnSpc>
                <a:spcPct val="110000"/>
              </a:lnSpc>
              <a:spcAft>
                <a:spcPct val="0"/>
              </a:spcAft>
            </a:pPr>
            <a:r>
              <a:rPr lang="en-US" sz="999" b="1" dirty="0">
                <a:latin typeface="Arial"/>
                <a:ea typeface="Arial Unicode MS" panose="020B0604020202020204" pitchFamily="34" charset="-128"/>
                <a:cs typeface="Arial Unicode MS" panose="020B0604020202020204" pitchFamily="34" charset="-128"/>
              </a:rPr>
              <a:t>Backup</a:t>
            </a:r>
          </a:p>
        </p:txBody>
      </p:sp>
      <p:grpSp>
        <p:nvGrpSpPr>
          <p:cNvPr id="141" name="Gruppieren 140">
            <a:extLst>
              <a:ext uri="{FF2B5EF4-FFF2-40B4-BE49-F238E27FC236}">
                <a16:creationId xmlns:a16="http://schemas.microsoft.com/office/drawing/2014/main" id="{B9CD8584-27C8-4B31-8544-1B4A721C54A5}"/>
              </a:ext>
            </a:extLst>
          </p:cNvPr>
          <p:cNvGrpSpPr/>
          <p:nvPr/>
        </p:nvGrpSpPr>
        <p:grpSpPr>
          <a:xfrm>
            <a:off x="8387373" y="3126080"/>
            <a:ext cx="773894" cy="639977"/>
            <a:chOff x="5633257" y="2448326"/>
            <a:chExt cx="3891741" cy="2958295"/>
          </a:xfrm>
        </p:grpSpPr>
        <p:pic>
          <p:nvPicPr>
            <p:cNvPr id="142" name="product_simatic-s7-1500.png">
              <a:extLst>
                <a:ext uri="{FF2B5EF4-FFF2-40B4-BE49-F238E27FC236}">
                  <a16:creationId xmlns:a16="http://schemas.microsoft.com/office/drawing/2014/main" id="{76D418B6-934E-45C3-90C9-122510F96CD7}"/>
                </a:ext>
              </a:extLst>
            </p:cNvPr>
            <p:cNvPicPr>
              <a:picLocks noChangeAspect="1"/>
            </p:cNvPicPr>
            <p:nvPr>
              <p:custDataLst>
                <p:tags r:id="rId6"/>
              </p:custDataLst>
            </p:nvPr>
          </p:nvPicPr>
          <p:blipFill rotWithShape="1">
            <a:blip r:embed="rId2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p:spPr>
        </p:pic>
        <p:pic>
          <p:nvPicPr>
            <p:cNvPr id="143" name="product_simatic-s7-1500.png">
              <a:extLst>
                <a:ext uri="{FF2B5EF4-FFF2-40B4-BE49-F238E27FC236}">
                  <a16:creationId xmlns:a16="http://schemas.microsoft.com/office/drawing/2014/main" id="{EDC247E3-1E7E-40CA-9A65-47DB879A07FC}"/>
                </a:ext>
              </a:extLst>
            </p:cNvPr>
            <p:cNvPicPr>
              <a:picLocks noChangeAspect="1"/>
            </p:cNvPicPr>
            <p:nvPr>
              <p:custDataLst>
                <p:tags r:id="rId7"/>
              </p:custDataLst>
            </p:nvPr>
          </p:nvPicPr>
          <p:blipFill rotWithShape="1">
            <a:blip r:embed="rId2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p:spPr>
        </p:pic>
        <p:pic>
          <p:nvPicPr>
            <p:cNvPr id="144" name="product_simatic-s7-1500.png">
              <a:extLst>
                <a:ext uri="{FF2B5EF4-FFF2-40B4-BE49-F238E27FC236}">
                  <a16:creationId xmlns:a16="http://schemas.microsoft.com/office/drawing/2014/main" id="{6CA404ED-8CD6-490B-B558-7552A48B61EE}"/>
                </a:ext>
              </a:extLst>
            </p:cNvPr>
            <p:cNvPicPr>
              <a:picLocks noChangeAspect="1"/>
            </p:cNvPicPr>
            <p:nvPr>
              <p:custDataLst>
                <p:tags r:id="rId8"/>
              </p:custDataLst>
            </p:nvPr>
          </p:nvPicPr>
          <p:blipFill rotWithShape="1">
            <a:blip r:embed="rId2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p:spPr>
        </p:pic>
      </p:grpSp>
      <p:cxnSp>
        <p:nvCxnSpPr>
          <p:cNvPr id="145" name="Gerade Verbindung 78">
            <a:extLst>
              <a:ext uri="{FF2B5EF4-FFF2-40B4-BE49-F238E27FC236}">
                <a16:creationId xmlns:a16="http://schemas.microsoft.com/office/drawing/2014/main" id="{6433D9BE-1230-41F5-B051-35E4C9B6A296}"/>
              </a:ext>
            </a:extLst>
          </p:cNvPr>
          <p:cNvCxnSpPr/>
          <p:nvPr/>
        </p:nvCxnSpPr>
        <p:spPr bwMode="auto">
          <a:xfrm>
            <a:off x="8669911" y="3728852"/>
            <a:ext cx="0" cy="478265"/>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46" name="Rechteck 145">
            <a:extLst>
              <a:ext uri="{FF2B5EF4-FFF2-40B4-BE49-F238E27FC236}">
                <a16:creationId xmlns:a16="http://schemas.microsoft.com/office/drawing/2014/main" id="{BFB94833-4886-42E4-9B17-DFD9CDC2D068}"/>
              </a:ext>
            </a:extLst>
          </p:cNvPr>
          <p:cNvSpPr/>
          <p:nvPr/>
        </p:nvSpPr>
        <p:spPr bwMode="auto">
          <a:xfrm>
            <a:off x="8618302" y="4144150"/>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148" name="Text Box 16">
            <a:extLst>
              <a:ext uri="{FF2B5EF4-FFF2-40B4-BE49-F238E27FC236}">
                <a16:creationId xmlns:a16="http://schemas.microsoft.com/office/drawing/2014/main" id="{DF944B1F-5C2A-466E-9326-D2339407CDD2}"/>
              </a:ext>
            </a:extLst>
          </p:cNvPr>
          <p:cNvSpPr txBox="1">
            <a:spLocks noChangeArrowheads="1"/>
          </p:cNvSpPr>
          <p:nvPr>
            <p:custDataLst>
              <p:tags r:id="rId5"/>
            </p:custDataLst>
          </p:nvPr>
        </p:nvSpPr>
        <p:spPr bwMode="auto">
          <a:xfrm>
            <a:off x="9161266" y="4631388"/>
            <a:ext cx="1047818" cy="153808"/>
          </a:xfrm>
          <a:prstGeom prst="rect">
            <a:avLst/>
          </a:prstGeom>
          <a:solidFill>
            <a:srgbClr val="00B0F0"/>
          </a:solidFill>
          <a:ln>
            <a:noFill/>
          </a:ln>
          <a:effectLst/>
        </p:spPr>
        <p:txBody>
          <a:bodyPr wrap="none" lIns="0" tIns="0" rIns="0" bIns="0">
            <a:spAutoFit/>
          </a:bodyPr>
          <a:lstStyle>
            <a:defPPr>
              <a:defRPr lang="de-DE"/>
            </a:defPPr>
            <a:lvl1pPr eaLnBrk="1" hangingPunct="1">
              <a:defRPr sz="1000" b="1">
                <a:solidFill>
                  <a:schemeClr val="bg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r>
              <a:rPr lang="en-US" altLang="de-DE" sz="999" b="0" dirty="0"/>
              <a:t> X2: Device IP 12 </a:t>
            </a:r>
          </a:p>
        </p:txBody>
      </p:sp>
      <p:sp>
        <p:nvSpPr>
          <p:cNvPr id="149" name="Textfeld 148">
            <a:extLst>
              <a:ext uri="{FF2B5EF4-FFF2-40B4-BE49-F238E27FC236}">
                <a16:creationId xmlns:a16="http://schemas.microsoft.com/office/drawing/2014/main" id="{4955E28C-F81F-4F28-A042-C8E672BEFBA5}"/>
              </a:ext>
            </a:extLst>
          </p:cNvPr>
          <p:cNvSpPr txBox="1"/>
          <p:nvPr/>
        </p:nvSpPr>
        <p:spPr>
          <a:xfrm>
            <a:off x="7455653" y="2817251"/>
            <a:ext cx="2770865" cy="289209"/>
          </a:xfrm>
          <a:prstGeom prst="rect">
            <a:avLst/>
          </a:prstGeom>
          <a:noFill/>
        </p:spPr>
        <p:txBody>
          <a:bodyPr vert="horz" wrap="square" lIns="0" tIns="0" rIns="0" bIns="0" rtlCol="0">
            <a:noAutofit/>
          </a:bodyPr>
          <a:lstStyle/>
          <a:p>
            <a:pPr algn="ctr" fontAlgn="base">
              <a:lnSpc>
                <a:spcPct val="110000"/>
              </a:lnSpc>
              <a:spcAft>
                <a:spcPct val="0"/>
              </a:spcAft>
            </a:pPr>
            <a:r>
              <a:rPr lang="en-US" sz="1199" b="1" dirty="0">
                <a:solidFill>
                  <a:srgbClr val="000000"/>
                </a:solidFill>
                <a:latin typeface="Arial"/>
                <a:ea typeface="Arial Unicode MS" panose="020B0604020202020204" pitchFamily="34" charset="-128"/>
                <a:cs typeface="Arial Unicode MS" panose="020B0604020202020204" pitchFamily="34" charset="-128"/>
              </a:rPr>
              <a:t>Communication via the Backup PLC</a:t>
            </a:r>
          </a:p>
        </p:txBody>
      </p:sp>
      <p:sp>
        <p:nvSpPr>
          <p:cNvPr id="150" name="Pfeil: nach rechts 149">
            <a:extLst>
              <a:ext uri="{FF2B5EF4-FFF2-40B4-BE49-F238E27FC236}">
                <a16:creationId xmlns:a16="http://schemas.microsoft.com/office/drawing/2014/main" id="{01E013D0-A33A-4DBF-96EC-8AF59A6D9D1A}"/>
              </a:ext>
            </a:extLst>
          </p:cNvPr>
          <p:cNvSpPr/>
          <p:nvPr/>
        </p:nvSpPr>
        <p:spPr bwMode="auto">
          <a:xfrm>
            <a:off x="8635798" y="5059626"/>
            <a:ext cx="575764" cy="311331"/>
          </a:xfrm>
          <a:prstGeom prst="rightArrow">
            <a:avLst/>
          </a:prstGeom>
          <a:solidFill>
            <a:srgbClr val="92D05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51" name="Textfeld 150">
            <a:extLst>
              <a:ext uri="{FF2B5EF4-FFF2-40B4-BE49-F238E27FC236}">
                <a16:creationId xmlns:a16="http://schemas.microsoft.com/office/drawing/2014/main" id="{76E248DB-4F64-448F-98BD-1615134E9305}"/>
              </a:ext>
            </a:extLst>
          </p:cNvPr>
          <p:cNvSpPr txBox="1"/>
          <p:nvPr/>
        </p:nvSpPr>
        <p:spPr>
          <a:xfrm>
            <a:off x="8722598" y="5149200"/>
            <a:ext cx="431816" cy="165951"/>
          </a:xfrm>
          <a:prstGeom prst="rect">
            <a:avLst/>
          </a:prstGeom>
          <a:noFill/>
        </p:spPr>
        <p:txBody>
          <a:bodyPr vert="horz" wrap="none" lIns="0" tIns="0" rIns="0" bIns="0" rtlCol="0">
            <a:noAutofit/>
          </a:bodyPr>
          <a:lstStyle/>
          <a:p>
            <a:pPr fontAlgn="base">
              <a:lnSpc>
                <a:spcPct val="110000"/>
              </a:lnSpc>
              <a:spcAft>
                <a:spcPct val="0"/>
              </a:spcAft>
            </a:pPr>
            <a:r>
              <a:rPr lang="en-US" sz="900" dirty="0">
                <a:solidFill>
                  <a:srgbClr val="000000"/>
                </a:solidFill>
                <a:latin typeface="Arial"/>
                <a:ea typeface="Arial Unicode MS" panose="020B0604020202020204" pitchFamily="34" charset="-128"/>
                <a:cs typeface="Arial Unicode MS" panose="020B0604020202020204" pitchFamily="34" charset="-128"/>
              </a:rPr>
              <a:t>SYNC</a:t>
            </a:r>
          </a:p>
        </p:txBody>
      </p:sp>
      <p:cxnSp>
        <p:nvCxnSpPr>
          <p:cNvPr id="152" name="Gerade Verbindung mit Pfeil 151">
            <a:extLst>
              <a:ext uri="{FF2B5EF4-FFF2-40B4-BE49-F238E27FC236}">
                <a16:creationId xmlns:a16="http://schemas.microsoft.com/office/drawing/2014/main" id="{A999D390-0727-4BA1-83E6-B42769570DB0}"/>
              </a:ext>
            </a:extLst>
          </p:cNvPr>
          <p:cNvCxnSpPr/>
          <p:nvPr/>
        </p:nvCxnSpPr>
        <p:spPr bwMode="auto">
          <a:xfrm>
            <a:off x="8850636" y="3839508"/>
            <a:ext cx="473688" cy="748578"/>
          </a:xfrm>
          <a:prstGeom prst="straightConnector1">
            <a:avLst/>
          </a:prstGeom>
          <a:solidFill>
            <a:schemeClr val="tx2"/>
          </a:solidFill>
          <a:ln w="5715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4" name="Gerade Verbindung mit Pfeil 153">
            <a:extLst>
              <a:ext uri="{FF2B5EF4-FFF2-40B4-BE49-F238E27FC236}">
                <a16:creationId xmlns:a16="http://schemas.microsoft.com/office/drawing/2014/main" id="{358211E8-AED3-4523-A9FC-B16FA9896475}"/>
              </a:ext>
            </a:extLst>
          </p:cNvPr>
          <p:cNvCxnSpPr/>
          <p:nvPr/>
        </p:nvCxnSpPr>
        <p:spPr bwMode="auto">
          <a:xfrm>
            <a:off x="8618303" y="4960312"/>
            <a:ext cx="536112" cy="0"/>
          </a:xfrm>
          <a:prstGeom prst="straightConnector1">
            <a:avLst/>
          </a:prstGeom>
          <a:solidFill>
            <a:schemeClr val="tx2"/>
          </a:solidFill>
          <a:ln w="57150" cap="flat" cmpd="sng" algn="ctr">
            <a:solidFill>
              <a:srgbClr val="00B0F0"/>
            </a:solidFill>
            <a:prstDash val="solid"/>
            <a:round/>
            <a:headEnd type="triangle" w="med" len="med"/>
            <a:tailEnd type="non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5" name="Ellipse 14">
            <a:extLst>
              <a:ext uri="{FF2B5EF4-FFF2-40B4-BE49-F238E27FC236}">
                <a16:creationId xmlns:a16="http://schemas.microsoft.com/office/drawing/2014/main" id="{A99E960C-EF84-4E56-80DA-67534FFB67DD}"/>
              </a:ext>
            </a:extLst>
          </p:cNvPr>
          <p:cNvSpPr/>
          <p:nvPr/>
        </p:nvSpPr>
        <p:spPr bwMode="auto">
          <a:xfrm>
            <a:off x="3250333" y="3947237"/>
            <a:ext cx="179906" cy="179906"/>
          </a:xfrm>
          <a:prstGeom prst="ellipse">
            <a:avLst/>
          </a:prstGeom>
          <a:solidFill>
            <a:srgbClr val="00B0F0"/>
          </a:solidFill>
          <a:ln>
            <a:solidFill>
              <a:srgbClr val="005F87"/>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2</a:t>
            </a:r>
          </a:p>
        </p:txBody>
      </p:sp>
      <p:sp>
        <p:nvSpPr>
          <p:cNvPr id="155" name="Ellipse 154">
            <a:extLst>
              <a:ext uri="{FF2B5EF4-FFF2-40B4-BE49-F238E27FC236}">
                <a16:creationId xmlns:a16="http://schemas.microsoft.com/office/drawing/2014/main" id="{EE1321D0-F6A3-4726-8989-FA42F12A2218}"/>
              </a:ext>
            </a:extLst>
          </p:cNvPr>
          <p:cNvSpPr/>
          <p:nvPr/>
        </p:nvSpPr>
        <p:spPr bwMode="auto">
          <a:xfrm>
            <a:off x="3897802" y="5297629"/>
            <a:ext cx="179906" cy="179906"/>
          </a:xfrm>
          <a:prstGeom prst="ellipse">
            <a:avLst/>
          </a:prstGeom>
          <a:solidFill>
            <a:srgbClr val="00B0F0"/>
          </a:solidFill>
          <a:ln>
            <a:solidFill>
              <a:srgbClr val="005F87"/>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3</a:t>
            </a:r>
          </a:p>
        </p:txBody>
      </p:sp>
      <p:sp>
        <p:nvSpPr>
          <p:cNvPr id="156" name="Ellipse 155">
            <a:extLst>
              <a:ext uri="{FF2B5EF4-FFF2-40B4-BE49-F238E27FC236}">
                <a16:creationId xmlns:a16="http://schemas.microsoft.com/office/drawing/2014/main" id="{C9F55640-3EAA-4D05-BD92-C74F8FA51031}"/>
              </a:ext>
            </a:extLst>
          </p:cNvPr>
          <p:cNvSpPr/>
          <p:nvPr/>
        </p:nvSpPr>
        <p:spPr bwMode="auto">
          <a:xfrm>
            <a:off x="9092246" y="3961499"/>
            <a:ext cx="179906" cy="179906"/>
          </a:xfrm>
          <a:prstGeom prst="ellipse">
            <a:avLst/>
          </a:prstGeom>
          <a:solidFill>
            <a:srgbClr val="00B0F0"/>
          </a:solidFill>
          <a:ln>
            <a:solidFill>
              <a:srgbClr val="005F87"/>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3</a:t>
            </a:r>
          </a:p>
        </p:txBody>
      </p:sp>
      <p:sp>
        <p:nvSpPr>
          <p:cNvPr id="157" name="Ellipse 156">
            <a:extLst>
              <a:ext uri="{FF2B5EF4-FFF2-40B4-BE49-F238E27FC236}">
                <a16:creationId xmlns:a16="http://schemas.microsoft.com/office/drawing/2014/main" id="{5B506BDE-FCDA-41A1-B3CA-900AF23BBD3E}"/>
              </a:ext>
            </a:extLst>
          </p:cNvPr>
          <p:cNvSpPr/>
          <p:nvPr/>
        </p:nvSpPr>
        <p:spPr bwMode="auto">
          <a:xfrm>
            <a:off x="8792514" y="5323953"/>
            <a:ext cx="179906" cy="179906"/>
          </a:xfrm>
          <a:prstGeom prst="ellipse">
            <a:avLst/>
          </a:prstGeom>
          <a:solidFill>
            <a:srgbClr val="00B0F0"/>
          </a:solidFill>
          <a:ln>
            <a:solidFill>
              <a:srgbClr val="005F87"/>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2</a:t>
            </a:r>
          </a:p>
        </p:txBody>
      </p:sp>
      <p:sp>
        <p:nvSpPr>
          <p:cNvPr id="158" name="Ellipse 157">
            <a:extLst>
              <a:ext uri="{FF2B5EF4-FFF2-40B4-BE49-F238E27FC236}">
                <a16:creationId xmlns:a16="http://schemas.microsoft.com/office/drawing/2014/main" id="{EA302026-919A-45B7-8BEB-B7F25510534B}"/>
              </a:ext>
            </a:extLst>
          </p:cNvPr>
          <p:cNvSpPr/>
          <p:nvPr/>
        </p:nvSpPr>
        <p:spPr bwMode="auto">
          <a:xfrm>
            <a:off x="8803194" y="4690455"/>
            <a:ext cx="179906" cy="179906"/>
          </a:xfrm>
          <a:prstGeom prst="ellipse">
            <a:avLst/>
          </a:prstGeom>
          <a:solidFill>
            <a:srgbClr val="00B0F0"/>
          </a:solidFill>
          <a:ln>
            <a:solidFill>
              <a:srgbClr val="005F87"/>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4</a:t>
            </a:r>
          </a:p>
        </p:txBody>
      </p:sp>
      <p:cxnSp>
        <p:nvCxnSpPr>
          <p:cNvPr id="77" name="Gerade Verbindung mit Pfeil 76">
            <a:extLst>
              <a:ext uri="{FF2B5EF4-FFF2-40B4-BE49-F238E27FC236}">
                <a16:creationId xmlns:a16="http://schemas.microsoft.com/office/drawing/2014/main" id="{A43DAAAE-6D0F-46D7-AFCF-54506A567CB1}"/>
              </a:ext>
            </a:extLst>
          </p:cNvPr>
          <p:cNvCxnSpPr/>
          <p:nvPr/>
        </p:nvCxnSpPr>
        <p:spPr bwMode="auto">
          <a:xfrm flipH="1">
            <a:off x="3367904" y="3874146"/>
            <a:ext cx="278729" cy="609190"/>
          </a:xfrm>
          <a:prstGeom prst="straightConnector1">
            <a:avLst/>
          </a:prstGeom>
          <a:solidFill>
            <a:schemeClr val="tx2"/>
          </a:solidFill>
          <a:ln w="5715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7" name="Legende: mit Linie mit Akzentuierungsbalken 6">
            <a:extLst>
              <a:ext uri="{FF2B5EF4-FFF2-40B4-BE49-F238E27FC236}">
                <a16:creationId xmlns:a16="http://schemas.microsoft.com/office/drawing/2014/main" id="{117606C6-0954-4CB0-9663-BEAEC1EABB2A}"/>
              </a:ext>
            </a:extLst>
          </p:cNvPr>
          <p:cNvSpPr/>
          <p:nvPr/>
        </p:nvSpPr>
        <p:spPr bwMode="auto">
          <a:xfrm flipH="1">
            <a:off x="1384376" y="3604190"/>
            <a:ext cx="1240961" cy="373700"/>
          </a:xfrm>
          <a:prstGeom prst="accentCallout1">
            <a:avLst>
              <a:gd name="adj1" fmla="val 18750"/>
              <a:gd name="adj2" fmla="val -8333"/>
              <a:gd name="adj3" fmla="val 100393"/>
              <a:gd name="adj4" fmla="val -47083"/>
            </a:avLst>
          </a:prstGeom>
          <a:solidFill>
            <a:srgbClr val="7DD2E6"/>
          </a:solidFill>
          <a:ln w="9525">
            <a:solidFill>
              <a:schemeClr val="accent1"/>
            </a:solidFill>
            <a:miter lim="800000"/>
            <a:headEnd/>
            <a:tailEn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rgbClr val="000000"/>
                </a:solidFill>
                <a:latin typeface="Arial"/>
                <a:ea typeface="Arial Unicode MS" panose="020B0604020202020204" pitchFamily="34" charset="-128"/>
                <a:cs typeface="Arial Unicode MS" panose="020B0604020202020204" pitchFamily="34" charset="-128"/>
              </a:rPr>
              <a:t>Receiving data</a:t>
            </a:r>
          </a:p>
        </p:txBody>
      </p:sp>
      <p:sp>
        <p:nvSpPr>
          <p:cNvPr id="79" name="Legende: mit Linie mit Akzentuierungsbalken 78">
            <a:extLst>
              <a:ext uri="{FF2B5EF4-FFF2-40B4-BE49-F238E27FC236}">
                <a16:creationId xmlns:a16="http://schemas.microsoft.com/office/drawing/2014/main" id="{1C3061D9-FBB5-45C2-B5FF-A8ECDA2E4177}"/>
              </a:ext>
            </a:extLst>
          </p:cNvPr>
          <p:cNvSpPr/>
          <p:nvPr/>
        </p:nvSpPr>
        <p:spPr bwMode="auto">
          <a:xfrm flipH="1">
            <a:off x="2138897" y="5762576"/>
            <a:ext cx="1240961" cy="373700"/>
          </a:xfrm>
          <a:prstGeom prst="accentCallout1">
            <a:avLst>
              <a:gd name="adj1" fmla="val 18750"/>
              <a:gd name="adj2" fmla="val -8333"/>
              <a:gd name="adj3" fmla="val -71526"/>
              <a:gd name="adj4" fmla="val -42708"/>
            </a:avLst>
          </a:prstGeom>
          <a:solidFill>
            <a:srgbClr val="7DD2E6"/>
          </a:solidFill>
          <a:ln w="9525">
            <a:solidFill>
              <a:schemeClr val="accent1"/>
            </a:solidFill>
            <a:miter lim="800000"/>
            <a:headEnd/>
            <a:tailEn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rgbClr val="000000"/>
                </a:solidFill>
                <a:latin typeface="Arial"/>
                <a:ea typeface="Arial Unicode MS" panose="020B0604020202020204" pitchFamily="34" charset="-128"/>
                <a:cs typeface="Arial Unicode MS" panose="020B0604020202020204" pitchFamily="34" charset="-128"/>
              </a:rPr>
              <a:t>Synchronizing data</a:t>
            </a:r>
          </a:p>
        </p:txBody>
      </p:sp>
      <p:sp>
        <p:nvSpPr>
          <p:cNvPr id="80" name="Legende: mit Linie mit Akzentuierungsbalken 79">
            <a:extLst>
              <a:ext uri="{FF2B5EF4-FFF2-40B4-BE49-F238E27FC236}">
                <a16:creationId xmlns:a16="http://schemas.microsoft.com/office/drawing/2014/main" id="{380E3E84-0403-4633-9026-ADFDD8EBDCE0}"/>
              </a:ext>
            </a:extLst>
          </p:cNvPr>
          <p:cNvSpPr/>
          <p:nvPr/>
        </p:nvSpPr>
        <p:spPr bwMode="auto">
          <a:xfrm flipH="1">
            <a:off x="1383290" y="4941707"/>
            <a:ext cx="1240961" cy="373700"/>
          </a:xfrm>
          <a:prstGeom prst="accentCallout1">
            <a:avLst>
              <a:gd name="adj1" fmla="val 18750"/>
              <a:gd name="adj2" fmla="val -8333"/>
              <a:gd name="adj3" fmla="val 100393"/>
              <a:gd name="adj4" fmla="val -48541"/>
            </a:avLst>
          </a:prstGeom>
          <a:solidFill>
            <a:srgbClr val="7DD2E6"/>
          </a:solidFill>
          <a:ln w="9525">
            <a:solidFill>
              <a:schemeClr val="accent1"/>
            </a:solidFill>
            <a:miter lim="800000"/>
            <a:headEnd/>
            <a:tailEn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rgbClr val="000000"/>
                </a:solidFill>
                <a:latin typeface="Arial"/>
                <a:ea typeface="Arial Unicode MS" panose="020B0604020202020204" pitchFamily="34" charset="-128"/>
                <a:cs typeface="Arial Unicode MS" panose="020B0604020202020204" pitchFamily="34" charset="-128"/>
              </a:rPr>
              <a:t>Data is requested</a:t>
            </a:r>
          </a:p>
        </p:txBody>
      </p:sp>
      <p:sp>
        <p:nvSpPr>
          <p:cNvPr id="81" name="Ellipse 80">
            <a:extLst>
              <a:ext uri="{FF2B5EF4-FFF2-40B4-BE49-F238E27FC236}">
                <a16:creationId xmlns:a16="http://schemas.microsoft.com/office/drawing/2014/main" id="{11DDE596-91CB-4977-9BBE-5175F15BF1E0}"/>
              </a:ext>
            </a:extLst>
          </p:cNvPr>
          <p:cNvSpPr/>
          <p:nvPr/>
        </p:nvSpPr>
        <p:spPr bwMode="auto">
          <a:xfrm>
            <a:off x="3299744" y="5251020"/>
            <a:ext cx="179906" cy="179906"/>
          </a:xfrm>
          <a:prstGeom prst="ellipse">
            <a:avLst/>
          </a:prstGeom>
          <a:solidFill>
            <a:srgbClr val="00B0F0"/>
          </a:solidFill>
          <a:ln>
            <a:solidFill>
              <a:srgbClr val="7DD2E6"/>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1</a:t>
            </a:r>
          </a:p>
        </p:txBody>
      </p:sp>
      <p:sp>
        <p:nvSpPr>
          <p:cNvPr id="82" name="Legende: mit Linie mit Akzentuierungsbalken 81">
            <a:extLst>
              <a:ext uri="{FF2B5EF4-FFF2-40B4-BE49-F238E27FC236}">
                <a16:creationId xmlns:a16="http://schemas.microsoft.com/office/drawing/2014/main" id="{1579E09F-2091-4A73-B4FB-096BA5F05B4A}"/>
              </a:ext>
            </a:extLst>
          </p:cNvPr>
          <p:cNvSpPr/>
          <p:nvPr/>
        </p:nvSpPr>
        <p:spPr bwMode="auto">
          <a:xfrm>
            <a:off x="9865585" y="3612887"/>
            <a:ext cx="1167607" cy="373700"/>
          </a:xfrm>
          <a:prstGeom prst="accentCallout1">
            <a:avLst>
              <a:gd name="adj1" fmla="val 18750"/>
              <a:gd name="adj2" fmla="val -8333"/>
              <a:gd name="adj3" fmla="val 100393"/>
              <a:gd name="adj4" fmla="val -47083"/>
            </a:avLst>
          </a:prstGeom>
          <a:solidFill>
            <a:srgbClr val="7DD2E6"/>
          </a:solidFill>
          <a:ln w="9525">
            <a:solidFill>
              <a:schemeClr val="accent1"/>
            </a:solidFill>
            <a:miter lim="800000"/>
            <a:headEnd/>
            <a:tailEn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rgbClr val="000000"/>
                </a:solidFill>
                <a:latin typeface="Arial"/>
                <a:ea typeface="Arial Unicode MS" panose="020B0604020202020204" pitchFamily="34" charset="-128"/>
                <a:cs typeface="Arial Unicode MS" panose="020B0604020202020204" pitchFamily="34" charset="-128"/>
              </a:rPr>
              <a:t>Receiving data</a:t>
            </a:r>
          </a:p>
        </p:txBody>
      </p:sp>
      <p:sp>
        <p:nvSpPr>
          <p:cNvPr id="85" name="Legende: mit Linie mit Akzentuierungsbalken 84">
            <a:extLst>
              <a:ext uri="{FF2B5EF4-FFF2-40B4-BE49-F238E27FC236}">
                <a16:creationId xmlns:a16="http://schemas.microsoft.com/office/drawing/2014/main" id="{E4076B08-531A-4245-9536-60578DD88CD5}"/>
              </a:ext>
            </a:extLst>
          </p:cNvPr>
          <p:cNvSpPr/>
          <p:nvPr/>
        </p:nvSpPr>
        <p:spPr bwMode="auto">
          <a:xfrm flipH="1">
            <a:off x="6967547" y="3707484"/>
            <a:ext cx="1134702" cy="373700"/>
          </a:xfrm>
          <a:prstGeom prst="accentCallout1">
            <a:avLst>
              <a:gd name="adj1" fmla="val 18750"/>
              <a:gd name="adj2" fmla="val -8333"/>
              <a:gd name="adj3" fmla="val 250520"/>
              <a:gd name="adj4" fmla="val -63032"/>
            </a:avLst>
          </a:prstGeom>
          <a:solidFill>
            <a:srgbClr val="7DD2E6"/>
          </a:solidFill>
          <a:ln w="9525">
            <a:solidFill>
              <a:schemeClr val="accent1"/>
            </a:solidFill>
            <a:miter lim="800000"/>
            <a:headEnd/>
            <a:tailEn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rgbClr val="000000"/>
                </a:solidFill>
                <a:latin typeface="Arial"/>
                <a:ea typeface="Arial Unicode MS" panose="020B0604020202020204" pitchFamily="34" charset="-128"/>
                <a:cs typeface="Arial Unicode MS" panose="020B0604020202020204" pitchFamily="34" charset="-128"/>
              </a:rPr>
              <a:t>Data is forwarded</a:t>
            </a:r>
          </a:p>
        </p:txBody>
      </p:sp>
      <p:sp>
        <p:nvSpPr>
          <p:cNvPr id="86" name="Legende: mit Linie mit Akzentuierungsbalken 85">
            <a:extLst>
              <a:ext uri="{FF2B5EF4-FFF2-40B4-BE49-F238E27FC236}">
                <a16:creationId xmlns:a16="http://schemas.microsoft.com/office/drawing/2014/main" id="{188FA758-0A84-4126-B79C-D4390E15C42A}"/>
              </a:ext>
            </a:extLst>
          </p:cNvPr>
          <p:cNvSpPr/>
          <p:nvPr/>
        </p:nvSpPr>
        <p:spPr bwMode="auto">
          <a:xfrm flipH="1">
            <a:off x="6261759" y="4915376"/>
            <a:ext cx="1240961" cy="373700"/>
          </a:xfrm>
          <a:prstGeom prst="accentCallout1">
            <a:avLst>
              <a:gd name="adj1" fmla="val 18750"/>
              <a:gd name="adj2" fmla="val -8333"/>
              <a:gd name="adj3" fmla="val 100393"/>
              <a:gd name="adj4" fmla="val -48541"/>
            </a:avLst>
          </a:prstGeom>
          <a:solidFill>
            <a:srgbClr val="7DD2E6"/>
          </a:solidFill>
          <a:ln w="9525">
            <a:solidFill>
              <a:schemeClr val="accent1"/>
            </a:solidFill>
            <a:miter lim="800000"/>
            <a:headEnd/>
            <a:tailEn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rgbClr val="000000"/>
                </a:solidFill>
                <a:latin typeface="Arial"/>
                <a:ea typeface="Arial Unicode MS" panose="020B0604020202020204" pitchFamily="34" charset="-128"/>
                <a:cs typeface="Arial Unicode MS" panose="020B0604020202020204" pitchFamily="34" charset="-128"/>
              </a:rPr>
              <a:t>Data is requested</a:t>
            </a:r>
          </a:p>
        </p:txBody>
      </p:sp>
      <p:sp>
        <p:nvSpPr>
          <p:cNvPr id="87" name="Ellipse 86">
            <a:extLst>
              <a:ext uri="{FF2B5EF4-FFF2-40B4-BE49-F238E27FC236}">
                <a16:creationId xmlns:a16="http://schemas.microsoft.com/office/drawing/2014/main" id="{16BFC083-394A-4E99-9FEC-B09CD5355C8B}"/>
              </a:ext>
            </a:extLst>
          </p:cNvPr>
          <p:cNvSpPr/>
          <p:nvPr/>
        </p:nvSpPr>
        <p:spPr bwMode="auto">
          <a:xfrm>
            <a:off x="8178213" y="5224689"/>
            <a:ext cx="179906" cy="179906"/>
          </a:xfrm>
          <a:prstGeom prst="ellipse">
            <a:avLst/>
          </a:prstGeom>
          <a:solidFill>
            <a:srgbClr val="00B0F0"/>
          </a:solidFill>
          <a:ln>
            <a:solidFill>
              <a:srgbClr val="7DD2E6"/>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1</a:t>
            </a:r>
          </a:p>
        </p:txBody>
      </p:sp>
      <p:sp>
        <p:nvSpPr>
          <p:cNvPr id="90" name="Legende: mit Linie mit Akzentuierungsbalken 89">
            <a:extLst>
              <a:ext uri="{FF2B5EF4-FFF2-40B4-BE49-F238E27FC236}">
                <a16:creationId xmlns:a16="http://schemas.microsoft.com/office/drawing/2014/main" id="{BDE1B4A4-9333-4F2B-A554-5AF884B791B1}"/>
              </a:ext>
            </a:extLst>
          </p:cNvPr>
          <p:cNvSpPr/>
          <p:nvPr/>
        </p:nvSpPr>
        <p:spPr bwMode="auto">
          <a:xfrm flipH="1">
            <a:off x="7043449" y="5762575"/>
            <a:ext cx="1240961" cy="373700"/>
          </a:xfrm>
          <a:prstGeom prst="accentCallout1">
            <a:avLst>
              <a:gd name="adj1" fmla="val 18750"/>
              <a:gd name="adj2" fmla="val -8333"/>
              <a:gd name="adj3" fmla="val -71526"/>
              <a:gd name="adj4" fmla="val -42708"/>
            </a:avLst>
          </a:prstGeom>
          <a:solidFill>
            <a:srgbClr val="7DD2E6"/>
          </a:solidFill>
          <a:ln w="9525">
            <a:solidFill>
              <a:schemeClr val="accent1"/>
            </a:solidFill>
            <a:miter lim="800000"/>
            <a:headEnd/>
            <a:tailEn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rgbClr val="000000"/>
                </a:solidFill>
                <a:latin typeface="Arial"/>
                <a:ea typeface="Arial Unicode MS" panose="020B0604020202020204" pitchFamily="34" charset="-128"/>
                <a:cs typeface="Arial Unicode MS" panose="020B0604020202020204" pitchFamily="34" charset="-128"/>
              </a:rPr>
              <a:t>Synchronizing job</a:t>
            </a:r>
          </a:p>
        </p:txBody>
      </p:sp>
      <p:sp>
        <p:nvSpPr>
          <p:cNvPr id="91" name="Ellipse 90">
            <a:extLst>
              <a:ext uri="{FF2B5EF4-FFF2-40B4-BE49-F238E27FC236}">
                <a16:creationId xmlns:a16="http://schemas.microsoft.com/office/drawing/2014/main" id="{D5572283-B299-4D08-9242-BF4BC53A188C}"/>
              </a:ext>
            </a:extLst>
          </p:cNvPr>
          <p:cNvSpPr/>
          <p:nvPr/>
        </p:nvSpPr>
        <p:spPr bwMode="auto">
          <a:xfrm>
            <a:off x="9071313" y="5323526"/>
            <a:ext cx="179906" cy="179906"/>
          </a:xfrm>
          <a:prstGeom prst="ellipse">
            <a:avLst/>
          </a:prstGeom>
          <a:solidFill>
            <a:srgbClr val="00B0F0"/>
          </a:solidFill>
          <a:ln>
            <a:solidFill>
              <a:srgbClr val="005F87"/>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5</a:t>
            </a:r>
          </a:p>
        </p:txBody>
      </p:sp>
      <p:sp>
        <p:nvSpPr>
          <p:cNvPr id="92" name="Legende: mit Linie mit Akzentuierungsbalken 91">
            <a:extLst>
              <a:ext uri="{FF2B5EF4-FFF2-40B4-BE49-F238E27FC236}">
                <a16:creationId xmlns:a16="http://schemas.microsoft.com/office/drawing/2014/main" id="{ED048B88-87F1-46E0-87AE-734D8BA6A832}"/>
              </a:ext>
            </a:extLst>
          </p:cNvPr>
          <p:cNvSpPr/>
          <p:nvPr/>
        </p:nvSpPr>
        <p:spPr bwMode="auto">
          <a:xfrm>
            <a:off x="9625281" y="5769399"/>
            <a:ext cx="1167607" cy="373700"/>
          </a:xfrm>
          <a:prstGeom prst="accentCallout1">
            <a:avLst>
              <a:gd name="adj1" fmla="val 18750"/>
              <a:gd name="adj2" fmla="val -8333"/>
              <a:gd name="adj3" fmla="val -59419"/>
              <a:gd name="adj4" fmla="val -37783"/>
            </a:avLst>
          </a:prstGeom>
          <a:solidFill>
            <a:srgbClr val="7DD2E6"/>
          </a:solidFill>
          <a:ln w="9525">
            <a:solidFill>
              <a:schemeClr val="accent1"/>
            </a:solidFill>
            <a:miter lim="800000"/>
            <a:headEnd/>
            <a:tailEn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rgbClr val="000000"/>
                </a:solidFill>
                <a:latin typeface="Arial"/>
                <a:ea typeface="Arial Unicode MS" panose="020B0604020202020204" pitchFamily="34" charset="-128"/>
                <a:cs typeface="Arial Unicode MS" panose="020B0604020202020204" pitchFamily="34" charset="-128"/>
              </a:rPr>
              <a:t>Synchronizing data</a:t>
            </a:r>
          </a:p>
        </p:txBody>
      </p:sp>
    </p:spTree>
    <p:custDataLst>
      <p:tags r:id="rId1"/>
    </p:custDataLst>
    <p:extLst>
      <p:ext uri="{BB962C8B-B14F-4D97-AF65-F5344CB8AC3E}">
        <p14:creationId xmlns:p14="http://schemas.microsoft.com/office/powerpoint/2010/main" val="19468025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AD40CF8B-E4C9-467A-938B-EDC773652979}"/>
              </a:ext>
            </a:extLst>
          </p:cNvPr>
          <p:cNvGraphicFramePr>
            <a:graphicFrameLocks noChangeAspect="1"/>
          </p:cNvGraphicFramePr>
          <p:nvPr>
            <p:custDataLst>
              <p:tags r:id="rId1"/>
            </p:custDataLst>
            <p:extLst>
              <p:ext uri="{D42A27DB-BD31-4B8C-83A1-F6EECF244321}">
                <p14:modId xmlns:p14="http://schemas.microsoft.com/office/powerpoint/2010/main" val="41492286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AD40CF8B-E4C9-467A-938B-EDC77365297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dirty="0"/>
              <a:t>Safety for </a:t>
            </a:r>
            <a:br>
              <a:rPr lang="en-US" dirty="0"/>
            </a:br>
            <a:r>
              <a:rPr lang="en-US" dirty="0"/>
              <a:t>Redundant Systems</a:t>
            </a:r>
          </a:p>
        </p:txBody>
      </p:sp>
      <p:sp>
        <p:nvSpPr>
          <p:cNvPr id="3" name="Untertitel 2">
            <a:extLst>
              <a:ext uri="{FF2B5EF4-FFF2-40B4-BE49-F238E27FC236}">
                <a16:creationId xmlns:a16="http://schemas.microsoft.com/office/drawing/2014/main" id="{1D113527-95B6-419D-8728-97DBF5807A66}"/>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F53D8DE7-59D9-45CD-A489-CC468BD2F3CF}"/>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1932148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9076ECF5-CE10-4E0F-8283-C5402A56683E}"/>
              </a:ext>
            </a:extLst>
          </p:cNvPr>
          <p:cNvGraphicFramePr>
            <a:graphicFrameLocks noChangeAspect="1"/>
          </p:cNvGraphicFramePr>
          <p:nvPr>
            <p:custDataLst>
              <p:tags r:id="rId1"/>
            </p:custData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Folie" r:id="rId4" imgW="353" imgH="353" progId="TCLayout.ActiveDocument.1">
                  <p:embed/>
                </p:oleObj>
              </mc:Choice>
              <mc:Fallback>
                <p:oleObj name="think-cell Folie" r:id="rId4" imgW="353" imgH="353" progId="TCLayout.ActiveDocument.1">
                  <p:embed/>
                  <p:pic>
                    <p:nvPicPr>
                      <p:cNvPr id="7" name="Objekt 6" hidden="1">
                        <a:extLst>
                          <a:ext uri="{FF2B5EF4-FFF2-40B4-BE49-F238E27FC236}">
                            <a16:creationId xmlns:a16="http://schemas.microsoft.com/office/drawing/2014/main" id="{9076ECF5-CE10-4E0F-8283-C5402A56683E}"/>
                          </a:ext>
                        </a:extLst>
                      </p:cNvPr>
                      <p:cNvPicPr/>
                      <p:nvPr/>
                    </p:nvPicPr>
                    <p:blipFill>
                      <a:blip r:embed="rId5"/>
                      <a:stretch>
                        <a:fillRect/>
                      </a:stretch>
                    </p:blipFill>
                    <p:spPr>
                      <a:xfrm>
                        <a:off x="1587" y="3372"/>
                        <a:ext cx="1587" cy="1587"/>
                      </a:xfrm>
                      <a:prstGeom prst="rect">
                        <a:avLst/>
                      </a:prstGeom>
                    </p:spPr>
                  </p:pic>
                </p:oleObj>
              </mc:Fallback>
            </mc:AlternateContent>
          </a:graphicData>
        </a:graphic>
      </p:graphicFrame>
      <p:sp>
        <p:nvSpPr>
          <p:cNvPr id="6" name="Rechteck 5" hidden="1">
            <a:extLst>
              <a:ext uri="{FF2B5EF4-FFF2-40B4-BE49-F238E27FC236}">
                <a16:creationId xmlns:a16="http://schemas.microsoft.com/office/drawing/2014/main" id="{61105B84-1F39-4D09-823A-7CE95D5EF061}"/>
              </a:ext>
            </a:extLst>
          </p:cNvPr>
          <p:cNvSpPr/>
          <p:nvPr>
            <p:custDataLst>
              <p:tags r:id="rId2"/>
            </p:custDataLst>
          </p:nvPr>
        </p:nvSpPr>
        <p:spPr bwMode="auto">
          <a:xfrm>
            <a:off x="0" y="1785"/>
            <a:ext cx="158667" cy="158667"/>
          </a:xfrm>
          <a:prstGeom prst="rect">
            <a:avLst/>
          </a:prstGeom>
          <a:solidFill>
            <a:srgbClr val="DFE6ED"/>
          </a:solid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2199" dirty="0">
              <a:ea typeface="+mj-ea"/>
              <a:cs typeface="Arial" panose="020B0604020202020204" pitchFamily="34" charset="0"/>
              <a:sym typeface="Arial" panose="020B0604020202020204" pitchFamily="34" charset="0"/>
            </a:endParaRPr>
          </a:p>
        </p:txBody>
      </p:sp>
      <p:sp>
        <p:nvSpPr>
          <p:cNvPr id="5" name="Titel 4"/>
          <p:cNvSpPr>
            <a:spLocks noGrp="1"/>
          </p:cNvSpPr>
          <p:nvPr>
            <p:ph type="title"/>
          </p:nvPr>
        </p:nvSpPr>
        <p:spPr/>
        <p:txBody>
          <a:bodyPr vert="horz" anchor="t"/>
          <a:lstStyle/>
          <a:p>
            <a:r>
              <a:rPr lang="en-US" dirty="0"/>
              <a:t>Safety for Redundant Systems</a:t>
            </a:r>
            <a:br>
              <a:rPr lang="en-US" b="0" dirty="0"/>
            </a:br>
            <a:r>
              <a:rPr lang="en-US" b="0" dirty="0"/>
              <a:t>Realize Safety Applications with redundant Controller</a:t>
            </a:r>
          </a:p>
        </p:txBody>
      </p:sp>
      <p:sp>
        <p:nvSpPr>
          <p:cNvPr id="2" name="Fußzeilenplatzhalter 1">
            <a:extLst>
              <a:ext uri="{FF2B5EF4-FFF2-40B4-BE49-F238E27FC236}">
                <a16:creationId xmlns:a16="http://schemas.microsoft.com/office/drawing/2014/main" id="{25A4033A-708D-43C3-B9CD-3E72050A421C}"/>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73" name="Grafik 72">
            <a:extLst>
              <a:ext uri="{FF2B5EF4-FFF2-40B4-BE49-F238E27FC236}">
                <a16:creationId xmlns:a16="http://schemas.microsoft.com/office/drawing/2014/main" id="{08F75210-D065-4043-9A37-7368E7DA75DD}"/>
              </a:ext>
            </a:extLst>
          </p:cNvPr>
          <p:cNvPicPr>
            <a:picLocks noChangeAspect="1"/>
          </p:cNvPicPr>
          <p:nvPr/>
        </p:nvPicPr>
        <p:blipFill>
          <a:blip r:embed="rId6"/>
          <a:stretch>
            <a:fillRect/>
          </a:stretch>
        </p:blipFill>
        <p:spPr>
          <a:xfrm>
            <a:off x="7992126" y="1456632"/>
            <a:ext cx="3257721" cy="2377255"/>
          </a:xfrm>
          <a:prstGeom prst="rect">
            <a:avLst/>
          </a:prstGeom>
        </p:spPr>
      </p:pic>
      <p:pic>
        <p:nvPicPr>
          <p:cNvPr id="74" name="Picture 2" descr="Bildergebnis fÃ¼r profisafe">
            <a:extLst>
              <a:ext uri="{FF2B5EF4-FFF2-40B4-BE49-F238E27FC236}">
                <a16:creationId xmlns:a16="http://schemas.microsoft.com/office/drawing/2014/main" id="{7A1C2C7F-617D-443F-B9DE-8FBCC074233A}"/>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01009" y="2961191"/>
            <a:ext cx="791676" cy="791676"/>
          </a:xfrm>
          <a:prstGeom prst="rect">
            <a:avLst/>
          </a:prstGeom>
          <a:noFill/>
          <a:extLst>
            <a:ext uri="{909E8E84-426E-40DD-AFC4-6F175D3DCCD1}">
              <a14:hiddenFill xmlns:a14="http://schemas.microsoft.com/office/drawing/2010/main">
                <a:solidFill>
                  <a:srgbClr val="FFFFFF"/>
                </a:solidFill>
              </a14:hiddenFill>
            </a:ext>
          </a:extLst>
        </p:spPr>
      </p:pic>
      <p:sp>
        <p:nvSpPr>
          <p:cNvPr id="144" name="Textfeld 143">
            <a:extLst>
              <a:ext uri="{FF2B5EF4-FFF2-40B4-BE49-F238E27FC236}">
                <a16:creationId xmlns:a16="http://schemas.microsoft.com/office/drawing/2014/main" id="{112ABD75-D812-4C1E-9295-CC8D865B2F35}"/>
              </a:ext>
            </a:extLst>
          </p:cNvPr>
          <p:cNvSpPr txBox="1"/>
          <p:nvPr/>
        </p:nvSpPr>
        <p:spPr>
          <a:xfrm>
            <a:off x="639383" y="1470562"/>
            <a:ext cx="6939974" cy="3965595"/>
          </a:xfrm>
          <a:prstGeom prst="rect">
            <a:avLst/>
          </a:prstGeom>
          <a:noFill/>
        </p:spPr>
        <p:txBody>
          <a:bodyPr wrap="square" lIns="0" tIns="71120" rIns="71120" bIns="71120" rtlCol="0" anchor="t">
            <a:noAutofit/>
          </a:bodyPr>
          <a:lstStyle/>
          <a:p>
            <a:pPr defTabSz="913486">
              <a:buClr>
                <a:srgbClr val="879BAA"/>
              </a:buClr>
              <a:buSzPct val="100000"/>
              <a:defRPr/>
            </a:pPr>
            <a:r>
              <a:rPr lang="en-US" sz="1798" b="1" dirty="0">
                <a:solidFill>
                  <a:srgbClr val="009999"/>
                </a:solidFill>
              </a:rPr>
              <a:t>High Availability + Failsafe = CPU 1518HF</a:t>
            </a:r>
          </a:p>
          <a:p>
            <a:pPr marL="177800" indent="-177800" defTabSz="913486">
              <a:buClr>
                <a:srgbClr val="879BAA"/>
              </a:buClr>
              <a:buSzPct val="100000"/>
              <a:buFont typeface="Arial" panose="020B0604020202020204" pitchFamily="34" charset="0"/>
              <a:buChar char="•"/>
              <a:defRPr/>
            </a:pPr>
            <a:r>
              <a:rPr lang="en-US" sz="1598" dirty="0"/>
              <a:t>Engineering ab STEP 7 Professional V17  und STEP 7 Safety</a:t>
            </a:r>
          </a:p>
          <a:p>
            <a:pPr marL="177800" indent="-177800" defTabSz="913486">
              <a:buClr>
                <a:srgbClr val="879BAA"/>
              </a:buClr>
              <a:buSzPct val="100000"/>
              <a:buFont typeface="Arial" panose="020B0604020202020204" pitchFamily="34" charset="0"/>
              <a:buChar char="•"/>
              <a:defRPr/>
            </a:pPr>
            <a:r>
              <a:rPr lang="en-US" sz="1598" dirty="0"/>
              <a:t>Safety programming as with non-redundant fail-safe PLC</a:t>
            </a:r>
          </a:p>
          <a:p>
            <a:pPr marL="177800" indent="-177800" defTabSz="913486">
              <a:buClr>
                <a:srgbClr val="879BAA"/>
              </a:buClr>
              <a:buSzPct val="100000"/>
              <a:buFont typeface="Arial" panose="020B0604020202020204" pitchFamily="34" charset="0"/>
              <a:buChar char="•"/>
              <a:defRPr/>
            </a:pPr>
            <a:r>
              <a:rPr lang="en-US" sz="1598" dirty="0"/>
              <a:t>Supported PROFIsafe Communication</a:t>
            </a:r>
          </a:p>
          <a:p>
            <a:pPr marL="177800" indent="-177800" defTabSz="913486">
              <a:buClr>
                <a:srgbClr val="879BAA"/>
              </a:buClr>
              <a:buSzPct val="100000"/>
              <a:buFont typeface="Arial" panose="020B0604020202020204" pitchFamily="34" charset="0"/>
              <a:buChar char="•"/>
              <a:defRPr/>
            </a:pPr>
            <a:r>
              <a:rPr lang="en-US" sz="1598" dirty="0"/>
              <a:t>Supports flexible F-Link (safe controller/controller communication)</a:t>
            </a:r>
          </a:p>
          <a:p>
            <a:pPr marL="177800" indent="-177800" defTabSz="913486">
              <a:buClr>
                <a:srgbClr val="879BAA"/>
              </a:buClr>
              <a:buSzPct val="100000"/>
              <a:buFont typeface="Arial" panose="020B0604020202020204" pitchFamily="34" charset="0"/>
              <a:buChar char="•"/>
              <a:defRPr/>
            </a:pPr>
            <a:r>
              <a:rPr lang="en-US" sz="1598" dirty="0"/>
              <a:t>Fail-over scenario without stop the safety program</a:t>
            </a:r>
          </a:p>
          <a:p>
            <a:pPr marL="177800" indent="-177800" defTabSz="913486">
              <a:buClr>
                <a:srgbClr val="879BAA"/>
              </a:buClr>
              <a:buSzPct val="100000"/>
              <a:buFont typeface="Arial" panose="020B0604020202020204" pitchFamily="34" charset="0"/>
              <a:buChar char="•"/>
              <a:defRPr/>
            </a:pPr>
            <a:endParaRPr lang="en-US" sz="1598" dirty="0"/>
          </a:p>
          <a:p>
            <a:pPr defTabSz="913486">
              <a:buClr>
                <a:srgbClr val="879BAA"/>
              </a:buClr>
              <a:buSzPct val="100000"/>
              <a:defRPr/>
            </a:pPr>
            <a:r>
              <a:rPr lang="en-US" sz="1600" b="1" dirty="0">
                <a:solidFill>
                  <a:srgbClr val="009999"/>
                </a:solidFill>
              </a:rPr>
              <a:t>Almost Commissioning Mode</a:t>
            </a:r>
          </a:p>
          <a:p>
            <a:pPr marL="177800" indent="-177800" defTabSz="913486">
              <a:buClr>
                <a:srgbClr val="879BAA"/>
              </a:buClr>
              <a:buSzPct val="100000"/>
              <a:buFont typeface="Arial" panose="020B0604020202020204" pitchFamily="34" charset="0"/>
              <a:buChar char="•"/>
              <a:defRPr/>
            </a:pPr>
            <a:r>
              <a:rPr lang="en-US" sz="1598" dirty="0"/>
              <a:t>The Fast Commissioning Mode in </a:t>
            </a:r>
            <a:r>
              <a:rPr lang="en-US" sz="1598" u="sng" dirty="0"/>
              <a:t>deactiviated</a:t>
            </a:r>
            <a:r>
              <a:rPr lang="en-US" sz="1598" dirty="0"/>
              <a:t> safety mode allows short turnaround times:</a:t>
            </a:r>
          </a:p>
          <a:p>
            <a:pPr marL="635000" lvl="2" indent="-177800" defTabSz="913486">
              <a:buClr>
                <a:srgbClr val="879BAA"/>
              </a:buClr>
              <a:buSzPct val="100000"/>
              <a:buFont typeface="Arial" panose="020B0604020202020204" pitchFamily="34" charset="0"/>
              <a:buChar char="•"/>
              <a:defRPr/>
            </a:pPr>
            <a:r>
              <a:rPr lang="en-US" sz="1598" dirty="0"/>
              <a:t>Faster compile time of the F program</a:t>
            </a:r>
          </a:p>
          <a:p>
            <a:pPr marL="635000" lvl="2" indent="-177800" defTabSz="913486">
              <a:buClr>
                <a:srgbClr val="879BAA"/>
              </a:buClr>
              <a:buSzPct val="100000"/>
              <a:buFont typeface="Arial" panose="020B0604020202020204" pitchFamily="34" charset="0"/>
              <a:buChar char="•"/>
              <a:defRPr/>
            </a:pPr>
            <a:r>
              <a:rPr lang="en-US" sz="1598" dirty="0"/>
              <a:t>In this mode, the F program can also be loaded in the System State RUN</a:t>
            </a:r>
          </a:p>
          <a:p>
            <a:pPr marL="634683" lvl="1" indent="-177711" defTabSz="913486">
              <a:buClr>
                <a:srgbClr val="879BAA"/>
              </a:buClr>
              <a:buSzPct val="100000"/>
              <a:buFont typeface="Arial" panose="020B0604020202020204" pitchFamily="34" charset="0"/>
              <a:buChar char="•"/>
              <a:defRPr/>
            </a:pPr>
            <a:r>
              <a:rPr lang="en-US" sz="1598" dirty="0"/>
              <a:t>To change back to the safety mode, a STOP-RUN transition is required</a:t>
            </a:r>
          </a:p>
          <a:p>
            <a:pPr marL="742722" lvl="1" indent="-285750" defTabSz="913486">
              <a:buClr>
                <a:srgbClr val="879BAA"/>
              </a:buClr>
              <a:buSzPct val="100000"/>
              <a:buFont typeface="Arial" panose="020B0604020202020204" pitchFamily="34" charset="0"/>
              <a:buChar char="•"/>
              <a:defRPr/>
            </a:pPr>
            <a:endParaRPr lang="en-US" sz="1598" dirty="0"/>
          </a:p>
        </p:txBody>
      </p:sp>
      <p:pic>
        <p:nvPicPr>
          <p:cNvPr id="3" name="Grafik 2">
            <a:extLst>
              <a:ext uri="{FF2B5EF4-FFF2-40B4-BE49-F238E27FC236}">
                <a16:creationId xmlns:a16="http://schemas.microsoft.com/office/drawing/2014/main" id="{A78CEE2B-8AED-49AC-B940-18C91174F2C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23292" y="3884630"/>
            <a:ext cx="3725390" cy="2339914"/>
          </a:xfrm>
          <a:prstGeom prst="rect">
            <a:avLst/>
          </a:prstGeom>
        </p:spPr>
      </p:pic>
    </p:spTree>
    <p:extLst>
      <p:ext uri="{BB962C8B-B14F-4D97-AF65-F5344CB8AC3E}">
        <p14:creationId xmlns:p14="http://schemas.microsoft.com/office/powerpoint/2010/main" val="630145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9076ECF5-CE10-4E0F-8283-C5402A56683E}"/>
              </a:ext>
            </a:extLst>
          </p:cNvPr>
          <p:cNvGraphicFramePr>
            <a:graphicFrameLocks noChangeAspect="1"/>
          </p:cNvGraphicFramePr>
          <p:nvPr>
            <p:custDataLst>
              <p:tags r:id="rId1"/>
            </p:custData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Folie" r:id="rId4" imgW="353" imgH="353" progId="TCLayout.ActiveDocument.1">
                  <p:embed/>
                </p:oleObj>
              </mc:Choice>
              <mc:Fallback>
                <p:oleObj name="think-cell Folie" r:id="rId4" imgW="353" imgH="353" progId="TCLayout.ActiveDocument.1">
                  <p:embed/>
                  <p:pic>
                    <p:nvPicPr>
                      <p:cNvPr id="7" name="Objekt 6" hidden="1">
                        <a:extLst>
                          <a:ext uri="{FF2B5EF4-FFF2-40B4-BE49-F238E27FC236}">
                            <a16:creationId xmlns:a16="http://schemas.microsoft.com/office/drawing/2014/main" id="{9076ECF5-CE10-4E0F-8283-C5402A56683E}"/>
                          </a:ext>
                        </a:extLst>
                      </p:cNvPr>
                      <p:cNvPicPr/>
                      <p:nvPr/>
                    </p:nvPicPr>
                    <p:blipFill>
                      <a:blip r:embed="rId5"/>
                      <a:stretch>
                        <a:fillRect/>
                      </a:stretch>
                    </p:blipFill>
                    <p:spPr>
                      <a:xfrm>
                        <a:off x="1587" y="3372"/>
                        <a:ext cx="1587" cy="1587"/>
                      </a:xfrm>
                      <a:prstGeom prst="rect">
                        <a:avLst/>
                      </a:prstGeom>
                    </p:spPr>
                  </p:pic>
                </p:oleObj>
              </mc:Fallback>
            </mc:AlternateContent>
          </a:graphicData>
        </a:graphic>
      </p:graphicFrame>
      <p:sp>
        <p:nvSpPr>
          <p:cNvPr id="6" name="Rechteck 5" hidden="1">
            <a:extLst>
              <a:ext uri="{FF2B5EF4-FFF2-40B4-BE49-F238E27FC236}">
                <a16:creationId xmlns:a16="http://schemas.microsoft.com/office/drawing/2014/main" id="{61105B84-1F39-4D09-823A-7CE95D5EF061}"/>
              </a:ext>
            </a:extLst>
          </p:cNvPr>
          <p:cNvSpPr/>
          <p:nvPr>
            <p:custDataLst>
              <p:tags r:id="rId2"/>
            </p:custDataLst>
          </p:nvPr>
        </p:nvSpPr>
        <p:spPr bwMode="auto">
          <a:xfrm>
            <a:off x="0" y="1785"/>
            <a:ext cx="158667" cy="158667"/>
          </a:xfrm>
          <a:prstGeom prst="rect">
            <a:avLst/>
          </a:prstGeom>
          <a:solidFill>
            <a:srgbClr val="DFE6ED"/>
          </a:solid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2199" dirty="0">
              <a:ea typeface="+mj-ea"/>
              <a:cs typeface="Arial" panose="020B0604020202020204" pitchFamily="34" charset="0"/>
              <a:sym typeface="Arial" panose="020B0604020202020204" pitchFamily="34" charset="0"/>
            </a:endParaRPr>
          </a:p>
        </p:txBody>
      </p:sp>
      <p:sp>
        <p:nvSpPr>
          <p:cNvPr id="5" name="Titel 4"/>
          <p:cNvSpPr>
            <a:spLocks noGrp="1"/>
          </p:cNvSpPr>
          <p:nvPr>
            <p:ph type="title"/>
          </p:nvPr>
        </p:nvSpPr>
        <p:spPr/>
        <p:txBody>
          <a:bodyPr vert="horz" anchor="t"/>
          <a:lstStyle/>
          <a:p>
            <a:r>
              <a:rPr lang="en-US" dirty="0"/>
              <a:t>Safety for Redundant Systems</a:t>
            </a:r>
            <a:br>
              <a:rPr lang="en-US" b="0" dirty="0"/>
            </a:br>
            <a:r>
              <a:rPr lang="en-US" b="0" dirty="0"/>
              <a:t>Realize Safety Applications with redundant Controller</a:t>
            </a:r>
          </a:p>
        </p:txBody>
      </p:sp>
      <p:sp>
        <p:nvSpPr>
          <p:cNvPr id="2" name="Fußzeilenplatzhalter 1">
            <a:extLst>
              <a:ext uri="{FF2B5EF4-FFF2-40B4-BE49-F238E27FC236}">
                <a16:creationId xmlns:a16="http://schemas.microsoft.com/office/drawing/2014/main" id="{25A4033A-708D-43C3-B9CD-3E72050A421C}"/>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73" name="Grafik 72">
            <a:extLst>
              <a:ext uri="{FF2B5EF4-FFF2-40B4-BE49-F238E27FC236}">
                <a16:creationId xmlns:a16="http://schemas.microsoft.com/office/drawing/2014/main" id="{08F75210-D065-4043-9A37-7368E7DA75DD}"/>
              </a:ext>
            </a:extLst>
          </p:cNvPr>
          <p:cNvPicPr>
            <a:picLocks noChangeAspect="1"/>
          </p:cNvPicPr>
          <p:nvPr/>
        </p:nvPicPr>
        <p:blipFill>
          <a:blip r:embed="rId6"/>
          <a:stretch>
            <a:fillRect/>
          </a:stretch>
        </p:blipFill>
        <p:spPr>
          <a:xfrm>
            <a:off x="7992126" y="1456632"/>
            <a:ext cx="3257721" cy="2377255"/>
          </a:xfrm>
          <a:prstGeom prst="rect">
            <a:avLst/>
          </a:prstGeom>
        </p:spPr>
      </p:pic>
      <p:pic>
        <p:nvPicPr>
          <p:cNvPr id="74" name="Picture 2" descr="Bildergebnis fÃ¼r profisafe">
            <a:extLst>
              <a:ext uri="{FF2B5EF4-FFF2-40B4-BE49-F238E27FC236}">
                <a16:creationId xmlns:a16="http://schemas.microsoft.com/office/drawing/2014/main" id="{7A1C2C7F-617D-443F-B9DE-8FBCC074233A}"/>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01009" y="2961191"/>
            <a:ext cx="791676" cy="791676"/>
          </a:xfrm>
          <a:prstGeom prst="rect">
            <a:avLst/>
          </a:prstGeom>
          <a:noFill/>
          <a:extLst>
            <a:ext uri="{909E8E84-426E-40DD-AFC4-6F175D3DCCD1}">
              <a14:hiddenFill xmlns:a14="http://schemas.microsoft.com/office/drawing/2010/main">
                <a:solidFill>
                  <a:srgbClr val="FFFFFF"/>
                </a:solidFill>
              </a14:hiddenFill>
            </a:ext>
          </a:extLst>
        </p:spPr>
      </p:pic>
      <p:sp>
        <p:nvSpPr>
          <p:cNvPr id="144" name="Textfeld 143">
            <a:extLst>
              <a:ext uri="{FF2B5EF4-FFF2-40B4-BE49-F238E27FC236}">
                <a16:creationId xmlns:a16="http://schemas.microsoft.com/office/drawing/2014/main" id="{112ABD75-D812-4C1E-9295-CC8D865B2F35}"/>
              </a:ext>
            </a:extLst>
          </p:cNvPr>
          <p:cNvSpPr txBox="1"/>
          <p:nvPr/>
        </p:nvSpPr>
        <p:spPr>
          <a:xfrm>
            <a:off x="639383" y="1470562"/>
            <a:ext cx="6939974" cy="3965595"/>
          </a:xfrm>
          <a:prstGeom prst="rect">
            <a:avLst/>
          </a:prstGeom>
          <a:noFill/>
        </p:spPr>
        <p:txBody>
          <a:bodyPr wrap="square" lIns="0" tIns="71120" rIns="71120" bIns="71120" rtlCol="0" anchor="t">
            <a:noAutofit/>
          </a:bodyPr>
          <a:lstStyle/>
          <a:p>
            <a:pPr defTabSz="913486">
              <a:buClr>
                <a:srgbClr val="879BAA"/>
              </a:buClr>
              <a:buSzPct val="100000"/>
              <a:defRPr/>
            </a:pPr>
            <a:r>
              <a:rPr lang="en-US" sz="1798" b="1" dirty="0">
                <a:solidFill>
                  <a:srgbClr val="009999"/>
                </a:solidFill>
              </a:rPr>
              <a:t>High availability + Fail-safe = CPU 1518HF</a:t>
            </a:r>
          </a:p>
          <a:p>
            <a:pPr defTabSz="913486">
              <a:buClr>
                <a:srgbClr val="879BAA"/>
              </a:buClr>
              <a:buSzPct val="100000"/>
              <a:defRPr/>
            </a:pPr>
            <a:r>
              <a:rPr lang="en-US" sz="1598" dirty="0"/>
              <a:t>Both S2 and R1 configurations are supported</a:t>
            </a:r>
          </a:p>
          <a:p>
            <a:pPr marL="742722" lvl="1" indent="-285750" defTabSz="913486">
              <a:buClr>
                <a:srgbClr val="879BAA"/>
              </a:buClr>
              <a:buSzPct val="100000"/>
              <a:buFont typeface="Arial" panose="020B0604020202020204" pitchFamily="34" charset="0"/>
              <a:buChar char="•"/>
              <a:defRPr/>
            </a:pPr>
            <a:endParaRPr lang="en-US" sz="1598" dirty="0"/>
          </a:p>
        </p:txBody>
      </p:sp>
      <p:pic>
        <p:nvPicPr>
          <p:cNvPr id="3" name="Grafik 2">
            <a:extLst>
              <a:ext uri="{FF2B5EF4-FFF2-40B4-BE49-F238E27FC236}">
                <a16:creationId xmlns:a16="http://schemas.microsoft.com/office/drawing/2014/main" id="{A78CEE2B-8AED-49AC-B940-18C91174F2C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3328" y="2284067"/>
            <a:ext cx="3725390" cy="2339914"/>
          </a:xfrm>
          <a:prstGeom prst="rect">
            <a:avLst/>
          </a:prstGeom>
        </p:spPr>
      </p:pic>
      <p:pic>
        <p:nvPicPr>
          <p:cNvPr id="8" name="Grafik 7">
            <a:extLst>
              <a:ext uri="{FF2B5EF4-FFF2-40B4-BE49-F238E27FC236}">
                <a16:creationId xmlns:a16="http://schemas.microsoft.com/office/drawing/2014/main" id="{2F0A0843-C2AB-A675-91DB-ADDE492AA586}"/>
              </a:ext>
            </a:extLst>
          </p:cNvPr>
          <p:cNvPicPr>
            <a:picLocks noChangeAspect="1"/>
          </p:cNvPicPr>
          <p:nvPr/>
        </p:nvPicPr>
        <p:blipFill>
          <a:blip r:embed="rId9"/>
          <a:stretch>
            <a:fillRect/>
          </a:stretch>
        </p:blipFill>
        <p:spPr>
          <a:xfrm>
            <a:off x="4692163" y="3771366"/>
            <a:ext cx="3725390" cy="2412818"/>
          </a:xfrm>
          <a:prstGeom prst="rect">
            <a:avLst/>
          </a:prstGeom>
        </p:spPr>
      </p:pic>
      <p:grpSp>
        <p:nvGrpSpPr>
          <p:cNvPr id="4" name="Gruppieren 3">
            <a:extLst>
              <a:ext uri="{FF2B5EF4-FFF2-40B4-BE49-F238E27FC236}">
                <a16:creationId xmlns:a16="http://schemas.microsoft.com/office/drawing/2014/main" id="{D31CE622-9792-209C-5876-287F88988852}"/>
              </a:ext>
            </a:extLst>
          </p:cNvPr>
          <p:cNvGrpSpPr/>
          <p:nvPr/>
        </p:nvGrpSpPr>
        <p:grpSpPr>
          <a:xfrm>
            <a:off x="7873250" y="4755881"/>
            <a:ext cx="501126" cy="443788"/>
            <a:chOff x="3803362" y="1877343"/>
            <a:chExt cx="501126" cy="443788"/>
          </a:xfrm>
        </p:grpSpPr>
        <p:sp>
          <p:nvSpPr>
            <p:cNvPr id="9" name="Explosion: 8 Zacken 8">
              <a:extLst>
                <a:ext uri="{FF2B5EF4-FFF2-40B4-BE49-F238E27FC236}">
                  <a16:creationId xmlns:a16="http://schemas.microsoft.com/office/drawing/2014/main" id="{C6B258DF-D15D-3323-9189-38E5C67ABE39}"/>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0" name="Textfeld 9">
              <a:extLst>
                <a:ext uri="{FF2B5EF4-FFF2-40B4-BE49-F238E27FC236}">
                  <a16:creationId xmlns:a16="http://schemas.microsoft.com/office/drawing/2014/main" id="{491835E5-EB02-EF96-8147-23B1B7C36C58}"/>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Tree>
    <p:extLst>
      <p:ext uri="{BB962C8B-B14F-4D97-AF65-F5344CB8AC3E}">
        <p14:creationId xmlns:p14="http://schemas.microsoft.com/office/powerpoint/2010/main" val="1476210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57A2D1E-7E4A-8953-00D9-31C2B4A012E8}"/>
              </a:ext>
            </a:extLst>
          </p:cNvPr>
          <p:cNvSpPr/>
          <p:nvPr/>
        </p:nvSpPr>
        <p:spPr>
          <a:xfrm>
            <a:off x="653861" y="2284953"/>
            <a:ext cx="11037949" cy="34971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 name="Titel 3"/>
          <p:cNvSpPr>
            <a:spLocks noGrp="1"/>
          </p:cNvSpPr>
          <p:nvPr>
            <p:ph type="title"/>
          </p:nvPr>
        </p:nvSpPr>
        <p:spPr/>
        <p:txBody>
          <a:bodyPr/>
          <a:lstStyle/>
          <a:p>
            <a:r>
              <a:rPr lang="en-US" altLang="de-DE" dirty="0"/>
              <a:t>Network configuration with S7-1500 HF</a:t>
            </a:r>
            <a:br>
              <a:rPr lang="en-US" dirty="0"/>
            </a:br>
            <a:r>
              <a:rPr lang="en-US" b="0" dirty="0"/>
              <a:t>Safety Devices</a:t>
            </a:r>
          </a:p>
        </p:txBody>
      </p:sp>
      <p:sp>
        <p:nvSpPr>
          <p:cNvPr id="5" name="Fußzeilenplatzhalter 4">
            <a:extLst>
              <a:ext uri="{FF2B5EF4-FFF2-40B4-BE49-F238E27FC236}">
                <a16:creationId xmlns:a16="http://schemas.microsoft.com/office/drawing/2014/main" id="{DB9B0745-E87E-44A4-B686-868773688415}"/>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150" name="Text Box 5"/>
          <p:cNvSpPr txBox="1">
            <a:spLocks noChangeArrowheads="1"/>
          </p:cNvSpPr>
          <p:nvPr>
            <p:custDataLst>
              <p:tags r:id="rId2"/>
            </p:custDataLst>
          </p:nvPr>
        </p:nvSpPr>
        <p:spPr bwMode="auto">
          <a:xfrm>
            <a:off x="644834" y="1465648"/>
            <a:ext cx="11046977" cy="742679"/>
          </a:xfrm>
          <a:prstGeom prst="rect">
            <a:avLst/>
          </a:prstGeom>
          <a:gradFill>
            <a:gsLst>
              <a:gs pos="83000">
                <a:srgbClr val="41AAC8"/>
              </a:gs>
              <a:gs pos="50000">
                <a:srgbClr val="32A0A0"/>
              </a:gs>
              <a:gs pos="0">
                <a:srgbClr val="4BB9B9"/>
              </a:gs>
              <a:gs pos="100000">
                <a:srgbClr val="2387AA"/>
              </a:gs>
            </a:gsLst>
            <a:lin ang="0" scaled="0"/>
          </a:gradFill>
          <a:ln>
            <a:noFill/>
          </a:ln>
          <a:effectLst/>
        </p:spPr>
        <p:txBody>
          <a:bodyPr lIns="89953" tIns="46776" rIns="89953" bIns="46776" anchor="ctr" anchorCtr="0"/>
          <a:lstStyle>
            <a:defPPr>
              <a:defRPr lang="de-DE"/>
            </a:defPPr>
            <a:lvl1pPr algn="ctr" defTabSz="762000" eaLnBrk="0" hangingPunct="0">
              <a:spcBef>
                <a:spcPct val="0"/>
              </a:spcBef>
              <a:buClrTx/>
              <a:buFontTx/>
              <a:buNone/>
              <a:defRPr sz="1800" b="1">
                <a:solidFill>
                  <a:schemeClr val="bg1"/>
                </a:solidFill>
                <a:latin typeface="Arial" charset="0"/>
              </a:defRPr>
            </a:lvl1pPr>
            <a:lvl2pPr marL="742950" indent="-285750" defTabSz="762000" eaLnBrk="0" hangingPunct="0">
              <a:defRPr sz="2000">
                <a:solidFill>
                  <a:schemeClr val="tx1"/>
                </a:solidFill>
                <a:latin typeface="Arial" charset="0"/>
              </a:defRPr>
            </a:lvl2pPr>
            <a:lvl3pPr marL="1143000" indent="-228600" defTabSz="762000" eaLnBrk="0" hangingPunct="0">
              <a:defRPr sz="2000">
                <a:solidFill>
                  <a:schemeClr val="tx1"/>
                </a:solidFill>
                <a:latin typeface="Arial" charset="0"/>
              </a:defRPr>
            </a:lvl3pPr>
            <a:lvl4pPr marL="1600200" indent="-228600" defTabSz="762000" eaLnBrk="0" hangingPunct="0">
              <a:defRPr sz="2000">
                <a:solidFill>
                  <a:schemeClr val="tx1"/>
                </a:solidFill>
                <a:latin typeface="Arial" charset="0"/>
              </a:defRPr>
            </a:lvl4pPr>
            <a:lvl5pPr marL="2057400" indent="-228600" defTabSz="762000" eaLnBrk="0" hangingPunct="0">
              <a:defRPr sz="2000">
                <a:solidFill>
                  <a:schemeClr val="tx1"/>
                </a:solidFill>
                <a:latin typeface="Arial" charset="0"/>
              </a:defRPr>
            </a:lvl5pPr>
            <a:lvl6pPr marL="25146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6pPr>
            <a:lvl7pPr marL="29718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7pPr>
            <a:lvl8pPr marL="34290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8pPr>
            <a:lvl9pPr marL="38862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9pPr>
          </a:lstStyle>
          <a:p>
            <a:r>
              <a:rPr lang="en-US" sz="1799" dirty="0">
                <a:latin typeface="Arial" panose="020B0604020202020204" pitchFamily="34" charset="0"/>
              </a:rPr>
              <a:t>Direct integration of fail-safe devices with SIMATIC CPU 1518HF</a:t>
            </a:r>
            <a:r>
              <a:rPr lang="en-US" sz="1799" b="0" dirty="0">
                <a:latin typeface="Arial" panose="020B0604020202020204" pitchFamily="34" charset="0"/>
              </a:rPr>
              <a:t>​</a:t>
            </a:r>
            <a:endParaRPr lang="en-US" sz="1799" dirty="0"/>
          </a:p>
        </p:txBody>
      </p:sp>
      <p:sp>
        <p:nvSpPr>
          <p:cNvPr id="161" name="Ellipse 160">
            <a:extLst>
              <a:ext uri="{FF2B5EF4-FFF2-40B4-BE49-F238E27FC236}">
                <a16:creationId xmlns:a16="http://schemas.microsoft.com/office/drawing/2014/main" id="{48AF1C28-7090-4AD3-883C-86ED68DC10BE}"/>
              </a:ext>
            </a:extLst>
          </p:cNvPr>
          <p:cNvSpPr/>
          <p:nvPr/>
        </p:nvSpPr>
        <p:spPr bwMode="auto">
          <a:xfrm>
            <a:off x="3883010" y="3450617"/>
            <a:ext cx="4253571" cy="855094"/>
          </a:xfrm>
          <a:prstGeom prst="ellips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buClr>
                <a:schemeClr val="accent1"/>
              </a:buClr>
              <a:buFont typeface="Wingdings" pitchFamily="2" charset="2"/>
            </a:pPr>
            <a:endParaRPr lang="en-US" sz="900" dirty="0">
              <a:latin typeface="Arial" charset="0"/>
            </a:endParaRPr>
          </a:p>
        </p:txBody>
      </p:sp>
      <p:grpSp>
        <p:nvGrpSpPr>
          <p:cNvPr id="166" name="Gruppieren 165">
            <a:extLst>
              <a:ext uri="{FF2B5EF4-FFF2-40B4-BE49-F238E27FC236}">
                <a16:creationId xmlns:a16="http://schemas.microsoft.com/office/drawing/2014/main" id="{0AFA3BC1-3FD4-4DB0-BE0D-AFD1725E002E}"/>
              </a:ext>
            </a:extLst>
          </p:cNvPr>
          <p:cNvGrpSpPr/>
          <p:nvPr/>
        </p:nvGrpSpPr>
        <p:grpSpPr>
          <a:xfrm>
            <a:off x="4862100" y="3443806"/>
            <a:ext cx="125934" cy="447756"/>
            <a:chOff x="7887113" y="3302020"/>
            <a:chExt cx="126000" cy="447989"/>
          </a:xfrm>
        </p:grpSpPr>
        <p:cxnSp>
          <p:nvCxnSpPr>
            <p:cNvPr id="167" name="Gerade Verbindung 94">
              <a:extLst>
                <a:ext uri="{FF2B5EF4-FFF2-40B4-BE49-F238E27FC236}">
                  <a16:creationId xmlns:a16="http://schemas.microsoft.com/office/drawing/2014/main" id="{D2C350C8-B4F4-4132-9B52-C918DDA9DA14}"/>
                </a:ext>
              </a:extLst>
            </p:cNvPr>
            <p:cNvCxnSpPr/>
            <p:nvPr/>
          </p:nvCxnSpPr>
          <p:spPr bwMode="auto">
            <a:xfrm>
              <a:off x="7950114" y="3384297"/>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8" name="Rechteck 167">
              <a:extLst>
                <a:ext uri="{FF2B5EF4-FFF2-40B4-BE49-F238E27FC236}">
                  <a16:creationId xmlns:a16="http://schemas.microsoft.com/office/drawing/2014/main" id="{B2F15A58-EEA5-4F5E-8B01-F8A8D4D985F9}"/>
                </a:ext>
              </a:extLst>
            </p:cNvPr>
            <p:cNvSpPr/>
            <p:nvPr/>
          </p:nvSpPr>
          <p:spPr bwMode="auto">
            <a:xfrm>
              <a:off x="7887113" y="3302020"/>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sp>
        <p:nvSpPr>
          <p:cNvPr id="174" name="Rechteck 173">
            <a:extLst>
              <a:ext uri="{FF2B5EF4-FFF2-40B4-BE49-F238E27FC236}">
                <a16:creationId xmlns:a16="http://schemas.microsoft.com/office/drawing/2014/main" id="{4CFB56F5-FE5D-4C8F-95B1-65526434169B}"/>
              </a:ext>
            </a:extLst>
          </p:cNvPr>
          <p:cNvSpPr/>
          <p:nvPr/>
        </p:nvSpPr>
        <p:spPr bwMode="auto">
          <a:xfrm>
            <a:off x="6691156" y="3420793"/>
            <a:ext cx="79160"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175" name="Gerade Verbindung 106">
            <a:extLst>
              <a:ext uri="{FF2B5EF4-FFF2-40B4-BE49-F238E27FC236}">
                <a16:creationId xmlns:a16="http://schemas.microsoft.com/office/drawing/2014/main" id="{6B393D7E-A36D-463B-A1C3-5DE2D11D00B0}"/>
              </a:ext>
            </a:extLst>
          </p:cNvPr>
          <p:cNvCxnSpPr/>
          <p:nvPr/>
        </p:nvCxnSpPr>
        <p:spPr bwMode="auto">
          <a:xfrm>
            <a:off x="6790499" y="3141785"/>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Gerade Verbindung 107">
            <a:extLst>
              <a:ext uri="{FF2B5EF4-FFF2-40B4-BE49-F238E27FC236}">
                <a16:creationId xmlns:a16="http://schemas.microsoft.com/office/drawing/2014/main" id="{8ECA233C-CD5B-4679-A668-413C2AA0FC4C}"/>
              </a:ext>
            </a:extLst>
          </p:cNvPr>
          <p:cNvCxnSpPr/>
          <p:nvPr/>
        </p:nvCxnSpPr>
        <p:spPr bwMode="auto">
          <a:xfrm>
            <a:off x="6681394" y="3017180"/>
            <a:ext cx="1" cy="4609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7" name="Rechteck 176">
            <a:extLst>
              <a:ext uri="{FF2B5EF4-FFF2-40B4-BE49-F238E27FC236}">
                <a16:creationId xmlns:a16="http://schemas.microsoft.com/office/drawing/2014/main" id="{02F675A2-2256-4BA0-96C4-1B29892FFD74}"/>
              </a:ext>
            </a:extLst>
          </p:cNvPr>
          <p:cNvSpPr/>
          <p:nvPr/>
        </p:nvSpPr>
        <p:spPr bwMode="auto">
          <a:xfrm>
            <a:off x="5253367" y="3408089"/>
            <a:ext cx="71963"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178" name="Gerade Verbindung 109">
            <a:extLst>
              <a:ext uri="{FF2B5EF4-FFF2-40B4-BE49-F238E27FC236}">
                <a16:creationId xmlns:a16="http://schemas.microsoft.com/office/drawing/2014/main" id="{C3D0F2A7-C62E-4E87-8057-964A1760721F}"/>
              </a:ext>
            </a:extLst>
          </p:cNvPr>
          <p:cNvCxnSpPr/>
          <p:nvPr/>
        </p:nvCxnSpPr>
        <p:spPr bwMode="auto">
          <a:xfrm>
            <a:off x="5239462" y="3036535"/>
            <a:ext cx="1" cy="46176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79" name="product_distributed-io.png">
            <a:extLst>
              <a:ext uri="{FF2B5EF4-FFF2-40B4-BE49-F238E27FC236}">
                <a16:creationId xmlns:a16="http://schemas.microsoft.com/office/drawing/2014/main" id="{86FD4E96-2AB9-4958-B81D-C1E6D4971FB5}"/>
              </a:ext>
            </a:extLst>
          </p:cNvPr>
          <p:cNvPicPr>
            <a:picLocks noChangeAspect="1"/>
          </p:cNvPicPr>
          <p:nvPr>
            <p:custDataLst>
              <p:tags r:id="rId3"/>
            </p:custDataLst>
          </p:nvPr>
        </p:nvPicPr>
        <p:blipFill>
          <a:blip r:embed="rId21" cstate="print">
            <a:extLst>
              <a:ext uri="{28A0092B-C50C-407E-A947-70E740481C1C}">
                <a14:useLocalDpi xmlns:a14="http://schemas.microsoft.com/office/drawing/2010/main" val="0"/>
              </a:ext>
            </a:extLst>
          </a:blip>
          <a:stretch>
            <a:fillRect/>
          </a:stretch>
        </p:blipFill>
        <p:spPr>
          <a:xfrm>
            <a:off x="4857165" y="3696218"/>
            <a:ext cx="455031" cy="455031"/>
          </a:xfrm>
          <a:prstGeom prst="rect">
            <a:avLst/>
          </a:prstGeom>
        </p:spPr>
      </p:pic>
      <p:cxnSp>
        <p:nvCxnSpPr>
          <p:cNvPr id="189" name="Gerade Verbindung 122">
            <a:extLst>
              <a:ext uri="{FF2B5EF4-FFF2-40B4-BE49-F238E27FC236}">
                <a16:creationId xmlns:a16="http://schemas.microsoft.com/office/drawing/2014/main" id="{E992AAA9-9775-4A06-B4E1-9AD085E002EF}"/>
              </a:ext>
            </a:extLst>
          </p:cNvPr>
          <p:cNvCxnSpPr/>
          <p:nvPr/>
        </p:nvCxnSpPr>
        <p:spPr bwMode="auto">
          <a:xfrm>
            <a:off x="5341766" y="3142398"/>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07" name="Gruppieren 206">
            <a:extLst>
              <a:ext uri="{FF2B5EF4-FFF2-40B4-BE49-F238E27FC236}">
                <a16:creationId xmlns:a16="http://schemas.microsoft.com/office/drawing/2014/main" id="{DF8F4F4F-99CF-469E-B3B3-488521A95273}"/>
              </a:ext>
            </a:extLst>
          </p:cNvPr>
          <p:cNvGrpSpPr/>
          <p:nvPr/>
        </p:nvGrpSpPr>
        <p:grpSpPr>
          <a:xfrm>
            <a:off x="4531621" y="4147084"/>
            <a:ext cx="125934" cy="447756"/>
            <a:chOff x="7094633" y="3873495"/>
            <a:chExt cx="126000" cy="447989"/>
          </a:xfrm>
        </p:grpSpPr>
        <p:cxnSp>
          <p:nvCxnSpPr>
            <p:cNvPr id="208" name="Gerade Verbindung 153">
              <a:extLst>
                <a:ext uri="{FF2B5EF4-FFF2-40B4-BE49-F238E27FC236}">
                  <a16:creationId xmlns:a16="http://schemas.microsoft.com/office/drawing/2014/main" id="{B0B08F77-7627-495E-B68B-C59D9E7BC0A4}"/>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9" name="Rechteck 208">
              <a:extLst>
                <a:ext uri="{FF2B5EF4-FFF2-40B4-BE49-F238E27FC236}">
                  <a16:creationId xmlns:a16="http://schemas.microsoft.com/office/drawing/2014/main" id="{5EB955DD-4B42-4330-8E76-6D003787615A}"/>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231" name="Gruppieren 230">
            <a:extLst>
              <a:ext uri="{FF2B5EF4-FFF2-40B4-BE49-F238E27FC236}">
                <a16:creationId xmlns:a16="http://schemas.microsoft.com/office/drawing/2014/main" id="{FC5C14FD-36ED-4DA1-8B67-8AF26134206C}"/>
              </a:ext>
            </a:extLst>
          </p:cNvPr>
          <p:cNvGrpSpPr/>
          <p:nvPr/>
        </p:nvGrpSpPr>
        <p:grpSpPr>
          <a:xfrm>
            <a:off x="4506189" y="4437394"/>
            <a:ext cx="455031" cy="455031"/>
            <a:chOff x="7782332" y="5357730"/>
            <a:chExt cx="455268" cy="455268"/>
          </a:xfrm>
        </p:grpSpPr>
        <p:pic>
          <p:nvPicPr>
            <p:cNvPr id="232" name="product_distributed-io.png">
              <a:extLst>
                <a:ext uri="{FF2B5EF4-FFF2-40B4-BE49-F238E27FC236}">
                  <a16:creationId xmlns:a16="http://schemas.microsoft.com/office/drawing/2014/main" id="{4299E491-E2E6-4063-B2DA-FA10D3B17FDD}"/>
                </a:ext>
              </a:extLst>
            </p:cNvPr>
            <p:cNvPicPr>
              <a:picLocks noChangeAspect="1"/>
            </p:cNvPicPr>
            <p:nvPr>
              <p:custDataLst>
                <p:tags r:id="rId18"/>
              </p:custDataLst>
            </p:nvPr>
          </p:nvPicPr>
          <p:blipFill>
            <a:blip r:embed="rId21" cstate="print">
              <a:extLst>
                <a:ext uri="{28A0092B-C50C-407E-A947-70E740481C1C}">
                  <a14:useLocalDpi xmlns:a14="http://schemas.microsoft.com/office/drawing/2010/main" val="0"/>
                </a:ext>
              </a:extLst>
            </a:blip>
            <a:stretch>
              <a:fillRect/>
            </a:stretch>
          </p:blipFill>
          <p:spPr>
            <a:xfrm>
              <a:off x="7782332" y="5357730"/>
              <a:ext cx="455268" cy="455268"/>
            </a:xfrm>
            <a:prstGeom prst="rect">
              <a:avLst/>
            </a:prstGeom>
          </p:spPr>
        </p:pic>
        <p:sp>
          <p:nvSpPr>
            <p:cNvPr id="233" name="Rechteck 232">
              <a:extLst>
                <a:ext uri="{FF2B5EF4-FFF2-40B4-BE49-F238E27FC236}">
                  <a16:creationId xmlns:a16="http://schemas.microsoft.com/office/drawing/2014/main" id="{61FCC029-5E19-436F-8716-825BAC7591F7}"/>
                </a:ext>
              </a:extLst>
            </p:cNvPr>
            <p:cNvSpPr/>
            <p:nvPr/>
          </p:nvSpPr>
          <p:spPr bwMode="auto">
            <a:xfrm>
              <a:off x="8028347" y="5385434"/>
              <a:ext cx="46800" cy="201600"/>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234" name="Rechteck 233">
              <a:extLst>
                <a:ext uri="{FF2B5EF4-FFF2-40B4-BE49-F238E27FC236}">
                  <a16:creationId xmlns:a16="http://schemas.microsoft.com/office/drawing/2014/main" id="{9A2BE836-0C9A-46E5-8082-4730678EC926}"/>
                </a:ext>
              </a:extLst>
            </p:cNvPr>
            <p:cNvSpPr/>
            <p:nvPr/>
          </p:nvSpPr>
          <p:spPr bwMode="auto">
            <a:xfrm>
              <a:off x="7951331" y="5385434"/>
              <a:ext cx="46800" cy="201600"/>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grpSp>
        <p:nvGrpSpPr>
          <p:cNvPr id="246" name="Gruppieren 245">
            <a:extLst>
              <a:ext uri="{FF2B5EF4-FFF2-40B4-BE49-F238E27FC236}">
                <a16:creationId xmlns:a16="http://schemas.microsoft.com/office/drawing/2014/main" id="{FC5C0321-A260-45D2-BE2A-393415B59D92}"/>
              </a:ext>
            </a:extLst>
          </p:cNvPr>
          <p:cNvGrpSpPr/>
          <p:nvPr/>
        </p:nvGrpSpPr>
        <p:grpSpPr>
          <a:xfrm>
            <a:off x="5614186" y="4246010"/>
            <a:ext cx="125934" cy="447756"/>
            <a:chOff x="7094633" y="3873495"/>
            <a:chExt cx="126000" cy="447989"/>
          </a:xfrm>
        </p:grpSpPr>
        <p:cxnSp>
          <p:nvCxnSpPr>
            <p:cNvPr id="247" name="Gerade Verbindung 238">
              <a:extLst>
                <a:ext uri="{FF2B5EF4-FFF2-40B4-BE49-F238E27FC236}">
                  <a16:creationId xmlns:a16="http://schemas.microsoft.com/office/drawing/2014/main" id="{DA21269F-ED25-4C74-AF35-6E216903F968}"/>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Rechteck 247">
              <a:extLst>
                <a:ext uri="{FF2B5EF4-FFF2-40B4-BE49-F238E27FC236}">
                  <a16:creationId xmlns:a16="http://schemas.microsoft.com/office/drawing/2014/main" id="{80CACF59-9E95-4A06-8197-E36B1BE78277}"/>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249" name="Gruppieren 248">
            <a:extLst>
              <a:ext uri="{FF2B5EF4-FFF2-40B4-BE49-F238E27FC236}">
                <a16:creationId xmlns:a16="http://schemas.microsoft.com/office/drawing/2014/main" id="{074D7C41-7F48-4ECE-8E75-C1EE385140AB}"/>
              </a:ext>
            </a:extLst>
          </p:cNvPr>
          <p:cNvGrpSpPr/>
          <p:nvPr/>
        </p:nvGrpSpPr>
        <p:grpSpPr>
          <a:xfrm>
            <a:off x="5471671" y="4521087"/>
            <a:ext cx="544643" cy="544643"/>
            <a:chOff x="5779826" y="5060323"/>
            <a:chExt cx="544927" cy="544927"/>
          </a:xfrm>
        </p:grpSpPr>
        <p:pic>
          <p:nvPicPr>
            <p:cNvPr id="250" name="product_converter-motor.png">
              <a:extLst>
                <a:ext uri="{FF2B5EF4-FFF2-40B4-BE49-F238E27FC236}">
                  <a16:creationId xmlns:a16="http://schemas.microsoft.com/office/drawing/2014/main" id="{B0B4AA72-E7DC-4B8D-BC89-601496E0427B}"/>
                </a:ext>
              </a:extLst>
            </p:cNvPr>
            <p:cNvPicPr>
              <a:picLocks noChangeAspect="1"/>
            </p:cNvPicPr>
            <p:nvPr>
              <p:custDataLst>
                <p:tags r:id="rId17"/>
              </p:custDataLst>
            </p:nvPr>
          </p:nvPicPr>
          <p:blipFill>
            <a:blip r:embed="rId22" cstate="print">
              <a:extLst>
                <a:ext uri="{28A0092B-C50C-407E-A947-70E740481C1C}">
                  <a14:useLocalDpi xmlns:a14="http://schemas.microsoft.com/office/drawing/2010/main" val="0"/>
                </a:ext>
              </a:extLst>
            </a:blip>
            <a:stretch>
              <a:fillRect/>
            </a:stretch>
          </p:blipFill>
          <p:spPr>
            <a:xfrm>
              <a:off x="5779826" y="5060323"/>
              <a:ext cx="544927" cy="544927"/>
            </a:xfrm>
            <a:prstGeom prst="rect">
              <a:avLst/>
            </a:prstGeom>
          </p:spPr>
        </p:pic>
        <p:sp>
          <p:nvSpPr>
            <p:cNvPr id="251" name="Rechteck 250">
              <a:extLst>
                <a:ext uri="{FF2B5EF4-FFF2-40B4-BE49-F238E27FC236}">
                  <a16:creationId xmlns:a16="http://schemas.microsoft.com/office/drawing/2014/main" id="{212C5A2A-330F-4098-AAD5-E877D9DB0A31}"/>
                </a:ext>
              </a:extLst>
            </p:cNvPr>
            <p:cNvSpPr/>
            <p:nvPr/>
          </p:nvSpPr>
          <p:spPr bwMode="auto">
            <a:xfrm>
              <a:off x="5816053" y="5261448"/>
              <a:ext cx="72000" cy="287832"/>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sp>
        <p:nvSpPr>
          <p:cNvPr id="271" name="Legende: Linie 270">
            <a:extLst>
              <a:ext uri="{FF2B5EF4-FFF2-40B4-BE49-F238E27FC236}">
                <a16:creationId xmlns:a16="http://schemas.microsoft.com/office/drawing/2014/main" id="{68ADA59F-34B6-46B0-BE92-43F4A52E68E8}"/>
              </a:ext>
            </a:extLst>
          </p:cNvPr>
          <p:cNvSpPr/>
          <p:nvPr/>
        </p:nvSpPr>
        <p:spPr bwMode="auto">
          <a:xfrm>
            <a:off x="8370540" y="2688254"/>
            <a:ext cx="1917846" cy="453531"/>
          </a:xfrm>
          <a:prstGeom prst="borderCallout1">
            <a:avLst>
              <a:gd name="adj1" fmla="val 23943"/>
              <a:gd name="adj2" fmla="val -2633"/>
              <a:gd name="adj3" fmla="val 37477"/>
              <a:gd name="adj4" fmla="val -56428"/>
            </a:avLst>
          </a:prstGeom>
          <a:solidFill>
            <a:srgbClr val="4BB9B9"/>
          </a:solidFill>
          <a:ln>
            <a:solidFill>
              <a:schemeClr val="accent1"/>
            </a:solidFill>
          </a:ln>
          <a:effectLst/>
        </p:spPr>
        <p:txBody>
          <a:bodyPr wrap="square" lIns="107944" tIns="53972" rIns="107944" bIns="53972" numCol="1" spcCol="72000" rtlCol="0" anchor="ctr">
            <a:noAutofit/>
          </a:bodyPr>
          <a:lstStyle/>
          <a:p>
            <a:pPr algn="ctr">
              <a:lnSpc>
                <a:spcPct val="110000"/>
              </a:lnSpc>
              <a:spcBef>
                <a:spcPct val="0"/>
              </a:spcBef>
            </a:pPr>
            <a:r>
              <a:rPr lang="en-US" sz="999" dirty="0">
                <a:solidFill>
                  <a:srgbClr val="FFFF00"/>
                </a:solidFill>
                <a:latin typeface="Arial"/>
                <a:ea typeface="Arial Unicode MS" panose="020B0604020202020204" pitchFamily="34" charset="-128"/>
                <a:cs typeface="Arial Unicode MS" panose="020B0604020202020204" pitchFamily="34" charset="-128"/>
              </a:rPr>
              <a:t>Safety Application</a:t>
            </a:r>
            <a:r>
              <a:rPr lang="en-US" sz="999" dirty="0">
                <a:solidFill>
                  <a:schemeClr val="bg1"/>
                </a:solidFill>
                <a:latin typeface="Arial"/>
                <a:ea typeface="Arial Unicode MS" panose="020B0604020202020204" pitchFamily="34" charset="-128"/>
                <a:cs typeface="Arial Unicode MS" panose="020B0604020202020204" pitchFamily="34" charset="-128"/>
              </a:rPr>
              <a:t> </a:t>
            </a:r>
            <a:br>
              <a:rPr lang="en-US" sz="999" dirty="0">
                <a:solidFill>
                  <a:schemeClr val="bg1"/>
                </a:solidFill>
                <a:latin typeface="Arial"/>
                <a:ea typeface="Arial Unicode MS" panose="020B0604020202020204" pitchFamily="34" charset="-128"/>
                <a:cs typeface="Arial Unicode MS" panose="020B0604020202020204" pitchFamily="34" charset="-128"/>
              </a:rPr>
            </a:br>
            <a:r>
              <a:rPr lang="en-US" sz="999" dirty="0">
                <a:solidFill>
                  <a:schemeClr val="bg1"/>
                </a:solidFill>
                <a:latin typeface="Arial"/>
                <a:ea typeface="Arial Unicode MS" panose="020B0604020202020204" pitchFamily="34" charset="-128"/>
                <a:cs typeface="Arial Unicode MS" panose="020B0604020202020204" pitchFamily="34" charset="-128"/>
              </a:rPr>
              <a:t>runs on CPU 1518HF</a:t>
            </a:r>
          </a:p>
        </p:txBody>
      </p:sp>
      <p:sp>
        <p:nvSpPr>
          <p:cNvPr id="94" name="Legende: Linie 93">
            <a:extLst>
              <a:ext uri="{FF2B5EF4-FFF2-40B4-BE49-F238E27FC236}">
                <a16:creationId xmlns:a16="http://schemas.microsoft.com/office/drawing/2014/main" id="{32B9320B-49BB-4EA4-8B78-1CD98EE1AACE}"/>
              </a:ext>
            </a:extLst>
          </p:cNvPr>
          <p:cNvSpPr/>
          <p:nvPr/>
        </p:nvSpPr>
        <p:spPr bwMode="auto">
          <a:xfrm flipH="1">
            <a:off x="2219230" y="3021120"/>
            <a:ext cx="1924367" cy="492593"/>
          </a:xfrm>
          <a:prstGeom prst="borderCallout1">
            <a:avLst>
              <a:gd name="adj1" fmla="val 23943"/>
              <a:gd name="adj2" fmla="val -2633"/>
              <a:gd name="adj3" fmla="val 152360"/>
              <a:gd name="adj4" fmla="val -80833"/>
            </a:avLst>
          </a:prstGeom>
          <a:solidFill>
            <a:srgbClr val="4BB9B9"/>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chemeClr val="bg1"/>
                </a:solidFill>
                <a:latin typeface="Arial"/>
                <a:ea typeface="Arial Unicode MS" panose="020B0604020202020204" pitchFamily="34" charset="-128"/>
                <a:cs typeface="Arial Unicode MS" panose="020B0604020202020204" pitchFamily="34" charset="-128"/>
              </a:rPr>
              <a:t>Direct connection of PROFIsafe IO devices</a:t>
            </a:r>
          </a:p>
        </p:txBody>
      </p:sp>
      <p:grpSp>
        <p:nvGrpSpPr>
          <p:cNvPr id="62" name="Gruppieren 61">
            <a:extLst>
              <a:ext uri="{FF2B5EF4-FFF2-40B4-BE49-F238E27FC236}">
                <a16:creationId xmlns:a16="http://schemas.microsoft.com/office/drawing/2014/main" id="{0767C5E2-64F4-4722-893A-ED7C811DE01C}"/>
              </a:ext>
            </a:extLst>
          </p:cNvPr>
          <p:cNvGrpSpPr/>
          <p:nvPr/>
        </p:nvGrpSpPr>
        <p:grpSpPr>
          <a:xfrm>
            <a:off x="4969582" y="2406777"/>
            <a:ext cx="2211725" cy="802182"/>
            <a:chOff x="8964403" y="2786480"/>
            <a:chExt cx="2212877" cy="802600"/>
          </a:xfrm>
        </p:grpSpPr>
        <p:sp>
          <p:nvSpPr>
            <p:cNvPr id="63" name="Text Box 16">
              <a:extLst>
                <a:ext uri="{FF2B5EF4-FFF2-40B4-BE49-F238E27FC236}">
                  <a16:creationId xmlns:a16="http://schemas.microsoft.com/office/drawing/2014/main" id="{05DEEB05-17E6-449F-92AF-C8FC3ABF09BA}"/>
                </a:ext>
              </a:extLst>
            </p:cNvPr>
            <p:cNvSpPr txBox="1">
              <a:spLocks noChangeArrowheads="1"/>
            </p:cNvSpPr>
            <p:nvPr>
              <p:custDataLst>
                <p:tags r:id="rId9"/>
              </p:custDataLst>
            </p:nvPr>
          </p:nvSpPr>
          <p:spPr bwMode="auto">
            <a:xfrm>
              <a:off x="9134853" y="2786480"/>
              <a:ext cx="474490"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64" name="Text Box 21">
              <a:extLst>
                <a:ext uri="{FF2B5EF4-FFF2-40B4-BE49-F238E27FC236}">
                  <a16:creationId xmlns:a16="http://schemas.microsoft.com/office/drawing/2014/main" id="{818AB751-EEAE-4744-BA93-C34011140920}"/>
                </a:ext>
              </a:extLst>
            </p:cNvPr>
            <p:cNvSpPr txBox="1">
              <a:spLocks noChangeArrowheads="1"/>
            </p:cNvSpPr>
            <p:nvPr>
              <p:custDataLst>
                <p:tags r:id="rId10"/>
              </p:custDataLst>
            </p:nvPr>
          </p:nvSpPr>
          <p:spPr bwMode="auto">
            <a:xfrm>
              <a:off x="10600212" y="2786480"/>
              <a:ext cx="461666"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grpSp>
          <p:nvGrpSpPr>
            <p:cNvPr id="65" name="Gruppieren 64">
              <a:extLst>
                <a:ext uri="{FF2B5EF4-FFF2-40B4-BE49-F238E27FC236}">
                  <a16:creationId xmlns:a16="http://schemas.microsoft.com/office/drawing/2014/main" id="{B7BDBD8B-C3A7-444F-9AC3-AAB7712DD239}"/>
                </a:ext>
              </a:extLst>
            </p:cNvPr>
            <p:cNvGrpSpPr/>
            <p:nvPr/>
          </p:nvGrpSpPr>
          <p:grpSpPr>
            <a:xfrm>
              <a:off x="8964403" y="2948770"/>
              <a:ext cx="774297" cy="640310"/>
              <a:chOff x="5633257" y="2448326"/>
              <a:chExt cx="3891741" cy="2958295"/>
            </a:xfrm>
            <a:solidFill>
              <a:schemeClr val="bg1"/>
            </a:solidFill>
          </p:grpSpPr>
          <p:pic>
            <p:nvPicPr>
              <p:cNvPr id="73" name="product_simatic-s7-1500.png">
                <a:extLst>
                  <a:ext uri="{FF2B5EF4-FFF2-40B4-BE49-F238E27FC236}">
                    <a16:creationId xmlns:a16="http://schemas.microsoft.com/office/drawing/2014/main" id="{A5298AA9-EAE8-4280-8618-02FE46538917}"/>
                  </a:ext>
                </a:extLst>
              </p:cNvPr>
              <p:cNvPicPr>
                <a:picLocks noChangeAspect="1"/>
              </p:cNvPicPr>
              <p:nvPr>
                <p:custDataLst>
                  <p:tags r:id="rId14"/>
                </p:custDataLst>
              </p:nvPr>
            </p:nvPicPr>
            <p:blipFill rotWithShape="1">
              <a:blip r:embed="rId23"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74" name="product_simatic-s7-1500.png">
                <a:extLst>
                  <a:ext uri="{FF2B5EF4-FFF2-40B4-BE49-F238E27FC236}">
                    <a16:creationId xmlns:a16="http://schemas.microsoft.com/office/drawing/2014/main" id="{A873CFA8-D639-47DF-805D-C47DCE3E6995}"/>
                  </a:ext>
                </a:extLst>
              </p:cNvPr>
              <p:cNvPicPr>
                <a:picLocks noChangeAspect="1"/>
              </p:cNvPicPr>
              <p:nvPr>
                <p:custDataLst>
                  <p:tags r:id="rId15"/>
                </p:custDataLst>
              </p:nvPr>
            </p:nvPicPr>
            <p:blipFill rotWithShape="1">
              <a:blip r:embed="rId2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75" name="product_simatic-s7-1500.png">
                <a:extLst>
                  <a:ext uri="{FF2B5EF4-FFF2-40B4-BE49-F238E27FC236}">
                    <a16:creationId xmlns:a16="http://schemas.microsoft.com/office/drawing/2014/main" id="{7C679936-BC9B-461A-AE8E-05E4ABA29480}"/>
                  </a:ext>
                </a:extLst>
              </p:cNvPr>
              <p:cNvPicPr>
                <a:picLocks noChangeAspect="1"/>
              </p:cNvPicPr>
              <p:nvPr>
                <p:custDataLst>
                  <p:tags r:id="rId16"/>
                </p:custDataLst>
              </p:nvPr>
            </p:nvPicPr>
            <p:blipFill rotWithShape="1">
              <a:blip r:embed="rId24"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nvGrpSpPr>
            <p:cNvPr id="66" name="Gruppieren 65">
              <a:extLst>
                <a:ext uri="{FF2B5EF4-FFF2-40B4-BE49-F238E27FC236}">
                  <a16:creationId xmlns:a16="http://schemas.microsoft.com/office/drawing/2014/main" id="{D9829D92-E9AF-40EB-8A12-FBEE268D2374}"/>
                </a:ext>
              </a:extLst>
            </p:cNvPr>
            <p:cNvGrpSpPr/>
            <p:nvPr/>
          </p:nvGrpSpPr>
          <p:grpSpPr>
            <a:xfrm>
              <a:off x="10402983" y="2948770"/>
              <a:ext cx="774297" cy="640310"/>
              <a:chOff x="5633257" y="2448326"/>
              <a:chExt cx="3891741" cy="2958295"/>
            </a:xfrm>
            <a:solidFill>
              <a:schemeClr val="bg1"/>
            </a:solidFill>
          </p:grpSpPr>
          <p:pic>
            <p:nvPicPr>
              <p:cNvPr id="70" name="product_simatic-s7-1500.png">
                <a:extLst>
                  <a:ext uri="{FF2B5EF4-FFF2-40B4-BE49-F238E27FC236}">
                    <a16:creationId xmlns:a16="http://schemas.microsoft.com/office/drawing/2014/main" id="{644EC118-B3E6-4F17-A057-A763CDB1D713}"/>
                  </a:ext>
                </a:extLst>
              </p:cNvPr>
              <p:cNvPicPr>
                <a:picLocks noChangeAspect="1"/>
              </p:cNvPicPr>
              <p:nvPr>
                <p:custDataLst>
                  <p:tags r:id="rId11"/>
                </p:custDataLst>
              </p:nvPr>
            </p:nvPicPr>
            <p:blipFill rotWithShape="1">
              <a:blip r:embed="rId23"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71" name="product_simatic-s7-1500.png">
                <a:extLst>
                  <a:ext uri="{FF2B5EF4-FFF2-40B4-BE49-F238E27FC236}">
                    <a16:creationId xmlns:a16="http://schemas.microsoft.com/office/drawing/2014/main" id="{9B967DB7-0801-482C-B528-330A1301732E}"/>
                  </a:ext>
                </a:extLst>
              </p:cNvPr>
              <p:cNvPicPr>
                <a:picLocks noChangeAspect="1"/>
              </p:cNvPicPr>
              <p:nvPr>
                <p:custDataLst>
                  <p:tags r:id="rId12"/>
                </p:custDataLst>
              </p:nvPr>
            </p:nvPicPr>
            <p:blipFill rotWithShape="1">
              <a:blip r:embed="rId2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72" name="product_simatic-s7-1500.png">
                <a:extLst>
                  <a:ext uri="{FF2B5EF4-FFF2-40B4-BE49-F238E27FC236}">
                    <a16:creationId xmlns:a16="http://schemas.microsoft.com/office/drawing/2014/main" id="{FD4460D4-5805-49FA-8918-7608073222D6}"/>
                  </a:ext>
                </a:extLst>
              </p:cNvPr>
              <p:cNvPicPr>
                <a:picLocks noChangeAspect="1"/>
              </p:cNvPicPr>
              <p:nvPr>
                <p:custDataLst>
                  <p:tags r:id="rId13"/>
                </p:custDataLst>
              </p:nvPr>
            </p:nvPicPr>
            <p:blipFill rotWithShape="1">
              <a:blip r:embed="rId24"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sp>
          <p:nvSpPr>
            <p:cNvPr id="67" name="Line 29">
              <a:extLst>
                <a:ext uri="{FF2B5EF4-FFF2-40B4-BE49-F238E27FC236}">
                  <a16:creationId xmlns:a16="http://schemas.microsoft.com/office/drawing/2014/main" id="{47985896-DB37-45F4-948A-C43A348C4C30}"/>
                </a:ext>
              </a:extLst>
            </p:cNvPr>
            <p:cNvSpPr>
              <a:spLocks noChangeShapeType="1"/>
            </p:cNvSpPr>
            <p:nvPr/>
          </p:nvSpPr>
          <p:spPr bwMode="auto">
            <a:xfrm>
              <a:off x="9738701" y="3465004"/>
              <a:ext cx="664282"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68" name="Line 30">
              <a:extLst>
                <a:ext uri="{FF2B5EF4-FFF2-40B4-BE49-F238E27FC236}">
                  <a16:creationId xmlns:a16="http://schemas.microsoft.com/office/drawing/2014/main" id="{4B114A36-A799-4498-A7A1-1F22518E1F59}"/>
                </a:ext>
              </a:extLst>
            </p:cNvPr>
            <p:cNvSpPr>
              <a:spLocks noChangeShapeType="1"/>
            </p:cNvSpPr>
            <p:nvPr/>
          </p:nvSpPr>
          <p:spPr bwMode="auto">
            <a:xfrm>
              <a:off x="9738700" y="3516665"/>
              <a:ext cx="664283"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69" name="Textfeld 68">
              <a:extLst>
                <a:ext uri="{FF2B5EF4-FFF2-40B4-BE49-F238E27FC236}">
                  <a16:creationId xmlns:a16="http://schemas.microsoft.com/office/drawing/2014/main" id="{ED6B76B3-FDCA-4F59-8689-B8A5D533C075}"/>
                </a:ext>
              </a:extLst>
            </p:cNvPr>
            <p:cNvSpPr txBox="1"/>
            <p:nvPr/>
          </p:nvSpPr>
          <p:spPr>
            <a:xfrm>
              <a:off x="9887930" y="3319081"/>
              <a:ext cx="405083" cy="182360"/>
            </a:xfrm>
            <a:prstGeom prst="rect">
              <a:avLst/>
            </a:prstGeom>
            <a:noFill/>
          </p:spPr>
          <p:txBody>
            <a:bodyPr vert="horz" wrap="none" lIns="0" tIns="0" rIns="0" bIns="0" rtlCol="0">
              <a:noAutofit/>
            </a:body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H-Sync</a:t>
              </a:r>
            </a:p>
          </p:txBody>
        </p:sp>
      </p:grpSp>
      <p:sp>
        <p:nvSpPr>
          <p:cNvPr id="2" name="Rechteck 1">
            <a:extLst>
              <a:ext uri="{FF2B5EF4-FFF2-40B4-BE49-F238E27FC236}">
                <a16:creationId xmlns:a16="http://schemas.microsoft.com/office/drawing/2014/main" id="{E706D922-5028-4B72-9133-07A7C63FC55C}"/>
              </a:ext>
            </a:extLst>
          </p:cNvPr>
          <p:cNvSpPr/>
          <p:nvPr/>
        </p:nvSpPr>
        <p:spPr bwMode="auto">
          <a:xfrm>
            <a:off x="6444451" y="2623611"/>
            <a:ext cx="215955" cy="290724"/>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77" name="Rechteck 76">
            <a:extLst>
              <a:ext uri="{FF2B5EF4-FFF2-40B4-BE49-F238E27FC236}">
                <a16:creationId xmlns:a16="http://schemas.microsoft.com/office/drawing/2014/main" id="{1D793B6D-86A0-4B8E-9A6E-55B64F437CD5}"/>
              </a:ext>
            </a:extLst>
          </p:cNvPr>
          <p:cNvSpPr/>
          <p:nvPr/>
        </p:nvSpPr>
        <p:spPr bwMode="auto">
          <a:xfrm>
            <a:off x="5002226" y="2616459"/>
            <a:ext cx="215955" cy="290724"/>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nvGrpSpPr>
          <p:cNvPr id="78" name="Gruppieren 77">
            <a:extLst>
              <a:ext uri="{FF2B5EF4-FFF2-40B4-BE49-F238E27FC236}">
                <a16:creationId xmlns:a16="http://schemas.microsoft.com/office/drawing/2014/main" id="{14C1287A-64A4-42A4-849B-16A27FF672F2}"/>
              </a:ext>
            </a:extLst>
          </p:cNvPr>
          <p:cNvGrpSpPr/>
          <p:nvPr/>
        </p:nvGrpSpPr>
        <p:grpSpPr>
          <a:xfrm>
            <a:off x="6524054" y="4229319"/>
            <a:ext cx="125934" cy="447756"/>
            <a:chOff x="7094633" y="3873495"/>
            <a:chExt cx="126000" cy="447989"/>
          </a:xfrm>
        </p:grpSpPr>
        <p:cxnSp>
          <p:nvCxnSpPr>
            <p:cNvPr id="79" name="Gerade Verbindung 238">
              <a:extLst>
                <a:ext uri="{FF2B5EF4-FFF2-40B4-BE49-F238E27FC236}">
                  <a16:creationId xmlns:a16="http://schemas.microsoft.com/office/drawing/2014/main" id="{EFF5EFDD-5AE8-4ECC-85DA-7F2309D9B346}"/>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Rechteck 79">
              <a:extLst>
                <a:ext uri="{FF2B5EF4-FFF2-40B4-BE49-F238E27FC236}">
                  <a16:creationId xmlns:a16="http://schemas.microsoft.com/office/drawing/2014/main" id="{1D2FDE2C-3B41-4929-8F15-EDBC41E06368}"/>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238" name="Gruppieren 237">
            <a:extLst>
              <a:ext uri="{FF2B5EF4-FFF2-40B4-BE49-F238E27FC236}">
                <a16:creationId xmlns:a16="http://schemas.microsoft.com/office/drawing/2014/main" id="{53A446FD-7E8A-48F9-8DA6-CAE87A62A7A7}"/>
              </a:ext>
            </a:extLst>
          </p:cNvPr>
          <p:cNvGrpSpPr/>
          <p:nvPr/>
        </p:nvGrpSpPr>
        <p:grpSpPr>
          <a:xfrm>
            <a:off x="6526764" y="4547369"/>
            <a:ext cx="622096" cy="496392"/>
            <a:chOff x="9450754" y="5347185"/>
            <a:chExt cx="622420" cy="496651"/>
          </a:xfrm>
        </p:grpSpPr>
        <p:grpSp>
          <p:nvGrpSpPr>
            <p:cNvPr id="239" name="Gruppieren 238">
              <a:extLst>
                <a:ext uri="{FF2B5EF4-FFF2-40B4-BE49-F238E27FC236}">
                  <a16:creationId xmlns:a16="http://schemas.microsoft.com/office/drawing/2014/main" id="{E5756EF6-1332-43E3-B56E-FE00763CEF4B}"/>
                </a:ext>
              </a:extLst>
            </p:cNvPr>
            <p:cNvGrpSpPr>
              <a:grpSpLocks noChangeAspect="1"/>
            </p:cNvGrpSpPr>
            <p:nvPr/>
          </p:nvGrpSpPr>
          <p:grpSpPr>
            <a:xfrm>
              <a:off x="9450754" y="5347185"/>
              <a:ext cx="622420" cy="496651"/>
              <a:chOff x="4105359" y="1822075"/>
              <a:chExt cx="4583448" cy="3657298"/>
            </a:xfrm>
          </p:grpSpPr>
          <p:pic>
            <p:nvPicPr>
              <p:cNvPr id="242" name="product_simatic-s7-1500.png">
                <a:extLst>
                  <a:ext uri="{FF2B5EF4-FFF2-40B4-BE49-F238E27FC236}">
                    <a16:creationId xmlns:a16="http://schemas.microsoft.com/office/drawing/2014/main" id="{AD663D7E-9929-41CC-9718-80B6557732C5}"/>
                  </a:ext>
                </a:extLst>
              </p:cNvPr>
              <p:cNvPicPr>
                <a:picLocks noChangeAspect="1"/>
              </p:cNvPicPr>
              <p:nvPr>
                <p:custDataLst>
                  <p:tags r:id="rId5"/>
                </p:custDataLst>
              </p:nvPr>
            </p:nvPicPr>
            <p:blipFill rotWithShape="1">
              <a:blip r:embed="rId25"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243" name="product_simatic-s7-1500.png">
                <a:extLst>
                  <a:ext uri="{FF2B5EF4-FFF2-40B4-BE49-F238E27FC236}">
                    <a16:creationId xmlns:a16="http://schemas.microsoft.com/office/drawing/2014/main" id="{042F7651-8235-45AC-AF11-884A3AA40C50}"/>
                  </a:ext>
                </a:extLst>
              </p:cNvPr>
              <p:cNvPicPr>
                <a:picLocks noChangeAspect="1"/>
              </p:cNvPicPr>
              <p:nvPr>
                <p:custDataLst>
                  <p:tags r:id="rId6"/>
                </p:custDataLst>
              </p:nvPr>
            </p:nvPicPr>
            <p:blipFill rotWithShape="1">
              <a:blip r:embed="rId26"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p:spPr>
          </p:pic>
          <p:pic>
            <p:nvPicPr>
              <p:cNvPr id="244" name="product_simatic-s7-1500.png">
                <a:extLst>
                  <a:ext uri="{FF2B5EF4-FFF2-40B4-BE49-F238E27FC236}">
                    <a16:creationId xmlns:a16="http://schemas.microsoft.com/office/drawing/2014/main" id="{5488DE6A-5BFD-4650-A914-72167E60990C}"/>
                  </a:ext>
                </a:extLst>
              </p:cNvPr>
              <p:cNvPicPr>
                <a:picLocks noChangeAspect="1"/>
              </p:cNvPicPr>
              <p:nvPr>
                <p:custDataLst>
                  <p:tags r:id="rId7"/>
                </p:custDataLst>
              </p:nvPr>
            </p:nvPicPr>
            <p:blipFill rotWithShape="1">
              <a:blip r:embed="rId27"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245" name="product_simatic-s7-1500.png">
                <a:extLst>
                  <a:ext uri="{FF2B5EF4-FFF2-40B4-BE49-F238E27FC236}">
                    <a16:creationId xmlns:a16="http://schemas.microsoft.com/office/drawing/2014/main" id="{55C24809-A294-4596-A2F3-94E0B6A2EB1B}"/>
                  </a:ext>
                </a:extLst>
              </p:cNvPr>
              <p:cNvPicPr>
                <a:picLocks noChangeAspect="1"/>
              </p:cNvPicPr>
              <p:nvPr>
                <p:custDataLst>
                  <p:tags r:id="rId8"/>
                </p:custDataLst>
              </p:nvPr>
            </p:nvPicPr>
            <p:blipFill rotWithShape="1">
              <a:blip r:embed="rId28"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sp>
          <p:nvSpPr>
            <p:cNvPr id="240" name="Rechteck 239">
              <a:extLst>
                <a:ext uri="{FF2B5EF4-FFF2-40B4-BE49-F238E27FC236}">
                  <a16:creationId xmlns:a16="http://schemas.microsoft.com/office/drawing/2014/main" id="{870406FC-9840-43E8-8DC7-C707CDD796D5}"/>
                </a:ext>
              </a:extLst>
            </p:cNvPr>
            <p:cNvSpPr/>
            <p:nvPr/>
          </p:nvSpPr>
          <p:spPr bwMode="auto">
            <a:xfrm>
              <a:off x="9594468" y="5358255"/>
              <a:ext cx="98171" cy="438956"/>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241" name="Rechteck 240">
              <a:extLst>
                <a:ext uri="{FF2B5EF4-FFF2-40B4-BE49-F238E27FC236}">
                  <a16:creationId xmlns:a16="http://schemas.microsoft.com/office/drawing/2014/main" id="{3E3E1ABE-0C1E-479A-B5A1-5DE4B5E7BC36}"/>
                </a:ext>
              </a:extLst>
            </p:cNvPr>
            <p:cNvSpPr/>
            <p:nvPr/>
          </p:nvSpPr>
          <p:spPr bwMode="auto">
            <a:xfrm>
              <a:off x="9717437" y="5358255"/>
              <a:ext cx="98171" cy="438956"/>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grpSp>
        <p:nvGrpSpPr>
          <p:cNvPr id="84" name="Gruppieren 83">
            <a:extLst>
              <a:ext uri="{FF2B5EF4-FFF2-40B4-BE49-F238E27FC236}">
                <a16:creationId xmlns:a16="http://schemas.microsoft.com/office/drawing/2014/main" id="{3D042C98-E3BB-4FAC-B933-D2E86B3D92DB}"/>
              </a:ext>
            </a:extLst>
          </p:cNvPr>
          <p:cNvGrpSpPr/>
          <p:nvPr/>
        </p:nvGrpSpPr>
        <p:grpSpPr>
          <a:xfrm>
            <a:off x="7794284" y="4059818"/>
            <a:ext cx="125934" cy="447756"/>
            <a:chOff x="7094633" y="3873495"/>
            <a:chExt cx="126000" cy="447989"/>
          </a:xfrm>
        </p:grpSpPr>
        <p:cxnSp>
          <p:nvCxnSpPr>
            <p:cNvPr id="85" name="Gerade Verbindung 238">
              <a:extLst>
                <a:ext uri="{FF2B5EF4-FFF2-40B4-BE49-F238E27FC236}">
                  <a16:creationId xmlns:a16="http://schemas.microsoft.com/office/drawing/2014/main" id="{04EA6E1A-7F98-4627-B58D-3344A083B92F}"/>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Rechteck 85">
              <a:extLst>
                <a:ext uri="{FF2B5EF4-FFF2-40B4-BE49-F238E27FC236}">
                  <a16:creationId xmlns:a16="http://schemas.microsoft.com/office/drawing/2014/main" id="{F2B07F23-CF69-4A9C-B6F6-2A4A371ACCDD}"/>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81" name="Gruppieren 80">
            <a:extLst>
              <a:ext uri="{FF2B5EF4-FFF2-40B4-BE49-F238E27FC236}">
                <a16:creationId xmlns:a16="http://schemas.microsoft.com/office/drawing/2014/main" id="{2AB4A6B9-F93A-47F7-BFA8-EEE1A3140DFC}"/>
              </a:ext>
            </a:extLst>
          </p:cNvPr>
          <p:cNvGrpSpPr>
            <a:grpSpLocks noChangeAspect="1"/>
          </p:cNvGrpSpPr>
          <p:nvPr/>
        </p:nvGrpSpPr>
        <p:grpSpPr>
          <a:xfrm>
            <a:off x="7731318" y="4412079"/>
            <a:ext cx="639221" cy="639221"/>
            <a:chOff x="10242950" y="4892164"/>
            <a:chExt cx="1358251" cy="1358251"/>
          </a:xfrm>
        </p:grpSpPr>
        <p:pic>
          <p:nvPicPr>
            <p:cNvPr id="82" name="product_simatic-s7-1500.png">
              <a:extLst>
                <a:ext uri="{FF2B5EF4-FFF2-40B4-BE49-F238E27FC236}">
                  <a16:creationId xmlns:a16="http://schemas.microsoft.com/office/drawing/2014/main" id="{6CBD1B8F-4221-4708-AD59-70791E252C5F}"/>
                </a:ext>
              </a:extLst>
            </p:cNvPr>
            <p:cNvPicPr>
              <a:picLocks noChangeAspect="1"/>
            </p:cNvPicPr>
            <p:nvPr>
              <p:custDataLst>
                <p:tags r:id="rId4"/>
              </p:custDataLst>
            </p:nvPr>
          </p:nvPicPr>
          <p:blipFill>
            <a:blip r:embed="rId29" cstate="print">
              <a:extLst>
                <a:ext uri="{28A0092B-C50C-407E-A947-70E740481C1C}">
                  <a14:useLocalDpi xmlns:a14="http://schemas.microsoft.com/office/drawing/2010/main" val="0"/>
                </a:ext>
              </a:extLst>
            </a:blip>
            <a:stretch>
              <a:fillRect/>
            </a:stretch>
          </p:blipFill>
          <p:spPr>
            <a:xfrm>
              <a:off x="10242950" y="4892164"/>
              <a:ext cx="1358251" cy="1358251"/>
            </a:xfrm>
            <a:prstGeom prst="rect">
              <a:avLst/>
            </a:prstGeom>
          </p:spPr>
        </p:pic>
        <p:sp>
          <p:nvSpPr>
            <p:cNvPr id="83" name="Rechteck 82">
              <a:extLst>
                <a:ext uri="{FF2B5EF4-FFF2-40B4-BE49-F238E27FC236}">
                  <a16:creationId xmlns:a16="http://schemas.microsoft.com/office/drawing/2014/main" id="{08EAC1FE-5F3B-40E1-B6AD-04DBA01E6489}"/>
                </a:ext>
              </a:extLst>
            </p:cNvPr>
            <p:cNvSpPr/>
            <p:nvPr/>
          </p:nvSpPr>
          <p:spPr bwMode="auto">
            <a:xfrm>
              <a:off x="10358120" y="5012037"/>
              <a:ext cx="452120" cy="556712"/>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sp>
        <p:nvSpPr>
          <p:cNvPr id="87" name="Legende: Linie 86">
            <a:extLst>
              <a:ext uri="{FF2B5EF4-FFF2-40B4-BE49-F238E27FC236}">
                <a16:creationId xmlns:a16="http://schemas.microsoft.com/office/drawing/2014/main" id="{5B386531-717D-45F2-B113-7508168EA691}"/>
              </a:ext>
            </a:extLst>
          </p:cNvPr>
          <p:cNvSpPr/>
          <p:nvPr/>
        </p:nvSpPr>
        <p:spPr bwMode="auto">
          <a:xfrm>
            <a:off x="8382668" y="3618501"/>
            <a:ext cx="1917846" cy="601479"/>
          </a:xfrm>
          <a:prstGeom prst="borderCallout1">
            <a:avLst>
              <a:gd name="adj1" fmla="val 23943"/>
              <a:gd name="adj2" fmla="val -2633"/>
              <a:gd name="adj3" fmla="val 69313"/>
              <a:gd name="adj4" fmla="val -62328"/>
            </a:avLst>
          </a:prstGeom>
          <a:solidFill>
            <a:srgbClr val="4BB9B9"/>
          </a:solidFill>
          <a:ln>
            <a:solidFill>
              <a:schemeClr val="accent1"/>
            </a:solidFill>
          </a:ln>
          <a:effectLst/>
        </p:spPr>
        <p:txBody>
          <a:bodyPr wrap="square" lIns="107944" tIns="53972" rIns="107944" bIns="53972" numCol="1" spcCol="72000" rtlCol="0" anchor="ctr">
            <a:noAutofit/>
          </a:bodyPr>
          <a:lstStyle/>
          <a:p>
            <a:pPr algn="ctr">
              <a:lnSpc>
                <a:spcPct val="110000"/>
              </a:lnSpc>
              <a:spcBef>
                <a:spcPct val="0"/>
              </a:spcBef>
            </a:pPr>
            <a:r>
              <a:rPr lang="en-US" sz="999" dirty="0">
                <a:solidFill>
                  <a:schemeClr val="bg1"/>
                </a:solidFill>
                <a:latin typeface="Arial"/>
                <a:ea typeface="Arial Unicode MS" panose="020B0604020202020204" pitchFamily="34" charset="-128"/>
                <a:cs typeface="Arial Unicode MS" panose="020B0604020202020204" pitchFamily="34" charset="-128"/>
              </a:rPr>
              <a:t>Safe CPU-CPU communication via </a:t>
            </a:r>
            <a:br>
              <a:rPr lang="en-US" sz="999" dirty="0">
                <a:solidFill>
                  <a:schemeClr val="bg1"/>
                </a:solidFill>
                <a:latin typeface="Arial"/>
                <a:ea typeface="Arial Unicode MS" panose="020B0604020202020204" pitchFamily="34" charset="-128"/>
                <a:cs typeface="Arial Unicode MS" panose="020B0604020202020204" pitchFamily="34" charset="-128"/>
              </a:rPr>
            </a:br>
            <a:r>
              <a:rPr lang="en-US" sz="999" dirty="0">
                <a:solidFill>
                  <a:schemeClr val="bg1"/>
                </a:solidFill>
                <a:latin typeface="Arial"/>
                <a:ea typeface="Arial Unicode MS" panose="020B0604020202020204" pitchFamily="34" charset="-128"/>
                <a:cs typeface="Arial Unicode MS" panose="020B0604020202020204" pitchFamily="34" charset="-128"/>
              </a:rPr>
              <a:t>Flexible F-Link</a:t>
            </a:r>
          </a:p>
        </p:txBody>
      </p:sp>
      <p:sp>
        <p:nvSpPr>
          <p:cNvPr id="3" name="Pfeil: nach oben und unten 2">
            <a:extLst>
              <a:ext uri="{FF2B5EF4-FFF2-40B4-BE49-F238E27FC236}">
                <a16:creationId xmlns:a16="http://schemas.microsoft.com/office/drawing/2014/main" id="{EEB1137E-969C-491C-BD2F-EA15D69CABC8}"/>
              </a:ext>
            </a:extLst>
          </p:cNvPr>
          <p:cNvSpPr/>
          <p:nvPr/>
        </p:nvSpPr>
        <p:spPr bwMode="auto">
          <a:xfrm rot="18738521">
            <a:off x="6824446" y="3121388"/>
            <a:ext cx="310630" cy="1493417"/>
          </a:xfrm>
          <a:prstGeom prst="upDownArrow">
            <a:avLst/>
          </a:prstGeom>
          <a:solidFill>
            <a:srgbClr val="FFFF00"/>
          </a:solidFill>
          <a:ln>
            <a:solidFill>
              <a:schemeClr val="tx1">
                <a:lumMod val="50000"/>
              </a:schemeClr>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90" name="Pfeil: nach oben und unten 89">
            <a:extLst>
              <a:ext uri="{FF2B5EF4-FFF2-40B4-BE49-F238E27FC236}">
                <a16:creationId xmlns:a16="http://schemas.microsoft.com/office/drawing/2014/main" id="{2D011003-70B6-4BB7-A240-67A3958559A3}"/>
              </a:ext>
            </a:extLst>
          </p:cNvPr>
          <p:cNvSpPr/>
          <p:nvPr/>
        </p:nvSpPr>
        <p:spPr bwMode="auto">
          <a:xfrm rot="1992262">
            <a:off x="5631773" y="3311022"/>
            <a:ext cx="310630" cy="886334"/>
          </a:xfrm>
          <a:prstGeom prst="upDownArrow">
            <a:avLst/>
          </a:prstGeom>
          <a:solidFill>
            <a:srgbClr val="FFFF00"/>
          </a:solidFill>
          <a:ln>
            <a:solidFill>
              <a:schemeClr val="tx1">
                <a:lumMod val="50000"/>
              </a:schemeClr>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Tree>
    <p:custDataLst>
      <p:tags r:id="rId1"/>
    </p:custDataLst>
    <p:extLst>
      <p:ext uri="{BB962C8B-B14F-4D97-AF65-F5344CB8AC3E}">
        <p14:creationId xmlns:p14="http://schemas.microsoft.com/office/powerpoint/2010/main" val="23447326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A2C90951-267D-FDEB-DD5B-BD7954E61AB8}"/>
              </a:ext>
            </a:extLst>
          </p:cNvPr>
          <p:cNvSpPr/>
          <p:nvPr/>
        </p:nvSpPr>
        <p:spPr>
          <a:xfrm>
            <a:off x="653861" y="2284953"/>
            <a:ext cx="11037949" cy="38545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aphicFrame>
        <p:nvGraphicFramePr>
          <p:cNvPr id="5" name="Objekt 4" hidden="1">
            <a:extLst>
              <a:ext uri="{FF2B5EF4-FFF2-40B4-BE49-F238E27FC236}">
                <a16:creationId xmlns:a16="http://schemas.microsoft.com/office/drawing/2014/main" id="{F900B0F4-53DD-4274-8CBB-93C3A6ACA115}"/>
              </a:ext>
            </a:extLst>
          </p:cNvPr>
          <p:cNvGraphicFramePr>
            <a:graphicFrameLocks noChangeAspect="1"/>
          </p:cNvGraphicFramePr>
          <p:nvPr>
            <p:custDataLst>
              <p:tags r:id="rId2"/>
            </p:custDataLst>
            <p:extLst>
              <p:ext uri="{D42A27DB-BD31-4B8C-83A1-F6EECF244321}">
                <p14:modId xmlns:p14="http://schemas.microsoft.com/office/powerpoint/2010/main" val="14807466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0" imgW="532" imgH="533" progId="TCLayout.ActiveDocument.1">
                  <p:embed/>
                </p:oleObj>
              </mc:Choice>
              <mc:Fallback>
                <p:oleObj name="think-cell Folie" r:id="rId20" imgW="532" imgH="533" progId="TCLayout.ActiveDocument.1">
                  <p:embed/>
                  <p:pic>
                    <p:nvPicPr>
                      <p:cNvPr id="5" name="Objekt 4" hidden="1">
                        <a:extLst>
                          <a:ext uri="{FF2B5EF4-FFF2-40B4-BE49-F238E27FC236}">
                            <a16:creationId xmlns:a16="http://schemas.microsoft.com/office/drawing/2014/main" id="{F900B0F4-53DD-4274-8CBB-93C3A6ACA115}"/>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269" name="Rechteck 268">
            <a:extLst>
              <a:ext uri="{FF2B5EF4-FFF2-40B4-BE49-F238E27FC236}">
                <a16:creationId xmlns:a16="http://schemas.microsoft.com/office/drawing/2014/main" id="{E8A9DA03-3444-4B75-BFB2-EF2655594665}"/>
              </a:ext>
            </a:extLst>
          </p:cNvPr>
          <p:cNvSpPr/>
          <p:nvPr/>
        </p:nvSpPr>
        <p:spPr bwMode="auto">
          <a:xfrm>
            <a:off x="3884228" y="4190322"/>
            <a:ext cx="3165486" cy="1803825"/>
          </a:xfrm>
          <a:prstGeom prst="rect">
            <a:avLst/>
          </a:prstGeom>
          <a:solidFill>
            <a:srgbClr val="BECDD7"/>
          </a:solidFill>
          <a:ln>
            <a:solidFill>
              <a:schemeClr val="tx1"/>
            </a:solidFill>
            <a:prstDash val="dash"/>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4" name="Titel 3"/>
          <p:cNvSpPr>
            <a:spLocks noGrp="1"/>
          </p:cNvSpPr>
          <p:nvPr>
            <p:ph type="title"/>
          </p:nvPr>
        </p:nvSpPr>
        <p:spPr/>
        <p:txBody>
          <a:bodyPr vert="horz"/>
          <a:lstStyle/>
          <a:p>
            <a:r>
              <a:rPr lang="en-US" altLang="de-DE" dirty="0"/>
              <a:t>Network configuration with S7-1500 R</a:t>
            </a:r>
            <a:br>
              <a:rPr lang="en-US" dirty="0"/>
            </a:br>
            <a:r>
              <a:rPr lang="en-US" b="0" dirty="0"/>
              <a:t>Safety Devices</a:t>
            </a:r>
          </a:p>
        </p:txBody>
      </p:sp>
      <p:sp>
        <p:nvSpPr>
          <p:cNvPr id="2" name="Fußzeilenplatzhalter 1">
            <a:extLst>
              <a:ext uri="{FF2B5EF4-FFF2-40B4-BE49-F238E27FC236}">
                <a16:creationId xmlns:a16="http://schemas.microsoft.com/office/drawing/2014/main" id="{38B3B424-3CD7-416A-909E-FFE77304E267}"/>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150" name="Text Box 5"/>
          <p:cNvSpPr txBox="1">
            <a:spLocks noChangeArrowheads="1"/>
          </p:cNvSpPr>
          <p:nvPr>
            <p:custDataLst>
              <p:tags r:id="rId3"/>
            </p:custDataLst>
          </p:nvPr>
        </p:nvSpPr>
        <p:spPr bwMode="auto">
          <a:xfrm>
            <a:off x="644834" y="1465648"/>
            <a:ext cx="11046977" cy="742679"/>
          </a:xfrm>
          <a:prstGeom prst="rect">
            <a:avLst/>
          </a:prstGeom>
          <a:gradFill>
            <a:gsLst>
              <a:gs pos="83000">
                <a:srgbClr val="41AAC8"/>
              </a:gs>
              <a:gs pos="50000">
                <a:srgbClr val="32A0A0"/>
              </a:gs>
              <a:gs pos="0">
                <a:srgbClr val="4BB9B9"/>
              </a:gs>
              <a:gs pos="100000">
                <a:srgbClr val="2387AA"/>
              </a:gs>
            </a:gsLst>
            <a:lin ang="0" scaled="0"/>
          </a:gradFill>
          <a:ln>
            <a:noFill/>
          </a:ln>
          <a:effectLst/>
        </p:spPr>
        <p:txBody>
          <a:bodyPr lIns="89953" tIns="46776" rIns="89953" bIns="46776" anchor="ctr" anchorCtr="0"/>
          <a:lstStyle>
            <a:defPPr>
              <a:defRPr lang="de-DE"/>
            </a:defPPr>
            <a:lvl1pPr algn="ctr" defTabSz="762000" eaLnBrk="0" hangingPunct="0">
              <a:spcBef>
                <a:spcPct val="0"/>
              </a:spcBef>
              <a:buClrTx/>
              <a:buFontTx/>
              <a:buNone/>
              <a:defRPr sz="1800" b="1">
                <a:solidFill>
                  <a:schemeClr val="bg1"/>
                </a:solidFill>
                <a:latin typeface="Arial" charset="0"/>
              </a:defRPr>
            </a:lvl1pPr>
            <a:lvl2pPr marL="742950" indent="-285750" defTabSz="762000" eaLnBrk="0" hangingPunct="0">
              <a:defRPr sz="2000">
                <a:solidFill>
                  <a:schemeClr val="tx1"/>
                </a:solidFill>
                <a:latin typeface="Arial" charset="0"/>
              </a:defRPr>
            </a:lvl2pPr>
            <a:lvl3pPr marL="1143000" indent="-228600" defTabSz="762000" eaLnBrk="0" hangingPunct="0">
              <a:defRPr sz="2000">
                <a:solidFill>
                  <a:schemeClr val="tx1"/>
                </a:solidFill>
                <a:latin typeface="Arial" charset="0"/>
              </a:defRPr>
            </a:lvl3pPr>
            <a:lvl4pPr marL="1600200" indent="-228600" defTabSz="762000" eaLnBrk="0" hangingPunct="0">
              <a:defRPr sz="2000">
                <a:solidFill>
                  <a:schemeClr val="tx1"/>
                </a:solidFill>
                <a:latin typeface="Arial" charset="0"/>
              </a:defRPr>
            </a:lvl4pPr>
            <a:lvl5pPr marL="2057400" indent="-228600" defTabSz="762000" eaLnBrk="0" hangingPunct="0">
              <a:defRPr sz="2000">
                <a:solidFill>
                  <a:schemeClr val="tx1"/>
                </a:solidFill>
                <a:latin typeface="Arial" charset="0"/>
              </a:defRPr>
            </a:lvl5pPr>
            <a:lvl6pPr marL="25146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6pPr>
            <a:lvl7pPr marL="29718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7pPr>
            <a:lvl8pPr marL="34290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8pPr>
            <a:lvl9pPr marL="38862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9pPr>
          </a:lstStyle>
          <a:p>
            <a:r>
              <a:rPr lang="en-US" sz="1799" dirty="0">
                <a:latin typeface="Arial" panose="020B0604020202020204" pitchFamily="34" charset="0"/>
              </a:rPr>
              <a:t>Connection of fail-safe devices via a subordinate F-controller</a:t>
            </a:r>
            <a:endParaRPr lang="en-US" sz="1799" dirty="0"/>
          </a:p>
        </p:txBody>
      </p:sp>
      <p:sp>
        <p:nvSpPr>
          <p:cNvPr id="161" name="Ellipse 160">
            <a:extLst>
              <a:ext uri="{FF2B5EF4-FFF2-40B4-BE49-F238E27FC236}">
                <a16:creationId xmlns:a16="http://schemas.microsoft.com/office/drawing/2014/main" id="{48AF1C28-7090-4AD3-883C-86ED68DC10BE}"/>
              </a:ext>
            </a:extLst>
          </p:cNvPr>
          <p:cNvSpPr/>
          <p:nvPr/>
        </p:nvSpPr>
        <p:spPr bwMode="auto">
          <a:xfrm>
            <a:off x="3883010" y="3450617"/>
            <a:ext cx="4253571" cy="855094"/>
          </a:xfrm>
          <a:prstGeom prst="ellips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buClr>
                <a:schemeClr val="accent1"/>
              </a:buClr>
              <a:buFont typeface="Wingdings" pitchFamily="2" charset="2"/>
            </a:pPr>
            <a:endParaRPr lang="en-US" sz="900" dirty="0">
              <a:latin typeface="Arial" charset="0"/>
            </a:endParaRPr>
          </a:p>
        </p:txBody>
      </p:sp>
      <p:grpSp>
        <p:nvGrpSpPr>
          <p:cNvPr id="162" name="Gruppieren 161">
            <a:extLst>
              <a:ext uri="{FF2B5EF4-FFF2-40B4-BE49-F238E27FC236}">
                <a16:creationId xmlns:a16="http://schemas.microsoft.com/office/drawing/2014/main" id="{3ADFD803-9177-4692-8C2C-DD63D31ECBB7}"/>
              </a:ext>
            </a:extLst>
          </p:cNvPr>
          <p:cNvGrpSpPr/>
          <p:nvPr/>
        </p:nvGrpSpPr>
        <p:grpSpPr>
          <a:xfrm>
            <a:off x="7455130" y="4098526"/>
            <a:ext cx="125934" cy="499425"/>
            <a:chOff x="8617772" y="3244539"/>
            <a:chExt cx="126000" cy="499685"/>
          </a:xfrm>
        </p:grpSpPr>
        <p:cxnSp>
          <p:nvCxnSpPr>
            <p:cNvPr id="163" name="Gerade Verbindung 95">
              <a:extLst>
                <a:ext uri="{FF2B5EF4-FFF2-40B4-BE49-F238E27FC236}">
                  <a16:creationId xmlns:a16="http://schemas.microsoft.com/office/drawing/2014/main" id="{B0A5BAA7-CFE7-402B-852F-D8FDDE47234F}"/>
                </a:ext>
              </a:extLst>
            </p:cNvPr>
            <p:cNvCxnSpPr/>
            <p:nvPr/>
          </p:nvCxnSpPr>
          <p:spPr bwMode="auto">
            <a:xfrm flipH="1">
              <a:off x="8680772" y="3312310"/>
              <a:ext cx="1" cy="43191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Rechteck 163">
              <a:extLst>
                <a:ext uri="{FF2B5EF4-FFF2-40B4-BE49-F238E27FC236}">
                  <a16:creationId xmlns:a16="http://schemas.microsoft.com/office/drawing/2014/main" id="{5BF8B267-3D49-4FAD-A361-EF54C72F68CE}"/>
                </a:ext>
              </a:extLst>
            </p:cNvPr>
            <p:cNvSpPr/>
            <p:nvPr/>
          </p:nvSpPr>
          <p:spPr bwMode="auto">
            <a:xfrm>
              <a:off x="8617772" y="3244539"/>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166" name="Gruppieren 165">
            <a:extLst>
              <a:ext uri="{FF2B5EF4-FFF2-40B4-BE49-F238E27FC236}">
                <a16:creationId xmlns:a16="http://schemas.microsoft.com/office/drawing/2014/main" id="{0AFA3BC1-3FD4-4DB0-BE0D-AFD1725E002E}"/>
              </a:ext>
            </a:extLst>
          </p:cNvPr>
          <p:cNvGrpSpPr/>
          <p:nvPr/>
        </p:nvGrpSpPr>
        <p:grpSpPr>
          <a:xfrm>
            <a:off x="4862100" y="3443806"/>
            <a:ext cx="125934" cy="447756"/>
            <a:chOff x="7887113" y="3302020"/>
            <a:chExt cx="126000" cy="447989"/>
          </a:xfrm>
        </p:grpSpPr>
        <p:cxnSp>
          <p:nvCxnSpPr>
            <p:cNvPr id="167" name="Gerade Verbindung 94">
              <a:extLst>
                <a:ext uri="{FF2B5EF4-FFF2-40B4-BE49-F238E27FC236}">
                  <a16:creationId xmlns:a16="http://schemas.microsoft.com/office/drawing/2014/main" id="{D2C350C8-B4F4-4132-9B52-C918DDA9DA14}"/>
                </a:ext>
              </a:extLst>
            </p:cNvPr>
            <p:cNvCxnSpPr/>
            <p:nvPr/>
          </p:nvCxnSpPr>
          <p:spPr bwMode="auto">
            <a:xfrm>
              <a:off x="7950114" y="3384297"/>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8" name="Rechteck 167">
              <a:extLst>
                <a:ext uri="{FF2B5EF4-FFF2-40B4-BE49-F238E27FC236}">
                  <a16:creationId xmlns:a16="http://schemas.microsoft.com/office/drawing/2014/main" id="{B2F15A58-EEA5-4F5E-8B01-F8A8D4D985F9}"/>
                </a:ext>
              </a:extLst>
            </p:cNvPr>
            <p:cNvSpPr/>
            <p:nvPr/>
          </p:nvSpPr>
          <p:spPr bwMode="auto">
            <a:xfrm>
              <a:off x="7887113" y="3302020"/>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sp>
        <p:nvSpPr>
          <p:cNvPr id="174" name="Rechteck 173">
            <a:extLst>
              <a:ext uri="{FF2B5EF4-FFF2-40B4-BE49-F238E27FC236}">
                <a16:creationId xmlns:a16="http://schemas.microsoft.com/office/drawing/2014/main" id="{4CFB56F5-FE5D-4C8F-95B1-65526434169B}"/>
              </a:ext>
            </a:extLst>
          </p:cNvPr>
          <p:cNvSpPr/>
          <p:nvPr/>
        </p:nvSpPr>
        <p:spPr bwMode="auto">
          <a:xfrm>
            <a:off x="6691156" y="3420793"/>
            <a:ext cx="79160"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175" name="Gerade Verbindung 106">
            <a:extLst>
              <a:ext uri="{FF2B5EF4-FFF2-40B4-BE49-F238E27FC236}">
                <a16:creationId xmlns:a16="http://schemas.microsoft.com/office/drawing/2014/main" id="{6B393D7E-A36D-463B-A1C3-5DE2D11D00B0}"/>
              </a:ext>
            </a:extLst>
          </p:cNvPr>
          <p:cNvCxnSpPr/>
          <p:nvPr/>
        </p:nvCxnSpPr>
        <p:spPr bwMode="auto">
          <a:xfrm>
            <a:off x="6790499" y="3141785"/>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Gerade Verbindung 107">
            <a:extLst>
              <a:ext uri="{FF2B5EF4-FFF2-40B4-BE49-F238E27FC236}">
                <a16:creationId xmlns:a16="http://schemas.microsoft.com/office/drawing/2014/main" id="{8ECA233C-CD5B-4679-A668-413C2AA0FC4C}"/>
              </a:ext>
            </a:extLst>
          </p:cNvPr>
          <p:cNvCxnSpPr/>
          <p:nvPr/>
        </p:nvCxnSpPr>
        <p:spPr bwMode="auto">
          <a:xfrm>
            <a:off x="6681394" y="3017180"/>
            <a:ext cx="1" cy="4609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7" name="Rechteck 176">
            <a:extLst>
              <a:ext uri="{FF2B5EF4-FFF2-40B4-BE49-F238E27FC236}">
                <a16:creationId xmlns:a16="http://schemas.microsoft.com/office/drawing/2014/main" id="{02F675A2-2256-4BA0-96C4-1B29892FFD74}"/>
              </a:ext>
            </a:extLst>
          </p:cNvPr>
          <p:cNvSpPr/>
          <p:nvPr/>
        </p:nvSpPr>
        <p:spPr bwMode="auto">
          <a:xfrm>
            <a:off x="5253367" y="3408089"/>
            <a:ext cx="71963"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178" name="Gerade Verbindung 109">
            <a:extLst>
              <a:ext uri="{FF2B5EF4-FFF2-40B4-BE49-F238E27FC236}">
                <a16:creationId xmlns:a16="http://schemas.microsoft.com/office/drawing/2014/main" id="{C3D0F2A7-C62E-4E87-8057-964A1760721F}"/>
              </a:ext>
            </a:extLst>
          </p:cNvPr>
          <p:cNvCxnSpPr/>
          <p:nvPr/>
        </p:nvCxnSpPr>
        <p:spPr bwMode="auto">
          <a:xfrm>
            <a:off x="5239462" y="3036535"/>
            <a:ext cx="1" cy="46176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79" name="product_distributed-io.png">
            <a:extLst>
              <a:ext uri="{FF2B5EF4-FFF2-40B4-BE49-F238E27FC236}">
                <a16:creationId xmlns:a16="http://schemas.microsoft.com/office/drawing/2014/main" id="{86FD4E96-2AB9-4958-B81D-C1E6D4971FB5}"/>
              </a:ext>
            </a:extLst>
          </p:cNvPr>
          <p:cNvPicPr>
            <a:picLocks noChangeAspect="1"/>
          </p:cNvPicPr>
          <p:nvPr>
            <p:custDataLst>
              <p:tags r:id="rId4"/>
            </p:custDataLst>
          </p:nvPr>
        </p:nvPicPr>
        <p:blipFill>
          <a:blip r:embed="rId22" cstate="print">
            <a:extLst>
              <a:ext uri="{28A0092B-C50C-407E-A947-70E740481C1C}">
                <a14:useLocalDpi xmlns:a14="http://schemas.microsoft.com/office/drawing/2010/main" val="0"/>
              </a:ext>
            </a:extLst>
          </a:blip>
          <a:stretch>
            <a:fillRect/>
          </a:stretch>
        </p:blipFill>
        <p:spPr>
          <a:xfrm>
            <a:off x="4857165" y="3696218"/>
            <a:ext cx="455031" cy="455031"/>
          </a:xfrm>
          <a:prstGeom prst="rect">
            <a:avLst/>
          </a:prstGeom>
        </p:spPr>
      </p:pic>
      <p:grpSp>
        <p:nvGrpSpPr>
          <p:cNvPr id="180" name="Gruppieren 179">
            <a:extLst>
              <a:ext uri="{FF2B5EF4-FFF2-40B4-BE49-F238E27FC236}">
                <a16:creationId xmlns:a16="http://schemas.microsoft.com/office/drawing/2014/main" id="{3FC7E14C-4E82-46C9-91C3-A298FDB38F7B}"/>
              </a:ext>
            </a:extLst>
          </p:cNvPr>
          <p:cNvGrpSpPr>
            <a:grpSpLocks noChangeAspect="1"/>
          </p:cNvGrpSpPr>
          <p:nvPr/>
        </p:nvGrpSpPr>
        <p:grpSpPr>
          <a:xfrm>
            <a:off x="7431104" y="4284445"/>
            <a:ext cx="622096" cy="496392"/>
            <a:chOff x="4105359" y="1822075"/>
            <a:chExt cx="4583448" cy="3657299"/>
          </a:xfrm>
        </p:grpSpPr>
        <p:pic>
          <p:nvPicPr>
            <p:cNvPr id="181" name="product_simatic-s7-1500.png">
              <a:extLst>
                <a:ext uri="{FF2B5EF4-FFF2-40B4-BE49-F238E27FC236}">
                  <a16:creationId xmlns:a16="http://schemas.microsoft.com/office/drawing/2014/main" id="{036F4DE7-C3A6-4FE4-975A-BBFB9BCA882D}"/>
                </a:ext>
              </a:extLst>
            </p:cNvPr>
            <p:cNvPicPr>
              <a:picLocks noChangeAspect="1"/>
            </p:cNvPicPr>
            <p:nvPr>
              <p:custDataLst>
                <p:tags r:id="rId14"/>
              </p:custDataLst>
            </p:nvPr>
          </p:nvPicPr>
          <p:blipFill rotWithShape="1">
            <a:blip r:embed="rId23"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182" name="product_simatic-s7-1500.png">
              <a:extLst>
                <a:ext uri="{FF2B5EF4-FFF2-40B4-BE49-F238E27FC236}">
                  <a16:creationId xmlns:a16="http://schemas.microsoft.com/office/drawing/2014/main" id="{BC5B5C7D-6C85-4420-87AE-899BE0064406}"/>
                </a:ext>
              </a:extLst>
            </p:cNvPr>
            <p:cNvPicPr>
              <a:picLocks noChangeAspect="1"/>
            </p:cNvPicPr>
            <p:nvPr>
              <p:custDataLst>
                <p:tags r:id="rId15"/>
              </p:custDataLst>
            </p:nvPr>
          </p:nvPicPr>
          <p:blipFill rotWithShape="1">
            <a:blip r:embed="rId24"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183" name="product_simatic-s7-1500.png">
              <a:extLst>
                <a:ext uri="{FF2B5EF4-FFF2-40B4-BE49-F238E27FC236}">
                  <a16:creationId xmlns:a16="http://schemas.microsoft.com/office/drawing/2014/main" id="{8C0CAD5F-B8AB-4DA2-A233-FC581903728B}"/>
                </a:ext>
              </a:extLst>
            </p:cNvPr>
            <p:cNvPicPr>
              <a:picLocks noChangeAspect="1"/>
            </p:cNvPicPr>
            <p:nvPr>
              <p:custDataLst>
                <p:tags r:id="rId16"/>
              </p:custDataLst>
            </p:nvPr>
          </p:nvPicPr>
          <p:blipFill rotWithShape="1">
            <a:blip r:embed="rId25"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184" name="product_simatic-s7-1500.png">
              <a:extLst>
                <a:ext uri="{FF2B5EF4-FFF2-40B4-BE49-F238E27FC236}">
                  <a16:creationId xmlns:a16="http://schemas.microsoft.com/office/drawing/2014/main" id="{DC155776-1F45-4562-8B51-548D498B7B4D}"/>
                </a:ext>
              </a:extLst>
            </p:cNvPr>
            <p:cNvPicPr>
              <a:picLocks noChangeAspect="1"/>
            </p:cNvPicPr>
            <p:nvPr>
              <p:custDataLst>
                <p:tags r:id="rId17"/>
              </p:custDataLst>
            </p:nvPr>
          </p:nvPicPr>
          <p:blipFill rotWithShape="1">
            <a:blip r:embed="rId26" cstate="print">
              <a:extLst>
                <a:ext uri="{28A0092B-C50C-407E-A947-70E740481C1C}">
                  <a14:useLocalDpi xmlns:a14="http://schemas.microsoft.com/office/drawing/2010/main" val="0"/>
                </a:ext>
              </a:extLst>
            </a:blip>
            <a:srcRect l="49850" t="1" r="1" b="1"/>
            <a:stretch/>
          </p:blipFill>
          <p:spPr>
            <a:xfrm>
              <a:off x="6854677" y="1822075"/>
              <a:ext cx="1834130" cy="3657292"/>
            </a:xfrm>
            <a:prstGeom prst="rect">
              <a:avLst/>
            </a:prstGeom>
          </p:spPr>
        </p:pic>
      </p:grpSp>
      <p:cxnSp>
        <p:nvCxnSpPr>
          <p:cNvPr id="189" name="Gerade Verbindung 122">
            <a:extLst>
              <a:ext uri="{FF2B5EF4-FFF2-40B4-BE49-F238E27FC236}">
                <a16:creationId xmlns:a16="http://schemas.microsoft.com/office/drawing/2014/main" id="{E992AAA9-9775-4A06-B4E1-9AD085E002EF}"/>
              </a:ext>
            </a:extLst>
          </p:cNvPr>
          <p:cNvCxnSpPr/>
          <p:nvPr/>
        </p:nvCxnSpPr>
        <p:spPr bwMode="auto">
          <a:xfrm>
            <a:off x="5341766" y="3142398"/>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0" name="Gewinkelte Verbindung 129">
            <a:extLst>
              <a:ext uri="{FF2B5EF4-FFF2-40B4-BE49-F238E27FC236}">
                <a16:creationId xmlns:a16="http://schemas.microsoft.com/office/drawing/2014/main" id="{6033859A-1BEC-46AC-87A2-52A50064C6CC}"/>
              </a:ext>
            </a:extLst>
          </p:cNvPr>
          <p:cNvCxnSpPr>
            <a:endCxn id="248" idx="1"/>
          </p:cNvCxnSpPr>
          <p:nvPr/>
        </p:nvCxnSpPr>
        <p:spPr bwMode="auto">
          <a:xfrm>
            <a:off x="4623700" y="4722557"/>
            <a:ext cx="1451745" cy="365465"/>
          </a:xfrm>
          <a:prstGeom prst="bentConnector3">
            <a:avLst>
              <a:gd name="adj1" fmla="val 50000"/>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07" name="Gruppieren 206">
            <a:extLst>
              <a:ext uri="{FF2B5EF4-FFF2-40B4-BE49-F238E27FC236}">
                <a16:creationId xmlns:a16="http://schemas.microsoft.com/office/drawing/2014/main" id="{DF8F4F4F-99CF-469E-B3B3-488521A95273}"/>
              </a:ext>
            </a:extLst>
          </p:cNvPr>
          <p:cNvGrpSpPr/>
          <p:nvPr/>
        </p:nvGrpSpPr>
        <p:grpSpPr>
          <a:xfrm>
            <a:off x="5278799" y="5025054"/>
            <a:ext cx="125934" cy="447756"/>
            <a:chOff x="7094633" y="3873495"/>
            <a:chExt cx="126000" cy="447989"/>
          </a:xfrm>
        </p:grpSpPr>
        <p:cxnSp>
          <p:nvCxnSpPr>
            <p:cNvPr id="208" name="Gerade Verbindung 153">
              <a:extLst>
                <a:ext uri="{FF2B5EF4-FFF2-40B4-BE49-F238E27FC236}">
                  <a16:creationId xmlns:a16="http://schemas.microsoft.com/office/drawing/2014/main" id="{B0B08F77-7627-495E-B68B-C59D9E7BC0A4}"/>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9" name="Rechteck 208">
              <a:extLst>
                <a:ext uri="{FF2B5EF4-FFF2-40B4-BE49-F238E27FC236}">
                  <a16:creationId xmlns:a16="http://schemas.microsoft.com/office/drawing/2014/main" id="{5EB955DD-4B42-4330-8E76-6D003787615A}"/>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228" name="Gruppieren 227">
            <a:extLst>
              <a:ext uri="{FF2B5EF4-FFF2-40B4-BE49-F238E27FC236}">
                <a16:creationId xmlns:a16="http://schemas.microsoft.com/office/drawing/2014/main" id="{D1CB7C5E-E4E6-4802-86C9-5342D9E2B5A1}"/>
              </a:ext>
            </a:extLst>
          </p:cNvPr>
          <p:cNvGrpSpPr/>
          <p:nvPr/>
        </p:nvGrpSpPr>
        <p:grpSpPr>
          <a:xfrm>
            <a:off x="4560732" y="4103256"/>
            <a:ext cx="125934" cy="447756"/>
            <a:chOff x="7094633" y="3873495"/>
            <a:chExt cx="126000" cy="447989"/>
          </a:xfrm>
        </p:grpSpPr>
        <p:cxnSp>
          <p:nvCxnSpPr>
            <p:cNvPr id="229" name="Gerade Verbindung 159">
              <a:extLst>
                <a:ext uri="{FF2B5EF4-FFF2-40B4-BE49-F238E27FC236}">
                  <a16:creationId xmlns:a16="http://schemas.microsoft.com/office/drawing/2014/main" id="{6B496CAF-6FD7-4674-9D12-018355B846CD}"/>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0" name="Rechteck 229">
              <a:extLst>
                <a:ext uri="{FF2B5EF4-FFF2-40B4-BE49-F238E27FC236}">
                  <a16:creationId xmlns:a16="http://schemas.microsoft.com/office/drawing/2014/main" id="{BA0AB69C-2CFD-46CC-99CF-C9F72A139308}"/>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231" name="Gruppieren 230">
            <a:extLst>
              <a:ext uri="{FF2B5EF4-FFF2-40B4-BE49-F238E27FC236}">
                <a16:creationId xmlns:a16="http://schemas.microsoft.com/office/drawing/2014/main" id="{FC5C14FD-36ED-4DA1-8B67-8AF26134206C}"/>
              </a:ext>
            </a:extLst>
          </p:cNvPr>
          <p:cNvGrpSpPr/>
          <p:nvPr/>
        </p:nvGrpSpPr>
        <p:grpSpPr>
          <a:xfrm>
            <a:off x="5253367" y="5315364"/>
            <a:ext cx="455031" cy="455031"/>
            <a:chOff x="7782332" y="5357730"/>
            <a:chExt cx="455268" cy="455268"/>
          </a:xfrm>
        </p:grpSpPr>
        <p:pic>
          <p:nvPicPr>
            <p:cNvPr id="232" name="product_distributed-io.png">
              <a:extLst>
                <a:ext uri="{FF2B5EF4-FFF2-40B4-BE49-F238E27FC236}">
                  <a16:creationId xmlns:a16="http://schemas.microsoft.com/office/drawing/2014/main" id="{4299E491-E2E6-4063-B2DA-FA10D3B17FDD}"/>
                </a:ext>
              </a:extLst>
            </p:cNvPr>
            <p:cNvPicPr>
              <a:picLocks noChangeAspect="1"/>
            </p:cNvPicPr>
            <p:nvPr>
              <p:custDataLst>
                <p:tags r:id="rId13"/>
              </p:custDataLst>
            </p:nvPr>
          </p:nvPicPr>
          <p:blipFill>
            <a:blip r:embed="rId22" cstate="print">
              <a:extLst>
                <a:ext uri="{28A0092B-C50C-407E-A947-70E740481C1C}">
                  <a14:useLocalDpi xmlns:a14="http://schemas.microsoft.com/office/drawing/2010/main" val="0"/>
                </a:ext>
              </a:extLst>
            </a:blip>
            <a:stretch>
              <a:fillRect/>
            </a:stretch>
          </p:blipFill>
          <p:spPr>
            <a:xfrm>
              <a:off x="7782332" y="5357730"/>
              <a:ext cx="455268" cy="455268"/>
            </a:xfrm>
            <a:prstGeom prst="rect">
              <a:avLst/>
            </a:prstGeom>
          </p:spPr>
        </p:pic>
        <p:sp>
          <p:nvSpPr>
            <p:cNvPr id="233" name="Rechteck 232">
              <a:extLst>
                <a:ext uri="{FF2B5EF4-FFF2-40B4-BE49-F238E27FC236}">
                  <a16:creationId xmlns:a16="http://schemas.microsoft.com/office/drawing/2014/main" id="{61FCC029-5E19-436F-8716-825BAC7591F7}"/>
                </a:ext>
              </a:extLst>
            </p:cNvPr>
            <p:cNvSpPr/>
            <p:nvPr/>
          </p:nvSpPr>
          <p:spPr bwMode="auto">
            <a:xfrm>
              <a:off x="8028347" y="5385434"/>
              <a:ext cx="46800" cy="201600"/>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234" name="Rechteck 233">
              <a:extLst>
                <a:ext uri="{FF2B5EF4-FFF2-40B4-BE49-F238E27FC236}">
                  <a16:creationId xmlns:a16="http://schemas.microsoft.com/office/drawing/2014/main" id="{9A2BE836-0C9A-46E5-8082-4730678EC926}"/>
                </a:ext>
              </a:extLst>
            </p:cNvPr>
            <p:cNvSpPr/>
            <p:nvPr/>
          </p:nvSpPr>
          <p:spPr bwMode="auto">
            <a:xfrm>
              <a:off x="7951331" y="5385434"/>
              <a:ext cx="46800" cy="201600"/>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grpSp>
        <p:nvGrpSpPr>
          <p:cNvPr id="235" name="Gruppieren 234">
            <a:extLst>
              <a:ext uri="{FF2B5EF4-FFF2-40B4-BE49-F238E27FC236}">
                <a16:creationId xmlns:a16="http://schemas.microsoft.com/office/drawing/2014/main" id="{252F036A-87F8-4950-A205-62C5108561B4}"/>
              </a:ext>
            </a:extLst>
          </p:cNvPr>
          <p:cNvGrpSpPr/>
          <p:nvPr/>
        </p:nvGrpSpPr>
        <p:grpSpPr>
          <a:xfrm>
            <a:off x="5542237" y="4722557"/>
            <a:ext cx="125934" cy="442816"/>
            <a:chOff x="10574321" y="5157820"/>
            <a:chExt cx="126000" cy="443047"/>
          </a:xfrm>
        </p:grpSpPr>
        <p:cxnSp>
          <p:nvCxnSpPr>
            <p:cNvPr id="236" name="Gerade Verbindung 169">
              <a:extLst>
                <a:ext uri="{FF2B5EF4-FFF2-40B4-BE49-F238E27FC236}">
                  <a16:creationId xmlns:a16="http://schemas.microsoft.com/office/drawing/2014/main" id="{296F72FC-2602-4C53-976B-F39962FC2199}"/>
                </a:ext>
              </a:extLst>
            </p:cNvPr>
            <p:cNvCxnSpPr/>
            <p:nvPr/>
          </p:nvCxnSpPr>
          <p:spPr bwMode="auto">
            <a:xfrm>
              <a:off x="10632043" y="5157820"/>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7" name="Rechteck 236">
              <a:extLst>
                <a:ext uri="{FF2B5EF4-FFF2-40B4-BE49-F238E27FC236}">
                  <a16:creationId xmlns:a16="http://schemas.microsoft.com/office/drawing/2014/main" id="{8143EE62-6658-4B4F-9D3F-1E154E99F97C}"/>
                </a:ext>
              </a:extLst>
            </p:cNvPr>
            <p:cNvSpPr/>
            <p:nvPr/>
          </p:nvSpPr>
          <p:spPr bwMode="auto">
            <a:xfrm>
              <a:off x="10574321" y="5474867"/>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238" name="Gruppieren 237">
            <a:extLst>
              <a:ext uri="{FF2B5EF4-FFF2-40B4-BE49-F238E27FC236}">
                <a16:creationId xmlns:a16="http://schemas.microsoft.com/office/drawing/2014/main" id="{53A446FD-7E8A-48F9-8DA6-CAE87A62A7A7}"/>
              </a:ext>
            </a:extLst>
          </p:cNvPr>
          <p:cNvGrpSpPr/>
          <p:nvPr/>
        </p:nvGrpSpPr>
        <p:grpSpPr>
          <a:xfrm>
            <a:off x="5537491" y="4447573"/>
            <a:ext cx="622096" cy="496392"/>
            <a:chOff x="9450754" y="5347185"/>
            <a:chExt cx="622420" cy="496651"/>
          </a:xfrm>
        </p:grpSpPr>
        <p:grpSp>
          <p:nvGrpSpPr>
            <p:cNvPr id="239" name="Gruppieren 238">
              <a:extLst>
                <a:ext uri="{FF2B5EF4-FFF2-40B4-BE49-F238E27FC236}">
                  <a16:creationId xmlns:a16="http://schemas.microsoft.com/office/drawing/2014/main" id="{E5756EF6-1332-43E3-B56E-FE00763CEF4B}"/>
                </a:ext>
              </a:extLst>
            </p:cNvPr>
            <p:cNvGrpSpPr>
              <a:grpSpLocks noChangeAspect="1"/>
            </p:cNvGrpSpPr>
            <p:nvPr/>
          </p:nvGrpSpPr>
          <p:grpSpPr>
            <a:xfrm>
              <a:off x="9450754" y="5347185"/>
              <a:ext cx="622420" cy="496651"/>
              <a:chOff x="4105359" y="1822075"/>
              <a:chExt cx="4583448" cy="3657298"/>
            </a:xfrm>
          </p:grpSpPr>
          <p:pic>
            <p:nvPicPr>
              <p:cNvPr id="242" name="product_simatic-s7-1500.png">
                <a:extLst>
                  <a:ext uri="{FF2B5EF4-FFF2-40B4-BE49-F238E27FC236}">
                    <a16:creationId xmlns:a16="http://schemas.microsoft.com/office/drawing/2014/main" id="{AD663D7E-9929-41CC-9718-80B6557732C5}"/>
                  </a:ext>
                </a:extLst>
              </p:cNvPr>
              <p:cNvPicPr>
                <a:picLocks noChangeAspect="1"/>
              </p:cNvPicPr>
              <p:nvPr>
                <p:custDataLst>
                  <p:tags r:id="rId9"/>
                </p:custDataLst>
              </p:nvPr>
            </p:nvPicPr>
            <p:blipFill rotWithShape="1">
              <a:blip r:embed="rId23"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243" name="product_simatic-s7-1500.png">
                <a:extLst>
                  <a:ext uri="{FF2B5EF4-FFF2-40B4-BE49-F238E27FC236}">
                    <a16:creationId xmlns:a16="http://schemas.microsoft.com/office/drawing/2014/main" id="{042F7651-8235-45AC-AF11-884A3AA40C50}"/>
                  </a:ext>
                </a:extLst>
              </p:cNvPr>
              <p:cNvPicPr>
                <a:picLocks noChangeAspect="1"/>
              </p:cNvPicPr>
              <p:nvPr>
                <p:custDataLst>
                  <p:tags r:id="rId10"/>
                </p:custDataLst>
              </p:nvPr>
            </p:nvPicPr>
            <p:blipFill rotWithShape="1">
              <a:blip r:embed="rId24"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p:spPr>
          </p:pic>
          <p:pic>
            <p:nvPicPr>
              <p:cNvPr id="244" name="product_simatic-s7-1500.png">
                <a:extLst>
                  <a:ext uri="{FF2B5EF4-FFF2-40B4-BE49-F238E27FC236}">
                    <a16:creationId xmlns:a16="http://schemas.microsoft.com/office/drawing/2014/main" id="{5488DE6A-5BFD-4650-A914-72167E60990C}"/>
                  </a:ext>
                </a:extLst>
              </p:cNvPr>
              <p:cNvPicPr>
                <a:picLocks noChangeAspect="1"/>
              </p:cNvPicPr>
              <p:nvPr>
                <p:custDataLst>
                  <p:tags r:id="rId11"/>
                </p:custDataLst>
              </p:nvPr>
            </p:nvPicPr>
            <p:blipFill rotWithShape="1">
              <a:blip r:embed="rId25"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245" name="product_simatic-s7-1500.png">
                <a:extLst>
                  <a:ext uri="{FF2B5EF4-FFF2-40B4-BE49-F238E27FC236}">
                    <a16:creationId xmlns:a16="http://schemas.microsoft.com/office/drawing/2014/main" id="{55C24809-A294-4596-A2F3-94E0B6A2EB1B}"/>
                  </a:ext>
                </a:extLst>
              </p:cNvPr>
              <p:cNvPicPr>
                <a:picLocks noChangeAspect="1"/>
              </p:cNvPicPr>
              <p:nvPr>
                <p:custDataLst>
                  <p:tags r:id="rId12"/>
                </p:custDataLst>
              </p:nvPr>
            </p:nvPicPr>
            <p:blipFill rotWithShape="1">
              <a:blip r:embed="rId26"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sp>
          <p:nvSpPr>
            <p:cNvPr id="240" name="Rechteck 239">
              <a:extLst>
                <a:ext uri="{FF2B5EF4-FFF2-40B4-BE49-F238E27FC236}">
                  <a16:creationId xmlns:a16="http://schemas.microsoft.com/office/drawing/2014/main" id="{870406FC-9840-43E8-8DC7-C707CDD796D5}"/>
                </a:ext>
              </a:extLst>
            </p:cNvPr>
            <p:cNvSpPr/>
            <p:nvPr/>
          </p:nvSpPr>
          <p:spPr bwMode="auto">
            <a:xfrm>
              <a:off x="9594468" y="5358255"/>
              <a:ext cx="98171" cy="438956"/>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241" name="Rechteck 240">
              <a:extLst>
                <a:ext uri="{FF2B5EF4-FFF2-40B4-BE49-F238E27FC236}">
                  <a16:creationId xmlns:a16="http://schemas.microsoft.com/office/drawing/2014/main" id="{3E3E1ABE-0C1E-479A-B5A1-5DE4B5E7BC36}"/>
                </a:ext>
              </a:extLst>
            </p:cNvPr>
            <p:cNvSpPr/>
            <p:nvPr/>
          </p:nvSpPr>
          <p:spPr bwMode="auto">
            <a:xfrm>
              <a:off x="9717437" y="5358255"/>
              <a:ext cx="98171" cy="438956"/>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grpSp>
        <p:nvGrpSpPr>
          <p:cNvPr id="246" name="Gruppieren 245">
            <a:extLst>
              <a:ext uri="{FF2B5EF4-FFF2-40B4-BE49-F238E27FC236}">
                <a16:creationId xmlns:a16="http://schemas.microsoft.com/office/drawing/2014/main" id="{FC5C0321-A260-45D2-BE2A-393415B59D92}"/>
              </a:ext>
            </a:extLst>
          </p:cNvPr>
          <p:cNvGrpSpPr/>
          <p:nvPr/>
        </p:nvGrpSpPr>
        <p:grpSpPr>
          <a:xfrm>
            <a:off x="6075445" y="5025054"/>
            <a:ext cx="125934" cy="447756"/>
            <a:chOff x="7094633" y="3873495"/>
            <a:chExt cx="126000" cy="447989"/>
          </a:xfrm>
        </p:grpSpPr>
        <p:cxnSp>
          <p:nvCxnSpPr>
            <p:cNvPr id="247" name="Gerade Verbindung 238">
              <a:extLst>
                <a:ext uri="{FF2B5EF4-FFF2-40B4-BE49-F238E27FC236}">
                  <a16:creationId xmlns:a16="http://schemas.microsoft.com/office/drawing/2014/main" id="{DA21269F-ED25-4C74-AF35-6E216903F968}"/>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Rechteck 247">
              <a:extLst>
                <a:ext uri="{FF2B5EF4-FFF2-40B4-BE49-F238E27FC236}">
                  <a16:creationId xmlns:a16="http://schemas.microsoft.com/office/drawing/2014/main" id="{80CACF59-9E95-4A06-8197-E36B1BE78277}"/>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249" name="Gruppieren 248">
            <a:extLst>
              <a:ext uri="{FF2B5EF4-FFF2-40B4-BE49-F238E27FC236}">
                <a16:creationId xmlns:a16="http://schemas.microsoft.com/office/drawing/2014/main" id="{074D7C41-7F48-4ECE-8E75-C1EE385140AB}"/>
              </a:ext>
            </a:extLst>
          </p:cNvPr>
          <p:cNvGrpSpPr/>
          <p:nvPr/>
        </p:nvGrpSpPr>
        <p:grpSpPr>
          <a:xfrm>
            <a:off x="5932930" y="5300131"/>
            <a:ext cx="544643" cy="544643"/>
            <a:chOff x="5779826" y="5060323"/>
            <a:chExt cx="544927" cy="544927"/>
          </a:xfrm>
        </p:grpSpPr>
        <p:pic>
          <p:nvPicPr>
            <p:cNvPr id="250" name="product_converter-motor.png">
              <a:extLst>
                <a:ext uri="{FF2B5EF4-FFF2-40B4-BE49-F238E27FC236}">
                  <a16:creationId xmlns:a16="http://schemas.microsoft.com/office/drawing/2014/main" id="{B0B4AA72-E7DC-4B8D-BC89-601496E0427B}"/>
                </a:ext>
              </a:extLst>
            </p:cNvPr>
            <p:cNvPicPr>
              <a:picLocks noChangeAspect="1"/>
            </p:cNvPicPr>
            <p:nvPr>
              <p:custDataLst>
                <p:tags r:id="rId8"/>
              </p:custDataLst>
            </p:nvPr>
          </p:nvPicPr>
          <p:blipFill>
            <a:blip r:embed="rId27" cstate="print">
              <a:extLst>
                <a:ext uri="{28A0092B-C50C-407E-A947-70E740481C1C}">
                  <a14:useLocalDpi xmlns:a14="http://schemas.microsoft.com/office/drawing/2010/main" val="0"/>
                </a:ext>
              </a:extLst>
            </a:blip>
            <a:stretch>
              <a:fillRect/>
            </a:stretch>
          </p:blipFill>
          <p:spPr>
            <a:xfrm>
              <a:off x="5779826" y="5060323"/>
              <a:ext cx="544927" cy="544927"/>
            </a:xfrm>
            <a:prstGeom prst="rect">
              <a:avLst/>
            </a:prstGeom>
          </p:spPr>
        </p:pic>
        <p:sp>
          <p:nvSpPr>
            <p:cNvPr id="251" name="Rechteck 250">
              <a:extLst>
                <a:ext uri="{FF2B5EF4-FFF2-40B4-BE49-F238E27FC236}">
                  <a16:creationId xmlns:a16="http://schemas.microsoft.com/office/drawing/2014/main" id="{212C5A2A-330F-4098-AAD5-E877D9DB0A31}"/>
                </a:ext>
              </a:extLst>
            </p:cNvPr>
            <p:cNvSpPr/>
            <p:nvPr/>
          </p:nvSpPr>
          <p:spPr bwMode="auto">
            <a:xfrm>
              <a:off x="5816053" y="5261448"/>
              <a:ext cx="72000" cy="287832"/>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grpSp>
        <p:nvGrpSpPr>
          <p:cNvPr id="256" name="Gruppieren 255">
            <a:extLst>
              <a:ext uri="{FF2B5EF4-FFF2-40B4-BE49-F238E27FC236}">
                <a16:creationId xmlns:a16="http://schemas.microsoft.com/office/drawing/2014/main" id="{6AAD8069-8287-4F5F-BAA1-6033920BE92E}"/>
              </a:ext>
            </a:extLst>
          </p:cNvPr>
          <p:cNvGrpSpPr>
            <a:grpSpLocks noChangeAspect="1"/>
          </p:cNvGrpSpPr>
          <p:nvPr/>
        </p:nvGrpSpPr>
        <p:grpSpPr>
          <a:xfrm>
            <a:off x="4537555" y="4499094"/>
            <a:ext cx="639221" cy="639221"/>
            <a:chOff x="10242950" y="4892164"/>
            <a:chExt cx="1358251" cy="1358251"/>
          </a:xfrm>
        </p:grpSpPr>
        <p:pic>
          <p:nvPicPr>
            <p:cNvPr id="257" name="product_simatic-s7-1500.png">
              <a:extLst>
                <a:ext uri="{FF2B5EF4-FFF2-40B4-BE49-F238E27FC236}">
                  <a16:creationId xmlns:a16="http://schemas.microsoft.com/office/drawing/2014/main" id="{24AC1366-4AD1-4E62-9FC3-26A1F2A94123}"/>
                </a:ext>
              </a:extLst>
            </p:cNvPr>
            <p:cNvPicPr>
              <a:picLocks noChangeAspect="1"/>
            </p:cNvPicPr>
            <p:nvPr>
              <p:custDataLst>
                <p:tags r:id="rId7"/>
              </p:custDataLst>
            </p:nvPr>
          </p:nvPicPr>
          <p:blipFill>
            <a:blip r:embed="rId28" cstate="print">
              <a:extLst>
                <a:ext uri="{28A0092B-C50C-407E-A947-70E740481C1C}">
                  <a14:useLocalDpi xmlns:a14="http://schemas.microsoft.com/office/drawing/2010/main" val="0"/>
                </a:ext>
              </a:extLst>
            </a:blip>
            <a:stretch>
              <a:fillRect/>
            </a:stretch>
          </p:blipFill>
          <p:spPr>
            <a:xfrm>
              <a:off x="10242950" y="4892164"/>
              <a:ext cx="1358251" cy="1358251"/>
            </a:xfrm>
            <a:prstGeom prst="rect">
              <a:avLst/>
            </a:prstGeom>
            <a:solidFill>
              <a:schemeClr val="tx1"/>
            </a:solidFill>
          </p:spPr>
        </p:pic>
        <p:sp>
          <p:nvSpPr>
            <p:cNvPr id="258" name="Rechteck 257">
              <a:extLst>
                <a:ext uri="{FF2B5EF4-FFF2-40B4-BE49-F238E27FC236}">
                  <a16:creationId xmlns:a16="http://schemas.microsoft.com/office/drawing/2014/main" id="{0531AA01-33C6-494D-8CE0-C56CBC1C4933}"/>
                </a:ext>
              </a:extLst>
            </p:cNvPr>
            <p:cNvSpPr/>
            <p:nvPr/>
          </p:nvSpPr>
          <p:spPr bwMode="auto">
            <a:xfrm>
              <a:off x="10358120" y="5012037"/>
              <a:ext cx="452120" cy="556712"/>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sp>
        <p:nvSpPr>
          <p:cNvPr id="271" name="Legende: Linie 270">
            <a:extLst>
              <a:ext uri="{FF2B5EF4-FFF2-40B4-BE49-F238E27FC236}">
                <a16:creationId xmlns:a16="http://schemas.microsoft.com/office/drawing/2014/main" id="{68ADA59F-34B6-46B0-BE92-43F4A52E68E8}"/>
              </a:ext>
            </a:extLst>
          </p:cNvPr>
          <p:cNvSpPr/>
          <p:nvPr/>
        </p:nvSpPr>
        <p:spPr bwMode="auto">
          <a:xfrm>
            <a:off x="8370540" y="2688254"/>
            <a:ext cx="1917846" cy="453531"/>
          </a:xfrm>
          <a:prstGeom prst="borderCallout1">
            <a:avLst>
              <a:gd name="adj1" fmla="val 23943"/>
              <a:gd name="adj2" fmla="val -2633"/>
              <a:gd name="adj3" fmla="val 37477"/>
              <a:gd name="adj4" fmla="val -56428"/>
            </a:avLst>
          </a:prstGeom>
          <a:solidFill>
            <a:srgbClr val="4BB9B9"/>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chemeClr val="bg1"/>
                </a:solidFill>
                <a:latin typeface="Arial"/>
                <a:ea typeface="Arial Unicode MS" panose="020B0604020202020204" pitchFamily="34" charset="-128"/>
                <a:cs typeface="Arial Unicode MS" panose="020B0604020202020204" pitchFamily="34" charset="-128"/>
              </a:rPr>
              <a:t>R-System (Non Safety) with connected peripherals</a:t>
            </a:r>
          </a:p>
        </p:txBody>
      </p:sp>
      <p:sp>
        <p:nvSpPr>
          <p:cNvPr id="89" name="Legende: Linie 88">
            <a:extLst>
              <a:ext uri="{FF2B5EF4-FFF2-40B4-BE49-F238E27FC236}">
                <a16:creationId xmlns:a16="http://schemas.microsoft.com/office/drawing/2014/main" id="{606378A6-2EA8-439B-B39C-D6F9D2C2F744}"/>
              </a:ext>
            </a:extLst>
          </p:cNvPr>
          <p:cNvSpPr/>
          <p:nvPr/>
        </p:nvSpPr>
        <p:spPr bwMode="auto">
          <a:xfrm flipH="1">
            <a:off x="1203707" y="4750991"/>
            <a:ext cx="1924367" cy="530991"/>
          </a:xfrm>
          <a:prstGeom prst="borderCallout1">
            <a:avLst>
              <a:gd name="adj1" fmla="val 23943"/>
              <a:gd name="adj2" fmla="val -2633"/>
              <a:gd name="adj3" fmla="val -9778"/>
              <a:gd name="adj4" fmla="val -79201"/>
            </a:avLst>
          </a:prstGeom>
          <a:solidFill>
            <a:srgbClr val="4BB9B9"/>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rgbClr val="FFFF00"/>
                </a:solidFill>
                <a:latin typeface="Arial"/>
                <a:ea typeface="Arial Unicode MS" panose="020B0604020202020204" pitchFamily="34" charset="-128"/>
                <a:cs typeface="Arial Unicode MS" panose="020B0604020202020204" pitchFamily="34" charset="-128"/>
              </a:rPr>
              <a:t>Safety Application</a:t>
            </a:r>
            <a:r>
              <a:rPr lang="en-US" sz="999" dirty="0">
                <a:solidFill>
                  <a:schemeClr val="bg1"/>
                </a:solidFill>
                <a:latin typeface="Arial"/>
                <a:ea typeface="Arial Unicode MS" panose="020B0604020202020204" pitchFamily="34" charset="-128"/>
                <a:cs typeface="Arial Unicode MS" panose="020B0604020202020204" pitchFamily="34" charset="-128"/>
              </a:rPr>
              <a:t> </a:t>
            </a:r>
            <a:br>
              <a:rPr lang="en-US" sz="999" dirty="0">
                <a:solidFill>
                  <a:schemeClr val="bg1"/>
                </a:solidFill>
                <a:latin typeface="Arial"/>
                <a:ea typeface="Arial Unicode MS" panose="020B0604020202020204" pitchFamily="34" charset="-128"/>
                <a:cs typeface="Arial Unicode MS" panose="020B0604020202020204" pitchFamily="34" charset="-128"/>
              </a:rPr>
            </a:br>
            <a:r>
              <a:rPr lang="en-US" sz="999" dirty="0">
                <a:solidFill>
                  <a:schemeClr val="bg1"/>
                </a:solidFill>
                <a:latin typeface="Arial"/>
                <a:ea typeface="Arial Unicode MS" panose="020B0604020202020204" pitchFamily="34" charset="-128"/>
                <a:cs typeface="Arial Unicode MS" panose="020B0604020202020204" pitchFamily="34" charset="-128"/>
              </a:rPr>
              <a:t>runs in a separate </a:t>
            </a:r>
            <a:br>
              <a:rPr lang="en-US" sz="999" dirty="0">
                <a:solidFill>
                  <a:schemeClr val="bg1"/>
                </a:solidFill>
                <a:latin typeface="Arial"/>
                <a:ea typeface="Arial Unicode MS" panose="020B0604020202020204" pitchFamily="34" charset="-128"/>
                <a:cs typeface="Arial Unicode MS" panose="020B0604020202020204" pitchFamily="34" charset="-128"/>
              </a:rPr>
            </a:br>
            <a:r>
              <a:rPr lang="en-US" sz="999" dirty="0">
                <a:solidFill>
                  <a:schemeClr val="bg1"/>
                </a:solidFill>
                <a:latin typeface="Arial"/>
                <a:ea typeface="Arial Unicode MS" panose="020B0604020202020204" pitchFamily="34" charset="-128"/>
                <a:cs typeface="Arial Unicode MS" panose="020B0604020202020204" pitchFamily="34" charset="-128"/>
              </a:rPr>
              <a:t>F-Controller</a:t>
            </a:r>
          </a:p>
        </p:txBody>
      </p:sp>
      <p:sp>
        <p:nvSpPr>
          <p:cNvPr id="94" name="Legende: Linie 93">
            <a:extLst>
              <a:ext uri="{FF2B5EF4-FFF2-40B4-BE49-F238E27FC236}">
                <a16:creationId xmlns:a16="http://schemas.microsoft.com/office/drawing/2014/main" id="{32B9320B-49BB-4EA4-8B78-1CD98EE1AACE}"/>
              </a:ext>
            </a:extLst>
          </p:cNvPr>
          <p:cNvSpPr/>
          <p:nvPr/>
        </p:nvSpPr>
        <p:spPr bwMode="auto">
          <a:xfrm flipH="1">
            <a:off x="1228367" y="3203624"/>
            <a:ext cx="1924367" cy="945324"/>
          </a:xfrm>
          <a:prstGeom prst="borderCallout1">
            <a:avLst>
              <a:gd name="adj1" fmla="val 23943"/>
              <a:gd name="adj2" fmla="val -2633"/>
              <a:gd name="adj3" fmla="val 64011"/>
              <a:gd name="adj4" fmla="val -38316"/>
            </a:avLst>
          </a:prstGeom>
          <a:solidFill>
            <a:srgbClr val="4BB9B9"/>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chemeClr val="bg1"/>
                </a:solidFill>
                <a:latin typeface="Arial"/>
                <a:ea typeface="Arial Unicode MS" panose="020B0604020202020204" pitchFamily="34" charset="-128"/>
                <a:cs typeface="Arial Unicode MS" panose="020B0604020202020204" pitchFamily="34" charset="-128"/>
              </a:rPr>
              <a:t>(Not safe) Communication between R and F controllers via iDevice or Open User Communication </a:t>
            </a:r>
          </a:p>
        </p:txBody>
      </p:sp>
      <p:pic>
        <p:nvPicPr>
          <p:cNvPr id="99" name="product_simatic-s7-1500-control-unit.png">
            <a:extLst>
              <a:ext uri="{FF2B5EF4-FFF2-40B4-BE49-F238E27FC236}">
                <a16:creationId xmlns:a16="http://schemas.microsoft.com/office/drawing/2014/main" id="{3939E5B6-08CC-4FAF-8139-90A1299AD6B8}"/>
              </a:ext>
            </a:extLst>
          </p:cNvPr>
          <p:cNvPicPr>
            <a:picLocks noChangeAspect="1"/>
          </p:cNvPicPr>
          <p:nvPr>
            <p:custDataLst>
              <p:tags r:id="rId5"/>
            </p:custDataLst>
          </p:nvPr>
        </p:nvPicPr>
        <p:blipFill>
          <a:blip r:embed="rId29" cstate="print">
            <a:extLst>
              <a:ext uri="{28A0092B-C50C-407E-A947-70E740481C1C}">
                <a14:useLocalDpi xmlns:a14="http://schemas.microsoft.com/office/drawing/2010/main" val="0"/>
              </a:ext>
            </a:extLst>
          </a:blip>
          <a:stretch>
            <a:fillRect/>
          </a:stretch>
        </p:blipFill>
        <p:spPr>
          <a:xfrm>
            <a:off x="4959952" y="2535094"/>
            <a:ext cx="639977" cy="639977"/>
          </a:xfrm>
          <a:prstGeom prst="rect">
            <a:avLst/>
          </a:prstGeom>
          <a:solidFill>
            <a:schemeClr val="tx1"/>
          </a:solidFill>
        </p:spPr>
      </p:pic>
      <p:pic>
        <p:nvPicPr>
          <p:cNvPr id="100" name="product_simatic-s7-1500-control-unit.png">
            <a:extLst>
              <a:ext uri="{FF2B5EF4-FFF2-40B4-BE49-F238E27FC236}">
                <a16:creationId xmlns:a16="http://schemas.microsoft.com/office/drawing/2014/main" id="{3B4C5FE5-A449-4876-8124-2A8414E430C4}"/>
              </a:ext>
            </a:extLst>
          </p:cNvPr>
          <p:cNvPicPr>
            <a:picLocks noChangeAspect="1"/>
          </p:cNvPicPr>
          <p:nvPr>
            <p:custDataLst>
              <p:tags r:id="rId6"/>
            </p:custDataLst>
          </p:nvPr>
        </p:nvPicPr>
        <p:blipFill>
          <a:blip r:embed="rId29" cstate="print">
            <a:extLst>
              <a:ext uri="{28A0092B-C50C-407E-A947-70E740481C1C}">
                <a14:useLocalDpi xmlns:a14="http://schemas.microsoft.com/office/drawing/2010/main" val="0"/>
              </a:ext>
            </a:extLst>
          </a:blip>
          <a:stretch>
            <a:fillRect/>
          </a:stretch>
        </p:blipFill>
        <p:spPr>
          <a:xfrm>
            <a:off x="6450327" y="2535094"/>
            <a:ext cx="639977" cy="639977"/>
          </a:xfrm>
          <a:prstGeom prst="rect">
            <a:avLst/>
          </a:prstGeom>
          <a:solidFill>
            <a:schemeClr val="tx1"/>
          </a:solidFill>
        </p:spPr>
      </p:pic>
      <p:sp>
        <p:nvSpPr>
          <p:cNvPr id="101" name="Textfeld 100">
            <a:extLst>
              <a:ext uri="{FF2B5EF4-FFF2-40B4-BE49-F238E27FC236}">
                <a16:creationId xmlns:a16="http://schemas.microsoft.com/office/drawing/2014/main" id="{645B8CEA-2EE9-449F-8957-1EF8B702F704}"/>
              </a:ext>
            </a:extLst>
          </p:cNvPr>
          <p:cNvSpPr txBox="1"/>
          <p:nvPr/>
        </p:nvSpPr>
        <p:spPr>
          <a:xfrm>
            <a:off x="4777968" y="2336985"/>
            <a:ext cx="913924" cy="173408"/>
          </a:xfrm>
          <a:prstGeom prst="rect">
            <a:avLst/>
          </a:prstGeom>
          <a:noFill/>
        </p:spPr>
        <p:txBody>
          <a:bodyPr vert="horz" wrap="none" lIns="0" tIns="0" rIns="0" bIns="0" rtlCol="0">
            <a:noAutofit/>
          </a:bodyPr>
          <a:lstStyle/>
          <a:p>
            <a:pPr algn="ct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Primary</a:t>
            </a:r>
          </a:p>
        </p:txBody>
      </p:sp>
      <p:sp>
        <p:nvSpPr>
          <p:cNvPr id="102" name="Textfeld 101">
            <a:extLst>
              <a:ext uri="{FF2B5EF4-FFF2-40B4-BE49-F238E27FC236}">
                <a16:creationId xmlns:a16="http://schemas.microsoft.com/office/drawing/2014/main" id="{A5E912FD-6FF8-4139-BD75-19F8B1B16705}"/>
              </a:ext>
            </a:extLst>
          </p:cNvPr>
          <p:cNvSpPr txBox="1"/>
          <p:nvPr/>
        </p:nvSpPr>
        <p:spPr>
          <a:xfrm>
            <a:off x="6300592" y="2351027"/>
            <a:ext cx="913924" cy="173408"/>
          </a:xfrm>
          <a:prstGeom prst="rect">
            <a:avLst/>
          </a:prstGeom>
          <a:noFill/>
        </p:spPr>
        <p:txBody>
          <a:bodyPr vert="horz" wrap="none" lIns="0" tIns="0" rIns="0" bIns="0" rtlCol="0">
            <a:noAutofit/>
          </a:bodyPr>
          <a:lstStyle/>
          <a:p>
            <a:pPr algn="ct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Backup</a:t>
            </a:r>
          </a:p>
        </p:txBody>
      </p:sp>
    </p:spTree>
    <p:custDataLst>
      <p:tags r:id="rId1"/>
    </p:custDataLst>
    <p:extLst>
      <p:ext uri="{BB962C8B-B14F-4D97-AF65-F5344CB8AC3E}">
        <p14:creationId xmlns:p14="http://schemas.microsoft.com/office/powerpoint/2010/main" val="34803313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4232347-DBC5-F1B0-B2AB-B39CDB0460BB}"/>
              </a:ext>
            </a:extLst>
          </p:cNvPr>
          <p:cNvSpPr/>
          <p:nvPr/>
        </p:nvSpPr>
        <p:spPr>
          <a:xfrm>
            <a:off x="653861" y="2284952"/>
            <a:ext cx="11037949" cy="409424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aphicFrame>
        <p:nvGraphicFramePr>
          <p:cNvPr id="6" name="Objekt 5" hidden="1">
            <a:extLst>
              <a:ext uri="{FF2B5EF4-FFF2-40B4-BE49-F238E27FC236}">
                <a16:creationId xmlns:a16="http://schemas.microsoft.com/office/drawing/2014/main" id="{142C6D48-8519-4001-B86A-3BF115D24A8D}"/>
              </a:ext>
            </a:extLst>
          </p:cNvPr>
          <p:cNvGraphicFramePr>
            <a:graphicFrameLocks noChangeAspect="1"/>
          </p:cNvGraphicFramePr>
          <p:nvPr>
            <p:custDataLst>
              <p:tags r:id="rId2"/>
            </p:custDataLst>
            <p:extLst>
              <p:ext uri="{D42A27DB-BD31-4B8C-83A1-F6EECF244321}">
                <p14:modId xmlns:p14="http://schemas.microsoft.com/office/powerpoint/2010/main" val="2118962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5" imgW="532" imgH="533" progId="TCLayout.ActiveDocument.1">
                  <p:embed/>
                </p:oleObj>
              </mc:Choice>
              <mc:Fallback>
                <p:oleObj name="think-cell Folie" r:id="rId25" imgW="532" imgH="533" progId="TCLayout.ActiveDocument.1">
                  <p:embed/>
                  <p:pic>
                    <p:nvPicPr>
                      <p:cNvPr id="6" name="Objekt 5" hidden="1">
                        <a:extLst>
                          <a:ext uri="{FF2B5EF4-FFF2-40B4-BE49-F238E27FC236}">
                            <a16:creationId xmlns:a16="http://schemas.microsoft.com/office/drawing/2014/main" id="{142C6D48-8519-4001-B86A-3BF115D24A8D}"/>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69" name="Rechteck 268">
            <a:extLst>
              <a:ext uri="{FF2B5EF4-FFF2-40B4-BE49-F238E27FC236}">
                <a16:creationId xmlns:a16="http://schemas.microsoft.com/office/drawing/2014/main" id="{E8A9DA03-3444-4B75-BFB2-EF2655594665}"/>
              </a:ext>
            </a:extLst>
          </p:cNvPr>
          <p:cNvSpPr/>
          <p:nvPr/>
        </p:nvSpPr>
        <p:spPr bwMode="auto">
          <a:xfrm>
            <a:off x="3884228" y="4190323"/>
            <a:ext cx="3165486" cy="2147139"/>
          </a:xfrm>
          <a:prstGeom prst="rect">
            <a:avLst/>
          </a:prstGeom>
          <a:solidFill>
            <a:srgbClr val="BECDD7"/>
          </a:solidFill>
          <a:ln>
            <a:solidFill>
              <a:schemeClr val="tx1"/>
            </a:solidFill>
            <a:prstDash val="dash"/>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4" name="Titel 3"/>
          <p:cNvSpPr>
            <a:spLocks noGrp="1"/>
          </p:cNvSpPr>
          <p:nvPr>
            <p:ph type="title"/>
          </p:nvPr>
        </p:nvSpPr>
        <p:spPr/>
        <p:txBody>
          <a:bodyPr vert="horz"/>
          <a:lstStyle/>
          <a:p>
            <a:r>
              <a:rPr lang="en-US" altLang="de-DE" dirty="0"/>
              <a:t>Network configuration with S7-1500 R</a:t>
            </a:r>
            <a:br>
              <a:rPr lang="en-US" altLang="de-DE" dirty="0"/>
            </a:br>
            <a:r>
              <a:rPr lang="en-US" b="0" dirty="0"/>
              <a:t>Safety Devices</a:t>
            </a:r>
          </a:p>
        </p:txBody>
      </p:sp>
      <p:sp>
        <p:nvSpPr>
          <p:cNvPr id="3" name="Fußzeilenplatzhalter 2">
            <a:extLst>
              <a:ext uri="{FF2B5EF4-FFF2-40B4-BE49-F238E27FC236}">
                <a16:creationId xmlns:a16="http://schemas.microsoft.com/office/drawing/2014/main" id="{63CC7659-698F-4181-8B32-A0140FB09738}"/>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150" name="Text Box 5"/>
          <p:cNvSpPr txBox="1">
            <a:spLocks noChangeArrowheads="1"/>
          </p:cNvSpPr>
          <p:nvPr>
            <p:custDataLst>
              <p:tags r:id="rId3"/>
            </p:custDataLst>
          </p:nvPr>
        </p:nvSpPr>
        <p:spPr bwMode="auto">
          <a:xfrm>
            <a:off x="644834" y="1465648"/>
            <a:ext cx="11046977" cy="742679"/>
          </a:xfrm>
          <a:prstGeom prst="rect">
            <a:avLst/>
          </a:prstGeom>
          <a:gradFill>
            <a:gsLst>
              <a:gs pos="83000">
                <a:srgbClr val="41AAC8"/>
              </a:gs>
              <a:gs pos="50000">
                <a:srgbClr val="32A0A0"/>
              </a:gs>
              <a:gs pos="0">
                <a:srgbClr val="4BB9B9"/>
              </a:gs>
              <a:gs pos="100000">
                <a:srgbClr val="2387AA"/>
              </a:gs>
            </a:gsLst>
            <a:lin ang="0" scaled="0"/>
          </a:gradFill>
          <a:ln>
            <a:noFill/>
          </a:ln>
          <a:effectLst/>
        </p:spPr>
        <p:txBody>
          <a:bodyPr lIns="89953" tIns="46776" rIns="89953" bIns="46776" anchor="ctr" anchorCtr="0"/>
          <a:lstStyle>
            <a:defPPr>
              <a:defRPr lang="de-DE"/>
            </a:defPPr>
            <a:lvl1pPr algn="ctr" defTabSz="762000" eaLnBrk="0" hangingPunct="0">
              <a:spcBef>
                <a:spcPct val="0"/>
              </a:spcBef>
              <a:buClrTx/>
              <a:buFontTx/>
              <a:buNone/>
              <a:defRPr sz="1800" b="1">
                <a:solidFill>
                  <a:schemeClr val="bg1"/>
                </a:solidFill>
                <a:latin typeface="Arial" charset="0"/>
              </a:defRPr>
            </a:lvl1pPr>
            <a:lvl2pPr marL="742950" indent="-285750" defTabSz="762000" eaLnBrk="0" hangingPunct="0">
              <a:defRPr sz="2000">
                <a:solidFill>
                  <a:schemeClr val="tx1"/>
                </a:solidFill>
                <a:latin typeface="Arial" charset="0"/>
              </a:defRPr>
            </a:lvl2pPr>
            <a:lvl3pPr marL="1143000" indent="-228600" defTabSz="762000" eaLnBrk="0" hangingPunct="0">
              <a:defRPr sz="2000">
                <a:solidFill>
                  <a:schemeClr val="tx1"/>
                </a:solidFill>
                <a:latin typeface="Arial" charset="0"/>
              </a:defRPr>
            </a:lvl3pPr>
            <a:lvl4pPr marL="1600200" indent="-228600" defTabSz="762000" eaLnBrk="0" hangingPunct="0">
              <a:defRPr sz="2000">
                <a:solidFill>
                  <a:schemeClr val="tx1"/>
                </a:solidFill>
                <a:latin typeface="Arial" charset="0"/>
              </a:defRPr>
            </a:lvl4pPr>
            <a:lvl5pPr marL="2057400" indent="-228600" defTabSz="762000" eaLnBrk="0" hangingPunct="0">
              <a:defRPr sz="2000">
                <a:solidFill>
                  <a:schemeClr val="tx1"/>
                </a:solidFill>
                <a:latin typeface="Arial" charset="0"/>
              </a:defRPr>
            </a:lvl5pPr>
            <a:lvl6pPr marL="25146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6pPr>
            <a:lvl7pPr marL="29718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7pPr>
            <a:lvl8pPr marL="34290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8pPr>
            <a:lvl9pPr marL="38862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9pPr>
          </a:lstStyle>
          <a:p>
            <a:r>
              <a:rPr lang="en-US" sz="1799" dirty="0">
                <a:latin typeface="Arial" panose="020B0604020202020204" pitchFamily="34" charset="0"/>
              </a:rPr>
              <a:t>Connection of fail-safe devices by a subordinate F-controller with PN/PN coupler</a:t>
            </a:r>
            <a:r>
              <a:rPr lang="en-US" sz="1799" b="0" dirty="0">
                <a:latin typeface="Arial" panose="020B0604020202020204" pitchFamily="34" charset="0"/>
              </a:rPr>
              <a:t>​</a:t>
            </a:r>
            <a:endParaRPr lang="en-US" sz="1799" dirty="0"/>
          </a:p>
        </p:txBody>
      </p:sp>
      <p:sp>
        <p:nvSpPr>
          <p:cNvPr id="161" name="Ellipse 160">
            <a:extLst>
              <a:ext uri="{FF2B5EF4-FFF2-40B4-BE49-F238E27FC236}">
                <a16:creationId xmlns:a16="http://schemas.microsoft.com/office/drawing/2014/main" id="{48AF1C28-7090-4AD3-883C-86ED68DC10BE}"/>
              </a:ext>
            </a:extLst>
          </p:cNvPr>
          <p:cNvSpPr/>
          <p:nvPr/>
        </p:nvSpPr>
        <p:spPr bwMode="auto">
          <a:xfrm>
            <a:off x="3883010" y="3450617"/>
            <a:ext cx="4253571" cy="855094"/>
          </a:xfrm>
          <a:prstGeom prst="ellips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buClr>
                <a:schemeClr val="accent1"/>
              </a:buClr>
              <a:buFont typeface="Wingdings" pitchFamily="2" charset="2"/>
            </a:pPr>
            <a:endParaRPr lang="en-US" sz="900" dirty="0">
              <a:latin typeface="Arial" charset="0"/>
            </a:endParaRPr>
          </a:p>
        </p:txBody>
      </p:sp>
      <p:grpSp>
        <p:nvGrpSpPr>
          <p:cNvPr id="166" name="Gruppieren 165">
            <a:extLst>
              <a:ext uri="{FF2B5EF4-FFF2-40B4-BE49-F238E27FC236}">
                <a16:creationId xmlns:a16="http://schemas.microsoft.com/office/drawing/2014/main" id="{0AFA3BC1-3FD4-4DB0-BE0D-AFD1725E002E}"/>
              </a:ext>
            </a:extLst>
          </p:cNvPr>
          <p:cNvGrpSpPr/>
          <p:nvPr/>
        </p:nvGrpSpPr>
        <p:grpSpPr>
          <a:xfrm>
            <a:off x="4862100" y="3443806"/>
            <a:ext cx="125934" cy="447756"/>
            <a:chOff x="7887113" y="3302020"/>
            <a:chExt cx="126000" cy="447989"/>
          </a:xfrm>
        </p:grpSpPr>
        <p:cxnSp>
          <p:nvCxnSpPr>
            <p:cNvPr id="167" name="Gerade Verbindung 94">
              <a:extLst>
                <a:ext uri="{FF2B5EF4-FFF2-40B4-BE49-F238E27FC236}">
                  <a16:creationId xmlns:a16="http://schemas.microsoft.com/office/drawing/2014/main" id="{D2C350C8-B4F4-4132-9B52-C918DDA9DA14}"/>
                </a:ext>
              </a:extLst>
            </p:cNvPr>
            <p:cNvCxnSpPr/>
            <p:nvPr/>
          </p:nvCxnSpPr>
          <p:spPr bwMode="auto">
            <a:xfrm>
              <a:off x="7950114" y="3384297"/>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8" name="Rechteck 167">
              <a:extLst>
                <a:ext uri="{FF2B5EF4-FFF2-40B4-BE49-F238E27FC236}">
                  <a16:creationId xmlns:a16="http://schemas.microsoft.com/office/drawing/2014/main" id="{B2F15A58-EEA5-4F5E-8B01-F8A8D4D985F9}"/>
                </a:ext>
              </a:extLst>
            </p:cNvPr>
            <p:cNvSpPr/>
            <p:nvPr/>
          </p:nvSpPr>
          <p:spPr bwMode="auto">
            <a:xfrm>
              <a:off x="7887113" y="3302020"/>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sp>
        <p:nvSpPr>
          <p:cNvPr id="174" name="Rechteck 173">
            <a:extLst>
              <a:ext uri="{FF2B5EF4-FFF2-40B4-BE49-F238E27FC236}">
                <a16:creationId xmlns:a16="http://schemas.microsoft.com/office/drawing/2014/main" id="{4CFB56F5-FE5D-4C8F-95B1-65526434169B}"/>
              </a:ext>
            </a:extLst>
          </p:cNvPr>
          <p:cNvSpPr/>
          <p:nvPr/>
        </p:nvSpPr>
        <p:spPr bwMode="auto">
          <a:xfrm>
            <a:off x="6691156" y="3420793"/>
            <a:ext cx="79160"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175" name="Gerade Verbindung 106">
            <a:extLst>
              <a:ext uri="{FF2B5EF4-FFF2-40B4-BE49-F238E27FC236}">
                <a16:creationId xmlns:a16="http://schemas.microsoft.com/office/drawing/2014/main" id="{6B393D7E-A36D-463B-A1C3-5DE2D11D00B0}"/>
              </a:ext>
            </a:extLst>
          </p:cNvPr>
          <p:cNvCxnSpPr/>
          <p:nvPr/>
        </p:nvCxnSpPr>
        <p:spPr bwMode="auto">
          <a:xfrm>
            <a:off x="6790499" y="3141785"/>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Gerade Verbindung 107">
            <a:extLst>
              <a:ext uri="{FF2B5EF4-FFF2-40B4-BE49-F238E27FC236}">
                <a16:creationId xmlns:a16="http://schemas.microsoft.com/office/drawing/2014/main" id="{8ECA233C-CD5B-4679-A668-413C2AA0FC4C}"/>
              </a:ext>
            </a:extLst>
          </p:cNvPr>
          <p:cNvCxnSpPr/>
          <p:nvPr/>
        </p:nvCxnSpPr>
        <p:spPr bwMode="auto">
          <a:xfrm>
            <a:off x="6681394" y="3017180"/>
            <a:ext cx="1" cy="4609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7" name="Rechteck 176">
            <a:extLst>
              <a:ext uri="{FF2B5EF4-FFF2-40B4-BE49-F238E27FC236}">
                <a16:creationId xmlns:a16="http://schemas.microsoft.com/office/drawing/2014/main" id="{02F675A2-2256-4BA0-96C4-1B29892FFD74}"/>
              </a:ext>
            </a:extLst>
          </p:cNvPr>
          <p:cNvSpPr/>
          <p:nvPr/>
        </p:nvSpPr>
        <p:spPr bwMode="auto">
          <a:xfrm>
            <a:off x="5253367" y="3408089"/>
            <a:ext cx="71963"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178" name="Gerade Verbindung 109">
            <a:extLst>
              <a:ext uri="{FF2B5EF4-FFF2-40B4-BE49-F238E27FC236}">
                <a16:creationId xmlns:a16="http://schemas.microsoft.com/office/drawing/2014/main" id="{C3D0F2A7-C62E-4E87-8057-964A1760721F}"/>
              </a:ext>
            </a:extLst>
          </p:cNvPr>
          <p:cNvCxnSpPr/>
          <p:nvPr/>
        </p:nvCxnSpPr>
        <p:spPr bwMode="auto">
          <a:xfrm>
            <a:off x="5239462" y="3036535"/>
            <a:ext cx="1" cy="46176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79" name="product_distributed-io.png">
            <a:extLst>
              <a:ext uri="{FF2B5EF4-FFF2-40B4-BE49-F238E27FC236}">
                <a16:creationId xmlns:a16="http://schemas.microsoft.com/office/drawing/2014/main" id="{86FD4E96-2AB9-4958-B81D-C1E6D4971FB5}"/>
              </a:ext>
            </a:extLst>
          </p:cNvPr>
          <p:cNvPicPr>
            <a:picLocks noChangeAspect="1"/>
          </p:cNvPicPr>
          <p:nvPr>
            <p:custDataLst>
              <p:tags r:id="rId4"/>
            </p:custDataLst>
          </p:nvPr>
        </p:nvPicPr>
        <p:blipFill>
          <a:blip r:embed="rId27" cstate="print">
            <a:extLst>
              <a:ext uri="{28A0092B-C50C-407E-A947-70E740481C1C}">
                <a14:useLocalDpi xmlns:a14="http://schemas.microsoft.com/office/drawing/2010/main" val="0"/>
              </a:ext>
            </a:extLst>
          </a:blip>
          <a:stretch>
            <a:fillRect/>
          </a:stretch>
        </p:blipFill>
        <p:spPr>
          <a:xfrm>
            <a:off x="4857165" y="3696218"/>
            <a:ext cx="455031" cy="455031"/>
          </a:xfrm>
          <a:prstGeom prst="rect">
            <a:avLst/>
          </a:prstGeom>
        </p:spPr>
      </p:pic>
      <p:cxnSp>
        <p:nvCxnSpPr>
          <p:cNvPr id="189" name="Gerade Verbindung 122">
            <a:extLst>
              <a:ext uri="{FF2B5EF4-FFF2-40B4-BE49-F238E27FC236}">
                <a16:creationId xmlns:a16="http://schemas.microsoft.com/office/drawing/2014/main" id="{E992AAA9-9775-4A06-B4E1-9AD085E002EF}"/>
              </a:ext>
            </a:extLst>
          </p:cNvPr>
          <p:cNvCxnSpPr/>
          <p:nvPr/>
        </p:nvCxnSpPr>
        <p:spPr bwMode="auto">
          <a:xfrm>
            <a:off x="5341766" y="3142398"/>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94" name="Gruppieren 193">
            <a:extLst>
              <a:ext uri="{FF2B5EF4-FFF2-40B4-BE49-F238E27FC236}">
                <a16:creationId xmlns:a16="http://schemas.microsoft.com/office/drawing/2014/main" id="{6B97CF47-1FAF-4A44-92EA-9B5636831C75}"/>
              </a:ext>
            </a:extLst>
          </p:cNvPr>
          <p:cNvGrpSpPr/>
          <p:nvPr/>
        </p:nvGrpSpPr>
        <p:grpSpPr>
          <a:xfrm>
            <a:off x="4070032" y="4014983"/>
            <a:ext cx="125934" cy="447756"/>
            <a:chOff x="7094633" y="3873495"/>
            <a:chExt cx="126000" cy="447989"/>
          </a:xfrm>
        </p:grpSpPr>
        <p:cxnSp>
          <p:nvCxnSpPr>
            <p:cNvPr id="195" name="Gerade Verbindung 132">
              <a:extLst>
                <a:ext uri="{FF2B5EF4-FFF2-40B4-BE49-F238E27FC236}">
                  <a16:creationId xmlns:a16="http://schemas.microsoft.com/office/drawing/2014/main" id="{FF3DFF84-D8CB-4CA1-94F7-8075E73E6CB8}"/>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Rechteck 195">
              <a:extLst>
                <a:ext uri="{FF2B5EF4-FFF2-40B4-BE49-F238E27FC236}">
                  <a16:creationId xmlns:a16="http://schemas.microsoft.com/office/drawing/2014/main" id="{7F32D786-3B6F-403D-8408-00E56C4C440B}"/>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197" name="Gruppieren 196">
            <a:extLst>
              <a:ext uri="{FF2B5EF4-FFF2-40B4-BE49-F238E27FC236}">
                <a16:creationId xmlns:a16="http://schemas.microsoft.com/office/drawing/2014/main" id="{E8EB46B4-376B-47A1-83E7-A8ADB179E963}"/>
              </a:ext>
            </a:extLst>
          </p:cNvPr>
          <p:cNvGrpSpPr/>
          <p:nvPr/>
        </p:nvGrpSpPr>
        <p:grpSpPr>
          <a:xfrm>
            <a:off x="4070033" y="4265145"/>
            <a:ext cx="317859" cy="455031"/>
            <a:chOff x="2287722" y="4432346"/>
            <a:chExt cx="318025" cy="455268"/>
          </a:xfrm>
        </p:grpSpPr>
        <p:pic>
          <p:nvPicPr>
            <p:cNvPr id="198" name="product_distributed-io.png">
              <a:extLst>
                <a:ext uri="{FF2B5EF4-FFF2-40B4-BE49-F238E27FC236}">
                  <a16:creationId xmlns:a16="http://schemas.microsoft.com/office/drawing/2014/main" id="{D690EC53-EF7E-4219-A0D6-E8889C73CAC6}"/>
                </a:ext>
              </a:extLst>
            </p:cNvPr>
            <p:cNvPicPr>
              <a:picLocks noChangeAspect="1"/>
            </p:cNvPicPr>
            <p:nvPr>
              <p:custDataLst>
                <p:tags r:id="rId21"/>
              </p:custDataLst>
            </p:nvPr>
          </p:nvPicPr>
          <p:blipFill rotWithShape="1">
            <a:blip r:embed="rId27" cstate="print">
              <a:extLst>
                <a:ext uri="{28A0092B-C50C-407E-A947-70E740481C1C}">
                  <a14:useLocalDpi xmlns:a14="http://schemas.microsoft.com/office/drawing/2010/main" val="0"/>
                </a:ext>
              </a:extLst>
            </a:blip>
            <a:srcRect l="1" r="65334"/>
            <a:stretch/>
          </p:blipFill>
          <p:spPr>
            <a:xfrm>
              <a:off x="2287722" y="4432346"/>
              <a:ext cx="157822" cy="455268"/>
            </a:xfrm>
            <a:prstGeom prst="rect">
              <a:avLst/>
            </a:prstGeom>
          </p:spPr>
        </p:pic>
        <p:pic>
          <p:nvPicPr>
            <p:cNvPr id="199" name="product_distributed-io.png">
              <a:extLst>
                <a:ext uri="{FF2B5EF4-FFF2-40B4-BE49-F238E27FC236}">
                  <a16:creationId xmlns:a16="http://schemas.microsoft.com/office/drawing/2014/main" id="{5DDB2967-CBDD-46C1-A7C6-676F430D9CE2}"/>
                </a:ext>
              </a:extLst>
            </p:cNvPr>
            <p:cNvPicPr>
              <a:picLocks noChangeAspect="1"/>
            </p:cNvPicPr>
            <p:nvPr>
              <p:custDataLst>
                <p:tags r:id="rId22"/>
              </p:custDataLst>
            </p:nvPr>
          </p:nvPicPr>
          <p:blipFill rotWithShape="1">
            <a:blip r:embed="rId27" cstate="print">
              <a:extLst>
                <a:ext uri="{28A0092B-C50C-407E-A947-70E740481C1C}">
                  <a14:useLocalDpi xmlns:a14="http://schemas.microsoft.com/office/drawing/2010/main" val="0"/>
                </a:ext>
              </a:extLst>
            </a:blip>
            <a:srcRect l="1" r="65334"/>
            <a:stretch/>
          </p:blipFill>
          <p:spPr>
            <a:xfrm>
              <a:off x="2447925" y="4432346"/>
              <a:ext cx="157822" cy="455268"/>
            </a:xfrm>
            <a:prstGeom prst="rect">
              <a:avLst/>
            </a:prstGeom>
          </p:spPr>
        </p:pic>
      </p:grpSp>
      <p:cxnSp>
        <p:nvCxnSpPr>
          <p:cNvPr id="200" name="Gewinkelte Verbindung 129">
            <a:extLst>
              <a:ext uri="{FF2B5EF4-FFF2-40B4-BE49-F238E27FC236}">
                <a16:creationId xmlns:a16="http://schemas.microsoft.com/office/drawing/2014/main" id="{6033859A-1BEC-46AC-87A2-52A50064C6CC}"/>
              </a:ext>
            </a:extLst>
          </p:cNvPr>
          <p:cNvCxnSpPr/>
          <p:nvPr/>
        </p:nvCxnSpPr>
        <p:spPr bwMode="auto">
          <a:xfrm rot="16200000" flipH="1">
            <a:off x="5306370" y="3757443"/>
            <a:ext cx="377052" cy="2302516"/>
          </a:xfrm>
          <a:prstGeom prst="bentConnector2">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07" name="Gruppieren 206">
            <a:extLst>
              <a:ext uri="{FF2B5EF4-FFF2-40B4-BE49-F238E27FC236}">
                <a16:creationId xmlns:a16="http://schemas.microsoft.com/office/drawing/2014/main" id="{DF8F4F4F-99CF-469E-B3B3-488521A95273}"/>
              </a:ext>
            </a:extLst>
          </p:cNvPr>
          <p:cNvGrpSpPr/>
          <p:nvPr/>
        </p:nvGrpSpPr>
        <p:grpSpPr>
          <a:xfrm>
            <a:off x="5278799" y="5025054"/>
            <a:ext cx="125934" cy="447756"/>
            <a:chOff x="7094633" y="3873495"/>
            <a:chExt cx="126000" cy="447989"/>
          </a:xfrm>
        </p:grpSpPr>
        <p:cxnSp>
          <p:nvCxnSpPr>
            <p:cNvPr id="208" name="Gerade Verbindung 153">
              <a:extLst>
                <a:ext uri="{FF2B5EF4-FFF2-40B4-BE49-F238E27FC236}">
                  <a16:creationId xmlns:a16="http://schemas.microsoft.com/office/drawing/2014/main" id="{B0B08F77-7627-495E-B68B-C59D9E7BC0A4}"/>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9" name="Rechteck 208">
              <a:extLst>
                <a:ext uri="{FF2B5EF4-FFF2-40B4-BE49-F238E27FC236}">
                  <a16:creationId xmlns:a16="http://schemas.microsoft.com/office/drawing/2014/main" id="{5EB955DD-4B42-4330-8E76-6D003787615A}"/>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228" name="Gruppieren 227">
            <a:extLst>
              <a:ext uri="{FF2B5EF4-FFF2-40B4-BE49-F238E27FC236}">
                <a16:creationId xmlns:a16="http://schemas.microsoft.com/office/drawing/2014/main" id="{D1CB7C5E-E4E6-4802-86C9-5342D9E2B5A1}"/>
              </a:ext>
            </a:extLst>
          </p:cNvPr>
          <p:cNvGrpSpPr/>
          <p:nvPr/>
        </p:nvGrpSpPr>
        <p:grpSpPr>
          <a:xfrm>
            <a:off x="4560732" y="5033645"/>
            <a:ext cx="125934" cy="447756"/>
            <a:chOff x="7094633" y="3873495"/>
            <a:chExt cx="126000" cy="447989"/>
          </a:xfrm>
        </p:grpSpPr>
        <p:cxnSp>
          <p:nvCxnSpPr>
            <p:cNvPr id="229" name="Gerade Verbindung 159">
              <a:extLst>
                <a:ext uri="{FF2B5EF4-FFF2-40B4-BE49-F238E27FC236}">
                  <a16:creationId xmlns:a16="http://schemas.microsoft.com/office/drawing/2014/main" id="{6B496CAF-6FD7-4674-9D12-018355B846CD}"/>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0" name="Rechteck 229">
              <a:extLst>
                <a:ext uri="{FF2B5EF4-FFF2-40B4-BE49-F238E27FC236}">
                  <a16:creationId xmlns:a16="http://schemas.microsoft.com/office/drawing/2014/main" id="{BA0AB69C-2CFD-46CC-99CF-C9F72A139308}"/>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231" name="Gruppieren 230">
            <a:extLst>
              <a:ext uri="{FF2B5EF4-FFF2-40B4-BE49-F238E27FC236}">
                <a16:creationId xmlns:a16="http://schemas.microsoft.com/office/drawing/2014/main" id="{FC5C14FD-36ED-4DA1-8B67-8AF26134206C}"/>
              </a:ext>
            </a:extLst>
          </p:cNvPr>
          <p:cNvGrpSpPr/>
          <p:nvPr/>
        </p:nvGrpSpPr>
        <p:grpSpPr>
          <a:xfrm>
            <a:off x="5253367" y="5315364"/>
            <a:ext cx="455031" cy="455031"/>
            <a:chOff x="7782332" y="5357730"/>
            <a:chExt cx="455268" cy="455268"/>
          </a:xfrm>
        </p:grpSpPr>
        <p:pic>
          <p:nvPicPr>
            <p:cNvPr id="232" name="product_distributed-io.png">
              <a:extLst>
                <a:ext uri="{FF2B5EF4-FFF2-40B4-BE49-F238E27FC236}">
                  <a16:creationId xmlns:a16="http://schemas.microsoft.com/office/drawing/2014/main" id="{4299E491-E2E6-4063-B2DA-FA10D3B17FDD}"/>
                </a:ext>
              </a:extLst>
            </p:cNvPr>
            <p:cNvPicPr>
              <a:picLocks noChangeAspect="1"/>
            </p:cNvPicPr>
            <p:nvPr>
              <p:custDataLst>
                <p:tags r:id="rId20"/>
              </p:custDataLst>
            </p:nvPr>
          </p:nvPicPr>
          <p:blipFill>
            <a:blip r:embed="rId27" cstate="print">
              <a:extLst>
                <a:ext uri="{28A0092B-C50C-407E-A947-70E740481C1C}">
                  <a14:useLocalDpi xmlns:a14="http://schemas.microsoft.com/office/drawing/2010/main" val="0"/>
                </a:ext>
              </a:extLst>
            </a:blip>
            <a:stretch>
              <a:fillRect/>
            </a:stretch>
          </p:blipFill>
          <p:spPr>
            <a:xfrm>
              <a:off x="7782332" y="5357730"/>
              <a:ext cx="455268" cy="455268"/>
            </a:xfrm>
            <a:prstGeom prst="rect">
              <a:avLst/>
            </a:prstGeom>
          </p:spPr>
        </p:pic>
        <p:sp>
          <p:nvSpPr>
            <p:cNvPr id="233" name="Rechteck 232">
              <a:extLst>
                <a:ext uri="{FF2B5EF4-FFF2-40B4-BE49-F238E27FC236}">
                  <a16:creationId xmlns:a16="http://schemas.microsoft.com/office/drawing/2014/main" id="{61FCC029-5E19-436F-8716-825BAC7591F7}"/>
                </a:ext>
              </a:extLst>
            </p:cNvPr>
            <p:cNvSpPr/>
            <p:nvPr/>
          </p:nvSpPr>
          <p:spPr bwMode="auto">
            <a:xfrm>
              <a:off x="8028347" y="5385434"/>
              <a:ext cx="46800" cy="201600"/>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234" name="Rechteck 233">
              <a:extLst>
                <a:ext uri="{FF2B5EF4-FFF2-40B4-BE49-F238E27FC236}">
                  <a16:creationId xmlns:a16="http://schemas.microsoft.com/office/drawing/2014/main" id="{9A2BE836-0C9A-46E5-8082-4730678EC926}"/>
                </a:ext>
              </a:extLst>
            </p:cNvPr>
            <p:cNvSpPr/>
            <p:nvPr/>
          </p:nvSpPr>
          <p:spPr bwMode="auto">
            <a:xfrm>
              <a:off x="7951331" y="5385434"/>
              <a:ext cx="46800" cy="201600"/>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grpSp>
        <p:nvGrpSpPr>
          <p:cNvPr id="235" name="Gruppieren 234">
            <a:extLst>
              <a:ext uri="{FF2B5EF4-FFF2-40B4-BE49-F238E27FC236}">
                <a16:creationId xmlns:a16="http://schemas.microsoft.com/office/drawing/2014/main" id="{252F036A-87F8-4950-A205-62C5108561B4}"/>
              </a:ext>
            </a:extLst>
          </p:cNvPr>
          <p:cNvGrpSpPr/>
          <p:nvPr/>
        </p:nvGrpSpPr>
        <p:grpSpPr>
          <a:xfrm>
            <a:off x="5542237" y="4722557"/>
            <a:ext cx="125934" cy="442816"/>
            <a:chOff x="10574321" y="5157820"/>
            <a:chExt cx="126000" cy="443047"/>
          </a:xfrm>
        </p:grpSpPr>
        <p:cxnSp>
          <p:nvCxnSpPr>
            <p:cNvPr id="236" name="Gerade Verbindung 169">
              <a:extLst>
                <a:ext uri="{FF2B5EF4-FFF2-40B4-BE49-F238E27FC236}">
                  <a16:creationId xmlns:a16="http://schemas.microsoft.com/office/drawing/2014/main" id="{296F72FC-2602-4C53-976B-F39962FC2199}"/>
                </a:ext>
              </a:extLst>
            </p:cNvPr>
            <p:cNvCxnSpPr/>
            <p:nvPr/>
          </p:nvCxnSpPr>
          <p:spPr bwMode="auto">
            <a:xfrm>
              <a:off x="10632043" y="5157820"/>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7" name="Rechteck 236">
              <a:extLst>
                <a:ext uri="{FF2B5EF4-FFF2-40B4-BE49-F238E27FC236}">
                  <a16:creationId xmlns:a16="http://schemas.microsoft.com/office/drawing/2014/main" id="{8143EE62-6658-4B4F-9D3F-1E154E99F97C}"/>
                </a:ext>
              </a:extLst>
            </p:cNvPr>
            <p:cNvSpPr/>
            <p:nvPr/>
          </p:nvSpPr>
          <p:spPr bwMode="auto">
            <a:xfrm>
              <a:off x="10574321" y="5474867"/>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238" name="Gruppieren 237">
            <a:extLst>
              <a:ext uri="{FF2B5EF4-FFF2-40B4-BE49-F238E27FC236}">
                <a16:creationId xmlns:a16="http://schemas.microsoft.com/office/drawing/2014/main" id="{53A446FD-7E8A-48F9-8DA6-CAE87A62A7A7}"/>
              </a:ext>
            </a:extLst>
          </p:cNvPr>
          <p:cNvGrpSpPr/>
          <p:nvPr/>
        </p:nvGrpSpPr>
        <p:grpSpPr>
          <a:xfrm>
            <a:off x="5537491" y="4447573"/>
            <a:ext cx="622096" cy="496392"/>
            <a:chOff x="9450754" y="5347185"/>
            <a:chExt cx="622420" cy="496651"/>
          </a:xfrm>
        </p:grpSpPr>
        <p:grpSp>
          <p:nvGrpSpPr>
            <p:cNvPr id="239" name="Gruppieren 238">
              <a:extLst>
                <a:ext uri="{FF2B5EF4-FFF2-40B4-BE49-F238E27FC236}">
                  <a16:creationId xmlns:a16="http://schemas.microsoft.com/office/drawing/2014/main" id="{E5756EF6-1332-43E3-B56E-FE00763CEF4B}"/>
                </a:ext>
              </a:extLst>
            </p:cNvPr>
            <p:cNvGrpSpPr>
              <a:grpSpLocks noChangeAspect="1"/>
            </p:cNvGrpSpPr>
            <p:nvPr/>
          </p:nvGrpSpPr>
          <p:grpSpPr>
            <a:xfrm>
              <a:off x="9450754" y="5347185"/>
              <a:ext cx="622420" cy="496651"/>
              <a:chOff x="4105359" y="1822075"/>
              <a:chExt cx="4583448" cy="3657298"/>
            </a:xfrm>
          </p:grpSpPr>
          <p:pic>
            <p:nvPicPr>
              <p:cNvPr id="242" name="product_simatic-s7-1500.png">
                <a:extLst>
                  <a:ext uri="{FF2B5EF4-FFF2-40B4-BE49-F238E27FC236}">
                    <a16:creationId xmlns:a16="http://schemas.microsoft.com/office/drawing/2014/main" id="{AD663D7E-9929-41CC-9718-80B6557732C5}"/>
                  </a:ext>
                </a:extLst>
              </p:cNvPr>
              <p:cNvPicPr>
                <a:picLocks noChangeAspect="1"/>
              </p:cNvPicPr>
              <p:nvPr>
                <p:custDataLst>
                  <p:tags r:id="rId16"/>
                </p:custDataLst>
              </p:nvPr>
            </p:nvPicPr>
            <p:blipFill rotWithShape="1">
              <a:blip r:embed="rId28"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243" name="product_simatic-s7-1500.png">
                <a:extLst>
                  <a:ext uri="{FF2B5EF4-FFF2-40B4-BE49-F238E27FC236}">
                    <a16:creationId xmlns:a16="http://schemas.microsoft.com/office/drawing/2014/main" id="{042F7651-8235-45AC-AF11-884A3AA40C50}"/>
                  </a:ext>
                </a:extLst>
              </p:cNvPr>
              <p:cNvPicPr>
                <a:picLocks noChangeAspect="1"/>
              </p:cNvPicPr>
              <p:nvPr>
                <p:custDataLst>
                  <p:tags r:id="rId17"/>
                </p:custDataLst>
              </p:nvPr>
            </p:nvPicPr>
            <p:blipFill rotWithShape="1">
              <a:blip r:embed="rId29" cstate="print">
                <a:extLst>
                  <a:ext uri="{28A0092B-C50C-407E-A947-70E740481C1C}">
                    <a14:useLocalDpi xmlns:a14="http://schemas.microsoft.com/office/drawing/2010/main" val="0"/>
                  </a:ext>
                </a:extLst>
              </a:blip>
              <a:srcRect l="9233" t="89461" r="48631"/>
              <a:stretch/>
            </p:blipFill>
            <p:spPr>
              <a:xfrm>
                <a:off x="4155934" y="5093945"/>
                <a:ext cx="877175" cy="385428"/>
              </a:xfrm>
              <a:prstGeom prst="rect">
                <a:avLst/>
              </a:prstGeom>
            </p:spPr>
          </p:pic>
          <p:pic>
            <p:nvPicPr>
              <p:cNvPr id="244" name="product_simatic-s7-1500.png">
                <a:extLst>
                  <a:ext uri="{FF2B5EF4-FFF2-40B4-BE49-F238E27FC236}">
                    <a16:creationId xmlns:a16="http://schemas.microsoft.com/office/drawing/2014/main" id="{5488DE6A-5BFD-4650-A914-72167E60990C}"/>
                  </a:ext>
                </a:extLst>
              </p:cNvPr>
              <p:cNvPicPr>
                <a:picLocks noChangeAspect="1"/>
              </p:cNvPicPr>
              <p:nvPr>
                <p:custDataLst>
                  <p:tags r:id="rId18"/>
                </p:custDataLst>
              </p:nvPr>
            </p:nvPicPr>
            <p:blipFill rotWithShape="1">
              <a:blip r:embed="rId30"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245" name="product_simatic-s7-1500.png">
                <a:extLst>
                  <a:ext uri="{FF2B5EF4-FFF2-40B4-BE49-F238E27FC236}">
                    <a16:creationId xmlns:a16="http://schemas.microsoft.com/office/drawing/2014/main" id="{55C24809-A294-4596-A2F3-94E0B6A2EB1B}"/>
                  </a:ext>
                </a:extLst>
              </p:cNvPr>
              <p:cNvPicPr>
                <a:picLocks noChangeAspect="1"/>
              </p:cNvPicPr>
              <p:nvPr>
                <p:custDataLst>
                  <p:tags r:id="rId19"/>
                </p:custDataLst>
              </p:nvPr>
            </p:nvPicPr>
            <p:blipFill rotWithShape="1">
              <a:blip r:embed="rId31"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sp>
          <p:nvSpPr>
            <p:cNvPr id="240" name="Rechteck 239">
              <a:extLst>
                <a:ext uri="{FF2B5EF4-FFF2-40B4-BE49-F238E27FC236}">
                  <a16:creationId xmlns:a16="http://schemas.microsoft.com/office/drawing/2014/main" id="{870406FC-9840-43E8-8DC7-C707CDD796D5}"/>
                </a:ext>
              </a:extLst>
            </p:cNvPr>
            <p:cNvSpPr/>
            <p:nvPr/>
          </p:nvSpPr>
          <p:spPr bwMode="auto">
            <a:xfrm>
              <a:off x="9594468" y="5358255"/>
              <a:ext cx="98171" cy="438956"/>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241" name="Rechteck 240">
              <a:extLst>
                <a:ext uri="{FF2B5EF4-FFF2-40B4-BE49-F238E27FC236}">
                  <a16:creationId xmlns:a16="http://schemas.microsoft.com/office/drawing/2014/main" id="{3E3E1ABE-0C1E-479A-B5A1-5DE4B5E7BC36}"/>
                </a:ext>
              </a:extLst>
            </p:cNvPr>
            <p:cNvSpPr/>
            <p:nvPr/>
          </p:nvSpPr>
          <p:spPr bwMode="auto">
            <a:xfrm>
              <a:off x="9717437" y="5358255"/>
              <a:ext cx="98171" cy="438956"/>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grpSp>
        <p:nvGrpSpPr>
          <p:cNvPr id="246" name="Gruppieren 245">
            <a:extLst>
              <a:ext uri="{FF2B5EF4-FFF2-40B4-BE49-F238E27FC236}">
                <a16:creationId xmlns:a16="http://schemas.microsoft.com/office/drawing/2014/main" id="{FC5C0321-A260-45D2-BE2A-393415B59D92}"/>
              </a:ext>
            </a:extLst>
          </p:cNvPr>
          <p:cNvGrpSpPr/>
          <p:nvPr/>
        </p:nvGrpSpPr>
        <p:grpSpPr>
          <a:xfrm>
            <a:off x="6075445" y="5025054"/>
            <a:ext cx="125934" cy="447756"/>
            <a:chOff x="7094633" y="3873495"/>
            <a:chExt cx="126000" cy="447989"/>
          </a:xfrm>
        </p:grpSpPr>
        <p:cxnSp>
          <p:nvCxnSpPr>
            <p:cNvPr id="247" name="Gerade Verbindung 238">
              <a:extLst>
                <a:ext uri="{FF2B5EF4-FFF2-40B4-BE49-F238E27FC236}">
                  <a16:creationId xmlns:a16="http://schemas.microsoft.com/office/drawing/2014/main" id="{DA21269F-ED25-4C74-AF35-6E216903F968}"/>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Rechteck 247">
              <a:extLst>
                <a:ext uri="{FF2B5EF4-FFF2-40B4-BE49-F238E27FC236}">
                  <a16:creationId xmlns:a16="http://schemas.microsoft.com/office/drawing/2014/main" id="{80CACF59-9E95-4A06-8197-E36B1BE78277}"/>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249" name="Gruppieren 248">
            <a:extLst>
              <a:ext uri="{FF2B5EF4-FFF2-40B4-BE49-F238E27FC236}">
                <a16:creationId xmlns:a16="http://schemas.microsoft.com/office/drawing/2014/main" id="{074D7C41-7F48-4ECE-8E75-C1EE385140AB}"/>
              </a:ext>
            </a:extLst>
          </p:cNvPr>
          <p:cNvGrpSpPr/>
          <p:nvPr/>
        </p:nvGrpSpPr>
        <p:grpSpPr>
          <a:xfrm>
            <a:off x="5932930" y="5300131"/>
            <a:ext cx="544643" cy="544643"/>
            <a:chOff x="5779826" y="5060323"/>
            <a:chExt cx="544927" cy="544927"/>
          </a:xfrm>
        </p:grpSpPr>
        <p:pic>
          <p:nvPicPr>
            <p:cNvPr id="250" name="product_converter-motor.png">
              <a:extLst>
                <a:ext uri="{FF2B5EF4-FFF2-40B4-BE49-F238E27FC236}">
                  <a16:creationId xmlns:a16="http://schemas.microsoft.com/office/drawing/2014/main" id="{B0B4AA72-E7DC-4B8D-BC89-601496E0427B}"/>
                </a:ext>
              </a:extLst>
            </p:cNvPr>
            <p:cNvPicPr>
              <a:picLocks noChangeAspect="1"/>
            </p:cNvPicPr>
            <p:nvPr>
              <p:custDataLst>
                <p:tags r:id="rId15"/>
              </p:custDataLst>
            </p:nvPr>
          </p:nvPicPr>
          <p:blipFill>
            <a:blip r:embed="rId32" cstate="print">
              <a:extLst>
                <a:ext uri="{28A0092B-C50C-407E-A947-70E740481C1C}">
                  <a14:useLocalDpi xmlns:a14="http://schemas.microsoft.com/office/drawing/2010/main" val="0"/>
                </a:ext>
              </a:extLst>
            </a:blip>
            <a:stretch>
              <a:fillRect/>
            </a:stretch>
          </p:blipFill>
          <p:spPr>
            <a:xfrm>
              <a:off x="5779826" y="5060323"/>
              <a:ext cx="544927" cy="544927"/>
            </a:xfrm>
            <a:prstGeom prst="rect">
              <a:avLst/>
            </a:prstGeom>
          </p:spPr>
        </p:pic>
        <p:sp>
          <p:nvSpPr>
            <p:cNvPr id="251" name="Rechteck 250">
              <a:extLst>
                <a:ext uri="{FF2B5EF4-FFF2-40B4-BE49-F238E27FC236}">
                  <a16:creationId xmlns:a16="http://schemas.microsoft.com/office/drawing/2014/main" id="{212C5A2A-330F-4098-AAD5-E877D9DB0A31}"/>
                </a:ext>
              </a:extLst>
            </p:cNvPr>
            <p:cNvSpPr/>
            <p:nvPr/>
          </p:nvSpPr>
          <p:spPr bwMode="auto">
            <a:xfrm>
              <a:off x="5816053" y="5261448"/>
              <a:ext cx="72000" cy="287832"/>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cxnSp>
        <p:nvCxnSpPr>
          <p:cNvPr id="252" name="Gerade Verbindung 243">
            <a:extLst>
              <a:ext uri="{FF2B5EF4-FFF2-40B4-BE49-F238E27FC236}">
                <a16:creationId xmlns:a16="http://schemas.microsoft.com/office/drawing/2014/main" id="{B54AC78D-CF47-45E8-B666-B2B8FA3DB154}"/>
              </a:ext>
            </a:extLst>
          </p:cNvPr>
          <p:cNvCxnSpPr/>
          <p:nvPr/>
        </p:nvCxnSpPr>
        <p:spPr bwMode="auto">
          <a:xfrm>
            <a:off x="6706388" y="4917809"/>
            <a:ext cx="0" cy="133616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3" name="Gerade Verbindung 244">
            <a:extLst>
              <a:ext uri="{FF2B5EF4-FFF2-40B4-BE49-F238E27FC236}">
                <a16:creationId xmlns:a16="http://schemas.microsoft.com/office/drawing/2014/main" id="{32675442-1F25-4DA4-B263-F30FB129B222}"/>
              </a:ext>
            </a:extLst>
          </p:cNvPr>
          <p:cNvCxnSpPr/>
          <p:nvPr/>
        </p:nvCxnSpPr>
        <p:spPr bwMode="auto">
          <a:xfrm>
            <a:off x="4273256" y="4713886"/>
            <a:ext cx="0" cy="154719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4" name="Gerade Verbindung 245">
            <a:extLst>
              <a:ext uri="{FF2B5EF4-FFF2-40B4-BE49-F238E27FC236}">
                <a16:creationId xmlns:a16="http://schemas.microsoft.com/office/drawing/2014/main" id="{7712E2E0-963F-434E-BEC5-C53891E38771}"/>
              </a:ext>
            </a:extLst>
          </p:cNvPr>
          <p:cNvCxnSpPr/>
          <p:nvPr/>
        </p:nvCxnSpPr>
        <p:spPr bwMode="auto">
          <a:xfrm flipH="1">
            <a:off x="4265640" y="6253969"/>
            <a:ext cx="2446726" cy="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5" name="Text Box 49">
            <a:extLst>
              <a:ext uri="{FF2B5EF4-FFF2-40B4-BE49-F238E27FC236}">
                <a16:creationId xmlns:a16="http://schemas.microsoft.com/office/drawing/2014/main" id="{5506CB93-9D4B-4DB5-967B-AC5171D28C23}"/>
              </a:ext>
            </a:extLst>
          </p:cNvPr>
          <p:cNvSpPr txBox="1">
            <a:spLocks noChangeArrowheads="1"/>
          </p:cNvSpPr>
          <p:nvPr>
            <p:custDataLst>
              <p:tags r:id="rId5"/>
            </p:custDataLst>
          </p:nvPr>
        </p:nvSpPr>
        <p:spPr bwMode="auto">
          <a:xfrm>
            <a:off x="5156354" y="5995566"/>
            <a:ext cx="724630" cy="184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1199" b="1" dirty="0">
                <a:solidFill>
                  <a:srgbClr val="00963F"/>
                </a:solidFill>
              </a:rPr>
              <a:t>MRP Ring</a:t>
            </a:r>
          </a:p>
        </p:txBody>
      </p:sp>
      <p:grpSp>
        <p:nvGrpSpPr>
          <p:cNvPr id="256" name="Gruppieren 255">
            <a:extLst>
              <a:ext uri="{FF2B5EF4-FFF2-40B4-BE49-F238E27FC236}">
                <a16:creationId xmlns:a16="http://schemas.microsoft.com/office/drawing/2014/main" id="{6AAD8069-8287-4F5F-BAA1-6033920BE92E}"/>
              </a:ext>
            </a:extLst>
          </p:cNvPr>
          <p:cNvGrpSpPr>
            <a:grpSpLocks noChangeAspect="1"/>
          </p:cNvGrpSpPr>
          <p:nvPr/>
        </p:nvGrpSpPr>
        <p:grpSpPr>
          <a:xfrm>
            <a:off x="4537555" y="5298639"/>
            <a:ext cx="639221" cy="639221"/>
            <a:chOff x="10242950" y="4892164"/>
            <a:chExt cx="1358251" cy="1358251"/>
          </a:xfrm>
        </p:grpSpPr>
        <p:pic>
          <p:nvPicPr>
            <p:cNvPr id="257" name="product_simatic-s7-1500.png">
              <a:extLst>
                <a:ext uri="{FF2B5EF4-FFF2-40B4-BE49-F238E27FC236}">
                  <a16:creationId xmlns:a16="http://schemas.microsoft.com/office/drawing/2014/main" id="{24AC1366-4AD1-4E62-9FC3-26A1F2A94123}"/>
                </a:ext>
              </a:extLst>
            </p:cNvPr>
            <p:cNvPicPr>
              <a:picLocks noChangeAspect="1"/>
            </p:cNvPicPr>
            <p:nvPr>
              <p:custDataLst>
                <p:tags r:id="rId14"/>
              </p:custDataLst>
            </p:nvPr>
          </p:nvPicPr>
          <p:blipFill>
            <a:blip r:embed="rId33" cstate="print">
              <a:extLst>
                <a:ext uri="{28A0092B-C50C-407E-A947-70E740481C1C}">
                  <a14:useLocalDpi xmlns:a14="http://schemas.microsoft.com/office/drawing/2010/main" val="0"/>
                </a:ext>
              </a:extLst>
            </a:blip>
            <a:stretch>
              <a:fillRect/>
            </a:stretch>
          </p:blipFill>
          <p:spPr>
            <a:xfrm>
              <a:off x="10242950" y="4892164"/>
              <a:ext cx="1358251" cy="1358251"/>
            </a:xfrm>
            <a:prstGeom prst="rect">
              <a:avLst/>
            </a:prstGeom>
          </p:spPr>
        </p:pic>
        <p:sp>
          <p:nvSpPr>
            <p:cNvPr id="258" name="Rechteck 257">
              <a:extLst>
                <a:ext uri="{FF2B5EF4-FFF2-40B4-BE49-F238E27FC236}">
                  <a16:creationId xmlns:a16="http://schemas.microsoft.com/office/drawing/2014/main" id="{0531AA01-33C6-494D-8CE0-C56CBC1C4933}"/>
                </a:ext>
              </a:extLst>
            </p:cNvPr>
            <p:cNvSpPr/>
            <p:nvPr/>
          </p:nvSpPr>
          <p:spPr bwMode="auto">
            <a:xfrm>
              <a:off x="10358120" y="5012037"/>
              <a:ext cx="452120" cy="556712"/>
            </a:xfrm>
            <a:prstGeom prst="rect">
              <a:avLst/>
            </a:prstGeom>
            <a:solidFill>
              <a:srgbClr val="FFFF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grpSp>
        <p:nvGrpSpPr>
          <p:cNvPr id="259" name="Gruppieren 258">
            <a:extLst>
              <a:ext uri="{FF2B5EF4-FFF2-40B4-BE49-F238E27FC236}">
                <a16:creationId xmlns:a16="http://schemas.microsoft.com/office/drawing/2014/main" id="{1E351A32-DFBA-45C3-AAE3-A47007E739F7}"/>
              </a:ext>
            </a:extLst>
          </p:cNvPr>
          <p:cNvGrpSpPr/>
          <p:nvPr/>
        </p:nvGrpSpPr>
        <p:grpSpPr>
          <a:xfrm>
            <a:off x="6757555" y="4209908"/>
            <a:ext cx="125934" cy="447756"/>
            <a:chOff x="7094633" y="3873495"/>
            <a:chExt cx="126000" cy="447989"/>
          </a:xfrm>
        </p:grpSpPr>
        <p:cxnSp>
          <p:nvCxnSpPr>
            <p:cNvPr id="260" name="Gerade Verbindung 89">
              <a:extLst>
                <a:ext uri="{FF2B5EF4-FFF2-40B4-BE49-F238E27FC236}">
                  <a16:creationId xmlns:a16="http://schemas.microsoft.com/office/drawing/2014/main" id="{B9D9D400-1B2B-434F-937F-92147585D062}"/>
                </a:ext>
              </a:extLst>
            </p:cNvPr>
            <p:cNvCxnSpPr/>
            <p:nvPr/>
          </p:nvCxnSpPr>
          <p:spPr bwMode="auto">
            <a:xfrm>
              <a:off x="7157634" y="3955772"/>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1" name="Rechteck 260">
              <a:extLst>
                <a:ext uri="{FF2B5EF4-FFF2-40B4-BE49-F238E27FC236}">
                  <a16:creationId xmlns:a16="http://schemas.microsoft.com/office/drawing/2014/main" id="{6AC99046-08C9-4221-9801-5AF70EE5FCDF}"/>
                </a:ext>
              </a:extLst>
            </p:cNvPr>
            <p:cNvSpPr/>
            <p:nvPr/>
          </p:nvSpPr>
          <p:spPr bwMode="auto">
            <a:xfrm>
              <a:off x="7094633" y="3873495"/>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262" name="Gruppieren 261">
            <a:extLst>
              <a:ext uri="{FF2B5EF4-FFF2-40B4-BE49-F238E27FC236}">
                <a16:creationId xmlns:a16="http://schemas.microsoft.com/office/drawing/2014/main" id="{CD20BA9E-9B9D-4BBE-9B7A-85F6A37CDBF4}"/>
              </a:ext>
            </a:extLst>
          </p:cNvPr>
          <p:cNvGrpSpPr/>
          <p:nvPr/>
        </p:nvGrpSpPr>
        <p:grpSpPr>
          <a:xfrm>
            <a:off x="6582386" y="4460069"/>
            <a:ext cx="317859" cy="455031"/>
            <a:chOff x="2287722" y="4432346"/>
            <a:chExt cx="318025" cy="455268"/>
          </a:xfrm>
        </p:grpSpPr>
        <p:pic>
          <p:nvPicPr>
            <p:cNvPr id="263" name="product_distributed-io.png">
              <a:extLst>
                <a:ext uri="{FF2B5EF4-FFF2-40B4-BE49-F238E27FC236}">
                  <a16:creationId xmlns:a16="http://schemas.microsoft.com/office/drawing/2014/main" id="{7AECDE4B-181D-4201-9422-F61F65519DAE}"/>
                </a:ext>
              </a:extLst>
            </p:cNvPr>
            <p:cNvPicPr>
              <a:picLocks noChangeAspect="1"/>
            </p:cNvPicPr>
            <p:nvPr>
              <p:custDataLst>
                <p:tags r:id="rId12"/>
              </p:custDataLst>
            </p:nvPr>
          </p:nvPicPr>
          <p:blipFill rotWithShape="1">
            <a:blip r:embed="rId27" cstate="print">
              <a:extLst>
                <a:ext uri="{28A0092B-C50C-407E-A947-70E740481C1C}">
                  <a14:useLocalDpi xmlns:a14="http://schemas.microsoft.com/office/drawing/2010/main" val="0"/>
                </a:ext>
              </a:extLst>
            </a:blip>
            <a:srcRect l="1" r="65334"/>
            <a:stretch/>
          </p:blipFill>
          <p:spPr>
            <a:xfrm>
              <a:off x="2287722" y="4432346"/>
              <a:ext cx="157822" cy="455268"/>
            </a:xfrm>
            <a:prstGeom prst="rect">
              <a:avLst/>
            </a:prstGeom>
          </p:spPr>
        </p:pic>
        <p:pic>
          <p:nvPicPr>
            <p:cNvPr id="264" name="product_distributed-io.png">
              <a:extLst>
                <a:ext uri="{FF2B5EF4-FFF2-40B4-BE49-F238E27FC236}">
                  <a16:creationId xmlns:a16="http://schemas.microsoft.com/office/drawing/2014/main" id="{44E38B8C-5840-47EE-B75A-E90E781FB702}"/>
                </a:ext>
              </a:extLst>
            </p:cNvPr>
            <p:cNvPicPr>
              <a:picLocks noChangeAspect="1"/>
            </p:cNvPicPr>
            <p:nvPr>
              <p:custDataLst>
                <p:tags r:id="rId13"/>
              </p:custDataLst>
            </p:nvPr>
          </p:nvPicPr>
          <p:blipFill rotWithShape="1">
            <a:blip r:embed="rId27" cstate="print">
              <a:extLst>
                <a:ext uri="{28A0092B-C50C-407E-A947-70E740481C1C}">
                  <a14:useLocalDpi xmlns:a14="http://schemas.microsoft.com/office/drawing/2010/main" val="0"/>
                </a:ext>
              </a:extLst>
            </a:blip>
            <a:srcRect l="1" r="65334"/>
            <a:stretch/>
          </p:blipFill>
          <p:spPr>
            <a:xfrm>
              <a:off x="2447925" y="4432346"/>
              <a:ext cx="157822" cy="455268"/>
            </a:xfrm>
            <a:prstGeom prst="rect">
              <a:avLst/>
            </a:prstGeom>
          </p:spPr>
        </p:pic>
      </p:grpSp>
      <p:cxnSp>
        <p:nvCxnSpPr>
          <p:cNvPr id="265" name="Gerade Verbindung 127">
            <a:extLst>
              <a:ext uri="{FF2B5EF4-FFF2-40B4-BE49-F238E27FC236}">
                <a16:creationId xmlns:a16="http://schemas.microsoft.com/office/drawing/2014/main" id="{5984DF02-F3BA-4722-86B9-BE7BC09471A0}"/>
              </a:ext>
            </a:extLst>
          </p:cNvPr>
          <p:cNvCxnSpPr/>
          <p:nvPr/>
        </p:nvCxnSpPr>
        <p:spPr bwMode="auto">
          <a:xfrm>
            <a:off x="6639343" y="4917809"/>
            <a:ext cx="0" cy="184597"/>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8" name="Rechteck 267">
            <a:extLst>
              <a:ext uri="{FF2B5EF4-FFF2-40B4-BE49-F238E27FC236}">
                <a16:creationId xmlns:a16="http://schemas.microsoft.com/office/drawing/2014/main" id="{445EB948-B799-4FE3-9BA0-2DFE3FEB059A}"/>
              </a:ext>
            </a:extLst>
          </p:cNvPr>
          <p:cNvSpPr/>
          <p:nvPr/>
        </p:nvSpPr>
        <p:spPr bwMode="auto">
          <a:xfrm>
            <a:off x="6500632" y="4392724"/>
            <a:ext cx="471964" cy="617383"/>
          </a:xfrm>
          <a:prstGeom prst="rect">
            <a:avLst/>
          </a:prstGeom>
          <a:noFill/>
          <a:ln w="19050" cap="flat" cmpd="sng" algn="ctr">
            <a:solidFill>
              <a:srgbClr val="00963F"/>
            </a:solidFill>
            <a:prstDash val="dash"/>
            <a:miter lim="800000"/>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963F"/>
              </a:solidFill>
              <a:latin typeface="Arial"/>
              <a:ea typeface="Arial Unicode MS" panose="020B0604020202020204" pitchFamily="34" charset="-128"/>
              <a:cs typeface="Arial Unicode MS" panose="020B0604020202020204" pitchFamily="34" charset="-128"/>
            </a:endParaRPr>
          </a:p>
        </p:txBody>
      </p:sp>
      <p:sp>
        <p:nvSpPr>
          <p:cNvPr id="270" name="Legende: Linie 269">
            <a:extLst>
              <a:ext uri="{FF2B5EF4-FFF2-40B4-BE49-F238E27FC236}">
                <a16:creationId xmlns:a16="http://schemas.microsoft.com/office/drawing/2014/main" id="{524EB7DC-BDC3-4D17-939D-F6786A6C54BF}"/>
              </a:ext>
            </a:extLst>
          </p:cNvPr>
          <p:cNvSpPr/>
          <p:nvPr/>
        </p:nvSpPr>
        <p:spPr bwMode="auto">
          <a:xfrm>
            <a:off x="7609907" y="4988784"/>
            <a:ext cx="2377293" cy="732539"/>
          </a:xfrm>
          <a:prstGeom prst="borderCallout1">
            <a:avLst>
              <a:gd name="adj1" fmla="val 23943"/>
              <a:gd name="adj2" fmla="val -2633"/>
              <a:gd name="adj3" fmla="val -47216"/>
              <a:gd name="adj4" fmla="val -32132"/>
            </a:avLst>
          </a:prstGeom>
          <a:solidFill>
            <a:srgbClr val="4BB9B9"/>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b="1" dirty="0">
                <a:solidFill>
                  <a:schemeClr val="bg1"/>
                </a:solidFill>
                <a:latin typeface="Arial"/>
                <a:ea typeface="Arial Unicode MS" panose="020B0604020202020204" pitchFamily="34" charset="-128"/>
                <a:cs typeface="Arial Unicode MS" panose="020B0604020202020204" pitchFamily="34" charset="-128"/>
              </a:rPr>
              <a:t>Optional</a:t>
            </a:r>
            <a:br>
              <a:rPr lang="en-US" sz="999" dirty="0">
                <a:solidFill>
                  <a:schemeClr val="bg1"/>
                </a:solidFill>
                <a:latin typeface="Arial"/>
                <a:ea typeface="Arial Unicode MS" panose="020B0604020202020204" pitchFamily="34" charset="-128"/>
                <a:cs typeface="Arial Unicode MS" panose="020B0604020202020204" pitchFamily="34" charset="-128"/>
              </a:rPr>
            </a:br>
            <a:r>
              <a:rPr lang="en-US" sz="999" dirty="0">
                <a:solidFill>
                  <a:schemeClr val="bg1"/>
                </a:solidFill>
                <a:latin typeface="Arial"/>
                <a:ea typeface="Arial Unicode MS" panose="020B0604020202020204" pitchFamily="34" charset="-128"/>
                <a:cs typeface="Arial Unicode MS" panose="020B0604020202020204" pitchFamily="34" charset="-128"/>
              </a:rPr>
              <a:t>Use of a second PN/PN coupler to avoid </a:t>
            </a:r>
            <a:br>
              <a:rPr lang="en-US" sz="999" dirty="0">
                <a:solidFill>
                  <a:schemeClr val="bg1"/>
                </a:solidFill>
                <a:latin typeface="Arial"/>
                <a:ea typeface="Arial Unicode MS" panose="020B0604020202020204" pitchFamily="34" charset="-128"/>
                <a:cs typeface="Arial Unicode MS" panose="020B0604020202020204" pitchFamily="34" charset="-128"/>
              </a:rPr>
            </a:br>
            <a:r>
              <a:rPr lang="en-US" sz="999" dirty="0">
                <a:solidFill>
                  <a:schemeClr val="bg1"/>
                </a:solidFill>
                <a:latin typeface="Arial"/>
                <a:ea typeface="Arial Unicode MS" panose="020B0604020202020204" pitchFamily="34" charset="-128"/>
                <a:cs typeface="Arial Unicode MS" panose="020B0604020202020204" pitchFamily="34" charset="-128"/>
              </a:rPr>
              <a:t>„Single Point of Failure“</a:t>
            </a:r>
          </a:p>
        </p:txBody>
      </p:sp>
      <p:sp>
        <p:nvSpPr>
          <p:cNvPr id="271" name="Legende: Linie 270">
            <a:extLst>
              <a:ext uri="{FF2B5EF4-FFF2-40B4-BE49-F238E27FC236}">
                <a16:creationId xmlns:a16="http://schemas.microsoft.com/office/drawing/2014/main" id="{68ADA59F-34B6-46B0-BE92-43F4A52E68E8}"/>
              </a:ext>
            </a:extLst>
          </p:cNvPr>
          <p:cNvSpPr/>
          <p:nvPr/>
        </p:nvSpPr>
        <p:spPr bwMode="auto">
          <a:xfrm>
            <a:off x="8370540" y="2688254"/>
            <a:ext cx="1917846" cy="453531"/>
          </a:xfrm>
          <a:prstGeom prst="borderCallout1">
            <a:avLst>
              <a:gd name="adj1" fmla="val 23943"/>
              <a:gd name="adj2" fmla="val -2633"/>
              <a:gd name="adj3" fmla="val 37477"/>
              <a:gd name="adj4" fmla="val -56428"/>
            </a:avLst>
          </a:prstGeom>
          <a:solidFill>
            <a:srgbClr val="4BB9B9"/>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chemeClr val="bg1"/>
                </a:solidFill>
                <a:latin typeface="Arial"/>
                <a:ea typeface="Arial Unicode MS" panose="020B0604020202020204" pitchFamily="34" charset="-128"/>
                <a:cs typeface="Arial Unicode MS" panose="020B0604020202020204" pitchFamily="34" charset="-128"/>
              </a:rPr>
              <a:t>R-System (Non Safety) with connected peripherals</a:t>
            </a:r>
          </a:p>
        </p:txBody>
      </p:sp>
      <p:sp>
        <p:nvSpPr>
          <p:cNvPr id="272" name="Legende: Linie 271">
            <a:extLst>
              <a:ext uri="{FF2B5EF4-FFF2-40B4-BE49-F238E27FC236}">
                <a16:creationId xmlns:a16="http://schemas.microsoft.com/office/drawing/2014/main" id="{F292F151-57E3-4B58-9627-8BA7502A9135}"/>
              </a:ext>
            </a:extLst>
          </p:cNvPr>
          <p:cNvSpPr/>
          <p:nvPr/>
        </p:nvSpPr>
        <p:spPr bwMode="auto">
          <a:xfrm flipH="1">
            <a:off x="1197787" y="4462739"/>
            <a:ext cx="1924367" cy="792275"/>
          </a:xfrm>
          <a:prstGeom prst="borderCallout1">
            <a:avLst>
              <a:gd name="adj1" fmla="val 23943"/>
              <a:gd name="adj2" fmla="val -2633"/>
              <a:gd name="adj3" fmla="val 98498"/>
              <a:gd name="adj4" fmla="val -57942"/>
            </a:avLst>
          </a:prstGeom>
          <a:solidFill>
            <a:srgbClr val="4BB9B9"/>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b="1" dirty="0">
                <a:solidFill>
                  <a:schemeClr val="bg1"/>
                </a:solidFill>
                <a:latin typeface="Arial"/>
                <a:ea typeface="Arial Unicode MS" panose="020B0604020202020204" pitchFamily="34" charset="-128"/>
                <a:cs typeface="Arial Unicode MS" panose="020B0604020202020204" pitchFamily="34" charset="-128"/>
              </a:rPr>
              <a:t>Optional</a:t>
            </a:r>
          </a:p>
          <a:p>
            <a:pPr algn="ctr" rtl="0" eaLnBrk="1" fontAlgn="base" hangingPunct="1">
              <a:lnSpc>
                <a:spcPct val="110000"/>
              </a:lnSpc>
              <a:spcBef>
                <a:spcPct val="0"/>
              </a:spcBef>
              <a:spcAft>
                <a:spcPct val="0"/>
              </a:spcAft>
              <a:buFont typeface="Wingdings" charset="0"/>
              <a:buNone/>
            </a:pPr>
            <a:r>
              <a:rPr lang="en-US" sz="999" dirty="0">
                <a:solidFill>
                  <a:schemeClr val="bg1"/>
                </a:solidFill>
                <a:latin typeface="Arial"/>
                <a:ea typeface="Arial Unicode MS" panose="020B0604020202020204" pitchFamily="34" charset="-128"/>
                <a:cs typeface="Arial Unicode MS" panose="020B0604020202020204" pitchFamily="34" charset="-128"/>
              </a:rPr>
              <a:t>Media redundancy (MRP ring) increases availability in the event of network interruptions</a:t>
            </a:r>
          </a:p>
        </p:txBody>
      </p:sp>
      <p:sp>
        <p:nvSpPr>
          <p:cNvPr id="89" name="Legende: Linie 88">
            <a:extLst>
              <a:ext uri="{FF2B5EF4-FFF2-40B4-BE49-F238E27FC236}">
                <a16:creationId xmlns:a16="http://schemas.microsoft.com/office/drawing/2014/main" id="{606378A6-2EA8-439B-B39C-D6F9D2C2F744}"/>
              </a:ext>
            </a:extLst>
          </p:cNvPr>
          <p:cNvSpPr/>
          <p:nvPr/>
        </p:nvSpPr>
        <p:spPr bwMode="auto">
          <a:xfrm flipH="1">
            <a:off x="1203707" y="5572452"/>
            <a:ext cx="1924367" cy="530991"/>
          </a:xfrm>
          <a:prstGeom prst="borderCallout1">
            <a:avLst>
              <a:gd name="adj1" fmla="val 23943"/>
              <a:gd name="adj2" fmla="val -2633"/>
              <a:gd name="adj3" fmla="val -9778"/>
              <a:gd name="adj4" fmla="val -79201"/>
            </a:avLst>
          </a:prstGeom>
          <a:solidFill>
            <a:srgbClr val="4BB9B9"/>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rgbClr val="FFFF00"/>
                </a:solidFill>
                <a:latin typeface="Arial"/>
                <a:ea typeface="Arial Unicode MS" panose="020B0604020202020204" pitchFamily="34" charset="-128"/>
                <a:cs typeface="Arial Unicode MS" panose="020B0604020202020204" pitchFamily="34" charset="-128"/>
              </a:rPr>
              <a:t>Safety Application</a:t>
            </a:r>
            <a:r>
              <a:rPr lang="en-US" sz="999" dirty="0">
                <a:solidFill>
                  <a:schemeClr val="bg1"/>
                </a:solidFill>
                <a:latin typeface="Arial"/>
                <a:ea typeface="Arial Unicode MS" panose="020B0604020202020204" pitchFamily="34" charset="-128"/>
                <a:cs typeface="Arial Unicode MS" panose="020B0604020202020204" pitchFamily="34" charset="-128"/>
              </a:rPr>
              <a:t> </a:t>
            </a:r>
            <a:br>
              <a:rPr lang="en-US" sz="999" dirty="0">
                <a:solidFill>
                  <a:schemeClr val="bg1"/>
                </a:solidFill>
                <a:latin typeface="Arial"/>
                <a:ea typeface="Arial Unicode MS" panose="020B0604020202020204" pitchFamily="34" charset="-128"/>
                <a:cs typeface="Arial Unicode MS" panose="020B0604020202020204" pitchFamily="34" charset="-128"/>
              </a:rPr>
            </a:br>
            <a:r>
              <a:rPr lang="en-US" sz="999" dirty="0">
                <a:solidFill>
                  <a:schemeClr val="bg1"/>
                </a:solidFill>
                <a:latin typeface="Arial"/>
                <a:ea typeface="Arial Unicode MS" panose="020B0604020202020204" pitchFamily="34" charset="-128"/>
                <a:cs typeface="Arial Unicode MS" panose="020B0604020202020204" pitchFamily="34" charset="-128"/>
              </a:rPr>
              <a:t>runs in a separate </a:t>
            </a:r>
            <a:br>
              <a:rPr lang="en-US" sz="999" dirty="0">
                <a:solidFill>
                  <a:schemeClr val="bg1"/>
                </a:solidFill>
                <a:latin typeface="Arial"/>
                <a:ea typeface="Arial Unicode MS" panose="020B0604020202020204" pitchFamily="34" charset="-128"/>
                <a:cs typeface="Arial Unicode MS" panose="020B0604020202020204" pitchFamily="34" charset="-128"/>
              </a:rPr>
            </a:br>
            <a:r>
              <a:rPr lang="en-US" sz="999" dirty="0">
                <a:solidFill>
                  <a:schemeClr val="bg1"/>
                </a:solidFill>
                <a:latin typeface="Arial"/>
                <a:ea typeface="Arial Unicode MS" panose="020B0604020202020204" pitchFamily="34" charset="-128"/>
                <a:cs typeface="Arial Unicode MS" panose="020B0604020202020204" pitchFamily="34" charset="-128"/>
              </a:rPr>
              <a:t>F-Controller</a:t>
            </a:r>
          </a:p>
        </p:txBody>
      </p:sp>
      <p:sp>
        <p:nvSpPr>
          <p:cNvPr id="92" name="Legende: Linie 91">
            <a:extLst>
              <a:ext uri="{FF2B5EF4-FFF2-40B4-BE49-F238E27FC236}">
                <a16:creationId xmlns:a16="http://schemas.microsoft.com/office/drawing/2014/main" id="{D7E56D36-9A8D-4035-8C8D-16744D01B2F7}"/>
              </a:ext>
            </a:extLst>
          </p:cNvPr>
          <p:cNvSpPr/>
          <p:nvPr/>
        </p:nvSpPr>
        <p:spPr bwMode="auto">
          <a:xfrm flipH="1">
            <a:off x="1228367" y="3203624"/>
            <a:ext cx="1924367" cy="945324"/>
          </a:xfrm>
          <a:prstGeom prst="borderCallout1">
            <a:avLst>
              <a:gd name="adj1" fmla="val 23943"/>
              <a:gd name="adj2" fmla="val -2633"/>
              <a:gd name="adj3" fmla="val 121177"/>
              <a:gd name="adj4" fmla="val -48227"/>
            </a:avLst>
          </a:prstGeom>
          <a:solidFill>
            <a:srgbClr val="4BB9B9"/>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chemeClr val="bg1"/>
                </a:solidFill>
                <a:latin typeface="Arial"/>
                <a:ea typeface="Arial Unicode MS" panose="020B0604020202020204" pitchFamily="34" charset="-128"/>
                <a:cs typeface="Arial Unicode MS" panose="020B0604020202020204" pitchFamily="34" charset="-128"/>
              </a:rPr>
              <a:t>(Not safe) Communication between R and F controllers via PN/PN couplers</a:t>
            </a:r>
          </a:p>
        </p:txBody>
      </p:sp>
      <p:pic>
        <p:nvPicPr>
          <p:cNvPr id="118" name="product_simatic-s7-1500-control-unit.png">
            <a:extLst>
              <a:ext uri="{FF2B5EF4-FFF2-40B4-BE49-F238E27FC236}">
                <a16:creationId xmlns:a16="http://schemas.microsoft.com/office/drawing/2014/main" id="{982958C2-9B13-4D0D-8AA7-C32D7D965048}"/>
              </a:ext>
            </a:extLst>
          </p:cNvPr>
          <p:cNvPicPr>
            <a:picLocks noChangeAspect="1"/>
          </p:cNvPicPr>
          <p:nvPr>
            <p:custDataLst>
              <p:tags r:id="rId6"/>
            </p:custDataLst>
          </p:nvPr>
        </p:nvPicPr>
        <p:blipFill>
          <a:blip r:embed="rId34" cstate="print">
            <a:extLst>
              <a:ext uri="{28A0092B-C50C-407E-A947-70E740481C1C}">
                <a14:useLocalDpi xmlns:a14="http://schemas.microsoft.com/office/drawing/2010/main" val="0"/>
              </a:ext>
            </a:extLst>
          </a:blip>
          <a:stretch>
            <a:fillRect/>
          </a:stretch>
        </p:blipFill>
        <p:spPr>
          <a:xfrm>
            <a:off x="4959952" y="2535094"/>
            <a:ext cx="639977" cy="639977"/>
          </a:xfrm>
          <a:prstGeom prst="rect">
            <a:avLst/>
          </a:prstGeom>
          <a:solidFill>
            <a:schemeClr val="tx1"/>
          </a:solidFill>
        </p:spPr>
      </p:pic>
      <p:pic>
        <p:nvPicPr>
          <p:cNvPr id="119" name="product_simatic-s7-1500-control-unit.png">
            <a:extLst>
              <a:ext uri="{FF2B5EF4-FFF2-40B4-BE49-F238E27FC236}">
                <a16:creationId xmlns:a16="http://schemas.microsoft.com/office/drawing/2014/main" id="{8F4C0E65-60EC-4E49-A4D8-C8C86093DE99}"/>
              </a:ext>
            </a:extLst>
          </p:cNvPr>
          <p:cNvPicPr>
            <a:picLocks noChangeAspect="1"/>
          </p:cNvPicPr>
          <p:nvPr>
            <p:custDataLst>
              <p:tags r:id="rId7"/>
            </p:custDataLst>
          </p:nvPr>
        </p:nvPicPr>
        <p:blipFill>
          <a:blip r:embed="rId34" cstate="print">
            <a:extLst>
              <a:ext uri="{28A0092B-C50C-407E-A947-70E740481C1C}">
                <a14:useLocalDpi xmlns:a14="http://schemas.microsoft.com/office/drawing/2010/main" val="0"/>
              </a:ext>
            </a:extLst>
          </a:blip>
          <a:stretch>
            <a:fillRect/>
          </a:stretch>
        </p:blipFill>
        <p:spPr>
          <a:xfrm>
            <a:off x="6450327" y="2535094"/>
            <a:ext cx="639977" cy="639977"/>
          </a:xfrm>
          <a:prstGeom prst="rect">
            <a:avLst/>
          </a:prstGeom>
          <a:solidFill>
            <a:schemeClr val="tx1"/>
          </a:solidFill>
        </p:spPr>
      </p:pic>
      <p:sp>
        <p:nvSpPr>
          <p:cNvPr id="2" name="Textfeld 1">
            <a:extLst>
              <a:ext uri="{FF2B5EF4-FFF2-40B4-BE49-F238E27FC236}">
                <a16:creationId xmlns:a16="http://schemas.microsoft.com/office/drawing/2014/main" id="{B6FEC093-EE1A-43E5-9F78-0CE8345B98E4}"/>
              </a:ext>
            </a:extLst>
          </p:cNvPr>
          <p:cNvSpPr txBox="1"/>
          <p:nvPr/>
        </p:nvSpPr>
        <p:spPr>
          <a:xfrm>
            <a:off x="4777968" y="2336985"/>
            <a:ext cx="913924" cy="173408"/>
          </a:xfrm>
          <a:prstGeom prst="rect">
            <a:avLst/>
          </a:prstGeom>
          <a:noFill/>
        </p:spPr>
        <p:txBody>
          <a:bodyPr vert="horz" wrap="none" lIns="0" tIns="0" rIns="0" bIns="0" rtlCol="0">
            <a:noAutofit/>
          </a:bodyPr>
          <a:lstStyle/>
          <a:p>
            <a:pPr algn="ct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Primary</a:t>
            </a:r>
          </a:p>
        </p:txBody>
      </p:sp>
      <p:sp>
        <p:nvSpPr>
          <p:cNvPr id="120" name="Textfeld 119">
            <a:extLst>
              <a:ext uri="{FF2B5EF4-FFF2-40B4-BE49-F238E27FC236}">
                <a16:creationId xmlns:a16="http://schemas.microsoft.com/office/drawing/2014/main" id="{E8CE78FE-C6D2-45D0-BBE8-3A808C88E5CA}"/>
              </a:ext>
            </a:extLst>
          </p:cNvPr>
          <p:cNvSpPr txBox="1"/>
          <p:nvPr/>
        </p:nvSpPr>
        <p:spPr>
          <a:xfrm>
            <a:off x="6300592" y="2351027"/>
            <a:ext cx="913924" cy="173408"/>
          </a:xfrm>
          <a:prstGeom prst="rect">
            <a:avLst/>
          </a:prstGeom>
          <a:noFill/>
        </p:spPr>
        <p:txBody>
          <a:bodyPr vert="horz" wrap="none" lIns="0" tIns="0" rIns="0" bIns="0" rtlCol="0">
            <a:noAutofit/>
          </a:bodyPr>
          <a:lstStyle/>
          <a:p>
            <a:pPr algn="ct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Backup</a:t>
            </a:r>
          </a:p>
        </p:txBody>
      </p:sp>
      <p:grpSp>
        <p:nvGrpSpPr>
          <p:cNvPr id="121" name="Gruppieren 120">
            <a:extLst>
              <a:ext uri="{FF2B5EF4-FFF2-40B4-BE49-F238E27FC236}">
                <a16:creationId xmlns:a16="http://schemas.microsoft.com/office/drawing/2014/main" id="{6F786738-7AB4-46AF-9DC7-43AE8409FFA6}"/>
              </a:ext>
            </a:extLst>
          </p:cNvPr>
          <p:cNvGrpSpPr/>
          <p:nvPr/>
        </p:nvGrpSpPr>
        <p:grpSpPr>
          <a:xfrm>
            <a:off x="7455130" y="4098526"/>
            <a:ext cx="125934" cy="499425"/>
            <a:chOff x="8617772" y="3244539"/>
            <a:chExt cx="126000" cy="499685"/>
          </a:xfrm>
        </p:grpSpPr>
        <p:cxnSp>
          <p:nvCxnSpPr>
            <p:cNvPr id="122" name="Gerade Verbindung 95">
              <a:extLst>
                <a:ext uri="{FF2B5EF4-FFF2-40B4-BE49-F238E27FC236}">
                  <a16:creationId xmlns:a16="http://schemas.microsoft.com/office/drawing/2014/main" id="{30A79692-D4AE-4FB5-AE10-6618432EDE8C}"/>
                </a:ext>
              </a:extLst>
            </p:cNvPr>
            <p:cNvCxnSpPr/>
            <p:nvPr/>
          </p:nvCxnSpPr>
          <p:spPr bwMode="auto">
            <a:xfrm flipH="1">
              <a:off x="8680772" y="3312310"/>
              <a:ext cx="1" cy="43191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 name="Rechteck 122">
              <a:extLst>
                <a:ext uri="{FF2B5EF4-FFF2-40B4-BE49-F238E27FC236}">
                  <a16:creationId xmlns:a16="http://schemas.microsoft.com/office/drawing/2014/main" id="{798A12C6-6B9A-43F9-A961-8051724A5137}"/>
                </a:ext>
              </a:extLst>
            </p:cNvPr>
            <p:cNvSpPr/>
            <p:nvPr/>
          </p:nvSpPr>
          <p:spPr bwMode="auto">
            <a:xfrm>
              <a:off x="8617772" y="3244539"/>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124" name="Gruppieren 123">
            <a:extLst>
              <a:ext uri="{FF2B5EF4-FFF2-40B4-BE49-F238E27FC236}">
                <a16:creationId xmlns:a16="http://schemas.microsoft.com/office/drawing/2014/main" id="{C2869D3E-EF23-4186-A158-CB680C629E05}"/>
              </a:ext>
            </a:extLst>
          </p:cNvPr>
          <p:cNvGrpSpPr>
            <a:grpSpLocks noChangeAspect="1"/>
          </p:cNvGrpSpPr>
          <p:nvPr/>
        </p:nvGrpSpPr>
        <p:grpSpPr>
          <a:xfrm>
            <a:off x="7431104" y="4284445"/>
            <a:ext cx="622096" cy="496392"/>
            <a:chOff x="4105359" y="1822075"/>
            <a:chExt cx="4583448" cy="3657299"/>
          </a:xfrm>
        </p:grpSpPr>
        <p:pic>
          <p:nvPicPr>
            <p:cNvPr id="125" name="product_simatic-s7-1500.png">
              <a:extLst>
                <a:ext uri="{FF2B5EF4-FFF2-40B4-BE49-F238E27FC236}">
                  <a16:creationId xmlns:a16="http://schemas.microsoft.com/office/drawing/2014/main" id="{43CAE6A6-BB47-46B0-ABCB-8C22F395376C}"/>
                </a:ext>
              </a:extLst>
            </p:cNvPr>
            <p:cNvPicPr>
              <a:picLocks noChangeAspect="1"/>
            </p:cNvPicPr>
            <p:nvPr>
              <p:custDataLst>
                <p:tags r:id="rId8"/>
              </p:custDataLst>
            </p:nvPr>
          </p:nvPicPr>
          <p:blipFill rotWithShape="1">
            <a:blip r:embed="rId28"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126" name="product_simatic-s7-1500.png">
              <a:extLst>
                <a:ext uri="{FF2B5EF4-FFF2-40B4-BE49-F238E27FC236}">
                  <a16:creationId xmlns:a16="http://schemas.microsoft.com/office/drawing/2014/main" id="{815405AF-B19D-4038-BDDA-39782DDFAD0C}"/>
                </a:ext>
              </a:extLst>
            </p:cNvPr>
            <p:cNvPicPr>
              <a:picLocks noChangeAspect="1"/>
            </p:cNvPicPr>
            <p:nvPr>
              <p:custDataLst>
                <p:tags r:id="rId9"/>
              </p:custDataLst>
            </p:nvPr>
          </p:nvPicPr>
          <p:blipFill rotWithShape="1">
            <a:blip r:embed="rId29"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127" name="product_simatic-s7-1500.png">
              <a:extLst>
                <a:ext uri="{FF2B5EF4-FFF2-40B4-BE49-F238E27FC236}">
                  <a16:creationId xmlns:a16="http://schemas.microsoft.com/office/drawing/2014/main" id="{9FC7997F-0BD6-457C-B8C2-0B451FC1F34D}"/>
                </a:ext>
              </a:extLst>
            </p:cNvPr>
            <p:cNvPicPr>
              <a:picLocks noChangeAspect="1"/>
            </p:cNvPicPr>
            <p:nvPr>
              <p:custDataLst>
                <p:tags r:id="rId10"/>
              </p:custDataLst>
            </p:nvPr>
          </p:nvPicPr>
          <p:blipFill rotWithShape="1">
            <a:blip r:embed="rId30"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128" name="product_simatic-s7-1500.png">
              <a:extLst>
                <a:ext uri="{FF2B5EF4-FFF2-40B4-BE49-F238E27FC236}">
                  <a16:creationId xmlns:a16="http://schemas.microsoft.com/office/drawing/2014/main" id="{574E2F13-F5F4-45F6-BED1-465EA8AE3A2F}"/>
                </a:ext>
              </a:extLst>
            </p:cNvPr>
            <p:cNvPicPr>
              <a:picLocks noChangeAspect="1"/>
            </p:cNvPicPr>
            <p:nvPr>
              <p:custDataLst>
                <p:tags r:id="rId11"/>
              </p:custDataLst>
            </p:nvPr>
          </p:nvPicPr>
          <p:blipFill rotWithShape="1">
            <a:blip r:embed="rId31" cstate="print">
              <a:extLst>
                <a:ext uri="{28A0092B-C50C-407E-A947-70E740481C1C}">
                  <a14:useLocalDpi xmlns:a14="http://schemas.microsoft.com/office/drawing/2010/main" val="0"/>
                </a:ext>
              </a:extLst>
            </a:blip>
            <a:srcRect l="49850" t="1" r="1" b="1"/>
            <a:stretch/>
          </p:blipFill>
          <p:spPr>
            <a:xfrm>
              <a:off x="6854677" y="1822075"/>
              <a:ext cx="1834130" cy="3657292"/>
            </a:xfrm>
            <a:prstGeom prst="rect">
              <a:avLst/>
            </a:prstGeom>
          </p:spPr>
        </p:pic>
      </p:grpSp>
    </p:spTree>
    <p:custDataLst>
      <p:tags r:id="rId1"/>
    </p:custDataLst>
    <p:extLst>
      <p:ext uri="{BB962C8B-B14F-4D97-AF65-F5344CB8AC3E}">
        <p14:creationId xmlns:p14="http://schemas.microsoft.com/office/powerpoint/2010/main" val="1934057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BC1B75D9-477C-49CD-A48C-F1449B6229C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BC1B75D9-477C-49CD-A48C-F1449B6229C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dirty="0"/>
              <a:t>Load project</a:t>
            </a:r>
            <a:br>
              <a:rPr lang="en-US" dirty="0"/>
            </a:br>
            <a:r>
              <a:rPr lang="en-US" dirty="0"/>
              <a:t>Load program</a:t>
            </a:r>
          </a:p>
        </p:txBody>
      </p:sp>
      <p:sp>
        <p:nvSpPr>
          <p:cNvPr id="3" name="Untertitel 2">
            <a:extLst>
              <a:ext uri="{FF2B5EF4-FFF2-40B4-BE49-F238E27FC236}">
                <a16:creationId xmlns:a16="http://schemas.microsoft.com/office/drawing/2014/main" id="{E05AAA57-A93D-4F12-AB88-90D4656645E7}"/>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412127C7-E09C-4465-B722-C40C39DCC465}"/>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14292984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CEE4E494-C39C-7283-EFD5-14B631F01148}"/>
              </a:ext>
            </a:extLst>
          </p:cNvPr>
          <p:cNvSpPr/>
          <p:nvPr/>
        </p:nvSpPr>
        <p:spPr>
          <a:xfrm>
            <a:off x="644833" y="2231025"/>
            <a:ext cx="11046977" cy="41481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7" name="Rechteck 36">
            <a:extLst>
              <a:ext uri="{FF2B5EF4-FFF2-40B4-BE49-F238E27FC236}">
                <a16:creationId xmlns:a16="http://schemas.microsoft.com/office/drawing/2014/main" id="{5205A3E6-2DBA-4CD6-8275-A241C4EEB89B}"/>
              </a:ext>
            </a:extLst>
          </p:cNvPr>
          <p:cNvSpPr/>
          <p:nvPr/>
        </p:nvSpPr>
        <p:spPr>
          <a:xfrm>
            <a:off x="5235325" y="2948312"/>
            <a:ext cx="1024358" cy="3246821"/>
          </a:xfrm>
          <a:prstGeom prst="rect">
            <a:avLst/>
          </a:prstGeom>
          <a:solidFill>
            <a:srgbClr val="D7D7CD"/>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endParaRPr lang="en-US" dirty="0"/>
          </a:p>
        </p:txBody>
      </p:sp>
      <p:sp>
        <p:nvSpPr>
          <p:cNvPr id="38" name="Textfeld 37">
            <a:extLst>
              <a:ext uri="{FF2B5EF4-FFF2-40B4-BE49-F238E27FC236}">
                <a16:creationId xmlns:a16="http://schemas.microsoft.com/office/drawing/2014/main" id="{6E634356-1446-4EB1-80F9-C79C3326153B}"/>
              </a:ext>
            </a:extLst>
          </p:cNvPr>
          <p:cNvSpPr txBox="1"/>
          <p:nvPr/>
        </p:nvSpPr>
        <p:spPr>
          <a:xfrm>
            <a:off x="5311835" y="5776943"/>
            <a:ext cx="867396" cy="369332"/>
          </a:xfrm>
          <a:prstGeom prst="rect">
            <a:avLst/>
          </a:prstGeom>
          <a:solidFill>
            <a:schemeClr val="tx1"/>
          </a:solidFill>
        </p:spPr>
        <p:txBody>
          <a:bodyPr wrap="square" lIns="0" tIns="0" rIns="0" bIns="0" rtlCol="0">
            <a:spAutoFit/>
          </a:bodyPr>
          <a:lstStyle/>
          <a:p>
            <a:pPr algn="ctr"/>
            <a:r>
              <a:rPr lang="en-US" sz="1200" dirty="0">
                <a:solidFill>
                  <a:schemeClr val="bg1"/>
                </a:solidFill>
              </a:rPr>
              <a:t>Down-</a:t>
            </a:r>
            <a:br>
              <a:rPr lang="en-US" sz="1200" dirty="0">
                <a:solidFill>
                  <a:schemeClr val="bg1"/>
                </a:solidFill>
              </a:rPr>
            </a:br>
            <a:r>
              <a:rPr lang="en-US" sz="1200" dirty="0">
                <a:solidFill>
                  <a:schemeClr val="bg1"/>
                </a:solidFill>
              </a:rPr>
              <a:t>Time</a:t>
            </a:r>
          </a:p>
        </p:txBody>
      </p:sp>
      <p:sp>
        <p:nvSpPr>
          <p:cNvPr id="5" name="Titel 4">
            <a:extLst>
              <a:ext uri="{FF2B5EF4-FFF2-40B4-BE49-F238E27FC236}">
                <a16:creationId xmlns:a16="http://schemas.microsoft.com/office/drawing/2014/main" id="{062CE1CF-53A5-432F-BF9A-2769E50D8001}"/>
              </a:ext>
            </a:extLst>
          </p:cNvPr>
          <p:cNvSpPr>
            <a:spLocks noGrp="1"/>
          </p:cNvSpPr>
          <p:nvPr>
            <p:ph type="title"/>
          </p:nvPr>
        </p:nvSpPr>
        <p:spPr/>
        <p:txBody>
          <a:bodyPr/>
          <a:lstStyle/>
          <a:p>
            <a:r>
              <a:rPr lang="en-US" sz="2000" b="1" dirty="0"/>
              <a:t>Load project in S7-1500R/H</a:t>
            </a:r>
            <a:br>
              <a:rPr lang="en-US" sz="2000" b="1" dirty="0"/>
            </a:br>
            <a:r>
              <a:rPr lang="en-US" sz="2000" b="0" dirty="0"/>
              <a:t>Procedure with changes to the hardware configuration</a:t>
            </a:r>
            <a:br>
              <a:rPr lang="en-US" sz="2000" b="1" dirty="0"/>
            </a:br>
            <a:endParaRPr lang="en-US" dirty="0"/>
          </a:p>
        </p:txBody>
      </p:sp>
      <p:sp>
        <p:nvSpPr>
          <p:cNvPr id="4" name="Fußzeilenplatzhalter 3">
            <a:extLst>
              <a:ext uri="{FF2B5EF4-FFF2-40B4-BE49-F238E27FC236}">
                <a16:creationId xmlns:a16="http://schemas.microsoft.com/office/drawing/2014/main" id="{626F0DC5-7AEE-42DA-849A-672A51E94E56}"/>
              </a:ext>
            </a:extLst>
          </p:cNvPr>
          <p:cNvSpPr>
            <a:spLocks noGrp="1"/>
          </p:cNvSpPr>
          <p:nvPr>
            <p:ph type="ftr" sz="quarter" idx="10"/>
          </p:nvPr>
        </p:nvSpPr>
        <p:spPr/>
        <p:txBody>
          <a:bodyPr/>
          <a:lstStyle/>
          <a:p>
            <a:r>
              <a:rPr lang="en-US" dirty="0"/>
              <a:t>Unrestricted | © Siemens 2022 | DI FA | 08.12.2022</a:t>
            </a:r>
          </a:p>
        </p:txBody>
      </p:sp>
      <p:sp>
        <p:nvSpPr>
          <p:cNvPr id="10" name="Pfeil: Fünfeck 9">
            <a:extLst>
              <a:ext uri="{FF2B5EF4-FFF2-40B4-BE49-F238E27FC236}">
                <a16:creationId xmlns:a16="http://schemas.microsoft.com/office/drawing/2014/main" id="{38FE3D16-A682-43EF-A405-AEE47046542A}"/>
              </a:ext>
            </a:extLst>
          </p:cNvPr>
          <p:cNvSpPr/>
          <p:nvPr/>
        </p:nvSpPr>
        <p:spPr>
          <a:xfrm>
            <a:off x="2271504" y="2951708"/>
            <a:ext cx="2963821" cy="640956"/>
          </a:xfrm>
          <a:prstGeom prst="homePlate">
            <a:avLst/>
          </a:prstGeom>
          <a:solidFill>
            <a:srgbClr val="009999"/>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RUN</a:t>
            </a:r>
            <a:br>
              <a:rPr lang="en-US" sz="1600" dirty="0"/>
            </a:br>
            <a:r>
              <a:rPr lang="en-US" sz="1100" dirty="0"/>
              <a:t>(Primary)</a:t>
            </a:r>
            <a:endParaRPr lang="en-US" sz="1600" dirty="0"/>
          </a:p>
        </p:txBody>
      </p:sp>
      <p:sp>
        <p:nvSpPr>
          <p:cNvPr id="11" name="Pfeil: Fünfeck 10">
            <a:extLst>
              <a:ext uri="{FF2B5EF4-FFF2-40B4-BE49-F238E27FC236}">
                <a16:creationId xmlns:a16="http://schemas.microsoft.com/office/drawing/2014/main" id="{DC439FA8-C617-410D-A860-A79DF75BB216}"/>
              </a:ext>
            </a:extLst>
          </p:cNvPr>
          <p:cNvSpPr/>
          <p:nvPr/>
        </p:nvSpPr>
        <p:spPr>
          <a:xfrm>
            <a:off x="2271503" y="4228908"/>
            <a:ext cx="940833" cy="640956"/>
          </a:xfrm>
          <a:prstGeom prst="homePlate">
            <a:avLst/>
          </a:prstGeom>
          <a:solidFill>
            <a:srgbClr val="009999"/>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dirty="0"/>
              <a:t>RUN</a:t>
            </a:r>
            <a:br>
              <a:rPr lang="en-US" sz="1600" dirty="0"/>
            </a:br>
            <a:r>
              <a:rPr lang="en-US" sz="1100" dirty="0"/>
              <a:t>(Backup)</a:t>
            </a:r>
            <a:endParaRPr lang="en-US" sz="1600" dirty="0"/>
          </a:p>
        </p:txBody>
      </p:sp>
      <p:sp>
        <p:nvSpPr>
          <p:cNvPr id="19" name="Pfeil: Fünfeck 18">
            <a:extLst>
              <a:ext uri="{FF2B5EF4-FFF2-40B4-BE49-F238E27FC236}">
                <a16:creationId xmlns:a16="http://schemas.microsoft.com/office/drawing/2014/main" id="{6ADB2E78-B8FA-4FB7-9020-C75231CE1B58}"/>
              </a:ext>
            </a:extLst>
          </p:cNvPr>
          <p:cNvSpPr/>
          <p:nvPr/>
        </p:nvSpPr>
        <p:spPr>
          <a:xfrm>
            <a:off x="3226818" y="4228908"/>
            <a:ext cx="2008507" cy="640956"/>
          </a:xfrm>
          <a:prstGeom prst="homePlate">
            <a:avLst/>
          </a:prstGeom>
          <a:solidFill>
            <a:srgbClr val="879BAA"/>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solidFill>
                  <a:schemeClr val="bg1"/>
                </a:solidFill>
              </a:rPr>
              <a:t>STOP</a:t>
            </a:r>
            <a:br>
              <a:rPr lang="en-US" sz="1600" dirty="0">
                <a:solidFill>
                  <a:schemeClr val="bg1"/>
                </a:solidFill>
              </a:rPr>
            </a:br>
            <a:r>
              <a:rPr lang="en-US" sz="1100" dirty="0">
                <a:solidFill>
                  <a:schemeClr val="bg1"/>
                </a:solidFill>
              </a:rPr>
              <a:t>(with new project)</a:t>
            </a:r>
            <a:endParaRPr lang="en-US" sz="1600" dirty="0">
              <a:solidFill>
                <a:schemeClr val="bg1"/>
              </a:solidFill>
            </a:endParaRPr>
          </a:p>
        </p:txBody>
      </p:sp>
      <p:sp>
        <p:nvSpPr>
          <p:cNvPr id="22" name="Pfeil: Fünfeck 21">
            <a:extLst>
              <a:ext uri="{FF2B5EF4-FFF2-40B4-BE49-F238E27FC236}">
                <a16:creationId xmlns:a16="http://schemas.microsoft.com/office/drawing/2014/main" id="{43018C34-30D7-4A9B-AA95-980F2FB56C20}"/>
              </a:ext>
            </a:extLst>
          </p:cNvPr>
          <p:cNvSpPr/>
          <p:nvPr/>
        </p:nvSpPr>
        <p:spPr>
          <a:xfrm>
            <a:off x="5235327" y="2951708"/>
            <a:ext cx="1038837" cy="640956"/>
          </a:xfrm>
          <a:prstGeom prst="homePlate">
            <a:avLst/>
          </a:prstGeom>
          <a:solidFill>
            <a:srgbClr val="879BAA"/>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solidFill>
                  <a:schemeClr val="bg1"/>
                </a:solidFill>
              </a:rPr>
              <a:t>STOP</a:t>
            </a:r>
            <a:br>
              <a:rPr lang="en-US" sz="1600" dirty="0">
                <a:solidFill>
                  <a:schemeClr val="bg1"/>
                </a:solidFill>
              </a:rPr>
            </a:br>
            <a:r>
              <a:rPr lang="en-US" sz="1100" dirty="0">
                <a:solidFill>
                  <a:schemeClr val="bg1"/>
                </a:solidFill>
              </a:rPr>
              <a:t>(with old project)</a:t>
            </a:r>
            <a:endParaRPr lang="en-US" sz="1600" dirty="0">
              <a:solidFill>
                <a:schemeClr val="bg1"/>
              </a:solidFill>
            </a:endParaRPr>
          </a:p>
        </p:txBody>
      </p:sp>
      <p:sp>
        <p:nvSpPr>
          <p:cNvPr id="25" name="Pfeil: Fünfeck 24">
            <a:extLst>
              <a:ext uri="{FF2B5EF4-FFF2-40B4-BE49-F238E27FC236}">
                <a16:creationId xmlns:a16="http://schemas.microsoft.com/office/drawing/2014/main" id="{78FEFE82-367B-4560-B8BF-A78AAFC05775}"/>
              </a:ext>
            </a:extLst>
          </p:cNvPr>
          <p:cNvSpPr/>
          <p:nvPr/>
        </p:nvSpPr>
        <p:spPr>
          <a:xfrm>
            <a:off x="6274165" y="4228908"/>
            <a:ext cx="1563550" cy="640956"/>
          </a:xfrm>
          <a:prstGeom prst="homePlate">
            <a:avLst/>
          </a:prstGeom>
          <a:solidFill>
            <a:srgbClr val="006487"/>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RUN</a:t>
            </a:r>
            <a:br>
              <a:rPr lang="en-US" sz="1600" dirty="0"/>
            </a:br>
            <a:r>
              <a:rPr lang="en-US" sz="1100" dirty="0"/>
              <a:t>(with new project)</a:t>
            </a:r>
            <a:endParaRPr lang="en-US" sz="1600" dirty="0"/>
          </a:p>
        </p:txBody>
      </p:sp>
      <p:sp>
        <p:nvSpPr>
          <p:cNvPr id="28" name="Pfeil: Fünfeck 27">
            <a:extLst>
              <a:ext uri="{FF2B5EF4-FFF2-40B4-BE49-F238E27FC236}">
                <a16:creationId xmlns:a16="http://schemas.microsoft.com/office/drawing/2014/main" id="{0B1DFB12-E7BD-4097-A265-54C26178A822}"/>
              </a:ext>
            </a:extLst>
          </p:cNvPr>
          <p:cNvSpPr/>
          <p:nvPr/>
        </p:nvSpPr>
        <p:spPr>
          <a:xfrm>
            <a:off x="6274164" y="2951708"/>
            <a:ext cx="1563550" cy="640956"/>
          </a:xfrm>
          <a:prstGeom prst="homePlate">
            <a:avLst/>
          </a:prstGeom>
          <a:solidFill>
            <a:srgbClr val="006487"/>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SYNCUP</a:t>
            </a:r>
            <a:br>
              <a:rPr lang="en-US" sz="1600" dirty="0"/>
            </a:br>
            <a:r>
              <a:rPr lang="en-US" sz="1100" dirty="0"/>
              <a:t>(New project will be</a:t>
            </a:r>
            <a:br>
              <a:rPr lang="en-US" sz="1100" dirty="0"/>
            </a:br>
            <a:r>
              <a:rPr lang="en-US" sz="1100" dirty="0"/>
              <a:t>transferred)</a:t>
            </a:r>
            <a:endParaRPr lang="en-US" sz="1600" dirty="0"/>
          </a:p>
        </p:txBody>
      </p:sp>
      <p:sp>
        <p:nvSpPr>
          <p:cNvPr id="29" name="Pfeil: nach unten 28">
            <a:extLst>
              <a:ext uri="{FF2B5EF4-FFF2-40B4-BE49-F238E27FC236}">
                <a16:creationId xmlns:a16="http://schemas.microsoft.com/office/drawing/2014/main" id="{8C778B68-10ED-4AFD-A9F8-F66F4D041813}"/>
              </a:ext>
            </a:extLst>
          </p:cNvPr>
          <p:cNvSpPr/>
          <p:nvPr/>
        </p:nvSpPr>
        <p:spPr>
          <a:xfrm rot="10800000">
            <a:off x="6921992" y="3596889"/>
            <a:ext cx="422019" cy="606667"/>
          </a:xfrm>
          <a:prstGeom prst="downArrow">
            <a:avLst/>
          </a:prstGeom>
          <a:solidFill>
            <a:srgbClr val="0064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0" name="Textfeld 29">
            <a:extLst>
              <a:ext uri="{FF2B5EF4-FFF2-40B4-BE49-F238E27FC236}">
                <a16:creationId xmlns:a16="http://schemas.microsoft.com/office/drawing/2014/main" id="{43D392F7-6529-47E3-9AD9-FDC2D474FB93}"/>
              </a:ext>
            </a:extLst>
          </p:cNvPr>
          <p:cNvSpPr txBox="1"/>
          <p:nvPr/>
        </p:nvSpPr>
        <p:spPr>
          <a:xfrm>
            <a:off x="7290909" y="3666336"/>
            <a:ext cx="1571264" cy="600164"/>
          </a:xfrm>
          <a:prstGeom prst="rect">
            <a:avLst/>
          </a:prstGeom>
          <a:noFill/>
        </p:spPr>
        <p:txBody>
          <a:bodyPr wrap="none" rtlCol="0">
            <a:spAutoFit/>
          </a:bodyPr>
          <a:lstStyle/>
          <a:p>
            <a:r>
              <a:rPr lang="en-US" sz="1100" b="1" dirty="0">
                <a:solidFill>
                  <a:schemeClr val="bg1"/>
                </a:solidFill>
              </a:rPr>
              <a:t>SYNCUP</a:t>
            </a:r>
          </a:p>
          <a:p>
            <a:r>
              <a:rPr lang="en-US" sz="1100" dirty="0">
                <a:solidFill>
                  <a:schemeClr val="bg1"/>
                </a:solidFill>
              </a:rPr>
              <a:t>Project is </a:t>
            </a:r>
          </a:p>
          <a:p>
            <a:r>
              <a:rPr lang="en-US" sz="1100" dirty="0">
                <a:solidFill>
                  <a:schemeClr val="bg1"/>
                </a:solidFill>
              </a:rPr>
              <a:t>Transfer automatically</a:t>
            </a:r>
          </a:p>
        </p:txBody>
      </p:sp>
      <p:sp>
        <p:nvSpPr>
          <p:cNvPr id="46" name="Pfeil: nach unten 45">
            <a:extLst>
              <a:ext uri="{FF2B5EF4-FFF2-40B4-BE49-F238E27FC236}">
                <a16:creationId xmlns:a16="http://schemas.microsoft.com/office/drawing/2014/main" id="{F79F78F0-3247-4A5A-B842-CEE4187383F4}"/>
              </a:ext>
            </a:extLst>
          </p:cNvPr>
          <p:cNvSpPr/>
          <p:nvPr/>
        </p:nvSpPr>
        <p:spPr>
          <a:xfrm>
            <a:off x="5062462" y="2488425"/>
            <a:ext cx="346207" cy="418594"/>
          </a:xfrm>
          <a:prstGeom prst="downArrow">
            <a:avLst/>
          </a:prstGeom>
          <a:solidFill>
            <a:srgbClr val="879BAA"/>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2</a:t>
            </a:r>
          </a:p>
        </p:txBody>
      </p:sp>
      <p:sp>
        <p:nvSpPr>
          <p:cNvPr id="47" name="Textfeld 46">
            <a:extLst>
              <a:ext uri="{FF2B5EF4-FFF2-40B4-BE49-F238E27FC236}">
                <a16:creationId xmlns:a16="http://schemas.microsoft.com/office/drawing/2014/main" id="{1AC061A9-10B2-4355-BF7C-DE66DBE5249D}"/>
              </a:ext>
            </a:extLst>
          </p:cNvPr>
          <p:cNvSpPr txBox="1"/>
          <p:nvPr/>
        </p:nvSpPr>
        <p:spPr>
          <a:xfrm>
            <a:off x="4585451" y="2389050"/>
            <a:ext cx="452047" cy="369332"/>
          </a:xfrm>
          <a:prstGeom prst="rect">
            <a:avLst/>
          </a:prstGeom>
          <a:noFill/>
        </p:spPr>
        <p:txBody>
          <a:bodyPr wrap="none" lIns="0" tIns="0" rIns="0" bIns="0" rtlCol="0">
            <a:spAutoFit/>
          </a:bodyPr>
          <a:lstStyle/>
          <a:p>
            <a:pPr algn="ctr"/>
            <a:r>
              <a:rPr lang="en-US" sz="1200" dirty="0">
                <a:solidFill>
                  <a:schemeClr val="bg1"/>
                </a:solidFill>
              </a:rPr>
              <a:t>CPU 1</a:t>
            </a:r>
            <a:br>
              <a:rPr lang="en-US" sz="1200" dirty="0">
                <a:solidFill>
                  <a:schemeClr val="bg1"/>
                </a:solidFill>
              </a:rPr>
            </a:br>
            <a:r>
              <a:rPr lang="en-US" sz="1200" dirty="0">
                <a:solidFill>
                  <a:schemeClr val="bg1"/>
                </a:solidFill>
              </a:rPr>
              <a:t>stop</a:t>
            </a:r>
          </a:p>
        </p:txBody>
      </p:sp>
      <p:sp>
        <p:nvSpPr>
          <p:cNvPr id="50" name="Pfeil: nach unten 49">
            <a:extLst>
              <a:ext uri="{FF2B5EF4-FFF2-40B4-BE49-F238E27FC236}">
                <a16:creationId xmlns:a16="http://schemas.microsoft.com/office/drawing/2014/main" id="{6DD6A835-EA9E-4889-9948-85A158C41504}"/>
              </a:ext>
            </a:extLst>
          </p:cNvPr>
          <p:cNvSpPr/>
          <p:nvPr/>
        </p:nvSpPr>
        <p:spPr>
          <a:xfrm>
            <a:off x="6103898" y="2508519"/>
            <a:ext cx="346207" cy="418595"/>
          </a:xfrm>
          <a:prstGeom prst="downArrow">
            <a:avLst/>
          </a:prstGeom>
          <a:solidFill>
            <a:srgbClr val="879BAA"/>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4</a:t>
            </a:r>
          </a:p>
        </p:txBody>
      </p:sp>
      <p:sp>
        <p:nvSpPr>
          <p:cNvPr id="51" name="Textfeld 50">
            <a:extLst>
              <a:ext uri="{FF2B5EF4-FFF2-40B4-BE49-F238E27FC236}">
                <a16:creationId xmlns:a16="http://schemas.microsoft.com/office/drawing/2014/main" id="{44E00E0F-D030-46BD-89A9-BC5BEE7BC845}"/>
              </a:ext>
            </a:extLst>
          </p:cNvPr>
          <p:cNvSpPr txBox="1"/>
          <p:nvPr/>
        </p:nvSpPr>
        <p:spPr>
          <a:xfrm>
            <a:off x="6452311" y="2389050"/>
            <a:ext cx="469680" cy="369332"/>
          </a:xfrm>
          <a:prstGeom prst="rect">
            <a:avLst/>
          </a:prstGeom>
          <a:noFill/>
        </p:spPr>
        <p:txBody>
          <a:bodyPr wrap="none" lIns="0" tIns="0" rIns="0" bIns="0" rtlCol="0">
            <a:spAutoFit/>
          </a:bodyPr>
          <a:lstStyle/>
          <a:p>
            <a:pPr algn="ctr"/>
            <a:r>
              <a:rPr lang="en-US" sz="1200" dirty="0">
                <a:solidFill>
                  <a:schemeClr val="bg1"/>
                </a:solidFill>
              </a:rPr>
              <a:t>CPU 1</a:t>
            </a:r>
            <a:br>
              <a:rPr lang="en-US" sz="1200" dirty="0">
                <a:solidFill>
                  <a:schemeClr val="bg1"/>
                </a:solidFill>
              </a:rPr>
            </a:br>
            <a:r>
              <a:rPr lang="en-US" sz="1200" dirty="0">
                <a:solidFill>
                  <a:schemeClr val="bg1"/>
                </a:solidFill>
              </a:rPr>
              <a:t>start</a:t>
            </a:r>
          </a:p>
        </p:txBody>
      </p:sp>
      <p:sp>
        <p:nvSpPr>
          <p:cNvPr id="55" name="Textfeld 54">
            <a:extLst>
              <a:ext uri="{FF2B5EF4-FFF2-40B4-BE49-F238E27FC236}">
                <a16:creationId xmlns:a16="http://schemas.microsoft.com/office/drawing/2014/main" id="{E99A2151-C3ED-4216-84B9-7093216A3922}"/>
              </a:ext>
            </a:extLst>
          </p:cNvPr>
          <p:cNvSpPr txBox="1"/>
          <p:nvPr/>
        </p:nvSpPr>
        <p:spPr>
          <a:xfrm>
            <a:off x="2513856" y="5335426"/>
            <a:ext cx="1578310" cy="369332"/>
          </a:xfrm>
          <a:prstGeom prst="rect">
            <a:avLst/>
          </a:prstGeom>
          <a:solidFill>
            <a:schemeClr val="tx1"/>
          </a:solidFill>
        </p:spPr>
        <p:txBody>
          <a:bodyPr wrap="square" lIns="0" tIns="0" rIns="0" bIns="0" rtlCol="0">
            <a:spAutoFit/>
          </a:bodyPr>
          <a:lstStyle/>
          <a:p>
            <a:pPr algn="ctr"/>
            <a:r>
              <a:rPr lang="en-US" sz="1200" dirty="0">
                <a:solidFill>
                  <a:schemeClr val="bg1"/>
                </a:solidFill>
              </a:rPr>
              <a:t>Stop CPU 2 </a:t>
            </a:r>
          </a:p>
          <a:p>
            <a:pPr algn="ctr"/>
            <a:r>
              <a:rPr lang="en-US" sz="1200" dirty="0">
                <a:solidFill>
                  <a:schemeClr val="bg1"/>
                </a:solidFill>
              </a:rPr>
              <a:t>and load new project </a:t>
            </a:r>
            <a:r>
              <a:rPr lang="en-US" sz="1200" baseline="30000" dirty="0">
                <a:solidFill>
                  <a:schemeClr val="bg1"/>
                </a:solidFill>
              </a:rPr>
              <a:t>1)</a:t>
            </a:r>
          </a:p>
        </p:txBody>
      </p:sp>
      <p:sp>
        <p:nvSpPr>
          <p:cNvPr id="61" name="Textfeld 60">
            <a:extLst>
              <a:ext uri="{FF2B5EF4-FFF2-40B4-BE49-F238E27FC236}">
                <a16:creationId xmlns:a16="http://schemas.microsoft.com/office/drawing/2014/main" id="{D9C66E46-C988-498D-AECD-7CA2CE0F32EC}"/>
              </a:ext>
            </a:extLst>
          </p:cNvPr>
          <p:cNvSpPr txBox="1"/>
          <p:nvPr/>
        </p:nvSpPr>
        <p:spPr>
          <a:xfrm>
            <a:off x="5000485" y="5321992"/>
            <a:ext cx="469680" cy="369332"/>
          </a:xfrm>
          <a:prstGeom prst="rect">
            <a:avLst/>
          </a:prstGeom>
          <a:solidFill>
            <a:schemeClr val="tx1"/>
          </a:solidFill>
        </p:spPr>
        <p:txBody>
          <a:bodyPr wrap="none" lIns="0" tIns="0" rIns="0" bIns="0" rtlCol="0">
            <a:spAutoFit/>
          </a:bodyPr>
          <a:lstStyle/>
          <a:p>
            <a:pPr algn="ctr"/>
            <a:r>
              <a:rPr lang="en-US" sz="1200" dirty="0">
                <a:solidFill>
                  <a:schemeClr val="bg1"/>
                </a:solidFill>
              </a:rPr>
              <a:t>CPU 2</a:t>
            </a:r>
            <a:br>
              <a:rPr lang="en-US" sz="1200" dirty="0">
                <a:solidFill>
                  <a:schemeClr val="bg1"/>
                </a:solidFill>
              </a:rPr>
            </a:br>
            <a:r>
              <a:rPr lang="en-US" sz="1200" dirty="0">
                <a:solidFill>
                  <a:schemeClr val="bg1"/>
                </a:solidFill>
              </a:rPr>
              <a:t>start</a:t>
            </a:r>
          </a:p>
        </p:txBody>
      </p:sp>
      <p:sp>
        <p:nvSpPr>
          <p:cNvPr id="66" name="Pfeil: Fünfeck 65">
            <a:extLst>
              <a:ext uri="{FF2B5EF4-FFF2-40B4-BE49-F238E27FC236}">
                <a16:creationId xmlns:a16="http://schemas.microsoft.com/office/drawing/2014/main" id="{81A91DA1-3BD8-4C55-8CD6-918EF71E5176}"/>
              </a:ext>
            </a:extLst>
          </p:cNvPr>
          <p:cNvSpPr/>
          <p:nvPr/>
        </p:nvSpPr>
        <p:spPr>
          <a:xfrm>
            <a:off x="7860860" y="4225973"/>
            <a:ext cx="1219792" cy="640956"/>
          </a:xfrm>
          <a:prstGeom prst="homePlate">
            <a:avLst/>
          </a:prstGeom>
          <a:solidFill>
            <a:srgbClr val="006487"/>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RUN</a:t>
            </a:r>
            <a:br>
              <a:rPr lang="en-US" sz="1600" dirty="0"/>
            </a:br>
            <a:r>
              <a:rPr lang="en-US" sz="1100" dirty="0"/>
              <a:t>(Primary)</a:t>
            </a:r>
            <a:endParaRPr lang="en-US" sz="1600" dirty="0"/>
          </a:p>
        </p:txBody>
      </p:sp>
      <p:sp>
        <p:nvSpPr>
          <p:cNvPr id="67" name="Pfeil: Fünfeck 66">
            <a:extLst>
              <a:ext uri="{FF2B5EF4-FFF2-40B4-BE49-F238E27FC236}">
                <a16:creationId xmlns:a16="http://schemas.microsoft.com/office/drawing/2014/main" id="{42024AE8-0DBC-4CDB-BB87-61EDDC50FF6F}"/>
              </a:ext>
            </a:extLst>
          </p:cNvPr>
          <p:cNvSpPr/>
          <p:nvPr/>
        </p:nvSpPr>
        <p:spPr>
          <a:xfrm>
            <a:off x="7860860" y="2948313"/>
            <a:ext cx="1219792" cy="640956"/>
          </a:xfrm>
          <a:prstGeom prst="homePlate">
            <a:avLst/>
          </a:prstGeom>
          <a:solidFill>
            <a:srgbClr val="006487"/>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RUN</a:t>
            </a:r>
            <a:br>
              <a:rPr lang="en-US" sz="1600" dirty="0"/>
            </a:br>
            <a:r>
              <a:rPr lang="en-US" sz="1100" dirty="0"/>
              <a:t>(Backup)</a:t>
            </a:r>
            <a:endParaRPr lang="en-US" sz="1600" dirty="0"/>
          </a:p>
        </p:txBody>
      </p:sp>
      <p:sp>
        <p:nvSpPr>
          <p:cNvPr id="68" name="Text Box 5">
            <a:extLst>
              <a:ext uri="{FF2B5EF4-FFF2-40B4-BE49-F238E27FC236}">
                <a16:creationId xmlns:a16="http://schemas.microsoft.com/office/drawing/2014/main" id="{787B6039-5DFA-4534-BE43-7C30825326E2}"/>
              </a:ext>
            </a:extLst>
          </p:cNvPr>
          <p:cNvSpPr txBox="1">
            <a:spLocks noChangeArrowheads="1"/>
          </p:cNvSpPr>
          <p:nvPr>
            <p:custDataLst>
              <p:tags r:id="rId1"/>
            </p:custDataLst>
          </p:nvPr>
        </p:nvSpPr>
        <p:spPr bwMode="auto">
          <a:xfrm>
            <a:off x="644834" y="1274055"/>
            <a:ext cx="11046977" cy="945108"/>
          </a:xfrm>
          <a:prstGeom prst="rect">
            <a:avLst/>
          </a:prstGeom>
          <a:gradFill>
            <a:gsLst>
              <a:gs pos="83000">
                <a:srgbClr val="41AAC8"/>
              </a:gs>
              <a:gs pos="50000">
                <a:srgbClr val="32A0A0"/>
              </a:gs>
              <a:gs pos="0">
                <a:srgbClr val="4BB9B9"/>
              </a:gs>
              <a:gs pos="100000">
                <a:srgbClr val="2387AA"/>
              </a:gs>
            </a:gsLst>
            <a:lin ang="0" scaled="0"/>
          </a:gradFill>
          <a:ln>
            <a:noFill/>
          </a:ln>
          <a:effectLst/>
        </p:spPr>
        <p:txBody>
          <a:bodyPr lIns="89953" tIns="46776" rIns="89953" bIns="46776" anchor="ctr" anchorCtr="0"/>
          <a:lstStyle>
            <a:defPPr>
              <a:defRPr lang="en-US"/>
            </a:defPPr>
            <a:lvl1pPr algn="ctr" defTabSz="762000" eaLnBrk="0" hangingPunct="0">
              <a:spcBef>
                <a:spcPct val="0"/>
              </a:spcBef>
              <a:buClrTx/>
              <a:buFontTx/>
              <a:buNone/>
              <a:defRPr sz="1799" b="1">
                <a:solidFill>
                  <a:srgbClr val="FFFFFF"/>
                </a:solidFill>
                <a:latin typeface="Arial" panose="020B0604020202020204" pitchFamily="34" charset="0"/>
              </a:defRPr>
            </a:lvl1pPr>
            <a:lvl2pPr marL="742950" indent="-285750" defTabSz="762000" eaLnBrk="0" hangingPunct="0">
              <a:defRPr sz="2000">
                <a:latin typeface="Arial" charset="0"/>
              </a:defRPr>
            </a:lvl2pPr>
            <a:lvl3pPr marL="1143000" indent="-228600" defTabSz="762000" eaLnBrk="0" hangingPunct="0">
              <a:defRPr sz="2000">
                <a:latin typeface="Arial" charset="0"/>
              </a:defRPr>
            </a:lvl3pPr>
            <a:lvl4pPr marL="1600200" indent="-228600" defTabSz="762000" eaLnBrk="0" hangingPunct="0">
              <a:defRPr sz="2000">
                <a:latin typeface="Arial" charset="0"/>
              </a:defRPr>
            </a:lvl4pPr>
            <a:lvl5pPr marL="2057400" indent="-228600" defTabSz="762000" eaLnBrk="0" hangingPunct="0">
              <a:defRPr sz="2000">
                <a:latin typeface="Arial" charset="0"/>
              </a:defRPr>
            </a:lvl5pPr>
            <a:lvl6pPr marL="25146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6pPr>
            <a:lvl7pPr marL="29718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7pPr>
            <a:lvl8pPr marL="34290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8pPr>
            <a:lvl9pPr marL="38862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9pPr>
          </a:lstStyle>
          <a:p>
            <a:pPr algn="l"/>
            <a:r>
              <a:rPr lang="en-US" b="0" dirty="0">
                <a:solidFill>
                  <a:schemeClr val="bg1"/>
                </a:solidFill>
              </a:rPr>
              <a:t>Changes to the hardware configuration can only be loaded in the STOP state of a CPU. </a:t>
            </a:r>
          </a:p>
          <a:p>
            <a:pPr algn="l"/>
            <a:r>
              <a:rPr lang="en-US" b="0" dirty="0">
                <a:solidFill>
                  <a:schemeClr val="bg1"/>
                </a:solidFill>
              </a:rPr>
              <a:t>To minimize downtime, the following procedure is recommended:</a:t>
            </a:r>
          </a:p>
        </p:txBody>
      </p:sp>
      <p:sp>
        <p:nvSpPr>
          <p:cNvPr id="36" name="Pfeil: Fünfeck 35">
            <a:extLst>
              <a:ext uri="{FF2B5EF4-FFF2-40B4-BE49-F238E27FC236}">
                <a16:creationId xmlns:a16="http://schemas.microsoft.com/office/drawing/2014/main" id="{7A19D7DF-68AB-4371-84A0-4852D5A8C127}"/>
              </a:ext>
            </a:extLst>
          </p:cNvPr>
          <p:cNvSpPr/>
          <p:nvPr/>
        </p:nvSpPr>
        <p:spPr>
          <a:xfrm>
            <a:off x="5238209" y="4220216"/>
            <a:ext cx="1005137" cy="640956"/>
          </a:xfrm>
          <a:prstGeom prst="homePlate">
            <a:avLst/>
          </a:prstGeom>
          <a:solidFill>
            <a:srgbClr val="006487"/>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Startup</a:t>
            </a:r>
            <a:endParaRPr lang="en-US" sz="1600" dirty="0"/>
          </a:p>
        </p:txBody>
      </p:sp>
      <p:sp>
        <p:nvSpPr>
          <p:cNvPr id="2" name="Pfeil: nach oben 1">
            <a:extLst>
              <a:ext uri="{FF2B5EF4-FFF2-40B4-BE49-F238E27FC236}">
                <a16:creationId xmlns:a16="http://schemas.microsoft.com/office/drawing/2014/main" id="{88A5B28F-FA42-49C8-95C5-2209FCC106C5}"/>
              </a:ext>
            </a:extLst>
          </p:cNvPr>
          <p:cNvSpPr/>
          <p:nvPr/>
        </p:nvSpPr>
        <p:spPr>
          <a:xfrm>
            <a:off x="3058042" y="4903559"/>
            <a:ext cx="341725" cy="418982"/>
          </a:xfrm>
          <a:prstGeom prst="upArrow">
            <a:avLst/>
          </a:prstGeom>
          <a:solidFill>
            <a:srgbClr val="879BAA"/>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1</a:t>
            </a:r>
          </a:p>
        </p:txBody>
      </p:sp>
      <p:sp>
        <p:nvSpPr>
          <p:cNvPr id="40" name="Pfeil: nach oben 39">
            <a:extLst>
              <a:ext uri="{FF2B5EF4-FFF2-40B4-BE49-F238E27FC236}">
                <a16:creationId xmlns:a16="http://schemas.microsoft.com/office/drawing/2014/main" id="{62193807-2387-4D96-B25B-2ACF8BA5F327}"/>
              </a:ext>
            </a:extLst>
          </p:cNvPr>
          <p:cNvSpPr/>
          <p:nvPr/>
        </p:nvSpPr>
        <p:spPr>
          <a:xfrm>
            <a:off x="5088794" y="4888971"/>
            <a:ext cx="341725" cy="418982"/>
          </a:xfrm>
          <a:prstGeom prst="upArrow">
            <a:avLst/>
          </a:prstGeom>
          <a:solidFill>
            <a:srgbClr val="879BAA"/>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3</a:t>
            </a:r>
          </a:p>
        </p:txBody>
      </p:sp>
      <p:sp>
        <p:nvSpPr>
          <p:cNvPr id="3" name="Rechteck 2">
            <a:extLst>
              <a:ext uri="{FF2B5EF4-FFF2-40B4-BE49-F238E27FC236}">
                <a16:creationId xmlns:a16="http://schemas.microsoft.com/office/drawing/2014/main" id="{F3747195-329E-4766-8327-86A86661611E}"/>
              </a:ext>
            </a:extLst>
          </p:cNvPr>
          <p:cNvSpPr/>
          <p:nvPr/>
        </p:nvSpPr>
        <p:spPr>
          <a:xfrm>
            <a:off x="6274164" y="5905615"/>
            <a:ext cx="2806488" cy="283892"/>
          </a:xfrm>
          <a:prstGeom prst="rect">
            <a:avLst/>
          </a:prstGeom>
          <a:solidFill>
            <a:srgbClr val="006487"/>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200" dirty="0"/>
              <a:t>New project is active</a:t>
            </a:r>
          </a:p>
        </p:txBody>
      </p:sp>
      <p:sp>
        <p:nvSpPr>
          <p:cNvPr id="42" name="Rechteck 41">
            <a:extLst>
              <a:ext uri="{FF2B5EF4-FFF2-40B4-BE49-F238E27FC236}">
                <a16:creationId xmlns:a16="http://schemas.microsoft.com/office/drawing/2014/main" id="{96A75AF8-A913-4BB4-BF56-CA0C2FA6761F}"/>
              </a:ext>
            </a:extLst>
          </p:cNvPr>
          <p:cNvSpPr/>
          <p:nvPr/>
        </p:nvSpPr>
        <p:spPr>
          <a:xfrm>
            <a:off x="2193997" y="5905615"/>
            <a:ext cx="3041328" cy="283892"/>
          </a:xfrm>
          <a:prstGeom prst="rect">
            <a:avLst/>
          </a:prstGeom>
          <a:solidFill>
            <a:srgbClr val="009999"/>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Previous project is active</a:t>
            </a:r>
          </a:p>
        </p:txBody>
      </p:sp>
      <p:sp>
        <p:nvSpPr>
          <p:cNvPr id="6" name="Textfeld 5">
            <a:extLst>
              <a:ext uri="{FF2B5EF4-FFF2-40B4-BE49-F238E27FC236}">
                <a16:creationId xmlns:a16="http://schemas.microsoft.com/office/drawing/2014/main" id="{40EDC261-67CE-02B6-28D5-B0E8429993A1}"/>
              </a:ext>
            </a:extLst>
          </p:cNvPr>
          <p:cNvSpPr txBox="1"/>
          <p:nvPr/>
        </p:nvSpPr>
        <p:spPr>
          <a:xfrm>
            <a:off x="3388231" y="6249244"/>
            <a:ext cx="3847207" cy="123111"/>
          </a:xfrm>
          <a:prstGeom prst="rect">
            <a:avLst/>
          </a:prstGeom>
          <a:noFill/>
        </p:spPr>
        <p:txBody>
          <a:bodyPr wrap="none" lIns="0" tIns="0" rIns="0" bIns="0" rtlCol="0">
            <a:spAutoFit/>
          </a:bodyPr>
          <a:lstStyle/>
          <a:p>
            <a:pPr algn="l"/>
            <a:r>
              <a:rPr lang="en-US" sz="800" dirty="0">
                <a:solidFill>
                  <a:schemeClr val="bg1"/>
                </a:solidFill>
              </a:rPr>
              <a:t>1) Using the "Load into Backup CPU" function from the project tree of the TIA Portal </a:t>
            </a:r>
          </a:p>
        </p:txBody>
      </p:sp>
      <p:sp>
        <p:nvSpPr>
          <p:cNvPr id="8" name="Textfeld 7">
            <a:extLst>
              <a:ext uri="{FF2B5EF4-FFF2-40B4-BE49-F238E27FC236}">
                <a16:creationId xmlns:a16="http://schemas.microsoft.com/office/drawing/2014/main" id="{67A52C4D-B2CB-2B62-4A0D-6CA8CB0CE600}"/>
              </a:ext>
            </a:extLst>
          </p:cNvPr>
          <p:cNvSpPr txBox="1"/>
          <p:nvPr/>
        </p:nvSpPr>
        <p:spPr>
          <a:xfrm>
            <a:off x="573667" y="4177417"/>
            <a:ext cx="822817" cy="830997"/>
          </a:xfrm>
          <a:prstGeom prst="rect">
            <a:avLst/>
          </a:prstGeom>
          <a:noFill/>
        </p:spPr>
        <p:txBody>
          <a:bodyPr wrap="square" rtlCol="0">
            <a:spAutoFit/>
          </a:bodyPr>
          <a:lstStyle/>
          <a:p>
            <a:endParaRPr lang="en-US" sz="1600" dirty="0">
              <a:solidFill>
                <a:schemeClr val="bg1"/>
              </a:solidFill>
            </a:endParaRPr>
          </a:p>
          <a:p>
            <a:r>
              <a:rPr lang="en-US" sz="1600" dirty="0">
                <a:solidFill>
                  <a:schemeClr val="bg1"/>
                </a:solidFill>
              </a:rPr>
              <a:t>CPU 2</a:t>
            </a:r>
          </a:p>
          <a:p>
            <a:endParaRPr lang="en-US" sz="1600" dirty="0">
              <a:solidFill>
                <a:schemeClr val="bg1"/>
              </a:solidFill>
            </a:endParaRPr>
          </a:p>
        </p:txBody>
      </p:sp>
      <p:sp>
        <p:nvSpPr>
          <p:cNvPr id="12" name="Rechteck: abgerundete Ecken 11">
            <a:extLst>
              <a:ext uri="{FF2B5EF4-FFF2-40B4-BE49-F238E27FC236}">
                <a16:creationId xmlns:a16="http://schemas.microsoft.com/office/drawing/2014/main" id="{12823CCF-8555-9773-6971-791B85086A9F}"/>
              </a:ext>
            </a:extLst>
          </p:cNvPr>
          <p:cNvSpPr/>
          <p:nvPr/>
        </p:nvSpPr>
        <p:spPr>
          <a:xfrm>
            <a:off x="1080274" y="3577563"/>
            <a:ext cx="892620" cy="830998"/>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13" name="Grafik 12">
            <a:extLst>
              <a:ext uri="{FF2B5EF4-FFF2-40B4-BE49-F238E27FC236}">
                <a16:creationId xmlns:a16="http://schemas.microsoft.com/office/drawing/2014/main" id="{0A1C3AEB-7B01-E84F-3DD9-C3E9EDEB5717}"/>
              </a:ext>
            </a:extLst>
          </p:cNvPr>
          <p:cNvPicPr>
            <a:picLocks noChangeAspect="1"/>
          </p:cNvPicPr>
          <p:nvPr/>
        </p:nvPicPr>
        <p:blipFill>
          <a:blip r:embed="rId3"/>
          <a:stretch>
            <a:fillRect/>
          </a:stretch>
        </p:blipFill>
        <p:spPr>
          <a:xfrm>
            <a:off x="1263113" y="2855867"/>
            <a:ext cx="600076" cy="934011"/>
          </a:xfrm>
          <a:prstGeom prst="rect">
            <a:avLst/>
          </a:prstGeom>
        </p:spPr>
      </p:pic>
      <p:pic>
        <p:nvPicPr>
          <p:cNvPr id="14" name="Grafik 13">
            <a:extLst>
              <a:ext uri="{FF2B5EF4-FFF2-40B4-BE49-F238E27FC236}">
                <a16:creationId xmlns:a16="http://schemas.microsoft.com/office/drawing/2014/main" id="{1DFEAB6E-49AE-8C60-81EA-0B6C7CF0D000}"/>
              </a:ext>
            </a:extLst>
          </p:cNvPr>
          <p:cNvPicPr>
            <a:picLocks noChangeAspect="1"/>
          </p:cNvPicPr>
          <p:nvPr/>
        </p:nvPicPr>
        <p:blipFill>
          <a:blip r:embed="rId3"/>
          <a:stretch>
            <a:fillRect/>
          </a:stretch>
        </p:blipFill>
        <p:spPr>
          <a:xfrm>
            <a:off x="1252453" y="4103491"/>
            <a:ext cx="600076" cy="934011"/>
          </a:xfrm>
          <a:prstGeom prst="rect">
            <a:avLst/>
          </a:prstGeom>
        </p:spPr>
      </p:pic>
      <p:sp>
        <p:nvSpPr>
          <p:cNvPr id="15" name="Textfeld 14">
            <a:extLst>
              <a:ext uri="{FF2B5EF4-FFF2-40B4-BE49-F238E27FC236}">
                <a16:creationId xmlns:a16="http://schemas.microsoft.com/office/drawing/2014/main" id="{40C0D7B7-14C0-0C65-AB6F-54B9308BE1AA}"/>
              </a:ext>
            </a:extLst>
          </p:cNvPr>
          <p:cNvSpPr txBox="1"/>
          <p:nvPr/>
        </p:nvSpPr>
        <p:spPr>
          <a:xfrm>
            <a:off x="557471" y="3145322"/>
            <a:ext cx="822817" cy="338554"/>
          </a:xfrm>
          <a:prstGeom prst="rect">
            <a:avLst/>
          </a:prstGeom>
          <a:noFill/>
        </p:spPr>
        <p:txBody>
          <a:bodyPr wrap="square" rtlCol="0">
            <a:spAutoFit/>
          </a:bodyPr>
          <a:lstStyle/>
          <a:p>
            <a:r>
              <a:rPr lang="en-US" sz="1600" dirty="0">
                <a:solidFill>
                  <a:schemeClr val="bg1"/>
                </a:solidFill>
              </a:rPr>
              <a:t>CPU 1</a:t>
            </a:r>
          </a:p>
        </p:txBody>
      </p:sp>
    </p:spTree>
    <p:extLst>
      <p:ext uri="{BB962C8B-B14F-4D97-AF65-F5344CB8AC3E}">
        <p14:creationId xmlns:p14="http://schemas.microsoft.com/office/powerpoint/2010/main" val="36347155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CBC9FA2F-BD6C-A26B-E0A9-4AC328BF8D66}"/>
              </a:ext>
            </a:extLst>
          </p:cNvPr>
          <p:cNvSpPr/>
          <p:nvPr/>
        </p:nvSpPr>
        <p:spPr>
          <a:xfrm>
            <a:off x="644833" y="2231025"/>
            <a:ext cx="11046977" cy="41481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2" name="Rechteck 61">
            <a:extLst>
              <a:ext uri="{FF2B5EF4-FFF2-40B4-BE49-F238E27FC236}">
                <a16:creationId xmlns:a16="http://schemas.microsoft.com/office/drawing/2014/main" id="{F948E975-EB59-4C66-8D21-287D993E5082}"/>
              </a:ext>
            </a:extLst>
          </p:cNvPr>
          <p:cNvSpPr/>
          <p:nvPr/>
        </p:nvSpPr>
        <p:spPr>
          <a:xfrm>
            <a:off x="7512057" y="3253761"/>
            <a:ext cx="1005138" cy="2958646"/>
          </a:xfrm>
          <a:prstGeom prst="rect">
            <a:avLst/>
          </a:prstGeom>
          <a:solidFill>
            <a:srgbClr val="D7D7CD"/>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endParaRPr lang="en-US" dirty="0"/>
          </a:p>
        </p:txBody>
      </p:sp>
      <p:sp>
        <p:nvSpPr>
          <p:cNvPr id="37" name="Rechteck 36">
            <a:extLst>
              <a:ext uri="{FF2B5EF4-FFF2-40B4-BE49-F238E27FC236}">
                <a16:creationId xmlns:a16="http://schemas.microsoft.com/office/drawing/2014/main" id="{5205A3E6-2DBA-4CD6-8275-A241C4EEB89B}"/>
              </a:ext>
            </a:extLst>
          </p:cNvPr>
          <p:cNvSpPr/>
          <p:nvPr/>
        </p:nvSpPr>
        <p:spPr>
          <a:xfrm>
            <a:off x="5235325" y="2948307"/>
            <a:ext cx="1024358" cy="3246821"/>
          </a:xfrm>
          <a:prstGeom prst="rect">
            <a:avLst/>
          </a:prstGeom>
          <a:solidFill>
            <a:srgbClr val="D7D7CD"/>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4" name="Textfeld 63">
            <a:extLst>
              <a:ext uri="{FF2B5EF4-FFF2-40B4-BE49-F238E27FC236}">
                <a16:creationId xmlns:a16="http://schemas.microsoft.com/office/drawing/2014/main" id="{3A7C8888-E716-497D-908C-77520494B1C0}"/>
              </a:ext>
            </a:extLst>
          </p:cNvPr>
          <p:cNvSpPr txBox="1"/>
          <p:nvPr/>
        </p:nvSpPr>
        <p:spPr>
          <a:xfrm>
            <a:off x="573667" y="4177417"/>
            <a:ext cx="822817" cy="830997"/>
          </a:xfrm>
          <a:prstGeom prst="rect">
            <a:avLst/>
          </a:prstGeom>
          <a:noFill/>
        </p:spPr>
        <p:txBody>
          <a:bodyPr wrap="square" rtlCol="0">
            <a:spAutoFit/>
          </a:bodyPr>
          <a:lstStyle/>
          <a:p>
            <a:endParaRPr lang="en-US" sz="1600" dirty="0">
              <a:solidFill>
                <a:schemeClr val="bg1"/>
              </a:solidFill>
            </a:endParaRPr>
          </a:p>
          <a:p>
            <a:r>
              <a:rPr lang="en-US" sz="1600" dirty="0">
                <a:solidFill>
                  <a:schemeClr val="bg1"/>
                </a:solidFill>
              </a:rPr>
              <a:t>CPU 2</a:t>
            </a:r>
          </a:p>
          <a:p>
            <a:endParaRPr lang="en-US" sz="1600" dirty="0">
              <a:solidFill>
                <a:schemeClr val="bg1"/>
              </a:solidFill>
            </a:endParaRPr>
          </a:p>
        </p:txBody>
      </p:sp>
      <p:sp>
        <p:nvSpPr>
          <p:cNvPr id="5" name="Titel 4">
            <a:extLst>
              <a:ext uri="{FF2B5EF4-FFF2-40B4-BE49-F238E27FC236}">
                <a16:creationId xmlns:a16="http://schemas.microsoft.com/office/drawing/2014/main" id="{062CE1CF-53A5-432F-BF9A-2769E50D8001}"/>
              </a:ext>
            </a:extLst>
          </p:cNvPr>
          <p:cNvSpPr>
            <a:spLocks noGrp="1"/>
          </p:cNvSpPr>
          <p:nvPr>
            <p:ph type="title"/>
          </p:nvPr>
        </p:nvSpPr>
        <p:spPr/>
        <p:txBody>
          <a:bodyPr/>
          <a:lstStyle/>
          <a:p>
            <a:r>
              <a:rPr lang="en-US" sz="2000" b="1" dirty="0"/>
              <a:t>Load project in S7-1500R/H</a:t>
            </a:r>
            <a:br>
              <a:rPr lang="en-US" sz="2000" b="1" dirty="0"/>
            </a:br>
            <a:r>
              <a:rPr lang="en-US" sz="2000" b="0" dirty="0"/>
              <a:t>Rollback to previous project status</a:t>
            </a:r>
            <a:br>
              <a:rPr lang="en-US" sz="2000" b="1" dirty="0"/>
            </a:br>
            <a:endParaRPr lang="en-US" dirty="0"/>
          </a:p>
        </p:txBody>
      </p:sp>
      <p:sp>
        <p:nvSpPr>
          <p:cNvPr id="83" name="Fußzeilenplatzhalter 3">
            <a:extLst>
              <a:ext uri="{FF2B5EF4-FFF2-40B4-BE49-F238E27FC236}">
                <a16:creationId xmlns:a16="http://schemas.microsoft.com/office/drawing/2014/main" id="{D1D28502-590D-4C29-9988-AAC3DF0976BF}"/>
              </a:ext>
            </a:extLst>
          </p:cNvPr>
          <p:cNvSpPr>
            <a:spLocks noGrp="1"/>
          </p:cNvSpPr>
          <p:nvPr>
            <p:ph type="ftr" sz="quarter" idx="10"/>
          </p:nvPr>
        </p:nvSpPr>
        <p:spPr/>
        <p:txBody>
          <a:bodyPr/>
          <a:lstStyle/>
          <a:p>
            <a:r>
              <a:rPr lang="en-US" dirty="0"/>
              <a:t>Unrestricted | © Siemens 2022 | DI FA | 08.12.2022</a:t>
            </a:r>
          </a:p>
        </p:txBody>
      </p:sp>
      <p:sp>
        <p:nvSpPr>
          <p:cNvPr id="9" name="Rechteck: abgerundete Ecken 8">
            <a:extLst>
              <a:ext uri="{FF2B5EF4-FFF2-40B4-BE49-F238E27FC236}">
                <a16:creationId xmlns:a16="http://schemas.microsoft.com/office/drawing/2014/main" id="{0D980E39-E9A3-40A7-AAD0-4D60AD7C60E3}"/>
              </a:ext>
            </a:extLst>
          </p:cNvPr>
          <p:cNvSpPr/>
          <p:nvPr/>
        </p:nvSpPr>
        <p:spPr>
          <a:xfrm>
            <a:off x="1080274" y="3577563"/>
            <a:ext cx="892620" cy="830998"/>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0" name="Pfeil: Fünfeck 9">
            <a:extLst>
              <a:ext uri="{FF2B5EF4-FFF2-40B4-BE49-F238E27FC236}">
                <a16:creationId xmlns:a16="http://schemas.microsoft.com/office/drawing/2014/main" id="{38FE3D16-A682-43EF-A405-AEE47046542A}"/>
              </a:ext>
            </a:extLst>
          </p:cNvPr>
          <p:cNvSpPr/>
          <p:nvPr/>
        </p:nvSpPr>
        <p:spPr>
          <a:xfrm>
            <a:off x="2271504" y="2951703"/>
            <a:ext cx="2963821" cy="640956"/>
          </a:xfrm>
          <a:prstGeom prst="homePlate">
            <a:avLst/>
          </a:prstGeom>
          <a:solidFill>
            <a:srgbClr val="009999"/>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RUN</a:t>
            </a:r>
            <a:br>
              <a:rPr lang="en-US" sz="1600" dirty="0"/>
            </a:br>
            <a:r>
              <a:rPr lang="en-US" sz="1100" dirty="0"/>
              <a:t>(Primary)</a:t>
            </a:r>
            <a:endParaRPr lang="en-US" sz="1600" dirty="0"/>
          </a:p>
        </p:txBody>
      </p:sp>
      <p:sp>
        <p:nvSpPr>
          <p:cNvPr id="11" name="Pfeil: Fünfeck 10">
            <a:extLst>
              <a:ext uri="{FF2B5EF4-FFF2-40B4-BE49-F238E27FC236}">
                <a16:creationId xmlns:a16="http://schemas.microsoft.com/office/drawing/2014/main" id="{DC439FA8-C617-410D-A860-A79DF75BB216}"/>
              </a:ext>
            </a:extLst>
          </p:cNvPr>
          <p:cNvSpPr/>
          <p:nvPr/>
        </p:nvSpPr>
        <p:spPr>
          <a:xfrm>
            <a:off x="2271503" y="4228903"/>
            <a:ext cx="940833" cy="640956"/>
          </a:xfrm>
          <a:prstGeom prst="homePlate">
            <a:avLst/>
          </a:prstGeom>
          <a:solidFill>
            <a:srgbClr val="009999"/>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dirty="0"/>
              <a:t>RUN</a:t>
            </a:r>
            <a:br>
              <a:rPr lang="en-US" sz="1600" dirty="0"/>
            </a:br>
            <a:r>
              <a:rPr lang="en-US" sz="1100" dirty="0"/>
              <a:t>(Backup)</a:t>
            </a:r>
            <a:endParaRPr lang="en-US" sz="1600" dirty="0"/>
          </a:p>
        </p:txBody>
      </p:sp>
      <p:sp>
        <p:nvSpPr>
          <p:cNvPr id="22" name="Pfeil: Fünfeck 21">
            <a:extLst>
              <a:ext uri="{FF2B5EF4-FFF2-40B4-BE49-F238E27FC236}">
                <a16:creationId xmlns:a16="http://schemas.microsoft.com/office/drawing/2014/main" id="{43018C34-30D7-4A9B-AA95-980F2FB56C20}"/>
              </a:ext>
            </a:extLst>
          </p:cNvPr>
          <p:cNvSpPr/>
          <p:nvPr/>
        </p:nvSpPr>
        <p:spPr>
          <a:xfrm>
            <a:off x="5235327" y="2951703"/>
            <a:ext cx="2306721" cy="640956"/>
          </a:xfrm>
          <a:prstGeom prst="homePlate">
            <a:avLst/>
          </a:prstGeom>
          <a:solidFill>
            <a:srgbClr val="879BAA"/>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solidFill>
                  <a:schemeClr val="bg1"/>
                </a:solidFill>
              </a:rPr>
              <a:t>STOP</a:t>
            </a:r>
            <a:br>
              <a:rPr lang="en-US" sz="1600" dirty="0">
                <a:solidFill>
                  <a:schemeClr val="bg1"/>
                </a:solidFill>
              </a:rPr>
            </a:br>
            <a:r>
              <a:rPr lang="en-US" sz="1100" dirty="0">
                <a:solidFill>
                  <a:schemeClr val="bg1"/>
                </a:solidFill>
              </a:rPr>
              <a:t>(with old project)</a:t>
            </a:r>
            <a:endParaRPr lang="en-US" sz="1600" dirty="0">
              <a:solidFill>
                <a:schemeClr val="bg1"/>
              </a:solidFill>
            </a:endParaRPr>
          </a:p>
        </p:txBody>
      </p:sp>
      <p:sp>
        <p:nvSpPr>
          <p:cNvPr id="28" name="Pfeil: Fünfeck 27">
            <a:extLst>
              <a:ext uri="{FF2B5EF4-FFF2-40B4-BE49-F238E27FC236}">
                <a16:creationId xmlns:a16="http://schemas.microsoft.com/office/drawing/2014/main" id="{0B1DFB12-E7BD-4097-A265-54C26178A822}"/>
              </a:ext>
            </a:extLst>
          </p:cNvPr>
          <p:cNvSpPr/>
          <p:nvPr/>
        </p:nvSpPr>
        <p:spPr>
          <a:xfrm>
            <a:off x="8504036" y="4227109"/>
            <a:ext cx="1740004" cy="640956"/>
          </a:xfrm>
          <a:prstGeom prst="homePlate">
            <a:avLst/>
          </a:prstGeom>
          <a:solidFill>
            <a:srgbClr val="009999"/>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SYNCUP</a:t>
            </a:r>
            <a:br>
              <a:rPr lang="en-US" sz="1600" dirty="0"/>
            </a:br>
            <a:r>
              <a:rPr lang="en-US" sz="1100" dirty="0"/>
              <a:t>(Old project is</a:t>
            </a:r>
            <a:br>
              <a:rPr lang="en-US" sz="1100" dirty="0"/>
            </a:br>
            <a:r>
              <a:rPr lang="en-US" sz="1100" dirty="0"/>
              <a:t>transferred)</a:t>
            </a:r>
            <a:endParaRPr lang="en-US" sz="1600" dirty="0"/>
          </a:p>
        </p:txBody>
      </p:sp>
      <p:sp>
        <p:nvSpPr>
          <p:cNvPr id="29" name="Pfeil: nach unten 28">
            <a:extLst>
              <a:ext uri="{FF2B5EF4-FFF2-40B4-BE49-F238E27FC236}">
                <a16:creationId xmlns:a16="http://schemas.microsoft.com/office/drawing/2014/main" id="{8C778B68-10ED-4AFD-A9F8-F66F4D041813}"/>
              </a:ext>
            </a:extLst>
          </p:cNvPr>
          <p:cNvSpPr/>
          <p:nvPr/>
        </p:nvSpPr>
        <p:spPr>
          <a:xfrm>
            <a:off x="8665067" y="3660420"/>
            <a:ext cx="422019" cy="54313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0" name="Textfeld 29">
            <a:extLst>
              <a:ext uri="{FF2B5EF4-FFF2-40B4-BE49-F238E27FC236}">
                <a16:creationId xmlns:a16="http://schemas.microsoft.com/office/drawing/2014/main" id="{43D392F7-6529-47E3-9AD9-FDC2D474FB93}"/>
              </a:ext>
            </a:extLst>
          </p:cNvPr>
          <p:cNvSpPr txBox="1"/>
          <p:nvPr/>
        </p:nvSpPr>
        <p:spPr>
          <a:xfrm>
            <a:off x="9033984" y="3666331"/>
            <a:ext cx="1571264" cy="600164"/>
          </a:xfrm>
          <a:prstGeom prst="rect">
            <a:avLst/>
          </a:prstGeom>
          <a:noFill/>
        </p:spPr>
        <p:txBody>
          <a:bodyPr wrap="none" rtlCol="0">
            <a:spAutoFit/>
          </a:bodyPr>
          <a:lstStyle/>
          <a:p>
            <a:r>
              <a:rPr lang="en-US" sz="1100" b="1" dirty="0"/>
              <a:t>SYNCUP</a:t>
            </a:r>
          </a:p>
          <a:p>
            <a:r>
              <a:rPr lang="en-US" sz="1100" dirty="0"/>
              <a:t>Project is </a:t>
            </a:r>
          </a:p>
          <a:p>
            <a:r>
              <a:rPr lang="en-US" sz="1100" dirty="0"/>
              <a:t>Transfer automatically</a:t>
            </a:r>
          </a:p>
        </p:txBody>
      </p:sp>
      <p:pic>
        <p:nvPicPr>
          <p:cNvPr id="33" name="Grafik 32">
            <a:extLst>
              <a:ext uri="{FF2B5EF4-FFF2-40B4-BE49-F238E27FC236}">
                <a16:creationId xmlns:a16="http://schemas.microsoft.com/office/drawing/2014/main" id="{2610F2A6-65ED-4C3E-B52A-8B43B8EC874B}"/>
              </a:ext>
            </a:extLst>
          </p:cNvPr>
          <p:cNvPicPr>
            <a:picLocks noChangeAspect="1"/>
          </p:cNvPicPr>
          <p:nvPr/>
        </p:nvPicPr>
        <p:blipFill>
          <a:blip r:embed="rId3"/>
          <a:stretch>
            <a:fillRect/>
          </a:stretch>
        </p:blipFill>
        <p:spPr>
          <a:xfrm>
            <a:off x="1263113" y="2855867"/>
            <a:ext cx="600076" cy="934011"/>
          </a:xfrm>
          <a:prstGeom prst="rect">
            <a:avLst/>
          </a:prstGeom>
        </p:spPr>
      </p:pic>
      <p:pic>
        <p:nvPicPr>
          <p:cNvPr id="34" name="Grafik 33">
            <a:extLst>
              <a:ext uri="{FF2B5EF4-FFF2-40B4-BE49-F238E27FC236}">
                <a16:creationId xmlns:a16="http://schemas.microsoft.com/office/drawing/2014/main" id="{5B5F4409-3F04-4BBF-A7B0-B2353DB8CDEA}"/>
              </a:ext>
            </a:extLst>
          </p:cNvPr>
          <p:cNvPicPr>
            <a:picLocks noChangeAspect="1"/>
          </p:cNvPicPr>
          <p:nvPr/>
        </p:nvPicPr>
        <p:blipFill>
          <a:blip r:embed="rId3"/>
          <a:stretch>
            <a:fillRect/>
          </a:stretch>
        </p:blipFill>
        <p:spPr>
          <a:xfrm>
            <a:off x="1252453" y="4103491"/>
            <a:ext cx="600076" cy="934011"/>
          </a:xfrm>
          <a:prstGeom prst="rect">
            <a:avLst/>
          </a:prstGeom>
        </p:spPr>
      </p:pic>
      <p:sp>
        <p:nvSpPr>
          <p:cNvPr id="50" name="Pfeil: nach unten 49">
            <a:extLst>
              <a:ext uri="{FF2B5EF4-FFF2-40B4-BE49-F238E27FC236}">
                <a16:creationId xmlns:a16="http://schemas.microsoft.com/office/drawing/2014/main" id="{6DD6A835-EA9E-4889-9948-85A158C41504}"/>
              </a:ext>
            </a:extLst>
          </p:cNvPr>
          <p:cNvSpPr/>
          <p:nvPr/>
        </p:nvSpPr>
        <p:spPr>
          <a:xfrm>
            <a:off x="7383240" y="2488420"/>
            <a:ext cx="346207" cy="418595"/>
          </a:xfrm>
          <a:prstGeom prst="downArrow">
            <a:avLst/>
          </a:prstGeom>
          <a:solidFill>
            <a:srgbClr val="879BAA"/>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5</a:t>
            </a:r>
          </a:p>
        </p:txBody>
      </p:sp>
      <p:sp>
        <p:nvSpPr>
          <p:cNvPr id="61" name="Textfeld 60">
            <a:extLst>
              <a:ext uri="{FF2B5EF4-FFF2-40B4-BE49-F238E27FC236}">
                <a16:creationId xmlns:a16="http://schemas.microsoft.com/office/drawing/2014/main" id="{D9C66E46-C988-498D-AECD-7CA2CE0F32EC}"/>
              </a:ext>
            </a:extLst>
          </p:cNvPr>
          <p:cNvSpPr txBox="1"/>
          <p:nvPr/>
        </p:nvSpPr>
        <p:spPr>
          <a:xfrm>
            <a:off x="5000485" y="5321987"/>
            <a:ext cx="469680" cy="369332"/>
          </a:xfrm>
          <a:prstGeom prst="rect">
            <a:avLst/>
          </a:prstGeom>
          <a:solidFill>
            <a:schemeClr val="tx1"/>
          </a:solidFill>
        </p:spPr>
        <p:txBody>
          <a:bodyPr wrap="none" lIns="0" tIns="0" rIns="0" bIns="0" rtlCol="0">
            <a:spAutoFit/>
          </a:bodyPr>
          <a:lstStyle/>
          <a:p>
            <a:pPr algn="ctr"/>
            <a:r>
              <a:rPr lang="en-US" sz="1200" dirty="0">
                <a:solidFill>
                  <a:schemeClr val="bg1"/>
                </a:solidFill>
              </a:rPr>
              <a:t>CPU 2</a:t>
            </a:r>
            <a:br>
              <a:rPr lang="en-US" sz="1200" dirty="0">
                <a:solidFill>
                  <a:schemeClr val="bg1"/>
                </a:solidFill>
              </a:rPr>
            </a:br>
            <a:r>
              <a:rPr lang="en-US" sz="1200" dirty="0">
                <a:solidFill>
                  <a:schemeClr val="bg1"/>
                </a:solidFill>
              </a:rPr>
              <a:t>start</a:t>
            </a:r>
          </a:p>
        </p:txBody>
      </p:sp>
      <p:sp>
        <p:nvSpPr>
          <p:cNvPr id="66" name="Pfeil: Fünfeck 65">
            <a:extLst>
              <a:ext uri="{FF2B5EF4-FFF2-40B4-BE49-F238E27FC236}">
                <a16:creationId xmlns:a16="http://schemas.microsoft.com/office/drawing/2014/main" id="{81A91DA1-3BD8-4C55-8CD6-918EF71E5176}"/>
              </a:ext>
            </a:extLst>
          </p:cNvPr>
          <p:cNvSpPr/>
          <p:nvPr/>
        </p:nvSpPr>
        <p:spPr>
          <a:xfrm>
            <a:off x="10275572" y="4227109"/>
            <a:ext cx="1219792" cy="640956"/>
          </a:xfrm>
          <a:prstGeom prst="homePlate">
            <a:avLst/>
          </a:prstGeom>
          <a:solidFill>
            <a:srgbClr val="009999"/>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RUN</a:t>
            </a:r>
            <a:br>
              <a:rPr lang="en-US" sz="1600" dirty="0"/>
            </a:br>
            <a:r>
              <a:rPr lang="en-US" sz="1100" dirty="0"/>
              <a:t>(Backup)</a:t>
            </a:r>
            <a:endParaRPr lang="en-US" sz="1600" dirty="0"/>
          </a:p>
        </p:txBody>
      </p:sp>
      <p:sp>
        <p:nvSpPr>
          <p:cNvPr id="67" name="Pfeil: Fünfeck 66">
            <a:extLst>
              <a:ext uri="{FF2B5EF4-FFF2-40B4-BE49-F238E27FC236}">
                <a16:creationId xmlns:a16="http://schemas.microsoft.com/office/drawing/2014/main" id="{42024AE8-0DBC-4CDB-BB87-61EDDC50FF6F}"/>
              </a:ext>
            </a:extLst>
          </p:cNvPr>
          <p:cNvSpPr/>
          <p:nvPr/>
        </p:nvSpPr>
        <p:spPr>
          <a:xfrm>
            <a:off x="10265553" y="2948308"/>
            <a:ext cx="1219792" cy="640956"/>
          </a:xfrm>
          <a:prstGeom prst="homePlate">
            <a:avLst/>
          </a:prstGeom>
          <a:solidFill>
            <a:srgbClr val="009999"/>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RUN</a:t>
            </a:r>
            <a:br>
              <a:rPr lang="en-US" sz="1600" dirty="0"/>
            </a:br>
            <a:r>
              <a:rPr lang="en-US" sz="1100" dirty="0"/>
              <a:t>(Primary)</a:t>
            </a:r>
            <a:endParaRPr lang="en-US" sz="1600" dirty="0"/>
          </a:p>
        </p:txBody>
      </p:sp>
      <p:sp>
        <p:nvSpPr>
          <p:cNvPr id="68" name="Text Box 5">
            <a:extLst>
              <a:ext uri="{FF2B5EF4-FFF2-40B4-BE49-F238E27FC236}">
                <a16:creationId xmlns:a16="http://schemas.microsoft.com/office/drawing/2014/main" id="{787B6039-5DFA-4534-BE43-7C30825326E2}"/>
              </a:ext>
            </a:extLst>
          </p:cNvPr>
          <p:cNvSpPr txBox="1">
            <a:spLocks noChangeArrowheads="1"/>
          </p:cNvSpPr>
          <p:nvPr>
            <p:custDataLst>
              <p:tags r:id="rId1"/>
            </p:custDataLst>
          </p:nvPr>
        </p:nvSpPr>
        <p:spPr bwMode="auto">
          <a:xfrm>
            <a:off x="644834" y="1274316"/>
            <a:ext cx="11046977" cy="934011"/>
          </a:xfrm>
          <a:prstGeom prst="rect">
            <a:avLst/>
          </a:prstGeom>
          <a:gradFill>
            <a:gsLst>
              <a:gs pos="83000">
                <a:srgbClr val="41AAC8"/>
              </a:gs>
              <a:gs pos="50000">
                <a:srgbClr val="32A0A0"/>
              </a:gs>
              <a:gs pos="0">
                <a:srgbClr val="4BB9B9"/>
              </a:gs>
              <a:gs pos="100000">
                <a:srgbClr val="2387AA"/>
              </a:gs>
            </a:gsLst>
            <a:lin ang="0" scaled="0"/>
          </a:gradFill>
          <a:ln>
            <a:noFill/>
          </a:ln>
          <a:effectLst/>
        </p:spPr>
        <p:txBody>
          <a:bodyPr lIns="89953" tIns="46776" rIns="89953" bIns="46776" anchor="ctr" anchorCtr="0"/>
          <a:lstStyle>
            <a:defPPr>
              <a:defRPr lang="en-US"/>
            </a:defPPr>
            <a:lvl1pPr algn="ctr" defTabSz="762000" eaLnBrk="0" hangingPunct="0">
              <a:spcBef>
                <a:spcPct val="0"/>
              </a:spcBef>
              <a:buClrTx/>
              <a:buFontTx/>
              <a:buNone/>
              <a:defRPr sz="1799" b="1">
                <a:solidFill>
                  <a:srgbClr val="FFFFFF"/>
                </a:solidFill>
                <a:latin typeface="Arial" panose="020B0604020202020204" pitchFamily="34" charset="0"/>
              </a:defRPr>
            </a:lvl1pPr>
            <a:lvl2pPr marL="742950" indent="-285750" defTabSz="762000" eaLnBrk="0" hangingPunct="0">
              <a:defRPr sz="2000">
                <a:latin typeface="Arial" charset="0"/>
              </a:defRPr>
            </a:lvl2pPr>
            <a:lvl3pPr marL="1143000" indent="-228600" defTabSz="762000" eaLnBrk="0" hangingPunct="0">
              <a:defRPr sz="2000">
                <a:latin typeface="Arial" charset="0"/>
              </a:defRPr>
            </a:lvl3pPr>
            <a:lvl4pPr marL="1600200" indent="-228600" defTabSz="762000" eaLnBrk="0" hangingPunct="0">
              <a:defRPr sz="2000">
                <a:latin typeface="Arial" charset="0"/>
              </a:defRPr>
            </a:lvl4pPr>
            <a:lvl5pPr marL="2057400" indent="-228600" defTabSz="762000" eaLnBrk="0" hangingPunct="0">
              <a:defRPr sz="2000">
                <a:latin typeface="Arial" charset="0"/>
              </a:defRPr>
            </a:lvl5pPr>
            <a:lvl6pPr marL="25146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6pPr>
            <a:lvl7pPr marL="29718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7pPr>
            <a:lvl8pPr marL="34290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8pPr>
            <a:lvl9pPr marL="38862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9pPr>
          </a:lstStyle>
          <a:p>
            <a:pPr algn="l"/>
            <a:r>
              <a:rPr lang="en-US" b="0" dirty="0">
                <a:solidFill>
                  <a:schemeClr val="bg1"/>
                </a:solidFill>
              </a:rPr>
              <a:t>With a similar approach, a quick "rollback" to the original status of a project planning can also be realized. </a:t>
            </a:r>
            <a:br>
              <a:rPr lang="en-US" b="0" dirty="0">
                <a:solidFill>
                  <a:schemeClr val="bg1"/>
                </a:solidFill>
              </a:rPr>
            </a:br>
            <a:r>
              <a:rPr lang="en-US" b="0" dirty="0">
                <a:solidFill>
                  <a:schemeClr val="bg1"/>
                </a:solidFill>
              </a:rPr>
              <a:t>This can be useful if a program change is not successful.</a:t>
            </a:r>
          </a:p>
        </p:txBody>
      </p:sp>
      <p:sp>
        <p:nvSpPr>
          <p:cNvPr id="35" name="Textfeld 34">
            <a:extLst>
              <a:ext uri="{FF2B5EF4-FFF2-40B4-BE49-F238E27FC236}">
                <a16:creationId xmlns:a16="http://schemas.microsoft.com/office/drawing/2014/main" id="{A720E156-A4F7-470D-AD70-38F794E8E5E1}"/>
              </a:ext>
            </a:extLst>
          </p:cNvPr>
          <p:cNvSpPr txBox="1"/>
          <p:nvPr/>
        </p:nvSpPr>
        <p:spPr>
          <a:xfrm>
            <a:off x="557471" y="3145322"/>
            <a:ext cx="822817" cy="338554"/>
          </a:xfrm>
          <a:prstGeom prst="rect">
            <a:avLst/>
          </a:prstGeom>
          <a:noFill/>
        </p:spPr>
        <p:txBody>
          <a:bodyPr wrap="square" rtlCol="0">
            <a:spAutoFit/>
          </a:bodyPr>
          <a:lstStyle/>
          <a:p>
            <a:r>
              <a:rPr lang="en-US" sz="1600" dirty="0">
                <a:solidFill>
                  <a:schemeClr val="bg1"/>
                </a:solidFill>
              </a:rPr>
              <a:t>CPU 1</a:t>
            </a:r>
          </a:p>
        </p:txBody>
      </p:sp>
      <p:sp>
        <p:nvSpPr>
          <p:cNvPr id="36" name="Pfeil: Fünfeck 35">
            <a:extLst>
              <a:ext uri="{FF2B5EF4-FFF2-40B4-BE49-F238E27FC236}">
                <a16:creationId xmlns:a16="http://schemas.microsoft.com/office/drawing/2014/main" id="{7A19D7DF-68AB-4371-84A0-4852D5A8C127}"/>
              </a:ext>
            </a:extLst>
          </p:cNvPr>
          <p:cNvSpPr/>
          <p:nvPr/>
        </p:nvSpPr>
        <p:spPr>
          <a:xfrm>
            <a:off x="5238209" y="4220211"/>
            <a:ext cx="1005137" cy="640956"/>
          </a:xfrm>
          <a:prstGeom prst="homePlate">
            <a:avLst/>
          </a:prstGeom>
          <a:solidFill>
            <a:srgbClr val="006487"/>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Run-up</a:t>
            </a:r>
            <a:endParaRPr lang="en-US" sz="1600" dirty="0"/>
          </a:p>
        </p:txBody>
      </p:sp>
      <p:sp>
        <p:nvSpPr>
          <p:cNvPr id="40" name="Pfeil: nach oben 39">
            <a:extLst>
              <a:ext uri="{FF2B5EF4-FFF2-40B4-BE49-F238E27FC236}">
                <a16:creationId xmlns:a16="http://schemas.microsoft.com/office/drawing/2014/main" id="{62193807-2387-4D96-B25B-2ACF8BA5F327}"/>
              </a:ext>
            </a:extLst>
          </p:cNvPr>
          <p:cNvSpPr/>
          <p:nvPr/>
        </p:nvSpPr>
        <p:spPr>
          <a:xfrm>
            <a:off x="5088794" y="4888966"/>
            <a:ext cx="341725" cy="418982"/>
          </a:xfrm>
          <a:prstGeom prst="upArrow">
            <a:avLst/>
          </a:prstGeom>
          <a:solidFill>
            <a:srgbClr val="879BAA"/>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3</a:t>
            </a:r>
          </a:p>
        </p:txBody>
      </p:sp>
      <p:sp>
        <p:nvSpPr>
          <p:cNvPr id="43" name="Pfeil: Fünfeck 42">
            <a:extLst>
              <a:ext uri="{FF2B5EF4-FFF2-40B4-BE49-F238E27FC236}">
                <a16:creationId xmlns:a16="http://schemas.microsoft.com/office/drawing/2014/main" id="{432F7FDD-3A9F-4230-8426-C0AF5E1F67F3}"/>
              </a:ext>
            </a:extLst>
          </p:cNvPr>
          <p:cNvSpPr/>
          <p:nvPr/>
        </p:nvSpPr>
        <p:spPr>
          <a:xfrm>
            <a:off x="6280969" y="4228903"/>
            <a:ext cx="1212316" cy="640956"/>
          </a:xfrm>
          <a:prstGeom prst="homePlate">
            <a:avLst/>
          </a:prstGeom>
          <a:solidFill>
            <a:srgbClr val="006487"/>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RUN</a:t>
            </a:r>
            <a:br>
              <a:rPr lang="en-US" sz="1600" dirty="0"/>
            </a:br>
            <a:r>
              <a:rPr lang="en-US" sz="1100" dirty="0"/>
              <a:t>(with new project)</a:t>
            </a:r>
            <a:endParaRPr lang="en-US" sz="1600" dirty="0"/>
          </a:p>
        </p:txBody>
      </p:sp>
      <p:sp>
        <p:nvSpPr>
          <p:cNvPr id="49" name="Pfeil: Fünfeck 48">
            <a:extLst>
              <a:ext uri="{FF2B5EF4-FFF2-40B4-BE49-F238E27FC236}">
                <a16:creationId xmlns:a16="http://schemas.microsoft.com/office/drawing/2014/main" id="{7053FD4D-0E84-4D07-85B4-4A12810621D5}"/>
              </a:ext>
            </a:extLst>
          </p:cNvPr>
          <p:cNvSpPr/>
          <p:nvPr/>
        </p:nvSpPr>
        <p:spPr>
          <a:xfrm>
            <a:off x="7512057" y="4229332"/>
            <a:ext cx="979575" cy="640956"/>
          </a:xfrm>
          <a:prstGeom prst="homePlate">
            <a:avLst/>
          </a:prstGeom>
          <a:solidFill>
            <a:srgbClr val="879BAA"/>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solidFill>
                  <a:schemeClr val="bg1"/>
                </a:solidFill>
              </a:rPr>
              <a:t>STOP</a:t>
            </a:r>
          </a:p>
        </p:txBody>
      </p:sp>
      <p:sp>
        <p:nvSpPr>
          <p:cNvPr id="52" name="Textfeld 51">
            <a:extLst>
              <a:ext uri="{FF2B5EF4-FFF2-40B4-BE49-F238E27FC236}">
                <a16:creationId xmlns:a16="http://schemas.microsoft.com/office/drawing/2014/main" id="{F0B9F76D-7BED-4DC7-A6AF-C581B93C7CE8}"/>
              </a:ext>
            </a:extLst>
          </p:cNvPr>
          <p:cNvSpPr txBox="1"/>
          <p:nvPr/>
        </p:nvSpPr>
        <p:spPr>
          <a:xfrm>
            <a:off x="8306346" y="5348354"/>
            <a:ext cx="469680" cy="369332"/>
          </a:xfrm>
          <a:prstGeom prst="rect">
            <a:avLst/>
          </a:prstGeom>
          <a:solidFill>
            <a:schemeClr val="tx1"/>
          </a:solidFill>
        </p:spPr>
        <p:txBody>
          <a:bodyPr wrap="none" lIns="0" tIns="0" rIns="0" bIns="0" rtlCol="0">
            <a:spAutoFit/>
          </a:bodyPr>
          <a:lstStyle/>
          <a:p>
            <a:pPr algn="l"/>
            <a:r>
              <a:rPr lang="en-US" sz="1200" dirty="0">
                <a:solidFill>
                  <a:schemeClr val="bg1"/>
                </a:solidFill>
              </a:rPr>
              <a:t>CPU 2</a:t>
            </a:r>
            <a:br>
              <a:rPr lang="en-US" sz="1200" dirty="0">
                <a:solidFill>
                  <a:schemeClr val="bg1"/>
                </a:solidFill>
              </a:rPr>
            </a:br>
            <a:r>
              <a:rPr lang="en-US" sz="1200" dirty="0">
                <a:solidFill>
                  <a:schemeClr val="bg1"/>
                </a:solidFill>
              </a:rPr>
              <a:t>start</a:t>
            </a:r>
          </a:p>
        </p:txBody>
      </p:sp>
      <p:sp>
        <p:nvSpPr>
          <p:cNvPr id="54" name="Pfeil: Fünfeck 53">
            <a:extLst>
              <a:ext uri="{FF2B5EF4-FFF2-40B4-BE49-F238E27FC236}">
                <a16:creationId xmlns:a16="http://schemas.microsoft.com/office/drawing/2014/main" id="{BF5C554F-BCFB-4C89-8641-E40E326DC1A5}"/>
              </a:ext>
            </a:extLst>
          </p:cNvPr>
          <p:cNvSpPr/>
          <p:nvPr/>
        </p:nvSpPr>
        <p:spPr>
          <a:xfrm>
            <a:off x="7554453" y="2954220"/>
            <a:ext cx="937178" cy="640956"/>
          </a:xfrm>
          <a:prstGeom prst="homePlate">
            <a:avLst/>
          </a:prstGeom>
          <a:solidFill>
            <a:srgbClr val="009999"/>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Run-up</a:t>
            </a:r>
            <a:endParaRPr lang="en-US" sz="1600" dirty="0"/>
          </a:p>
        </p:txBody>
      </p:sp>
      <p:sp>
        <p:nvSpPr>
          <p:cNvPr id="56" name="Textfeld 55">
            <a:extLst>
              <a:ext uri="{FF2B5EF4-FFF2-40B4-BE49-F238E27FC236}">
                <a16:creationId xmlns:a16="http://schemas.microsoft.com/office/drawing/2014/main" id="{DC9956CC-78D9-4DC8-9385-5FB52A9F518F}"/>
              </a:ext>
            </a:extLst>
          </p:cNvPr>
          <p:cNvSpPr txBox="1"/>
          <p:nvPr/>
        </p:nvSpPr>
        <p:spPr>
          <a:xfrm>
            <a:off x="7295302" y="5331512"/>
            <a:ext cx="452047" cy="369332"/>
          </a:xfrm>
          <a:prstGeom prst="rect">
            <a:avLst/>
          </a:prstGeom>
          <a:solidFill>
            <a:schemeClr val="tx1"/>
          </a:solidFill>
          <a:ln w="28575">
            <a:noFill/>
          </a:ln>
        </p:spPr>
        <p:txBody>
          <a:bodyPr wrap="none" lIns="0" tIns="0" rIns="0" bIns="0" rtlCol="0">
            <a:spAutoFit/>
          </a:bodyPr>
          <a:lstStyle/>
          <a:p>
            <a:pPr algn="ctr"/>
            <a:r>
              <a:rPr lang="en-US" sz="1200" dirty="0">
                <a:solidFill>
                  <a:schemeClr val="bg1"/>
                </a:solidFill>
              </a:rPr>
              <a:t>CPU 2</a:t>
            </a:r>
            <a:br>
              <a:rPr lang="en-US" sz="1200" dirty="0">
                <a:solidFill>
                  <a:schemeClr val="bg1"/>
                </a:solidFill>
              </a:rPr>
            </a:br>
            <a:r>
              <a:rPr lang="en-US" sz="1200" dirty="0">
                <a:solidFill>
                  <a:schemeClr val="bg1"/>
                </a:solidFill>
              </a:rPr>
              <a:t>stop</a:t>
            </a:r>
          </a:p>
        </p:txBody>
      </p:sp>
      <p:sp>
        <p:nvSpPr>
          <p:cNvPr id="57" name="Pfeil: nach oben 56">
            <a:extLst>
              <a:ext uri="{FF2B5EF4-FFF2-40B4-BE49-F238E27FC236}">
                <a16:creationId xmlns:a16="http://schemas.microsoft.com/office/drawing/2014/main" id="{474EAB04-C205-4C2A-9E31-DC6EA8197497}"/>
              </a:ext>
            </a:extLst>
          </p:cNvPr>
          <p:cNvSpPr/>
          <p:nvPr/>
        </p:nvSpPr>
        <p:spPr>
          <a:xfrm>
            <a:off x="7339142" y="4898491"/>
            <a:ext cx="341725" cy="418982"/>
          </a:xfrm>
          <a:prstGeom prst="upArrow">
            <a:avLst/>
          </a:prstGeom>
          <a:solidFill>
            <a:srgbClr val="879BAA"/>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4</a:t>
            </a:r>
          </a:p>
        </p:txBody>
      </p:sp>
      <p:sp>
        <p:nvSpPr>
          <p:cNvPr id="59" name="Pfeil: Fünfeck 58">
            <a:extLst>
              <a:ext uri="{FF2B5EF4-FFF2-40B4-BE49-F238E27FC236}">
                <a16:creationId xmlns:a16="http://schemas.microsoft.com/office/drawing/2014/main" id="{BD20338A-D190-4A85-A786-CFE70E619223}"/>
              </a:ext>
            </a:extLst>
          </p:cNvPr>
          <p:cNvSpPr/>
          <p:nvPr/>
        </p:nvSpPr>
        <p:spPr>
          <a:xfrm>
            <a:off x="8504036" y="2951703"/>
            <a:ext cx="1740004" cy="640956"/>
          </a:xfrm>
          <a:prstGeom prst="homePlate">
            <a:avLst/>
          </a:prstGeom>
          <a:solidFill>
            <a:srgbClr val="009999"/>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RUN</a:t>
            </a:r>
            <a:br>
              <a:rPr lang="en-US" sz="1600" dirty="0"/>
            </a:br>
            <a:r>
              <a:rPr lang="en-US" sz="1100" dirty="0"/>
              <a:t>(With old project)</a:t>
            </a:r>
            <a:endParaRPr lang="en-US" sz="1600" dirty="0"/>
          </a:p>
        </p:txBody>
      </p:sp>
      <p:sp>
        <p:nvSpPr>
          <p:cNvPr id="60" name="Pfeil: nach oben 59">
            <a:extLst>
              <a:ext uri="{FF2B5EF4-FFF2-40B4-BE49-F238E27FC236}">
                <a16:creationId xmlns:a16="http://schemas.microsoft.com/office/drawing/2014/main" id="{104D4D22-823B-409A-AA70-F607686693AB}"/>
              </a:ext>
            </a:extLst>
          </p:cNvPr>
          <p:cNvSpPr/>
          <p:nvPr/>
        </p:nvSpPr>
        <p:spPr>
          <a:xfrm>
            <a:off x="8366015" y="4915705"/>
            <a:ext cx="341725" cy="418982"/>
          </a:xfrm>
          <a:prstGeom prst="upArrow">
            <a:avLst/>
          </a:prstGeom>
          <a:solidFill>
            <a:srgbClr val="879BAA"/>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6</a:t>
            </a:r>
          </a:p>
        </p:txBody>
      </p:sp>
      <p:sp>
        <p:nvSpPr>
          <p:cNvPr id="48" name="Pfeil: nach unten 47">
            <a:extLst>
              <a:ext uri="{FF2B5EF4-FFF2-40B4-BE49-F238E27FC236}">
                <a16:creationId xmlns:a16="http://schemas.microsoft.com/office/drawing/2014/main" id="{73089AB3-B26E-4766-BAA3-1F499871B75F}"/>
              </a:ext>
            </a:extLst>
          </p:cNvPr>
          <p:cNvSpPr/>
          <p:nvPr/>
        </p:nvSpPr>
        <p:spPr>
          <a:xfrm>
            <a:off x="5062462" y="2488420"/>
            <a:ext cx="346207" cy="418594"/>
          </a:xfrm>
          <a:prstGeom prst="downArrow">
            <a:avLst/>
          </a:prstGeom>
          <a:solidFill>
            <a:srgbClr val="879BAA"/>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2</a:t>
            </a:r>
          </a:p>
        </p:txBody>
      </p:sp>
      <p:sp>
        <p:nvSpPr>
          <p:cNvPr id="58" name="Pfeil: Fünfeck 57">
            <a:extLst>
              <a:ext uri="{FF2B5EF4-FFF2-40B4-BE49-F238E27FC236}">
                <a16:creationId xmlns:a16="http://schemas.microsoft.com/office/drawing/2014/main" id="{4F9B18F1-EC1E-4D0C-AF89-DDA7C44B5B03}"/>
              </a:ext>
            </a:extLst>
          </p:cNvPr>
          <p:cNvSpPr/>
          <p:nvPr/>
        </p:nvSpPr>
        <p:spPr>
          <a:xfrm>
            <a:off x="3226818" y="4228903"/>
            <a:ext cx="2008507" cy="640956"/>
          </a:xfrm>
          <a:prstGeom prst="homePlate">
            <a:avLst/>
          </a:prstGeom>
          <a:solidFill>
            <a:srgbClr val="879BAA"/>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solidFill>
                  <a:schemeClr val="bg1"/>
                </a:solidFill>
              </a:rPr>
              <a:t>STOP</a:t>
            </a:r>
            <a:br>
              <a:rPr lang="en-US" sz="1600" dirty="0">
                <a:solidFill>
                  <a:schemeClr val="bg1"/>
                </a:solidFill>
              </a:rPr>
            </a:br>
            <a:r>
              <a:rPr lang="en-US" sz="1100" dirty="0">
                <a:solidFill>
                  <a:schemeClr val="bg1"/>
                </a:solidFill>
              </a:rPr>
              <a:t>(with new project)</a:t>
            </a:r>
            <a:endParaRPr lang="en-US" sz="1600" dirty="0">
              <a:solidFill>
                <a:schemeClr val="bg1"/>
              </a:solidFill>
            </a:endParaRPr>
          </a:p>
        </p:txBody>
      </p:sp>
      <p:sp>
        <p:nvSpPr>
          <p:cNvPr id="71" name="Textfeld 70">
            <a:extLst>
              <a:ext uri="{FF2B5EF4-FFF2-40B4-BE49-F238E27FC236}">
                <a16:creationId xmlns:a16="http://schemas.microsoft.com/office/drawing/2014/main" id="{41F3D8D2-ADE5-418C-83D4-8F47EBCB7DA1}"/>
              </a:ext>
            </a:extLst>
          </p:cNvPr>
          <p:cNvSpPr txBox="1"/>
          <p:nvPr/>
        </p:nvSpPr>
        <p:spPr>
          <a:xfrm>
            <a:off x="2679766" y="5335421"/>
            <a:ext cx="1082026" cy="553998"/>
          </a:xfrm>
          <a:prstGeom prst="rect">
            <a:avLst/>
          </a:prstGeom>
          <a:solidFill>
            <a:schemeClr val="tx1"/>
          </a:solidFill>
        </p:spPr>
        <p:txBody>
          <a:bodyPr wrap="none" lIns="0" tIns="0" rIns="0" bIns="0" rtlCol="0">
            <a:spAutoFit/>
          </a:bodyPr>
          <a:lstStyle/>
          <a:p>
            <a:pPr algn="ctr"/>
            <a:r>
              <a:rPr lang="en-US" sz="1200" dirty="0">
                <a:solidFill>
                  <a:schemeClr val="bg1"/>
                </a:solidFill>
              </a:rPr>
              <a:t>Stop CPU 2 </a:t>
            </a:r>
          </a:p>
          <a:p>
            <a:pPr algn="ctr"/>
            <a:r>
              <a:rPr lang="en-US" sz="1200" dirty="0">
                <a:solidFill>
                  <a:schemeClr val="bg1"/>
                </a:solidFill>
              </a:rPr>
              <a:t>and new project</a:t>
            </a:r>
            <a:br>
              <a:rPr lang="en-US" sz="1200" dirty="0">
                <a:solidFill>
                  <a:schemeClr val="bg1"/>
                </a:solidFill>
              </a:rPr>
            </a:br>
            <a:r>
              <a:rPr lang="en-US" sz="1200" dirty="0">
                <a:solidFill>
                  <a:schemeClr val="bg1"/>
                </a:solidFill>
              </a:rPr>
              <a:t>laden</a:t>
            </a:r>
          </a:p>
        </p:txBody>
      </p:sp>
      <p:sp>
        <p:nvSpPr>
          <p:cNvPr id="72" name="Pfeil: nach oben 71">
            <a:extLst>
              <a:ext uri="{FF2B5EF4-FFF2-40B4-BE49-F238E27FC236}">
                <a16:creationId xmlns:a16="http://schemas.microsoft.com/office/drawing/2014/main" id="{02B7C2CB-1AA8-41DD-B480-E005982777D1}"/>
              </a:ext>
            </a:extLst>
          </p:cNvPr>
          <p:cNvSpPr/>
          <p:nvPr/>
        </p:nvSpPr>
        <p:spPr>
          <a:xfrm>
            <a:off x="3058042" y="4903554"/>
            <a:ext cx="341725" cy="418982"/>
          </a:xfrm>
          <a:prstGeom prst="upArrow">
            <a:avLst/>
          </a:prstGeom>
          <a:solidFill>
            <a:srgbClr val="879BAA"/>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1</a:t>
            </a:r>
          </a:p>
        </p:txBody>
      </p:sp>
      <p:sp>
        <p:nvSpPr>
          <p:cNvPr id="74" name="Rechteck 73">
            <a:extLst>
              <a:ext uri="{FF2B5EF4-FFF2-40B4-BE49-F238E27FC236}">
                <a16:creationId xmlns:a16="http://schemas.microsoft.com/office/drawing/2014/main" id="{3EAC1363-7D3E-4AC8-807C-21653BC44871}"/>
              </a:ext>
            </a:extLst>
          </p:cNvPr>
          <p:cNvSpPr/>
          <p:nvPr/>
        </p:nvSpPr>
        <p:spPr>
          <a:xfrm>
            <a:off x="8536877" y="5871336"/>
            <a:ext cx="2806488" cy="283892"/>
          </a:xfrm>
          <a:prstGeom prst="rect">
            <a:avLst/>
          </a:prstGeom>
          <a:solidFill>
            <a:srgbClr val="009999"/>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Rollback: Old project is activated</a:t>
            </a:r>
          </a:p>
        </p:txBody>
      </p:sp>
      <p:sp>
        <p:nvSpPr>
          <p:cNvPr id="79" name="Textfeld 78">
            <a:extLst>
              <a:ext uri="{FF2B5EF4-FFF2-40B4-BE49-F238E27FC236}">
                <a16:creationId xmlns:a16="http://schemas.microsoft.com/office/drawing/2014/main" id="{916C0350-146B-412E-92FC-E05B6AB6FDDD}"/>
              </a:ext>
            </a:extLst>
          </p:cNvPr>
          <p:cNvSpPr txBox="1"/>
          <p:nvPr/>
        </p:nvSpPr>
        <p:spPr>
          <a:xfrm>
            <a:off x="4585451" y="2389050"/>
            <a:ext cx="452047" cy="369332"/>
          </a:xfrm>
          <a:prstGeom prst="rect">
            <a:avLst/>
          </a:prstGeom>
          <a:noFill/>
        </p:spPr>
        <p:txBody>
          <a:bodyPr wrap="none" lIns="0" tIns="0" rIns="0" bIns="0" rtlCol="0">
            <a:spAutoFit/>
          </a:bodyPr>
          <a:lstStyle/>
          <a:p>
            <a:pPr algn="ctr"/>
            <a:r>
              <a:rPr lang="en-US" sz="1200" dirty="0">
                <a:solidFill>
                  <a:schemeClr val="bg1"/>
                </a:solidFill>
              </a:rPr>
              <a:t>CPU 1</a:t>
            </a:r>
            <a:br>
              <a:rPr lang="en-US" sz="1200" dirty="0">
                <a:solidFill>
                  <a:schemeClr val="bg1"/>
                </a:solidFill>
              </a:rPr>
            </a:br>
            <a:r>
              <a:rPr lang="en-US" sz="1200" dirty="0">
                <a:solidFill>
                  <a:schemeClr val="bg1"/>
                </a:solidFill>
              </a:rPr>
              <a:t>stop</a:t>
            </a:r>
          </a:p>
        </p:txBody>
      </p:sp>
      <p:sp>
        <p:nvSpPr>
          <p:cNvPr id="80" name="Textfeld 79">
            <a:extLst>
              <a:ext uri="{FF2B5EF4-FFF2-40B4-BE49-F238E27FC236}">
                <a16:creationId xmlns:a16="http://schemas.microsoft.com/office/drawing/2014/main" id="{F36F8703-0A2C-4264-A102-DA94E407DE57}"/>
              </a:ext>
            </a:extLst>
          </p:cNvPr>
          <p:cNvSpPr txBox="1"/>
          <p:nvPr/>
        </p:nvSpPr>
        <p:spPr>
          <a:xfrm>
            <a:off x="7715241" y="2389050"/>
            <a:ext cx="469680" cy="369332"/>
          </a:xfrm>
          <a:prstGeom prst="rect">
            <a:avLst/>
          </a:prstGeom>
          <a:noFill/>
        </p:spPr>
        <p:txBody>
          <a:bodyPr wrap="none" lIns="0" tIns="0" rIns="0" bIns="0" rtlCol="0">
            <a:spAutoFit/>
          </a:bodyPr>
          <a:lstStyle/>
          <a:p>
            <a:pPr algn="ctr"/>
            <a:r>
              <a:rPr lang="en-US" sz="1200" dirty="0">
                <a:solidFill>
                  <a:schemeClr val="bg1"/>
                </a:solidFill>
              </a:rPr>
              <a:t>CPU 1</a:t>
            </a:r>
            <a:br>
              <a:rPr lang="en-US" sz="1200" dirty="0">
                <a:solidFill>
                  <a:schemeClr val="bg1"/>
                </a:solidFill>
              </a:rPr>
            </a:br>
            <a:r>
              <a:rPr lang="en-US" sz="1200" dirty="0">
                <a:solidFill>
                  <a:schemeClr val="bg1"/>
                </a:solidFill>
              </a:rPr>
              <a:t>start</a:t>
            </a:r>
          </a:p>
        </p:txBody>
      </p:sp>
      <p:sp>
        <p:nvSpPr>
          <p:cNvPr id="82" name="Rechteck 81">
            <a:extLst>
              <a:ext uri="{FF2B5EF4-FFF2-40B4-BE49-F238E27FC236}">
                <a16:creationId xmlns:a16="http://schemas.microsoft.com/office/drawing/2014/main" id="{BECF1E04-34E7-4767-BE20-79712D15168F}"/>
              </a:ext>
            </a:extLst>
          </p:cNvPr>
          <p:cNvSpPr/>
          <p:nvPr/>
        </p:nvSpPr>
        <p:spPr>
          <a:xfrm>
            <a:off x="2193997" y="5905615"/>
            <a:ext cx="3041328" cy="283892"/>
          </a:xfrm>
          <a:prstGeom prst="rect">
            <a:avLst/>
          </a:prstGeom>
          <a:solidFill>
            <a:srgbClr val="009999"/>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Previous project is active</a:t>
            </a:r>
          </a:p>
        </p:txBody>
      </p:sp>
      <p:sp>
        <p:nvSpPr>
          <p:cNvPr id="84" name="Textfeld 83">
            <a:extLst>
              <a:ext uri="{FF2B5EF4-FFF2-40B4-BE49-F238E27FC236}">
                <a16:creationId xmlns:a16="http://schemas.microsoft.com/office/drawing/2014/main" id="{D52D561D-BBBE-405D-A8AE-1B9A02D79DF0}"/>
              </a:ext>
            </a:extLst>
          </p:cNvPr>
          <p:cNvSpPr txBox="1"/>
          <p:nvPr/>
        </p:nvSpPr>
        <p:spPr>
          <a:xfrm>
            <a:off x="5311835" y="5921791"/>
            <a:ext cx="867396" cy="184666"/>
          </a:xfrm>
          <a:prstGeom prst="rect">
            <a:avLst/>
          </a:prstGeom>
          <a:solidFill>
            <a:schemeClr val="tx1"/>
          </a:solidFill>
        </p:spPr>
        <p:txBody>
          <a:bodyPr wrap="square" lIns="0" tIns="0" rIns="0" bIns="0" rtlCol="0">
            <a:spAutoFit/>
          </a:bodyPr>
          <a:lstStyle/>
          <a:p>
            <a:pPr algn="ctr"/>
            <a:r>
              <a:rPr lang="en-US" sz="1200" dirty="0">
                <a:solidFill>
                  <a:schemeClr val="bg1"/>
                </a:solidFill>
              </a:rPr>
              <a:t>Down-Time</a:t>
            </a:r>
          </a:p>
        </p:txBody>
      </p:sp>
      <p:sp>
        <p:nvSpPr>
          <p:cNvPr id="85" name="Textfeld 84">
            <a:extLst>
              <a:ext uri="{FF2B5EF4-FFF2-40B4-BE49-F238E27FC236}">
                <a16:creationId xmlns:a16="http://schemas.microsoft.com/office/drawing/2014/main" id="{D6FF047E-A4EF-48B1-B0EE-3C7F10A7BB07}"/>
              </a:ext>
            </a:extLst>
          </p:cNvPr>
          <p:cNvSpPr txBox="1"/>
          <p:nvPr/>
        </p:nvSpPr>
        <p:spPr>
          <a:xfrm>
            <a:off x="6290769" y="5818945"/>
            <a:ext cx="1161732" cy="369332"/>
          </a:xfrm>
          <a:prstGeom prst="rect">
            <a:avLst/>
          </a:prstGeom>
          <a:solidFill>
            <a:srgbClr val="006487"/>
          </a:solidFill>
        </p:spPr>
        <p:txBody>
          <a:bodyPr wrap="square" lIns="0" tIns="0" rIns="0" bIns="0" rtlCol="0">
            <a:spAutoFit/>
          </a:bodyPr>
          <a:lstStyle/>
          <a:p>
            <a:pPr algn="ctr"/>
            <a:r>
              <a:rPr lang="en-US" sz="1200" dirty="0"/>
              <a:t>New project </a:t>
            </a:r>
            <a:br>
              <a:rPr lang="en-US" sz="1200" dirty="0"/>
            </a:br>
            <a:r>
              <a:rPr lang="en-US" sz="1200" dirty="0"/>
              <a:t>is active</a:t>
            </a:r>
          </a:p>
        </p:txBody>
      </p:sp>
      <p:sp>
        <p:nvSpPr>
          <p:cNvPr id="86" name="Textfeld 85">
            <a:extLst>
              <a:ext uri="{FF2B5EF4-FFF2-40B4-BE49-F238E27FC236}">
                <a16:creationId xmlns:a16="http://schemas.microsoft.com/office/drawing/2014/main" id="{0A358B95-64EE-47B0-8EFD-B7AF18F5450D}"/>
              </a:ext>
            </a:extLst>
          </p:cNvPr>
          <p:cNvSpPr txBox="1"/>
          <p:nvPr/>
        </p:nvSpPr>
        <p:spPr>
          <a:xfrm>
            <a:off x="7554453" y="5908386"/>
            <a:ext cx="867396" cy="184666"/>
          </a:xfrm>
          <a:prstGeom prst="rect">
            <a:avLst/>
          </a:prstGeom>
          <a:solidFill>
            <a:schemeClr val="tx1"/>
          </a:solidFill>
        </p:spPr>
        <p:txBody>
          <a:bodyPr wrap="square" lIns="0" tIns="0" rIns="0" bIns="0" rtlCol="0">
            <a:spAutoFit/>
          </a:bodyPr>
          <a:lstStyle/>
          <a:p>
            <a:pPr algn="ctr"/>
            <a:r>
              <a:rPr lang="en-US" sz="1200" dirty="0">
                <a:solidFill>
                  <a:schemeClr val="bg1"/>
                </a:solidFill>
              </a:rPr>
              <a:t>Down-Time</a:t>
            </a:r>
          </a:p>
        </p:txBody>
      </p:sp>
      <p:sp>
        <p:nvSpPr>
          <p:cNvPr id="87" name="Textfeld 86">
            <a:extLst>
              <a:ext uri="{FF2B5EF4-FFF2-40B4-BE49-F238E27FC236}">
                <a16:creationId xmlns:a16="http://schemas.microsoft.com/office/drawing/2014/main" id="{B5A9F57A-DFEF-413E-B168-86DDEB6F055D}"/>
              </a:ext>
            </a:extLst>
          </p:cNvPr>
          <p:cNvSpPr txBox="1"/>
          <p:nvPr/>
        </p:nvSpPr>
        <p:spPr>
          <a:xfrm>
            <a:off x="6290769" y="3978824"/>
            <a:ext cx="1161732" cy="184666"/>
          </a:xfrm>
          <a:prstGeom prst="rect">
            <a:avLst/>
          </a:prstGeom>
          <a:solidFill>
            <a:srgbClr val="006487"/>
          </a:solidFill>
        </p:spPr>
        <p:txBody>
          <a:bodyPr wrap="square" lIns="0" tIns="0" rIns="0" bIns="0" rtlCol="0">
            <a:spAutoFit/>
          </a:bodyPr>
          <a:lstStyle/>
          <a:p>
            <a:pPr algn="ctr"/>
            <a:r>
              <a:rPr lang="en-US" sz="1200" dirty="0">
                <a:solidFill>
                  <a:schemeClr val="bg1"/>
                </a:solidFill>
              </a:rPr>
              <a:t>Testing phase</a:t>
            </a:r>
          </a:p>
        </p:txBody>
      </p:sp>
    </p:spTree>
    <p:extLst>
      <p:ext uri="{BB962C8B-B14F-4D97-AF65-F5344CB8AC3E}">
        <p14:creationId xmlns:p14="http://schemas.microsoft.com/office/powerpoint/2010/main" val="34539944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5F1B1355-3EE2-EE79-D148-BCC8C81B6EA3}"/>
              </a:ext>
            </a:extLst>
          </p:cNvPr>
          <p:cNvSpPr/>
          <p:nvPr/>
        </p:nvSpPr>
        <p:spPr>
          <a:xfrm>
            <a:off x="644833" y="2231025"/>
            <a:ext cx="11046977" cy="41481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 name="Titel 4">
            <a:extLst>
              <a:ext uri="{FF2B5EF4-FFF2-40B4-BE49-F238E27FC236}">
                <a16:creationId xmlns:a16="http://schemas.microsoft.com/office/drawing/2014/main" id="{062CE1CF-53A5-432F-BF9A-2769E50D8001}"/>
              </a:ext>
            </a:extLst>
          </p:cNvPr>
          <p:cNvSpPr>
            <a:spLocks noGrp="1"/>
          </p:cNvSpPr>
          <p:nvPr>
            <p:ph type="title"/>
          </p:nvPr>
        </p:nvSpPr>
        <p:spPr/>
        <p:txBody>
          <a:bodyPr/>
          <a:lstStyle/>
          <a:p>
            <a:r>
              <a:rPr lang="en-US" sz="2000" b="1" dirty="0"/>
              <a:t>Load program in S7-1500R/H</a:t>
            </a:r>
            <a:br>
              <a:rPr lang="en-US" sz="2000" b="1" dirty="0"/>
            </a:br>
            <a:r>
              <a:rPr lang="en-US" sz="2000" b="0" dirty="0"/>
              <a:t>Procedure without changes to the hardware configuration</a:t>
            </a:r>
            <a:br>
              <a:rPr lang="en-US" sz="2000" b="1" dirty="0"/>
            </a:br>
            <a:endParaRPr lang="en-US" dirty="0"/>
          </a:p>
        </p:txBody>
      </p:sp>
      <p:sp>
        <p:nvSpPr>
          <p:cNvPr id="4" name="Fußzeilenplatzhalter 3">
            <a:extLst>
              <a:ext uri="{FF2B5EF4-FFF2-40B4-BE49-F238E27FC236}">
                <a16:creationId xmlns:a16="http://schemas.microsoft.com/office/drawing/2014/main" id="{626F0DC5-7AEE-42DA-849A-672A51E94E56}"/>
              </a:ext>
            </a:extLst>
          </p:cNvPr>
          <p:cNvSpPr>
            <a:spLocks noGrp="1"/>
          </p:cNvSpPr>
          <p:nvPr>
            <p:ph type="ftr" sz="quarter" idx="10"/>
          </p:nvPr>
        </p:nvSpPr>
        <p:spPr/>
        <p:txBody>
          <a:bodyPr/>
          <a:lstStyle/>
          <a:p>
            <a:r>
              <a:rPr lang="en-US" dirty="0"/>
              <a:t>Unrestricted | © Siemens 2022 | DI FA | 08.12.2022</a:t>
            </a:r>
          </a:p>
        </p:txBody>
      </p:sp>
      <p:sp>
        <p:nvSpPr>
          <p:cNvPr id="10" name="Pfeil: Fünfeck 9">
            <a:extLst>
              <a:ext uri="{FF2B5EF4-FFF2-40B4-BE49-F238E27FC236}">
                <a16:creationId xmlns:a16="http://schemas.microsoft.com/office/drawing/2014/main" id="{38FE3D16-A682-43EF-A405-AEE47046542A}"/>
              </a:ext>
            </a:extLst>
          </p:cNvPr>
          <p:cNvSpPr/>
          <p:nvPr/>
        </p:nvSpPr>
        <p:spPr>
          <a:xfrm>
            <a:off x="4587702" y="3646325"/>
            <a:ext cx="1579788" cy="640956"/>
          </a:xfrm>
          <a:prstGeom prst="homePlate">
            <a:avLst/>
          </a:prstGeom>
          <a:solidFill>
            <a:srgbClr val="009999"/>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dirty="0"/>
              <a:t>RUN</a:t>
            </a:r>
            <a:br>
              <a:rPr lang="en-US" sz="1600" dirty="0"/>
            </a:br>
            <a:r>
              <a:rPr lang="en-US" sz="1100" dirty="0"/>
              <a:t>(Primary)</a:t>
            </a:r>
            <a:endParaRPr lang="en-US" sz="1600" dirty="0"/>
          </a:p>
        </p:txBody>
      </p:sp>
      <p:sp>
        <p:nvSpPr>
          <p:cNvPr id="11" name="Pfeil: Fünfeck 10">
            <a:extLst>
              <a:ext uri="{FF2B5EF4-FFF2-40B4-BE49-F238E27FC236}">
                <a16:creationId xmlns:a16="http://schemas.microsoft.com/office/drawing/2014/main" id="{DC439FA8-C617-410D-A860-A79DF75BB216}"/>
              </a:ext>
            </a:extLst>
          </p:cNvPr>
          <p:cNvSpPr/>
          <p:nvPr/>
        </p:nvSpPr>
        <p:spPr>
          <a:xfrm>
            <a:off x="4587702" y="4923525"/>
            <a:ext cx="1579788" cy="640956"/>
          </a:xfrm>
          <a:prstGeom prst="homePlate">
            <a:avLst/>
          </a:prstGeom>
          <a:solidFill>
            <a:srgbClr val="009999"/>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dirty="0"/>
              <a:t>RUN</a:t>
            </a:r>
            <a:br>
              <a:rPr lang="en-US" sz="1600" dirty="0"/>
            </a:br>
            <a:r>
              <a:rPr lang="en-US" sz="1100" dirty="0"/>
              <a:t>(Backup)</a:t>
            </a:r>
            <a:endParaRPr lang="en-US" sz="1600" dirty="0"/>
          </a:p>
        </p:txBody>
      </p:sp>
      <p:sp>
        <p:nvSpPr>
          <p:cNvPr id="54" name="Pfeil: nach unten 53">
            <a:extLst>
              <a:ext uri="{FF2B5EF4-FFF2-40B4-BE49-F238E27FC236}">
                <a16:creationId xmlns:a16="http://schemas.microsoft.com/office/drawing/2014/main" id="{1D3DC4FD-53E2-47D5-891A-7D2F44FB00CC}"/>
              </a:ext>
            </a:extLst>
          </p:cNvPr>
          <p:cNvSpPr/>
          <p:nvPr/>
        </p:nvSpPr>
        <p:spPr>
          <a:xfrm>
            <a:off x="5994386" y="2782829"/>
            <a:ext cx="346207" cy="685026"/>
          </a:xfrm>
          <a:prstGeom prst="downArrow">
            <a:avLst/>
          </a:prstGeom>
          <a:solidFill>
            <a:srgbClr val="879BAA"/>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200" dirty="0"/>
          </a:p>
        </p:txBody>
      </p:sp>
      <p:sp>
        <p:nvSpPr>
          <p:cNvPr id="55" name="Textfeld 54">
            <a:extLst>
              <a:ext uri="{FF2B5EF4-FFF2-40B4-BE49-F238E27FC236}">
                <a16:creationId xmlns:a16="http://schemas.microsoft.com/office/drawing/2014/main" id="{E99A2151-C3ED-4216-84B9-7093216A3922}"/>
              </a:ext>
            </a:extLst>
          </p:cNvPr>
          <p:cNvSpPr txBox="1"/>
          <p:nvPr/>
        </p:nvSpPr>
        <p:spPr>
          <a:xfrm>
            <a:off x="6378308" y="2889606"/>
            <a:ext cx="495328" cy="369332"/>
          </a:xfrm>
          <a:prstGeom prst="rect">
            <a:avLst/>
          </a:prstGeom>
          <a:noFill/>
        </p:spPr>
        <p:txBody>
          <a:bodyPr wrap="none" lIns="0" tIns="0" rIns="0" bIns="0" rtlCol="0">
            <a:spAutoFit/>
          </a:bodyPr>
          <a:lstStyle/>
          <a:p>
            <a:pPr algn="l"/>
            <a:r>
              <a:rPr lang="en-US" sz="1200" dirty="0">
                <a:solidFill>
                  <a:schemeClr val="bg1"/>
                </a:solidFill>
              </a:rPr>
              <a:t>CPU 1 </a:t>
            </a:r>
            <a:br>
              <a:rPr lang="en-US" sz="1200" dirty="0">
                <a:solidFill>
                  <a:schemeClr val="bg1"/>
                </a:solidFill>
              </a:rPr>
            </a:br>
            <a:r>
              <a:rPr lang="en-US" sz="1200" dirty="0">
                <a:solidFill>
                  <a:schemeClr val="bg1"/>
                </a:solidFill>
              </a:rPr>
              <a:t>Load</a:t>
            </a:r>
          </a:p>
        </p:txBody>
      </p:sp>
      <p:sp>
        <p:nvSpPr>
          <p:cNvPr id="68" name="Text Box 5">
            <a:extLst>
              <a:ext uri="{FF2B5EF4-FFF2-40B4-BE49-F238E27FC236}">
                <a16:creationId xmlns:a16="http://schemas.microsoft.com/office/drawing/2014/main" id="{787B6039-5DFA-4534-BE43-7C30825326E2}"/>
              </a:ext>
            </a:extLst>
          </p:cNvPr>
          <p:cNvSpPr txBox="1">
            <a:spLocks noChangeArrowheads="1"/>
          </p:cNvSpPr>
          <p:nvPr>
            <p:custDataLst>
              <p:tags r:id="rId1"/>
            </p:custDataLst>
          </p:nvPr>
        </p:nvSpPr>
        <p:spPr bwMode="auto">
          <a:xfrm>
            <a:off x="644834" y="1465648"/>
            <a:ext cx="11046977" cy="742679"/>
          </a:xfrm>
          <a:prstGeom prst="rect">
            <a:avLst/>
          </a:prstGeom>
          <a:gradFill>
            <a:gsLst>
              <a:gs pos="83000">
                <a:srgbClr val="41AAC8"/>
              </a:gs>
              <a:gs pos="50000">
                <a:srgbClr val="32A0A0"/>
              </a:gs>
              <a:gs pos="0">
                <a:srgbClr val="4BB9B9"/>
              </a:gs>
              <a:gs pos="100000">
                <a:srgbClr val="2387AA"/>
              </a:gs>
            </a:gsLst>
            <a:lin ang="0" scaled="0"/>
          </a:gradFill>
          <a:ln>
            <a:noFill/>
          </a:ln>
          <a:effectLst/>
        </p:spPr>
        <p:txBody>
          <a:bodyPr lIns="89953" tIns="46776" rIns="89953" bIns="46776" anchor="ctr" anchorCtr="0"/>
          <a:lstStyle>
            <a:defPPr>
              <a:defRPr lang="en-US"/>
            </a:defPPr>
            <a:lvl1pPr algn="ctr" defTabSz="762000" eaLnBrk="0" hangingPunct="0">
              <a:spcBef>
                <a:spcPct val="0"/>
              </a:spcBef>
              <a:buClrTx/>
              <a:buFontTx/>
              <a:buNone/>
              <a:defRPr sz="1799" b="1">
                <a:solidFill>
                  <a:srgbClr val="FFFFFF"/>
                </a:solidFill>
                <a:latin typeface="Arial" panose="020B0604020202020204" pitchFamily="34" charset="0"/>
              </a:defRPr>
            </a:lvl1pPr>
            <a:lvl2pPr marL="742950" indent="-285750" defTabSz="762000" eaLnBrk="0" hangingPunct="0">
              <a:defRPr sz="2000">
                <a:latin typeface="Arial" charset="0"/>
              </a:defRPr>
            </a:lvl2pPr>
            <a:lvl3pPr marL="1143000" indent="-228600" defTabSz="762000" eaLnBrk="0" hangingPunct="0">
              <a:defRPr sz="2000">
                <a:latin typeface="Arial" charset="0"/>
              </a:defRPr>
            </a:lvl3pPr>
            <a:lvl4pPr marL="1600200" indent="-228600" defTabSz="762000" eaLnBrk="0" hangingPunct="0">
              <a:defRPr sz="2000">
                <a:latin typeface="Arial" charset="0"/>
              </a:defRPr>
            </a:lvl4pPr>
            <a:lvl5pPr marL="2057400" indent="-228600" defTabSz="762000" eaLnBrk="0" hangingPunct="0">
              <a:defRPr sz="2000">
                <a:latin typeface="Arial" charset="0"/>
              </a:defRPr>
            </a:lvl5pPr>
            <a:lvl6pPr marL="25146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6pPr>
            <a:lvl7pPr marL="29718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7pPr>
            <a:lvl8pPr marL="34290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8pPr>
            <a:lvl9pPr marL="38862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9pPr>
          </a:lstStyle>
          <a:p>
            <a:pPr algn="l"/>
            <a:r>
              <a:rPr lang="en-US" b="0" dirty="0">
                <a:solidFill>
                  <a:schemeClr val="bg1"/>
                </a:solidFill>
              </a:rPr>
              <a:t>If only the program of the CPU has been changed, this can be loaded in the RUN-Redundant state</a:t>
            </a:r>
          </a:p>
        </p:txBody>
      </p:sp>
      <p:sp>
        <p:nvSpPr>
          <p:cNvPr id="49" name="Pfeil: Fünfeck 48">
            <a:extLst>
              <a:ext uri="{FF2B5EF4-FFF2-40B4-BE49-F238E27FC236}">
                <a16:creationId xmlns:a16="http://schemas.microsoft.com/office/drawing/2014/main" id="{13B326CA-0861-4F02-9A8E-92642FC62044}"/>
              </a:ext>
            </a:extLst>
          </p:cNvPr>
          <p:cNvSpPr/>
          <p:nvPr/>
        </p:nvSpPr>
        <p:spPr>
          <a:xfrm>
            <a:off x="6167490" y="3662238"/>
            <a:ext cx="1579788" cy="640956"/>
          </a:xfrm>
          <a:prstGeom prst="homePlate">
            <a:avLst/>
          </a:prstGeom>
          <a:solidFill>
            <a:srgbClr val="006487"/>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RUN</a:t>
            </a:r>
            <a:br>
              <a:rPr lang="en-US" sz="1400" dirty="0"/>
            </a:br>
            <a:r>
              <a:rPr lang="en-US" sz="1400" dirty="0"/>
              <a:t>(Primary)</a:t>
            </a:r>
          </a:p>
        </p:txBody>
      </p:sp>
      <p:sp>
        <p:nvSpPr>
          <p:cNvPr id="52" name="Pfeil: Fünfeck 51">
            <a:extLst>
              <a:ext uri="{FF2B5EF4-FFF2-40B4-BE49-F238E27FC236}">
                <a16:creationId xmlns:a16="http://schemas.microsoft.com/office/drawing/2014/main" id="{FD3302A9-B583-45DF-B2F7-D831F0569D9E}"/>
              </a:ext>
            </a:extLst>
          </p:cNvPr>
          <p:cNvSpPr/>
          <p:nvPr/>
        </p:nvSpPr>
        <p:spPr>
          <a:xfrm>
            <a:off x="6167490" y="4939438"/>
            <a:ext cx="1579788" cy="640956"/>
          </a:xfrm>
          <a:prstGeom prst="homePlate">
            <a:avLst/>
          </a:prstGeom>
          <a:solidFill>
            <a:srgbClr val="006487"/>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a:t>RUN</a:t>
            </a:r>
            <a:br>
              <a:rPr lang="en-US" sz="1400" dirty="0"/>
            </a:br>
            <a:r>
              <a:rPr lang="en-US" sz="1400" dirty="0"/>
              <a:t>(Backup)</a:t>
            </a:r>
          </a:p>
        </p:txBody>
      </p:sp>
      <p:sp>
        <p:nvSpPr>
          <p:cNvPr id="70" name="Pfeil: nach unten 69">
            <a:extLst>
              <a:ext uri="{FF2B5EF4-FFF2-40B4-BE49-F238E27FC236}">
                <a16:creationId xmlns:a16="http://schemas.microsoft.com/office/drawing/2014/main" id="{0CAC8CD6-A408-487F-8F39-E9F6D42DD271}"/>
              </a:ext>
            </a:extLst>
          </p:cNvPr>
          <p:cNvSpPr/>
          <p:nvPr/>
        </p:nvSpPr>
        <p:spPr>
          <a:xfrm>
            <a:off x="6563175" y="4319003"/>
            <a:ext cx="422019" cy="606667"/>
          </a:xfrm>
          <a:prstGeom prst="downArrow">
            <a:avLst/>
          </a:prstGeom>
          <a:solidFill>
            <a:srgbClr val="006487"/>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400" dirty="0"/>
          </a:p>
        </p:txBody>
      </p:sp>
      <p:sp>
        <p:nvSpPr>
          <p:cNvPr id="71" name="Textfeld 70">
            <a:extLst>
              <a:ext uri="{FF2B5EF4-FFF2-40B4-BE49-F238E27FC236}">
                <a16:creationId xmlns:a16="http://schemas.microsoft.com/office/drawing/2014/main" id="{30FC49AD-3C39-47D0-BDCC-ABE8CFC923E7}"/>
              </a:ext>
            </a:extLst>
          </p:cNvPr>
          <p:cNvSpPr txBox="1"/>
          <p:nvPr/>
        </p:nvSpPr>
        <p:spPr>
          <a:xfrm>
            <a:off x="6985194" y="4354954"/>
            <a:ext cx="1879041" cy="430887"/>
          </a:xfrm>
          <a:prstGeom prst="rect">
            <a:avLst/>
          </a:prstGeom>
          <a:noFill/>
        </p:spPr>
        <p:txBody>
          <a:bodyPr wrap="none" rtlCol="0">
            <a:spAutoFit/>
          </a:bodyPr>
          <a:lstStyle/>
          <a:p>
            <a:r>
              <a:rPr lang="en-US" sz="1100" dirty="0">
                <a:solidFill>
                  <a:schemeClr val="bg1"/>
                </a:solidFill>
              </a:rPr>
              <a:t>Program will be </a:t>
            </a:r>
          </a:p>
          <a:p>
            <a:r>
              <a:rPr lang="en-US" sz="1100" dirty="0">
                <a:solidFill>
                  <a:schemeClr val="bg1"/>
                </a:solidFill>
              </a:rPr>
              <a:t>automatically synchronized</a:t>
            </a:r>
          </a:p>
        </p:txBody>
      </p:sp>
      <p:sp>
        <p:nvSpPr>
          <p:cNvPr id="20" name="Rechteck 19">
            <a:extLst>
              <a:ext uri="{FF2B5EF4-FFF2-40B4-BE49-F238E27FC236}">
                <a16:creationId xmlns:a16="http://schemas.microsoft.com/office/drawing/2014/main" id="{86E1ADB2-DC5B-434E-86E3-97483F8C42F6}"/>
              </a:ext>
            </a:extLst>
          </p:cNvPr>
          <p:cNvSpPr/>
          <p:nvPr/>
        </p:nvSpPr>
        <p:spPr>
          <a:xfrm>
            <a:off x="4587703" y="5730321"/>
            <a:ext cx="1579788" cy="376097"/>
          </a:xfrm>
          <a:prstGeom prst="rect">
            <a:avLst/>
          </a:prstGeom>
          <a:solidFill>
            <a:srgbClr val="009999"/>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t>Previous program is active</a:t>
            </a:r>
          </a:p>
        </p:txBody>
      </p:sp>
      <p:sp>
        <p:nvSpPr>
          <p:cNvPr id="21" name="Textfeld 20">
            <a:extLst>
              <a:ext uri="{FF2B5EF4-FFF2-40B4-BE49-F238E27FC236}">
                <a16:creationId xmlns:a16="http://schemas.microsoft.com/office/drawing/2014/main" id="{13FC4C09-4981-4D3E-A8C0-750EE0222966}"/>
              </a:ext>
            </a:extLst>
          </p:cNvPr>
          <p:cNvSpPr txBox="1"/>
          <p:nvPr/>
        </p:nvSpPr>
        <p:spPr>
          <a:xfrm>
            <a:off x="6204795" y="5730321"/>
            <a:ext cx="1579788" cy="369332"/>
          </a:xfrm>
          <a:prstGeom prst="rect">
            <a:avLst/>
          </a:prstGeom>
          <a:solidFill>
            <a:srgbClr val="006487"/>
          </a:solidFill>
        </p:spPr>
        <p:txBody>
          <a:bodyPr wrap="square" lIns="0" tIns="0" rIns="0" bIns="0" rtlCol="0">
            <a:spAutoFit/>
          </a:bodyPr>
          <a:lstStyle/>
          <a:p>
            <a:pPr algn="ctr"/>
            <a:r>
              <a:rPr lang="en-US" sz="1200" dirty="0"/>
              <a:t>New program </a:t>
            </a:r>
            <a:br>
              <a:rPr lang="en-US" sz="1200" dirty="0"/>
            </a:br>
            <a:r>
              <a:rPr lang="en-US" sz="1200" dirty="0"/>
              <a:t>is active</a:t>
            </a:r>
          </a:p>
        </p:txBody>
      </p:sp>
      <p:sp>
        <p:nvSpPr>
          <p:cNvPr id="2" name="Rechteck 1">
            <a:extLst>
              <a:ext uri="{FF2B5EF4-FFF2-40B4-BE49-F238E27FC236}">
                <a16:creationId xmlns:a16="http://schemas.microsoft.com/office/drawing/2014/main" id="{385C3842-A9B9-ADE0-2EB9-CB9C5977DBD3}"/>
              </a:ext>
            </a:extLst>
          </p:cNvPr>
          <p:cNvSpPr/>
          <p:nvPr/>
        </p:nvSpPr>
        <p:spPr>
          <a:xfrm>
            <a:off x="3007914" y="3548686"/>
            <a:ext cx="1420602" cy="21816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 name="Textfeld 2">
            <a:extLst>
              <a:ext uri="{FF2B5EF4-FFF2-40B4-BE49-F238E27FC236}">
                <a16:creationId xmlns:a16="http://schemas.microsoft.com/office/drawing/2014/main" id="{BBDD9358-A1BB-FBEB-1913-29464048F539}"/>
              </a:ext>
            </a:extLst>
          </p:cNvPr>
          <p:cNvSpPr txBox="1"/>
          <p:nvPr/>
        </p:nvSpPr>
        <p:spPr>
          <a:xfrm>
            <a:off x="2936747" y="4870236"/>
            <a:ext cx="822817" cy="830997"/>
          </a:xfrm>
          <a:prstGeom prst="rect">
            <a:avLst/>
          </a:prstGeom>
          <a:noFill/>
        </p:spPr>
        <p:txBody>
          <a:bodyPr wrap="square" rtlCol="0">
            <a:spAutoFit/>
          </a:bodyPr>
          <a:lstStyle/>
          <a:p>
            <a:endParaRPr lang="en-US" sz="1600" dirty="0">
              <a:solidFill>
                <a:schemeClr val="bg1"/>
              </a:solidFill>
            </a:endParaRPr>
          </a:p>
          <a:p>
            <a:r>
              <a:rPr lang="en-US" sz="1600" dirty="0">
                <a:solidFill>
                  <a:schemeClr val="bg1"/>
                </a:solidFill>
              </a:rPr>
              <a:t>CPU 2</a:t>
            </a:r>
          </a:p>
          <a:p>
            <a:endParaRPr lang="en-US" sz="1600" dirty="0">
              <a:solidFill>
                <a:schemeClr val="bg1"/>
              </a:solidFill>
            </a:endParaRPr>
          </a:p>
        </p:txBody>
      </p:sp>
      <p:sp>
        <p:nvSpPr>
          <p:cNvPr id="6" name="Rechteck: abgerundete Ecken 5">
            <a:extLst>
              <a:ext uri="{FF2B5EF4-FFF2-40B4-BE49-F238E27FC236}">
                <a16:creationId xmlns:a16="http://schemas.microsoft.com/office/drawing/2014/main" id="{AA2BCC8E-8E06-3EF3-E170-041A62ADDD94}"/>
              </a:ext>
            </a:extLst>
          </p:cNvPr>
          <p:cNvSpPr/>
          <p:nvPr/>
        </p:nvSpPr>
        <p:spPr>
          <a:xfrm>
            <a:off x="3443354" y="4270382"/>
            <a:ext cx="892620" cy="830998"/>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7" name="Grafik 6">
            <a:extLst>
              <a:ext uri="{FF2B5EF4-FFF2-40B4-BE49-F238E27FC236}">
                <a16:creationId xmlns:a16="http://schemas.microsoft.com/office/drawing/2014/main" id="{4D99A124-FB75-0FFF-8BAF-2D9ABB93D44E}"/>
              </a:ext>
            </a:extLst>
          </p:cNvPr>
          <p:cNvPicPr>
            <a:picLocks noChangeAspect="1"/>
          </p:cNvPicPr>
          <p:nvPr/>
        </p:nvPicPr>
        <p:blipFill>
          <a:blip r:embed="rId3"/>
          <a:stretch>
            <a:fillRect/>
          </a:stretch>
        </p:blipFill>
        <p:spPr>
          <a:xfrm>
            <a:off x="3626193" y="3548686"/>
            <a:ext cx="600076" cy="934011"/>
          </a:xfrm>
          <a:prstGeom prst="rect">
            <a:avLst/>
          </a:prstGeom>
        </p:spPr>
      </p:pic>
      <p:pic>
        <p:nvPicPr>
          <p:cNvPr id="8" name="Grafik 7">
            <a:extLst>
              <a:ext uri="{FF2B5EF4-FFF2-40B4-BE49-F238E27FC236}">
                <a16:creationId xmlns:a16="http://schemas.microsoft.com/office/drawing/2014/main" id="{1B12BA32-C9EA-2DC1-33E5-08BA2DB6D9E4}"/>
              </a:ext>
            </a:extLst>
          </p:cNvPr>
          <p:cNvPicPr>
            <a:picLocks noChangeAspect="1"/>
          </p:cNvPicPr>
          <p:nvPr/>
        </p:nvPicPr>
        <p:blipFill>
          <a:blip r:embed="rId3"/>
          <a:stretch>
            <a:fillRect/>
          </a:stretch>
        </p:blipFill>
        <p:spPr>
          <a:xfrm>
            <a:off x="3615533" y="4796310"/>
            <a:ext cx="600076" cy="934011"/>
          </a:xfrm>
          <a:prstGeom prst="rect">
            <a:avLst/>
          </a:prstGeom>
        </p:spPr>
      </p:pic>
      <p:sp>
        <p:nvSpPr>
          <p:cNvPr id="12" name="Textfeld 11">
            <a:extLst>
              <a:ext uri="{FF2B5EF4-FFF2-40B4-BE49-F238E27FC236}">
                <a16:creationId xmlns:a16="http://schemas.microsoft.com/office/drawing/2014/main" id="{E3B2B641-6386-94DD-4421-F76BAB56E2C3}"/>
              </a:ext>
            </a:extLst>
          </p:cNvPr>
          <p:cNvSpPr txBox="1"/>
          <p:nvPr/>
        </p:nvSpPr>
        <p:spPr>
          <a:xfrm>
            <a:off x="2920551" y="3838141"/>
            <a:ext cx="822817" cy="338554"/>
          </a:xfrm>
          <a:prstGeom prst="rect">
            <a:avLst/>
          </a:prstGeom>
          <a:noFill/>
        </p:spPr>
        <p:txBody>
          <a:bodyPr wrap="square" rtlCol="0">
            <a:spAutoFit/>
          </a:bodyPr>
          <a:lstStyle/>
          <a:p>
            <a:r>
              <a:rPr lang="en-US" sz="1600" dirty="0">
                <a:solidFill>
                  <a:schemeClr val="bg1"/>
                </a:solidFill>
              </a:rPr>
              <a:t>CPU 1</a:t>
            </a:r>
          </a:p>
        </p:txBody>
      </p:sp>
    </p:spTree>
    <p:extLst>
      <p:ext uri="{BB962C8B-B14F-4D97-AF65-F5344CB8AC3E}">
        <p14:creationId xmlns:p14="http://schemas.microsoft.com/office/powerpoint/2010/main" val="34382130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BC1B75D9-477C-49CD-A48C-F1449B6229CE}"/>
              </a:ext>
            </a:extLst>
          </p:cNvPr>
          <p:cNvGraphicFramePr>
            <a:graphicFrameLocks noChangeAspect="1"/>
          </p:cNvGraphicFramePr>
          <p:nvPr>
            <p:custDataLst>
              <p:tags r:id="rId1"/>
            </p:custDataLst>
            <p:extLst>
              <p:ext uri="{D42A27DB-BD31-4B8C-83A1-F6EECF244321}">
                <p14:modId xmlns:p14="http://schemas.microsoft.com/office/powerpoint/2010/main" val="37924926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BC1B75D9-477C-49CD-A48C-F1449B6229C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dirty="0"/>
              <a:t>Hardware extensions in RUN with IO-Link</a:t>
            </a:r>
          </a:p>
        </p:txBody>
      </p:sp>
      <p:sp>
        <p:nvSpPr>
          <p:cNvPr id="3" name="Untertitel 2">
            <a:extLst>
              <a:ext uri="{FF2B5EF4-FFF2-40B4-BE49-F238E27FC236}">
                <a16:creationId xmlns:a16="http://schemas.microsoft.com/office/drawing/2014/main" id="{E05AAA57-A93D-4F12-AB88-90D4656645E7}"/>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412127C7-E09C-4465-B722-C40C39DCC465}"/>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1116650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6329C1-22AD-4964-AEC4-ED1759148634}"/>
              </a:ext>
            </a:extLst>
          </p:cNvPr>
          <p:cNvSpPr>
            <a:spLocks noGrp="1"/>
          </p:cNvSpPr>
          <p:nvPr>
            <p:ph type="title"/>
          </p:nvPr>
        </p:nvSpPr>
        <p:spPr/>
        <p:txBody>
          <a:bodyPr/>
          <a:lstStyle/>
          <a:p>
            <a:r>
              <a:rPr lang="en-US" dirty="0"/>
              <a:t>Hardware extensions in RUN with IO-Link</a:t>
            </a:r>
            <a:br>
              <a:rPr lang="en-US" dirty="0"/>
            </a:br>
            <a:r>
              <a:rPr lang="en-US" b="0" dirty="0"/>
              <a:t>Applications</a:t>
            </a:r>
          </a:p>
        </p:txBody>
      </p:sp>
      <p:sp>
        <p:nvSpPr>
          <p:cNvPr id="7" name="Fußzeilenplatzhalter 6">
            <a:extLst>
              <a:ext uri="{FF2B5EF4-FFF2-40B4-BE49-F238E27FC236}">
                <a16:creationId xmlns:a16="http://schemas.microsoft.com/office/drawing/2014/main" id="{371D2911-70D1-4644-86F5-3E6CB56DB1E5}"/>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3" name="Textfeld 2">
            <a:extLst>
              <a:ext uri="{FF2B5EF4-FFF2-40B4-BE49-F238E27FC236}">
                <a16:creationId xmlns:a16="http://schemas.microsoft.com/office/drawing/2014/main" id="{7FD5372B-755E-4194-8F8B-E32A04DC5B8F}"/>
              </a:ext>
            </a:extLst>
          </p:cNvPr>
          <p:cNvSpPr txBox="1"/>
          <p:nvPr/>
        </p:nvSpPr>
        <p:spPr>
          <a:xfrm>
            <a:off x="638549" y="1470581"/>
            <a:ext cx="10969191" cy="4784198"/>
          </a:xfrm>
          <a:prstGeom prst="rect">
            <a:avLst/>
          </a:prstGeom>
          <a:noFill/>
        </p:spPr>
        <p:txBody>
          <a:bodyPr vert="horz" wrap="square" lIns="0" tIns="71083" rIns="71083" bIns="71083" rtlCol="0" anchor="t">
            <a:noAutofit/>
          </a:bodyPr>
          <a:lstStyle/>
          <a:p>
            <a:pPr>
              <a:lnSpc>
                <a:spcPct val="110000"/>
              </a:lnSpc>
              <a:buClr>
                <a:srgbClr val="879BAA"/>
              </a:buClr>
              <a:buSzPct val="100000"/>
            </a:pPr>
            <a:r>
              <a:rPr lang="en-US" sz="1799" b="1" dirty="0">
                <a:solidFill>
                  <a:srgbClr val="009999"/>
                </a:solidFill>
                <a:latin typeface="Arial"/>
                <a:ea typeface="Arial Unicode MS" panose="020B0604020202020204" pitchFamily="34" charset="-128"/>
                <a:cs typeface="Arial Unicode MS" panose="020B0604020202020204" pitchFamily="34" charset="-128"/>
              </a:rPr>
              <a:t>IO-Link for the extension of the hardware of a plant in the RUN</a:t>
            </a:r>
          </a:p>
          <a:p>
            <a:pPr>
              <a:lnSpc>
                <a:spcPct val="110000"/>
              </a:lnSpc>
              <a:buClr>
                <a:srgbClr val="879BAA"/>
              </a:buClr>
              <a:buSzPct val="100000"/>
            </a:pPr>
            <a:r>
              <a:rPr lang="en-US" sz="1599" dirty="0">
                <a:latin typeface="Arial"/>
                <a:ea typeface="Arial Unicode MS" panose="020B0604020202020204" pitchFamily="34" charset="-128"/>
                <a:cs typeface="Arial Unicode MS" panose="020B0604020202020204" pitchFamily="34" charset="-128"/>
              </a:rPr>
              <a:t>By using IO-Link, it is possible to carry out plant expansions without interrupting operation.</a:t>
            </a:r>
          </a:p>
          <a:p>
            <a:pPr>
              <a:lnSpc>
                <a:spcPct val="110000"/>
              </a:lnSpc>
              <a:buClr>
                <a:srgbClr val="879BAA"/>
              </a:buClr>
              <a:buSzPct val="100000"/>
            </a:pPr>
            <a:endParaRPr lang="en-US" sz="1599" b="1" dirty="0">
              <a:latin typeface="Arial"/>
              <a:ea typeface="Arial Unicode MS" panose="020B0604020202020204" pitchFamily="34" charset="-128"/>
            </a:endParaRPr>
          </a:p>
          <a:p>
            <a:pPr>
              <a:lnSpc>
                <a:spcPct val="110000"/>
              </a:lnSpc>
              <a:buClr>
                <a:srgbClr val="879BAA"/>
              </a:buClr>
              <a:buSzPct val="100000"/>
            </a:pPr>
            <a:r>
              <a:rPr lang="en-US" sz="1599" b="1" dirty="0">
                <a:solidFill>
                  <a:srgbClr val="009999"/>
                </a:solidFill>
                <a:latin typeface="Arial"/>
                <a:ea typeface="Arial Unicode MS" panose="020B0604020202020204" pitchFamily="34" charset="-128"/>
              </a:rPr>
              <a:t>What is IO-Link?</a:t>
            </a:r>
          </a:p>
          <a:p>
            <a:pPr marL="285607" indent="-285607">
              <a:lnSpc>
                <a:spcPct val="110000"/>
              </a:lnSpc>
              <a:buClr>
                <a:srgbClr val="879BAA"/>
              </a:buClr>
              <a:buSzPct val="100000"/>
              <a:buFont typeface="Arial" panose="020B0604020202020204" pitchFamily="34" charset="0"/>
              <a:buChar char="•"/>
            </a:pPr>
            <a:r>
              <a:rPr lang="en-US" sz="1599" dirty="0">
                <a:latin typeface="Arial"/>
                <a:ea typeface="Arial Unicode MS" panose="020B0604020202020204" pitchFamily="34" charset="-128"/>
              </a:rPr>
              <a:t>IO-Link is a standardized point-to-point IO technology (IEC 61131-9) </a:t>
            </a:r>
            <a:br>
              <a:rPr lang="en-US" sz="1599" dirty="0">
                <a:latin typeface="Arial"/>
                <a:ea typeface="Arial Unicode MS" panose="020B0604020202020204" pitchFamily="34" charset="-128"/>
              </a:rPr>
            </a:br>
            <a:r>
              <a:rPr lang="en-US" sz="1599" dirty="0">
                <a:latin typeface="Arial"/>
                <a:ea typeface="Arial Unicode MS" panose="020B0604020202020204" pitchFamily="34" charset="-128"/>
              </a:rPr>
              <a:t>to communicate digitally with sensors and actuators. </a:t>
            </a:r>
          </a:p>
          <a:p>
            <a:pPr marL="285607" indent="-285607">
              <a:lnSpc>
                <a:spcPct val="110000"/>
              </a:lnSpc>
              <a:buClr>
                <a:srgbClr val="879BAA"/>
              </a:buClr>
              <a:buSzPct val="100000"/>
              <a:buFont typeface="Arial" panose="020B0604020202020204" pitchFamily="34" charset="0"/>
              <a:buChar char="•"/>
            </a:pPr>
            <a:r>
              <a:rPr lang="en-US" sz="1599" dirty="0">
                <a:latin typeface="Arial"/>
                <a:ea typeface="Arial Unicode MS" panose="020B0604020202020204" pitchFamily="34" charset="-128"/>
              </a:rPr>
              <a:t>IO-Link devices are offered by most sensor manufacturers</a:t>
            </a:r>
          </a:p>
          <a:p>
            <a:pPr marL="285607" indent="-285607">
              <a:lnSpc>
                <a:spcPct val="110000"/>
              </a:lnSpc>
              <a:buClr>
                <a:srgbClr val="879BAA"/>
              </a:buClr>
              <a:buSzPct val="100000"/>
              <a:buFont typeface="Arial" panose="020B0604020202020204" pitchFamily="34" charset="0"/>
              <a:buChar char="•"/>
            </a:pPr>
            <a:r>
              <a:rPr lang="en-US" sz="1599" dirty="0">
                <a:latin typeface="Arial"/>
                <a:ea typeface="Arial Unicode MS" panose="020B0604020202020204" pitchFamily="34" charset="-128"/>
              </a:rPr>
              <a:t>Siemens has IO-Link masters for the complete ET 200 family in its portfolio</a:t>
            </a:r>
          </a:p>
          <a:p>
            <a:pPr marL="742579" lvl="1" indent="-285607">
              <a:lnSpc>
                <a:spcPct val="110000"/>
              </a:lnSpc>
              <a:buClr>
                <a:srgbClr val="879BAA"/>
              </a:buClr>
              <a:buSzPct val="100000"/>
              <a:buFont typeface="Arial" panose="020B0604020202020204" pitchFamily="34" charset="0"/>
              <a:buChar char="•"/>
            </a:pPr>
            <a:r>
              <a:rPr lang="en-US" sz="1199" dirty="0">
                <a:latin typeface="Arial"/>
                <a:ea typeface="Arial Unicode MS" panose="020B0604020202020204" pitchFamily="34" charset="-128"/>
              </a:rPr>
              <a:t>AND 200SP</a:t>
            </a:r>
          </a:p>
          <a:p>
            <a:pPr marL="742579" lvl="1" indent="-285607">
              <a:lnSpc>
                <a:spcPct val="110000"/>
              </a:lnSpc>
              <a:buClr>
                <a:srgbClr val="879BAA"/>
              </a:buClr>
              <a:buSzPct val="100000"/>
              <a:buFont typeface="Arial" panose="020B0604020202020204" pitchFamily="34" charset="0"/>
              <a:buChar char="•"/>
            </a:pPr>
            <a:r>
              <a:rPr lang="en-US" sz="1199" dirty="0">
                <a:latin typeface="Arial"/>
                <a:ea typeface="Arial Unicode MS" panose="020B0604020202020204" pitchFamily="34" charset="-128"/>
              </a:rPr>
              <a:t>AND 200MP</a:t>
            </a:r>
          </a:p>
          <a:p>
            <a:pPr marL="742579" lvl="1" indent="-285607">
              <a:lnSpc>
                <a:spcPct val="110000"/>
              </a:lnSpc>
              <a:buClr>
                <a:srgbClr val="879BAA"/>
              </a:buClr>
              <a:buSzPct val="100000"/>
              <a:buFont typeface="Arial" panose="020B0604020202020204" pitchFamily="34" charset="0"/>
              <a:buChar char="•"/>
            </a:pPr>
            <a:r>
              <a:rPr lang="en-US" sz="1199" dirty="0">
                <a:latin typeface="Arial"/>
                <a:ea typeface="Arial Unicode MS" panose="020B0604020202020204" pitchFamily="34" charset="-128"/>
              </a:rPr>
              <a:t>AND 200eco PN</a:t>
            </a:r>
          </a:p>
          <a:p>
            <a:pPr marL="742579" lvl="1" indent="-285607">
              <a:lnSpc>
                <a:spcPct val="110000"/>
              </a:lnSpc>
              <a:buClr>
                <a:srgbClr val="879BAA"/>
              </a:buClr>
              <a:buSzPct val="100000"/>
              <a:buFont typeface="Arial" panose="020B0604020202020204" pitchFamily="34" charset="0"/>
              <a:buChar char="•"/>
            </a:pPr>
            <a:r>
              <a:rPr lang="en-US" sz="1199" dirty="0">
                <a:latin typeface="Arial"/>
                <a:ea typeface="Arial Unicode MS" panose="020B0604020202020204" pitchFamily="34" charset="-128"/>
              </a:rPr>
              <a:t>AND 200AL</a:t>
            </a:r>
          </a:p>
          <a:p>
            <a:pPr marL="742579" lvl="1" indent="-285607">
              <a:lnSpc>
                <a:spcPct val="110000"/>
              </a:lnSpc>
              <a:buClr>
                <a:srgbClr val="879BAA"/>
              </a:buClr>
              <a:buSzPct val="100000"/>
              <a:buFont typeface="Arial" panose="020B0604020202020204" pitchFamily="34" charset="0"/>
              <a:buChar char="•"/>
            </a:pPr>
            <a:r>
              <a:rPr lang="en-US" sz="1199" dirty="0">
                <a:latin typeface="Arial"/>
                <a:ea typeface="Arial Unicode MS" panose="020B0604020202020204" pitchFamily="34" charset="-128"/>
              </a:rPr>
              <a:t>AND 200pro</a:t>
            </a:r>
            <a:endParaRPr lang="en-US" sz="1199" dirty="0">
              <a:solidFill>
                <a:srgbClr val="009999"/>
              </a:solidFill>
              <a:latin typeface="Arial"/>
              <a:ea typeface="Arial Unicode MS" panose="020B0604020202020204" pitchFamily="34" charset="-128"/>
            </a:endParaRPr>
          </a:p>
          <a:p>
            <a:pPr>
              <a:lnSpc>
                <a:spcPct val="110000"/>
              </a:lnSpc>
              <a:buClr>
                <a:srgbClr val="879BAA"/>
              </a:buClr>
              <a:buSzPct val="100000"/>
            </a:pPr>
            <a:endParaRPr lang="en-US" sz="1599" b="1" dirty="0">
              <a:solidFill>
                <a:srgbClr val="009999"/>
              </a:solidFill>
              <a:latin typeface="Arial"/>
              <a:ea typeface="Arial Unicode MS" panose="020B0604020202020204" pitchFamily="34" charset="-128"/>
            </a:endParaRPr>
          </a:p>
          <a:p>
            <a:pPr>
              <a:lnSpc>
                <a:spcPct val="110000"/>
              </a:lnSpc>
              <a:buClr>
                <a:srgbClr val="879BAA"/>
              </a:buClr>
              <a:buSzPct val="100000"/>
            </a:pPr>
            <a:r>
              <a:rPr lang="en-US" sz="1599" b="1" dirty="0">
                <a:solidFill>
                  <a:srgbClr val="009999"/>
                </a:solidFill>
                <a:latin typeface="Arial"/>
                <a:ea typeface="Arial Unicode MS" panose="020B0604020202020204" pitchFamily="34" charset="-128"/>
              </a:rPr>
              <a:t>The following use cases can be solved with IO-Link</a:t>
            </a:r>
          </a:p>
          <a:p>
            <a:pPr marL="342729" indent="-342729">
              <a:lnSpc>
                <a:spcPct val="110000"/>
              </a:lnSpc>
              <a:buClr>
                <a:srgbClr val="879BAA"/>
              </a:buClr>
              <a:buSzPct val="100000"/>
              <a:buFont typeface="+mj-lt"/>
              <a:buAutoNum type="arabicPeriod"/>
            </a:pPr>
            <a:r>
              <a:rPr lang="en-US" sz="1399" dirty="0">
                <a:latin typeface="Arial"/>
                <a:ea typeface="Arial Unicode MS" panose="020B0604020202020204" pitchFamily="34" charset="-128"/>
                <a:cs typeface="Arial Unicode MS" panose="020B0604020202020204" pitchFamily="34" charset="-128"/>
              </a:rPr>
              <a:t>Add new sensors or actuators</a:t>
            </a:r>
          </a:p>
          <a:p>
            <a:pPr marL="342729" indent="-342729">
              <a:lnSpc>
                <a:spcPct val="110000"/>
              </a:lnSpc>
              <a:buClr>
                <a:srgbClr val="879BAA"/>
              </a:buClr>
              <a:buSzPct val="100000"/>
              <a:buFont typeface="+mj-lt"/>
              <a:buAutoNum type="arabicPeriod"/>
            </a:pPr>
            <a:r>
              <a:rPr lang="en-US" sz="1399" dirty="0">
                <a:latin typeface="Arial"/>
                <a:ea typeface="Arial Unicode MS" panose="020B0604020202020204" pitchFamily="34" charset="-128"/>
                <a:cs typeface="Arial Unicode MS" panose="020B0604020202020204" pitchFamily="34" charset="-128"/>
              </a:rPr>
              <a:t>Change the type of a sensor / actuator</a:t>
            </a:r>
          </a:p>
          <a:p>
            <a:pPr marL="342729" indent="-342729">
              <a:lnSpc>
                <a:spcPct val="110000"/>
              </a:lnSpc>
              <a:buClr>
                <a:srgbClr val="879BAA"/>
              </a:buClr>
              <a:buSzPct val="100000"/>
              <a:buFont typeface="+mj-lt"/>
              <a:buAutoNum type="arabicPeriod"/>
            </a:pPr>
            <a:r>
              <a:rPr lang="en-US" sz="1399" dirty="0">
                <a:latin typeface="Arial"/>
                <a:ea typeface="Arial Unicode MS" panose="020B0604020202020204" pitchFamily="34" charset="-128"/>
                <a:cs typeface="Arial Unicode MS" panose="020B0604020202020204" pitchFamily="34" charset="-128"/>
              </a:rPr>
              <a:t>Configure measuring point (e.g. adjust measuring range)</a:t>
            </a:r>
          </a:p>
          <a:p>
            <a:pPr marL="0" lvl="1">
              <a:lnSpc>
                <a:spcPct val="110000"/>
              </a:lnSpc>
              <a:buClr>
                <a:srgbClr val="879BAA"/>
              </a:buClr>
              <a:buSzPct val="100000"/>
            </a:pPr>
            <a:endParaRPr lang="en-US" sz="1399" dirty="0">
              <a:solidFill>
                <a:srgbClr val="000000"/>
              </a:solidFill>
              <a:latin typeface="Arial"/>
              <a:ea typeface="Arial Unicode MS" panose="020B0604020202020204" pitchFamily="34" charset="-128"/>
              <a:cs typeface="Arial Unicode MS" panose="020B0604020202020204" pitchFamily="34" charset="-128"/>
            </a:endParaRPr>
          </a:p>
          <a:p>
            <a:pPr marL="342729" lvl="1" indent="-342729">
              <a:lnSpc>
                <a:spcPct val="110000"/>
              </a:lnSpc>
              <a:buClr>
                <a:srgbClr val="879BAA"/>
              </a:buClr>
              <a:buSzPct val="100000"/>
              <a:buFont typeface="+mj-lt"/>
              <a:buAutoNum type="arabicPeriod"/>
            </a:pPr>
            <a:endParaRPr lang="en-US" sz="1399" dirty="0">
              <a:solidFill>
                <a:srgbClr val="000000"/>
              </a:solidFill>
              <a:latin typeface="Arial"/>
              <a:ea typeface="Arial Unicode MS" panose="020B0604020202020204" pitchFamily="34" charset="-128"/>
              <a:cs typeface="Arial Unicode MS" panose="020B0604020202020204" pitchFamily="34" charset="-128"/>
            </a:endParaRPr>
          </a:p>
          <a:p>
            <a:pPr marL="342729" lvl="1" indent="-342729">
              <a:lnSpc>
                <a:spcPct val="110000"/>
              </a:lnSpc>
              <a:buClr>
                <a:srgbClr val="879BAA"/>
              </a:buClr>
              <a:buSzPct val="100000"/>
              <a:buFont typeface="+mj-lt"/>
              <a:buAutoNum type="arabicPeriod"/>
            </a:pPr>
            <a:endParaRPr lang="en-US" sz="1199" dirty="0">
              <a:solidFill>
                <a:srgbClr val="000000"/>
              </a:solidFill>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r>
              <a:rPr lang="en-US" sz="1399" dirty="0">
                <a:solidFill>
                  <a:srgbClr val="000000"/>
                </a:solidFill>
                <a:latin typeface="Arial"/>
                <a:ea typeface="Arial Unicode MS" panose="020B0604020202020204" pitchFamily="34" charset="-128"/>
                <a:cs typeface="Arial Unicode MS" panose="020B0604020202020204" pitchFamily="34" charset="-128"/>
              </a:rPr>
              <a:t> </a:t>
            </a:r>
            <a:br>
              <a:rPr lang="en-US" sz="1399" dirty="0">
                <a:solidFill>
                  <a:srgbClr val="000000"/>
                </a:solidFill>
                <a:latin typeface="Arial"/>
                <a:ea typeface="Arial Unicode MS" panose="020B0604020202020204" pitchFamily="34" charset="-128"/>
                <a:cs typeface="Arial Unicode MS" panose="020B0604020202020204" pitchFamily="34" charset="-128"/>
              </a:rPr>
            </a:br>
            <a:endParaRPr lang="en-US" sz="13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4" name="Textfeld 3">
            <a:extLst>
              <a:ext uri="{FF2B5EF4-FFF2-40B4-BE49-F238E27FC236}">
                <a16:creationId xmlns:a16="http://schemas.microsoft.com/office/drawing/2014/main" id="{A1BD8AF7-4F15-433B-B982-DCD78924ABAE}"/>
              </a:ext>
            </a:extLst>
          </p:cNvPr>
          <p:cNvSpPr txBox="1"/>
          <p:nvPr/>
        </p:nvSpPr>
        <p:spPr>
          <a:xfrm>
            <a:off x="7998647" y="5021815"/>
            <a:ext cx="3471850" cy="913924"/>
          </a:xfrm>
          <a:prstGeom prst="rect">
            <a:avLst/>
          </a:prstGeom>
          <a:solidFill>
            <a:schemeClr val="tx1"/>
          </a:solidFill>
        </p:spPr>
        <p:txBody>
          <a:bodyPr vert="horz" wrap="none" lIns="0" tIns="0" rIns="0" bIns="0" rtlCol="0">
            <a:noAutofit/>
          </a:bodyPr>
          <a:lstStyle/>
          <a:p>
            <a:pPr marL="87269" fontAlgn="base">
              <a:lnSpc>
                <a:spcPct val="110000"/>
              </a:lnSpc>
              <a:spcAft>
                <a:spcPct val="0"/>
              </a:spcAft>
            </a:pPr>
            <a:r>
              <a:rPr lang="en-US" sz="1599" b="1" dirty="0">
                <a:solidFill>
                  <a:srgbClr val="009999"/>
                </a:solidFill>
                <a:latin typeface="Arial"/>
                <a:ea typeface="Arial Unicode MS" panose="020B0604020202020204" pitchFamily="34" charset="-128"/>
              </a:rPr>
              <a:t>More information about IO-Link?</a:t>
            </a:r>
          </a:p>
          <a:p>
            <a:pPr marL="87269"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See </a:t>
            </a:r>
            <a:r>
              <a:rPr lang="en-US" sz="1199" dirty="0">
                <a:solidFill>
                  <a:srgbClr val="000000"/>
                </a:solidFill>
                <a:latin typeface="Arial"/>
                <a:ea typeface="Arial Unicode MS" panose="020B0604020202020204" pitchFamily="34" charset="-128"/>
                <a:cs typeface="Arial Unicode MS" panose="020B0604020202020204" pitchFamily="34" charset="-128"/>
                <a:hlinkClick r:id="rId2"/>
              </a:rPr>
              <a:t>https://www.siemens.com/io-link</a:t>
            </a:r>
            <a:endParaRPr lang="en-US" sz="1199" dirty="0">
              <a:solidFill>
                <a:srgbClr val="000000"/>
              </a:solidFill>
              <a:latin typeface="Arial"/>
              <a:ea typeface="Arial Unicode MS" panose="020B0604020202020204" pitchFamily="34" charset="-128"/>
              <a:cs typeface="Arial Unicode MS" panose="020B0604020202020204" pitchFamily="34" charset="-128"/>
            </a:endParaRPr>
          </a:p>
          <a:p>
            <a:pPr marL="87269"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or </a:t>
            </a:r>
            <a:r>
              <a:rPr lang="en-US" sz="1199" dirty="0">
                <a:solidFill>
                  <a:srgbClr val="000000"/>
                </a:solidFill>
                <a:latin typeface="Arial"/>
                <a:ea typeface="Arial Unicode MS" panose="020B0604020202020204" pitchFamily="34" charset="-128"/>
                <a:cs typeface="Arial Unicode MS" panose="020B0604020202020204" pitchFamily="34" charset="-128"/>
                <a:hlinkClick r:id="rId3"/>
              </a:rPr>
              <a:t>https://io-link.com/</a:t>
            </a:r>
            <a:endParaRPr lang="en-US" sz="1199" dirty="0">
              <a:solidFill>
                <a:srgbClr val="000000"/>
              </a:solidFill>
              <a:latin typeface="Arial"/>
              <a:ea typeface="Arial Unicode MS" panose="020B0604020202020204" pitchFamily="34" charset="-128"/>
              <a:cs typeface="Arial Unicode MS" panose="020B0604020202020204" pitchFamily="34" charset="-128"/>
            </a:endParaRPr>
          </a:p>
          <a:p>
            <a:pPr marL="87269" fontAlgn="base">
              <a:lnSpc>
                <a:spcPct val="110000"/>
              </a:lnSpc>
              <a:spcAft>
                <a:spcPct val="0"/>
              </a:spcAft>
            </a:pPr>
            <a:endParaRPr lang="en-US" sz="1199" dirty="0">
              <a:solidFill>
                <a:srgbClr val="000000"/>
              </a:solidFill>
              <a:latin typeface="Arial"/>
              <a:ea typeface="Arial Unicode MS" panose="020B0604020202020204" pitchFamily="34" charset="-128"/>
              <a:cs typeface="Arial Unicode MS" panose="020B0604020202020204" pitchFamily="34" charset="-128"/>
            </a:endParaRPr>
          </a:p>
        </p:txBody>
      </p:sp>
      <p:pic>
        <p:nvPicPr>
          <p:cNvPr id="6" name="Grafik 5">
            <a:extLst>
              <a:ext uri="{FF2B5EF4-FFF2-40B4-BE49-F238E27FC236}">
                <a16:creationId xmlns:a16="http://schemas.microsoft.com/office/drawing/2014/main" id="{0EAD278F-4D0D-465D-A898-71FE2F9E3157}"/>
              </a:ext>
            </a:extLst>
          </p:cNvPr>
          <p:cNvPicPr>
            <a:picLocks noChangeAspect="1"/>
          </p:cNvPicPr>
          <p:nvPr/>
        </p:nvPicPr>
        <p:blipFill>
          <a:blip r:embed="rId4"/>
          <a:stretch>
            <a:fillRect/>
          </a:stretch>
        </p:blipFill>
        <p:spPr>
          <a:xfrm>
            <a:off x="7954220" y="2211468"/>
            <a:ext cx="3552583" cy="2702392"/>
          </a:xfrm>
          <a:prstGeom prst="rect">
            <a:avLst/>
          </a:prstGeom>
        </p:spPr>
      </p:pic>
      <p:pic>
        <p:nvPicPr>
          <p:cNvPr id="5" name="Grafik 4">
            <a:extLst>
              <a:ext uri="{FF2B5EF4-FFF2-40B4-BE49-F238E27FC236}">
                <a16:creationId xmlns:a16="http://schemas.microsoft.com/office/drawing/2014/main" id="{DA7914F0-57F8-45A8-9ADB-36ADA6FEF7DC}"/>
              </a:ext>
            </a:extLst>
          </p:cNvPr>
          <p:cNvPicPr>
            <a:picLocks noChangeAspect="1"/>
          </p:cNvPicPr>
          <p:nvPr/>
        </p:nvPicPr>
        <p:blipFill>
          <a:blip r:embed="rId5"/>
          <a:stretch>
            <a:fillRect/>
          </a:stretch>
        </p:blipFill>
        <p:spPr>
          <a:xfrm>
            <a:off x="8255116" y="3978243"/>
            <a:ext cx="1266669" cy="304939"/>
          </a:xfrm>
          <a:prstGeom prst="rect">
            <a:avLst/>
          </a:prstGeom>
        </p:spPr>
      </p:pic>
    </p:spTree>
    <p:extLst>
      <p:ext uri="{BB962C8B-B14F-4D97-AF65-F5344CB8AC3E}">
        <p14:creationId xmlns:p14="http://schemas.microsoft.com/office/powerpoint/2010/main" val="22051721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hteck 37">
            <a:extLst>
              <a:ext uri="{FF2B5EF4-FFF2-40B4-BE49-F238E27FC236}">
                <a16:creationId xmlns:a16="http://schemas.microsoft.com/office/drawing/2014/main" id="{D3716509-83B3-A968-4AFE-A8869F07A961}"/>
              </a:ext>
            </a:extLst>
          </p:cNvPr>
          <p:cNvSpPr/>
          <p:nvPr/>
        </p:nvSpPr>
        <p:spPr>
          <a:xfrm>
            <a:off x="6365934" y="2685757"/>
            <a:ext cx="5557479" cy="3574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0" name="Rechteck 29">
            <a:extLst>
              <a:ext uri="{FF2B5EF4-FFF2-40B4-BE49-F238E27FC236}">
                <a16:creationId xmlns:a16="http://schemas.microsoft.com/office/drawing/2014/main" id="{D7A365FE-04D2-EDD0-DD76-F3793C8478D1}"/>
              </a:ext>
            </a:extLst>
          </p:cNvPr>
          <p:cNvSpPr/>
          <p:nvPr/>
        </p:nvSpPr>
        <p:spPr>
          <a:xfrm>
            <a:off x="644834" y="2663488"/>
            <a:ext cx="5262740" cy="3574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3" name="Rechteck: abgerundete Ecken 22">
            <a:extLst>
              <a:ext uri="{FF2B5EF4-FFF2-40B4-BE49-F238E27FC236}">
                <a16:creationId xmlns:a16="http://schemas.microsoft.com/office/drawing/2014/main" id="{0B2C1DAE-B77C-30D1-118B-F1F1F7C00B39}"/>
              </a:ext>
            </a:extLst>
          </p:cNvPr>
          <p:cNvSpPr/>
          <p:nvPr/>
        </p:nvSpPr>
        <p:spPr>
          <a:xfrm>
            <a:off x="8191909" y="3630928"/>
            <a:ext cx="2230887" cy="558230"/>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4" name="Rechteck: abgerundete Ecken 13">
            <a:extLst>
              <a:ext uri="{FF2B5EF4-FFF2-40B4-BE49-F238E27FC236}">
                <a16:creationId xmlns:a16="http://schemas.microsoft.com/office/drawing/2014/main" id="{BB7FDB07-2A43-4E05-17CA-7CB5A3C30231}"/>
              </a:ext>
            </a:extLst>
          </p:cNvPr>
          <p:cNvSpPr/>
          <p:nvPr/>
        </p:nvSpPr>
        <p:spPr>
          <a:xfrm>
            <a:off x="2245319" y="3703920"/>
            <a:ext cx="2230887" cy="558230"/>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81" name="Line 30">
            <a:extLst>
              <a:ext uri="{FF2B5EF4-FFF2-40B4-BE49-F238E27FC236}">
                <a16:creationId xmlns:a16="http://schemas.microsoft.com/office/drawing/2014/main" id="{790B0B63-1AAE-4337-8F26-BC365789BCF9}"/>
              </a:ext>
            </a:extLst>
          </p:cNvPr>
          <p:cNvSpPr>
            <a:spLocks noChangeShapeType="1"/>
          </p:cNvSpPr>
          <p:nvPr/>
        </p:nvSpPr>
        <p:spPr bwMode="auto">
          <a:xfrm>
            <a:off x="3194474" y="3603734"/>
            <a:ext cx="410587" cy="0"/>
          </a:xfrm>
          <a:prstGeom prst="line">
            <a:avLst/>
          </a:prstGeom>
          <a:noFill/>
          <a:ln w="19050" cap="flat" cmpd="sng" algn="ctr">
            <a:solidFill>
              <a:srgbClr val="EB780A"/>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2" name="Titel 1">
            <a:extLst>
              <a:ext uri="{FF2B5EF4-FFF2-40B4-BE49-F238E27FC236}">
                <a16:creationId xmlns:a16="http://schemas.microsoft.com/office/drawing/2014/main" id="{186329C1-22AD-4964-AEC4-ED1759148634}"/>
              </a:ext>
            </a:extLst>
          </p:cNvPr>
          <p:cNvSpPr>
            <a:spLocks noGrp="1"/>
          </p:cNvSpPr>
          <p:nvPr>
            <p:ph type="title"/>
          </p:nvPr>
        </p:nvSpPr>
        <p:spPr/>
        <p:txBody>
          <a:bodyPr/>
          <a:lstStyle/>
          <a:p>
            <a:r>
              <a:rPr lang="en-US" dirty="0"/>
              <a:t>Hardware extensions in RUN with IO-Link</a:t>
            </a:r>
            <a:br>
              <a:rPr lang="en-US" dirty="0"/>
            </a:br>
            <a:r>
              <a:rPr lang="en-US" b="0" dirty="0"/>
              <a:t>Functionality</a:t>
            </a:r>
          </a:p>
        </p:txBody>
      </p:sp>
      <p:sp>
        <p:nvSpPr>
          <p:cNvPr id="8" name="Fußzeilenplatzhalter 7">
            <a:extLst>
              <a:ext uri="{FF2B5EF4-FFF2-40B4-BE49-F238E27FC236}">
                <a16:creationId xmlns:a16="http://schemas.microsoft.com/office/drawing/2014/main" id="{C523D5B4-854A-4D56-90DC-13E830AADC5C}"/>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3" name="Textfeld 2">
            <a:extLst>
              <a:ext uri="{FF2B5EF4-FFF2-40B4-BE49-F238E27FC236}">
                <a16:creationId xmlns:a16="http://schemas.microsoft.com/office/drawing/2014/main" id="{7FD5372B-755E-4194-8F8B-E32A04DC5B8F}"/>
              </a:ext>
            </a:extLst>
          </p:cNvPr>
          <p:cNvSpPr txBox="1"/>
          <p:nvPr/>
        </p:nvSpPr>
        <p:spPr>
          <a:xfrm>
            <a:off x="638549" y="1463678"/>
            <a:ext cx="10969191" cy="733191"/>
          </a:xfrm>
          <a:prstGeom prst="rect">
            <a:avLst/>
          </a:prstGeom>
          <a:noFill/>
        </p:spPr>
        <p:txBody>
          <a:bodyPr vert="horz" wrap="square" lIns="0" tIns="71083" rIns="71083" bIns="71083" rtlCol="0" anchor="t">
            <a:noAutofit/>
          </a:bodyPr>
          <a:lstStyle/>
          <a:p>
            <a:pPr>
              <a:lnSpc>
                <a:spcPct val="110000"/>
              </a:lnSpc>
              <a:buClr>
                <a:srgbClr val="879BAA"/>
              </a:buClr>
              <a:buSzPct val="100000"/>
            </a:pPr>
            <a:r>
              <a:rPr lang="en-US" sz="1399" dirty="0">
                <a:latin typeface="Arial"/>
                <a:ea typeface="Arial Unicode MS" panose="020B0604020202020204" pitchFamily="34" charset="-128"/>
                <a:cs typeface="Arial Unicode MS" panose="020B0604020202020204" pitchFamily="34" charset="-128"/>
              </a:rPr>
              <a:t>With IO-Link, the actuators/sensors are configured directly via the IO-Link master. </a:t>
            </a:r>
          </a:p>
          <a:p>
            <a:pPr>
              <a:lnSpc>
                <a:spcPct val="110000"/>
              </a:lnSpc>
              <a:buClr>
                <a:srgbClr val="879BAA"/>
              </a:buClr>
              <a:buSzPct val="100000"/>
            </a:pPr>
            <a:r>
              <a:rPr lang="en-US" sz="1399" dirty="0">
                <a:latin typeface="Arial"/>
                <a:ea typeface="Arial Unicode MS" panose="020B0604020202020204" pitchFamily="34" charset="-128"/>
                <a:cs typeface="Arial Unicode MS" panose="020B0604020202020204" pitchFamily="34" charset="-128"/>
              </a:rPr>
              <a:t>The CPU or the RH system is not involved.</a:t>
            </a:r>
          </a:p>
          <a:p>
            <a:pPr marL="177711" indent="-177711">
              <a:lnSpc>
                <a:spcPct val="110000"/>
              </a:lnSpc>
              <a:buClr>
                <a:srgbClr val="879BAA"/>
              </a:buClr>
              <a:buSzPct val="100000"/>
              <a:buFont typeface="Arial" panose="020B0604020202020204" pitchFamily="34" charset="0"/>
              <a:buChar char="•"/>
            </a:pPr>
            <a:endParaRPr lang="en-US" sz="1199" dirty="0">
              <a:latin typeface="Arial"/>
              <a:ea typeface="Arial Unicode MS" panose="020B0604020202020204" pitchFamily="34" charset="-128"/>
              <a:cs typeface="Arial Unicode MS" panose="020B0604020202020204" pitchFamily="34" charset="-128"/>
            </a:endParaRPr>
          </a:p>
          <a:p>
            <a:pPr marL="177711" indent="-177711">
              <a:lnSpc>
                <a:spcPct val="110000"/>
              </a:lnSpc>
              <a:buClr>
                <a:srgbClr val="879BAA"/>
              </a:buClr>
              <a:buSzPct val="100000"/>
              <a:buFont typeface="Arial" panose="020B0604020202020204" pitchFamily="34" charset="0"/>
              <a:buChar char="•"/>
            </a:pPr>
            <a:endParaRPr lang="en-US" sz="11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199" dirty="0">
              <a:latin typeface="Arial"/>
              <a:ea typeface="Arial Unicode MS" panose="020B0604020202020204" pitchFamily="34" charset="-128"/>
              <a:cs typeface="Arial Unicode MS" panose="020B0604020202020204" pitchFamily="34" charset="-128"/>
            </a:endParaRPr>
          </a:p>
        </p:txBody>
      </p:sp>
      <p:sp>
        <p:nvSpPr>
          <p:cNvPr id="9" name="Line 30">
            <a:extLst>
              <a:ext uri="{FF2B5EF4-FFF2-40B4-BE49-F238E27FC236}">
                <a16:creationId xmlns:a16="http://schemas.microsoft.com/office/drawing/2014/main" id="{AE2BA172-0D38-4D18-8E71-D014AD06A9BE}"/>
              </a:ext>
            </a:extLst>
          </p:cNvPr>
          <p:cNvSpPr>
            <a:spLocks noChangeShapeType="1"/>
          </p:cNvSpPr>
          <p:nvPr/>
        </p:nvSpPr>
        <p:spPr bwMode="auto">
          <a:xfrm>
            <a:off x="3194474" y="3562392"/>
            <a:ext cx="410587" cy="0"/>
          </a:xfrm>
          <a:prstGeom prst="line">
            <a:avLst/>
          </a:prstGeom>
          <a:noFill/>
          <a:ln w="19050" cap="flat" cmpd="sng" algn="ctr">
            <a:solidFill>
              <a:srgbClr val="EB780A"/>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11" name="Text Box 16">
            <a:extLst>
              <a:ext uri="{FF2B5EF4-FFF2-40B4-BE49-F238E27FC236}">
                <a16:creationId xmlns:a16="http://schemas.microsoft.com/office/drawing/2014/main" id="{C6FD3AC1-0B67-4ADD-A636-422957593533}"/>
              </a:ext>
            </a:extLst>
          </p:cNvPr>
          <p:cNvSpPr txBox="1">
            <a:spLocks noChangeArrowheads="1"/>
          </p:cNvSpPr>
          <p:nvPr>
            <p:custDataLst>
              <p:tags r:id="rId1"/>
            </p:custDataLst>
          </p:nvPr>
        </p:nvSpPr>
        <p:spPr bwMode="auto">
          <a:xfrm>
            <a:off x="2631929" y="2969359"/>
            <a:ext cx="442199"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dirty="0"/>
              <a:t>Primary</a:t>
            </a:r>
          </a:p>
        </p:txBody>
      </p:sp>
      <p:sp>
        <p:nvSpPr>
          <p:cNvPr id="12" name="Text Box 21">
            <a:extLst>
              <a:ext uri="{FF2B5EF4-FFF2-40B4-BE49-F238E27FC236}">
                <a16:creationId xmlns:a16="http://schemas.microsoft.com/office/drawing/2014/main" id="{7587562E-4CC0-4E13-AE5D-8C60C3813846}"/>
              </a:ext>
            </a:extLst>
          </p:cNvPr>
          <p:cNvSpPr txBox="1">
            <a:spLocks noChangeArrowheads="1"/>
          </p:cNvSpPr>
          <p:nvPr>
            <p:custDataLst>
              <p:tags r:id="rId2"/>
            </p:custDataLst>
          </p:nvPr>
        </p:nvSpPr>
        <p:spPr bwMode="auto">
          <a:xfrm>
            <a:off x="3775042" y="2970319"/>
            <a:ext cx="424575"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dirty="0"/>
              <a:t>Backup</a:t>
            </a:r>
          </a:p>
        </p:txBody>
      </p:sp>
      <p:grpSp>
        <p:nvGrpSpPr>
          <p:cNvPr id="19" name="Gruppieren 18">
            <a:extLst>
              <a:ext uri="{FF2B5EF4-FFF2-40B4-BE49-F238E27FC236}">
                <a16:creationId xmlns:a16="http://schemas.microsoft.com/office/drawing/2014/main" id="{CBB301E6-A27D-475A-B991-9393ACB27070}"/>
              </a:ext>
            </a:extLst>
          </p:cNvPr>
          <p:cNvGrpSpPr/>
          <p:nvPr/>
        </p:nvGrpSpPr>
        <p:grpSpPr>
          <a:xfrm>
            <a:off x="3577032" y="3125642"/>
            <a:ext cx="773894" cy="639977"/>
            <a:chOff x="5633257" y="2448326"/>
            <a:chExt cx="3891741" cy="2958295"/>
          </a:xfrm>
          <a:solidFill>
            <a:schemeClr val="tx1"/>
          </a:solidFill>
        </p:grpSpPr>
        <p:pic>
          <p:nvPicPr>
            <p:cNvPr id="20" name="product_simatic-s7-1500.png">
              <a:extLst>
                <a:ext uri="{FF2B5EF4-FFF2-40B4-BE49-F238E27FC236}">
                  <a16:creationId xmlns:a16="http://schemas.microsoft.com/office/drawing/2014/main" id="{22A77961-32DA-42E9-ABF7-B26013DAA738}"/>
                </a:ext>
              </a:extLst>
            </p:cNvPr>
            <p:cNvPicPr>
              <a:picLocks noChangeAspect="1"/>
            </p:cNvPicPr>
            <p:nvPr>
              <p:custDataLst>
                <p:tags r:id="rId16"/>
              </p:custDataLst>
            </p:nvPr>
          </p:nvPicPr>
          <p:blipFill rotWithShape="1">
            <a:blip r:embed="rId20"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1" name="product_simatic-s7-1500.png">
              <a:extLst>
                <a:ext uri="{FF2B5EF4-FFF2-40B4-BE49-F238E27FC236}">
                  <a16:creationId xmlns:a16="http://schemas.microsoft.com/office/drawing/2014/main" id="{8C797E70-8769-4439-994F-E6A73D33AC29}"/>
                </a:ext>
              </a:extLst>
            </p:cNvPr>
            <p:cNvPicPr>
              <a:picLocks noChangeAspect="1"/>
            </p:cNvPicPr>
            <p:nvPr>
              <p:custDataLst>
                <p:tags r:id="rId17"/>
              </p:custDataLst>
            </p:nvPr>
          </p:nvPicPr>
          <p:blipFill rotWithShape="1">
            <a:blip r:embed="rId21"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2" name="product_simatic-s7-1500.png">
              <a:extLst>
                <a:ext uri="{FF2B5EF4-FFF2-40B4-BE49-F238E27FC236}">
                  <a16:creationId xmlns:a16="http://schemas.microsoft.com/office/drawing/2014/main" id="{37BE63EA-7543-4A64-AB8D-8A2724073D11}"/>
                </a:ext>
              </a:extLst>
            </p:cNvPr>
            <p:cNvPicPr>
              <a:picLocks noChangeAspect="1"/>
            </p:cNvPicPr>
            <p:nvPr>
              <p:custDataLst>
                <p:tags r:id="rId18"/>
              </p:custDataLst>
            </p:nvPr>
          </p:nvPicPr>
          <p:blipFill rotWithShape="1">
            <a:blip r:embed="rId21"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24" name="Gruppieren 23">
            <a:extLst>
              <a:ext uri="{FF2B5EF4-FFF2-40B4-BE49-F238E27FC236}">
                <a16:creationId xmlns:a16="http://schemas.microsoft.com/office/drawing/2014/main" id="{E3892F4E-5AE8-4947-B67E-CFD16725343A}"/>
              </a:ext>
            </a:extLst>
          </p:cNvPr>
          <p:cNvGrpSpPr/>
          <p:nvPr/>
        </p:nvGrpSpPr>
        <p:grpSpPr>
          <a:xfrm>
            <a:off x="2449140" y="3125642"/>
            <a:ext cx="773894" cy="639977"/>
            <a:chOff x="5633257" y="2448326"/>
            <a:chExt cx="3891741" cy="2958295"/>
          </a:xfrm>
          <a:solidFill>
            <a:schemeClr val="tx1"/>
          </a:solidFill>
        </p:grpSpPr>
        <p:pic>
          <p:nvPicPr>
            <p:cNvPr id="25" name="product_simatic-s7-1500.png">
              <a:extLst>
                <a:ext uri="{FF2B5EF4-FFF2-40B4-BE49-F238E27FC236}">
                  <a16:creationId xmlns:a16="http://schemas.microsoft.com/office/drawing/2014/main" id="{C6A5E8BE-B22B-492D-96E8-E6B551C6FA90}"/>
                </a:ext>
              </a:extLst>
            </p:cNvPr>
            <p:cNvPicPr>
              <a:picLocks noChangeAspect="1"/>
            </p:cNvPicPr>
            <p:nvPr>
              <p:custDataLst>
                <p:tags r:id="rId13"/>
              </p:custDataLst>
            </p:nvPr>
          </p:nvPicPr>
          <p:blipFill rotWithShape="1">
            <a:blip r:embed="rId20"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6" name="product_simatic-s7-1500.png">
              <a:extLst>
                <a:ext uri="{FF2B5EF4-FFF2-40B4-BE49-F238E27FC236}">
                  <a16:creationId xmlns:a16="http://schemas.microsoft.com/office/drawing/2014/main" id="{F42E5D77-C493-4C75-8F36-43E520ED7440}"/>
                </a:ext>
              </a:extLst>
            </p:cNvPr>
            <p:cNvPicPr>
              <a:picLocks noChangeAspect="1"/>
            </p:cNvPicPr>
            <p:nvPr>
              <p:custDataLst>
                <p:tags r:id="rId14"/>
              </p:custDataLst>
            </p:nvPr>
          </p:nvPicPr>
          <p:blipFill rotWithShape="1">
            <a:blip r:embed="rId21"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7" name="product_simatic-s7-1500.png">
              <a:extLst>
                <a:ext uri="{FF2B5EF4-FFF2-40B4-BE49-F238E27FC236}">
                  <a16:creationId xmlns:a16="http://schemas.microsoft.com/office/drawing/2014/main" id="{2B2DFAA5-046C-4DE0-AD29-86B3982270A7}"/>
                </a:ext>
              </a:extLst>
            </p:cNvPr>
            <p:cNvPicPr>
              <a:picLocks noChangeAspect="1"/>
            </p:cNvPicPr>
            <p:nvPr>
              <p:custDataLst>
                <p:tags r:id="rId15"/>
              </p:custDataLst>
            </p:nvPr>
          </p:nvPicPr>
          <p:blipFill rotWithShape="1">
            <a:blip r:embed="rId21"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pic>
        <p:nvPicPr>
          <p:cNvPr id="28" name="Grafik 27">
            <a:extLst>
              <a:ext uri="{FF2B5EF4-FFF2-40B4-BE49-F238E27FC236}">
                <a16:creationId xmlns:a16="http://schemas.microsoft.com/office/drawing/2014/main" id="{028478F0-5082-4C81-A056-4498241D92A0}"/>
              </a:ext>
            </a:extLst>
          </p:cNvPr>
          <p:cNvPicPr>
            <a:picLocks noChangeAspect="1"/>
          </p:cNvPicPr>
          <p:nvPr/>
        </p:nvPicPr>
        <p:blipFill>
          <a:blip r:embed="rId22"/>
          <a:stretch>
            <a:fillRect/>
          </a:stretch>
        </p:blipFill>
        <p:spPr>
          <a:xfrm>
            <a:off x="733048" y="2839468"/>
            <a:ext cx="1176064" cy="926151"/>
          </a:xfrm>
          <a:prstGeom prst="rect">
            <a:avLst/>
          </a:prstGeom>
        </p:spPr>
      </p:pic>
      <p:sp>
        <p:nvSpPr>
          <p:cNvPr id="29" name="Freihandform: Form 28">
            <a:extLst>
              <a:ext uri="{FF2B5EF4-FFF2-40B4-BE49-F238E27FC236}">
                <a16:creationId xmlns:a16="http://schemas.microsoft.com/office/drawing/2014/main" id="{C1A46A97-091D-42E8-8C82-C452DE745A76}"/>
              </a:ext>
            </a:extLst>
          </p:cNvPr>
          <p:cNvSpPr/>
          <p:nvPr/>
        </p:nvSpPr>
        <p:spPr bwMode="auto">
          <a:xfrm>
            <a:off x="1832964" y="3382540"/>
            <a:ext cx="606723" cy="217441"/>
          </a:xfrm>
          <a:custGeom>
            <a:avLst/>
            <a:gdLst>
              <a:gd name="connsiteX0" fmla="*/ 0 w 607039"/>
              <a:gd name="connsiteY0" fmla="*/ 203459 h 377391"/>
              <a:gd name="connsiteX1" fmla="*/ 284310 w 607039"/>
              <a:gd name="connsiteY1" fmla="*/ 3675 h 377391"/>
              <a:gd name="connsiteX2" fmla="*/ 437990 w 607039"/>
              <a:gd name="connsiteY2" fmla="*/ 357140 h 377391"/>
              <a:gd name="connsiteX3" fmla="*/ 607039 w 607039"/>
              <a:gd name="connsiteY3" fmla="*/ 303352 h 377391"/>
            </a:gdLst>
            <a:ahLst/>
            <a:cxnLst>
              <a:cxn ang="0">
                <a:pos x="connsiteX0" y="connsiteY0"/>
              </a:cxn>
              <a:cxn ang="0">
                <a:pos x="connsiteX1" y="connsiteY1"/>
              </a:cxn>
              <a:cxn ang="0">
                <a:pos x="connsiteX2" y="connsiteY2"/>
              </a:cxn>
              <a:cxn ang="0">
                <a:pos x="connsiteX3" y="connsiteY3"/>
              </a:cxn>
            </a:cxnLst>
            <a:rect l="l" t="t" r="r" b="b"/>
            <a:pathLst>
              <a:path w="607039" h="377391">
                <a:moveTo>
                  <a:pt x="0" y="203459"/>
                </a:moveTo>
                <a:cubicBezTo>
                  <a:pt x="105656" y="90760"/>
                  <a:pt x="211312" y="-21938"/>
                  <a:pt x="284310" y="3675"/>
                </a:cubicBezTo>
                <a:cubicBezTo>
                  <a:pt x="357308" y="29288"/>
                  <a:pt x="384202" y="307194"/>
                  <a:pt x="437990" y="357140"/>
                </a:cubicBezTo>
                <a:cubicBezTo>
                  <a:pt x="491778" y="407086"/>
                  <a:pt x="549408" y="355219"/>
                  <a:pt x="607039" y="303352"/>
                </a:cubicBez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buClr>
                <a:schemeClr val="accent1"/>
              </a:buClr>
              <a:buFont typeface="Wingdings" pitchFamily="2" charset="2"/>
            </a:pPr>
            <a:endParaRPr lang="en-US" sz="900" dirty="0">
              <a:latin typeface="Arial" charset="0"/>
            </a:endParaRPr>
          </a:p>
        </p:txBody>
      </p:sp>
      <p:sp>
        <p:nvSpPr>
          <p:cNvPr id="31" name="Pfeil: nach rechts 30">
            <a:extLst>
              <a:ext uri="{FF2B5EF4-FFF2-40B4-BE49-F238E27FC236}">
                <a16:creationId xmlns:a16="http://schemas.microsoft.com/office/drawing/2014/main" id="{A5BFFFB2-B57C-47FE-9391-FA449EF7E798}"/>
              </a:ext>
            </a:extLst>
          </p:cNvPr>
          <p:cNvSpPr/>
          <p:nvPr/>
        </p:nvSpPr>
        <p:spPr bwMode="auto">
          <a:xfrm rot="1647519">
            <a:off x="1848444" y="3102320"/>
            <a:ext cx="575758" cy="297032"/>
          </a:xfrm>
          <a:prstGeom prst="rightArrow">
            <a:avLst/>
          </a:prstGeom>
          <a:solidFill>
            <a:srgbClr val="41AAAA"/>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32" name="Textfeld 31">
            <a:extLst>
              <a:ext uri="{FF2B5EF4-FFF2-40B4-BE49-F238E27FC236}">
                <a16:creationId xmlns:a16="http://schemas.microsoft.com/office/drawing/2014/main" id="{20062A69-7D86-40B0-811F-EAA253631CF0}"/>
              </a:ext>
            </a:extLst>
          </p:cNvPr>
          <p:cNvSpPr txBox="1"/>
          <p:nvPr/>
        </p:nvSpPr>
        <p:spPr>
          <a:xfrm>
            <a:off x="2034326" y="3133374"/>
            <a:ext cx="215912" cy="212821"/>
          </a:xfrm>
          <a:prstGeom prst="rect">
            <a:avLst/>
          </a:prstGeom>
          <a:noFill/>
        </p:spPr>
        <p:txBody>
          <a:bodyPr vert="horz" wrap="none" lIns="0" tIns="0" rIns="0" bIns="0" rtlCol="0">
            <a:noAutofit/>
          </a:bodyPr>
          <a:lstStyle/>
          <a:p>
            <a:pP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1</a:t>
            </a:r>
          </a:p>
        </p:txBody>
      </p:sp>
      <p:sp>
        <p:nvSpPr>
          <p:cNvPr id="33" name="Pfeil: nach rechts 32">
            <a:extLst>
              <a:ext uri="{FF2B5EF4-FFF2-40B4-BE49-F238E27FC236}">
                <a16:creationId xmlns:a16="http://schemas.microsoft.com/office/drawing/2014/main" id="{7A101047-4315-4260-B53F-989D24849613}"/>
              </a:ext>
            </a:extLst>
          </p:cNvPr>
          <p:cNvSpPr/>
          <p:nvPr/>
        </p:nvSpPr>
        <p:spPr bwMode="auto">
          <a:xfrm rot="5400000">
            <a:off x="2620537" y="3937651"/>
            <a:ext cx="575758" cy="297032"/>
          </a:xfrm>
          <a:prstGeom prst="rightArrow">
            <a:avLst/>
          </a:prstGeom>
          <a:solidFill>
            <a:srgbClr val="41AAAA"/>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41" name="Textfeld 40">
            <a:extLst>
              <a:ext uri="{FF2B5EF4-FFF2-40B4-BE49-F238E27FC236}">
                <a16:creationId xmlns:a16="http://schemas.microsoft.com/office/drawing/2014/main" id="{FB1312FB-8F0A-4A90-BB65-D48E8247E080}"/>
              </a:ext>
            </a:extLst>
          </p:cNvPr>
          <p:cNvSpPr txBox="1"/>
          <p:nvPr/>
        </p:nvSpPr>
        <p:spPr>
          <a:xfrm>
            <a:off x="891950" y="2349443"/>
            <a:ext cx="4926456" cy="161471"/>
          </a:xfrm>
          <a:prstGeom prst="rect">
            <a:avLst/>
          </a:prstGeom>
          <a:noFill/>
        </p:spPr>
        <p:txBody>
          <a:bodyPr vert="horz" wrap="none" lIns="0" tIns="0" rIns="0" bIns="0" rtlCol="0" anchor="t">
            <a:noAutofit/>
          </a:bodyPr>
          <a:lstStyle/>
          <a:p>
            <a:pPr fontAlgn="base">
              <a:lnSpc>
                <a:spcPct val="110000"/>
              </a:lnSpc>
              <a:spcAft>
                <a:spcPct val="0"/>
              </a:spcAft>
            </a:pPr>
            <a:r>
              <a:rPr lang="en-US" sz="1199" b="1" dirty="0">
                <a:solidFill>
                  <a:srgbClr val="009999"/>
                </a:solidFill>
                <a:latin typeface="Arial"/>
                <a:ea typeface="Arial Unicode MS" panose="020B0604020202020204" pitchFamily="34" charset="-128"/>
                <a:cs typeface="Arial Unicode MS" panose="020B0604020202020204" pitchFamily="34" charset="-128"/>
              </a:rPr>
              <a:t>Sequence of HW configuration with conventional actuators/sensors</a:t>
            </a:r>
          </a:p>
        </p:txBody>
      </p:sp>
      <p:sp>
        <p:nvSpPr>
          <p:cNvPr id="79" name="Textfeld 78">
            <a:extLst>
              <a:ext uri="{FF2B5EF4-FFF2-40B4-BE49-F238E27FC236}">
                <a16:creationId xmlns:a16="http://schemas.microsoft.com/office/drawing/2014/main" id="{AEB4FD42-DC9E-4BAF-B922-89F939FAAE13}"/>
              </a:ext>
            </a:extLst>
          </p:cNvPr>
          <p:cNvSpPr txBox="1"/>
          <p:nvPr/>
        </p:nvSpPr>
        <p:spPr>
          <a:xfrm>
            <a:off x="7017930" y="2349442"/>
            <a:ext cx="2950791" cy="195718"/>
          </a:xfrm>
          <a:prstGeom prst="rect">
            <a:avLst/>
          </a:prstGeom>
          <a:noFill/>
        </p:spPr>
        <p:txBody>
          <a:bodyPr vert="horz" wrap="none" lIns="0" tIns="0" rIns="0" bIns="0" rtlCol="0" anchor="t">
            <a:noAutofit/>
          </a:bodyPr>
          <a:lstStyle/>
          <a:p>
            <a:pPr fontAlgn="base">
              <a:lnSpc>
                <a:spcPct val="110000"/>
              </a:lnSpc>
              <a:spcAft>
                <a:spcPct val="0"/>
              </a:spcAft>
            </a:pPr>
            <a:r>
              <a:rPr lang="en-US" sz="1199" b="1" dirty="0">
                <a:solidFill>
                  <a:srgbClr val="009999"/>
                </a:solidFill>
                <a:latin typeface="Arial"/>
                <a:ea typeface="Arial Unicode MS" panose="020B0604020202020204" pitchFamily="34" charset="-128"/>
                <a:cs typeface="Arial Unicode MS" panose="020B0604020202020204" pitchFamily="34" charset="-128"/>
              </a:rPr>
              <a:t>Procedure of the hardware configuration with IO-Link</a:t>
            </a:r>
          </a:p>
        </p:txBody>
      </p:sp>
      <p:grpSp>
        <p:nvGrpSpPr>
          <p:cNvPr id="5" name="Gruppieren 4">
            <a:extLst>
              <a:ext uri="{FF2B5EF4-FFF2-40B4-BE49-F238E27FC236}">
                <a16:creationId xmlns:a16="http://schemas.microsoft.com/office/drawing/2014/main" id="{CAACDE40-43C8-4053-AC62-04648393DB69}"/>
              </a:ext>
            </a:extLst>
          </p:cNvPr>
          <p:cNvGrpSpPr/>
          <p:nvPr/>
        </p:nvGrpSpPr>
        <p:grpSpPr>
          <a:xfrm>
            <a:off x="2564559" y="4167360"/>
            <a:ext cx="125934" cy="447756"/>
            <a:chOff x="7887113" y="3302020"/>
            <a:chExt cx="126000" cy="447989"/>
          </a:xfrm>
        </p:grpSpPr>
        <p:cxnSp>
          <p:nvCxnSpPr>
            <p:cNvPr id="6" name="Gerade Verbindung 94">
              <a:extLst>
                <a:ext uri="{FF2B5EF4-FFF2-40B4-BE49-F238E27FC236}">
                  <a16:creationId xmlns:a16="http://schemas.microsoft.com/office/drawing/2014/main" id="{534FF7FF-1428-4A12-BF44-08DB16708C20}"/>
                </a:ext>
              </a:extLst>
            </p:cNvPr>
            <p:cNvCxnSpPr/>
            <p:nvPr/>
          </p:nvCxnSpPr>
          <p:spPr bwMode="auto">
            <a:xfrm>
              <a:off x="7950114" y="3384297"/>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Rechteck 6">
              <a:extLst>
                <a:ext uri="{FF2B5EF4-FFF2-40B4-BE49-F238E27FC236}">
                  <a16:creationId xmlns:a16="http://schemas.microsoft.com/office/drawing/2014/main" id="{9EC301B4-C06B-4541-A539-DF911238ABD6}"/>
                </a:ext>
              </a:extLst>
            </p:cNvPr>
            <p:cNvSpPr/>
            <p:nvPr/>
          </p:nvSpPr>
          <p:spPr bwMode="auto">
            <a:xfrm>
              <a:off x="7887113" y="3302020"/>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pic>
        <p:nvPicPr>
          <p:cNvPr id="18" name="product_distributed-io.png">
            <a:extLst>
              <a:ext uri="{FF2B5EF4-FFF2-40B4-BE49-F238E27FC236}">
                <a16:creationId xmlns:a16="http://schemas.microsoft.com/office/drawing/2014/main" id="{342FEF61-C52A-4567-8185-11445A29E011}"/>
              </a:ext>
            </a:extLst>
          </p:cNvPr>
          <p:cNvPicPr>
            <a:picLocks noChangeAspect="1"/>
          </p:cNvPicPr>
          <p:nvPr>
            <p:custDataLst>
              <p:tags r:id="rId3"/>
            </p:custDataLst>
          </p:nvPr>
        </p:nvPicPr>
        <p:blipFill>
          <a:blip r:embed="rId23" cstate="print">
            <a:extLst>
              <a:ext uri="{28A0092B-C50C-407E-A947-70E740481C1C}">
                <a14:useLocalDpi xmlns:a14="http://schemas.microsoft.com/office/drawing/2010/main" val="0"/>
              </a:ext>
            </a:extLst>
          </a:blip>
          <a:stretch>
            <a:fillRect/>
          </a:stretch>
        </p:blipFill>
        <p:spPr>
          <a:xfrm>
            <a:off x="2559625" y="4419772"/>
            <a:ext cx="455031" cy="455031"/>
          </a:xfrm>
          <a:prstGeom prst="rect">
            <a:avLst/>
          </a:prstGeom>
          <a:solidFill>
            <a:schemeClr val="tx1"/>
          </a:solidFill>
        </p:spPr>
      </p:pic>
      <p:sp>
        <p:nvSpPr>
          <p:cNvPr id="39" name="Textfeld 38">
            <a:extLst>
              <a:ext uri="{FF2B5EF4-FFF2-40B4-BE49-F238E27FC236}">
                <a16:creationId xmlns:a16="http://schemas.microsoft.com/office/drawing/2014/main" id="{F81F4865-DAAB-4CB0-BCD2-DA288143EC15}"/>
              </a:ext>
            </a:extLst>
          </p:cNvPr>
          <p:cNvSpPr txBox="1"/>
          <p:nvPr/>
        </p:nvSpPr>
        <p:spPr>
          <a:xfrm>
            <a:off x="2534846" y="5179639"/>
            <a:ext cx="509380" cy="200847"/>
          </a:xfrm>
          <a:prstGeom prst="rect">
            <a:avLst/>
          </a:prstGeom>
          <a:noFill/>
        </p:spPr>
        <p:txBody>
          <a:bodyPr vert="horz" wrap="none" lIns="0" tIns="0" rIns="0" bIns="0" rtlCol="0">
            <a:noAutofit/>
          </a:bodyPr>
          <a:lstStyle/>
          <a:p>
            <a:pP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Sensor</a:t>
            </a:r>
          </a:p>
        </p:txBody>
      </p:sp>
      <p:sp>
        <p:nvSpPr>
          <p:cNvPr id="34" name="Textfeld 33">
            <a:extLst>
              <a:ext uri="{FF2B5EF4-FFF2-40B4-BE49-F238E27FC236}">
                <a16:creationId xmlns:a16="http://schemas.microsoft.com/office/drawing/2014/main" id="{9C7332B4-A7D0-4548-895B-CF108572F54C}"/>
              </a:ext>
            </a:extLst>
          </p:cNvPr>
          <p:cNvSpPr txBox="1"/>
          <p:nvPr/>
        </p:nvSpPr>
        <p:spPr>
          <a:xfrm>
            <a:off x="2858215" y="3954810"/>
            <a:ext cx="215912" cy="212821"/>
          </a:xfrm>
          <a:prstGeom prst="rect">
            <a:avLst/>
          </a:prstGeom>
          <a:noFill/>
        </p:spPr>
        <p:txBody>
          <a:bodyPr vert="horz" wrap="none" lIns="0" tIns="0" rIns="0" bIns="0" rtlCol="0">
            <a:noAutofit/>
          </a:bodyPr>
          <a:lstStyle/>
          <a:p>
            <a:pP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2</a:t>
            </a:r>
          </a:p>
        </p:txBody>
      </p:sp>
      <p:sp>
        <p:nvSpPr>
          <p:cNvPr id="84" name="Line 30">
            <a:extLst>
              <a:ext uri="{FF2B5EF4-FFF2-40B4-BE49-F238E27FC236}">
                <a16:creationId xmlns:a16="http://schemas.microsoft.com/office/drawing/2014/main" id="{4740C9C2-F274-4B65-B91C-24EC26D3447C}"/>
              </a:ext>
            </a:extLst>
          </p:cNvPr>
          <p:cNvSpPr>
            <a:spLocks noChangeShapeType="1"/>
          </p:cNvSpPr>
          <p:nvPr/>
        </p:nvSpPr>
        <p:spPr bwMode="auto">
          <a:xfrm>
            <a:off x="8997305" y="3547918"/>
            <a:ext cx="410587" cy="0"/>
          </a:xfrm>
          <a:prstGeom prst="line">
            <a:avLst/>
          </a:prstGeom>
          <a:noFill/>
          <a:ln w="19050" cap="flat" cmpd="sng" algn="ctr">
            <a:solidFill>
              <a:srgbClr val="EB780A"/>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85" name="Line 30">
            <a:extLst>
              <a:ext uri="{FF2B5EF4-FFF2-40B4-BE49-F238E27FC236}">
                <a16:creationId xmlns:a16="http://schemas.microsoft.com/office/drawing/2014/main" id="{B59C2601-68E3-4055-94E9-2A048EA83C4F}"/>
              </a:ext>
            </a:extLst>
          </p:cNvPr>
          <p:cNvSpPr>
            <a:spLocks noChangeShapeType="1"/>
          </p:cNvSpPr>
          <p:nvPr/>
        </p:nvSpPr>
        <p:spPr bwMode="auto">
          <a:xfrm>
            <a:off x="8997305" y="3506576"/>
            <a:ext cx="410587" cy="0"/>
          </a:xfrm>
          <a:prstGeom prst="line">
            <a:avLst/>
          </a:prstGeom>
          <a:noFill/>
          <a:ln w="19050" cap="flat" cmpd="sng" algn="ctr">
            <a:solidFill>
              <a:srgbClr val="EB780A"/>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86" name="Text Box 16">
            <a:extLst>
              <a:ext uri="{FF2B5EF4-FFF2-40B4-BE49-F238E27FC236}">
                <a16:creationId xmlns:a16="http://schemas.microsoft.com/office/drawing/2014/main" id="{5E04AFFC-22F7-46C4-88E4-D06DCD009591}"/>
              </a:ext>
            </a:extLst>
          </p:cNvPr>
          <p:cNvSpPr txBox="1">
            <a:spLocks noChangeArrowheads="1"/>
          </p:cNvSpPr>
          <p:nvPr>
            <p:custDataLst>
              <p:tags r:id="rId4"/>
            </p:custDataLst>
          </p:nvPr>
        </p:nvSpPr>
        <p:spPr bwMode="auto">
          <a:xfrm>
            <a:off x="8434760" y="2913543"/>
            <a:ext cx="442199"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dirty="0"/>
              <a:t>Primary</a:t>
            </a:r>
          </a:p>
        </p:txBody>
      </p:sp>
      <p:sp>
        <p:nvSpPr>
          <p:cNvPr id="87" name="Text Box 21">
            <a:extLst>
              <a:ext uri="{FF2B5EF4-FFF2-40B4-BE49-F238E27FC236}">
                <a16:creationId xmlns:a16="http://schemas.microsoft.com/office/drawing/2014/main" id="{3DD00692-F2B6-4917-A85E-A15FA8E570EC}"/>
              </a:ext>
            </a:extLst>
          </p:cNvPr>
          <p:cNvSpPr txBox="1">
            <a:spLocks noChangeArrowheads="1"/>
          </p:cNvSpPr>
          <p:nvPr>
            <p:custDataLst>
              <p:tags r:id="rId5"/>
            </p:custDataLst>
          </p:nvPr>
        </p:nvSpPr>
        <p:spPr bwMode="auto">
          <a:xfrm>
            <a:off x="9577873" y="2914503"/>
            <a:ext cx="424575"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dirty="0"/>
              <a:t>Backup</a:t>
            </a:r>
          </a:p>
        </p:txBody>
      </p:sp>
      <p:grpSp>
        <p:nvGrpSpPr>
          <p:cNvPr id="88" name="Gruppieren 87">
            <a:extLst>
              <a:ext uri="{FF2B5EF4-FFF2-40B4-BE49-F238E27FC236}">
                <a16:creationId xmlns:a16="http://schemas.microsoft.com/office/drawing/2014/main" id="{9EDB8959-2EC5-4714-85F3-E9AB12475607}"/>
              </a:ext>
            </a:extLst>
          </p:cNvPr>
          <p:cNvGrpSpPr/>
          <p:nvPr/>
        </p:nvGrpSpPr>
        <p:grpSpPr>
          <a:xfrm>
            <a:off x="9379864" y="3069826"/>
            <a:ext cx="773894" cy="639977"/>
            <a:chOff x="5633257" y="2448326"/>
            <a:chExt cx="3891741" cy="2958295"/>
          </a:xfrm>
          <a:solidFill>
            <a:schemeClr val="tx1"/>
          </a:solidFill>
        </p:grpSpPr>
        <p:pic>
          <p:nvPicPr>
            <p:cNvPr id="89" name="product_simatic-s7-1500.png">
              <a:extLst>
                <a:ext uri="{FF2B5EF4-FFF2-40B4-BE49-F238E27FC236}">
                  <a16:creationId xmlns:a16="http://schemas.microsoft.com/office/drawing/2014/main" id="{208F6DD4-2754-43B4-8286-E8835643375E}"/>
                </a:ext>
              </a:extLst>
            </p:cNvPr>
            <p:cNvPicPr>
              <a:picLocks noChangeAspect="1"/>
            </p:cNvPicPr>
            <p:nvPr>
              <p:custDataLst>
                <p:tags r:id="rId10"/>
              </p:custDataLst>
            </p:nvPr>
          </p:nvPicPr>
          <p:blipFill rotWithShape="1">
            <a:blip r:embed="rId20"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90" name="product_simatic-s7-1500.png">
              <a:extLst>
                <a:ext uri="{FF2B5EF4-FFF2-40B4-BE49-F238E27FC236}">
                  <a16:creationId xmlns:a16="http://schemas.microsoft.com/office/drawing/2014/main" id="{A8B33EB0-4D8A-4574-A107-95F4247828A4}"/>
                </a:ext>
              </a:extLst>
            </p:cNvPr>
            <p:cNvPicPr>
              <a:picLocks noChangeAspect="1"/>
            </p:cNvPicPr>
            <p:nvPr>
              <p:custDataLst>
                <p:tags r:id="rId11"/>
              </p:custDataLst>
            </p:nvPr>
          </p:nvPicPr>
          <p:blipFill rotWithShape="1">
            <a:blip r:embed="rId21"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91" name="product_simatic-s7-1500.png">
              <a:extLst>
                <a:ext uri="{FF2B5EF4-FFF2-40B4-BE49-F238E27FC236}">
                  <a16:creationId xmlns:a16="http://schemas.microsoft.com/office/drawing/2014/main" id="{E3FB1DAC-654E-40BE-9B94-D127D0E6588A}"/>
                </a:ext>
              </a:extLst>
            </p:cNvPr>
            <p:cNvPicPr>
              <a:picLocks noChangeAspect="1"/>
            </p:cNvPicPr>
            <p:nvPr>
              <p:custDataLst>
                <p:tags r:id="rId12"/>
              </p:custDataLst>
            </p:nvPr>
          </p:nvPicPr>
          <p:blipFill rotWithShape="1">
            <a:blip r:embed="rId21"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92" name="Gruppieren 91">
            <a:extLst>
              <a:ext uri="{FF2B5EF4-FFF2-40B4-BE49-F238E27FC236}">
                <a16:creationId xmlns:a16="http://schemas.microsoft.com/office/drawing/2014/main" id="{E2DEB0E7-41FE-4193-AC6F-77F6A30AFFAB}"/>
              </a:ext>
            </a:extLst>
          </p:cNvPr>
          <p:cNvGrpSpPr/>
          <p:nvPr/>
        </p:nvGrpSpPr>
        <p:grpSpPr>
          <a:xfrm>
            <a:off x="8251972" y="3069826"/>
            <a:ext cx="773894" cy="639977"/>
            <a:chOff x="5633257" y="2448326"/>
            <a:chExt cx="3891741" cy="2958295"/>
          </a:xfrm>
          <a:solidFill>
            <a:schemeClr val="tx1"/>
          </a:solidFill>
        </p:grpSpPr>
        <p:pic>
          <p:nvPicPr>
            <p:cNvPr id="93" name="product_simatic-s7-1500.png">
              <a:extLst>
                <a:ext uri="{FF2B5EF4-FFF2-40B4-BE49-F238E27FC236}">
                  <a16:creationId xmlns:a16="http://schemas.microsoft.com/office/drawing/2014/main" id="{D9D2364A-1C38-4AAE-BD29-5E7A18F82A34}"/>
                </a:ext>
              </a:extLst>
            </p:cNvPr>
            <p:cNvPicPr>
              <a:picLocks noChangeAspect="1"/>
            </p:cNvPicPr>
            <p:nvPr>
              <p:custDataLst>
                <p:tags r:id="rId7"/>
              </p:custDataLst>
            </p:nvPr>
          </p:nvPicPr>
          <p:blipFill rotWithShape="1">
            <a:blip r:embed="rId20"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94" name="product_simatic-s7-1500.png">
              <a:extLst>
                <a:ext uri="{FF2B5EF4-FFF2-40B4-BE49-F238E27FC236}">
                  <a16:creationId xmlns:a16="http://schemas.microsoft.com/office/drawing/2014/main" id="{286F5684-23BF-48BF-AB2B-BD220554D659}"/>
                </a:ext>
              </a:extLst>
            </p:cNvPr>
            <p:cNvPicPr>
              <a:picLocks noChangeAspect="1"/>
            </p:cNvPicPr>
            <p:nvPr>
              <p:custDataLst>
                <p:tags r:id="rId8"/>
              </p:custDataLst>
            </p:nvPr>
          </p:nvPicPr>
          <p:blipFill rotWithShape="1">
            <a:blip r:embed="rId21"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95" name="product_simatic-s7-1500.png">
              <a:extLst>
                <a:ext uri="{FF2B5EF4-FFF2-40B4-BE49-F238E27FC236}">
                  <a16:creationId xmlns:a16="http://schemas.microsoft.com/office/drawing/2014/main" id="{655251D8-DAC6-4C45-9728-144F8F486114}"/>
                </a:ext>
              </a:extLst>
            </p:cNvPr>
            <p:cNvPicPr>
              <a:picLocks noChangeAspect="1"/>
            </p:cNvPicPr>
            <p:nvPr>
              <p:custDataLst>
                <p:tags r:id="rId9"/>
              </p:custDataLst>
            </p:nvPr>
          </p:nvPicPr>
          <p:blipFill rotWithShape="1">
            <a:blip r:embed="rId21"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pic>
        <p:nvPicPr>
          <p:cNvPr id="96" name="Grafik 95">
            <a:extLst>
              <a:ext uri="{FF2B5EF4-FFF2-40B4-BE49-F238E27FC236}">
                <a16:creationId xmlns:a16="http://schemas.microsoft.com/office/drawing/2014/main" id="{590E395D-7EEA-40E9-9CA3-814A9F77C478}"/>
              </a:ext>
            </a:extLst>
          </p:cNvPr>
          <p:cNvPicPr>
            <a:picLocks noChangeAspect="1"/>
          </p:cNvPicPr>
          <p:nvPr/>
        </p:nvPicPr>
        <p:blipFill>
          <a:blip r:embed="rId22"/>
          <a:stretch>
            <a:fillRect/>
          </a:stretch>
        </p:blipFill>
        <p:spPr>
          <a:xfrm>
            <a:off x="6535880" y="2783652"/>
            <a:ext cx="1176064" cy="926151"/>
          </a:xfrm>
          <a:prstGeom prst="rect">
            <a:avLst/>
          </a:prstGeom>
        </p:spPr>
      </p:pic>
      <p:sp>
        <p:nvSpPr>
          <p:cNvPr id="97" name="Freihandform: Form 96">
            <a:extLst>
              <a:ext uri="{FF2B5EF4-FFF2-40B4-BE49-F238E27FC236}">
                <a16:creationId xmlns:a16="http://schemas.microsoft.com/office/drawing/2014/main" id="{A32507B4-E991-464D-8E7A-96EFF5C2B612}"/>
              </a:ext>
            </a:extLst>
          </p:cNvPr>
          <p:cNvSpPr/>
          <p:nvPr/>
        </p:nvSpPr>
        <p:spPr bwMode="auto">
          <a:xfrm>
            <a:off x="7635796" y="3326725"/>
            <a:ext cx="606723" cy="254111"/>
          </a:xfrm>
          <a:custGeom>
            <a:avLst/>
            <a:gdLst>
              <a:gd name="connsiteX0" fmla="*/ 0 w 607039"/>
              <a:gd name="connsiteY0" fmla="*/ 203459 h 377391"/>
              <a:gd name="connsiteX1" fmla="*/ 284310 w 607039"/>
              <a:gd name="connsiteY1" fmla="*/ 3675 h 377391"/>
              <a:gd name="connsiteX2" fmla="*/ 437990 w 607039"/>
              <a:gd name="connsiteY2" fmla="*/ 357140 h 377391"/>
              <a:gd name="connsiteX3" fmla="*/ 607039 w 607039"/>
              <a:gd name="connsiteY3" fmla="*/ 303352 h 377391"/>
            </a:gdLst>
            <a:ahLst/>
            <a:cxnLst>
              <a:cxn ang="0">
                <a:pos x="connsiteX0" y="connsiteY0"/>
              </a:cxn>
              <a:cxn ang="0">
                <a:pos x="connsiteX1" y="connsiteY1"/>
              </a:cxn>
              <a:cxn ang="0">
                <a:pos x="connsiteX2" y="connsiteY2"/>
              </a:cxn>
              <a:cxn ang="0">
                <a:pos x="connsiteX3" y="connsiteY3"/>
              </a:cxn>
            </a:cxnLst>
            <a:rect l="l" t="t" r="r" b="b"/>
            <a:pathLst>
              <a:path w="607039" h="377391">
                <a:moveTo>
                  <a:pt x="0" y="203459"/>
                </a:moveTo>
                <a:cubicBezTo>
                  <a:pt x="105656" y="90760"/>
                  <a:pt x="211312" y="-21938"/>
                  <a:pt x="284310" y="3675"/>
                </a:cubicBezTo>
                <a:cubicBezTo>
                  <a:pt x="357308" y="29288"/>
                  <a:pt x="384202" y="307194"/>
                  <a:pt x="437990" y="357140"/>
                </a:cubicBezTo>
                <a:cubicBezTo>
                  <a:pt x="491778" y="407086"/>
                  <a:pt x="549408" y="355219"/>
                  <a:pt x="607039" y="303352"/>
                </a:cubicBezTo>
              </a:path>
            </a:pathLst>
          </a:cu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buClr>
                <a:schemeClr val="accent1"/>
              </a:buClr>
              <a:buFont typeface="Wingdings" pitchFamily="2" charset="2"/>
            </a:pPr>
            <a:endParaRPr lang="en-US" sz="900" dirty="0">
              <a:latin typeface="Arial" charset="0"/>
            </a:endParaRPr>
          </a:p>
        </p:txBody>
      </p:sp>
      <p:sp>
        <p:nvSpPr>
          <p:cNvPr id="99" name="Pfeil: nach rechts 98">
            <a:extLst>
              <a:ext uri="{FF2B5EF4-FFF2-40B4-BE49-F238E27FC236}">
                <a16:creationId xmlns:a16="http://schemas.microsoft.com/office/drawing/2014/main" id="{844E887A-2481-4569-BA12-81CAE4D0845D}"/>
              </a:ext>
            </a:extLst>
          </p:cNvPr>
          <p:cNvSpPr/>
          <p:nvPr/>
        </p:nvSpPr>
        <p:spPr bwMode="auto">
          <a:xfrm rot="2571590">
            <a:off x="7514206" y="3876205"/>
            <a:ext cx="842977" cy="297032"/>
          </a:xfrm>
          <a:prstGeom prst="rightArrow">
            <a:avLst/>
          </a:prstGeom>
          <a:solidFill>
            <a:srgbClr val="41AAAA"/>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00" name="Textfeld 99">
            <a:extLst>
              <a:ext uri="{FF2B5EF4-FFF2-40B4-BE49-F238E27FC236}">
                <a16:creationId xmlns:a16="http://schemas.microsoft.com/office/drawing/2014/main" id="{9E84BD1F-27FE-443B-B342-1238635A83F0}"/>
              </a:ext>
            </a:extLst>
          </p:cNvPr>
          <p:cNvSpPr txBox="1"/>
          <p:nvPr/>
        </p:nvSpPr>
        <p:spPr>
          <a:xfrm>
            <a:off x="7824948" y="3870712"/>
            <a:ext cx="215912" cy="212821"/>
          </a:xfrm>
          <a:prstGeom prst="rect">
            <a:avLst/>
          </a:prstGeom>
          <a:noFill/>
        </p:spPr>
        <p:txBody>
          <a:bodyPr vert="horz" wrap="none" lIns="0" tIns="0" rIns="0" bIns="0" rtlCol="0">
            <a:noAutofit/>
          </a:bodyPr>
          <a:lstStyle/>
          <a:p>
            <a:pP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1</a:t>
            </a:r>
          </a:p>
        </p:txBody>
      </p:sp>
      <p:grpSp>
        <p:nvGrpSpPr>
          <p:cNvPr id="102" name="Gruppieren 101">
            <a:extLst>
              <a:ext uri="{FF2B5EF4-FFF2-40B4-BE49-F238E27FC236}">
                <a16:creationId xmlns:a16="http://schemas.microsoft.com/office/drawing/2014/main" id="{3142BBB9-8054-40FE-8798-6466AF811A45}"/>
              </a:ext>
            </a:extLst>
          </p:cNvPr>
          <p:cNvGrpSpPr/>
          <p:nvPr/>
        </p:nvGrpSpPr>
        <p:grpSpPr>
          <a:xfrm>
            <a:off x="8367391" y="4111544"/>
            <a:ext cx="125934" cy="447756"/>
            <a:chOff x="7887113" y="3302020"/>
            <a:chExt cx="126000" cy="447989"/>
          </a:xfrm>
        </p:grpSpPr>
        <p:cxnSp>
          <p:nvCxnSpPr>
            <p:cNvPr id="103" name="Gerade Verbindung 94">
              <a:extLst>
                <a:ext uri="{FF2B5EF4-FFF2-40B4-BE49-F238E27FC236}">
                  <a16:creationId xmlns:a16="http://schemas.microsoft.com/office/drawing/2014/main" id="{E0D706F6-9BEC-4654-8F4A-7397A675DE98}"/>
                </a:ext>
              </a:extLst>
            </p:cNvPr>
            <p:cNvCxnSpPr/>
            <p:nvPr/>
          </p:nvCxnSpPr>
          <p:spPr bwMode="auto">
            <a:xfrm>
              <a:off x="7950114" y="3384297"/>
              <a:ext cx="0" cy="36571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Rechteck 103">
              <a:extLst>
                <a:ext uri="{FF2B5EF4-FFF2-40B4-BE49-F238E27FC236}">
                  <a16:creationId xmlns:a16="http://schemas.microsoft.com/office/drawing/2014/main" id="{2FE1FB69-F63A-43B6-8578-38D6B64930D9}"/>
                </a:ext>
              </a:extLst>
            </p:cNvPr>
            <p:cNvSpPr/>
            <p:nvPr/>
          </p:nvSpPr>
          <p:spPr bwMode="auto">
            <a:xfrm>
              <a:off x="7887113" y="3302020"/>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pic>
        <p:nvPicPr>
          <p:cNvPr id="105" name="product_distributed-io.png">
            <a:extLst>
              <a:ext uri="{FF2B5EF4-FFF2-40B4-BE49-F238E27FC236}">
                <a16:creationId xmlns:a16="http://schemas.microsoft.com/office/drawing/2014/main" id="{6B6F6F74-9EB6-41E9-AA29-478F98C191B9}"/>
              </a:ext>
            </a:extLst>
          </p:cNvPr>
          <p:cNvPicPr>
            <a:picLocks noChangeAspect="1"/>
          </p:cNvPicPr>
          <p:nvPr>
            <p:custDataLst>
              <p:tags r:id="rId6"/>
            </p:custDataLst>
          </p:nvPr>
        </p:nvPicPr>
        <p:blipFill>
          <a:blip r:embed="rId23" cstate="print">
            <a:extLst>
              <a:ext uri="{28A0092B-C50C-407E-A947-70E740481C1C}">
                <a14:useLocalDpi xmlns:a14="http://schemas.microsoft.com/office/drawing/2010/main" val="0"/>
              </a:ext>
            </a:extLst>
          </a:blip>
          <a:stretch>
            <a:fillRect/>
          </a:stretch>
        </p:blipFill>
        <p:spPr>
          <a:xfrm>
            <a:off x="8362457" y="4363956"/>
            <a:ext cx="455031" cy="455031"/>
          </a:xfrm>
          <a:prstGeom prst="rect">
            <a:avLst/>
          </a:prstGeom>
          <a:solidFill>
            <a:schemeClr val="tx1"/>
          </a:solidFill>
        </p:spPr>
      </p:pic>
      <p:pic>
        <p:nvPicPr>
          <p:cNvPr id="114" name="Grafik 113">
            <a:extLst>
              <a:ext uri="{FF2B5EF4-FFF2-40B4-BE49-F238E27FC236}">
                <a16:creationId xmlns:a16="http://schemas.microsoft.com/office/drawing/2014/main" id="{E2791B31-C928-4B2E-AC62-AF040350C4C6}"/>
              </a:ext>
            </a:extLst>
          </p:cNvPr>
          <p:cNvPicPr>
            <a:picLocks noChangeAspect="1"/>
          </p:cNvPicPr>
          <p:nvPr/>
        </p:nvPicPr>
        <p:blipFill>
          <a:blip r:embed="rId24"/>
          <a:stretch>
            <a:fillRect/>
          </a:stretch>
        </p:blipFill>
        <p:spPr>
          <a:xfrm>
            <a:off x="8405944" y="5088108"/>
            <a:ext cx="901409" cy="217006"/>
          </a:xfrm>
          <a:prstGeom prst="rect">
            <a:avLst/>
          </a:prstGeom>
        </p:spPr>
      </p:pic>
      <p:sp>
        <p:nvSpPr>
          <p:cNvPr id="115" name="Textfeld 114">
            <a:extLst>
              <a:ext uri="{FF2B5EF4-FFF2-40B4-BE49-F238E27FC236}">
                <a16:creationId xmlns:a16="http://schemas.microsoft.com/office/drawing/2014/main" id="{B30DBD00-DB88-4A2C-90E3-35C2468CDEFE}"/>
              </a:ext>
            </a:extLst>
          </p:cNvPr>
          <p:cNvSpPr txBox="1"/>
          <p:nvPr/>
        </p:nvSpPr>
        <p:spPr>
          <a:xfrm>
            <a:off x="8438827" y="5305114"/>
            <a:ext cx="509380" cy="200847"/>
          </a:xfrm>
          <a:prstGeom prst="rect">
            <a:avLst/>
          </a:prstGeom>
          <a:noFill/>
        </p:spPr>
        <p:txBody>
          <a:bodyPr vert="horz" wrap="none" lIns="0" tIns="0" rIns="0" bIns="0" rtlCol="0">
            <a:noAutofit/>
          </a:bodyPr>
          <a:lstStyle/>
          <a:p>
            <a:pP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Sensor</a:t>
            </a:r>
          </a:p>
        </p:txBody>
      </p:sp>
      <p:sp>
        <p:nvSpPr>
          <p:cNvPr id="116" name="Rechteck: abgerundete Ecken 115">
            <a:extLst>
              <a:ext uri="{FF2B5EF4-FFF2-40B4-BE49-F238E27FC236}">
                <a16:creationId xmlns:a16="http://schemas.microsoft.com/office/drawing/2014/main" id="{A8F129F8-EE54-4E60-951D-45AC377B4FA7}"/>
              </a:ext>
            </a:extLst>
          </p:cNvPr>
          <p:cNvSpPr/>
          <p:nvPr/>
        </p:nvSpPr>
        <p:spPr bwMode="auto">
          <a:xfrm>
            <a:off x="3355177" y="4421804"/>
            <a:ext cx="2294224" cy="676420"/>
          </a:xfrm>
          <a:prstGeom prst="roundRect">
            <a:avLst/>
          </a:prstGeom>
          <a:solidFill>
            <a:srgbClr val="FFB9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CPU data is changed </a:t>
            </a:r>
            <a:br>
              <a:rPr lang="en-US" sz="1199" dirty="0">
                <a:solidFill>
                  <a:srgbClr val="000000"/>
                </a:solidFill>
                <a:latin typeface="Arial"/>
                <a:ea typeface="Arial Unicode MS" panose="020B0604020202020204" pitchFamily="34" charset="-128"/>
                <a:cs typeface="Arial Unicode MS" panose="020B0604020202020204" pitchFamily="34" charset="-128"/>
              </a:rPr>
            </a:br>
            <a:r>
              <a:rPr lang="en-US" sz="1199" dirty="0">
                <a:solidFill>
                  <a:srgbClr val="000000"/>
                </a:solidFill>
                <a:latin typeface="Arial"/>
                <a:ea typeface="Arial Unicode MS" panose="020B0604020202020204" pitchFamily="34" charset="-128"/>
                <a:cs typeface="Arial Unicode MS" panose="020B0604020202020204" pitchFamily="34" charset="-128"/>
                <a:sym typeface="Wingdings" panose="05000000000000000000" pitchFamily="2" charset="2"/>
              </a:rPr>
              <a:t></a:t>
            </a:r>
            <a:r>
              <a:rPr lang="en-US" sz="1199" dirty="0">
                <a:solidFill>
                  <a:srgbClr val="000000"/>
                </a:solidFill>
                <a:latin typeface="Arial"/>
                <a:ea typeface="Arial Unicode MS" panose="020B0604020202020204" pitchFamily="34" charset="-128"/>
                <a:cs typeface="Arial Unicode MS" panose="020B0604020202020204" pitchFamily="34" charset="-128"/>
              </a:rPr>
              <a:t>currently only possible in STOP state</a:t>
            </a:r>
          </a:p>
        </p:txBody>
      </p:sp>
      <p:sp>
        <p:nvSpPr>
          <p:cNvPr id="117" name="Rechteck: abgerundete Ecken 116">
            <a:extLst>
              <a:ext uri="{FF2B5EF4-FFF2-40B4-BE49-F238E27FC236}">
                <a16:creationId xmlns:a16="http://schemas.microsoft.com/office/drawing/2014/main" id="{23FE4519-6CCD-4CAE-8BD7-65F0F51571B1}"/>
              </a:ext>
            </a:extLst>
          </p:cNvPr>
          <p:cNvSpPr/>
          <p:nvPr/>
        </p:nvSpPr>
        <p:spPr bwMode="auto">
          <a:xfrm>
            <a:off x="9366133" y="4374046"/>
            <a:ext cx="2264381" cy="1131915"/>
          </a:xfrm>
          <a:prstGeom prst="roundRect">
            <a:avLst/>
          </a:prstGeom>
          <a:solidFill>
            <a:srgbClr val="00B05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Data is only changed in the IO-Link devices</a:t>
            </a:r>
          </a:p>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sym typeface="Wingdings" panose="05000000000000000000" pitchFamily="2" charset="2"/>
              </a:rPr>
              <a:t> </a:t>
            </a:r>
            <a:r>
              <a:rPr lang="en-US" sz="1199" dirty="0">
                <a:solidFill>
                  <a:srgbClr val="000000"/>
                </a:solidFill>
                <a:latin typeface="Arial"/>
                <a:ea typeface="Arial Unicode MS" panose="020B0604020202020204" pitchFamily="34" charset="-128"/>
                <a:cs typeface="Arial Unicode MS" panose="020B0604020202020204" pitchFamily="34" charset="-128"/>
              </a:rPr>
              <a:t>Also in condition </a:t>
            </a:r>
            <a:br>
              <a:rPr lang="en-US" sz="1199" dirty="0">
                <a:solidFill>
                  <a:srgbClr val="000000"/>
                </a:solidFill>
                <a:latin typeface="Arial"/>
                <a:ea typeface="Arial Unicode MS" panose="020B0604020202020204" pitchFamily="34" charset="-128"/>
                <a:cs typeface="Arial Unicode MS" panose="020B0604020202020204" pitchFamily="34" charset="-128"/>
              </a:rPr>
            </a:br>
            <a:r>
              <a:rPr lang="en-US" sz="1199" dirty="0">
                <a:solidFill>
                  <a:srgbClr val="000000"/>
                </a:solidFill>
                <a:latin typeface="Arial"/>
                <a:ea typeface="Arial Unicode MS" panose="020B0604020202020204" pitchFamily="34" charset="-128"/>
                <a:cs typeface="Arial Unicode MS" panose="020B0604020202020204" pitchFamily="34" charset="-128"/>
              </a:rPr>
              <a:t>RUN-Solo / RUN-Redundant</a:t>
            </a:r>
          </a:p>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possible</a:t>
            </a:r>
          </a:p>
        </p:txBody>
      </p:sp>
      <p:sp>
        <p:nvSpPr>
          <p:cNvPr id="119" name="Freihandform: Form 118">
            <a:extLst>
              <a:ext uri="{FF2B5EF4-FFF2-40B4-BE49-F238E27FC236}">
                <a16:creationId xmlns:a16="http://schemas.microsoft.com/office/drawing/2014/main" id="{7A0A296C-15B7-48A0-818F-2442B405B2B9}"/>
              </a:ext>
            </a:extLst>
          </p:cNvPr>
          <p:cNvSpPr/>
          <p:nvPr/>
        </p:nvSpPr>
        <p:spPr bwMode="auto">
          <a:xfrm>
            <a:off x="2367073" y="4778665"/>
            <a:ext cx="451500" cy="391681"/>
          </a:xfrm>
          <a:custGeom>
            <a:avLst/>
            <a:gdLst>
              <a:gd name="connsiteX0" fmla="*/ 451735 w 451735"/>
              <a:gd name="connsiteY0" fmla="*/ 0 h 391885"/>
              <a:gd name="connsiteX1" fmla="*/ 382579 w 451735"/>
              <a:gd name="connsiteY1" fmla="*/ 245889 h 391885"/>
              <a:gd name="connsiteX2" fmla="*/ 44482 w 451735"/>
              <a:gd name="connsiteY2" fmla="*/ 184417 h 391885"/>
              <a:gd name="connsiteX3" fmla="*/ 13745 w 451735"/>
              <a:gd name="connsiteY3" fmla="*/ 391885 h 391885"/>
            </a:gdLst>
            <a:ahLst/>
            <a:cxnLst>
              <a:cxn ang="0">
                <a:pos x="connsiteX0" y="connsiteY0"/>
              </a:cxn>
              <a:cxn ang="0">
                <a:pos x="connsiteX1" y="connsiteY1"/>
              </a:cxn>
              <a:cxn ang="0">
                <a:pos x="connsiteX2" y="connsiteY2"/>
              </a:cxn>
              <a:cxn ang="0">
                <a:pos x="connsiteX3" y="connsiteY3"/>
              </a:cxn>
            </a:cxnLst>
            <a:rect l="l" t="t" r="r" b="b"/>
            <a:pathLst>
              <a:path w="451735" h="391885">
                <a:moveTo>
                  <a:pt x="451735" y="0"/>
                </a:moveTo>
                <a:cubicBezTo>
                  <a:pt x="451094" y="107576"/>
                  <a:pt x="450454" y="215153"/>
                  <a:pt x="382579" y="245889"/>
                </a:cubicBezTo>
                <a:cubicBezTo>
                  <a:pt x="314704" y="276625"/>
                  <a:pt x="105954" y="160084"/>
                  <a:pt x="44482" y="184417"/>
                </a:cubicBezTo>
                <a:cubicBezTo>
                  <a:pt x="-16990" y="208750"/>
                  <a:pt x="-1623" y="300317"/>
                  <a:pt x="13745" y="391885"/>
                </a:cubicBezTo>
              </a:path>
            </a:pathLst>
          </a:custGeom>
          <a:noFill/>
          <a:ln w="12700">
            <a:solidFill>
              <a:schemeClr val="tx1">
                <a:lumMod val="50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sz="1799" dirty="0"/>
          </a:p>
        </p:txBody>
      </p:sp>
      <p:grpSp>
        <p:nvGrpSpPr>
          <p:cNvPr id="35" name="Gruppieren 34">
            <a:extLst>
              <a:ext uri="{FF2B5EF4-FFF2-40B4-BE49-F238E27FC236}">
                <a16:creationId xmlns:a16="http://schemas.microsoft.com/office/drawing/2014/main" id="{FF8A8FFC-D1BE-4814-8358-F0A3385674E8}"/>
              </a:ext>
            </a:extLst>
          </p:cNvPr>
          <p:cNvGrpSpPr/>
          <p:nvPr/>
        </p:nvGrpSpPr>
        <p:grpSpPr>
          <a:xfrm>
            <a:off x="2245319" y="5098223"/>
            <a:ext cx="230777" cy="338745"/>
            <a:chOff x="5749698" y="4636558"/>
            <a:chExt cx="230897" cy="338921"/>
          </a:xfrm>
          <a:solidFill>
            <a:schemeClr val="accent2"/>
          </a:solidFill>
        </p:grpSpPr>
        <p:sp>
          <p:nvSpPr>
            <p:cNvPr id="36" name="Rechteck: abgerundete Ecken 35">
              <a:extLst>
                <a:ext uri="{FF2B5EF4-FFF2-40B4-BE49-F238E27FC236}">
                  <a16:creationId xmlns:a16="http://schemas.microsoft.com/office/drawing/2014/main" id="{E49D0944-7CFD-4279-AC40-1B13BE2F4271}"/>
                </a:ext>
              </a:extLst>
            </p:cNvPr>
            <p:cNvSpPr/>
            <p:nvPr/>
          </p:nvSpPr>
          <p:spPr bwMode="auto">
            <a:xfrm>
              <a:off x="5811143" y="4636558"/>
              <a:ext cx="108010" cy="338921"/>
            </a:xfrm>
            <a:prstGeom prst="roundRect">
              <a:avLst/>
            </a:prstGeom>
            <a:grpFill/>
            <a:ln>
              <a:solidFill>
                <a:schemeClr val="bg2"/>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37" name="Rechteck: abgerundete Ecken 36">
              <a:extLst>
                <a:ext uri="{FF2B5EF4-FFF2-40B4-BE49-F238E27FC236}">
                  <a16:creationId xmlns:a16="http://schemas.microsoft.com/office/drawing/2014/main" id="{A5CBFEBF-2D6B-40D8-B962-78F4B7C6A151}"/>
                </a:ext>
              </a:extLst>
            </p:cNvPr>
            <p:cNvSpPr/>
            <p:nvPr/>
          </p:nvSpPr>
          <p:spPr bwMode="auto">
            <a:xfrm rot="5400000">
              <a:off x="5811141" y="4729947"/>
              <a:ext cx="108012" cy="230897"/>
            </a:xfrm>
            <a:prstGeom prst="roundRect">
              <a:avLst/>
            </a:prstGeom>
            <a:grpFill/>
            <a:ln>
              <a:solidFill>
                <a:schemeClr val="bg2"/>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sp>
        <p:nvSpPr>
          <p:cNvPr id="120" name="Freihandform: Form 119">
            <a:extLst>
              <a:ext uri="{FF2B5EF4-FFF2-40B4-BE49-F238E27FC236}">
                <a16:creationId xmlns:a16="http://schemas.microsoft.com/office/drawing/2014/main" id="{6790AEE6-C456-4B2C-BE74-A3132835EB9D}"/>
              </a:ext>
            </a:extLst>
          </p:cNvPr>
          <p:cNvSpPr/>
          <p:nvPr/>
        </p:nvSpPr>
        <p:spPr bwMode="auto">
          <a:xfrm>
            <a:off x="8163540" y="4697087"/>
            <a:ext cx="451500" cy="391681"/>
          </a:xfrm>
          <a:custGeom>
            <a:avLst/>
            <a:gdLst>
              <a:gd name="connsiteX0" fmla="*/ 451735 w 451735"/>
              <a:gd name="connsiteY0" fmla="*/ 0 h 391885"/>
              <a:gd name="connsiteX1" fmla="*/ 382579 w 451735"/>
              <a:gd name="connsiteY1" fmla="*/ 245889 h 391885"/>
              <a:gd name="connsiteX2" fmla="*/ 44482 w 451735"/>
              <a:gd name="connsiteY2" fmla="*/ 184417 h 391885"/>
              <a:gd name="connsiteX3" fmla="*/ 13745 w 451735"/>
              <a:gd name="connsiteY3" fmla="*/ 391885 h 391885"/>
            </a:gdLst>
            <a:ahLst/>
            <a:cxnLst>
              <a:cxn ang="0">
                <a:pos x="connsiteX0" y="connsiteY0"/>
              </a:cxn>
              <a:cxn ang="0">
                <a:pos x="connsiteX1" y="connsiteY1"/>
              </a:cxn>
              <a:cxn ang="0">
                <a:pos x="connsiteX2" y="connsiteY2"/>
              </a:cxn>
              <a:cxn ang="0">
                <a:pos x="connsiteX3" y="connsiteY3"/>
              </a:cxn>
            </a:cxnLst>
            <a:rect l="l" t="t" r="r" b="b"/>
            <a:pathLst>
              <a:path w="451735" h="391885">
                <a:moveTo>
                  <a:pt x="451735" y="0"/>
                </a:moveTo>
                <a:cubicBezTo>
                  <a:pt x="451094" y="107576"/>
                  <a:pt x="450454" y="215153"/>
                  <a:pt x="382579" y="245889"/>
                </a:cubicBezTo>
                <a:cubicBezTo>
                  <a:pt x="314704" y="276625"/>
                  <a:pt x="105954" y="160084"/>
                  <a:pt x="44482" y="184417"/>
                </a:cubicBezTo>
                <a:cubicBezTo>
                  <a:pt x="-16990" y="208750"/>
                  <a:pt x="-1623" y="300317"/>
                  <a:pt x="13745" y="391885"/>
                </a:cubicBezTo>
              </a:path>
            </a:pathLst>
          </a:custGeom>
          <a:noFill/>
          <a:ln w="12700">
            <a:solidFill>
              <a:srgbClr val="C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sz="1799" dirty="0"/>
          </a:p>
        </p:txBody>
      </p:sp>
      <p:grpSp>
        <p:nvGrpSpPr>
          <p:cNvPr id="106" name="Gruppieren 105">
            <a:extLst>
              <a:ext uri="{FF2B5EF4-FFF2-40B4-BE49-F238E27FC236}">
                <a16:creationId xmlns:a16="http://schemas.microsoft.com/office/drawing/2014/main" id="{169BCDC4-3656-47A6-971A-5E132C2876AF}"/>
              </a:ext>
            </a:extLst>
          </p:cNvPr>
          <p:cNvGrpSpPr/>
          <p:nvPr/>
        </p:nvGrpSpPr>
        <p:grpSpPr>
          <a:xfrm>
            <a:off x="8048151" y="5042407"/>
            <a:ext cx="230777" cy="338745"/>
            <a:chOff x="5749698" y="4636558"/>
            <a:chExt cx="230897" cy="338921"/>
          </a:xfrm>
          <a:solidFill>
            <a:schemeClr val="accent2"/>
          </a:solidFill>
        </p:grpSpPr>
        <p:sp>
          <p:nvSpPr>
            <p:cNvPr id="107" name="Rechteck: abgerundete Ecken 106">
              <a:extLst>
                <a:ext uri="{FF2B5EF4-FFF2-40B4-BE49-F238E27FC236}">
                  <a16:creationId xmlns:a16="http://schemas.microsoft.com/office/drawing/2014/main" id="{925E1082-D2CF-447F-92FE-612DC38444D1}"/>
                </a:ext>
              </a:extLst>
            </p:cNvPr>
            <p:cNvSpPr/>
            <p:nvPr/>
          </p:nvSpPr>
          <p:spPr bwMode="auto">
            <a:xfrm>
              <a:off x="5811143" y="4636558"/>
              <a:ext cx="108010" cy="338921"/>
            </a:xfrm>
            <a:prstGeom prst="roundRect">
              <a:avLst/>
            </a:prstGeom>
            <a:grpFill/>
            <a:ln>
              <a:solidFill>
                <a:schemeClr val="bg2"/>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08" name="Rechteck: abgerundete Ecken 107">
              <a:extLst>
                <a:ext uri="{FF2B5EF4-FFF2-40B4-BE49-F238E27FC236}">
                  <a16:creationId xmlns:a16="http://schemas.microsoft.com/office/drawing/2014/main" id="{148A04C6-51B2-4AC6-A6C9-B22BB1D4A882}"/>
                </a:ext>
              </a:extLst>
            </p:cNvPr>
            <p:cNvSpPr/>
            <p:nvPr/>
          </p:nvSpPr>
          <p:spPr bwMode="auto">
            <a:xfrm rot="5400000">
              <a:off x="5811141" y="4729947"/>
              <a:ext cx="108012" cy="230897"/>
            </a:xfrm>
            <a:prstGeom prst="roundRect">
              <a:avLst/>
            </a:prstGeom>
            <a:grpFill/>
            <a:ln>
              <a:solidFill>
                <a:schemeClr val="bg2"/>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grpSp>
        <p:nvGrpSpPr>
          <p:cNvPr id="13" name="Gruppieren 12">
            <a:extLst>
              <a:ext uri="{FF2B5EF4-FFF2-40B4-BE49-F238E27FC236}">
                <a16:creationId xmlns:a16="http://schemas.microsoft.com/office/drawing/2014/main" id="{A06C23D5-175B-488A-BDAD-70A0DEAB0189}"/>
              </a:ext>
            </a:extLst>
          </p:cNvPr>
          <p:cNvGrpSpPr/>
          <p:nvPr/>
        </p:nvGrpSpPr>
        <p:grpSpPr>
          <a:xfrm>
            <a:off x="3627607" y="3179910"/>
            <a:ext cx="194299" cy="65683"/>
            <a:chOff x="3629496" y="3371983"/>
            <a:chExt cx="194400" cy="65717"/>
          </a:xfrm>
        </p:grpSpPr>
        <p:sp>
          <p:nvSpPr>
            <p:cNvPr id="4" name="Rechteck 3">
              <a:extLst>
                <a:ext uri="{FF2B5EF4-FFF2-40B4-BE49-F238E27FC236}">
                  <a16:creationId xmlns:a16="http://schemas.microsoft.com/office/drawing/2014/main" id="{2542D922-8D2B-4C2A-AACA-62DF6F64A8C2}"/>
                </a:ext>
              </a:extLst>
            </p:cNvPr>
            <p:cNvSpPr/>
            <p:nvPr/>
          </p:nvSpPr>
          <p:spPr bwMode="auto">
            <a:xfrm>
              <a:off x="3629496" y="3371983"/>
              <a:ext cx="194400" cy="65717"/>
            </a:xfrm>
            <a:prstGeom prst="rect">
              <a:avLst/>
            </a:prstGeom>
            <a:solidFill>
              <a:srgbClr val="FFB9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pic>
          <p:nvPicPr>
            <p:cNvPr id="10" name="Grafik 9">
              <a:extLst>
                <a:ext uri="{FF2B5EF4-FFF2-40B4-BE49-F238E27FC236}">
                  <a16:creationId xmlns:a16="http://schemas.microsoft.com/office/drawing/2014/main" id="{B67B7685-0644-470F-A298-26173A63F4AE}"/>
                </a:ext>
              </a:extLst>
            </p:cNvPr>
            <p:cNvPicPr>
              <a:picLocks noChangeAspect="1"/>
            </p:cNvPicPr>
            <p:nvPr/>
          </p:nvPicPr>
          <p:blipFill>
            <a:blip r:embed="rId25"/>
            <a:stretch>
              <a:fillRect/>
            </a:stretch>
          </p:blipFill>
          <p:spPr>
            <a:xfrm>
              <a:off x="3652627" y="3383281"/>
              <a:ext cx="147986" cy="45719"/>
            </a:xfrm>
            <a:prstGeom prst="rect">
              <a:avLst/>
            </a:prstGeom>
          </p:spPr>
        </p:pic>
      </p:grpSp>
      <p:grpSp>
        <p:nvGrpSpPr>
          <p:cNvPr id="70" name="Gruppieren 69">
            <a:extLst>
              <a:ext uri="{FF2B5EF4-FFF2-40B4-BE49-F238E27FC236}">
                <a16:creationId xmlns:a16="http://schemas.microsoft.com/office/drawing/2014/main" id="{691050DC-97F0-41B0-BEDA-B11050B05938}"/>
              </a:ext>
            </a:extLst>
          </p:cNvPr>
          <p:cNvGrpSpPr/>
          <p:nvPr/>
        </p:nvGrpSpPr>
        <p:grpSpPr>
          <a:xfrm>
            <a:off x="2496345" y="3177948"/>
            <a:ext cx="194299" cy="65683"/>
            <a:chOff x="3629496" y="3371983"/>
            <a:chExt cx="194400" cy="65717"/>
          </a:xfrm>
        </p:grpSpPr>
        <p:sp>
          <p:nvSpPr>
            <p:cNvPr id="71" name="Rechteck 70">
              <a:extLst>
                <a:ext uri="{FF2B5EF4-FFF2-40B4-BE49-F238E27FC236}">
                  <a16:creationId xmlns:a16="http://schemas.microsoft.com/office/drawing/2014/main" id="{4150D3B5-814F-4113-97C8-B731A3BE4131}"/>
                </a:ext>
              </a:extLst>
            </p:cNvPr>
            <p:cNvSpPr/>
            <p:nvPr/>
          </p:nvSpPr>
          <p:spPr bwMode="auto">
            <a:xfrm>
              <a:off x="3629496" y="3371983"/>
              <a:ext cx="194400" cy="65717"/>
            </a:xfrm>
            <a:prstGeom prst="rect">
              <a:avLst/>
            </a:prstGeom>
            <a:solidFill>
              <a:srgbClr val="FFB9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pic>
          <p:nvPicPr>
            <p:cNvPr id="72" name="Grafik 71">
              <a:extLst>
                <a:ext uri="{FF2B5EF4-FFF2-40B4-BE49-F238E27FC236}">
                  <a16:creationId xmlns:a16="http://schemas.microsoft.com/office/drawing/2014/main" id="{364FB99E-0007-4C7A-94CE-634AC3ECD09C}"/>
                </a:ext>
              </a:extLst>
            </p:cNvPr>
            <p:cNvPicPr>
              <a:picLocks noChangeAspect="1"/>
            </p:cNvPicPr>
            <p:nvPr/>
          </p:nvPicPr>
          <p:blipFill>
            <a:blip r:embed="rId25"/>
            <a:stretch>
              <a:fillRect/>
            </a:stretch>
          </p:blipFill>
          <p:spPr>
            <a:xfrm>
              <a:off x="3652627" y="3383281"/>
              <a:ext cx="147986" cy="45719"/>
            </a:xfrm>
            <a:prstGeom prst="rect">
              <a:avLst/>
            </a:prstGeom>
          </p:spPr>
        </p:pic>
      </p:grpSp>
      <p:grpSp>
        <p:nvGrpSpPr>
          <p:cNvPr id="16" name="Gruppieren 15">
            <a:extLst>
              <a:ext uri="{FF2B5EF4-FFF2-40B4-BE49-F238E27FC236}">
                <a16:creationId xmlns:a16="http://schemas.microsoft.com/office/drawing/2014/main" id="{19CD7D4E-D96C-4427-A6ED-72B156A061E9}"/>
              </a:ext>
            </a:extLst>
          </p:cNvPr>
          <p:cNvGrpSpPr/>
          <p:nvPr/>
        </p:nvGrpSpPr>
        <p:grpSpPr>
          <a:xfrm>
            <a:off x="8303260" y="3123557"/>
            <a:ext cx="194299" cy="65683"/>
            <a:chOff x="5541457" y="3370019"/>
            <a:chExt cx="194400" cy="65717"/>
          </a:xfrm>
        </p:grpSpPr>
        <p:sp>
          <p:nvSpPr>
            <p:cNvPr id="74" name="Rechteck 73">
              <a:extLst>
                <a:ext uri="{FF2B5EF4-FFF2-40B4-BE49-F238E27FC236}">
                  <a16:creationId xmlns:a16="http://schemas.microsoft.com/office/drawing/2014/main" id="{9BE83800-BA95-4AC7-856D-17E395616950}"/>
                </a:ext>
              </a:extLst>
            </p:cNvPr>
            <p:cNvSpPr/>
            <p:nvPr/>
          </p:nvSpPr>
          <p:spPr bwMode="auto">
            <a:xfrm>
              <a:off x="5541457" y="3370019"/>
              <a:ext cx="194400" cy="65717"/>
            </a:xfrm>
            <a:prstGeom prst="rect">
              <a:avLst/>
            </a:prstGeom>
            <a:solidFill>
              <a:srgbClr val="00B05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pic>
          <p:nvPicPr>
            <p:cNvPr id="15" name="Grafik 14">
              <a:extLst>
                <a:ext uri="{FF2B5EF4-FFF2-40B4-BE49-F238E27FC236}">
                  <a16:creationId xmlns:a16="http://schemas.microsoft.com/office/drawing/2014/main" id="{73482E57-0EAC-4F86-8548-DEBE588779C2}"/>
                </a:ext>
              </a:extLst>
            </p:cNvPr>
            <p:cNvPicPr>
              <a:picLocks noChangeAspect="1"/>
            </p:cNvPicPr>
            <p:nvPr/>
          </p:nvPicPr>
          <p:blipFill>
            <a:blip r:embed="rId26"/>
            <a:stretch>
              <a:fillRect/>
            </a:stretch>
          </p:blipFill>
          <p:spPr>
            <a:xfrm>
              <a:off x="5553616" y="3381318"/>
              <a:ext cx="165292" cy="45719"/>
            </a:xfrm>
            <a:prstGeom prst="rect">
              <a:avLst/>
            </a:prstGeom>
          </p:spPr>
        </p:pic>
      </p:grpSp>
      <p:grpSp>
        <p:nvGrpSpPr>
          <p:cNvPr id="101" name="Gruppieren 100">
            <a:extLst>
              <a:ext uri="{FF2B5EF4-FFF2-40B4-BE49-F238E27FC236}">
                <a16:creationId xmlns:a16="http://schemas.microsoft.com/office/drawing/2014/main" id="{0D2725F1-228C-41DA-9BDD-400E45500CC3}"/>
              </a:ext>
            </a:extLst>
          </p:cNvPr>
          <p:cNvGrpSpPr/>
          <p:nvPr/>
        </p:nvGrpSpPr>
        <p:grpSpPr>
          <a:xfrm>
            <a:off x="9428773" y="3125642"/>
            <a:ext cx="194299" cy="65683"/>
            <a:chOff x="5541457" y="3370019"/>
            <a:chExt cx="194400" cy="65717"/>
          </a:xfrm>
        </p:grpSpPr>
        <p:sp>
          <p:nvSpPr>
            <p:cNvPr id="109" name="Rechteck 108">
              <a:extLst>
                <a:ext uri="{FF2B5EF4-FFF2-40B4-BE49-F238E27FC236}">
                  <a16:creationId xmlns:a16="http://schemas.microsoft.com/office/drawing/2014/main" id="{6C2EEBAA-97CF-4BA7-AF60-721F8EE6860E}"/>
                </a:ext>
              </a:extLst>
            </p:cNvPr>
            <p:cNvSpPr/>
            <p:nvPr/>
          </p:nvSpPr>
          <p:spPr bwMode="auto">
            <a:xfrm>
              <a:off x="5541457" y="3370019"/>
              <a:ext cx="194400" cy="65717"/>
            </a:xfrm>
            <a:prstGeom prst="rect">
              <a:avLst/>
            </a:prstGeom>
            <a:solidFill>
              <a:srgbClr val="00B05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pic>
          <p:nvPicPr>
            <p:cNvPr id="110" name="Grafik 109">
              <a:extLst>
                <a:ext uri="{FF2B5EF4-FFF2-40B4-BE49-F238E27FC236}">
                  <a16:creationId xmlns:a16="http://schemas.microsoft.com/office/drawing/2014/main" id="{99645BBE-2C0A-45EC-8F94-CA4F05084A4C}"/>
                </a:ext>
              </a:extLst>
            </p:cNvPr>
            <p:cNvPicPr>
              <a:picLocks noChangeAspect="1"/>
            </p:cNvPicPr>
            <p:nvPr/>
          </p:nvPicPr>
          <p:blipFill>
            <a:blip r:embed="rId26"/>
            <a:stretch>
              <a:fillRect/>
            </a:stretch>
          </p:blipFill>
          <p:spPr>
            <a:xfrm>
              <a:off x="5553616" y="3381318"/>
              <a:ext cx="165292" cy="45719"/>
            </a:xfrm>
            <a:prstGeom prst="rect">
              <a:avLst/>
            </a:prstGeom>
          </p:spPr>
        </p:pic>
      </p:grpSp>
      <p:pic>
        <p:nvPicPr>
          <p:cNvPr id="43" name="Grafik 42">
            <a:extLst>
              <a:ext uri="{FF2B5EF4-FFF2-40B4-BE49-F238E27FC236}">
                <a16:creationId xmlns:a16="http://schemas.microsoft.com/office/drawing/2014/main" id="{76B6B8D0-AA39-40EE-8310-5FDE16552CA6}"/>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6892286" y="2857565"/>
            <a:ext cx="424575" cy="424575"/>
          </a:xfrm>
          <a:prstGeom prst="rect">
            <a:avLst/>
          </a:prstGeom>
        </p:spPr>
      </p:pic>
      <p:sp>
        <p:nvSpPr>
          <p:cNvPr id="78" name="Textfeld 77">
            <a:extLst>
              <a:ext uri="{FF2B5EF4-FFF2-40B4-BE49-F238E27FC236}">
                <a16:creationId xmlns:a16="http://schemas.microsoft.com/office/drawing/2014/main" id="{EDA92AAF-ADFB-4257-B3BA-FDF1C877DF37}"/>
              </a:ext>
            </a:extLst>
          </p:cNvPr>
          <p:cNvSpPr txBox="1"/>
          <p:nvPr/>
        </p:nvSpPr>
        <p:spPr>
          <a:xfrm>
            <a:off x="2283133" y="5685324"/>
            <a:ext cx="3535272" cy="465824"/>
          </a:xfrm>
          <a:prstGeom prst="rect">
            <a:avLst/>
          </a:prstGeom>
          <a:noFill/>
        </p:spPr>
        <p:txBody>
          <a:bodyPr vert="horz" wrap="square" lIns="0" tIns="0" rIns="0" bIns="0" rtlCol="0">
            <a:noAutofit/>
          </a:bodyPr>
          <a:lstStyle/>
          <a:p>
            <a:pPr marL="228486" indent="-228486" fontAlgn="base">
              <a:lnSpc>
                <a:spcPct val="110000"/>
              </a:lnSpc>
              <a:spcAft>
                <a:spcPct val="0"/>
              </a:spcAft>
              <a:buFont typeface="+mj-lt"/>
              <a:buAutoNum type="arabicPeriod"/>
            </a:pPr>
            <a:r>
              <a:rPr lang="en-US" sz="1199" dirty="0">
                <a:solidFill>
                  <a:srgbClr val="000000"/>
                </a:solidFill>
                <a:latin typeface="Arial" panose="020B0604020202020204" pitchFamily="34" charset="0"/>
                <a:ea typeface="Arial Unicode MS" panose="020B0604020202020204" pitchFamily="34" charset="-128"/>
                <a:cs typeface="Arial Unicode MS" panose="020B0604020202020204" pitchFamily="34" charset="-128"/>
              </a:rPr>
              <a:t>TIA Portal project is loaded into the PLC</a:t>
            </a:r>
          </a:p>
          <a:p>
            <a:pPr marL="228486" indent="-228486" fontAlgn="base">
              <a:lnSpc>
                <a:spcPct val="110000"/>
              </a:lnSpc>
              <a:spcAft>
                <a:spcPct val="0"/>
              </a:spcAft>
              <a:buFont typeface="+mj-lt"/>
              <a:buAutoNum type="arabicPeriod"/>
            </a:pPr>
            <a:r>
              <a:rPr lang="en-US" sz="1199" dirty="0">
                <a:solidFill>
                  <a:srgbClr val="000000"/>
                </a:solidFill>
                <a:ea typeface="Arial Unicode MS" panose="020B0604020202020204" pitchFamily="34" charset="-128"/>
                <a:cs typeface="Arial Unicode MS" panose="020B0604020202020204" pitchFamily="34" charset="-128"/>
              </a:rPr>
              <a:t>PLC sends the data to the ET 200</a:t>
            </a:r>
            <a:endParaRPr lang="en-US" sz="1199" dirty="0">
              <a:solidFill>
                <a:srgbClr val="000000"/>
              </a:solidFill>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98" name="Textfeld 97">
            <a:extLst>
              <a:ext uri="{FF2B5EF4-FFF2-40B4-BE49-F238E27FC236}">
                <a16:creationId xmlns:a16="http://schemas.microsoft.com/office/drawing/2014/main" id="{7A8D99F0-4367-4F85-B3FA-C6AA6C49D9D8}"/>
              </a:ext>
            </a:extLst>
          </p:cNvPr>
          <p:cNvSpPr txBox="1"/>
          <p:nvPr/>
        </p:nvSpPr>
        <p:spPr>
          <a:xfrm>
            <a:off x="8163540" y="5704379"/>
            <a:ext cx="3922151" cy="465824"/>
          </a:xfrm>
          <a:prstGeom prst="rect">
            <a:avLst/>
          </a:prstGeom>
          <a:noFill/>
        </p:spPr>
        <p:txBody>
          <a:bodyPr vert="horz" wrap="square" lIns="0" tIns="0" rIns="0" bIns="0" rtlCol="0">
            <a:noAutofit/>
          </a:bodyPr>
          <a:lstStyle/>
          <a:p>
            <a:pPr marL="228486" indent="-228486" fontAlgn="base">
              <a:lnSpc>
                <a:spcPct val="110000"/>
              </a:lnSpc>
              <a:spcAft>
                <a:spcPct val="0"/>
              </a:spcAft>
              <a:buFont typeface="+mj-lt"/>
              <a:buAutoNum type="arabicPeriod"/>
            </a:pPr>
            <a:r>
              <a:rPr lang="en-US" sz="1199" dirty="0">
                <a:solidFill>
                  <a:srgbClr val="000000"/>
                </a:solidFill>
                <a:latin typeface="Arial" panose="020B0604020202020204" pitchFamily="34" charset="0"/>
                <a:ea typeface="Arial Unicode MS" panose="020B0604020202020204" pitchFamily="34" charset="-128"/>
                <a:cs typeface="Arial Unicode MS" panose="020B0604020202020204" pitchFamily="34" charset="-128"/>
              </a:rPr>
              <a:t>S7-PCT Tool loads the data into the IO-Link master</a:t>
            </a:r>
          </a:p>
          <a:p>
            <a:pPr marL="228486" indent="-228486" fontAlgn="base">
              <a:lnSpc>
                <a:spcPct val="110000"/>
              </a:lnSpc>
              <a:spcAft>
                <a:spcPct val="0"/>
              </a:spcAft>
              <a:buFont typeface="+mj-lt"/>
              <a:buAutoNum type="arabicPeriod"/>
            </a:pPr>
            <a:r>
              <a:rPr lang="en-US" sz="1199" dirty="0">
                <a:solidFill>
                  <a:srgbClr val="000000"/>
                </a:solidFill>
                <a:ea typeface="Arial Unicode MS" panose="020B0604020202020204" pitchFamily="34" charset="-128"/>
                <a:cs typeface="Arial Unicode MS" panose="020B0604020202020204" pitchFamily="34" charset="-128"/>
              </a:rPr>
              <a:t>The IO-Link master configures the IO-Link devices</a:t>
            </a:r>
            <a:endParaRPr lang="en-US" sz="1199" dirty="0">
              <a:solidFill>
                <a:srgbClr val="000000"/>
              </a:solidFill>
              <a:latin typeface="Arial" panose="020B0604020202020204" pitchFamily="34" charset="0"/>
              <a:ea typeface="Arial Unicode MS" panose="020B0604020202020204" pitchFamily="34" charset="-128"/>
              <a:cs typeface="Arial Unicode MS" panose="020B0604020202020204" pitchFamily="34" charset="-128"/>
            </a:endParaRPr>
          </a:p>
        </p:txBody>
      </p:sp>
      <p:pic>
        <p:nvPicPr>
          <p:cNvPr id="17" name="Grafik 16">
            <a:extLst>
              <a:ext uri="{FF2B5EF4-FFF2-40B4-BE49-F238E27FC236}">
                <a16:creationId xmlns:a16="http://schemas.microsoft.com/office/drawing/2014/main" id="{4F6D8511-D3C2-8A4E-46F1-0EB8732A2B9B}"/>
              </a:ext>
            </a:extLst>
          </p:cNvPr>
          <p:cNvPicPr>
            <a:picLocks noChangeAspect="1"/>
          </p:cNvPicPr>
          <p:nvPr/>
        </p:nvPicPr>
        <p:blipFill>
          <a:blip r:embed="rId28"/>
          <a:stretch>
            <a:fillRect/>
          </a:stretch>
        </p:blipFill>
        <p:spPr>
          <a:xfrm>
            <a:off x="1058681" y="2926675"/>
            <a:ext cx="400050" cy="400050"/>
          </a:xfrm>
          <a:prstGeom prst="rect">
            <a:avLst/>
          </a:prstGeom>
        </p:spPr>
      </p:pic>
    </p:spTree>
    <p:extLst>
      <p:ext uri="{BB962C8B-B14F-4D97-AF65-F5344CB8AC3E}">
        <p14:creationId xmlns:p14="http://schemas.microsoft.com/office/powerpoint/2010/main" val="17193232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80785A-DA26-4196-962D-7E4B25B22C39}"/>
              </a:ext>
            </a:extLst>
          </p:cNvPr>
          <p:cNvSpPr>
            <a:spLocks noGrp="1"/>
          </p:cNvSpPr>
          <p:nvPr>
            <p:ph type="title"/>
          </p:nvPr>
        </p:nvSpPr>
        <p:spPr/>
        <p:txBody>
          <a:bodyPr/>
          <a:lstStyle/>
          <a:p>
            <a:r>
              <a:rPr lang="en-US" dirty="0"/>
              <a:t>Hardware enhancements in RUN (CiR) with IO-Link</a:t>
            </a:r>
            <a:br>
              <a:rPr lang="en-US" dirty="0"/>
            </a:br>
            <a:r>
              <a:rPr lang="en-US" b="0" dirty="0"/>
              <a:t>Procedure – Add new measuring point</a:t>
            </a:r>
            <a:endParaRPr lang="en-US" dirty="0"/>
          </a:p>
        </p:txBody>
      </p:sp>
      <p:sp>
        <p:nvSpPr>
          <p:cNvPr id="4" name="Fußzeilenplatzhalter 3">
            <a:extLst>
              <a:ext uri="{FF2B5EF4-FFF2-40B4-BE49-F238E27FC236}">
                <a16:creationId xmlns:a16="http://schemas.microsoft.com/office/drawing/2014/main" id="{6FEF260C-8092-48FF-B9F4-F05B4D8D9F17}"/>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3" name="Pfeil: Chevron 2">
            <a:extLst>
              <a:ext uri="{FF2B5EF4-FFF2-40B4-BE49-F238E27FC236}">
                <a16:creationId xmlns:a16="http://schemas.microsoft.com/office/drawing/2014/main" id="{C7ED37DF-F860-4D84-9081-F1945511EFD7}"/>
              </a:ext>
            </a:extLst>
          </p:cNvPr>
          <p:cNvSpPr/>
          <p:nvPr/>
        </p:nvSpPr>
        <p:spPr bwMode="auto">
          <a:xfrm>
            <a:off x="652824" y="1467284"/>
            <a:ext cx="3805951" cy="971602"/>
          </a:xfrm>
          <a:prstGeom prst="chevron">
            <a:avLst/>
          </a:prstGeom>
          <a:solidFill>
            <a:srgbClr val="006487"/>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799" b="1" dirty="0">
                <a:latin typeface="Arial"/>
                <a:ea typeface="Arial Unicode MS" panose="020B0604020202020204" pitchFamily="34" charset="-128"/>
                <a:cs typeface="Arial Unicode MS" panose="020B0604020202020204" pitchFamily="34" charset="-128"/>
              </a:rPr>
              <a:t>Construction</a:t>
            </a:r>
          </a:p>
          <a:p>
            <a:pPr algn="ctr" rtl="0" eaLnBrk="1" fontAlgn="base" hangingPunct="1">
              <a:lnSpc>
                <a:spcPct val="110000"/>
              </a:lnSpc>
              <a:spcBef>
                <a:spcPct val="0"/>
              </a:spcBef>
              <a:spcAft>
                <a:spcPct val="0"/>
              </a:spcAft>
              <a:buFont typeface="Wingdings" charset="0"/>
              <a:buNone/>
            </a:pPr>
            <a:r>
              <a:rPr lang="en-US" sz="1399" dirty="0">
                <a:latin typeface="Arial"/>
                <a:ea typeface="Arial Unicode MS" panose="020B0604020202020204" pitchFamily="34" charset="-128"/>
                <a:cs typeface="Arial Unicode MS" panose="020B0604020202020204" pitchFamily="34" charset="-128"/>
              </a:rPr>
              <a:t>Commissioning phase</a:t>
            </a:r>
          </a:p>
          <a:p>
            <a:pPr algn="ctr" rtl="0" eaLnBrk="1" fontAlgn="base" hangingPunct="1">
              <a:lnSpc>
                <a:spcPct val="110000"/>
              </a:lnSpc>
              <a:spcBef>
                <a:spcPct val="0"/>
              </a:spcBef>
              <a:spcAft>
                <a:spcPct val="0"/>
              </a:spcAft>
              <a:buFont typeface="Wingdings" charset="0"/>
              <a:buNone/>
            </a:pPr>
            <a:r>
              <a:rPr lang="en-US" sz="1399" dirty="0">
                <a:latin typeface="Arial"/>
                <a:ea typeface="Arial Unicode MS" panose="020B0604020202020204" pitchFamily="34" charset="-128"/>
                <a:cs typeface="Arial Unicode MS" panose="020B0604020202020204" pitchFamily="34" charset="-128"/>
              </a:rPr>
              <a:t>System im STOP</a:t>
            </a:r>
          </a:p>
        </p:txBody>
      </p:sp>
      <p:sp>
        <p:nvSpPr>
          <p:cNvPr id="6" name="Pfeil: Chevron 5">
            <a:extLst>
              <a:ext uri="{FF2B5EF4-FFF2-40B4-BE49-F238E27FC236}">
                <a16:creationId xmlns:a16="http://schemas.microsoft.com/office/drawing/2014/main" id="{0E1A5166-5B4B-44D3-BE67-D0CB80212A9E}"/>
              </a:ext>
            </a:extLst>
          </p:cNvPr>
          <p:cNvSpPr/>
          <p:nvPr/>
        </p:nvSpPr>
        <p:spPr bwMode="auto">
          <a:xfrm>
            <a:off x="4242864" y="1467284"/>
            <a:ext cx="3598526" cy="971602"/>
          </a:xfrm>
          <a:prstGeom prst="chevron">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799" b="1" dirty="0">
                <a:latin typeface="Arial"/>
                <a:ea typeface="Arial Unicode MS" panose="020B0604020202020204" pitchFamily="34" charset="-128"/>
                <a:cs typeface="Arial Unicode MS" panose="020B0604020202020204" pitchFamily="34" charset="-128"/>
              </a:rPr>
              <a:t>Hardware Extension</a:t>
            </a:r>
          </a:p>
          <a:p>
            <a:pPr algn="ctr" rtl="0" eaLnBrk="1" fontAlgn="base" hangingPunct="1">
              <a:lnSpc>
                <a:spcPct val="110000"/>
              </a:lnSpc>
              <a:spcBef>
                <a:spcPct val="0"/>
              </a:spcBef>
              <a:spcAft>
                <a:spcPct val="0"/>
              </a:spcAft>
              <a:buFont typeface="Wingdings" charset="0"/>
              <a:buNone/>
            </a:pPr>
            <a:r>
              <a:rPr lang="en-US" sz="1399" dirty="0">
                <a:solidFill>
                  <a:srgbClr val="000000"/>
                </a:solidFill>
                <a:latin typeface="Arial"/>
                <a:ea typeface="Arial Unicode MS" panose="020B0604020202020204" pitchFamily="34" charset="-128"/>
                <a:cs typeface="Arial Unicode MS" panose="020B0604020202020204" pitchFamily="34" charset="-128"/>
              </a:rPr>
              <a:t>Production phase</a:t>
            </a:r>
          </a:p>
          <a:p>
            <a:pPr algn="ctr" rtl="0" eaLnBrk="1" fontAlgn="base" hangingPunct="1">
              <a:lnSpc>
                <a:spcPct val="110000"/>
              </a:lnSpc>
              <a:spcBef>
                <a:spcPct val="0"/>
              </a:spcBef>
              <a:spcAft>
                <a:spcPct val="0"/>
              </a:spcAft>
              <a:buFont typeface="Wingdings" charset="0"/>
              <a:buNone/>
            </a:pPr>
            <a:r>
              <a:rPr lang="en-US" sz="1399" dirty="0">
                <a:solidFill>
                  <a:srgbClr val="000000"/>
                </a:solidFill>
                <a:latin typeface="Arial"/>
                <a:ea typeface="Arial Unicode MS" panose="020B0604020202020204" pitchFamily="34" charset="-128"/>
                <a:cs typeface="Arial Unicode MS" panose="020B0604020202020204" pitchFamily="34" charset="-128"/>
              </a:rPr>
              <a:t>System in RUN-Redundant</a:t>
            </a:r>
          </a:p>
        </p:txBody>
      </p:sp>
      <p:sp>
        <p:nvSpPr>
          <p:cNvPr id="7" name="Pfeil: Chevron 6">
            <a:extLst>
              <a:ext uri="{FF2B5EF4-FFF2-40B4-BE49-F238E27FC236}">
                <a16:creationId xmlns:a16="http://schemas.microsoft.com/office/drawing/2014/main" id="{8DDF6C55-0592-4CA4-A5F8-E346C012C0BE}"/>
              </a:ext>
            </a:extLst>
          </p:cNvPr>
          <p:cNvSpPr/>
          <p:nvPr/>
        </p:nvSpPr>
        <p:spPr bwMode="auto">
          <a:xfrm>
            <a:off x="7625479" y="1467817"/>
            <a:ext cx="3706481" cy="971602"/>
          </a:xfrm>
          <a:prstGeom prst="chevron">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799" b="1" dirty="0">
                <a:latin typeface="Arial"/>
                <a:ea typeface="Arial Unicode MS" panose="020B0604020202020204" pitchFamily="34" charset="-128"/>
                <a:cs typeface="Arial Unicode MS" panose="020B0604020202020204" pitchFamily="34" charset="-128"/>
              </a:rPr>
              <a:t>Program Extension</a:t>
            </a:r>
          </a:p>
          <a:p>
            <a:pPr algn="ctr" rtl="0" eaLnBrk="1" fontAlgn="base" hangingPunct="1">
              <a:lnSpc>
                <a:spcPct val="110000"/>
              </a:lnSpc>
              <a:spcBef>
                <a:spcPct val="0"/>
              </a:spcBef>
              <a:spcAft>
                <a:spcPct val="0"/>
              </a:spcAft>
              <a:buFont typeface="Wingdings" charset="0"/>
              <a:buNone/>
            </a:pPr>
            <a:r>
              <a:rPr lang="en-US" sz="1399" dirty="0">
                <a:solidFill>
                  <a:srgbClr val="000000"/>
                </a:solidFill>
                <a:latin typeface="Arial"/>
                <a:ea typeface="Arial Unicode MS" panose="020B0604020202020204" pitchFamily="34" charset="-128"/>
                <a:cs typeface="Arial Unicode MS" panose="020B0604020202020204" pitchFamily="34" charset="-128"/>
              </a:rPr>
              <a:t>Production phase</a:t>
            </a:r>
          </a:p>
          <a:p>
            <a:pPr algn="ctr" rtl="0" eaLnBrk="1" fontAlgn="base" hangingPunct="1">
              <a:lnSpc>
                <a:spcPct val="110000"/>
              </a:lnSpc>
              <a:spcBef>
                <a:spcPct val="0"/>
              </a:spcBef>
              <a:spcAft>
                <a:spcPct val="0"/>
              </a:spcAft>
              <a:buFont typeface="Wingdings" charset="0"/>
              <a:buNone/>
            </a:pPr>
            <a:r>
              <a:rPr lang="en-US" sz="1399" dirty="0">
                <a:solidFill>
                  <a:srgbClr val="000000"/>
                </a:solidFill>
                <a:latin typeface="Arial"/>
                <a:ea typeface="Arial Unicode MS" panose="020B0604020202020204" pitchFamily="34" charset="-128"/>
                <a:cs typeface="Arial Unicode MS" panose="020B0604020202020204" pitchFamily="34" charset="-128"/>
              </a:rPr>
              <a:t>System in RUN-Redundant</a:t>
            </a:r>
          </a:p>
        </p:txBody>
      </p:sp>
      <p:sp>
        <p:nvSpPr>
          <p:cNvPr id="9" name="Textfeld 8">
            <a:extLst>
              <a:ext uri="{FF2B5EF4-FFF2-40B4-BE49-F238E27FC236}">
                <a16:creationId xmlns:a16="http://schemas.microsoft.com/office/drawing/2014/main" id="{C7814ECD-DD28-452F-9738-31BB100554D2}"/>
              </a:ext>
            </a:extLst>
          </p:cNvPr>
          <p:cNvSpPr txBox="1"/>
          <p:nvPr/>
        </p:nvSpPr>
        <p:spPr>
          <a:xfrm>
            <a:off x="680323" y="2726768"/>
            <a:ext cx="3598030" cy="1331455"/>
          </a:xfrm>
          <a:prstGeom prst="rect">
            <a:avLst/>
          </a:prstGeom>
          <a:noFill/>
        </p:spPr>
        <p:txBody>
          <a:bodyPr vert="horz" wrap="none" lIns="0" tIns="0" rIns="0" bIns="0" rtlCol="0">
            <a:noAutofit/>
          </a:bodyPr>
          <a:lstStyle/>
          <a:p>
            <a:pPr marL="342729" indent="-342729">
              <a:lnSpc>
                <a:spcPct val="110000"/>
              </a:lnSpc>
              <a:buClr>
                <a:srgbClr val="879BAA"/>
              </a:buClr>
              <a:buSzPct val="100000"/>
              <a:buFont typeface="+mj-lt"/>
              <a:buAutoNum type="arabicPeriod"/>
            </a:pPr>
            <a:r>
              <a:rPr lang="en-US" sz="1399" dirty="0">
                <a:latin typeface="Arial"/>
                <a:ea typeface="Arial Unicode MS" panose="020B0604020202020204" pitchFamily="34" charset="-128"/>
                <a:cs typeface="Arial Unicode MS" panose="020B0604020202020204" pitchFamily="34" charset="-128"/>
              </a:rPr>
              <a:t>Reserve IO-Link master modules into a </a:t>
            </a:r>
            <a:br>
              <a:rPr lang="en-US" sz="1399" dirty="0">
                <a:latin typeface="Arial"/>
                <a:ea typeface="Arial Unicode MS" panose="020B0604020202020204" pitchFamily="34" charset="-128"/>
                <a:cs typeface="Arial Unicode MS" panose="020B0604020202020204" pitchFamily="34" charset="-128"/>
              </a:rPr>
            </a:br>
            <a:r>
              <a:rPr lang="en-US" sz="1399" dirty="0">
                <a:latin typeface="Arial"/>
                <a:ea typeface="Arial Unicode MS" panose="020B0604020202020204" pitchFamily="34" charset="-128"/>
                <a:cs typeface="Arial Unicode MS" panose="020B0604020202020204" pitchFamily="34" charset="-128"/>
              </a:rPr>
              <a:t>Install ET 200 station</a:t>
            </a:r>
          </a:p>
          <a:p>
            <a:pPr marL="342729" indent="-342729">
              <a:lnSpc>
                <a:spcPct val="110000"/>
              </a:lnSpc>
              <a:buClr>
                <a:srgbClr val="879BAA"/>
              </a:buClr>
              <a:buSzPct val="100000"/>
              <a:buFont typeface="+mj-lt"/>
              <a:buAutoNum type="arabicPeriod"/>
            </a:pPr>
            <a:r>
              <a:rPr lang="en-US" sz="1399" dirty="0">
                <a:latin typeface="Arial"/>
                <a:ea typeface="Arial Unicode MS" panose="020B0604020202020204" pitchFamily="34" charset="-128"/>
                <a:cs typeface="Arial Unicode MS" panose="020B0604020202020204" pitchFamily="34" charset="-128"/>
              </a:rPr>
              <a:t>Perform TIA HW configuration</a:t>
            </a:r>
          </a:p>
          <a:p>
            <a:pPr marL="342729" indent="-342729">
              <a:lnSpc>
                <a:spcPct val="110000"/>
              </a:lnSpc>
              <a:buClr>
                <a:srgbClr val="879BAA"/>
              </a:buClr>
              <a:buSzPct val="100000"/>
              <a:buFont typeface="+mj-lt"/>
              <a:buAutoNum type="arabicPeriod"/>
            </a:pPr>
            <a:r>
              <a:rPr lang="en-US" sz="1399" dirty="0">
                <a:latin typeface="Arial"/>
                <a:ea typeface="Arial Unicode MS" panose="020B0604020202020204" pitchFamily="34" charset="-128"/>
                <a:cs typeface="Arial Unicode MS" panose="020B0604020202020204" pitchFamily="34" charset="-128"/>
              </a:rPr>
              <a:t>Load TIA Portal Project</a:t>
            </a:r>
            <a:endParaRPr lang="en-US" sz="1199" dirty="0">
              <a:latin typeface="Arial"/>
              <a:ea typeface="Arial Unicode MS" panose="020B0604020202020204" pitchFamily="34" charset="-128"/>
              <a:cs typeface="Arial Unicode MS" panose="020B0604020202020204" pitchFamily="34" charset="-128"/>
            </a:endParaRPr>
          </a:p>
        </p:txBody>
      </p:sp>
      <p:sp>
        <p:nvSpPr>
          <p:cNvPr id="10" name="Textfeld 9">
            <a:extLst>
              <a:ext uri="{FF2B5EF4-FFF2-40B4-BE49-F238E27FC236}">
                <a16:creationId xmlns:a16="http://schemas.microsoft.com/office/drawing/2014/main" id="{9F2CD1C6-A5DE-4C99-AA8D-386A6E415AD3}"/>
              </a:ext>
            </a:extLst>
          </p:cNvPr>
          <p:cNvSpPr txBox="1"/>
          <p:nvPr/>
        </p:nvSpPr>
        <p:spPr>
          <a:xfrm>
            <a:off x="644835" y="4130193"/>
            <a:ext cx="3598030" cy="1979189"/>
          </a:xfrm>
          <a:prstGeom prst="rect">
            <a:avLst/>
          </a:prstGeom>
          <a:solidFill>
            <a:srgbClr val="006487"/>
          </a:solidFill>
        </p:spPr>
        <p:txBody>
          <a:bodyPr vert="horz" wrap="square" lIns="0" tIns="0" rIns="0" bIns="0" rtlCol="0">
            <a:noAutofit/>
          </a:bodyPr>
          <a:lstStyle/>
          <a:p>
            <a:pPr marL="182472" indent="-95202">
              <a:lnSpc>
                <a:spcPct val="110000"/>
              </a:lnSpc>
              <a:buClr>
                <a:srgbClr val="879BAA"/>
              </a:buClr>
              <a:buSzPct val="100000"/>
            </a:pPr>
            <a:r>
              <a:rPr lang="en-US" sz="1399" b="1" dirty="0">
                <a:latin typeface="Arial"/>
                <a:ea typeface="Arial Unicode MS" panose="020B0604020202020204" pitchFamily="34" charset="-128"/>
                <a:cs typeface="Arial Unicode MS" panose="020B0604020202020204" pitchFamily="34" charset="-128"/>
              </a:rPr>
              <a:t>Advantage: </a:t>
            </a:r>
          </a:p>
          <a:p>
            <a:pPr marL="182472" indent="-95202">
              <a:lnSpc>
                <a:spcPct val="110000"/>
              </a:lnSpc>
              <a:buClr>
                <a:srgbClr val="879BAA"/>
              </a:buClr>
              <a:buSzPct val="100000"/>
            </a:pPr>
            <a:r>
              <a:rPr lang="en-US" sz="1199" dirty="0">
                <a:latin typeface="Arial"/>
                <a:ea typeface="Arial Unicode MS" panose="020B0604020202020204" pitchFamily="34" charset="-128"/>
                <a:cs typeface="Arial Unicode MS" panose="020B0604020202020204" pitchFamily="34" charset="-128"/>
              </a:rPr>
              <a:t>An IO-Link port can </a:t>
            </a:r>
            <a:r>
              <a:rPr lang="en-US" sz="1199" u="sng" dirty="0">
                <a:latin typeface="Arial"/>
                <a:ea typeface="Arial Unicode MS" panose="020B0604020202020204" pitchFamily="34" charset="-128"/>
                <a:cs typeface="Arial Unicode MS" panose="020B0604020202020204" pitchFamily="34" charset="-128"/>
              </a:rPr>
              <a:t>universal for all channel types </a:t>
            </a:r>
            <a:r>
              <a:rPr lang="en-US" sz="1199" dirty="0">
                <a:latin typeface="Arial"/>
                <a:ea typeface="Arial Unicode MS" panose="020B0604020202020204" pitchFamily="34" charset="-128"/>
                <a:cs typeface="Arial Unicode MS" panose="020B0604020202020204" pitchFamily="34" charset="-128"/>
              </a:rPr>
              <a:t>will use: </a:t>
            </a:r>
          </a:p>
          <a:p>
            <a:pPr marL="182472" lvl="1" indent="-95202">
              <a:lnSpc>
                <a:spcPct val="110000"/>
              </a:lnSpc>
              <a:buClr>
                <a:srgbClr val="879BAA"/>
              </a:buClr>
              <a:buSzPct val="100000"/>
              <a:buFont typeface="Arial" panose="020B0604020202020204" pitchFamily="34" charset="0"/>
              <a:buChar char="•"/>
            </a:pPr>
            <a:r>
              <a:rPr lang="en-US" sz="1049" dirty="0">
                <a:latin typeface="Arial"/>
                <a:ea typeface="Arial Unicode MS" panose="020B0604020202020204" pitchFamily="34" charset="-128"/>
                <a:cs typeface="Arial Unicode MS" panose="020B0604020202020204" pitchFamily="34" charset="-128"/>
              </a:rPr>
              <a:t>Digital input</a:t>
            </a:r>
          </a:p>
          <a:p>
            <a:pPr marL="182472" lvl="1" indent="-95202">
              <a:lnSpc>
                <a:spcPct val="110000"/>
              </a:lnSpc>
              <a:buClr>
                <a:srgbClr val="879BAA"/>
              </a:buClr>
              <a:buSzPct val="100000"/>
              <a:buFont typeface="Arial" panose="020B0604020202020204" pitchFamily="34" charset="0"/>
              <a:buChar char="•"/>
            </a:pPr>
            <a:r>
              <a:rPr lang="en-US" sz="1049" dirty="0">
                <a:latin typeface="Arial"/>
                <a:ea typeface="Arial Unicode MS" panose="020B0604020202020204" pitchFamily="34" charset="-128"/>
                <a:cs typeface="Arial Unicode MS" panose="020B0604020202020204" pitchFamily="34" charset="-128"/>
              </a:rPr>
              <a:t>Digital output</a:t>
            </a:r>
          </a:p>
          <a:p>
            <a:pPr marL="182472" lvl="1" indent="-95202">
              <a:lnSpc>
                <a:spcPct val="110000"/>
              </a:lnSpc>
              <a:buClr>
                <a:srgbClr val="879BAA"/>
              </a:buClr>
              <a:buSzPct val="100000"/>
              <a:buFont typeface="Arial" panose="020B0604020202020204" pitchFamily="34" charset="0"/>
              <a:buChar char="•"/>
            </a:pPr>
            <a:r>
              <a:rPr lang="en-US" sz="1049" dirty="0">
                <a:latin typeface="Arial"/>
                <a:ea typeface="Arial Unicode MS" panose="020B0604020202020204" pitchFamily="34" charset="-128"/>
                <a:cs typeface="Arial Unicode MS" panose="020B0604020202020204" pitchFamily="34" charset="-128"/>
              </a:rPr>
              <a:t>IO-Link (Analog Values)</a:t>
            </a:r>
          </a:p>
          <a:p>
            <a:pPr marL="0" lvl="1" indent="-190405">
              <a:lnSpc>
                <a:spcPct val="110000"/>
              </a:lnSpc>
              <a:buClr>
                <a:srgbClr val="879BAA"/>
              </a:buClr>
              <a:buSzPct val="100000"/>
            </a:pPr>
            <a:r>
              <a:rPr lang="en-US" sz="1399" dirty="0">
                <a:latin typeface="Arial"/>
                <a:ea typeface="Arial Unicode MS" panose="020B0604020202020204" pitchFamily="34" charset="-128"/>
                <a:cs typeface="Arial Unicode MS" panose="020B0604020202020204" pitchFamily="34" charset="-128"/>
                <a:sym typeface="Wingdings" panose="05000000000000000000" pitchFamily="2" charset="2"/>
              </a:rPr>
              <a:t> </a:t>
            </a:r>
            <a:r>
              <a:rPr lang="en-US" sz="1199" dirty="0">
                <a:latin typeface="Arial"/>
                <a:ea typeface="Arial Unicode MS" panose="020B0604020202020204" pitchFamily="34" charset="-128"/>
                <a:cs typeface="Arial Unicode MS" panose="020B0604020202020204" pitchFamily="34" charset="-128"/>
              </a:rPr>
              <a:t>Only one assembly type for all applications</a:t>
            </a:r>
          </a:p>
          <a:p>
            <a:pPr marL="495052" lvl="2" indent="-228486">
              <a:lnSpc>
                <a:spcPct val="110000"/>
              </a:lnSpc>
              <a:buClr>
                <a:srgbClr val="879BAA"/>
              </a:buClr>
              <a:buSzPct val="100000"/>
              <a:buFont typeface="Arial" panose="020B0604020202020204" pitchFamily="34" charset="0"/>
              <a:buChar char="•"/>
            </a:pPr>
            <a:r>
              <a:rPr lang="en-US" sz="1049" dirty="0">
                <a:latin typeface="Arial"/>
                <a:ea typeface="Arial Unicode MS" panose="020B0604020202020204" pitchFamily="34" charset="-128"/>
                <a:cs typeface="Arial Unicode MS" panose="020B0604020202020204" pitchFamily="34" charset="-128"/>
              </a:rPr>
              <a:t>ET 200SP: CM 4xIO-Link, 6ES7137-6BD00-0BA0</a:t>
            </a:r>
          </a:p>
          <a:p>
            <a:pPr marL="495052" lvl="2" indent="-228486">
              <a:lnSpc>
                <a:spcPct val="110000"/>
              </a:lnSpc>
              <a:buClr>
                <a:srgbClr val="879BAA"/>
              </a:buClr>
              <a:buSzPct val="100000"/>
              <a:buFont typeface="Arial" panose="020B0604020202020204" pitchFamily="34" charset="0"/>
              <a:buChar char="•"/>
            </a:pPr>
            <a:r>
              <a:rPr lang="en-US" sz="1049" dirty="0">
                <a:latin typeface="Arial"/>
                <a:ea typeface="Arial Unicode MS" panose="020B0604020202020204" pitchFamily="34" charset="-128"/>
                <a:cs typeface="Arial Unicode MS" panose="020B0604020202020204" pitchFamily="34" charset="-128"/>
              </a:rPr>
              <a:t>ET 200MP: CM 8xIO-Link, 6ES7547-1JF00-0AB0</a:t>
            </a:r>
          </a:p>
          <a:p>
            <a:pPr marL="87269" lvl="1">
              <a:lnSpc>
                <a:spcPct val="110000"/>
              </a:lnSpc>
              <a:buClr>
                <a:srgbClr val="879BAA"/>
              </a:buClr>
              <a:buSzPct val="100000"/>
            </a:pPr>
            <a:endParaRPr lang="en-US" sz="1399" dirty="0">
              <a:solidFill>
                <a:srgbClr val="000000"/>
              </a:solidFill>
              <a:latin typeface="Arial"/>
              <a:ea typeface="Arial Unicode MS" panose="020B0604020202020204" pitchFamily="34" charset="-128"/>
              <a:cs typeface="Arial Unicode MS" panose="020B0604020202020204" pitchFamily="34" charset="-128"/>
            </a:endParaRPr>
          </a:p>
          <a:p>
            <a:pPr fontAlgn="base">
              <a:lnSpc>
                <a:spcPct val="110000"/>
              </a:lnSpc>
              <a:spcAft>
                <a:spcPct val="0"/>
              </a:spcAft>
            </a:pPr>
            <a:endParaRPr lang="en-US" sz="11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1" name="Textfeld 10">
            <a:extLst>
              <a:ext uri="{FF2B5EF4-FFF2-40B4-BE49-F238E27FC236}">
                <a16:creationId xmlns:a16="http://schemas.microsoft.com/office/drawing/2014/main" id="{4DBF4DCA-92C5-46FF-A639-E5162933A694}"/>
              </a:ext>
            </a:extLst>
          </p:cNvPr>
          <p:cNvSpPr txBox="1"/>
          <p:nvPr/>
        </p:nvSpPr>
        <p:spPr>
          <a:xfrm>
            <a:off x="4315082" y="2726768"/>
            <a:ext cx="3526308" cy="3526555"/>
          </a:xfrm>
          <a:prstGeom prst="rect">
            <a:avLst/>
          </a:prstGeom>
          <a:noFill/>
        </p:spPr>
        <p:txBody>
          <a:bodyPr vert="horz" wrap="square" lIns="0" tIns="0" rIns="0" bIns="0" rtlCol="0">
            <a:noAutofit/>
          </a:bodyPr>
          <a:lstStyle/>
          <a:p>
            <a:pPr marL="342729" indent="-342729">
              <a:lnSpc>
                <a:spcPct val="110000"/>
              </a:lnSpc>
              <a:buClr>
                <a:srgbClr val="879BAA"/>
              </a:buClr>
              <a:buSzPct val="100000"/>
              <a:buFont typeface="+mj-lt"/>
              <a:buAutoNum type="arabicPeriod"/>
            </a:pPr>
            <a:r>
              <a:rPr lang="en-US" sz="1399" dirty="0">
                <a:latin typeface="Arial"/>
                <a:ea typeface="Arial Unicode MS" panose="020B0604020202020204" pitchFamily="34" charset="-128"/>
                <a:cs typeface="Arial Unicode MS" panose="020B0604020202020204" pitchFamily="34" charset="-128"/>
              </a:rPr>
              <a:t>Connecting the sensor to the IO-Link master</a:t>
            </a:r>
          </a:p>
          <a:p>
            <a:pPr marL="342729" indent="-342729">
              <a:lnSpc>
                <a:spcPct val="110000"/>
              </a:lnSpc>
              <a:buClr>
                <a:srgbClr val="879BAA"/>
              </a:buClr>
              <a:buSzPct val="100000"/>
              <a:buFont typeface="+mj-lt"/>
              <a:buAutoNum type="arabicPeriod"/>
            </a:pPr>
            <a:r>
              <a:rPr lang="en-US" sz="1399" dirty="0">
                <a:latin typeface="Arial"/>
                <a:ea typeface="Arial Unicode MS" panose="020B0604020202020204" pitchFamily="34" charset="-128"/>
                <a:cs typeface="Arial Unicode MS" panose="020B0604020202020204" pitchFamily="34" charset="-128"/>
              </a:rPr>
              <a:t>Starting the IO-Link configuration tool "S7-PCT" from the TIA Portal</a:t>
            </a:r>
          </a:p>
          <a:p>
            <a:pPr marL="342729" indent="-342729">
              <a:lnSpc>
                <a:spcPct val="110000"/>
              </a:lnSpc>
              <a:buClr>
                <a:srgbClr val="879BAA"/>
              </a:buClr>
              <a:buSzPct val="100000"/>
              <a:buFont typeface="+mj-lt"/>
              <a:buAutoNum type="arabicPeriod"/>
            </a:pPr>
            <a:r>
              <a:rPr lang="en-US" sz="1399" dirty="0">
                <a:latin typeface="Arial"/>
                <a:ea typeface="Arial Unicode MS" panose="020B0604020202020204" pitchFamily="34" charset="-128"/>
                <a:cs typeface="Arial Unicode MS" panose="020B0604020202020204" pitchFamily="34" charset="-128"/>
              </a:rPr>
              <a:t>Inserting and parameterizing IO-Link sensor/actuator in PCT</a:t>
            </a:r>
            <a:endParaRPr lang="en-US" sz="1399" dirty="0">
              <a:latin typeface="Arial"/>
              <a:ea typeface="Arial Unicode MS" panose="020B0604020202020204" pitchFamily="34" charset="-128"/>
              <a:cs typeface="Arial Unicode MS" panose="020B0604020202020204" pitchFamily="34" charset="-128"/>
              <a:sym typeface="Wingdings" panose="05000000000000000000" pitchFamily="2" charset="2"/>
            </a:endParaRPr>
          </a:p>
          <a:p>
            <a:pPr marL="342729" indent="-342729">
              <a:lnSpc>
                <a:spcPct val="110000"/>
              </a:lnSpc>
              <a:buClr>
                <a:srgbClr val="879BAA"/>
              </a:buClr>
              <a:buSzPct val="100000"/>
              <a:buFont typeface="+mj-lt"/>
              <a:buAutoNum type="arabicPeriod"/>
            </a:pPr>
            <a:r>
              <a:rPr lang="en-US" sz="1399" dirty="0">
                <a:latin typeface="Arial"/>
                <a:ea typeface="Arial Unicode MS" panose="020B0604020202020204" pitchFamily="34" charset="-128"/>
                <a:cs typeface="Arial Unicode MS" panose="020B0604020202020204" pitchFamily="34" charset="-128"/>
              </a:rPr>
              <a:t>IO-Link Master laden </a:t>
            </a:r>
          </a:p>
          <a:p>
            <a:pPr marL="342729" indent="-342729">
              <a:lnSpc>
                <a:spcPct val="110000"/>
              </a:lnSpc>
              <a:buClr>
                <a:srgbClr val="879BAA"/>
              </a:buClr>
              <a:buSzPct val="100000"/>
              <a:buFont typeface="+mj-lt"/>
              <a:buAutoNum type="arabicPeriod"/>
            </a:pPr>
            <a:endParaRPr lang="en-US" sz="1399" dirty="0">
              <a:latin typeface="Arial"/>
              <a:ea typeface="Arial Unicode MS" panose="020B0604020202020204" pitchFamily="34" charset="-128"/>
              <a:cs typeface="Arial Unicode MS" panose="020B0604020202020204" pitchFamily="34" charset="-128"/>
            </a:endParaRPr>
          </a:p>
          <a:p>
            <a:pPr marL="266567" indent="-266567">
              <a:lnSpc>
                <a:spcPct val="110000"/>
              </a:lnSpc>
              <a:buClr>
                <a:srgbClr val="879BAA"/>
              </a:buClr>
              <a:buSzPct val="100000"/>
            </a:pPr>
            <a:r>
              <a:rPr lang="en-US" sz="1399" b="1" dirty="0">
                <a:latin typeface="Arial"/>
                <a:ea typeface="Arial Unicode MS" panose="020B0604020202020204" pitchFamily="34" charset="-128"/>
                <a:cs typeface="Arial Unicode MS" panose="020B0604020202020204" pitchFamily="34" charset="-128"/>
                <a:sym typeface="Wingdings" panose="05000000000000000000" pitchFamily="2" charset="2"/>
              </a:rPr>
              <a:t> Process values of the IO-Link device are exchanged</a:t>
            </a:r>
            <a:endParaRPr lang="en-US" sz="1399" b="1" dirty="0">
              <a:latin typeface="Arial"/>
              <a:ea typeface="Arial Unicode MS" panose="020B0604020202020204" pitchFamily="34" charset="-128"/>
              <a:cs typeface="Arial Unicode MS" panose="020B0604020202020204" pitchFamily="34" charset="-128"/>
            </a:endParaRPr>
          </a:p>
        </p:txBody>
      </p:sp>
      <p:sp>
        <p:nvSpPr>
          <p:cNvPr id="12" name="Textfeld 11">
            <a:extLst>
              <a:ext uri="{FF2B5EF4-FFF2-40B4-BE49-F238E27FC236}">
                <a16:creationId xmlns:a16="http://schemas.microsoft.com/office/drawing/2014/main" id="{DD66570E-1D94-4F33-9014-7C807479510E}"/>
              </a:ext>
            </a:extLst>
          </p:cNvPr>
          <p:cNvSpPr txBox="1"/>
          <p:nvPr/>
        </p:nvSpPr>
        <p:spPr>
          <a:xfrm>
            <a:off x="7923652" y="2726767"/>
            <a:ext cx="3526308" cy="2473401"/>
          </a:xfrm>
          <a:prstGeom prst="rect">
            <a:avLst/>
          </a:prstGeom>
          <a:noFill/>
        </p:spPr>
        <p:txBody>
          <a:bodyPr vert="horz" wrap="square" lIns="0" tIns="0" rIns="0" bIns="0" rtlCol="0">
            <a:noAutofit/>
          </a:bodyPr>
          <a:lstStyle/>
          <a:p>
            <a:pPr marL="342729" indent="-342729">
              <a:lnSpc>
                <a:spcPct val="110000"/>
              </a:lnSpc>
              <a:buClr>
                <a:srgbClr val="879BAA"/>
              </a:buClr>
              <a:buSzPct val="100000"/>
              <a:buFont typeface="+mj-lt"/>
              <a:buAutoNum type="arabicPeriod"/>
            </a:pPr>
            <a:r>
              <a:rPr lang="en-US" sz="1399" dirty="0">
                <a:latin typeface="Arial"/>
                <a:ea typeface="Arial Unicode MS" panose="020B0604020202020204" pitchFamily="34" charset="-128"/>
                <a:cs typeface="Arial Unicode MS" panose="020B0604020202020204" pitchFamily="34" charset="-128"/>
              </a:rPr>
              <a:t>Use a corresponding PLC tag (symbol) in the TIA Portal and in the PLC program</a:t>
            </a:r>
          </a:p>
          <a:p>
            <a:pPr marL="342729" indent="-342729">
              <a:lnSpc>
                <a:spcPct val="110000"/>
              </a:lnSpc>
              <a:buClr>
                <a:srgbClr val="879BAA"/>
              </a:buClr>
              <a:buSzPct val="100000"/>
              <a:buFont typeface="+mj-lt"/>
              <a:buAutoNum type="arabicPeriod"/>
            </a:pPr>
            <a:r>
              <a:rPr lang="en-US" sz="1399" dirty="0">
                <a:latin typeface="Arial"/>
                <a:ea typeface="Arial Unicode MS" panose="020B0604020202020204" pitchFamily="34" charset="-128"/>
                <a:cs typeface="Arial Unicode MS" panose="020B0604020202020204" pitchFamily="34" charset="-128"/>
              </a:rPr>
              <a:t>Load the supplemented PLC program into the R/H system</a:t>
            </a:r>
          </a:p>
          <a:p>
            <a:pPr marL="342729" indent="-342729">
              <a:lnSpc>
                <a:spcPct val="110000"/>
              </a:lnSpc>
              <a:buClr>
                <a:srgbClr val="879BAA"/>
              </a:buClr>
              <a:buSzPct val="100000"/>
              <a:buFont typeface="+mj-lt"/>
              <a:buAutoNum type="arabicPeriod"/>
            </a:pPr>
            <a:endParaRPr lang="en-US" sz="1399" dirty="0">
              <a:latin typeface="Arial"/>
              <a:ea typeface="Arial Unicode MS" panose="020B0604020202020204" pitchFamily="34" charset="-128"/>
              <a:cs typeface="Arial Unicode MS" panose="020B0604020202020204" pitchFamily="34" charset="-128"/>
            </a:endParaRPr>
          </a:p>
          <a:p>
            <a:pPr marL="266567" indent="-266567">
              <a:lnSpc>
                <a:spcPct val="110000"/>
              </a:lnSpc>
              <a:buClr>
                <a:srgbClr val="879BAA"/>
              </a:buClr>
              <a:buSzPct val="100000"/>
            </a:pPr>
            <a:r>
              <a:rPr lang="en-US" sz="1399" b="1" dirty="0">
                <a:latin typeface="Arial"/>
                <a:ea typeface="Arial Unicode MS" panose="020B0604020202020204" pitchFamily="34" charset="-128"/>
                <a:cs typeface="Arial Unicode MS" panose="020B0604020202020204" pitchFamily="34" charset="-128"/>
                <a:sym typeface="Wingdings" panose="05000000000000000000" pitchFamily="2" charset="2"/>
              </a:rPr>
              <a:t> The program evaluates the data of the new measuring point</a:t>
            </a:r>
            <a:endParaRPr lang="en-US" sz="1399" b="1" dirty="0">
              <a:latin typeface="Aria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8614222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A8F9E000-E5B7-B5C5-E285-CE9958436208}"/>
              </a:ext>
            </a:extLst>
          </p:cNvPr>
          <p:cNvSpPr/>
          <p:nvPr/>
        </p:nvSpPr>
        <p:spPr>
          <a:xfrm>
            <a:off x="6432763" y="1710473"/>
            <a:ext cx="5588930" cy="466872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 name="Rechteck 6">
            <a:extLst>
              <a:ext uri="{FF2B5EF4-FFF2-40B4-BE49-F238E27FC236}">
                <a16:creationId xmlns:a16="http://schemas.microsoft.com/office/drawing/2014/main" id="{0AF56C72-27B6-61E8-F4B3-FE8469CCC829}"/>
              </a:ext>
            </a:extLst>
          </p:cNvPr>
          <p:cNvSpPr/>
          <p:nvPr/>
        </p:nvSpPr>
        <p:spPr>
          <a:xfrm>
            <a:off x="644834" y="1701627"/>
            <a:ext cx="5588930" cy="46913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0" name="Textfeld 59">
            <a:extLst>
              <a:ext uri="{FF2B5EF4-FFF2-40B4-BE49-F238E27FC236}">
                <a16:creationId xmlns:a16="http://schemas.microsoft.com/office/drawing/2014/main" id="{EBABDB4A-0482-408F-B35F-219BCD97487A}"/>
              </a:ext>
            </a:extLst>
          </p:cNvPr>
          <p:cNvSpPr txBox="1"/>
          <p:nvPr/>
        </p:nvSpPr>
        <p:spPr>
          <a:xfrm>
            <a:off x="8291101" y="1958633"/>
            <a:ext cx="3557230" cy="1469262"/>
          </a:xfrm>
          <a:prstGeom prst="rect">
            <a:avLst/>
          </a:prstGeom>
          <a:solidFill>
            <a:srgbClr val="D7D7CD"/>
          </a:solidFill>
        </p:spPr>
        <p:txBody>
          <a:bodyPr vert="horz" wrap="none" lIns="0" tIns="0" rIns="0" bIns="0" rtlCol="0">
            <a:noAutofit/>
          </a:bodyPr>
          <a:lstStyle/>
          <a:p>
            <a:pP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The connection is selected via S7-PCT</a:t>
            </a:r>
          </a:p>
          <a:p>
            <a:pPr fontAlgn="base">
              <a:lnSpc>
                <a:spcPct val="110000"/>
              </a:lnSpc>
              <a:spcAft>
                <a:spcPct val="0"/>
              </a:spcAft>
            </a:pPr>
            <a:endParaRPr lang="en-US" sz="1199" dirty="0">
              <a:solidFill>
                <a:srgbClr val="000000"/>
              </a:solidFill>
              <a:latin typeface="Arial"/>
              <a:ea typeface="Arial Unicode MS" panose="020B0604020202020204" pitchFamily="34" charset="-128"/>
              <a:cs typeface="Arial Unicode MS" panose="020B0604020202020204" pitchFamily="34" charset="-128"/>
            </a:endParaRPr>
          </a:p>
          <a:p>
            <a:pPr fontAlgn="base">
              <a:lnSpc>
                <a:spcPct val="110000"/>
              </a:lnSpc>
              <a:spcAft>
                <a:spcPct val="0"/>
              </a:spcAft>
            </a:pPr>
            <a:endParaRPr lang="en-US" sz="1199" dirty="0">
              <a:solidFill>
                <a:srgbClr val="000000"/>
              </a:solidFill>
              <a:latin typeface="Arial"/>
              <a:ea typeface="Arial Unicode MS" panose="020B0604020202020204" pitchFamily="34" charset="-128"/>
              <a:cs typeface="Arial Unicode MS" panose="020B0604020202020204" pitchFamily="34" charset="-128"/>
            </a:endParaRPr>
          </a:p>
          <a:p>
            <a:pPr fontAlgn="base">
              <a:lnSpc>
                <a:spcPct val="110000"/>
              </a:lnSpc>
              <a:spcAft>
                <a:spcPct val="0"/>
              </a:spcAft>
            </a:pPr>
            <a:endParaRPr lang="en-US" sz="1199" dirty="0">
              <a:solidFill>
                <a:srgbClr val="000000"/>
              </a:solidFill>
              <a:latin typeface="Arial"/>
              <a:ea typeface="Arial Unicode MS" panose="020B0604020202020204" pitchFamily="34" charset="-128"/>
              <a:cs typeface="Arial Unicode MS" panose="020B0604020202020204" pitchFamily="34" charset="-128"/>
            </a:endParaRPr>
          </a:p>
          <a:p>
            <a:pPr fontAlgn="base">
              <a:lnSpc>
                <a:spcPct val="110000"/>
              </a:lnSpc>
              <a:spcAft>
                <a:spcPct val="0"/>
              </a:spcAft>
            </a:pPr>
            <a:endParaRPr lang="en-US" sz="1199" dirty="0">
              <a:solidFill>
                <a:srgbClr val="000000"/>
              </a:solidFill>
              <a:latin typeface="Arial"/>
              <a:ea typeface="Arial Unicode MS" panose="020B0604020202020204" pitchFamily="34" charset="-128"/>
              <a:cs typeface="Arial Unicode MS" panose="020B0604020202020204" pitchFamily="34" charset="-128"/>
            </a:endParaRPr>
          </a:p>
          <a:p>
            <a:pPr fontAlgn="base">
              <a:lnSpc>
                <a:spcPct val="110000"/>
              </a:lnSpc>
              <a:spcAft>
                <a:spcPct val="0"/>
              </a:spcAft>
            </a:pPr>
            <a:endParaRPr lang="en-US" sz="1199" dirty="0">
              <a:solidFill>
                <a:srgbClr val="000000"/>
              </a:solidFill>
              <a:latin typeface="Arial"/>
              <a:ea typeface="Arial Unicode MS" panose="020B0604020202020204" pitchFamily="34" charset="-128"/>
              <a:cs typeface="Arial Unicode MS" panose="020B0604020202020204" pitchFamily="34" charset="-128"/>
            </a:endParaRPr>
          </a:p>
          <a:p>
            <a:pPr fontAlgn="base">
              <a:lnSpc>
                <a:spcPct val="110000"/>
              </a:lnSpc>
              <a:spcAft>
                <a:spcPct val="0"/>
              </a:spcAft>
            </a:pPr>
            <a:endParaRPr lang="en-US" sz="11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2" name="Titel 1">
            <a:extLst>
              <a:ext uri="{FF2B5EF4-FFF2-40B4-BE49-F238E27FC236}">
                <a16:creationId xmlns:a16="http://schemas.microsoft.com/office/drawing/2014/main" id="{07E44D9C-7002-467B-B752-D8B89DE2D908}"/>
              </a:ext>
            </a:extLst>
          </p:cNvPr>
          <p:cNvSpPr>
            <a:spLocks noGrp="1"/>
          </p:cNvSpPr>
          <p:nvPr>
            <p:ph type="title"/>
          </p:nvPr>
        </p:nvSpPr>
        <p:spPr/>
        <p:txBody>
          <a:bodyPr/>
          <a:lstStyle/>
          <a:p>
            <a:r>
              <a:rPr lang="en-US" dirty="0"/>
              <a:t>Connection of a sensor / actuator</a:t>
            </a:r>
            <a:br>
              <a:rPr lang="en-US" dirty="0"/>
            </a:br>
            <a:r>
              <a:rPr lang="en-US" b="0" dirty="0"/>
              <a:t>Example: ET 200SP</a:t>
            </a:r>
          </a:p>
        </p:txBody>
      </p:sp>
      <p:sp>
        <p:nvSpPr>
          <p:cNvPr id="4" name="Fußzeilenplatzhalter 3">
            <a:extLst>
              <a:ext uri="{FF2B5EF4-FFF2-40B4-BE49-F238E27FC236}">
                <a16:creationId xmlns:a16="http://schemas.microsoft.com/office/drawing/2014/main" id="{D91E3BB7-4E19-4AA9-BCD4-9D492EF6C525}"/>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3" name="Grafik 2">
            <a:extLst>
              <a:ext uri="{FF2B5EF4-FFF2-40B4-BE49-F238E27FC236}">
                <a16:creationId xmlns:a16="http://schemas.microsoft.com/office/drawing/2014/main" id="{99961156-55AE-407B-B357-BE9857A68745}"/>
              </a:ext>
            </a:extLst>
          </p:cNvPr>
          <p:cNvPicPr>
            <a:picLocks noChangeAspect="1"/>
          </p:cNvPicPr>
          <p:nvPr/>
        </p:nvPicPr>
        <p:blipFill>
          <a:blip r:embed="rId2"/>
          <a:stretch>
            <a:fillRect/>
          </a:stretch>
        </p:blipFill>
        <p:spPr>
          <a:xfrm>
            <a:off x="2452948" y="1917620"/>
            <a:ext cx="2576912" cy="2555790"/>
          </a:xfrm>
          <a:prstGeom prst="rect">
            <a:avLst/>
          </a:prstGeom>
        </p:spPr>
      </p:pic>
      <p:pic>
        <p:nvPicPr>
          <p:cNvPr id="5" name="Grafik 4">
            <a:extLst>
              <a:ext uri="{FF2B5EF4-FFF2-40B4-BE49-F238E27FC236}">
                <a16:creationId xmlns:a16="http://schemas.microsoft.com/office/drawing/2014/main" id="{20062C5A-58DC-474A-8B27-1EC8A9E854E7}"/>
              </a:ext>
            </a:extLst>
          </p:cNvPr>
          <p:cNvPicPr>
            <a:picLocks noChangeAspect="1"/>
          </p:cNvPicPr>
          <p:nvPr/>
        </p:nvPicPr>
        <p:blipFill>
          <a:blip r:embed="rId3"/>
          <a:stretch>
            <a:fillRect/>
          </a:stretch>
        </p:blipFill>
        <p:spPr>
          <a:xfrm>
            <a:off x="6713848" y="1917620"/>
            <a:ext cx="1447340" cy="2555790"/>
          </a:xfrm>
          <a:prstGeom prst="rect">
            <a:avLst/>
          </a:prstGeom>
        </p:spPr>
      </p:pic>
      <p:sp>
        <p:nvSpPr>
          <p:cNvPr id="6" name="Textfeld 5">
            <a:extLst>
              <a:ext uri="{FF2B5EF4-FFF2-40B4-BE49-F238E27FC236}">
                <a16:creationId xmlns:a16="http://schemas.microsoft.com/office/drawing/2014/main" id="{3E237FFE-BF83-4124-BFB6-2AED269D87DB}"/>
              </a:ext>
            </a:extLst>
          </p:cNvPr>
          <p:cNvSpPr txBox="1"/>
          <p:nvPr/>
        </p:nvSpPr>
        <p:spPr>
          <a:xfrm>
            <a:off x="3469079" y="1231672"/>
            <a:ext cx="1520483" cy="251897"/>
          </a:xfrm>
          <a:prstGeom prst="rect">
            <a:avLst/>
          </a:prstGeom>
          <a:noFill/>
        </p:spPr>
        <p:txBody>
          <a:bodyPr vert="horz" wrap="none" lIns="0" tIns="0" rIns="0" bIns="0" rtlCol="0">
            <a:noAutofit/>
          </a:bodyPr>
          <a:lstStyle/>
          <a:p>
            <a:pPr>
              <a:lnSpc>
                <a:spcPct val="110000"/>
              </a:lnSpc>
            </a:pPr>
            <a:r>
              <a:rPr lang="en-US" sz="1799" dirty="0">
                <a:latin typeface="Arial"/>
                <a:ea typeface="Arial Unicode MS" panose="020B0604020202020204" pitchFamily="34" charset="-128"/>
                <a:cs typeface="Arial Unicode MS" panose="020B0604020202020204" pitchFamily="34" charset="-128"/>
              </a:rPr>
              <a:t>Conventional</a:t>
            </a:r>
          </a:p>
          <a:p>
            <a:pPr algn="ctr">
              <a:lnSpc>
                <a:spcPct val="110000"/>
              </a:lnSpc>
            </a:pPr>
            <a:r>
              <a:rPr lang="en-US" sz="1099" dirty="0">
                <a:latin typeface="Arial"/>
                <a:ea typeface="Arial Unicode MS" panose="020B0604020202020204" pitchFamily="34" charset="-128"/>
                <a:cs typeface="Arial Unicode MS" panose="020B0604020202020204" pitchFamily="34" charset="-128"/>
              </a:rPr>
              <a:t>Four different module types are required</a:t>
            </a:r>
          </a:p>
          <a:p>
            <a:pPr fontAlgn="base">
              <a:lnSpc>
                <a:spcPct val="110000"/>
              </a:lnSpc>
              <a:spcAft>
                <a:spcPct val="0"/>
              </a:spcAft>
            </a:pPr>
            <a:endParaRPr lang="en-US" sz="1799" dirty="0">
              <a:latin typeface="Arial"/>
              <a:ea typeface="Arial Unicode MS" panose="020B0604020202020204" pitchFamily="34" charset="-128"/>
              <a:cs typeface="Arial Unicode MS" panose="020B0604020202020204" pitchFamily="34" charset="-128"/>
            </a:endParaRPr>
          </a:p>
        </p:txBody>
      </p:sp>
      <p:sp>
        <p:nvSpPr>
          <p:cNvPr id="8" name="Textfeld 7">
            <a:extLst>
              <a:ext uri="{FF2B5EF4-FFF2-40B4-BE49-F238E27FC236}">
                <a16:creationId xmlns:a16="http://schemas.microsoft.com/office/drawing/2014/main" id="{B6426E85-33AF-4309-B7FD-E5F3EBB84F5C}"/>
              </a:ext>
            </a:extLst>
          </p:cNvPr>
          <p:cNvSpPr txBox="1"/>
          <p:nvPr/>
        </p:nvSpPr>
        <p:spPr>
          <a:xfrm>
            <a:off x="3572895" y="1697721"/>
            <a:ext cx="1447340" cy="215992"/>
          </a:xfrm>
          <a:prstGeom prst="rect">
            <a:avLst/>
          </a:prstGeom>
          <a:noFill/>
        </p:spPr>
        <p:txBody>
          <a:bodyPr vert="horz" wrap="none" lIns="0" tIns="0" rIns="0" bIns="0" rtlCol="0">
            <a:noAutofit/>
          </a:bodyPr>
          <a:lstStyle/>
          <a:p>
            <a:pPr fontAlgn="base">
              <a:lnSpc>
                <a:spcPct val="110000"/>
              </a:lnSpc>
              <a:spcAft>
                <a:spcPct val="0"/>
              </a:spcAft>
            </a:pPr>
            <a:r>
              <a:rPr lang="en-US" sz="1399" dirty="0">
                <a:solidFill>
                  <a:srgbClr val="000000"/>
                </a:solidFill>
                <a:latin typeface="Arial"/>
                <a:ea typeface="Arial Unicode MS" panose="020B0604020202020204" pitchFamily="34" charset="-128"/>
                <a:cs typeface="Arial Unicode MS" panose="020B0604020202020204" pitchFamily="34" charset="-128"/>
              </a:rPr>
              <a:t>DI    DQ  RTD  AI</a:t>
            </a:r>
          </a:p>
        </p:txBody>
      </p:sp>
      <p:sp>
        <p:nvSpPr>
          <p:cNvPr id="9" name="Textfeld 8">
            <a:extLst>
              <a:ext uri="{FF2B5EF4-FFF2-40B4-BE49-F238E27FC236}">
                <a16:creationId xmlns:a16="http://schemas.microsoft.com/office/drawing/2014/main" id="{C0FD6932-1EB0-4275-8BA8-9996C8144AE7}"/>
              </a:ext>
            </a:extLst>
          </p:cNvPr>
          <p:cNvSpPr txBox="1"/>
          <p:nvPr/>
        </p:nvSpPr>
        <p:spPr>
          <a:xfrm>
            <a:off x="7643366" y="1701627"/>
            <a:ext cx="647735" cy="215992"/>
          </a:xfrm>
          <a:prstGeom prst="rect">
            <a:avLst/>
          </a:prstGeom>
          <a:noFill/>
        </p:spPr>
        <p:txBody>
          <a:bodyPr vert="horz" wrap="none" lIns="0" tIns="0" rIns="0" bIns="0" rtlCol="0">
            <a:noAutofit/>
          </a:bodyPr>
          <a:lstStyle/>
          <a:p>
            <a:pPr fontAlgn="base">
              <a:lnSpc>
                <a:spcPct val="110000"/>
              </a:lnSpc>
              <a:spcAft>
                <a:spcPct val="0"/>
              </a:spcAft>
            </a:pPr>
            <a:r>
              <a:rPr lang="en-US" sz="1399" dirty="0">
                <a:solidFill>
                  <a:srgbClr val="000000"/>
                </a:solidFill>
                <a:latin typeface="Arial"/>
                <a:ea typeface="Arial Unicode MS" panose="020B0604020202020204" pitchFamily="34" charset="-128"/>
                <a:cs typeface="Arial Unicode MS" panose="020B0604020202020204" pitchFamily="34" charset="-128"/>
              </a:rPr>
              <a:t>CM IOL</a:t>
            </a:r>
          </a:p>
        </p:txBody>
      </p:sp>
      <p:pic>
        <p:nvPicPr>
          <p:cNvPr id="10" name="Grafik 9">
            <a:extLst>
              <a:ext uri="{FF2B5EF4-FFF2-40B4-BE49-F238E27FC236}">
                <a16:creationId xmlns:a16="http://schemas.microsoft.com/office/drawing/2014/main" id="{36A77834-C807-4B5D-94FB-D610414446A9}"/>
              </a:ext>
            </a:extLst>
          </p:cNvPr>
          <p:cNvPicPr>
            <a:picLocks noChangeAspect="1"/>
          </p:cNvPicPr>
          <p:nvPr/>
        </p:nvPicPr>
        <p:blipFill>
          <a:blip r:embed="rId4"/>
          <a:stretch>
            <a:fillRect/>
          </a:stretch>
        </p:blipFill>
        <p:spPr>
          <a:xfrm>
            <a:off x="2238972" y="4724469"/>
            <a:ext cx="915031" cy="425688"/>
          </a:xfrm>
          <a:prstGeom prst="rect">
            <a:avLst/>
          </a:prstGeom>
        </p:spPr>
      </p:pic>
      <p:pic>
        <p:nvPicPr>
          <p:cNvPr id="19" name="Grafik 18">
            <a:extLst>
              <a:ext uri="{FF2B5EF4-FFF2-40B4-BE49-F238E27FC236}">
                <a16:creationId xmlns:a16="http://schemas.microsoft.com/office/drawing/2014/main" id="{C2C338F8-9F5D-4473-8008-56DD0D171A36}"/>
              </a:ext>
            </a:extLst>
          </p:cNvPr>
          <p:cNvPicPr>
            <a:picLocks noChangeAspect="1"/>
          </p:cNvPicPr>
          <p:nvPr/>
        </p:nvPicPr>
        <p:blipFill>
          <a:blip r:embed="rId5"/>
          <a:stretch>
            <a:fillRect/>
          </a:stretch>
        </p:blipFill>
        <p:spPr>
          <a:xfrm>
            <a:off x="3324530" y="4949156"/>
            <a:ext cx="942591" cy="1070783"/>
          </a:xfrm>
          <a:prstGeom prst="rect">
            <a:avLst/>
          </a:prstGeom>
        </p:spPr>
      </p:pic>
      <p:pic>
        <p:nvPicPr>
          <p:cNvPr id="20" name="Grafik 19">
            <a:extLst>
              <a:ext uri="{FF2B5EF4-FFF2-40B4-BE49-F238E27FC236}">
                <a16:creationId xmlns:a16="http://schemas.microsoft.com/office/drawing/2014/main" id="{1A99CD79-FB71-4AFB-B52F-1FB89A8A9362}"/>
              </a:ext>
            </a:extLst>
          </p:cNvPr>
          <p:cNvPicPr>
            <a:picLocks noChangeAspect="1"/>
          </p:cNvPicPr>
          <p:nvPr/>
        </p:nvPicPr>
        <p:blipFill>
          <a:blip r:embed="rId6"/>
          <a:stretch>
            <a:fillRect/>
          </a:stretch>
        </p:blipFill>
        <p:spPr>
          <a:xfrm>
            <a:off x="4414604" y="4777454"/>
            <a:ext cx="628411" cy="837881"/>
          </a:xfrm>
          <a:prstGeom prst="rect">
            <a:avLst/>
          </a:prstGeom>
        </p:spPr>
      </p:pic>
      <p:pic>
        <p:nvPicPr>
          <p:cNvPr id="23" name="Grafik 22">
            <a:extLst>
              <a:ext uri="{FF2B5EF4-FFF2-40B4-BE49-F238E27FC236}">
                <a16:creationId xmlns:a16="http://schemas.microsoft.com/office/drawing/2014/main" id="{A538240B-2E93-482B-A9EB-D6A1F23E40C8}"/>
              </a:ext>
            </a:extLst>
          </p:cNvPr>
          <p:cNvPicPr>
            <a:picLocks noChangeAspect="1"/>
          </p:cNvPicPr>
          <p:nvPr/>
        </p:nvPicPr>
        <p:blipFill>
          <a:blip r:embed="rId4"/>
          <a:stretch>
            <a:fillRect/>
          </a:stretch>
        </p:blipFill>
        <p:spPr>
          <a:xfrm>
            <a:off x="7091201" y="4773246"/>
            <a:ext cx="915031" cy="425688"/>
          </a:xfrm>
          <a:prstGeom prst="rect">
            <a:avLst/>
          </a:prstGeom>
        </p:spPr>
      </p:pic>
      <p:pic>
        <p:nvPicPr>
          <p:cNvPr id="24" name="Grafik 23">
            <a:extLst>
              <a:ext uri="{FF2B5EF4-FFF2-40B4-BE49-F238E27FC236}">
                <a16:creationId xmlns:a16="http://schemas.microsoft.com/office/drawing/2014/main" id="{98D34FD7-0525-43D6-993B-B5F8AF6E0E07}"/>
              </a:ext>
            </a:extLst>
          </p:cNvPr>
          <p:cNvPicPr>
            <a:picLocks noChangeAspect="1"/>
          </p:cNvPicPr>
          <p:nvPr/>
        </p:nvPicPr>
        <p:blipFill>
          <a:blip r:embed="rId5"/>
          <a:stretch>
            <a:fillRect/>
          </a:stretch>
        </p:blipFill>
        <p:spPr>
          <a:xfrm>
            <a:off x="8078325" y="4950693"/>
            <a:ext cx="942591" cy="1070783"/>
          </a:xfrm>
          <a:prstGeom prst="rect">
            <a:avLst/>
          </a:prstGeom>
        </p:spPr>
      </p:pic>
      <p:sp>
        <p:nvSpPr>
          <p:cNvPr id="28" name="Freihandform: Form 27">
            <a:extLst>
              <a:ext uri="{FF2B5EF4-FFF2-40B4-BE49-F238E27FC236}">
                <a16:creationId xmlns:a16="http://schemas.microsoft.com/office/drawing/2014/main" id="{CD775CC2-7070-4102-9C33-976A0ED655A5}"/>
              </a:ext>
            </a:extLst>
          </p:cNvPr>
          <p:cNvSpPr/>
          <p:nvPr/>
        </p:nvSpPr>
        <p:spPr bwMode="auto">
          <a:xfrm>
            <a:off x="3046414" y="4012896"/>
            <a:ext cx="681520" cy="960757"/>
          </a:xfrm>
          <a:custGeom>
            <a:avLst/>
            <a:gdLst>
              <a:gd name="connsiteX0" fmla="*/ 0 w 681875"/>
              <a:gd name="connsiteY0" fmla="*/ 863600 h 961257"/>
              <a:gd name="connsiteX1" fmla="*/ 330200 w 681875"/>
              <a:gd name="connsiteY1" fmla="*/ 952500 h 961257"/>
              <a:gd name="connsiteX2" fmla="*/ 660400 w 681875"/>
              <a:gd name="connsiteY2" fmla="*/ 673100 h 961257"/>
              <a:gd name="connsiteX3" fmla="*/ 622300 w 681875"/>
              <a:gd name="connsiteY3" fmla="*/ 0 h 961257"/>
            </a:gdLst>
            <a:ahLst/>
            <a:cxnLst>
              <a:cxn ang="0">
                <a:pos x="connsiteX0" y="connsiteY0"/>
              </a:cxn>
              <a:cxn ang="0">
                <a:pos x="connsiteX1" y="connsiteY1"/>
              </a:cxn>
              <a:cxn ang="0">
                <a:pos x="connsiteX2" y="connsiteY2"/>
              </a:cxn>
              <a:cxn ang="0">
                <a:pos x="connsiteX3" y="connsiteY3"/>
              </a:cxn>
            </a:cxnLst>
            <a:rect l="l" t="t" r="r" b="b"/>
            <a:pathLst>
              <a:path w="681875" h="961257">
                <a:moveTo>
                  <a:pt x="0" y="863600"/>
                </a:moveTo>
                <a:cubicBezTo>
                  <a:pt x="110066" y="923925"/>
                  <a:pt x="220133" y="984250"/>
                  <a:pt x="330200" y="952500"/>
                </a:cubicBezTo>
                <a:cubicBezTo>
                  <a:pt x="440267" y="920750"/>
                  <a:pt x="611717" y="831850"/>
                  <a:pt x="660400" y="673100"/>
                </a:cubicBezTo>
                <a:cubicBezTo>
                  <a:pt x="709083" y="514350"/>
                  <a:pt x="665691" y="257175"/>
                  <a:pt x="622300" y="0"/>
                </a:cubicBezTo>
              </a:path>
            </a:pathLst>
          </a:cu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sz="1799" dirty="0"/>
          </a:p>
        </p:txBody>
      </p:sp>
      <p:sp>
        <p:nvSpPr>
          <p:cNvPr id="29" name="Freihandform: Form 28">
            <a:extLst>
              <a:ext uri="{FF2B5EF4-FFF2-40B4-BE49-F238E27FC236}">
                <a16:creationId xmlns:a16="http://schemas.microsoft.com/office/drawing/2014/main" id="{80AAC8BE-BCF7-49F2-9570-B8B1B441CC37}"/>
              </a:ext>
            </a:extLst>
          </p:cNvPr>
          <p:cNvSpPr/>
          <p:nvPr/>
        </p:nvSpPr>
        <p:spPr bwMode="auto">
          <a:xfrm>
            <a:off x="3884177" y="3962122"/>
            <a:ext cx="228940" cy="1180485"/>
          </a:xfrm>
          <a:custGeom>
            <a:avLst/>
            <a:gdLst>
              <a:gd name="connsiteX0" fmla="*/ 0 w 229059"/>
              <a:gd name="connsiteY0" fmla="*/ 1181100 h 1181100"/>
              <a:gd name="connsiteX1" fmla="*/ 228600 w 229059"/>
              <a:gd name="connsiteY1" fmla="*/ 787400 h 1181100"/>
              <a:gd name="connsiteX2" fmla="*/ 63500 w 229059"/>
              <a:gd name="connsiteY2" fmla="*/ 495300 h 1181100"/>
              <a:gd name="connsiteX3" fmla="*/ 228600 w 229059"/>
              <a:gd name="connsiteY3" fmla="*/ 0 h 1181100"/>
            </a:gdLst>
            <a:ahLst/>
            <a:cxnLst>
              <a:cxn ang="0">
                <a:pos x="connsiteX0" y="connsiteY0"/>
              </a:cxn>
              <a:cxn ang="0">
                <a:pos x="connsiteX1" y="connsiteY1"/>
              </a:cxn>
              <a:cxn ang="0">
                <a:pos x="connsiteX2" y="connsiteY2"/>
              </a:cxn>
              <a:cxn ang="0">
                <a:pos x="connsiteX3" y="connsiteY3"/>
              </a:cxn>
            </a:cxnLst>
            <a:rect l="l" t="t" r="r" b="b"/>
            <a:pathLst>
              <a:path w="229059" h="1181100">
                <a:moveTo>
                  <a:pt x="0" y="1181100"/>
                </a:moveTo>
                <a:cubicBezTo>
                  <a:pt x="109008" y="1041400"/>
                  <a:pt x="218017" y="901700"/>
                  <a:pt x="228600" y="787400"/>
                </a:cubicBezTo>
                <a:cubicBezTo>
                  <a:pt x="239183" y="673100"/>
                  <a:pt x="63500" y="626533"/>
                  <a:pt x="63500" y="495300"/>
                </a:cubicBezTo>
                <a:cubicBezTo>
                  <a:pt x="63500" y="364067"/>
                  <a:pt x="146050" y="182033"/>
                  <a:pt x="228600" y="0"/>
                </a:cubicBezTo>
              </a:path>
            </a:pathLst>
          </a:cu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sz="1799" dirty="0"/>
          </a:p>
        </p:txBody>
      </p:sp>
      <p:sp>
        <p:nvSpPr>
          <p:cNvPr id="30" name="Freihandform: Form 29">
            <a:extLst>
              <a:ext uri="{FF2B5EF4-FFF2-40B4-BE49-F238E27FC236}">
                <a16:creationId xmlns:a16="http://schemas.microsoft.com/office/drawing/2014/main" id="{27B9A261-CB84-4930-997B-C4E0F97F606E}"/>
              </a:ext>
            </a:extLst>
          </p:cNvPr>
          <p:cNvSpPr/>
          <p:nvPr/>
        </p:nvSpPr>
        <p:spPr bwMode="auto">
          <a:xfrm>
            <a:off x="4426449" y="3936736"/>
            <a:ext cx="280619" cy="786990"/>
          </a:xfrm>
          <a:custGeom>
            <a:avLst/>
            <a:gdLst>
              <a:gd name="connsiteX0" fmla="*/ 257546 w 280765"/>
              <a:gd name="connsiteY0" fmla="*/ 787400 h 787400"/>
              <a:gd name="connsiteX1" fmla="*/ 257546 w 280765"/>
              <a:gd name="connsiteY1" fmla="*/ 635000 h 787400"/>
              <a:gd name="connsiteX2" fmla="*/ 16246 w 280765"/>
              <a:gd name="connsiteY2" fmla="*/ 508000 h 787400"/>
              <a:gd name="connsiteX3" fmla="*/ 41646 w 280765"/>
              <a:gd name="connsiteY3" fmla="*/ 0 h 787400"/>
            </a:gdLst>
            <a:ahLst/>
            <a:cxnLst>
              <a:cxn ang="0">
                <a:pos x="connsiteX0" y="connsiteY0"/>
              </a:cxn>
              <a:cxn ang="0">
                <a:pos x="connsiteX1" y="connsiteY1"/>
              </a:cxn>
              <a:cxn ang="0">
                <a:pos x="connsiteX2" y="connsiteY2"/>
              </a:cxn>
              <a:cxn ang="0">
                <a:pos x="connsiteX3" y="connsiteY3"/>
              </a:cxn>
            </a:cxnLst>
            <a:rect l="l" t="t" r="r" b="b"/>
            <a:pathLst>
              <a:path w="280765" h="787400">
                <a:moveTo>
                  <a:pt x="257546" y="787400"/>
                </a:moveTo>
                <a:cubicBezTo>
                  <a:pt x="277654" y="734483"/>
                  <a:pt x="297763" y="681567"/>
                  <a:pt x="257546" y="635000"/>
                </a:cubicBezTo>
                <a:cubicBezTo>
                  <a:pt x="217329" y="588433"/>
                  <a:pt x="52229" y="613833"/>
                  <a:pt x="16246" y="508000"/>
                </a:cubicBezTo>
                <a:cubicBezTo>
                  <a:pt x="-19737" y="402167"/>
                  <a:pt x="10954" y="201083"/>
                  <a:pt x="41646" y="0"/>
                </a:cubicBezTo>
              </a:path>
            </a:pathLst>
          </a:cu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sz="1799" dirty="0"/>
          </a:p>
        </p:txBody>
      </p:sp>
      <p:pic>
        <p:nvPicPr>
          <p:cNvPr id="35" name="Grafik 34">
            <a:extLst>
              <a:ext uri="{FF2B5EF4-FFF2-40B4-BE49-F238E27FC236}">
                <a16:creationId xmlns:a16="http://schemas.microsoft.com/office/drawing/2014/main" id="{B23CA47A-E9DA-48A4-B98F-9E696EAC645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193040" y="4370012"/>
            <a:ext cx="830817" cy="830817"/>
          </a:xfrm>
          <a:prstGeom prst="rect">
            <a:avLst/>
          </a:prstGeom>
        </p:spPr>
      </p:pic>
      <p:pic>
        <p:nvPicPr>
          <p:cNvPr id="36" name="Grafik 35">
            <a:extLst>
              <a:ext uri="{FF2B5EF4-FFF2-40B4-BE49-F238E27FC236}">
                <a16:creationId xmlns:a16="http://schemas.microsoft.com/office/drawing/2014/main" id="{DD462465-66F0-4335-A634-E95646A34ED0}"/>
              </a:ext>
            </a:extLst>
          </p:cNvPr>
          <p:cNvPicPr>
            <a:picLocks noChangeAspect="1"/>
          </p:cNvPicPr>
          <p:nvPr/>
        </p:nvPicPr>
        <p:blipFill>
          <a:blip r:embed="rId8"/>
          <a:stretch>
            <a:fillRect/>
          </a:stretch>
        </p:blipFill>
        <p:spPr>
          <a:xfrm>
            <a:off x="5103850" y="4759158"/>
            <a:ext cx="857903" cy="1212083"/>
          </a:xfrm>
          <a:prstGeom prst="rect">
            <a:avLst/>
          </a:prstGeom>
        </p:spPr>
      </p:pic>
      <p:sp>
        <p:nvSpPr>
          <p:cNvPr id="40" name="Textfeld 39">
            <a:extLst>
              <a:ext uri="{FF2B5EF4-FFF2-40B4-BE49-F238E27FC236}">
                <a16:creationId xmlns:a16="http://schemas.microsoft.com/office/drawing/2014/main" id="{6972699C-D812-4AA7-B5C5-7D9295FF2A15}"/>
              </a:ext>
            </a:extLst>
          </p:cNvPr>
          <p:cNvSpPr txBox="1"/>
          <p:nvPr/>
        </p:nvSpPr>
        <p:spPr>
          <a:xfrm>
            <a:off x="7243563" y="1234575"/>
            <a:ext cx="1447340" cy="251897"/>
          </a:xfrm>
          <a:prstGeom prst="rect">
            <a:avLst/>
          </a:prstGeom>
          <a:noFill/>
        </p:spPr>
        <p:txBody>
          <a:bodyPr vert="horz" wrap="none" lIns="0" tIns="0" rIns="0" bIns="0" rtlCol="0">
            <a:noAutofit/>
          </a:bodyPr>
          <a:lstStyle/>
          <a:p>
            <a:pPr>
              <a:lnSpc>
                <a:spcPct val="110000"/>
              </a:lnSpc>
            </a:pPr>
            <a:r>
              <a:rPr lang="en-US" sz="1799" dirty="0">
                <a:latin typeface="Arial"/>
                <a:ea typeface="Arial Unicode MS" panose="020B0604020202020204" pitchFamily="34" charset="-128"/>
                <a:cs typeface="Arial Unicode MS" panose="020B0604020202020204" pitchFamily="34" charset="-128"/>
              </a:rPr>
              <a:t>With IO-Link</a:t>
            </a:r>
          </a:p>
          <a:p>
            <a:pPr algn="ctr">
              <a:lnSpc>
                <a:spcPct val="110000"/>
              </a:lnSpc>
            </a:pPr>
            <a:r>
              <a:rPr lang="en-US" sz="1049" dirty="0">
                <a:latin typeface="Arial"/>
                <a:ea typeface="Arial Unicode MS" panose="020B0604020202020204" pitchFamily="34" charset="-128"/>
                <a:cs typeface="Arial Unicode MS" panose="020B0604020202020204" pitchFamily="34" charset="-128"/>
              </a:rPr>
              <a:t>Only 1 module type is required</a:t>
            </a:r>
          </a:p>
          <a:p>
            <a:pPr fontAlgn="base">
              <a:lnSpc>
                <a:spcPct val="110000"/>
              </a:lnSpc>
              <a:spcAft>
                <a:spcPct val="0"/>
              </a:spcAft>
            </a:pPr>
            <a:endParaRPr lang="en-US" sz="1599" b="1" dirty="0">
              <a:latin typeface="Arial"/>
              <a:ea typeface="Arial Unicode MS" panose="020B0604020202020204" pitchFamily="34" charset="-128"/>
              <a:cs typeface="Arial Unicode MS" panose="020B0604020202020204" pitchFamily="34" charset="-128"/>
            </a:endParaRPr>
          </a:p>
        </p:txBody>
      </p:sp>
      <p:pic>
        <p:nvPicPr>
          <p:cNvPr id="41" name="Grafik 40">
            <a:extLst>
              <a:ext uri="{FF2B5EF4-FFF2-40B4-BE49-F238E27FC236}">
                <a16:creationId xmlns:a16="http://schemas.microsoft.com/office/drawing/2014/main" id="{EEE37D5F-211F-4034-A435-408F8A372AA8}"/>
              </a:ext>
            </a:extLst>
          </p:cNvPr>
          <p:cNvPicPr>
            <a:picLocks noChangeAspect="1"/>
          </p:cNvPicPr>
          <p:nvPr/>
        </p:nvPicPr>
        <p:blipFill>
          <a:blip r:embed="rId9"/>
          <a:stretch>
            <a:fillRect/>
          </a:stretch>
        </p:blipFill>
        <p:spPr>
          <a:xfrm>
            <a:off x="9296054" y="4292646"/>
            <a:ext cx="437983" cy="1332992"/>
          </a:xfrm>
          <a:prstGeom prst="rect">
            <a:avLst/>
          </a:prstGeom>
        </p:spPr>
      </p:pic>
      <p:sp>
        <p:nvSpPr>
          <p:cNvPr id="42" name="Freihandform: Form 41">
            <a:extLst>
              <a:ext uri="{FF2B5EF4-FFF2-40B4-BE49-F238E27FC236}">
                <a16:creationId xmlns:a16="http://schemas.microsoft.com/office/drawing/2014/main" id="{2B4D4656-B61A-45A0-BA99-6AFFF4D41B19}"/>
              </a:ext>
            </a:extLst>
          </p:cNvPr>
          <p:cNvSpPr/>
          <p:nvPr/>
        </p:nvSpPr>
        <p:spPr bwMode="auto">
          <a:xfrm>
            <a:off x="4874261" y="4025590"/>
            <a:ext cx="291948" cy="1129697"/>
          </a:xfrm>
          <a:custGeom>
            <a:avLst/>
            <a:gdLst>
              <a:gd name="connsiteX0" fmla="*/ 292100 w 292100"/>
              <a:gd name="connsiteY0" fmla="*/ 1092200 h 1130285"/>
              <a:gd name="connsiteX1" fmla="*/ 50800 w 292100"/>
              <a:gd name="connsiteY1" fmla="*/ 1079500 h 1130285"/>
              <a:gd name="connsiteX2" fmla="*/ 139700 w 292100"/>
              <a:gd name="connsiteY2" fmla="*/ 596900 h 1130285"/>
              <a:gd name="connsiteX3" fmla="*/ 0 w 292100"/>
              <a:gd name="connsiteY3" fmla="*/ 0 h 1130285"/>
            </a:gdLst>
            <a:ahLst/>
            <a:cxnLst>
              <a:cxn ang="0">
                <a:pos x="connsiteX0" y="connsiteY0"/>
              </a:cxn>
              <a:cxn ang="0">
                <a:pos x="connsiteX1" y="connsiteY1"/>
              </a:cxn>
              <a:cxn ang="0">
                <a:pos x="connsiteX2" y="connsiteY2"/>
              </a:cxn>
              <a:cxn ang="0">
                <a:pos x="connsiteX3" y="connsiteY3"/>
              </a:cxn>
            </a:cxnLst>
            <a:rect l="l" t="t" r="r" b="b"/>
            <a:pathLst>
              <a:path w="292100" h="1130285">
                <a:moveTo>
                  <a:pt x="292100" y="1092200"/>
                </a:moveTo>
                <a:cubicBezTo>
                  <a:pt x="184150" y="1127125"/>
                  <a:pt x="76200" y="1162050"/>
                  <a:pt x="50800" y="1079500"/>
                </a:cubicBezTo>
                <a:cubicBezTo>
                  <a:pt x="25400" y="996950"/>
                  <a:pt x="148167" y="776817"/>
                  <a:pt x="139700" y="596900"/>
                </a:cubicBezTo>
                <a:cubicBezTo>
                  <a:pt x="131233" y="416983"/>
                  <a:pt x="65616" y="208491"/>
                  <a:pt x="0" y="0"/>
                </a:cubicBezTo>
              </a:path>
            </a:pathLst>
          </a:cu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sz="1799" dirty="0"/>
          </a:p>
        </p:txBody>
      </p:sp>
      <p:sp>
        <p:nvSpPr>
          <p:cNvPr id="43" name="Freihandform: Form 42">
            <a:extLst>
              <a:ext uri="{FF2B5EF4-FFF2-40B4-BE49-F238E27FC236}">
                <a16:creationId xmlns:a16="http://schemas.microsoft.com/office/drawing/2014/main" id="{EB67480C-C12D-4899-8725-2B84E6048DC2}"/>
              </a:ext>
            </a:extLst>
          </p:cNvPr>
          <p:cNvSpPr/>
          <p:nvPr/>
        </p:nvSpPr>
        <p:spPr bwMode="auto">
          <a:xfrm>
            <a:off x="7917130" y="4025590"/>
            <a:ext cx="257428" cy="927742"/>
          </a:xfrm>
          <a:custGeom>
            <a:avLst/>
            <a:gdLst>
              <a:gd name="connsiteX0" fmla="*/ 3546 w 257562"/>
              <a:gd name="connsiteY0" fmla="*/ 914400 h 928225"/>
              <a:gd name="connsiteX1" fmla="*/ 257546 w 257562"/>
              <a:gd name="connsiteY1" fmla="*/ 863600 h 928225"/>
              <a:gd name="connsiteX2" fmla="*/ 16246 w 257562"/>
              <a:gd name="connsiteY2" fmla="*/ 406400 h 928225"/>
              <a:gd name="connsiteX3" fmla="*/ 41646 w 257562"/>
              <a:gd name="connsiteY3" fmla="*/ 0 h 928225"/>
            </a:gdLst>
            <a:ahLst/>
            <a:cxnLst>
              <a:cxn ang="0">
                <a:pos x="connsiteX0" y="connsiteY0"/>
              </a:cxn>
              <a:cxn ang="0">
                <a:pos x="connsiteX1" y="connsiteY1"/>
              </a:cxn>
              <a:cxn ang="0">
                <a:pos x="connsiteX2" y="connsiteY2"/>
              </a:cxn>
              <a:cxn ang="0">
                <a:pos x="connsiteX3" y="connsiteY3"/>
              </a:cxn>
            </a:cxnLst>
            <a:rect l="l" t="t" r="r" b="b"/>
            <a:pathLst>
              <a:path w="257562" h="928225">
                <a:moveTo>
                  <a:pt x="3546" y="914400"/>
                </a:moveTo>
                <a:cubicBezTo>
                  <a:pt x="129487" y="931333"/>
                  <a:pt x="255429" y="948267"/>
                  <a:pt x="257546" y="863600"/>
                </a:cubicBezTo>
                <a:cubicBezTo>
                  <a:pt x="259663" y="778933"/>
                  <a:pt x="52229" y="550333"/>
                  <a:pt x="16246" y="406400"/>
                </a:cubicBezTo>
                <a:cubicBezTo>
                  <a:pt x="-19737" y="262467"/>
                  <a:pt x="10954" y="131233"/>
                  <a:pt x="41646" y="0"/>
                </a:cubicBezTo>
              </a:path>
            </a:pathLst>
          </a:cu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sz="1799" dirty="0"/>
          </a:p>
        </p:txBody>
      </p:sp>
      <p:sp>
        <p:nvSpPr>
          <p:cNvPr id="45" name="Freihandform: Form 44">
            <a:extLst>
              <a:ext uri="{FF2B5EF4-FFF2-40B4-BE49-F238E27FC236}">
                <a16:creationId xmlns:a16="http://schemas.microsoft.com/office/drawing/2014/main" id="{2D97A153-448F-4ED3-A691-891682D08780}"/>
              </a:ext>
            </a:extLst>
          </p:cNvPr>
          <p:cNvSpPr/>
          <p:nvPr/>
        </p:nvSpPr>
        <p:spPr bwMode="auto">
          <a:xfrm>
            <a:off x="7958756" y="3911349"/>
            <a:ext cx="784368" cy="1180485"/>
          </a:xfrm>
          <a:custGeom>
            <a:avLst/>
            <a:gdLst>
              <a:gd name="connsiteX0" fmla="*/ 723900 w 784777"/>
              <a:gd name="connsiteY0" fmla="*/ 1181100 h 1181100"/>
              <a:gd name="connsiteX1" fmla="*/ 596900 w 784777"/>
              <a:gd name="connsiteY1" fmla="*/ 825500 h 1181100"/>
              <a:gd name="connsiteX2" fmla="*/ 762000 w 784777"/>
              <a:gd name="connsiteY2" fmla="*/ 254000 h 1181100"/>
              <a:gd name="connsiteX3" fmla="*/ 0 w 784777"/>
              <a:gd name="connsiteY3" fmla="*/ 0 h 1181100"/>
            </a:gdLst>
            <a:ahLst/>
            <a:cxnLst>
              <a:cxn ang="0">
                <a:pos x="connsiteX0" y="connsiteY0"/>
              </a:cxn>
              <a:cxn ang="0">
                <a:pos x="connsiteX1" y="connsiteY1"/>
              </a:cxn>
              <a:cxn ang="0">
                <a:pos x="connsiteX2" y="connsiteY2"/>
              </a:cxn>
              <a:cxn ang="0">
                <a:pos x="connsiteX3" y="connsiteY3"/>
              </a:cxn>
            </a:cxnLst>
            <a:rect l="l" t="t" r="r" b="b"/>
            <a:pathLst>
              <a:path w="784777" h="1181100">
                <a:moveTo>
                  <a:pt x="723900" y="1181100"/>
                </a:moveTo>
                <a:cubicBezTo>
                  <a:pt x="657225" y="1080558"/>
                  <a:pt x="590550" y="980017"/>
                  <a:pt x="596900" y="825500"/>
                </a:cubicBezTo>
                <a:cubicBezTo>
                  <a:pt x="603250" y="670983"/>
                  <a:pt x="861483" y="391583"/>
                  <a:pt x="762000" y="254000"/>
                </a:cubicBezTo>
                <a:cubicBezTo>
                  <a:pt x="662517" y="116417"/>
                  <a:pt x="331258" y="58208"/>
                  <a:pt x="0" y="0"/>
                </a:cubicBezTo>
              </a:path>
            </a:pathLst>
          </a:cu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sz="1799" dirty="0"/>
          </a:p>
        </p:txBody>
      </p:sp>
      <p:sp>
        <p:nvSpPr>
          <p:cNvPr id="46" name="Freihandform: Form 45">
            <a:extLst>
              <a:ext uri="{FF2B5EF4-FFF2-40B4-BE49-F238E27FC236}">
                <a16:creationId xmlns:a16="http://schemas.microsoft.com/office/drawing/2014/main" id="{47E5222A-593A-42D1-9344-E4F97B4B06FB}"/>
              </a:ext>
            </a:extLst>
          </p:cNvPr>
          <p:cNvSpPr/>
          <p:nvPr/>
        </p:nvSpPr>
        <p:spPr bwMode="auto">
          <a:xfrm>
            <a:off x="7971448" y="3708664"/>
            <a:ext cx="1523207" cy="532714"/>
          </a:xfrm>
          <a:custGeom>
            <a:avLst/>
            <a:gdLst>
              <a:gd name="connsiteX0" fmla="*/ 1524000 w 1524000"/>
              <a:gd name="connsiteY0" fmla="*/ 532991 h 532991"/>
              <a:gd name="connsiteX1" fmla="*/ 1371600 w 1524000"/>
              <a:gd name="connsiteY1" fmla="*/ 12291 h 532991"/>
              <a:gd name="connsiteX2" fmla="*/ 711200 w 1524000"/>
              <a:gd name="connsiteY2" fmla="*/ 151991 h 532991"/>
              <a:gd name="connsiteX3" fmla="*/ 0 w 1524000"/>
              <a:gd name="connsiteY3" fmla="*/ 12291 h 532991"/>
            </a:gdLst>
            <a:ahLst/>
            <a:cxnLst>
              <a:cxn ang="0">
                <a:pos x="connsiteX0" y="connsiteY0"/>
              </a:cxn>
              <a:cxn ang="0">
                <a:pos x="connsiteX1" y="connsiteY1"/>
              </a:cxn>
              <a:cxn ang="0">
                <a:pos x="connsiteX2" y="connsiteY2"/>
              </a:cxn>
              <a:cxn ang="0">
                <a:pos x="connsiteX3" y="connsiteY3"/>
              </a:cxn>
            </a:cxnLst>
            <a:rect l="l" t="t" r="r" b="b"/>
            <a:pathLst>
              <a:path w="1524000" h="532991">
                <a:moveTo>
                  <a:pt x="1524000" y="532991"/>
                </a:moveTo>
                <a:cubicBezTo>
                  <a:pt x="1515533" y="304391"/>
                  <a:pt x="1507067" y="75791"/>
                  <a:pt x="1371600" y="12291"/>
                </a:cubicBezTo>
                <a:cubicBezTo>
                  <a:pt x="1236133" y="-51209"/>
                  <a:pt x="939800" y="151991"/>
                  <a:pt x="711200" y="151991"/>
                </a:cubicBezTo>
                <a:cubicBezTo>
                  <a:pt x="482600" y="151991"/>
                  <a:pt x="241300" y="82141"/>
                  <a:pt x="0" y="12291"/>
                </a:cubicBezTo>
              </a:path>
            </a:pathLst>
          </a:custGeom>
          <a:ln w="28575"/>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sz="1799" dirty="0"/>
          </a:p>
        </p:txBody>
      </p:sp>
      <p:sp>
        <p:nvSpPr>
          <p:cNvPr id="48" name="Freihandform: Form 47">
            <a:extLst>
              <a:ext uri="{FF2B5EF4-FFF2-40B4-BE49-F238E27FC236}">
                <a16:creationId xmlns:a16="http://schemas.microsoft.com/office/drawing/2014/main" id="{E6616899-1895-4483-A891-F7969E0CB37D}"/>
              </a:ext>
            </a:extLst>
          </p:cNvPr>
          <p:cNvSpPr/>
          <p:nvPr/>
        </p:nvSpPr>
        <p:spPr bwMode="auto">
          <a:xfrm>
            <a:off x="8034915" y="3492467"/>
            <a:ext cx="2195956" cy="1205872"/>
          </a:xfrm>
          <a:custGeom>
            <a:avLst/>
            <a:gdLst>
              <a:gd name="connsiteX0" fmla="*/ 2197100 w 2197100"/>
              <a:gd name="connsiteY0" fmla="*/ 1206500 h 1206500"/>
              <a:gd name="connsiteX1" fmla="*/ 1905000 w 2197100"/>
              <a:gd name="connsiteY1" fmla="*/ 927100 h 1206500"/>
              <a:gd name="connsiteX2" fmla="*/ 1879600 w 2197100"/>
              <a:gd name="connsiteY2" fmla="*/ 177800 h 1206500"/>
              <a:gd name="connsiteX3" fmla="*/ 0 w 2197100"/>
              <a:gd name="connsiteY3" fmla="*/ 0 h 1206500"/>
            </a:gdLst>
            <a:ahLst/>
            <a:cxnLst>
              <a:cxn ang="0">
                <a:pos x="connsiteX0" y="connsiteY0"/>
              </a:cxn>
              <a:cxn ang="0">
                <a:pos x="connsiteX1" y="connsiteY1"/>
              </a:cxn>
              <a:cxn ang="0">
                <a:pos x="connsiteX2" y="connsiteY2"/>
              </a:cxn>
              <a:cxn ang="0">
                <a:pos x="connsiteX3" y="connsiteY3"/>
              </a:cxn>
            </a:cxnLst>
            <a:rect l="l" t="t" r="r" b="b"/>
            <a:pathLst>
              <a:path w="2197100" h="1206500">
                <a:moveTo>
                  <a:pt x="2197100" y="1206500"/>
                </a:moveTo>
                <a:cubicBezTo>
                  <a:pt x="2077508" y="1152525"/>
                  <a:pt x="1957917" y="1098550"/>
                  <a:pt x="1905000" y="927100"/>
                </a:cubicBezTo>
                <a:cubicBezTo>
                  <a:pt x="1852083" y="755650"/>
                  <a:pt x="2197100" y="332317"/>
                  <a:pt x="1879600" y="177800"/>
                </a:cubicBezTo>
                <a:cubicBezTo>
                  <a:pt x="1562100" y="23283"/>
                  <a:pt x="781050" y="11641"/>
                  <a:pt x="0" y="0"/>
                </a:cubicBezTo>
              </a:path>
            </a:pathLst>
          </a:custGeom>
          <a:ln w="28575"/>
        </p:spPr>
        <p:style>
          <a:lnRef idx="1">
            <a:schemeClr val="accent3"/>
          </a:lnRef>
          <a:fillRef idx="0">
            <a:schemeClr val="accent3"/>
          </a:fillRef>
          <a:effectRef idx="0">
            <a:schemeClr val="accent3"/>
          </a:effectRef>
          <a:fontRef idx="minor">
            <a:schemeClr val="tx1"/>
          </a:fontRef>
        </p:style>
        <p:txBody>
          <a:bodyPr rtlCol="0" anchor="ctr"/>
          <a:lstStyle/>
          <a:p>
            <a:pPr algn="ctr"/>
            <a:endParaRPr lang="en-US" sz="1799" dirty="0"/>
          </a:p>
        </p:txBody>
      </p:sp>
      <p:pic>
        <p:nvPicPr>
          <p:cNvPr id="49" name="Grafik 48">
            <a:extLst>
              <a:ext uri="{FF2B5EF4-FFF2-40B4-BE49-F238E27FC236}">
                <a16:creationId xmlns:a16="http://schemas.microsoft.com/office/drawing/2014/main" id="{2B445554-963B-4B95-A28C-5E2D8E050747}"/>
              </a:ext>
            </a:extLst>
          </p:cNvPr>
          <p:cNvPicPr>
            <a:picLocks noChangeAspect="1"/>
          </p:cNvPicPr>
          <p:nvPr/>
        </p:nvPicPr>
        <p:blipFill>
          <a:blip r:embed="rId10"/>
          <a:stretch>
            <a:fillRect/>
          </a:stretch>
        </p:blipFill>
        <p:spPr>
          <a:xfrm>
            <a:off x="10372541" y="5552464"/>
            <a:ext cx="741461" cy="178500"/>
          </a:xfrm>
          <a:prstGeom prst="rect">
            <a:avLst/>
          </a:prstGeom>
        </p:spPr>
      </p:pic>
      <p:sp>
        <p:nvSpPr>
          <p:cNvPr id="50" name="Textfeld 49">
            <a:extLst>
              <a:ext uri="{FF2B5EF4-FFF2-40B4-BE49-F238E27FC236}">
                <a16:creationId xmlns:a16="http://schemas.microsoft.com/office/drawing/2014/main" id="{88543973-C385-47B2-9420-C5FA316FAAC0}"/>
              </a:ext>
            </a:extLst>
          </p:cNvPr>
          <p:cNvSpPr txBox="1"/>
          <p:nvPr/>
        </p:nvSpPr>
        <p:spPr>
          <a:xfrm>
            <a:off x="1809490" y="5189646"/>
            <a:ext cx="1249463" cy="425688"/>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0000"/>
                </a:solidFill>
                <a:latin typeface="Arial"/>
                <a:ea typeface="Arial Unicode MS" panose="020B0604020202020204" pitchFamily="34" charset="-128"/>
                <a:cs typeface="Arial Unicode MS" panose="020B0604020202020204" pitchFamily="34" charset="-128"/>
              </a:rPr>
              <a:t>Proximity switch</a:t>
            </a:r>
          </a:p>
          <a:p>
            <a:pPr algn="ct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24 VDC</a:t>
            </a:r>
          </a:p>
        </p:txBody>
      </p:sp>
      <p:sp>
        <p:nvSpPr>
          <p:cNvPr id="52" name="Textfeld 51">
            <a:extLst>
              <a:ext uri="{FF2B5EF4-FFF2-40B4-BE49-F238E27FC236}">
                <a16:creationId xmlns:a16="http://schemas.microsoft.com/office/drawing/2014/main" id="{9A274DBD-C166-4793-B351-A55348501269}"/>
              </a:ext>
            </a:extLst>
          </p:cNvPr>
          <p:cNvSpPr txBox="1"/>
          <p:nvPr/>
        </p:nvSpPr>
        <p:spPr>
          <a:xfrm>
            <a:off x="3228278" y="5996990"/>
            <a:ext cx="912611" cy="425688"/>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0000"/>
                </a:solidFill>
                <a:latin typeface="Arial"/>
                <a:ea typeface="Arial Unicode MS" panose="020B0604020202020204" pitchFamily="34" charset="-128"/>
                <a:cs typeface="Arial Unicode MS" panose="020B0604020202020204" pitchFamily="34" charset="-128"/>
              </a:rPr>
              <a:t>Contactor</a:t>
            </a:r>
          </a:p>
          <a:p>
            <a:pPr algn="ct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24 VDC</a:t>
            </a:r>
          </a:p>
        </p:txBody>
      </p:sp>
      <p:sp>
        <p:nvSpPr>
          <p:cNvPr id="53" name="Textfeld 52">
            <a:extLst>
              <a:ext uri="{FF2B5EF4-FFF2-40B4-BE49-F238E27FC236}">
                <a16:creationId xmlns:a16="http://schemas.microsoft.com/office/drawing/2014/main" id="{50219807-D9FD-4EDF-A2A4-2544E6CEFA25}"/>
              </a:ext>
            </a:extLst>
          </p:cNvPr>
          <p:cNvSpPr txBox="1"/>
          <p:nvPr/>
        </p:nvSpPr>
        <p:spPr>
          <a:xfrm>
            <a:off x="4214598" y="5641714"/>
            <a:ext cx="912611" cy="633572"/>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0000"/>
                </a:solidFill>
                <a:latin typeface="Arial"/>
                <a:ea typeface="Arial Unicode MS" panose="020B0604020202020204" pitchFamily="34" charset="-128"/>
                <a:cs typeface="Arial Unicode MS" panose="020B0604020202020204" pitchFamily="34" charset="-128"/>
              </a:rPr>
              <a:t>Temp-</a:t>
            </a:r>
            <a:br>
              <a:rPr lang="en-US" sz="1199" b="1" dirty="0">
                <a:solidFill>
                  <a:srgbClr val="000000"/>
                </a:solidFill>
                <a:latin typeface="Arial"/>
                <a:ea typeface="Arial Unicode MS" panose="020B0604020202020204" pitchFamily="34" charset="-128"/>
                <a:cs typeface="Arial Unicode MS" panose="020B0604020202020204" pitchFamily="34" charset="-128"/>
              </a:rPr>
            </a:br>
            <a:r>
              <a:rPr lang="en-US" sz="1199" b="1" dirty="0">
                <a:solidFill>
                  <a:srgbClr val="000000"/>
                </a:solidFill>
                <a:latin typeface="Arial"/>
                <a:ea typeface="Arial Unicode MS" panose="020B0604020202020204" pitchFamily="34" charset="-128"/>
                <a:cs typeface="Arial Unicode MS" panose="020B0604020202020204" pitchFamily="34" charset="-128"/>
              </a:rPr>
              <a:t>Sensor</a:t>
            </a:r>
          </a:p>
          <a:p>
            <a:pPr algn="ct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PT 100</a:t>
            </a:r>
          </a:p>
        </p:txBody>
      </p:sp>
      <p:sp>
        <p:nvSpPr>
          <p:cNvPr id="54" name="Textfeld 53">
            <a:extLst>
              <a:ext uri="{FF2B5EF4-FFF2-40B4-BE49-F238E27FC236}">
                <a16:creationId xmlns:a16="http://schemas.microsoft.com/office/drawing/2014/main" id="{C0415B8E-02A7-47F4-B460-3BAAD3FF4A41}"/>
              </a:ext>
            </a:extLst>
          </p:cNvPr>
          <p:cNvSpPr txBox="1"/>
          <p:nvPr/>
        </p:nvSpPr>
        <p:spPr>
          <a:xfrm>
            <a:off x="5117095" y="5967246"/>
            <a:ext cx="912611" cy="425688"/>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0000"/>
                </a:solidFill>
                <a:latin typeface="Arial"/>
                <a:ea typeface="Arial Unicode MS" panose="020B0604020202020204" pitchFamily="34" charset="-128"/>
                <a:cs typeface="Arial Unicode MS" panose="020B0604020202020204" pitchFamily="34" charset="-128"/>
              </a:rPr>
              <a:t>Flow</a:t>
            </a:r>
          </a:p>
          <a:p>
            <a:pPr algn="ct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4..20mA</a:t>
            </a:r>
          </a:p>
        </p:txBody>
      </p:sp>
      <p:sp>
        <p:nvSpPr>
          <p:cNvPr id="55" name="Textfeld 54">
            <a:extLst>
              <a:ext uri="{FF2B5EF4-FFF2-40B4-BE49-F238E27FC236}">
                <a16:creationId xmlns:a16="http://schemas.microsoft.com/office/drawing/2014/main" id="{1FF57B84-1934-45C7-B75B-205D40DE432F}"/>
              </a:ext>
            </a:extLst>
          </p:cNvPr>
          <p:cNvSpPr txBox="1"/>
          <p:nvPr/>
        </p:nvSpPr>
        <p:spPr>
          <a:xfrm>
            <a:off x="6815809" y="5182745"/>
            <a:ext cx="1249463" cy="425688"/>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0000"/>
                </a:solidFill>
                <a:latin typeface="Arial"/>
                <a:ea typeface="Arial Unicode MS" panose="020B0604020202020204" pitchFamily="34" charset="-128"/>
                <a:cs typeface="Arial Unicode MS" panose="020B0604020202020204" pitchFamily="34" charset="-128"/>
              </a:rPr>
              <a:t>Proximity switch</a:t>
            </a:r>
          </a:p>
          <a:p>
            <a:pPr algn="ct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24 VDC</a:t>
            </a:r>
          </a:p>
        </p:txBody>
      </p:sp>
      <p:sp>
        <p:nvSpPr>
          <p:cNvPr id="56" name="Textfeld 55">
            <a:extLst>
              <a:ext uri="{FF2B5EF4-FFF2-40B4-BE49-F238E27FC236}">
                <a16:creationId xmlns:a16="http://schemas.microsoft.com/office/drawing/2014/main" id="{410EF8D3-1765-42A4-A396-9995F8F7B578}"/>
              </a:ext>
            </a:extLst>
          </p:cNvPr>
          <p:cNvSpPr txBox="1"/>
          <p:nvPr/>
        </p:nvSpPr>
        <p:spPr>
          <a:xfrm>
            <a:off x="8006232" y="6005072"/>
            <a:ext cx="912611" cy="425688"/>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0000"/>
                </a:solidFill>
                <a:latin typeface="Arial"/>
                <a:ea typeface="Arial Unicode MS" panose="020B0604020202020204" pitchFamily="34" charset="-128"/>
                <a:cs typeface="Arial Unicode MS" panose="020B0604020202020204" pitchFamily="34" charset="-128"/>
              </a:rPr>
              <a:t>Contactor</a:t>
            </a:r>
          </a:p>
          <a:p>
            <a:pPr algn="ct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rPr>
              <a:t>24 VDC</a:t>
            </a:r>
          </a:p>
        </p:txBody>
      </p:sp>
      <p:sp>
        <p:nvSpPr>
          <p:cNvPr id="57" name="Textfeld 56">
            <a:extLst>
              <a:ext uri="{FF2B5EF4-FFF2-40B4-BE49-F238E27FC236}">
                <a16:creationId xmlns:a16="http://schemas.microsoft.com/office/drawing/2014/main" id="{6DBC49B7-1637-4A57-A301-9EDC0F5B7DC7}"/>
              </a:ext>
            </a:extLst>
          </p:cNvPr>
          <p:cNvSpPr txBox="1"/>
          <p:nvPr/>
        </p:nvSpPr>
        <p:spPr>
          <a:xfrm>
            <a:off x="9047272" y="5615895"/>
            <a:ext cx="912611" cy="633572"/>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0000"/>
                </a:solidFill>
                <a:latin typeface="Arial"/>
                <a:ea typeface="Arial Unicode MS" panose="020B0604020202020204" pitchFamily="34" charset="-128"/>
                <a:cs typeface="Arial Unicode MS" panose="020B0604020202020204" pitchFamily="34" charset="-128"/>
              </a:rPr>
              <a:t>Temp-</a:t>
            </a:r>
            <a:br>
              <a:rPr lang="en-US" sz="1199" b="1" dirty="0">
                <a:solidFill>
                  <a:srgbClr val="000000"/>
                </a:solidFill>
                <a:latin typeface="Arial"/>
                <a:ea typeface="Arial Unicode MS" panose="020B0604020202020204" pitchFamily="34" charset="-128"/>
                <a:cs typeface="Arial Unicode MS" panose="020B0604020202020204" pitchFamily="34" charset="-128"/>
              </a:rPr>
            </a:br>
            <a:r>
              <a:rPr lang="en-US" sz="1199" b="1" dirty="0">
                <a:solidFill>
                  <a:srgbClr val="000000"/>
                </a:solidFill>
                <a:latin typeface="Arial"/>
                <a:ea typeface="Arial Unicode MS" panose="020B0604020202020204" pitchFamily="34" charset="-128"/>
                <a:cs typeface="Arial Unicode MS" panose="020B0604020202020204" pitchFamily="34" charset="-128"/>
              </a:rPr>
              <a:t>Sensor</a:t>
            </a:r>
          </a:p>
        </p:txBody>
      </p:sp>
      <p:sp>
        <p:nvSpPr>
          <p:cNvPr id="58" name="Textfeld 57">
            <a:extLst>
              <a:ext uri="{FF2B5EF4-FFF2-40B4-BE49-F238E27FC236}">
                <a16:creationId xmlns:a16="http://schemas.microsoft.com/office/drawing/2014/main" id="{101D81B1-3A2E-4D30-A31B-75570409436D}"/>
              </a:ext>
            </a:extLst>
          </p:cNvPr>
          <p:cNvSpPr txBox="1"/>
          <p:nvPr/>
        </p:nvSpPr>
        <p:spPr>
          <a:xfrm>
            <a:off x="10286966" y="5365200"/>
            <a:ext cx="912611" cy="425688"/>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0000"/>
                </a:solidFill>
                <a:latin typeface="Arial"/>
                <a:ea typeface="Arial Unicode MS" panose="020B0604020202020204" pitchFamily="34" charset="-128"/>
                <a:cs typeface="Arial Unicode MS" panose="020B0604020202020204" pitchFamily="34" charset="-128"/>
              </a:rPr>
              <a:t>Flow</a:t>
            </a:r>
          </a:p>
        </p:txBody>
      </p:sp>
      <p:pic>
        <p:nvPicPr>
          <p:cNvPr id="59" name="Grafik 58">
            <a:extLst>
              <a:ext uri="{FF2B5EF4-FFF2-40B4-BE49-F238E27FC236}">
                <a16:creationId xmlns:a16="http://schemas.microsoft.com/office/drawing/2014/main" id="{51E4AAAE-4942-4520-9BE1-7A731FCB1F2E}"/>
              </a:ext>
            </a:extLst>
          </p:cNvPr>
          <p:cNvPicPr>
            <a:picLocks noChangeAspect="1"/>
          </p:cNvPicPr>
          <p:nvPr/>
        </p:nvPicPr>
        <p:blipFill>
          <a:blip r:embed="rId10"/>
          <a:stretch>
            <a:fillRect/>
          </a:stretch>
        </p:blipFill>
        <p:spPr>
          <a:xfrm>
            <a:off x="9200322" y="6006395"/>
            <a:ext cx="741461" cy="178500"/>
          </a:xfrm>
          <a:prstGeom prst="rect">
            <a:avLst/>
          </a:prstGeom>
        </p:spPr>
      </p:pic>
      <p:pic>
        <p:nvPicPr>
          <p:cNvPr id="63" name="Grafik 62">
            <a:extLst>
              <a:ext uri="{FF2B5EF4-FFF2-40B4-BE49-F238E27FC236}">
                <a16:creationId xmlns:a16="http://schemas.microsoft.com/office/drawing/2014/main" id="{533239A2-235A-443C-913D-1E49DCD9454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413314" y="2201004"/>
            <a:ext cx="1157737" cy="1127271"/>
          </a:xfrm>
          <a:prstGeom prst="rect">
            <a:avLst/>
          </a:prstGeom>
        </p:spPr>
      </p:pic>
      <p:sp>
        <p:nvSpPr>
          <p:cNvPr id="64" name="Textfeld 63">
            <a:extLst>
              <a:ext uri="{FF2B5EF4-FFF2-40B4-BE49-F238E27FC236}">
                <a16:creationId xmlns:a16="http://schemas.microsoft.com/office/drawing/2014/main" id="{25980E39-4EEC-4221-81AA-D61AAA6C8334}"/>
              </a:ext>
            </a:extLst>
          </p:cNvPr>
          <p:cNvSpPr txBox="1"/>
          <p:nvPr/>
        </p:nvSpPr>
        <p:spPr>
          <a:xfrm>
            <a:off x="9638530" y="2540852"/>
            <a:ext cx="2195955" cy="449125"/>
          </a:xfrm>
          <a:prstGeom prst="rect">
            <a:avLst/>
          </a:prstGeom>
          <a:noFill/>
        </p:spPr>
        <p:txBody>
          <a:bodyPr vert="horz" wrap="none" lIns="0" tIns="0" rIns="0" bIns="0" rtlCol="0">
            <a:noAutofit/>
          </a:bodyPr>
          <a:lstStyle/>
          <a:p>
            <a:pPr fontAlgn="base">
              <a:lnSpc>
                <a:spcPct val="110000"/>
              </a:lnSpc>
              <a:spcAft>
                <a:spcPct val="0"/>
              </a:spcAft>
            </a:pPr>
            <a:r>
              <a:rPr lang="en-US" sz="1199" dirty="0">
                <a:solidFill>
                  <a:srgbClr val="000000"/>
                </a:solidFill>
                <a:latin typeface="Arial"/>
                <a:ea typeface="Arial Unicode MS" panose="020B0604020202020204" pitchFamily="34" charset="-128"/>
                <a:cs typeface="Arial Unicode MS" panose="020B0604020202020204" pitchFamily="34" charset="-128"/>
                <a:sym typeface="Wingdings" panose="05000000000000000000" pitchFamily="2" charset="2"/>
              </a:rPr>
              <a:t> In RUN-redundant state</a:t>
            </a:r>
            <a:br>
              <a:rPr lang="en-US" sz="1199" dirty="0">
                <a:solidFill>
                  <a:srgbClr val="000000"/>
                </a:solidFill>
                <a:latin typeface="Arial"/>
                <a:ea typeface="Arial Unicode MS" panose="020B0604020202020204" pitchFamily="34" charset="-128"/>
                <a:cs typeface="Arial Unicode MS" panose="020B0604020202020204" pitchFamily="34" charset="-128"/>
                <a:sym typeface="Wingdings" panose="05000000000000000000" pitchFamily="2" charset="2"/>
              </a:rPr>
            </a:br>
            <a:r>
              <a:rPr lang="en-US" sz="1199" dirty="0">
                <a:solidFill>
                  <a:srgbClr val="000000"/>
                </a:solidFill>
                <a:latin typeface="Arial"/>
                <a:ea typeface="Arial Unicode MS" panose="020B0604020202020204" pitchFamily="34" charset="-128"/>
                <a:cs typeface="Arial Unicode MS" panose="020B0604020202020204" pitchFamily="34" charset="-128"/>
                <a:sym typeface="Wingdings" panose="05000000000000000000" pitchFamily="2" charset="2"/>
              </a:rPr>
              <a:t>of the R/H system possible</a:t>
            </a:r>
            <a:endParaRPr lang="en-US" sz="1199" dirty="0">
              <a:solidFill>
                <a:srgbClr val="000000"/>
              </a:solidFill>
              <a:latin typeface="Aria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4038794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DE31C52C-93EA-4B08-B741-664B45777381}"/>
              </a:ext>
            </a:extLst>
          </p:cNvPr>
          <p:cNvGraphicFramePr>
            <a:graphicFrameLocks noChangeAspect="1"/>
          </p:cNvGraphicFramePr>
          <p:nvPr>
            <p:custDataLst>
              <p:tags r:id="rId1"/>
            </p:custDataLst>
            <p:extLst>
              <p:ext uri="{D42A27DB-BD31-4B8C-83A1-F6EECF244321}">
                <p14:modId xmlns:p14="http://schemas.microsoft.com/office/powerpoint/2010/main" val="23898994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DE31C52C-93EA-4B08-B741-664B457773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923330"/>
          </a:xfrm>
        </p:spPr>
        <p:txBody>
          <a:bodyPr vert="horz"/>
          <a:lstStyle/>
          <a:p>
            <a:r>
              <a:rPr lang="en-US" dirty="0"/>
              <a:t>HMI Connection</a:t>
            </a:r>
          </a:p>
        </p:txBody>
      </p:sp>
      <p:sp>
        <p:nvSpPr>
          <p:cNvPr id="3" name="Untertitel 2">
            <a:extLst>
              <a:ext uri="{FF2B5EF4-FFF2-40B4-BE49-F238E27FC236}">
                <a16:creationId xmlns:a16="http://schemas.microsoft.com/office/drawing/2014/main" id="{03C12CB1-20A8-401B-8E98-5EE321F669A5}"/>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8E888A1E-9B92-4BE5-87D5-650A66A200BE}"/>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41537530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711AB8C9-6D45-D166-4364-7235A6214A36}"/>
              </a:ext>
            </a:extLst>
          </p:cNvPr>
          <p:cNvSpPr/>
          <p:nvPr/>
        </p:nvSpPr>
        <p:spPr>
          <a:xfrm>
            <a:off x="6941176" y="1465248"/>
            <a:ext cx="4898318" cy="45643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 name="Rechteck 4">
            <a:extLst>
              <a:ext uri="{FF2B5EF4-FFF2-40B4-BE49-F238E27FC236}">
                <a16:creationId xmlns:a16="http://schemas.microsoft.com/office/drawing/2014/main" id="{39374AF3-D151-C6E4-9CBE-95BEA3CBF371}"/>
              </a:ext>
            </a:extLst>
          </p:cNvPr>
          <p:cNvSpPr/>
          <p:nvPr/>
        </p:nvSpPr>
        <p:spPr>
          <a:xfrm>
            <a:off x="644253" y="3920150"/>
            <a:ext cx="6146518" cy="21094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55" name="Gerade Verbindung 66">
            <a:extLst>
              <a:ext uri="{FF2B5EF4-FFF2-40B4-BE49-F238E27FC236}">
                <a16:creationId xmlns:a16="http://schemas.microsoft.com/office/drawing/2014/main" id="{482A0079-7207-487B-85AD-5227185F91AC}"/>
              </a:ext>
            </a:extLst>
          </p:cNvPr>
          <p:cNvCxnSpPr/>
          <p:nvPr/>
        </p:nvCxnSpPr>
        <p:spPr bwMode="auto">
          <a:xfrm>
            <a:off x="7805404" y="3027370"/>
            <a:ext cx="3922344" cy="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 name="Titel 3"/>
          <p:cNvSpPr>
            <a:spLocks noGrp="1"/>
          </p:cNvSpPr>
          <p:nvPr>
            <p:ph type="title"/>
          </p:nvPr>
        </p:nvSpPr>
        <p:spPr/>
        <p:txBody>
          <a:bodyPr/>
          <a:lstStyle/>
          <a:p>
            <a:r>
              <a:rPr lang="en-US" dirty="0"/>
              <a:t>HMI Connection </a:t>
            </a:r>
            <a:br>
              <a:rPr lang="en-US" dirty="0"/>
            </a:br>
            <a:r>
              <a:rPr lang="en-US" b="0" dirty="0"/>
              <a:t>via a non-redundant network using System IP address </a:t>
            </a:r>
            <a:endParaRPr lang="en-US" dirty="0"/>
          </a:p>
        </p:txBody>
      </p:sp>
      <p:sp>
        <p:nvSpPr>
          <p:cNvPr id="2" name="Fußzeilenplatzhalter 1">
            <a:extLst>
              <a:ext uri="{FF2B5EF4-FFF2-40B4-BE49-F238E27FC236}">
                <a16:creationId xmlns:a16="http://schemas.microsoft.com/office/drawing/2014/main" id="{E649E289-E72B-474F-BF5F-B9B87DBDD893}"/>
              </a:ext>
            </a:extLst>
          </p:cNvPr>
          <p:cNvSpPr>
            <a:spLocks noGrp="1"/>
          </p:cNvSpPr>
          <p:nvPr>
            <p:ph type="ftr" sz="quarter" idx="10"/>
          </p:nvPr>
        </p:nvSpPr>
        <p:spPr/>
        <p:txBody>
          <a:bodyPr/>
          <a:lstStyle/>
          <a:p>
            <a:pPr>
              <a:lnSpc>
                <a:spcPct val="100000"/>
              </a:lnSpc>
            </a:pPr>
            <a:r>
              <a:rPr lang="en-US" dirty="0"/>
              <a:t>Unrestricted | © Siemens 2022 | DI FA | 08.12.2022</a:t>
            </a:r>
          </a:p>
        </p:txBody>
      </p:sp>
      <p:grpSp>
        <p:nvGrpSpPr>
          <p:cNvPr id="139" name="Gruppieren 138"/>
          <p:cNvGrpSpPr/>
          <p:nvPr/>
        </p:nvGrpSpPr>
        <p:grpSpPr>
          <a:xfrm>
            <a:off x="8759433" y="2646525"/>
            <a:ext cx="125934" cy="424388"/>
            <a:chOff x="5031474" y="2575025"/>
            <a:chExt cx="126000" cy="424606"/>
          </a:xfrm>
        </p:grpSpPr>
        <p:cxnSp>
          <p:nvCxnSpPr>
            <p:cNvPr id="98" name="Gerade Verbindung 97"/>
            <p:cNvCxnSpPr>
              <a:stCxn id="94" idx="2"/>
              <a:endCxn id="132" idx="0"/>
            </p:cNvCxnSpPr>
            <p:nvPr/>
          </p:nvCxnSpPr>
          <p:spPr bwMode="auto">
            <a:xfrm>
              <a:off x="5092272" y="2575025"/>
              <a:ext cx="2202" cy="298607"/>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32" name="Rechteck 131"/>
            <p:cNvSpPr/>
            <p:nvPr/>
          </p:nvSpPr>
          <p:spPr bwMode="auto">
            <a:xfrm>
              <a:off x="5031474" y="2873631"/>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pic>
        <p:nvPicPr>
          <p:cNvPr id="94" name="product_pc-based-automation.png"/>
          <p:cNvPicPr>
            <a:picLocks noChangeAspect="1"/>
          </p:cNvPicPr>
          <p:nvPr>
            <p:custDataLst>
              <p:tags r:id="rId2"/>
            </p:custDataLst>
          </p:nvPr>
        </p:nvPicPr>
        <p:blipFill rotWithShape="1">
          <a:blip r:embed="rId43" cstate="print">
            <a:extLst>
              <a:ext uri="{28A0092B-C50C-407E-A947-70E740481C1C}">
                <a14:useLocalDpi xmlns:a14="http://schemas.microsoft.com/office/drawing/2010/main" val="0"/>
              </a:ext>
            </a:extLst>
          </a:blip>
          <a:srcRect t="11914" b="12453"/>
          <a:stretch/>
        </p:blipFill>
        <p:spPr>
          <a:xfrm>
            <a:off x="8093286" y="1546958"/>
            <a:ext cx="1453825" cy="1099565"/>
          </a:xfrm>
          <a:prstGeom prst="rect">
            <a:avLst/>
          </a:prstGeom>
        </p:spPr>
      </p:pic>
      <p:sp>
        <p:nvSpPr>
          <p:cNvPr id="95" name="Rechteck 94"/>
          <p:cNvSpPr/>
          <p:nvPr/>
        </p:nvSpPr>
        <p:spPr bwMode="auto">
          <a:xfrm>
            <a:off x="8274340" y="1628763"/>
            <a:ext cx="1096121" cy="571202"/>
          </a:xfrm>
          <a:prstGeom prst="rect">
            <a:avLst/>
          </a:prstGeom>
          <a:solidFill>
            <a:schemeClr val="l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pic>
        <p:nvPicPr>
          <p:cNvPr id="108" name="product_comfort-panel.png"/>
          <p:cNvPicPr>
            <a:picLocks noChangeAspect="1"/>
          </p:cNvPicPr>
          <p:nvPr>
            <p:custDataLst>
              <p:tags r:id="rId3"/>
            </p:custDataLst>
          </p:nvPr>
        </p:nvPicPr>
        <p:blipFill rotWithShape="1">
          <a:blip r:embed="rId44" cstate="print">
            <a:extLst>
              <a:ext uri="{28A0092B-C50C-407E-A947-70E740481C1C}">
                <a14:useLocalDpi xmlns:a14="http://schemas.microsoft.com/office/drawing/2010/main" val="0"/>
              </a:ext>
            </a:extLst>
          </a:blip>
          <a:srcRect t="8123" b="8285"/>
          <a:stretch/>
        </p:blipFill>
        <p:spPr>
          <a:xfrm>
            <a:off x="10717245" y="1819228"/>
            <a:ext cx="865049" cy="723105"/>
          </a:xfrm>
          <a:prstGeom prst="rect">
            <a:avLst/>
          </a:prstGeom>
        </p:spPr>
      </p:pic>
      <p:sp>
        <p:nvSpPr>
          <p:cNvPr id="115" name="Text Box 16"/>
          <p:cNvSpPr txBox="1">
            <a:spLocks noChangeArrowheads="1"/>
          </p:cNvSpPr>
          <p:nvPr>
            <p:custDataLst>
              <p:tags r:id="rId4"/>
            </p:custDataLst>
          </p:nvPr>
        </p:nvSpPr>
        <p:spPr bwMode="auto">
          <a:xfrm>
            <a:off x="8596270" y="1760590"/>
            <a:ext cx="421371"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solidFill>
                  <a:srgbClr val="3C464B"/>
                </a:solidFill>
              </a:rPr>
              <a:t>WinCC</a:t>
            </a:r>
          </a:p>
        </p:txBody>
      </p:sp>
      <p:pic>
        <p:nvPicPr>
          <p:cNvPr id="93" name="product_comfort-panel.png">
            <a:extLst>
              <a:ext uri="{FF2B5EF4-FFF2-40B4-BE49-F238E27FC236}">
                <a16:creationId xmlns:a16="http://schemas.microsoft.com/office/drawing/2014/main" id="{F4F1FC37-4E43-4A17-9422-9AA07E3F9DA8}"/>
              </a:ext>
            </a:extLst>
          </p:cNvPr>
          <p:cNvPicPr>
            <a:picLocks noChangeAspect="1"/>
          </p:cNvPicPr>
          <p:nvPr>
            <p:custDataLst>
              <p:tags r:id="rId5"/>
            </p:custDataLst>
          </p:nvPr>
        </p:nvPicPr>
        <p:blipFill rotWithShape="1">
          <a:blip r:embed="rId44" cstate="print">
            <a:extLst>
              <a:ext uri="{28A0092B-C50C-407E-A947-70E740481C1C}">
                <a14:useLocalDpi xmlns:a14="http://schemas.microsoft.com/office/drawing/2010/main" val="0"/>
              </a:ext>
            </a:extLst>
          </a:blip>
          <a:srcRect t="8123" b="8285"/>
          <a:stretch/>
        </p:blipFill>
        <p:spPr>
          <a:xfrm>
            <a:off x="7150435" y="4448457"/>
            <a:ext cx="865049" cy="723105"/>
          </a:xfrm>
          <a:prstGeom prst="rect">
            <a:avLst/>
          </a:prstGeom>
        </p:spPr>
      </p:pic>
      <p:cxnSp>
        <p:nvCxnSpPr>
          <p:cNvPr id="99" name="Gerade Verbindung 22">
            <a:extLst>
              <a:ext uri="{FF2B5EF4-FFF2-40B4-BE49-F238E27FC236}">
                <a16:creationId xmlns:a16="http://schemas.microsoft.com/office/drawing/2014/main" id="{C22347A2-537B-4393-8E7B-6A147AC0C19C}"/>
              </a:ext>
            </a:extLst>
          </p:cNvPr>
          <p:cNvCxnSpPr>
            <a:stCxn id="97" idx="3"/>
            <a:endCxn id="93" idx="3"/>
          </p:cNvCxnSpPr>
          <p:nvPr/>
        </p:nvCxnSpPr>
        <p:spPr bwMode="auto">
          <a:xfrm flipH="1" flipV="1">
            <a:off x="8015484" y="4810010"/>
            <a:ext cx="477265" cy="11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Text Box 16">
            <a:extLst>
              <a:ext uri="{FF2B5EF4-FFF2-40B4-BE49-F238E27FC236}">
                <a16:creationId xmlns:a16="http://schemas.microsoft.com/office/drawing/2014/main" id="{42F5D3C1-F105-491B-ACEE-63D1D63D516D}"/>
              </a:ext>
            </a:extLst>
          </p:cNvPr>
          <p:cNvSpPr txBox="1">
            <a:spLocks noChangeArrowheads="1"/>
          </p:cNvSpPr>
          <p:nvPr>
            <p:custDataLst>
              <p:tags r:id="rId6"/>
            </p:custDataLst>
          </p:nvPr>
        </p:nvSpPr>
        <p:spPr bwMode="auto">
          <a:xfrm>
            <a:off x="10979940" y="1640157"/>
            <a:ext cx="339660"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solidFill>
                  <a:srgbClr val="3C464B"/>
                </a:solidFill>
              </a:rPr>
              <a:t>Panel</a:t>
            </a:r>
          </a:p>
        </p:txBody>
      </p:sp>
      <p:grpSp>
        <p:nvGrpSpPr>
          <p:cNvPr id="39" name="Gruppieren 38">
            <a:extLst>
              <a:ext uri="{FF2B5EF4-FFF2-40B4-BE49-F238E27FC236}">
                <a16:creationId xmlns:a16="http://schemas.microsoft.com/office/drawing/2014/main" id="{1D7E19EB-D7AC-423B-B09F-2BC82112CEAC}"/>
              </a:ext>
            </a:extLst>
          </p:cNvPr>
          <p:cNvGrpSpPr/>
          <p:nvPr/>
        </p:nvGrpSpPr>
        <p:grpSpPr>
          <a:xfrm>
            <a:off x="11258194" y="2555993"/>
            <a:ext cx="125934" cy="514900"/>
            <a:chOff x="5031474" y="2484463"/>
            <a:chExt cx="126000" cy="515168"/>
          </a:xfrm>
        </p:grpSpPr>
        <p:cxnSp>
          <p:nvCxnSpPr>
            <p:cNvPr id="40" name="Gerade Verbindung 97">
              <a:extLst>
                <a:ext uri="{FF2B5EF4-FFF2-40B4-BE49-F238E27FC236}">
                  <a16:creationId xmlns:a16="http://schemas.microsoft.com/office/drawing/2014/main" id="{087B6E78-419C-40F2-8319-5309D940B087}"/>
                </a:ext>
              </a:extLst>
            </p:cNvPr>
            <p:cNvCxnSpPr>
              <a:endCxn id="41" idx="0"/>
            </p:cNvCxnSpPr>
            <p:nvPr/>
          </p:nvCxnSpPr>
          <p:spPr bwMode="auto">
            <a:xfrm>
              <a:off x="5092271" y="2484463"/>
              <a:ext cx="2203" cy="389168"/>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1" name="Rechteck 40">
              <a:extLst>
                <a:ext uri="{FF2B5EF4-FFF2-40B4-BE49-F238E27FC236}">
                  <a16:creationId xmlns:a16="http://schemas.microsoft.com/office/drawing/2014/main" id="{7F6928E3-946E-435A-880B-632FE0A639F9}"/>
                </a:ext>
              </a:extLst>
            </p:cNvPr>
            <p:cNvSpPr/>
            <p:nvPr/>
          </p:nvSpPr>
          <p:spPr bwMode="auto">
            <a:xfrm>
              <a:off x="5031474" y="2873631"/>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sp>
        <p:nvSpPr>
          <p:cNvPr id="42" name="Rechteck 41">
            <a:extLst>
              <a:ext uri="{FF2B5EF4-FFF2-40B4-BE49-F238E27FC236}">
                <a16:creationId xmlns:a16="http://schemas.microsoft.com/office/drawing/2014/main" id="{50368B24-E18C-4480-9CA6-770BA6000A04}"/>
              </a:ext>
            </a:extLst>
          </p:cNvPr>
          <p:cNvSpPr/>
          <p:nvPr/>
        </p:nvSpPr>
        <p:spPr bwMode="auto">
          <a:xfrm>
            <a:off x="8827956" y="4309992"/>
            <a:ext cx="2686137" cy="224504"/>
          </a:xfrm>
          <a:prstGeom prst="rect">
            <a:avLst/>
          </a:prstGeom>
          <a:noFill/>
          <a:ln w="25400">
            <a:solidFill>
              <a:schemeClr val="accent1"/>
            </a:solidFill>
            <a:prstDash val="sysDash"/>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45" name="Gerade Verbindung mit Pfeil 44">
            <a:extLst>
              <a:ext uri="{FF2B5EF4-FFF2-40B4-BE49-F238E27FC236}">
                <a16:creationId xmlns:a16="http://schemas.microsoft.com/office/drawing/2014/main" id="{1A1F7D2A-ED55-42DE-9339-B4E1BA188E4B}"/>
              </a:ext>
            </a:extLst>
          </p:cNvPr>
          <p:cNvCxnSpPr/>
          <p:nvPr/>
        </p:nvCxnSpPr>
        <p:spPr bwMode="auto">
          <a:xfrm flipH="1">
            <a:off x="10399021" y="2480780"/>
            <a:ext cx="236083" cy="748578"/>
          </a:xfrm>
          <a:prstGeom prst="straightConnector1">
            <a:avLst/>
          </a:prstGeom>
          <a:solidFill>
            <a:schemeClr val="tx2"/>
          </a:solidFill>
          <a:ln w="5715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6" name="Gerade Verbindung mit Pfeil 45">
            <a:extLst>
              <a:ext uri="{FF2B5EF4-FFF2-40B4-BE49-F238E27FC236}">
                <a16:creationId xmlns:a16="http://schemas.microsoft.com/office/drawing/2014/main" id="{1E1738FC-8FA5-471A-AA37-A0813BC1DAE6}"/>
              </a:ext>
            </a:extLst>
          </p:cNvPr>
          <p:cNvCxnSpPr/>
          <p:nvPr/>
        </p:nvCxnSpPr>
        <p:spPr bwMode="auto">
          <a:xfrm>
            <a:off x="9354390" y="2688741"/>
            <a:ext cx="369811" cy="536043"/>
          </a:xfrm>
          <a:prstGeom prst="straightConnector1">
            <a:avLst/>
          </a:prstGeom>
          <a:solidFill>
            <a:schemeClr val="tx2"/>
          </a:solidFill>
          <a:ln w="5715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00" name="Text Box 16">
            <a:extLst>
              <a:ext uri="{FF2B5EF4-FFF2-40B4-BE49-F238E27FC236}">
                <a16:creationId xmlns:a16="http://schemas.microsoft.com/office/drawing/2014/main" id="{461746AA-45FD-4D3F-A983-D168D26EEC34}"/>
              </a:ext>
            </a:extLst>
          </p:cNvPr>
          <p:cNvSpPr txBox="1">
            <a:spLocks noChangeArrowheads="1"/>
          </p:cNvSpPr>
          <p:nvPr>
            <p:custDataLst>
              <p:tags r:id="rId7"/>
            </p:custDataLst>
          </p:nvPr>
        </p:nvSpPr>
        <p:spPr bwMode="auto">
          <a:xfrm>
            <a:off x="8130398" y="4332038"/>
            <a:ext cx="1060592"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solidFill>
                  <a:srgbClr val="3C464B"/>
                </a:solidFill>
              </a:rPr>
              <a:t>System IP (X1)</a:t>
            </a:r>
          </a:p>
        </p:txBody>
      </p:sp>
      <p:cxnSp>
        <p:nvCxnSpPr>
          <p:cNvPr id="49" name="Gerade Verbindung mit Pfeil 48">
            <a:extLst>
              <a:ext uri="{FF2B5EF4-FFF2-40B4-BE49-F238E27FC236}">
                <a16:creationId xmlns:a16="http://schemas.microsoft.com/office/drawing/2014/main" id="{72104392-E2E3-4D9C-A8BF-09205CEE981B}"/>
              </a:ext>
            </a:extLst>
          </p:cNvPr>
          <p:cNvCxnSpPr/>
          <p:nvPr/>
        </p:nvCxnSpPr>
        <p:spPr bwMode="auto">
          <a:xfrm flipV="1">
            <a:off x="8066671" y="4534496"/>
            <a:ext cx="461497" cy="148490"/>
          </a:xfrm>
          <a:prstGeom prst="straightConnector1">
            <a:avLst/>
          </a:prstGeom>
          <a:solidFill>
            <a:schemeClr val="tx2"/>
          </a:solidFill>
          <a:ln w="5715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52" name="Text Box 5">
            <a:extLst>
              <a:ext uri="{FF2B5EF4-FFF2-40B4-BE49-F238E27FC236}">
                <a16:creationId xmlns:a16="http://schemas.microsoft.com/office/drawing/2014/main" id="{6E7C709C-077B-4D95-87E1-272F4846DB0E}"/>
              </a:ext>
            </a:extLst>
          </p:cNvPr>
          <p:cNvSpPr txBox="1">
            <a:spLocks noChangeArrowheads="1"/>
          </p:cNvSpPr>
          <p:nvPr>
            <p:custDataLst>
              <p:tags r:id="rId8"/>
            </p:custDataLst>
          </p:nvPr>
        </p:nvSpPr>
        <p:spPr bwMode="auto">
          <a:xfrm>
            <a:off x="644834" y="1465648"/>
            <a:ext cx="6152983" cy="1002466"/>
          </a:xfrm>
          <a:prstGeom prst="rect">
            <a:avLst/>
          </a:prstGeom>
          <a:gradFill>
            <a:gsLst>
              <a:gs pos="83000">
                <a:srgbClr val="41AAC8"/>
              </a:gs>
              <a:gs pos="50000">
                <a:srgbClr val="32A0A0"/>
              </a:gs>
              <a:gs pos="0">
                <a:srgbClr val="4BB9B9"/>
              </a:gs>
              <a:gs pos="100000">
                <a:srgbClr val="2387AA"/>
              </a:gs>
            </a:gsLst>
            <a:lin ang="0" scaled="0"/>
          </a:gradFill>
          <a:ln>
            <a:noFill/>
          </a:ln>
          <a:effectLst/>
        </p:spPr>
        <p:txBody>
          <a:bodyPr lIns="89953" tIns="46776" rIns="89953" bIns="46776" anchor="ctr" anchorCtr="0"/>
          <a:lstStyle>
            <a:defPPr>
              <a:defRPr lang="de-DE"/>
            </a:defPPr>
            <a:lvl1pPr algn="ctr" defTabSz="762000" eaLnBrk="0" hangingPunct="0">
              <a:spcBef>
                <a:spcPct val="0"/>
              </a:spcBef>
              <a:buClrTx/>
              <a:buFontTx/>
              <a:buNone/>
              <a:defRPr sz="1800" b="1">
                <a:solidFill>
                  <a:schemeClr val="bg1"/>
                </a:solidFill>
                <a:latin typeface="Arial" charset="0"/>
              </a:defRPr>
            </a:lvl1pPr>
            <a:lvl2pPr marL="742950" indent="-285750" defTabSz="762000" eaLnBrk="0" hangingPunct="0">
              <a:defRPr sz="2000">
                <a:solidFill>
                  <a:schemeClr val="tx1"/>
                </a:solidFill>
                <a:latin typeface="Arial" charset="0"/>
              </a:defRPr>
            </a:lvl2pPr>
            <a:lvl3pPr marL="1143000" indent="-228600" defTabSz="762000" eaLnBrk="0" hangingPunct="0">
              <a:defRPr sz="2000">
                <a:solidFill>
                  <a:schemeClr val="tx1"/>
                </a:solidFill>
                <a:latin typeface="Arial" charset="0"/>
              </a:defRPr>
            </a:lvl3pPr>
            <a:lvl4pPr marL="1600200" indent="-228600" defTabSz="762000" eaLnBrk="0" hangingPunct="0">
              <a:defRPr sz="2000">
                <a:solidFill>
                  <a:schemeClr val="tx1"/>
                </a:solidFill>
                <a:latin typeface="Arial" charset="0"/>
              </a:defRPr>
            </a:lvl4pPr>
            <a:lvl5pPr marL="2057400" indent="-228600" defTabSz="762000" eaLnBrk="0" hangingPunct="0">
              <a:defRPr sz="2000">
                <a:solidFill>
                  <a:schemeClr val="tx1"/>
                </a:solidFill>
                <a:latin typeface="Arial" charset="0"/>
              </a:defRPr>
            </a:lvl5pPr>
            <a:lvl6pPr marL="25146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6pPr>
            <a:lvl7pPr marL="29718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7pPr>
            <a:lvl8pPr marL="34290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8pPr>
            <a:lvl9pPr marL="38862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9pPr>
          </a:lstStyle>
          <a:p>
            <a:pPr algn="l"/>
            <a:r>
              <a:rPr lang="en-US" sz="1799" b="0" dirty="0"/>
              <a:t>An HMI connection via the System IP addresses for a non-redundant network is possible in all cases.</a:t>
            </a:r>
          </a:p>
        </p:txBody>
      </p:sp>
      <p:sp>
        <p:nvSpPr>
          <p:cNvPr id="53" name="Rechteck 52">
            <a:extLst>
              <a:ext uri="{FF2B5EF4-FFF2-40B4-BE49-F238E27FC236}">
                <a16:creationId xmlns:a16="http://schemas.microsoft.com/office/drawing/2014/main" id="{0B9EB3F7-309B-4238-B241-74F70233E6B8}"/>
              </a:ext>
            </a:extLst>
          </p:cNvPr>
          <p:cNvSpPr/>
          <p:nvPr/>
        </p:nvSpPr>
        <p:spPr bwMode="auto">
          <a:xfrm>
            <a:off x="8827956" y="3403617"/>
            <a:ext cx="2686137" cy="224504"/>
          </a:xfrm>
          <a:prstGeom prst="rect">
            <a:avLst/>
          </a:prstGeom>
          <a:noFill/>
          <a:ln w="25400">
            <a:solidFill>
              <a:schemeClr val="accent1"/>
            </a:solidFill>
            <a:prstDash val="sysDash"/>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54" name="Text Box 16">
            <a:extLst>
              <a:ext uri="{FF2B5EF4-FFF2-40B4-BE49-F238E27FC236}">
                <a16:creationId xmlns:a16="http://schemas.microsoft.com/office/drawing/2014/main" id="{5C032ADD-0505-424F-9498-53B1E5713844}"/>
              </a:ext>
            </a:extLst>
          </p:cNvPr>
          <p:cNvSpPr txBox="1">
            <a:spLocks noChangeArrowheads="1"/>
          </p:cNvSpPr>
          <p:nvPr>
            <p:custDataLst>
              <p:tags r:id="rId9"/>
            </p:custDataLst>
          </p:nvPr>
        </p:nvSpPr>
        <p:spPr bwMode="auto">
          <a:xfrm>
            <a:off x="9646433" y="3229543"/>
            <a:ext cx="886000"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solidFill>
                  <a:srgbClr val="3C464B"/>
                </a:solidFill>
              </a:rPr>
              <a:t>System IP (X2)</a:t>
            </a:r>
          </a:p>
        </p:txBody>
      </p:sp>
      <p:grpSp>
        <p:nvGrpSpPr>
          <p:cNvPr id="56" name="Gruppieren 55">
            <a:extLst>
              <a:ext uri="{FF2B5EF4-FFF2-40B4-BE49-F238E27FC236}">
                <a16:creationId xmlns:a16="http://schemas.microsoft.com/office/drawing/2014/main" id="{B3D0AEA4-208D-43C0-8F32-0961F0202FA6}"/>
              </a:ext>
            </a:extLst>
          </p:cNvPr>
          <p:cNvGrpSpPr/>
          <p:nvPr/>
        </p:nvGrpSpPr>
        <p:grpSpPr>
          <a:xfrm>
            <a:off x="9175201" y="2964404"/>
            <a:ext cx="270634" cy="702377"/>
            <a:chOff x="9161873" y="2873631"/>
            <a:chExt cx="270775" cy="702743"/>
          </a:xfrm>
        </p:grpSpPr>
        <p:grpSp>
          <p:nvGrpSpPr>
            <p:cNvPr id="57" name="Gruppieren 56">
              <a:extLst>
                <a:ext uri="{FF2B5EF4-FFF2-40B4-BE49-F238E27FC236}">
                  <a16:creationId xmlns:a16="http://schemas.microsoft.com/office/drawing/2014/main" id="{E7C72B3F-6E61-4808-81DD-88CB2F6F195B}"/>
                </a:ext>
              </a:extLst>
            </p:cNvPr>
            <p:cNvGrpSpPr/>
            <p:nvPr/>
          </p:nvGrpSpPr>
          <p:grpSpPr>
            <a:xfrm>
              <a:off x="9223899" y="2936631"/>
              <a:ext cx="208749" cy="639743"/>
              <a:chOff x="9223899" y="2936631"/>
              <a:chExt cx="208749" cy="639743"/>
            </a:xfrm>
          </p:grpSpPr>
          <p:cxnSp>
            <p:nvCxnSpPr>
              <p:cNvPr id="59" name="Gerade Verbindung 77">
                <a:extLst>
                  <a:ext uri="{FF2B5EF4-FFF2-40B4-BE49-F238E27FC236}">
                    <a16:creationId xmlns:a16="http://schemas.microsoft.com/office/drawing/2014/main" id="{FA537BB9-B736-4E40-B2C1-B6D2941E99C5}"/>
                  </a:ext>
                </a:extLst>
              </p:cNvPr>
              <p:cNvCxnSpPr/>
              <p:nvPr/>
            </p:nvCxnSpPr>
            <p:spPr bwMode="auto">
              <a:xfrm>
                <a:off x="9223899" y="2936631"/>
                <a:ext cx="0" cy="639743"/>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0" name="Text Box 16">
                <a:extLst>
                  <a:ext uri="{FF2B5EF4-FFF2-40B4-BE49-F238E27FC236}">
                    <a16:creationId xmlns:a16="http://schemas.microsoft.com/office/drawing/2014/main" id="{0C3AA2B0-83C5-47D5-BC28-ECA1EBB08E0B}"/>
                  </a:ext>
                </a:extLst>
              </p:cNvPr>
              <p:cNvSpPr txBox="1">
                <a:spLocks noChangeArrowheads="1"/>
              </p:cNvSpPr>
              <p:nvPr>
                <p:custDataLst>
                  <p:tags r:id="rId40"/>
                </p:custDataLst>
              </p:nvPr>
            </p:nvSpPr>
            <p:spPr bwMode="auto">
              <a:xfrm>
                <a:off x="9277157" y="3379786"/>
                <a:ext cx="155491"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00963F"/>
                    </a:solidFill>
                  </a:rPr>
                  <a:t>X2</a:t>
                </a:r>
              </a:p>
            </p:txBody>
          </p:sp>
        </p:grpSp>
        <p:sp>
          <p:nvSpPr>
            <p:cNvPr id="58" name="Rechteck 57">
              <a:extLst>
                <a:ext uri="{FF2B5EF4-FFF2-40B4-BE49-F238E27FC236}">
                  <a16:creationId xmlns:a16="http://schemas.microsoft.com/office/drawing/2014/main" id="{83842388-FD46-4816-9203-10CF2E65C358}"/>
                </a:ext>
              </a:extLst>
            </p:cNvPr>
            <p:cNvSpPr/>
            <p:nvPr/>
          </p:nvSpPr>
          <p:spPr bwMode="auto">
            <a:xfrm>
              <a:off x="9161873" y="2873631"/>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61" name="Gruppieren 60">
            <a:extLst>
              <a:ext uri="{FF2B5EF4-FFF2-40B4-BE49-F238E27FC236}">
                <a16:creationId xmlns:a16="http://schemas.microsoft.com/office/drawing/2014/main" id="{6378C8DD-FACC-4D49-B006-ED9383F7E594}"/>
              </a:ext>
            </a:extLst>
          </p:cNvPr>
          <p:cNvGrpSpPr/>
          <p:nvPr/>
        </p:nvGrpSpPr>
        <p:grpSpPr>
          <a:xfrm>
            <a:off x="10629753" y="2964404"/>
            <a:ext cx="277517" cy="702377"/>
            <a:chOff x="10617183" y="2873631"/>
            <a:chExt cx="277662" cy="702743"/>
          </a:xfrm>
        </p:grpSpPr>
        <p:grpSp>
          <p:nvGrpSpPr>
            <p:cNvPr id="62" name="Gruppieren 61">
              <a:extLst>
                <a:ext uri="{FF2B5EF4-FFF2-40B4-BE49-F238E27FC236}">
                  <a16:creationId xmlns:a16="http://schemas.microsoft.com/office/drawing/2014/main" id="{E010D194-6370-4DBC-AEEB-D33AEE96A0CE}"/>
                </a:ext>
              </a:extLst>
            </p:cNvPr>
            <p:cNvGrpSpPr/>
            <p:nvPr/>
          </p:nvGrpSpPr>
          <p:grpSpPr>
            <a:xfrm>
              <a:off x="10680737" y="2936631"/>
              <a:ext cx="214108" cy="639743"/>
              <a:chOff x="10680737" y="2936631"/>
              <a:chExt cx="214108" cy="639743"/>
            </a:xfrm>
          </p:grpSpPr>
          <p:cxnSp>
            <p:nvCxnSpPr>
              <p:cNvPr id="64" name="Gerade Verbindung 80">
                <a:extLst>
                  <a:ext uri="{FF2B5EF4-FFF2-40B4-BE49-F238E27FC236}">
                    <a16:creationId xmlns:a16="http://schemas.microsoft.com/office/drawing/2014/main" id="{25139334-5CEE-432B-95C5-70CC9871B64C}"/>
                  </a:ext>
                </a:extLst>
              </p:cNvPr>
              <p:cNvCxnSpPr/>
              <p:nvPr/>
            </p:nvCxnSpPr>
            <p:spPr bwMode="auto">
              <a:xfrm>
                <a:off x="10680737" y="2936631"/>
                <a:ext cx="1" cy="639743"/>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5" name="Text Box 16">
                <a:extLst>
                  <a:ext uri="{FF2B5EF4-FFF2-40B4-BE49-F238E27FC236}">
                    <a16:creationId xmlns:a16="http://schemas.microsoft.com/office/drawing/2014/main" id="{D9A3B653-BF7C-4C62-8841-452CD4AB82E0}"/>
                  </a:ext>
                </a:extLst>
              </p:cNvPr>
              <p:cNvSpPr txBox="1">
                <a:spLocks noChangeArrowheads="1"/>
              </p:cNvSpPr>
              <p:nvPr>
                <p:custDataLst>
                  <p:tags r:id="rId39"/>
                </p:custDataLst>
              </p:nvPr>
            </p:nvSpPr>
            <p:spPr bwMode="auto">
              <a:xfrm>
                <a:off x="10739354" y="3379786"/>
                <a:ext cx="155491"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00963F"/>
                    </a:solidFill>
                  </a:rPr>
                  <a:t>X2</a:t>
                </a:r>
              </a:p>
            </p:txBody>
          </p:sp>
        </p:grpSp>
        <p:sp>
          <p:nvSpPr>
            <p:cNvPr id="63" name="Rechteck 62">
              <a:extLst>
                <a:ext uri="{FF2B5EF4-FFF2-40B4-BE49-F238E27FC236}">
                  <a16:creationId xmlns:a16="http://schemas.microsoft.com/office/drawing/2014/main" id="{90C3EFD6-315A-4D17-B001-CC6DB4FAD7D2}"/>
                </a:ext>
              </a:extLst>
            </p:cNvPr>
            <p:cNvSpPr/>
            <p:nvPr/>
          </p:nvSpPr>
          <p:spPr bwMode="auto">
            <a:xfrm>
              <a:off x="10617183" y="2873631"/>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66" name="Gruppieren 65">
            <a:extLst>
              <a:ext uri="{FF2B5EF4-FFF2-40B4-BE49-F238E27FC236}">
                <a16:creationId xmlns:a16="http://schemas.microsoft.com/office/drawing/2014/main" id="{405802DF-F439-496B-B678-3C19B34A7438}"/>
              </a:ext>
            </a:extLst>
          </p:cNvPr>
          <p:cNvGrpSpPr/>
          <p:nvPr/>
        </p:nvGrpSpPr>
        <p:grpSpPr>
          <a:xfrm>
            <a:off x="9718703" y="4157508"/>
            <a:ext cx="901319" cy="45695"/>
            <a:chOff x="7633471" y="4747708"/>
            <a:chExt cx="410801" cy="41364"/>
          </a:xfrm>
        </p:grpSpPr>
        <p:sp>
          <p:nvSpPr>
            <p:cNvPr id="67" name="Line 30">
              <a:extLst>
                <a:ext uri="{FF2B5EF4-FFF2-40B4-BE49-F238E27FC236}">
                  <a16:creationId xmlns:a16="http://schemas.microsoft.com/office/drawing/2014/main" id="{A7BC8212-99A6-4EEA-88CA-096C32831337}"/>
                </a:ext>
              </a:extLst>
            </p:cNvPr>
            <p:cNvSpPr>
              <a:spLocks noChangeShapeType="1"/>
            </p:cNvSpPr>
            <p:nvPr/>
          </p:nvSpPr>
          <p:spPr bwMode="auto">
            <a:xfrm>
              <a:off x="7633471" y="4789072"/>
              <a:ext cx="410801" cy="0"/>
            </a:xfrm>
            <a:prstGeom prst="line">
              <a:avLst/>
            </a:prstGeom>
            <a:noFill/>
            <a:ln w="19050" cap="flat" cmpd="sng" algn="ctr">
              <a:solidFill>
                <a:srgbClr val="EB780A"/>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68" name="Line 30">
              <a:extLst>
                <a:ext uri="{FF2B5EF4-FFF2-40B4-BE49-F238E27FC236}">
                  <a16:creationId xmlns:a16="http://schemas.microsoft.com/office/drawing/2014/main" id="{9E325B7C-AD15-40D2-9104-3DA9BFB09D6C}"/>
                </a:ext>
              </a:extLst>
            </p:cNvPr>
            <p:cNvSpPr>
              <a:spLocks noChangeShapeType="1"/>
            </p:cNvSpPr>
            <p:nvPr/>
          </p:nvSpPr>
          <p:spPr bwMode="auto">
            <a:xfrm>
              <a:off x="7633471" y="4747708"/>
              <a:ext cx="410801" cy="0"/>
            </a:xfrm>
            <a:prstGeom prst="line">
              <a:avLst/>
            </a:prstGeom>
            <a:noFill/>
            <a:ln w="19050" cap="flat" cmpd="sng" algn="ctr">
              <a:solidFill>
                <a:srgbClr val="EB780A"/>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grpSp>
      <p:cxnSp>
        <p:nvCxnSpPr>
          <p:cNvPr id="69" name="Gerade Verbindung 22">
            <a:extLst>
              <a:ext uri="{FF2B5EF4-FFF2-40B4-BE49-F238E27FC236}">
                <a16:creationId xmlns:a16="http://schemas.microsoft.com/office/drawing/2014/main" id="{125B35ED-C7F3-4D38-9CA8-68937DE2B029}"/>
              </a:ext>
            </a:extLst>
          </p:cNvPr>
          <p:cNvCxnSpPr/>
          <p:nvPr/>
        </p:nvCxnSpPr>
        <p:spPr bwMode="auto">
          <a:xfrm>
            <a:off x="9422879" y="5025004"/>
            <a:ext cx="0" cy="36552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Gerade Verbindung 23">
            <a:extLst>
              <a:ext uri="{FF2B5EF4-FFF2-40B4-BE49-F238E27FC236}">
                <a16:creationId xmlns:a16="http://schemas.microsoft.com/office/drawing/2014/main" id="{F3DD79FA-D65D-4900-9357-8A743D4B2080}"/>
              </a:ext>
            </a:extLst>
          </p:cNvPr>
          <p:cNvCxnSpPr/>
          <p:nvPr/>
        </p:nvCxnSpPr>
        <p:spPr bwMode="auto">
          <a:xfrm flipH="1">
            <a:off x="10546163" y="5031303"/>
            <a:ext cx="1" cy="4316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Ellipse 70">
            <a:extLst>
              <a:ext uri="{FF2B5EF4-FFF2-40B4-BE49-F238E27FC236}">
                <a16:creationId xmlns:a16="http://schemas.microsoft.com/office/drawing/2014/main" id="{A2D1B364-6DD5-4E26-B33F-C2C2AF9EF256}"/>
              </a:ext>
            </a:extLst>
          </p:cNvPr>
          <p:cNvSpPr/>
          <p:nvPr/>
        </p:nvSpPr>
        <p:spPr bwMode="auto">
          <a:xfrm>
            <a:off x="8429783" y="4607588"/>
            <a:ext cx="3200264" cy="423486"/>
          </a:xfrm>
          <a:prstGeom prst="ellips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buClr>
                <a:schemeClr val="accent1"/>
              </a:buClr>
              <a:buFont typeface="Wingdings" pitchFamily="2" charset="2"/>
            </a:pPr>
            <a:endParaRPr lang="en-US" sz="900" dirty="0">
              <a:latin typeface="Arial" charset="0"/>
            </a:endParaRPr>
          </a:p>
        </p:txBody>
      </p:sp>
      <p:sp>
        <p:nvSpPr>
          <p:cNvPr id="72" name="Rechteck 71">
            <a:extLst>
              <a:ext uri="{FF2B5EF4-FFF2-40B4-BE49-F238E27FC236}">
                <a16:creationId xmlns:a16="http://schemas.microsoft.com/office/drawing/2014/main" id="{DEFBB8E1-8C23-4ED2-B007-254ABB3333AF}"/>
              </a:ext>
            </a:extLst>
          </p:cNvPr>
          <p:cNvSpPr/>
          <p:nvPr/>
        </p:nvSpPr>
        <p:spPr bwMode="auto">
          <a:xfrm>
            <a:off x="10483195" y="4963567"/>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73" name="Rechteck 72">
            <a:extLst>
              <a:ext uri="{FF2B5EF4-FFF2-40B4-BE49-F238E27FC236}">
                <a16:creationId xmlns:a16="http://schemas.microsoft.com/office/drawing/2014/main" id="{5551E255-3C24-461A-9686-4BC16BF53FB3}"/>
              </a:ext>
            </a:extLst>
          </p:cNvPr>
          <p:cNvSpPr/>
          <p:nvPr/>
        </p:nvSpPr>
        <p:spPr bwMode="auto">
          <a:xfrm>
            <a:off x="9359911" y="4950386"/>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74" name="Text Box 16">
            <a:extLst>
              <a:ext uri="{FF2B5EF4-FFF2-40B4-BE49-F238E27FC236}">
                <a16:creationId xmlns:a16="http://schemas.microsoft.com/office/drawing/2014/main" id="{E4F7C7EC-84C9-455D-AF4B-718B767E45E5}"/>
              </a:ext>
            </a:extLst>
          </p:cNvPr>
          <p:cNvSpPr txBox="1">
            <a:spLocks noChangeArrowheads="1"/>
          </p:cNvSpPr>
          <p:nvPr>
            <p:custDataLst>
              <p:tags r:id="rId10"/>
            </p:custDataLst>
          </p:nvPr>
        </p:nvSpPr>
        <p:spPr bwMode="auto">
          <a:xfrm>
            <a:off x="9310754" y="4319481"/>
            <a:ext cx="155410"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00963F"/>
                </a:solidFill>
              </a:rPr>
              <a:t>X1</a:t>
            </a:r>
          </a:p>
        </p:txBody>
      </p:sp>
      <p:sp>
        <p:nvSpPr>
          <p:cNvPr id="75" name="Rechteck 74">
            <a:extLst>
              <a:ext uri="{FF2B5EF4-FFF2-40B4-BE49-F238E27FC236}">
                <a16:creationId xmlns:a16="http://schemas.microsoft.com/office/drawing/2014/main" id="{E756672F-614F-4827-BCC5-5FD6BB1EA81C}"/>
              </a:ext>
            </a:extLst>
          </p:cNvPr>
          <p:cNvSpPr/>
          <p:nvPr/>
        </p:nvSpPr>
        <p:spPr bwMode="auto">
          <a:xfrm>
            <a:off x="10619643" y="4575633"/>
            <a:ext cx="79160"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76" name="Gerade Verbindung 34">
            <a:extLst>
              <a:ext uri="{FF2B5EF4-FFF2-40B4-BE49-F238E27FC236}">
                <a16:creationId xmlns:a16="http://schemas.microsoft.com/office/drawing/2014/main" id="{B497F49E-91E2-4CD0-A625-B8CC397D5226}"/>
              </a:ext>
            </a:extLst>
          </p:cNvPr>
          <p:cNvCxnSpPr/>
          <p:nvPr/>
        </p:nvCxnSpPr>
        <p:spPr bwMode="auto">
          <a:xfrm>
            <a:off x="10718986" y="4296624"/>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Gerade Verbindung 35">
            <a:extLst>
              <a:ext uri="{FF2B5EF4-FFF2-40B4-BE49-F238E27FC236}">
                <a16:creationId xmlns:a16="http://schemas.microsoft.com/office/drawing/2014/main" id="{9E237FBE-33CB-4F60-A15A-8396201D8BF5}"/>
              </a:ext>
            </a:extLst>
          </p:cNvPr>
          <p:cNvCxnSpPr/>
          <p:nvPr/>
        </p:nvCxnSpPr>
        <p:spPr bwMode="auto">
          <a:xfrm>
            <a:off x="10609881" y="4172019"/>
            <a:ext cx="1" cy="4609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Rechteck 77">
            <a:extLst>
              <a:ext uri="{FF2B5EF4-FFF2-40B4-BE49-F238E27FC236}">
                <a16:creationId xmlns:a16="http://schemas.microsoft.com/office/drawing/2014/main" id="{D147BF92-CC0B-41D2-B331-1910B5DA6B3B}"/>
              </a:ext>
            </a:extLst>
          </p:cNvPr>
          <p:cNvSpPr/>
          <p:nvPr/>
        </p:nvSpPr>
        <p:spPr bwMode="auto">
          <a:xfrm>
            <a:off x="9181854" y="4562929"/>
            <a:ext cx="71963"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81" name="Gerade Verbindung 37">
            <a:extLst>
              <a:ext uri="{FF2B5EF4-FFF2-40B4-BE49-F238E27FC236}">
                <a16:creationId xmlns:a16="http://schemas.microsoft.com/office/drawing/2014/main" id="{B2E826F8-8A72-426F-AA25-A1C28821B0FB}"/>
              </a:ext>
            </a:extLst>
          </p:cNvPr>
          <p:cNvCxnSpPr/>
          <p:nvPr/>
        </p:nvCxnSpPr>
        <p:spPr bwMode="auto">
          <a:xfrm>
            <a:off x="9167949" y="4191375"/>
            <a:ext cx="1" cy="46176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9" name="product_distributed-io.png">
            <a:extLst>
              <a:ext uri="{FF2B5EF4-FFF2-40B4-BE49-F238E27FC236}">
                <a16:creationId xmlns:a16="http://schemas.microsoft.com/office/drawing/2014/main" id="{3C238F48-7E2A-4B00-89EC-EB4B22AA65BD}"/>
              </a:ext>
            </a:extLst>
          </p:cNvPr>
          <p:cNvPicPr>
            <a:picLocks noChangeAspect="1"/>
          </p:cNvPicPr>
          <p:nvPr>
            <p:custDataLst>
              <p:tags r:id="rId11"/>
            </p:custDataLst>
          </p:nvPr>
        </p:nvPicPr>
        <p:blipFill>
          <a:blip r:embed="rId45" cstate="print">
            <a:extLst>
              <a:ext uri="{28A0092B-C50C-407E-A947-70E740481C1C}">
                <a14:useLocalDpi xmlns:a14="http://schemas.microsoft.com/office/drawing/2010/main" val="0"/>
              </a:ext>
            </a:extLst>
          </a:blip>
          <a:stretch>
            <a:fillRect/>
          </a:stretch>
        </p:blipFill>
        <p:spPr>
          <a:xfrm>
            <a:off x="9377825" y="5256110"/>
            <a:ext cx="455031" cy="455031"/>
          </a:xfrm>
          <a:prstGeom prst="rect">
            <a:avLst/>
          </a:prstGeom>
        </p:spPr>
      </p:pic>
      <p:grpSp>
        <p:nvGrpSpPr>
          <p:cNvPr id="90" name="Gruppieren 89">
            <a:extLst>
              <a:ext uri="{FF2B5EF4-FFF2-40B4-BE49-F238E27FC236}">
                <a16:creationId xmlns:a16="http://schemas.microsoft.com/office/drawing/2014/main" id="{E989BFD2-A6B8-4508-985D-4E666EE0371C}"/>
              </a:ext>
            </a:extLst>
          </p:cNvPr>
          <p:cNvGrpSpPr>
            <a:grpSpLocks noChangeAspect="1"/>
          </p:cNvGrpSpPr>
          <p:nvPr/>
        </p:nvGrpSpPr>
        <p:grpSpPr>
          <a:xfrm>
            <a:off x="10482017" y="5256111"/>
            <a:ext cx="622096" cy="496392"/>
            <a:chOff x="4105359" y="1822075"/>
            <a:chExt cx="4583448" cy="3657299"/>
          </a:xfrm>
        </p:grpSpPr>
        <p:pic>
          <p:nvPicPr>
            <p:cNvPr id="91" name="product_simatic-s7-1500.png">
              <a:extLst>
                <a:ext uri="{FF2B5EF4-FFF2-40B4-BE49-F238E27FC236}">
                  <a16:creationId xmlns:a16="http://schemas.microsoft.com/office/drawing/2014/main" id="{054408DA-07CD-4711-B169-2C5F62820FB0}"/>
                </a:ext>
              </a:extLst>
            </p:cNvPr>
            <p:cNvPicPr>
              <a:picLocks noChangeAspect="1"/>
            </p:cNvPicPr>
            <p:nvPr>
              <p:custDataLst>
                <p:tags r:id="rId35"/>
              </p:custDataLst>
            </p:nvPr>
          </p:nvPicPr>
          <p:blipFill rotWithShape="1">
            <a:blip r:embed="rId46"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92" name="product_simatic-s7-1500.png">
              <a:extLst>
                <a:ext uri="{FF2B5EF4-FFF2-40B4-BE49-F238E27FC236}">
                  <a16:creationId xmlns:a16="http://schemas.microsoft.com/office/drawing/2014/main" id="{BF1CED83-EC97-460A-8153-E9B266E7C96F}"/>
                </a:ext>
              </a:extLst>
            </p:cNvPr>
            <p:cNvPicPr>
              <a:picLocks noChangeAspect="1"/>
            </p:cNvPicPr>
            <p:nvPr>
              <p:custDataLst>
                <p:tags r:id="rId36"/>
              </p:custDataLst>
            </p:nvPr>
          </p:nvPicPr>
          <p:blipFill rotWithShape="1">
            <a:blip r:embed="rId47"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102" name="product_simatic-s7-1500.png">
              <a:extLst>
                <a:ext uri="{FF2B5EF4-FFF2-40B4-BE49-F238E27FC236}">
                  <a16:creationId xmlns:a16="http://schemas.microsoft.com/office/drawing/2014/main" id="{7C729F54-AC42-4C0E-8F93-56A6273AD578}"/>
                </a:ext>
              </a:extLst>
            </p:cNvPr>
            <p:cNvPicPr>
              <a:picLocks noChangeAspect="1"/>
            </p:cNvPicPr>
            <p:nvPr>
              <p:custDataLst>
                <p:tags r:id="rId37"/>
              </p:custDataLst>
            </p:nvPr>
          </p:nvPicPr>
          <p:blipFill rotWithShape="1">
            <a:blip r:embed="rId48"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103" name="product_simatic-s7-1500.png">
              <a:extLst>
                <a:ext uri="{FF2B5EF4-FFF2-40B4-BE49-F238E27FC236}">
                  <a16:creationId xmlns:a16="http://schemas.microsoft.com/office/drawing/2014/main" id="{3793B301-AB22-4C19-B4B2-D3956FE0ADA4}"/>
                </a:ext>
              </a:extLst>
            </p:cNvPr>
            <p:cNvPicPr>
              <a:picLocks noChangeAspect="1"/>
            </p:cNvPicPr>
            <p:nvPr>
              <p:custDataLst>
                <p:tags r:id="rId38"/>
              </p:custDataLst>
            </p:nvPr>
          </p:nvPicPr>
          <p:blipFill rotWithShape="1">
            <a:blip r:embed="rId49"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cxnSp>
        <p:nvCxnSpPr>
          <p:cNvPr id="104" name="Gerade Verbindung 58">
            <a:extLst>
              <a:ext uri="{FF2B5EF4-FFF2-40B4-BE49-F238E27FC236}">
                <a16:creationId xmlns:a16="http://schemas.microsoft.com/office/drawing/2014/main" id="{B22F1A12-4B8A-46E2-B822-F96F76EDDFED}"/>
              </a:ext>
            </a:extLst>
          </p:cNvPr>
          <p:cNvCxnSpPr/>
          <p:nvPr/>
        </p:nvCxnSpPr>
        <p:spPr bwMode="auto">
          <a:xfrm>
            <a:off x="9270253" y="4297237"/>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 name="Text Box 16">
            <a:extLst>
              <a:ext uri="{FF2B5EF4-FFF2-40B4-BE49-F238E27FC236}">
                <a16:creationId xmlns:a16="http://schemas.microsoft.com/office/drawing/2014/main" id="{8645DC61-CFBA-492C-A5B0-4A42EE57648F}"/>
              </a:ext>
            </a:extLst>
          </p:cNvPr>
          <p:cNvSpPr txBox="1">
            <a:spLocks noChangeArrowheads="1"/>
          </p:cNvSpPr>
          <p:nvPr>
            <p:custDataLst>
              <p:tags r:id="rId12"/>
            </p:custDataLst>
          </p:nvPr>
        </p:nvSpPr>
        <p:spPr bwMode="auto">
          <a:xfrm>
            <a:off x="10760755" y="4319481"/>
            <a:ext cx="155410"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00963F"/>
                </a:solidFill>
              </a:rPr>
              <a:t>X1</a:t>
            </a:r>
          </a:p>
        </p:txBody>
      </p:sp>
      <p:grpSp>
        <p:nvGrpSpPr>
          <p:cNvPr id="106" name="Gruppieren 105">
            <a:extLst>
              <a:ext uri="{FF2B5EF4-FFF2-40B4-BE49-F238E27FC236}">
                <a16:creationId xmlns:a16="http://schemas.microsoft.com/office/drawing/2014/main" id="{F06D3D4F-76D3-4204-AB2E-CD8D0798452E}"/>
              </a:ext>
            </a:extLst>
          </p:cNvPr>
          <p:cNvGrpSpPr/>
          <p:nvPr/>
        </p:nvGrpSpPr>
        <p:grpSpPr>
          <a:xfrm>
            <a:off x="10539301" y="3666780"/>
            <a:ext cx="773894" cy="639977"/>
            <a:chOff x="5633257" y="2448326"/>
            <a:chExt cx="3891741" cy="2958295"/>
          </a:xfrm>
        </p:grpSpPr>
        <p:pic>
          <p:nvPicPr>
            <p:cNvPr id="107" name="product_simatic-s7-1500.png">
              <a:extLst>
                <a:ext uri="{FF2B5EF4-FFF2-40B4-BE49-F238E27FC236}">
                  <a16:creationId xmlns:a16="http://schemas.microsoft.com/office/drawing/2014/main" id="{17F7DBA3-7256-4F9D-BC72-21932125A5B2}"/>
                </a:ext>
              </a:extLst>
            </p:cNvPr>
            <p:cNvPicPr>
              <a:picLocks noChangeAspect="1"/>
            </p:cNvPicPr>
            <p:nvPr>
              <p:custDataLst>
                <p:tags r:id="rId32"/>
              </p:custDataLst>
            </p:nvPr>
          </p:nvPicPr>
          <p:blipFill rotWithShape="1">
            <a:blip r:embed="rId50"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p:spPr>
        </p:pic>
        <p:pic>
          <p:nvPicPr>
            <p:cNvPr id="110" name="product_simatic-s7-1500.png">
              <a:extLst>
                <a:ext uri="{FF2B5EF4-FFF2-40B4-BE49-F238E27FC236}">
                  <a16:creationId xmlns:a16="http://schemas.microsoft.com/office/drawing/2014/main" id="{686AECC3-F6C2-47F0-9DE7-3F145C952755}"/>
                </a:ext>
              </a:extLst>
            </p:cNvPr>
            <p:cNvPicPr>
              <a:picLocks noChangeAspect="1"/>
            </p:cNvPicPr>
            <p:nvPr>
              <p:custDataLst>
                <p:tags r:id="rId33"/>
              </p:custDataLst>
            </p:nvPr>
          </p:nvPicPr>
          <p:blipFill rotWithShape="1">
            <a:blip r:embed="rId51"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p:spPr>
        </p:pic>
        <p:pic>
          <p:nvPicPr>
            <p:cNvPr id="111" name="product_simatic-s7-1500.png">
              <a:extLst>
                <a:ext uri="{FF2B5EF4-FFF2-40B4-BE49-F238E27FC236}">
                  <a16:creationId xmlns:a16="http://schemas.microsoft.com/office/drawing/2014/main" id="{A1F116F9-AE54-4957-8EA0-3CA3BED36D42}"/>
                </a:ext>
              </a:extLst>
            </p:cNvPr>
            <p:cNvPicPr>
              <a:picLocks noChangeAspect="1"/>
            </p:cNvPicPr>
            <p:nvPr>
              <p:custDataLst>
                <p:tags r:id="rId34"/>
              </p:custDataLst>
            </p:nvPr>
          </p:nvPicPr>
          <p:blipFill rotWithShape="1">
            <a:blip r:embed="rId51"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p:spPr>
        </p:pic>
      </p:grpSp>
      <p:grpSp>
        <p:nvGrpSpPr>
          <p:cNvPr id="112" name="Gruppieren 111">
            <a:extLst>
              <a:ext uri="{FF2B5EF4-FFF2-40B4-BE49-F238E27FC236}">
                <a16:creationId xmlns:a16="http://schemas.microsoft.com/office/drawing/2014/main" id="{EB56FB21-C51D-4130-A1DC-05F217F6DED7}"/>
              </a:ext>
            </a:extLst>
          </p:cNvPr>
          <p:cNvGrpSpPr/>
          <p:nvPr/>
        </p:nvGrpSpPr>
        <p:grpSpPr>
          <a:xfrm>
            <a:off x="9087522" y="3666780"/>
            <a:ext cx="773894" cy="639977"/>
            <a:chOff x="5633257" y="2448326"/>
            <a:chExt cx="3891741" cy="2958295"/>
          </a:xfrm>
        </p:grpSpPr>
        <p:pic>
          <p:nvPicPr>
            <p:cNvPr id="113" name="product_simatic-s7-1500.png">
              <a:extLst>
                <a:ext uri="{FF2B5EF4-FFF2-40B4-BE49-F238E27FC236}">
                  <a16:creationId xmlns:a16="http://schemas.microsoft.com/office/drawing/2014/main" id="{32042231-D02E-4D4A-9D44-2A95EA58D317}"/>
                </a:ext>
              </a:extLst>
            </p:cNvPr>
            <p:cNvPicPr>
              <a:picLocks noChangeAspect="1"/>
            </p:cNvPicPr>
            <p:nvPr>
              <p:custDataLst>
                <p:tags r:id="rId29"/>
              </p:custDataLst>
            </p:nvPr>
          </p:nvPicPr>
          <p:blipFill rotWithShape="1">
            <a:blip r:embed="rId50"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p:spPr>
        </p:pic>
        <p:pic>
          <p:nvPicPr>
            <p:cNvPr id="116" name="product_simatic-s7-1500.png">
              <a:extLst>
                <a:ext uri="{FF2B5EF4-FFF2-40B4-BE49-F238E27FC236}">
                  <a16:creationId xmlns:a16="http://schemas.microsoft.com/office/drawing/2014/main" id="{65D4DC53-5A0E-4AE0-B8AB-3069665686C0}"/>
                </a:ext>
              </a:extLst>
            </p:cNvPr>
            <p:cNvPicPr>
              <a:picLocks noChangeAspect="1"/>
            </p:cNvPicPr>
            <p:nvPr>
              <p:custDataLst>
                <p:tags r:id="rId30"/>
              </p:custDataLst>
            </p:nvPr>
          </p:nvPicPr>
          <p:blipFill rotWithShape="1">
            <a:blip r:embed="rId51"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p:spPr>
        </p:pic>
        <p:pic>
          <p:nvPicPr>
            <p:cNvPr id="117" name="product_simatic-s7-1500.png">
              <a:extLst>
                <a:ext uri="{FF2B5EF4-FFF2-40B4-BE49-F238E27FC236}">
                  <a16:creationId xmlns:a16="http://schemas.microsoft.com/office/drawing/2014/main" id="{3DAED112-55E6-4618-AE53-44BD403C5B56}"/>
                </a:ext>
              </a:extLst>
            </p:cNvPr>
            <p:cNvPicPr>
              <a:picLocks noChangeAspect="1"/>
            </p:cNvPicPr>
            <p:nvPr>
              <p:custDataLst>
                <p:tags r:id="rId31"/>
              </p:custDataLst>
            </p:nvPr>
          </p:nvPicPr>
          <p:blipFill rotWithShape="1">
            <a:blip r:embed="rId51"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p:spPr>
        </p:pic>
      </p:grpSp>
      <p:sp>
        <p:nvSpPr>
          <p:cNvPr id="97" name="Rechteck 96">
            <a:extLst>
              <a:ext uri="{FF2B5EF4-FFF2-40B4-BE49-F238E27FC236}">
                <a16:creationId xmlns:a16="http://schemas.microsoft.com/office/drawing/2014/main" id="{2CECEEEB-FB21-4381-A446-AEB7ECF56BAC}"/>
              </a:ext>
            </a:extLst>
          </p:cNvPr>
          <p:cNvSpPr/>
          <p:nvPr/>
        </p:nvSpPr>
        <p:spPr bwMode="auto">
          <a:xfrm>
            <a:off x="8366815" y="4747158"/>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3" name="Textfeld 2">
            <a:extLst>
              <a:ext uri="{FF2B5EF4-FFF2-40B4-BE49-F238E27FC236}">
                <a16:creationId xmlns:a16="http://schemas.microsoft.com/office/drawing/2014/main" id="{8951D3B9-7361-4030-A0FE-E2C23F936794}"/>
              </a:ext>
            </a:extLst>
          </p:cNvPr>
          <p:cNvSpPr txBox="1"/>
          <p:nvPr/>
        </p:nvSpPr>
        <p:spPr>
          <a:xfrm>
            <a:off x="644253" y="2634969"/>
            <a:ext cx="6296923" cy="1080377"/>
          </a:xfrm>
          <a:prstGeom prst="rect">
            <a:avLst/>
          </a:prstGeom>
          <a:noFill/>
        </p:spPr>
        <p:txBody>
          <a:bodyPr vert="horz" wrap="square" lIns="0" tIns="0" rIns="0" bIns="0" rtlCol="0">
            <a:noAutofit/>
          </a:bodyPr>
          <a:lstStyle/>
          <a:p>
            <a:pPr fontAlgn="base">
              <a:lnSpc>
                <a:spcPct val="110000"/>
              </a:lnSpc>
              <a:spcAft>
                <a:spcPct val="0"/>
              </a:spcAft>
            </a:pPr>
            <a:r>
              <a:rPr lang="en-US" sz="1199" dirty="0">
                <a:latin typeface="Arial"/>
                <a:ea typeface="Arial Unicode MS" panose="020B0604020202020204" pitchFamily="34" charset="-128"/>
                <a:cs typeface="Arial Unicode MS" panose="020B0604020202020204" pitchFamily="34" charset="-128"/>
              </a:rPr>
              <a:t>Note when connected via X2:</a:t>
            </a:r>
          </a:p>
          <a:p>
            <a:pPr fontAlgn="base">
              <a:lnSpc>
                <a:spcPct val="110000"/>
              </a:lnSpc>
              <a:spcAft>
                <a:spcPct val="0"/>
              </a:spcAft>
            </a:pPr>
            <a:r>
              <a:rPr lang="en-US" sz="1199" dirty="0">
                <a:latin typeface="Arial"/>
                <a:ea typeface="Arial Unicode MS" panose="020B0604020202020204" pitchFamily="34" charset="-128"/>
                <a:cs typeface="Arial Unicode MS" panose="020B0604020202020204" pitchFamily="34" charset="-128"/>
              </a:rPr>
              <a:t>If the connection to the Primary PLC is interrupted, communication with the R/H system is no longer possible because the System IP address remains with the Primary PLC. In this case, the role of the PLCs can be changed programmatically to remedy the situation. See slide </a:t>
            </a:r>
            <a:r>
              <a:rPr lang="en-US" sz="1199" dirty="0">
                <a:latin typeface="Arial"/>
                <a:ea typeface="Arial Unicode MS" panose="020B0604020202020204" pitchFamily="34" charset="-128"/>
                <a:cs typeface="Arial Unicode MS" panose="020B0604020202020204" pitchFamily="34" charset="-128"/>
                <a:hlinkClick r:id="rId52" action="ppaction://hlinksldjump">
                  <a:extLst>
                    <a:ext uri="{A12FA001-AC4F-418D-AE19-62706E023703}">
                      <ahyp:hlinkClr xmlns:ahyp="http://schemas.microsoft.com/office/drawing/2018/hyperlinkcolor" val="tx"/>
                    </a:ext>
                  </a:extLst>
                </a:hlinkClick>
              </a:rPr>
              <a:t>RH_CTRL Instruction</a:t>
            </a:r>
            <a:r>
              <a:rPr lang="en-US" sz="1199" dirty="0">
                <a:latin typeface="Arial"/>
                <a:ea typeface="Arial Unicode MS" panose="020B0604020202020204" pitchFamily="34" charset="-128"/>
                <a:cs typeface="Arial Unicode MS" panose="020B0604020202020204" pitchFamily="34" charset="-128"/>
              </a:rPr>
              <a:t> </a:t>
            </a:r>
          </a:p>
          <a:p>
            <a:pPr fontAlgn="base">
              <a:lnSpc>
                <a:spcPct val="110000"/>
              </a:lnSpc>
              <a:spcAft>
                <a:spcPct val="0"/>
              </a:spcAft>
            </a:pPr>
            <a:endParaRPr lang="en-US" sz="1199" dirty="0">
              <a:latin typeface="Arial"/>
              <a:ea typeface="Arial Unicode MS" panose="020B0604020202020204" pitchFamily="34" charset="-128"/>
              <a:cs typeface="Arial Unicode MS" panose="020B0604020202020204" pitchFamily="34" charset="-128"/>
            </a:endParaRPr>
          </a:p>
        </p:txBody>
      </p:sp>
      <p:cxnSp>
        <p:nvCxnSpPr>
          <p:cNvPr id="88" name="Gerade Verbindung 75">
            <a:extLst>
              <a:ext uri="{FF2B5EF4-FFF2-40B4-BE49-F238E27FC236}">
                <a16:creationId xmlns:a16="http://schemas.microsoft.com/office/drawing/2014/main" id="{6D2C51A3-9494-4D9A-9F54-48853369638A}"/>
              </a:ext>
            </a:extLst>
          </p:cNvPr>
          <p:cNvCxnSpPr/>
          <p:nvPr/>
        </p:nvCxnSpPr>
        <p:spPr bwMode="auto">
          <a:xfrm>
            <a:off x="1331161" y="4904403"/>
            <a:ext cx="1494400" cy="7283"/>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6" name="Gerade Verbindung 83">
            <a:extLst>
              <a:ext uri="{FF2B5EF4-FFF2-40B4-BE49-F238E27FC236}">
                <a16:creationId xmlns:a16="http://schemas.microsoft.com/office/drawing/2014/main" id="{AC69DE94-BA5F-44FF-97B9-D5D062E8CBE7}"/>
              </a:ext>
            </a:extLst>
          </p:cNvPr>
          <p:cNvCxnSpPr>
            <a:cxnSpLocks/>
          </p:cNvCxnSpPr>
          <p:nvPr/>
        </p:nvCxnSpPr>
        <p:spPr bwMode="auto">
          <a:xfrm>
            <a:off x="1619022" y="4911686"/>
            <a:ext cx="0" cy="396552"/>
          </a:xfrm>
          <a:prstGeom prst="line">
            <a:avLst/>
          </a:prstGeom>
          <a:solidFill>
            <a:schemeClr val="tx2"/>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01" name="Rechteck 100">
            <a:extLst>
              <a:ext uri="{FF2B5EF4-FFF2-40B4-BE49-F238E27FC236}">
                <a16:creationId xmlns:a16="http://schemas.microsoft.com/office/drawing/2014/main" id="{68BFCE93-613C-4CAE-922C-8E94C259CCF1}"/>
              </a:ext>
            </a:extLst>
          </p:cNvPr>
          <p:cNvSpPr/>
          <p:nvPr/>
        </p:nvSpPr>
        <p:spPr bwMode="auto">
          <a:xfrm>
            <a:off x="1581593" y="4872635"/>
            <a:ext cx="76035" cy="78102"/>
          </a:xfrm>
          <a:prstGeom prst="rect">
            <a:avLst/>
          </a:prstGeom>
          <a:solidFill>
            <a:srgbClr val="FF7C80"/>
          </a:solidFill>
          <a:ln w="9525" cap="flat" cmpd="sng" algn="ctr">
            <a:solidFill>
              <a:srgbClr val="FF0000"/>
            </a:solidFill>
            <a:prstDash val="solid"/>
            <a:round/>
            <a:headEnd type="none" w="med" len="med"/>
            <a:tailEnd type="none" w="med" len="med"/>
          </a:ln>
          <a:effectLst/>
        </p:spPr>
        <p:txBody>
          <a:bodyPr rtlCol="0" anchor="ctr"/>
          <a:lstStyle/>
          <a:p>
            <a:pPr algn="ctr"/>
            <a:endParaRPr lang="en-US" sz="1199" b="1" dirty="0"/>
          </a:p>
        </p:txBody>
      </p:sp>
      <p:cxnSp>
        <p:nvCxnSpPr>
          <p:cNvPr id="109" name="Gerade Verbindung 88">
            <a:extLst>
              <a:ext uri="{FF2B5EF4-FFF2-40B4-BE49-F238E27FC236}">
                <a16:creationId xmlns:a16="http://schemas.microsoft.com/office/drawing/2014/main" id="{04707CD2-54C7-4107-B683-7416212872D5}"/>
              </a:ext>
            </a:extLst>
          </p:cNvPr>
          <p:cNvCxnSpPr>
            <a:cxnSpLocks/>
          </p:cNvCxnSpPr>
          <p:nvPr/>
        </p:nvCxnSpPr>
        <p:spPr bwMode="auto">
          <a:xfrm>
            <a:off x="2498159" y="4911686"/>
            <a:ext cx="1" cy="396552"/>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14" name="Rechteck 113">
            <a:extLst>
              <a:ext uri="{FF2B5EF4-FFF2-40B4-BE49-F238E27FC236}">
                <a16:creationId xmlns:a16="http://schemas.microsoft.com/office/drawing/2014/main" id="{A91AAB34-D1D8-4DE3-9026-AA009E4B6F0B}"/>
              </a:ext>
            </a:extLst>
          </p:cNvPr>
          <p:cNvSpPr/>
          <p:nvPr/>
        </p:nvSpPr>
        <p:spPr bwMode="auto">
          <a:xfrm>
            <a:off x="2459808" y="4872635"/>
            <a:ext cx="76035" cy="78102"/>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118" name="Text Box 16">
            <a:extLst>
              <a:ext uri="{FF2B5EF4-FFF2-40B4-BE49-F238E27FC236}">
                <a16:creationId xmlns:a16="http://schemas.microsoft.com/office/drawing/2014/main" id="{64DE4CC8-5B01-49F5-8770-557D5035AA56}"/>
              </a:ext>
            </a:extLst>
          </p:cNvPr>
          <p:cNvSpPr txBox="1">
            <a:spLocks noChangeArrowheads="1"/>
          </p:cNvSpPr>
          <p:nvPr>
            <p:custDataLst>
              <p:tags r:id="rId13"/>
            </p:custDataLst>
          </p:nvPr>
        </p:nvSpPr>
        <p:spPr bwMode="auto">
          <a:xfrm>
            <a:off x="1075659" y="5174581"/>
            <a:ext cx="527113" cy="123047"/>
          </a:xfrm>
          <a:prstGeom prst="rect">
            <a:avLst/>
          </a:prstGeom>
          <a:noFill/>
          <a:ln>
            <a:noFill/>
          </a:ln>
          <a:effectLst/>
        </p:spPr>
        <p:txBody>
          <a:bodyPr wrap="none" lIns="0" tIns="0" rIns="0" bIns="0">
            <a:spAutoFit/>
          </a:bodyPr>
          <a:lstStyle>
            <a:defPPr>
              <a:defRPr lang="de-DE"/>
            </a:defPPr>
            <a:lvl1pPr eaLnBrk="1" hangingPunct="1">
              <a:defRPr sz="1000" b="1">
                <a:solidFill>
                  <a:schemeClr val="bg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r>
              <a:rPr lang="en-US" altLang="de-DE" sz="800" dirty="0">
                <a:solidFill>
                  <a:schemeClr val="tx1"/>
                </a:solidFill>
              </a:rPr>
              <a:t>System-IP</a:t>
            </a:r>
            <a:r>
              <a:rPr lang="en-US" altLang="de-DE" sz="800" dirty="0"/>
              <a:t> </a:t>
            </a:r>
          </a:p>
        </p:txBody>
      </p:sp>
      <p:grpSp>
        <p:nvGrpSpPr>
          <p:cNvPr id="119" name="Gruppieren 118">
            <a:extLst>
              <a:ext uri="{FF2B5EF4-FFF2-40B4-BE49-F238E27FC236}">
                <a16:creationId xmlns:a16="http://schemas.microsoft.com/office/drawing/2014/main" id="{61C2E6C1-4E8B-4BDC-ABBE-68DA385461E2}"/>
              </a:ext>
            </a:extLst>
          </p:cNvPr>
          <p:cNvGrpSpPr/>
          <p:nvPr/>
        </p:nvGrpSpPr>
        <p:grpSpPr>
          <a:xfrm>
            <a:off x="1493079" y="5313488"/>
            <a:ext cx="1335373" cy="396904"/>
            <a:chOff x="8964403" y="2948770"/>
            <a:chExt cx="2212877" cy="640310"/>
          </a:xfrm>
          <a:solidFill>
            <a:schemeClr val="tx1"/>
          </a:solidFill>
        </p:grpSpPr>
        <p:grpSp>
          <p:nvGrpSpPr>
            <p:cNvPr id="120" name="Gruppieren 119">
              <a:extLst>
                <a:ext uri="{FF2B5EF4-FFF2-40B4-BE49-F238E27FC236}">
                  <a16:creationId xmlns:a16="http://schemas.microsoft.com/office/drawing/2014/main" id="{D574E8C8-A3BD-4084-B10F-F693B7A69F9F}"/>
                </a:ext>
              </a:extLst>
            </p:cNvPr>
            <p:cNvGrpSpPr/>
            <p:nvPr/>
          </p:nvGrpSpPr>
          <p:grpSpPr>
            <a:xfrm>
              <a:off x="8964403" y="2948770"/>
              <a:ext cx="774297" cy="640310"/>
              <a:chOff x="5633257" y="2448326"/>
              <a:chExt cx="3891741" cy="2958295"/>
            </a:xfrm>
            <a:grpFill/>
          </p:grpSpPr>
          <p:pic>
            <p:nvPicPr>
              <p:cNvPr id="127" name="product_simatic-s7-1500.png">
                <a:extLst>
                  <a:ext uri="{FF2B5EF4-FFF2-40B4-BE49-F238E27FC236}">
                    <a16:creationId xmlns:a16="http://schemas.microsoft.com/office/drawing/2014/main" id="{8A29D17D-7A9A-4880-8ED9-1180DC4116A2}"/>
                  </a:ext>
                </a:extLst>
              </p:cNvPr>
              <p:cNvPicPr>
                <a:picLocks noChangeAspect="1"/>
              </p:cNvPicPr>
              <p:nvPr>
                <p:custDataLst>
                  <p:tags r:id="rId26"/>
                </p:custDataLst>
              </p:nvPr>
            </p:nvPicPr>
            <p:blipFill rotWithShape="1">
              <a:blip r:embed="rId53"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28" name="product_simatic-s7-1500.png">
                <a:extLst>
                  <a:ext uri="{FF2B5EF4-FFF2-40B4-BE49-F238E27FC236}">
                    <a16:creationId xmlns:a16="http://schemas.microsoft.com/office/drawing/2014/main" id="{375A8B6E-A7D7-4759-88F2-8A08B5BF6E47}"/>
                  </a:ext>
                </a:extLst>
              </p:cNvPr>
              <p:cNvPicPr>
                <a:picLocks noChangeAspect="1"/>
              </p:cNvPicPr>
              <p:nvPr>
                <p:custDataLst>
                  <p:tags r:id="rId27"/>
                </p:custDataLst>
              </p:nvPr>
            </p:nvPicPr>
            <p:blipFill rotWithShape="1">
              <a:blip r:embed="rId5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29" name="product_simatic-s7-1500.png">
                <a:extLst>
                  <a:ext uri="{FF2B5EF4-FFF2-40B4-BE49-F238E27FC236}">
                    <a16:creationId xmlns:a16="http://schemas.microsoft.com/office/drawing/2014/main" id="{DAB81C3A-AAEA-4147-B9EF-62C256826219}"/>
                  </a:ext>
                </a:extLst>
              </p:cNvPr>
              <p:cNvPicPr>
                <a:picLocks noChangeAspect="1"/>
              </p:cNvPicPr>
              <p:nvPr>
                <p:custDataLst>
                  <p:tags r:id="rId28"/>
                </p:custDataLst>
              </p:nvPr>
            </p:nvPicPr>
            <p:blipFill rotWithShape="1">
              <a:blip r:embed="rId55"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21" name="Gruppieren 120">
              <a:extLst>
                <a:ext uri="{FF2B5EF4-FFF2-40B4-BE49-F238E27FC236}">
                  <a16:creationId xmlns:a16="http://schemas.microsoft.com/office/drawing/2014/main" id="{5F60A264-4BCF-4846-BB22-403385C3A08D}"/>
                </a:ext>
              </a:extLst>
            </p:cNvPr>
            <p:cNvGrpSpPr/>
            <p:nvPr/>
          </p:nvGrpSpPr>
          <p:grpSpPr>
            <a:xfrm>
              <a:off x="10402983" y="2948770"/>
              <a:ext cx="774297" cy="640310"/>
              <a:chOff x="5633257" y="2448326"/>
              <a:chExt cx="3891741" cy="2958295"/>
            </a:xfrm>
            <a:grpFill/>
          </p:grpSpPr>
          <p:pic>
            <p:nvPicPr>
              <p:cNvPr id="124" name="product_simatic-s7-1500.png">
                <a:extLst>
                  <a:ext uri="{FF2B5EF4-FFF2-40B4-BE49-F238E27FC236}">
                    <a16:creationId xmlns:a16="http://schemas.microsoft.com/office/drawing/2014/main" id="{386AF825-69B8-4BFC-B51D-94B60AB40A37}"/>
                  </a:ext>
                </a:extLst>
              </p:cNvPr>
              <p:cNvPicPr>
                <a:picLocks noChangeAspect="1"/>
              </p:cNvPicPr>
              <p:nvPr>
                <p:custDataLst>
                  <p:tags r:id="rId23"/>
                </p:custDataLst>
              </p:nvPr>
            </p:nvPicPr>
            <p:blipFill rotWithShape="1">
              <a:blip r:embed="rId53" cstate="print">
                <a:extLst>
                  <a:ext uri="{28A0092B-C50C-407E-A947-70E740481C1C}">
                    <a14:useLocalDpi xmlns:a14="http://schemas.microsoft.com/office/drawing/2010/main" val="0"/>
                  </a:ext>
                </a:extLst>
              </a:blip>
              <a:srcRect l="52991" r="26080"/>
              <a:stretch/>
            </p:blipFill>
            <p:spPr>
              <a:xfrm>
                <a:off x="7181852" y="2448326"/>
                <a:ext cx="1562101" cy="2958295"/>
              </a:xfrm>
              <a:prstGeom prst="rect">
                <a:avLst/>
              </a:prstGeom>
              <a:grpFill/>
            </p:spPr>
          </p:pic>
          <p:pic>
            <p:nvPicPr>
              <p:cNvPr id="125" name="product_simatic-s7-1500.png">
                <a:extLst>
                  <a:ext uri="{FF2B5EF4-FFF2-40B4-BE49-F238E27FC236}">
                    <a16:creationId xmlns:a16="http://schemas.microsoft.com/office/drawing/2014/main" id="{87178666-8BA2-48AA-8CC6-796AB0FDD5EA}"/>
                  </a:ext>
                </a:extLst>
              </p:cNvPr>
              <p:cNvPicPr>
                <a:picLocks noChangeAspect="1"/>
              </p:cNvPicPr>
              <p:nvPr>
                <p:custDataLst>
                  <p:tags r:id="rId24"/>
                </p:custDataLst>
              </p:nvPr>
            </p:nvPicPr>
            <p:blipFill rotWithShape="1">
              <a:blip r:embed="rId5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26" name="product_simatic-s7-1500.png">
                <a:extLst>
                  <a:ext uri="{FF2B5EF4-FFF2-40B4-BE49-F238E27FC236}">
                    <a16:creationId xmlns:a16="http://schemas.microsoft.com/office/drawing/2014/main" id="{F8BACBFC-AB3C-48E5-9EDD-2A33135D563B}"/>
                  </a:ext>
                </a:extLst>
              </p:cNvPr>
              <p:cNvPicPr>
                <a:picLocks noChangeAspect="1"/>
              </p:cNvPicPr>
              <p:nvPr>
                <p:custDataLst>
                  <p:tags r:id="rId25"/>
                </p:custDataLst>
              </p:nvPr>
            </p:nvPicPr>
            <p:blipFill rotWithShape="1">
              <a:blip r:embed="rId55"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22" name="Line 29">
              <a:extLst>
                <a:ext uri="{FF2B5EF4-FFF2-40B4-BE49-F238E27FC236}">
                  <a16:creationId xmlns:a16="http://schemas.microsoft.com/office/drawing/2014/main" id="{F8EBBCB3-AC83-4B21-BF3D-03C72DA594D5}"/>
                </a:ext>
              </a:extLst>
            </p:cNvPr>
            <p:cNvSpPr>
              <a:spLocks noChangeShapeType="1"/>
            </p:cNvSpPr>
            <p:nvPr/>
          </p:nvSpPr>
          <p:spPr bwMode="auto">
            <a:xfrm>
              <a:off x="9738701" y="3465004"/>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123" name="Line 30">
              <a:extLst>
                <a:ext uri="{FF2B5EF4-FFF2-40B4-BE49-F238E27FC236}">
                  <a16:creationId xmlns:a16="http://schemas.microsoft.com/office/drawing/2014/main" id="{942022F2-65F9-4A2B-8815-62D63C0C6F48}"/>
                </a:ext>
              </a:extLst>
            </p:cNvPr>
            <p:cNvSpPr>
              <a:spLocks noChangeShapeType="1"/>
            </p:cNvSpPr>
            <p:nvPr/>
          </p:nvSpPr>
          <p:spPr bwMode="auto">
            <a:xfrm>
              <a:off x="9738700" y="3516665"/>
              <a:ext cx="664283"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grpSp>
      <p:sp>
        <p:nvSpPr>
          <p:cNvPr id="130" name="Textfeld 129">
            <a:extLst>
              <a:ext uri="{FF2B5EF4-FFF2-40B4-BE49-F238E27FC236}">
                <a16:creationId xmlns:a16="http://schemas.microsoft.com/office/drawing/2014/main" id="{CD6B07D1-7F54-4624-A1D1-1437C26FA1EB}"/>
              </a:ext>
            </a:extLst>
          </p:cNvPr>
          <p:cNvSpPr txBox="1"/>
          <p:nvPr/>
        </p:nvSpPr>
        <p:spPr>
          <a:xfrm>
            <a:off x="1564005" y="5742307"/>
            <a:ext cx="347629" cy="135157"/>
          </a:xfrm>
          <a:prstGeom prst="rect">
            <a:avLst/>
          </a:prstGeom>
          <a:noFill/>
        </p:spPr>
        <p:txBody>
          <a:bodyPr vert="horz" wrap="none" lIns="0" tIns="0" rIns="0" bIns="0" rtlCol="0">
            <a:noAutofit/>
          </a:bodyPr>
          <a:lstStyle/>
          <a:p>
            <a:pPr fontAlgn="base">
              <a:lnSpc>
                <a:spcPct val="110000"/>
              </a:lnSpc>
              <a:spcAft>
                <a:spcPct val="0"/>
              </a:spcAft>
            </a:pPr>
            <a:r>
              <a:rPr lang="en-US" sz="700" b="1" dirty="0">
                <a:latin typeface="Arial"/>
                <a:ea typeface="Arial Unicode MS" panose="020B0604020202020204" pitchFamily="34" charset="-128"/>
                <a:cs typeface="Arial Unicode MS" panose="020B0604020202020204" pitchFamily="34" charset="-128"/>
              </a:rPr>
              <a:t>Primary</a:t>
            </a:r>
          </a:p>
        </p:txBody>
      </p:sp>
      <p:cxnSp>
        <p:nvCxnSpPr>
          <p:cNvPr id="136" name="Gerade Verbindung 78">
            <a:extLst>
              <a:ext uri="{FF2B5EF4-FFF2-40B4-BE49-F238E27FC236}">
                <a16:creationId xmlns:a16="http://schemas.microsoft.com/office/drawing/2014/main" id="{1D035576-D45C-48AB-8BC9-B9CE7D163FA8}"/>
              </a:ext>
            </a:extLst>
          </p:cNvPr>
          <p:cNvCxnSpPr/>
          <p:nvPr/>
        </p:nvCxnSpPr>
        <p:spPr bwMode="auto">
          <a:xfrm>
            <a:off x="2011478" y="4615074"/>
            <a:ext cx="0" cy="296613"/>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37" name="Rechteck 136">
            <a:extLst>
              <a:ext uri="{FF2B5EF4-FFF2-40B4-BE49-F238E27FC236}">
                <a16:creationId xmlns:a16="http://schemas.microsoft.com/office/drawing/2014/main" id="{0BD8640E-9A65-43C9-8AB4-47FB2B73590A}"/>
              </a:ext>
            </a:extLst>
          </p:cNvPr>
          <p:cNvSpPr/>
          <p:nvPr/>
        </p:nvSpPr>
        <p:spPr bwMode="auto">
          <a:xfrm>
            <a:off x="1980319" y="4872635"/>
            <a:ext cx="76035" cy="78102"/>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cxnSp>
        <p:nvCxnSpPr>
          <p:cNvPr id="138" name="Gerade Verbindung mit Pfeil 137">
            <a:extLst>
              <a:ext uri="{FF2B5EF4-FFF2-40B4-BE49-F238E27FC236}">
                <a16:creationId xmlns:a16="http://schemas.microsoft.com/office/drawing/2014/main" id="{4B0438F1-BD4A-4246-830B-D7FAEC6F4B02}"/>
              </a:ext>
            </a:extLst>
          </p:cNvPr>
          <p:cNvCxnSpPr/>
          <p:nvPr/>
        </p:nvCxnSpPr>
        <p:spPr bwMode="auto">
          <a:xfrm flipH="1">
            <a:off x="1468320" y="4615073"/>
            <a:ext cx="253008" cy="576036"/>
          </a:xfrm>
          <a:prstGeom prst="straightConnector1">
            <a:avLst/>
          </a:prstGeom>
          <a:solidFill>
            <a:schemeClr val="tx2"/>
          </a:solidFill>
          <a:ln w="5715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41" name="Gewitterblitz 140">
            <a:extLst>
              <a:ext uri="{FF2B5EF4-FFF2-40B4-BE49-F238E27FC236}">
                <a16:creationId xmlns:a16="http://schemas.microsoft.com/office/drawing/2014/main" id="{A89CA9FC-D5DF-4AB9-A92D-6DC755E5D6CF}"/>
              </a:ext>
            </a:extLst>
          </p:cNvPr>
          <p:cNvSpPr/>
          <p:nvPr/>
        </p:nvSpPr>
        <p:spPr bwMode="auto">
          <a:xfrm>
            <a:off x="1662211" y="5007413"/>
            <a:ext cx="221141" cy="239442"/>
          </a:xfrm>
          <a:prstGeom prst="lightningBolt">
            <a:avLst/>
          </a:prstGeom>
          <a:solidFill>
            <a:srgbClr val="DA040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pic>
        <p:nvPicPr>
          <p:cNvPr id="142" name="product_comfort-panel.png">
            <a:extLst>
              <a:ext uri="{FF2B5EF4-FFF2-40B4-BE49-F238E27FC236}">
                <a16:creationId xmlns:a16="http://schemas.microsoft.com/office/drawing/2014/main" id="{F428502A-F97C-4FD1-B234-727F61BCC0C7}"/>
              </a:ext>
            </a:extLst>
          </p:cNvPr>
          <p:cNvPicPr>
            <a:picLocks noChangeAspect="1"/>
          </p:cNvPicPr>
          <p:nvPr>
            <p:custDataLst>
              <p:tags r:id="rId14"/>
            </p:custDataLst>
          </p:nvPr>
        </p:nvPicPr>
        <p:blipFill rotWithShape="1">
          <a:blip r:embed="rId56" cstate="print">
            <a:extLst>
              <a:ext uri="{28A0092B-C50C-407E-A947-70E740481C1C}">
                <a14:useLocalDpi xmlns:a14="http://schemas.microsoft.com/office/drawing/2010/main" val="0"/>
              </a:ext>
            </a:extLst>
          </a:blip>
          <a:srcRect t="8123" b="8285"/>
          <a:stretch/>
        </p:blipFill>
        <p:spPr>
          <a:xfrm>
            <a:off x="1761867" y="4189268"/>
            <a:ext cx="522291" cy="448459"/>
          </a:xfrm>
          <a:prstGeom prst="rect">
            <a:avLst/>
          </a:prstGeom>
        </p:spPr>
      </p:pic>
      <p:sp>
        <p:nvSpPr>
          <p:cNvPr id="143" name="Textfeld 142">
            <a:extLst>
              <a:ext uri="{FF2B5EF4-FFF2-40B4-BE49-F238E27FC236}">
                <a16:creationId xmlns:a16="http://schemas.microsoft.com/office/drawing/2014/main" id="{C46A9D2D-21A6-4C6F-97BF-98B7A6D28981}"/>
              </a:ext>
            </a:extLst>
          </p:cNvPr>
          <p:cNvSpPr txBox="1"/>
          <p:nvPr/>
        </p:nvSpPr>
        <p:spPr>
          <a:xfrm>
            <a:off x="2433935" y="5758623"/>
            <a:ext cx="347629" cy="135157"/>
          </a:xfrm>
          <a:prstGeom prst="rect">
            <a:avLst/>
          </a:prstGeom>
          <a:noFill/>
        </p:spPr>
        <p:txBody>
          <a:bodyPr vert="horz" wrap="none" lIns="0" tIns="0" rIns="0" bIns="0" rtlCol="0">
            <a:noAutofit/>
          </a:bodyPr>
          <a:lstStyle/>
          <a:p>
            <a:pPr fontAlgn="base">
              <a:lnSpc>
                <a:spcPct val="110000"/>
              </a:lnSpc>
              <a:spcAft>
                <a:spcPct val="0"/>
              </a:spcAft>
            </a:pPr>
            <a:r>
              <a:rPr lang="en-US" sz="700" b="1" dirty="0">
                <a:latin typeface="Arial"/>
                <a:ea typeface="Arial Unicode MS" panose="020B0604020202020204" pitchFamily="34" charset="-128"/>
                <a:cs typeface="Arial Unicode MS" panose="020B0604020202020204" pitchFamily="34" charset="-128"/>
              </a:rPr>
              <a:t>Backup</a:t>
            </a:r>
          </a:p>
        </p:txBody>
      </p:sp>
      <p:cxnSp>
        <p:nvCxnSpPr>
          <p:cNvPr id="144" name="Gerade Verbindung 75">
            <a:extLst>
              <a:ext uri="{FF2B5EF4-FFF2-40B4-BE49-F238E27FC236}">
                <a16:creationId xmlns:a16="http://schemas.microsoft.com/office/drawing/2014/main" id="{40BEC4F2-6DC3-4445-B7AB-E645D7EA50C8}"/>
              </a:ext>
            </a:extLst>
          </p:cNvPr>
          <p:cNvCxnSpPr/>
          <p:nvPr/>
        </p:nvCxnSpPr>
        <p:spPr bwMode="auto">
          <a:xfrm>
            <a:off x="3997649" y="4904403"/>
            <a:ext cx="1494400" cy="7283"/>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5" name="Gerade Verbindung 83">
            <a:extLst>
              <a:ext uri="{FF2B5EF4-FFF2-40B4-BE49-F238E27FC236}">
                <a16:creationId xmlns:a16="http://schemas.microsoft.com/office/drawing/2014/main" id="{05D150CE-4DCB-41DF-B61E-106B12F645A4}"/>
              </a:ext>
            </a:extLst>
          </p:cNvPr>
          <p:cNvCxnSpPr>
            <a:cxnSpLocks/>
          </p:cNvCxnSpPr>
          <p:nvPr/>
        </p:nvCxnSpPr>
        <p:spPr bwMode="auto">
          <a:xfrm>
            <a:off x="4285510" y="4911686"/>
            <a:ext cx="0" cy="396552"/>
          </a:xfrm>
          <a:prstGeom prst="line">
            <a:avLst/>
          </a:prstGeom>
          <a:solidFill>
            <a:schemeClr val="tx2"/>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46" name="Rechteck 145">
            <a:extLst>
              <a:ext uri="{FF2B5EF4-FFF2-40B4-BE49-F238E27FC236}">
                <a16:creationId xmlns:a16="http://schemas.microsoft.com/office/drawing/2014/main" id="{8584291A-358F-4D1B-9D30-E5F78EF8C290}"/>
              </a:ext>
            </a:extLst>
          </p:cNvPr>
          <p:cNvSpPr/>
          <p:nvPr/>
        </p:nvSpPr>
        <p:spPr bwMode="auto">
          <a:xfrm>
            <a:off x="4248081" y="4872635"/>
            <a:ext cx="76035" cy="78102"/>
          </a:xfrm>
          <a:prstGeom prst="rect">
            <a:avLst/>
          </a:prstGeom>
          <a:solidFill>
            <a:srgbClr val="FF7C80"/>
          </a:solidFill>
          <a:ln w="9525" cap="flat" cmpd="sng" algn="ctr">
            <a:solidFill>
              <a:srgbClr val="FF0000"/>
            </a:solidFill>
            <a:prstDash val="solid"/>
            <a:round/>
            <a:headEnd type="none" w="med" len="med"/>
            <a:tailEnd type="none" w="med" len="med"/>
          </a:ln>
          <a:effectLst/>
        </p:spPr>
        <p:txBody>
          <a:bodyPr rtlCol="0" anchor="ctr"/>
          <a:lstStyle/>
          <a:p>
            <a:pPr algn="ctr"/>
            <a:endParaRPr lang="en-US" sz="1199" b="1" dirty="0"/>
          </a:p>
        </p:txBody>
      </p:sp>
      <p:cxnSp>
        <p:nvCxnSpPr>
          <p:cNvPr id="147" name="Gerade Verbindung 88">
            <a:extLst>
              <a:ext uri="{FF2B5EF4-FFF2-40B4-BE49-F238E27FC236}">
                <a16:creationId xmlns:a16="http://schemas.microsoft.com/office/drawing/2014/main" id="{93E9D755-CED4-4484-B16F-3D2C62FB8CE3}"/>
              </a:ext>
            </a:extLst>
          </p:cNvPr>
          <p:cNvCxnSpPr>
            <a:cxnSpLocks/>
          </p:cNvCxnSpPr>
          <p:nvPr/>
        </p:nvCxnSpPr>
        <p:spPr bwMode="auto">
          <a:xfrm>
            <a:off x="5164648" y="4911686"/>
            <a:ext cx="1" cy="396552"/>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48" name="Rechteck 147">
            <a:extLst>
              <a:ext uri="{FF2B5EF4-FFF2-40B4-BE49-F238E27FC236}">
                <a16:creationId xmlns:a16="http://schemas.microsoft.com/office/drawing/2014/main" id="{86B11AB5-EBBE-448E-B079-2519748FC973}"/>
              </a:ext>
            </a:extLst>
          </p:cNvPr>
          <p:cNvSpPr/>
          <p:nvPr/>
        </p:nvSpPr>
        <p:spPr bwMode="auto">
          <a:xfrm>
            <a:off x="5126296" y="4872635"/>
            <a:ext cx="76035" cy="78102"/>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nvGrpSpPr>
          <p:cNvPr id="150" name="Gruppieren 149">
            <a:extLst>
              <a:ext uri="{FF2B5EF4-FFF2-40B4-BE49-F238E27FC236}">
                <a16:creationId xmlns:a16="http://schemas.microsoft.com/office/drawing/2014/main" id="{2840A8B9-16FA-40B4-9312-E58C0372951C}"/>
              </a:ext>
            </a:extLst>
          </p:cNvPr>
          <p:cNvGrpSpPr/>
          <p:nvPr/>
        </p:nvGrpSpPr>
        <p:grpSpPr>
          <a:xfrm>
            <a:off x="4159567" y="5313488"/>
            <a:ext cx="1335373" cy="396904"/>
            <a:chOff x="8964403" y="2948770"/>
            <a:chExt cx="2212877" cy="640310"/>
          </a:xfrm>
          <a:solidFill>
            <a:schemeClr val="tx1"/>
          </a:solidFill>
        </p:grpSpPr>
        <p:grpSp>
          <p:nvGrpSpPr>
            <p:cNvPr id="151" name="Gruppieren 150">
              <a:extLst>
                <a:ext uri="{FF2B5EF4-FFF2-40B4-BE49-F238E27FC236}">
                  <a16:creationId xmlns:a16="http://schemas.microsoft.com/office/drawing/2014/main" id="{558872AC-9A24-4C8F-BD9E-BE4BB7AEA42B}"/>
                </a:ext>
              </a:extLst>
            </p:cNvPr>
            <p:cNvGrpSpPr/>
            <p:nvPr/>
          </p:nvGrpSpPr>
          <p:grpSpPr>
            <a:xfrm>
              <a:off x="8964403" y="2948770"/>
              <a:ext cx="774297" cy="640310"/>
              <a:chOff x="5633257" y="2448326"/>
              <a:chExt cx="3891741" cy="2958295"/>
            </a:xfrm>
            <a:grpFill/>
          </p:grpSpPr>
          <p:pic>
            <p:nvPicPr>
              <p:cNvPr id="158" name="product_simatic-s7-1500.png">
                <a:extLst>
                  <a:ext uri="{FF2B5EF4-FFF2-40B4-BE49-F238E27FC236}">
                    <a16:creationId xmlns:a16="http://schemas.microsoft.com/office/drawing/2014/main" id="{9476CDF1-4F64-4486-BE51-F3408D82F380}"/>
                  </a:ext>
                </a:extLst>
              </p:cNvPr>
              <p:cNvPicPr>
                <a:picLocks noChangeAspect="1"/>
              </p:cNvPicPr>
              <p:nvPr>
                <p:custDataLst>
                  <p:tags r:id="rId20"/>
                </p:custDataLst>
              </p:nvPr>
            </p:nvPicPr>
            <p:blipFill rotWithShape="1">
              <a:blip r:embed="rId53"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59" name="product_simatic-s7-1500.png">
                <a:extLst>
                  <a:ext uri="{FF2B5EF4-FFF2-40B4-BE49-F238E27FC236}">
                    <a16:creationId xmlns:a16="http://schemas.microsoft.com/office/drawing/2014/main" id="{215EC52F-0BB5-4808-A9AB-A78F8C634DC8}"/>
                  </a:ext>
                </a:extLst>
              </p:cNvPr>
              <p:cNvPicPr>
                <a:picLocks noChangeAspect="1"/>
              </p:cNvPicPr>
              <p:nvPr>
                <p:custDataLst>
                  <p:tags r:id="rId21"/>
                </p:custDataLst>
              </p:nvPr>
            </p:nvPicPr>
            <p:blipFill rotWithShape="1">
              <a:blip r:embed="rId5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60" name="product_simatic-s7-1500.png">
                <a:extLst>
                  <a:ext uri="{FF2B5EF4-FFF2-40B4-BE49-F238E27FC236}">
                    <a16:creationId xmlns:a16="http://schemas.microsoft.com/office/drawing/2014/main" id="{236C30E2-7B16-406C-9C6B-3C170C1C6150}"/>
                  </a:ext>
                </a:extLst>
              </p:cNvPr>
              <p:cNvPicPr>
                <a:picLocks noChangeAspect="1"/>
              </p:cNvPicPr>
              <p:nvPr>
                <p:custDataLst>
                  <p:tags r:id="rId22"/>
                </p:custDataLst>
              </p:nvPr>
            </p:nvPicPr>
            <p:blipFill rotWithShape="1">
              <a:blip r:embed="rId55"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52" name="Gruppieren 151">
              <a:extLst>
                <a:ext uri="{FF2B5EF4-FFF2-40B4-BE49-F238E27FC236}">
                  <a16:creationId xmlns:a16="http://schemas.microsoft.com/office/drawing/2014/main" id="{4EF162DF-6F52-491D-9519-8853431FC9E6}"/>
                </a:ext>
              </a:extLst>
            </p:cNvPr>
            <p:cNvGrpSpPr/>
            <p:nvPr/>
          </p:nvGrpSpPr>
          <p:grpSpPr>
            <a:xfrm>
              <a:off x="10402983" y="2948770"/>
              <a:ext cx="774297" cy="640310"/>
              <a:chOff x="5633257" y="2448326"/>
              <a:chExt cx="3891741" cy="2958295"/>
            </a:xfrm>
            <a:grpFill/>
          </p:grpSpPr>
          <p:pic>
            <p:nvPicPr>
              <p:cNvPr id="155" name="product_simatic-s7-1500.png">
                <a:extLst>
                  <a:ext uri="{FF2B5EF4-FFF2-40B4-BE49-F238E27FC236}">
                    <a16:creationId xmlns:a16="http://schemas.microsoft.com/office/drawing/2014/main" id="{1C098141-FCF5-4B40-9F39-73333646CD7F}"/>
                  </a:ext>
                </a:extLst>
              </p:cNvPr>
              <p:cNvPicPr>
                <a:picLocks noChangeAspect="1"/>
              </p:cNvPicPr>
              <p:nvPr>
                <p:custDataLst>
                  <p:tags r:id="rId17"/>
                </p:custDataLst>
              </p:nvPr>
            </p:nvPicPr>
            <p:blipFill rotWithShape="1">
              <a:blip r:embed="rId53" cstate="print">
                <a:extLst>
                  <a:ext uri="{28A0092B-C50C-407E-A947-70E740481C1C}">
                    <a14:useLocalDpi xmlns:a14="http://schemas.microsoft.com/office/drawing/2010/main" val="0"/>
                  </a:ext>
                </a:extLst>
              </a:blip>
              <a:srcRect l="52991" r="26080"/>
              <a:stretch/>
            </p:blipFill>
            <p:spPr>
              <a:xfrm>
                <a:off x="7181852" y="2448326"/>
                <a:ext cx="1562101" cy="2958295"/>
              </a:xfrm>
              <a:prstGeom prst="rect">
                <a:avLst/>
              </a:prstGeom>
              <a:grpFill/>
            </p:spPr>
          </p:pic>
          <p:pic>
            <p:nvPicPr>
              <p:cNvPr id="156" name="product_simatic-s7-1500.png">
                <a:extLst>
                  <a:ext uri="{FF2B5EF4-FFF2-40B4-BE49-F238E27FC236}">
                    <a16:creationId xmlns:a16="http://schemas.microsoft.com/office/drawing/2014/main" id="{5928C986-D925-482C-9247-D8EBD0BA0B04}"/>
                  </a:ext>
                </a:extLst>
              </p:cNvPr>
              <p:cNvPicPr>
                <a:picLocks noChangeAspect="1"/>
              </p:cNvPicPr>
              <p:nvPr>
                <p:custDataLst>
                  <p:tags r:id="rId18"/>
                </p:custDataLst>
              </p:nvPr>
            </p:nvPicPr>
            <p:blipFill rotWithShape="1">
              <a:blip r:embed="rId54"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57" name="product_simatic-s7-1500.png">
                <a:extLst>
                  <a:ext uri="{FF2B5EF4-FFF2-40B4-BE49-F238E27FC236}">
                    <a16:creationId xmlns:a16="http://schemas.microsoft.com/office/drawing/2014/main" id="{AC692D8C-4B40-4831-9EBE-3034BFE83EF6}"/>
                  </a:ext>
                </a:extLst>
              </p:cNvPr>
              <p:cNvPicPr>
                <a:picLocks noChangeAspect="1"/>
              </p:cNvPicPr>
              <p:nvPr>
                <p:custDataLst>
                  <p:tags r:id="rId19"/>
                </p:custDataLst>
              </p:nvPr>
            </p:nvPicPr>
            <p:blipFill rotWithShape="1">
              <a:blip r:embed="rId55"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53" name="Line 29">
              <a:extLst>
                <a:ext uri="{FF2B5EF4-FFF2-40B4-BE49-F238E27FC236}">
                  <a16:creationId xmlns:a16="http://schemas.microsoft.com/office/drawing/2014/main" id="{0EC16612-4FA8-430A-AE9E-3BB6977ABD20}"/>
                </a:ext>
              </a:extLst>
            </p:cNvPr>
            <p:cNvSpPr>
              <a:spLocks noChangeShapeType="1"/>
            </p:cNvSpPr>
            <p:nvPr/>
          </p:nvSpPr>
          <p:spPr bwMode="auto">
            <a:xfrm>
              <a:off x="9738701" y="3465004"/>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154" name="Line 30">
              <a:extLst>
                <a:ext uri="{FF2B5EF4-FFF2-40B4-BE49-F238E27FC236}">
                  <a16:creationId xmlns:a16="http://schemas.microsoft.com/office/drawing/2014/main" id="{0ABCB912-F6F0-4C71-96F6-C2023BA0684A}"/>
                </a:ext>
              </a:extLst>
            </p:cNvPr>
            <p:cNvSpPr>
              <a:spLocks noChangeShapeType="1"/>
            </p:cNvSpPr>
            <p:nvPr/>
          </p:nvSpPr>
          <p:spPr bwMode="auto">
            <a:xfrm>
              <a:off x="9738700" y="3516665"/>
              <a:ext cx="664283"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grpSp>
      <p:sp>
        <p:nvSpPr>
          <p:cNvPr id="161" name="Textfeld 160">
            <a:extLst>
              <a:ext uri="{FF2B5EF4-FFF2-40B4-BE49-F238E27FC236}">
                <a16:creationId xmlns:a16="http://schemas.microsoft.com/office/drawing/2014/main" id="{BD64B848-A144-4BE4-98B8-2E02C6BDF556}"/>
              </a:ext>
            </a:extLst>
          </p:cNvPr>
          <p:cNvSpPr txBox="1"/>
          <p:nvPr/>
        </p:nvSpPr>
        <p:spPr>
          <a:xfrm>
            <a:off x="5114122" y="5747557"/>
            <a:ext cx="347629" cy="135157"/>
          </a:xfrm>
          <a:prstGeom prst="rect">
            <a:avLst/>
          </a:prstGeom>
          <a:noFill/>
        </p:spPr>
        <p:txBody>
          <a:bodyPr vert="horz" wrap="none" lIns="0" tIns="0" rIns="0" bIns="0" rtlCol="0">
            <a:noAutofit/>
          </a:bodyPr>
          <a:lstStyle/>
          <a:p>
            <a:pPr fontAlgn="base">
              <a:lnSpc>
                <a:spcPct val="110000"/>
              </a:lnSpc>
              <a:spcAft>
                <a:spcPct val="0"/>
              </a:spcAft>
            </a:pPr>
            <a:r>
              <a:rPr lang="en-US" sz="700" b="1" dirty="0">
                <a:latin typeface="Arial"/>
                <a:ea typeface="Arial Unicode MS" panose="020B0604020202020204" pitchFamily="34" charset="-128"/>
                <a:cs typeface="Arial Unicode MS" panose="020B0604020202020204" pitchFamily="34" charset="-128"/>
              </a:rPr>
              <a:t>Primary</a:t>
            </a:r>
          </a:p>
        </p:txBody>
      </p:sp>
      <p:cxnSp>
        <p:nvCxnSpPr>
          <p:cNvPr id="162" name="Gerade Verbindung 78">
            <a:extLst>
              <a:ext uri="{FF2B5EF4-FFF2-40B4-BE49-F238E27FC236}">
                <a16:creationId xmlns:a16="http://schemas.microsoft.com/office/drawing/2014/main" id="{13146A07-C9C6-4F93-9AA3-C0D49B49E1A6}"/>
              </a:ext>
            </a:extLst>
          </p:cNvPr>
          <p:cNvCxnSpPr/>
          <p:nvPr/>
        </p:nvCxnSpPr>
        <p:spPr bwMode="auto">
          <a:xfrm>
            <a:off x="4677967" y="4615074"/>
            <a:ext cx="0" cy="296613"/>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63" name="Rechteck 162">
            <a:extLst>
              <a:ext uri="{FF2B5EF4-FFF2-40B4-BE49-F238E27FC236}">
                <a16:creationId xmlns:a16="http://schemas.microsoft.com/office/drawing/2014/main" id="{78B13AB5-9979-4FCD-A2F5-2FEE102AE7CE}"/>
              </a:ext>
            </a:extLst>
          </p:cNvPr>
          <p:cNvSpPr/>
          <p:nvPr/>
        </p:nvSpPr>
        <p:spPr bwMode="auto">
          <a:xfrm>
            <a:off x="4646807" y="4872635"/>
            <a:ext cx="76035" cy="78102"/>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cxnSp>
        <p:nvCxnSpPr>
          <p:cNvPr id="164" name="Gerade Verbindung mit Pfeil 163">
            <a:extLst>
              <a:ext uri="{FF2B5EF4-FFF2-40B4-BE49-F238E27FC236}">
                <a16:creationId xmlns:a16="http://schemas.microsoft.com/office/drawing/2014/main" id="{0BA1F371-2FCF-45D6-8D5F-F28AA8357584}"/>
              </a:ext>
            </a:extLst>
          </p:cNvPr>
          <p:cNvCxnSpPr/>
          <p:nvPr/>
        </p:nvCxnSpPr>
        <p:spPr bwMode="auto">
          <a:xfrm>
            <a:off x="4946398" y="4662311"/>
            <a:ext cx="347746" cy="562697"/>
          </a:xfrm>
          <a:prstGeom prst="straightConnector1">
            <a:avLst/>
          </a:prstGeom>
          <a:solidFill>
            <a:schemeClr val="tx2"/>
          </a:solidFill>
          <a:ln w="57150" cap="flat" cmpd="sng" algn="ctr">
            <a:solidFill>
              <a:srgbClr val="00B05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65" name="Gewitterblitz 164">
            <a:extLst>
              <a:ext uri="{FF2B5EF4-FFF2-40B4-BE49-F238E27FC236}">
                <a16:creationId xmlns:a16="http://schemas.microsoft.com/office/drawing/2014/main" id="{18E9F833-8759-49D4-BAD9-B453DE45B2A7}"/>
              </a:ext>
            </a:extLst>
          </p:cNvPr>
          <p:cNvSpPr/>
          <p:nvPr/>
        </p:nvSpPr>
        <p:spPr bwMode="auto">
          <a:xfrm>
            <a:off x="4332548" y="4957932"/>
            <a:ext cx="279026" cy="312382"/>
          </a:xfrm>
          <a:prstGeom prst="lightningBolt">
            <a:avLst/>
          </a:prstGeom>
          <a:solidFill>
            <a:srgbClr val="DA040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pic>
        <p:nvPicPr>
          <p:cNvPr id="166" name="product_comfort-panel.png">
            <a:extLst>
              <a:ext uri="{FF2B5EF4-FFF2-40B4-BE49-F238E27FC236}">
                <a16:creationId xmlns:a16="http://schemas.microsoft.com/office/drawing/2014/main" id="{7A65D673-FC74-41DC-A2DA-42A3674C1D9F}"/>
              </a:ext>
            </a:extLst>
          </p:cNvPr>
          <p:cNvPicPr>
            <a:picLocks noChangeAspect="1"/>
          </p:cNvPicPr>
          <p:nvPr>
            <p:custDataLst>
              <p:tags r:id="rId15"/>
            </p:custDataLst>
          </p:nvPr>
        </p:nvPicPr>
        <p:blipFill rotWithShape="1">
          <a:blip r:embed="rId56" cstate="print">
            <a:extLst>
              <a:ext uri="{28A0092B-C50C-407E-A947-70E740481C1C}">
                <a14:useLocalDpi xmlns:a14="http://schemas.microsoft.com/office/drawing/2010/main" val="0"/>
              </a:ext>
            </a:extLst>
          </a:blip>
          <a:srcRect t="8123" b="8285"/>
          <a:stretch/>
        </p:blipFill>
        <p:spPr>
          <a:xfrm>
            <a:off x="4428355" y="4189268"/>
            <a:ext cx="522291" cy="448459"/>
          </a:xfrm>
          <a:prstGeom prst="rect">
            <a:avLst/>
          </a:prstGeom>
        </p:spPr>
      </p:pic>
      <p:sp>
        <p:nvSpPr>
          <p:cNvPr id="167" name="Textfeld 166">
            <a:extLst>
              <a:ext uri="{FF2B5EF4-FFF2-40B4-BE49-F238E27FC236}">
                <a16:creationId xmlns:a16="http://schemas.microsoft.com/office/drawing/2014/main" id="{79130395-8D29-42C6-88A7-DE23CC16D43C}"/>
              </a:ext>
            </a:extLst>
          </p:cNvPr>
          <p:cNvSpPr txBox="1"/>
          <p:nvPr/>
        </p:nvSpPr>
        <p:spPr>
          <a:xfrm>
            <a:off x="4240895" y="5758623"/>
            <a:ext cx="347629" cy="135157"/>
          </a:xfrm>
          <a:prstGeom prst="rect">
            <a:avLst/>
          </a:prstGeom>
          <a:noFill/>
        </p:spPr>
        <p:txBody>
          <a:bodyPr vert="horz" wrap="none" lIns="0" tIns="0" rIns="0" bIns="0" rtlCol="0">
            <a:noAutofit/>
          </a:bodyPr>
          <a:lstStyle/>
          <a:p>
            <a:pPr fontAlgn="base">
              <a:lnSpc>
                <a:spcPct val="110000"/>
              </a:lnSpc>
              <a:spcAft>
                <a:spcPct val="0"/>
              </a:spcAft>
            </a:pPr>
            <a:r>
              <a:rPr lang="en-US" sz="700" b="1" dirty="0">
                <a:latin typeface="Arial"/>
                <a:ea typeface="Arial Unicode MS" panose="020B0604020202020204" pitchFamily="34" charset="-128"/>
                <a:cs typeface="Arial Unicode MS" panose="020B0604020202020204" pitchFamily="34" charset="-128"/>
              </a:rPr>
              <a:t>Backup</a:t>
            </a:r>
          </a:p>
        </p:txBody>
      </p:sp>
      <p:sp>
        <p:nvSpPr>
          <p:cNvPr id="13" name="Pfeil: nach rechts 12">
            <a:extLst>
              <a:ext uri="{FF2B5EF4-FFF2-40B4-BE49-F238E27FC236}">
                <a16:creationId xmlns:a16="http://schemas.microsoft.com/office/drawing/2014/main" id="{E7CCFDE1-1A41-4BA4-98EF-1AAB4FA13B6B}"/>
              </a:ext>
            </a:extLst>
          </p:cNvPr>
          <p:cNvSpPr/>
          <p:nvPr/>
        </p:nvSpPr>
        <p:spPr bwMode="auto">
          <a:xfrm>
            <a:off x="2742306" y="4876771"/>
            <a:ext cx="1235038" cy="383019"/>
          </a:xfrm>
          <a:prstGeom prst="right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049" dirty="0">
                <a:solidFill>
                  <a:srgbClr val="000000"/>
                </a:solidFill>
                <a:latin typeface="Arial"/>
                <a:ea typeface="Arial Unicode MS" panose="020B0604020202020204" pitchFamily="34" charset="-128"/>
                <a:cs typeface="Arial Unicode MS" panose="020B0604020202020204" pitchFamily="34" charset="-128"/>
              </a:rPr>
              <a:t>Role exchange</a:t>
            </a:r>
          </a:p>
        </p:txBody>
      </p:sp>
      <p:sp>
        <p:nvSpPr>
          <p:cNvPr id="15" name="Textfeld 14">
            <a:extLst>
              <a:ext uri="{FF2B5EF4-FFF2-40B4-BE49-F238E27FC236}">
                <a16:creationId xmlns:a16="http://schemas.microsoft.com/office/drawing/2014/main" id="{80DA3BED-B393-4333-936E-7A16AF8CE793}"/>
              </a:ext>
            </a:extLst>
          </p:cNvPr>
          <p:cNvSpPr txBox="1"/>
          <p:nvPr/>
        </p:nvSpPr>
        <p:spPr>
          <a:xfrm>
            <a:off x="660472" y="4464064"/>
            <a:ext cx="915185" cy="315253"/>
          </a:xfrm>
          <a:prstGeom prst="rect">
            <a:avLst/>
          </a:prstGeom>
          <a:noFill/>
        </p:spPr>
        <p:txBody>
          <a:bodyPr vert="horz" wrap="none" lIns="0" tIns="0" rIns="0" bIns="0" rtlCol="0">
            <a:noAutofit/>
          </a:bodyPr>
          <a:lstStyle/>
          <a:p>
            <a:pPr fontAlgn="base">
              <a:lnSpc>
                <a:spcPct val="110000"/>
              </a:lnSpc>
              <a:spcAft>
                <a:spcPct val="0"/>
              </a:spcAft>
            </a:pPr>
            <a:r>
              <a:rPr lang="en-US" sz="1049" dirty="0">
                <a:solidFill>
                  <a:srgbClr val="000000"/>
                </a:solidFill>
                <a:latin typeface="Arial"/>
                <a:ea typeface="Arial Unicode MS" panose="020B0604020202020204" pitchFamily="34" charset="-128"/>
                <a:cs typeface="Arial Unicode MS" panose="020B0604020202020204" pitchFamily="34" charset="-128"/>
              </a:rPr>
              <a:t>Communication </a:t>
            </a:r>
            <a:br>
              <a:rPr lang="en-US" sz="1049" dirty="0">
                <a:solidFill>
                  <a:srgbClr val="000000"/>
                </a:solidFill>
                <a:latin typeface="Arial"/>
                <a:ea typeface="Arial Unicode MS" panose="020B0604020202020204" pitchFamily="34" charset="-128"/>
                <a:cs typeface="Arial Unicode MS" panose="020B0604020202020204" pitchFamily="34" charset="-128"/>
              </a:rPr>
            </a:br>
            <a:r>
              <a:rPr lang="en-US" sz="1049" dirty="0">
                <a:solidFill>
                  <a:srgbClr val="000000"/>
                </a:solidFill>
                <a:latin typeface="Arial"/>
                <a:ea typeface="Arial Unicode MS" panose="020B0604020202020204" pitchFamily="34" charset="-128"/>
                <a:cs typeface="Arial Unicode MS" panose="020B0604020202020204" pitchFamily="34" charset="-128"/>
              </a:rPr>
              <a:t>interrupted</a:t>
            </a:r>
          </a:p>
        </p:txBody>
      </p:sp>
      <p:sp>
        <p:nvSpPr>
          <p:cNvPr id="168" name="Textfeld 167">
            <a:extLst>
              <a:ext uri="{FF2B5EF4-FFF2-40B4-BE49-F238E27FC236}">
                <a16:creationId xmlns:a16="http://schemas.microsoft.com/office/drawing/2014/main" id="{3B88EC71-63FD-4531-8AA7-C1594C68BD8B}"/>
              </a:ext>
            </a:extLst>
          </p:cNvPr>
          <p:cNvSpPr txBox="1"/>
          <p:nvPr/>
        </p:nvSpPr>
        <p:spPr>
          <a:xfrm>
            <a:off x="5112172" y="4481221"/>
            <a:ext cx="915185" cy="315253"/>
          </a:xfrm>
          <a:prstGeom prst="rect">
            <a:avLst/>
          </a:prstGeom>
          <a:noFill/>
        </p:spPr>
        <p:txBody>
          <a:bodyPr vert="horz" wrap="none" lIns="0" tIns="0" rIns="0" bIns="0" rtlCol="0">
            <a:noAutofit/>
          </a:bodyPr>
          <a:lstStyle/>
          <a:p>
            <a:pPr fontAlgn="base">
              <a:lnSpc>
                <a:spcPct val="110000"/>
              </a:lnSpc>
              <a:spcAft>
                <a:spcPct val="0"/>
              </a:spcAft>
            </a:pPr>
            <a:r>
              <a:rPr lang="en-US" sz="1049" dirty="0">
                <a:solidFill>
                  <a:srgbClr val="000000"/>
                </a:solidFill>
                <a:latin typeface="Arial"/>
                <a:ea typeface="Arial Unicode MS" panose="020B0604020202020204" pitchFamily="34" charset="-128"/>
                <a:cs typeface="Arial Unicode MS" panose="020B0604020202020204" pitchFamily="34" charset="-128"/>
              </a:rPr>
              <a:t>Communication </a:t>
            </a:r>
            <a:br>
              <a:rPr lang="en-US" sz="1049" dirty="0">
                <a:solidFill>
                  <a:srgbClr val="000000"/>
                </a:solidFill>
                <a:latin typeface="Arial"/>
                <a:ea typeface="Arial Unicode MS" panose="020B0604020202020204" pitchFamily="34" charset="-128"/>
                <a:cs typeface="Arial Unicode MS" panose="020B0604020202020204" pitchFamily="34" charset="-128"/>
              </a:rPr>
            </a:br>
            <a:r>
              <a:rPr lang="en-US" sz="1049" dirty="0">
                <a:solidFill>
                  <a:srgbClr val="000000"/>
                </a:solidFill>
                <a:latin typeface="Arial"/>
                <a:ea typeface="Arial Unicode MS" panose="020B0604020202020204" pitchFamily="34" charset="-128"/>
                <a:cs typeface="Arial Unicode MS" panose="020B0604020202020204" pitchFamily="34" charset="-128"/>
              </a:rPr>
              <a:t>OK</a:t>
            </a:r>
          </a:p>
        </p:txBody>
      </p:sp>
      <p:sp>
        <p:nvSpPr>
          <p:cNvPr id="169" name="Text Box 16">
            <a:extLst>
              <a:ext uri="{FF2B5EF4-FFF2-40B4-BE49-F238E27FC236}">
                <a16:creationId xmlns:a16="http://schemas.microsoft.com/office/drawing/2014/main" id="{3C9DD197-8998-4787-B20E-183AEF88A053}"/>
              </a:ext>
            </a:extLst>
          </p:cNvPr>
          <p:cNvSpPr txBox="1">
            <a:spLocks noChangeArrowheads="1"/>
          </p:cNvSpPr>
          <p:nvPr>
            <p:custDataLst>
              <p:tags r:id="rId16"/>
            </p:custDataLst>
          </p:nvPr>
        </p:nvSpPr>
        <p:spPr bwMode="auto">
          <a:xfrm>
            <a:off x="5228223" y="5191110"/>
            <a:ext cx="527113" cy="123047"/>
          </a:xfrm>
          <a:prstGeom prst="rect">
            <a:avLst/>
          </a:prstGeom>
          <a:noFill/>
          <a:ln>
            <a:noFill/>
          </a:ln>
          <a:effectLst/>
        </p:spPr>
        <p:txBody>
          <a:bodyPr wrap="none" lIns="0" tIns="0" rIns="0" bIns="0">
            <a:spAutoFit/>
          </a:bodyPr>
          <a:lstStyle>
            <a:defPPr>
              <a:defRPr lang="de-DE"/>
            </a:defPPr>
            <a:lvl1pPr eaLnBrk="1" hangingPunct="1">
              <a:defRPr sz="1000" b="1">
                <a:solidFill>
                  <a:schemeClr val="bg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r>
              <a:rPr lang="en-US" altLang="de-DE" sz="800" dirty="0">
                <a:solidFill>
                  <a:schemeClr val="tx1"/>
                </a:solidFill>
              </a:rPr>
              <a:t>System-IP</a:t>
            </a:r>
            <a:r>
              <a:rPr lang="en-US" altLang="de-DE" sz="800" dirty="0"/>
              <a:t> </a:t>
            </a:r>
          </a:p>
        </p:txBody>
      </p:sp>
    </p:spTree>
    <p:custDataLst>
      <p:tags r:id="rId1"/>
    </p:custDataLst>
    <p:extLst>
      <p:ext uri="{BB962C8B-B14F-4D97-AF65-F5344CB8AC3E}">
        <p14:creationId xmlns:p14="http://schemas.microsoft.com/office/powerpoint/2010/main" val="16523054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BCBF1FE9-C5A1-BF5A-2801-FD660D80B267}"/>
              </a:ext>
            </a:extLst>
          </p:cNvPr>
          <p:cNvSpPr/>
          <p:nvPr/>
        </p:nvSpPr>
        <p:spPr>
          <a:xfrm>
            <a:off x="6941176" y="1465248"/>
            <a:ext cx="4898318" cy="45643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6" name="product_pc-based-automation.png">
            <a:extLst>
              <a:ext uri="{FF2B5EF4-FFF2-40B4-BE49-F238E27FC236}">
                <a16:creationId xmlns:a16="http://schemas.microsoft.com/office/drawing/2014/main" id="{4AE4B791-D391-AB63-A06D-BD0F4E38E43B}"/>
              </a:ext>
            </a:extLst>
          </p:cNvPr>
          <p:cNvPicPr>
            <a:picLocks noChangeAspect="1"/>
          </p:cNvPicPr>
          <p:nvPr>
            <p:custDataLst>
              <p:tags r:id="rId2"/>
            </p:custDataLst>
          </p:nvPr>
        </p:nvPicPr>
        <p:blipFill rotWithShape="1">
          <a:blip r:embed="rId26" cstate="print">
            <a:extLst>
              <a:ext uri="{28A0092B-C50C-407E-A947-70E740481C1C}">
                <a14:useLocalDpi xmlns:a14="http://schemas.microsoft.com/office/drawing/2010/main" val="0"/>
              </a:ext>
            </a:extLst>
          </a:blip>
          <a:srcRect t="11914" b="12453"/>
          <a:stretch/>
        </p:blipFill>
        <p:spPr>
          <a:xfrm>
            <a:off x="8093286" y="1546958"/>
            <a:ext cx="1453825" cy="1099565"/>
          </a:xfrm>
          <a:prstGeom prst="rect">
            <a:avLst/>
          </a:prstGeom>
        </p:spPr>
      </p:pic>
      <p:sp>
        <p:nvSpPr>
          <p:cNvPr id="7" name="Rechteck 6">
            <a:extLst>
              <a:ext uri="{FF2B5EF4-FFF2-40B4-BE49-F238E27FC236}">
                <a16:creationId xmlns:a16="http://schemas.microsoft.com/office/drawing/2014/main" id="{E0B3B738-9BEE-2489-9B42-A1C985855EF4}"/>
              </a:ext>
            </a:extLst>
          </p:cNvPr>
          <p:cNvSpPr/>
          <p:nvPr/>
        </p:nvSpPr>
        <p:spPr bwMode="auto">
          <a:xfrm>
            <a:off x="8274340" y="1628763"/>
            <a:ext cx="1096121" cy="571202"/>
          </a:xfrm>
          <a:prstGeom prst="rect">
            <a:avLst/>
          </a:prstGeom>
          <a:solidFill>
            <a:schemeClr val="l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55" name="Gerade Verbindung 66">
            <a:extLst>
              <a:ext uri="{FF2B5EF4-FFF2-40B4-BE49-F238E27FC236}">
                <a16:creationId xmlns:a16="http://schemas.microsoft.com/office/drawing/2014/main" id="{482A0079-7207-487B-85AD-5227185F91AC}"/>
              </a:ext>
            </a:extLst>
          </p:cNvPr>
          <p:cNvCxnSpPr/>
          <p:nvPr/>
        </p:nvCxnSpPr>
        <p:spPr bwMode="auto">
          <a:xfrm>
            <a:off x="7805404" y="3027370"/>
            <a:ext cx="3922344" cy="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 name="Titel 3"/>
          <p:cNvSpPr>
            <a:spLocks noGrp="1"/>
          </p:cNvSpPr>
          <p:nvPr>
            <p:ph type="title"/>
          </p:nvPr>
        </p:nvSpPr>
        <p:spPr/>
        <p:txBody>
          <a:bodyPr/>
          <a:lstStyle/>
          <a:p>
            <a:r>
              <a:rPr lang="en-US" dirty="0"/>
              <a:t>HMI Connection </a:t>
            </a:r>
            <a:br>
              <a:rPr lang="en-US" dirty="0"/>
            </a:br>
            <a:r>
              <a:rPr lang="en-US" b="0" dirty="0"/>
              <a:t>via a non-redundant network using Device IP addresses</a:t>
            </a:r>
            <a:endParaRPr lang="en-US" dirty="0"/>
          </a:p>
        </p:txBody>
      </p:sp>
      <p:sp>
        <p:nvSpPr>
          <p:cNvPr id="2" name="Fußzeilenplatzhalter 1">
            <a:extLst>
              <a:ext uri="{FF2B5EF4-FFF2-40B4-BE49-F238E27FC236}">
                <a16:creationId xmlns:a16="http://schemas.microsoft.com/office/drawing/2014/main" id="{181A6D00-20FA-4813-A728-A57E5C6F5E62}"/>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108" name="product_comfort-panel.png"/>
          <p:cNvPicPr>
            <a:picLocks noChangeAspect="1"/>
          </p:cNvPicPr>
          <p:nvPr>
            <p:custDataLst>
              <p:tags r:id="rId3"/>
            </p:custDataLst>
          </p:nvPr>
        </p:nvPicPr>
        <p:blipFill rotWithShape="1">
          <a:blip r:embed="rId27" cstate="print">
            <a:extLst>
              <a:ext uri="{28A0092B-C50C-407E-A947-70E740481C1C}">
                <a14:useLocalDpi xmlns:a14="http://schemas.microsoft.com/office/drawing/2010/main" val="0"/>
              </a:ext>
            </a:extLst>
          </a:blip>
          <a:srcRect t="8123" b="8285"/>
          <a:stretch/>
        </p:blipFill>
        <p:spPr>
          <a:xfrm>
            <a:off x="10717245" y="1819228"/>
            <a:ext cx="865049" cy="723105"/>
          </a:xfrm>
          <a:prstGeom prst="rect">
            <a:avLst/>
          </a:prstGeom>
        </p:spPr>
      </p:pic>
      <p:pic>
        <p:nvPicPr>
          <p:cNvPr id="93" name="product_comfort-panel.png">
            <a:extLst>
              <a:ext uri="{FF2B5EF4-FFF2-40B4-BE49-F238E27FC236}">
                <a16:creationId xmlns:a16="http://schemas.microsoft.com/office/drawing/2014/main" id="{F4F1FC37-4E43-4A17-9422-9AA07E3F9DA8}"/>
              </a:ext>
            </a:extLst>
          </p:cNvPr>
          <p:cNvPicPr>
            <a:picLocks noChangeAspect="1"/>
          </p:cNvPicPr>
          <p:nvPr>
            <p:custDataLst>
              <p:tags r:id="rId4"/>
            </p:custDataLst>
          </p:nvPr>
        </p:nvPicPr>
        <p:blipFill rotWithShape="1">
          <a:blip r:embed="rId27" cstate="print">
            <a:extLst>
              <a:ext uri="{28A0092B-C50C-407E-A947-70E740481C1C}">
                <a14:useLocalDpi xmlns:a14="http://schemas.microsoft.com/office/drawing/2010/main" val="0"/>
              </a:ext>
            </a:extLst>
          </a:blip>
          <a:srcRect t="8123" b="8285"/>
          <a:stretch/>
        </p:blipFill>
        <p:spPr>
          <a:xfrm>
            <a:off x="7150435" y="4448457"/>
            <a:ext cx="865049" cy="723105"/>
          </a:xfrm>
          <a:prstGeom prst="rect">
            <a:avLst/>
          </a:prstGeom>
        </p:spPr>
      </p:pic>
      <p:cxnSp>
        <p:nvCxnSpPr>
          <p:cNvPr id="99" name="Gerade Verbindung 22">
            <a:extLst>
              <a:ext uri="{FF2B5EF4-FFF2-40B4-BE49-F238E27FC236}">
                <a16:creationId xmlns:a16="http://schemas.microsoft.com/office/drawing/2014/main" id="{C22347A2-537B-4393-8E7B-6A147AC0C19C}"/>
              </a:ext>
            </a:extLst>
          </p:cNvPr>
          <p:cNvCxnSpPr>
            <a:stCxn id="97" idx="3"/>
            <a:endCxn id="93" idx="3"/>
          </p:cNvCxnSpPr>
          <p:nvPr/>
        </p:nvCxnSpPr>
        <p:spPr bwMode="auto">
          <a:xfrm flipH="1" flipV="1">
            <a:off x="8015484" y="4810010"/>
            <a:ext cx="477265" cy="11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Text Box 16">
            <a:extLst>
              <a:ext uri="{FF2B5EF4-FFF2-40B4-BE49-F238E27FC236}">
                <a16:creationId xmlns:a16="http://schemas.microsoft.com/office/drawing/2014/main" id="{42F5D3C1-F105-491B-ACEE-63D1D63D516D}"/>
              </a:ext>
            </a:extLst>
          </p:cNvPr>
          <p:cNvSpPr txBox="1">
            <a:spLocks noChangeArrowheads="1"/>
          </p:cNvSpPr>
          <p:nvPr>
            <p:custDataLst>
              <p:tags r:id="rId5"/>
            </p:custDataLst>
          </p:nvPr>
        </p:nvSpPr>
        <p:spPr bwMode="auto">
          <a:xfrm>
            <a:off x="10979940" y="1640157"/>
            <a:ext cx="339660"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solidFill>
                  <a:srgbClr val="3C464B"/>
                </a:solidFill>
              </a:rPr>
              <a:t>Panel</a:t>
            </a:r>
          </a:p>
        </p:txBody>
      </p:sp>
      <p:grpSp>
        <p:nvGrpSpPr>
          <p:cNvPr id="39" name="Gruppieren 38">
            <a:extLst>
              <a:ext uri="{FF2B5EF4-FFF2-40B4-BE49-F238E27FC236}">
                <a16:creationId xmlns:a16="http://schemas.microsoft.com/office/drawing/2014/main" id="{1D7E19EB-D7AC-423B-B09F-2BC82112CEAC}"/>
              </a:ext>
            </a:extLst>
          </p:cNvPr>
          <p:cNvGrpSpPr/>
          <p:nvPr/>
        </p:nvGrpSpPr>
        <p:grpSpPr>
          <a:xfrm>
            <a:off x="11258194" y="2555993"/>
            <a:ext cx="125934" cy="514900"/>
            <a:chOff x="5031474" y="2484463"/>
            <a:chExt cx="126000" cy="515168"/>
          </a:xfrm>
        </p:grpSpPr>
        <p:cxnSp>
          <p:nvCxnSpPr>
            <p:cNvPr id="40" name="Gerade Verbindung 97">
              <a:extLst>
                <a:ext uri="{FF2B5EF4-FFF2-40B4-BE49-F238E27FC236}">
                  <a16:creationId xmlns:a16="http://schemas.microsoft.com/office/drawing/2014/main" id="{087B6E78-419C-40F2-8319-5309D940B087}"/>
                </a:ext>
              </a:extLst>
            </p:cNvPr>
            <p:cNvCxnSpPr>
              <a:endCxn id="41" idx="0"/>
            </p:cNvCxnSpPr>
            <p:nvPr/>
          </p:nvCxnSpPr>
          <p:spPr bwMode="auto">
            <a:xfrm>
              <a:off x="5092271" y="2484463"/>
              <a:ext cx="2203" cy="389168"/>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1" name="Rechteck 40">
              <a:extLst>
                <a:ext uri="{FF2B5EF4-FFF2-40B4-BE49-F238E27FC236}">
                  <a16:creationId xmlns:a16="http://schemas.microsoft.com/office/drawing/2014/main" id="{7F6928E3-946E-435A-880B-632FE0A639F9}"/>
                </a:ext>
              </a:extLst>
            </p:cNvPr>
            <p:cNvSpPr/>
            <p:nvPr/>
          </p:nvSpPr>
          <p:spPr bwMode="auto">
            <a:xfrm>
              <a:off x="5031474" y="2873631"/>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cxnSp>
        <p:nvCxnSpPr>
          <p:cNvPr id="45" name="Gerade Verbindung mit Pfeil 44">
            <a:extLst>
              <a:ext uri="{FF2B5EF4-FFF2-40B4-BE49-F238E27FC236}">
                <a16:creationId xmlns:a16="http://schemas.microsoft.com/office/drawing/2014/main" id="{1A1F7D2A-ED55-42DE-9339-B4E1BA188E4B}"/>
              </a:ext>
            </a:extLst>
          </p:cNvPr>
          <p:cNvCxnSpPr/>
          <p:nvPr/>
        </p:nvCxnSpPr>
        <p:spPr bwMode="auto">
          <a:xfrm flipH="1">
            <a:off x="9803202" y="2616766"/>
            <a:ext cx="886466" cy="734527"/>
          </a:xfrm>
          <a:prstGeom prst="straightConnector1">
            <a:avLst/>
          </a:prstGeom>
          <a:solidFill>
            <a:schemeClr val="tx2"/>
          </a:solidFill>
          <a:ln w="5715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6" name="Gerade Verbindung mit Pfeil 45">
            <a:extLst>
              <a:ext uri="{FF2B5EF4-FFF2-40B4-BE49-F238E27FC236}">
                <a16:creationId xmlns:a16="http://schemas.microsoft.com/office/drawing/2014/main" id="{1E1738FC-8FA5-471A-AA37-A0813BC1DAE6}"/>
              </a:ext>
            </a:extLst>
          </p:cNvPr>
          <p:cNvCxnSpPr/>
          <p:nvPr/>
        </p:nvCxnSpPr>
        <p:spPr bwMode="auto">
          <a:xfrm flipH="1">
            <a:off x="9389628" y="2616343"/>
            <a:ext cx="1128" cy="768441"/>
          </a:xfrm>
          <a:prstGeom prst="straightConnector1">
            <a:avLst/>
          </a:prstGeom>
          <a:solidFill>
            <a:schemeClr val="tx2"/>
          </a:solidFill>
          <a:ln w="5715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9" name="Gerade Verbindung mit Pfeil 48">
            <a:extLst>
              <a:ext uri="{FF2B5EF4-FFF2-40B4-BE49-F238E27FC236}">
                <a16:creationId xmlns:a16="http://schemas.microsoft.com/office/drawing/2014/main" id="{72104392-E2E3-4D9C-A8BF-09205CEE981B}"/>
              </a:ext>
            </a:extLst>
          </p:cNvPr>
          <p:cNvCxnSpPr/>
          <p:nvPr/>
        </p:nvCxnSpPr>
        <p:spPr bwMode="auto">
          <a:xfrm flipV="1">
            <a:off x="8066671" y="4534496"/>
            <a:ext cx="461497" cy="148490"/>
          </a:xfrm>
          <a:prstGeom prst="straightConnector1">
            <a:avLst/>
          </a:prstGeom>
          <a:solidFill>
            <a:schemeClr val="tx2"/>
          </a:solidFill>
          <a:ln w="5715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52" name="Text Box 5">
            <a:extLst>
              <a:ext uri="{FF2B5EF4-FFF2-40B4-BE49-F238E27FC236}">
                <a16:creationId xmlns:a16="http://schemas.microsoft.com/office/drawing/2014/main" id="{6E7C709C-077B-4D95-87E1-272F4846DB0E}"/>
              </a:ext>
            </a:extLst>
          </p:cNvPr>
          <p:cNvSpPr txBox="1">
            <a:spLocks noChangeArrowheads="1"/>
          </p:cNvSpPr>
          <p:nvPr>
            <p:custDataLst>
              <p:tags r:id="rId6"/>
            </p:custDataLst>
          </p:nvPr>
        </p:nvSpPr>
        <p:spPr bwMode="auto">
          <a:xfrm>
            <a:off x="644834" y="1465647"/>
            <a:ext cx="6152983" cy="3187492"/>
          </a:xfrm>
          <a:prstGeom prst="rect">
            <a:avLst/>
          </a:prstGeom>
          <a:gradFill>
            <a:gsLst>
              <a:gs pos="83000">
                <a:srgbClr val="41AAC8"/>
              </a:gs>
              <a:gs pos="50000">
                <a:srgbClr val="32A0A0"/>
              </a:gs>
              <a:gs pos="0">
                <a:srgbClr val="4BB9B9"/>
              </a:gs>
              <a:gs pos="100000">
                <a:srgbClr val="2387AA"/>
              </a:gs>
            </a:gsLst>
            <a:lin ang="0" scaled="0"/>
          </a:gradFill>
          <a:ln>
            <a:noFill/>
          </a:ln>
          <a:effectLst/>
        </p:spPr>
        <p:txBody>
          <a:bodyPr lIns="89953" tIns="46776" rIns="89953" bIns="46776" anchor="ctr" anchorCtr="0"/>
          <a:lstStyle>
            <a:defPPr>
              <a:defRPr lang="de-DE"/>
            </a:defPPr>
            <a:lvl1pPr algn="ctr" defTabSz="762000" eaLnBrk="0" hangingPunct="0">
              <a:spcBef>
                <a:spcPct val="0"/>
              </a:spcBef>
              <a:buClrTx/>
              <a:buFontTx/>
              <a:buNone/>
              <a:defRPr sz="1800" b="1">
                <a:solidFill>
                  <a:schemeClr val="bg1"/>
                </a:solidFill>
                <a:latin typeface="Arial" charset="0"/>
              </a:defRPr>
            </a:lvl1pPr>
            <a:lvl2pPr marL="742950" indent="-285750" defTabSz="762000" eaLnBrk="0" hangingPunct="0">
              <a:defRPr sz="2000">
                <a:solidFill>
                  <a:schemeClr val="tx1"/>
                </a:solidFill>
                <a:latin typeface="Arial" charset="0"/>
              </a:defRPr>
            </a:lvl2pPr>
            <a:lvl3pPr marL="1143000" indent="-228600" defTabSz="762000" eaLnBrk="0" hangingPunct="0">
              <a:defRPr sz="2000">
                <a:solidFill>
                  <a:schemeClr val="tx1"/>
                </a:solidFill>
                <a:latin typeface="Arial" charset="0"/>
              </a:defRPr>
            </a:lvl3pPr>
            <a:lvl4pPr marL="1600200" indent="-228600" defTabSz="762000" eaLnBrk="0" hangingPunct="0">
              <a:defRPr sz="2000">
                <a:solidFill>
                  <a:schemeClr val="tx1"/>
                </a:solidFill>
                <a:latin typeface="Arial" charset="0"/>
              </a:defRPr>
            </a:lvl4pPr>
            <a:lvl5pPr marL="2057400" indent="-228600" defTabSz="762000" eaLnBrk="0" hangingPunct="0">
              <a:defRPr sz="2000">
                <a:solidFill>
                  <a:schemeClr val="tx1"/>
                </a:solidFill>
                <a:latin typeface="Arial" charset="0"/>
              </a:defRPr>
            </a:lvl5pPr>
            <a:lvl6pPr marL="25146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6pPr>
            <a:lvl7pPr marL="29718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7pPr>
            <a:lvl8pPr marL="34290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8pPr>
            <a:lvl9pPr marL="38862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9pPr>
          </a:lstStyle>
          <a:p>
            <a:pPr algn="l"/>
            <a:endParaRPr lang="en-US" sz="1799" b="0" dirty="0"/>
          </a:p>
          <a:p>
            <a:pPr algn="l"/>
            <a:r>
              <a:rPr lang="en-US" sz="1799" b="0" dirty="0"/>
              <a:t>An HMI connection via the Device IP addresses requires a switching option on the HMI side. This is possible with</a:t>
            </a:r>
          </a:p>
          <a:p>
            <a:pPr marL="285607" indent="-285607" algn="l">
              <a:buFont typeface="Arial" panose="020B0604020202020204" pitchFamily="34" charset="0"/>
              <a:buChar char="•"/>
            </a:pPr>
            <a:r>
              <a:rPr lang="en-US" sz="1799" b="0" dirty="0"/>
              <a:t>WinCC OA ab V3.18</a:t>
            </a:r>
          </a:p>
          <a:p>
            <a:pPr marL="285607" indent="-285607" algn="l">
              <a:buFont typeface="Arial" panose="020B0604020202020204" pitchFamily="34" charset="0"/>
              <a:buChar char="•"/>
            </a:pPr>
            <a:r>
              <a:rPr lang="en-US" sz="1799" b="0" dirty="0"/>
              <a:t>WinCC V7.5 SP1 via Scripting</a:t>
            </a:r>
          </a:p>
          <a:p>
            <a:pPr marL="285607" indent="-285607" algn="l">
              <a:buFont typeface="Arial" panose="020B0604020202020204" pitchFamily="34" charset="0"/>
              <a:buChar char="•"/>
            </a:pPr>
            <a:r>
              <a:rPr lang="en-US" sz="1799" b="0" dirty="0"/>
              <a:t>SIMATIC Panels via Scripting</a:t>
            </a:r>
          </a:p>
          <a:p>
            <a:pPr algn="l"/>
            <a:endParaRPr lang="en-US" sz="1799" b="0" dirty="0"/>
          </a:p>
          <a:p>
            <a:pPr algn="l"/>
            <a:r>
              <a:rPr lang="en-US" sz="1399" b="0" dirty="0"/>
              <a:t>The following application example is available for connecting SIMATIC panels to an R/H system:</a:t>
            </a:r>
          </a:p>
          <a:p>
            <a:pPr algn="l"/>
            <a:r>
              <a:rPr lang="en-US" sz="1399" b="0" dirty="0">
                <a:solidFill>
                  <a:srgbClr val="7030A0"/>
                </a:solidFill>
                <a:hlinkClick r:id="rId28">
                  <a:extLst>
                    <a:ext uri="{A12FA001-AC4F-418D-AE19-62706E023703}">
                      <ahyp:hlinkClr xmlns:ahyp="http://schemas.microsoft.com/office/drawing/2018/hyperlinkcolor" val="tx"/>
                    </a:ext>
                  </a:extLst>
                </a:hlinkClick>
              </a:rPr>
              <a:t>https://support.industry.siemens.com/cs/ww/de/view/109781687</a:t>
            </a:r>
            <a:endParaRPr lang="en-US" sz="1399" b="0" dirty="0">
              <a:solidFill>
                <a:srgbClr val="7030A0"/>
              </a:solidFill>
            </a:endParaRPr>
          </a:p>
          <a:p>
            <a:pPr algn="l"/>
            <a:endParaRPr lang="en-US" sz="1799" b="0" dirty="0"/>
          </a:p>
        </p:txBody>
      </p:sp>
      <p:grpSp>
        <p:nvGrpSpPr>
          <p:cNvPr id="66" name="Gruppieren 65">
            <a:extLst>
              <a:ext uri="{FF2B5EF4-FFF2-40B4-BE49-F238E27FC236}">
                <a16:creationId xmlns:a16="http://schemas.microsoft.com/office/drawing/2014/main" id="{405802DF-F439-496B-B678-3C19B34A7438}"/>
              </a:ext>
            </a:extLst>
          </p:cNvPr>
          <p:cNvGrpSpPr/>
          <p:nvPr/>
        </p:nvGrpSpPr>
        <p:grpSpPr>
          <a:xfrm>
            <a:off x="9718703" y="4157508"/>
            <a:ext cx="901319" cy="45695"/>
            <a:chOff x="7633471" y="4747708"/>
            <a:chExt cx="410801" cy="41364"/>
          </a:xfrm>
        </p:grpSpPr>
        <p:sp>
          <p:nvSpPr>
            <p:cNvPr id="67" name="Line 30">
              <a:extLst>
                <a:ext uri="{FF2B5EF4-FFF2-40B4-BE49-F238E27FC236}">
                  <a16:creationId xmlns:a16="http://schemas.microsoft.com/office/drawing/2014/main" id="{A7BC8212-99A6-4EEA-88CA-096C32831337}"/>
                </a:ext>
              </a:extLst>
            </p:cNvPr>
            <p:cNvSpPr>
              <a:spLocks noChangeShapeType="1"/>
            </p:cNvSpPr>
            <p:nvPr/>
          </p:nvSpPr>
          <p:spPr bwMode="auto">
            <a:xfrm>
              <a:off x="7633471" y="4789072"/>
              <a:ext cx="410801" cy="0"/>
            </a:xfrm>
            <a:prstGeom prst="line">
              <a:avLst/>
            </a:prstGeom>
            <a:noFill/>
            <a:ln w="19050" cap="flat" cmpd="sng" algn="ctr">
              <a:solidFill>
                <a:srgbClr val="EB780A"/>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68" name="Line 30">
              <a:extLst>
                <a:ext uri="{FF2B5EF4-FFF2-40B4-BE49-F238E27FC236}">
                  <a16:creationId xmlns:a16="http://schemas.microsoft.com/office/drawing/2014/main" id="{9E325B7C-AD15-40D2-9104-3DA9BFB09D6C}"/>
                </a:ext>
              </a:extLst>
            </p:cNvPr>
            <p:cNvSpPr>
              <a:spLocks noChangeShapeType="1"/>
            </p:cNvSpPr>
            <p:nvPr/>
          </p:nvSpPr>
          <p:spPr bwMode="auto">
            <a:xfrm>
              <a:off x="7633471" y="4747708"/>
              <a:ext cx="410801" cy="0"/>
            </a:xfrm>
            <a:prstGeom prst="line">
              <a:avLst/>
            </a:prstGeom>
            <a:noFill/>
            <a:ln w="19050" cap="flat" cmpd="sng" algn="ctr">
              <a:solidFill>
                <a:srgbClr val="EB780A"/>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grpSp>
      <p:cxnSp>
        <p:nvCxnSpPr>
          <p:cNvPr id="69" name="Gerade Verbindung 22">
            <a:extLst>
              <a:ext uri="{FF2B5EF4-FFF2-40B4-BE49-F238E27FC236}">
                <a16:creationId xmlns:a16="http://schemas.microsoft.com/office/drawing/2014/main" id="{125B35ED-C7F3-4D38-9CA8-68937DE2B029}"/>
              </a:ext>
            </a:extLst>
          </p:cNvPr>
          <p:cNvCxnSpPr/>
          <p:nvPr/>
        </p:nvCxnSpPr>
        <p:spPr bwMode="auto">
          <a:xfrm>
            <a:off x="9422879" y="5025004"/>
            <a:ext cx="0" cy="36552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Gerade Verbindung 23">
            <a:extLst>
              <a:ext uri="{FF2B5EF4-FFF2-40B4-BE49-F238E27FC236}">
                <a16:creationId xmlns:a16="http://schemas.microsoft.com/office/drawing/2014/main" id="{F3DD79FA-D65D-4900-9357-8A743D4B2080}"/>
              </a:ext>
            </a:extLst>
          </p:cNvPr>
          <p:cNvCxnSpPr/>
          <p:nvPr/>
        </p:nvCxnSpPr>
        <p:spPr bwMode="auto">
          <a:xfrm flipH="1">
            <a:off x="10546163" y="5031303"/>
            <a:ext cx="1" cy="4316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Ellipse 70">
            <a:extLst>
              <a:ext uri="{FF2B5EF4-FFF2-40B4-BE49-F238E27FC236}">
                <a16:creationId xmlns:a16="http://schemas.microsoft.com/office/drawing/2014/main" id="{A2D1B364-6DD5-4E26-B33F-C2C2AF9EF256}"/>
              </a:ext>
            </a:extLst>
          </p:cNvPr>
          <p:cNvSpPr/>
          <p:nvPr/>
        </p:nvSpPr>
        <p:spPr bwMode="auto">
          <a:xfrm>
            <a:off x="8429783" y="4607588"/>
            <a:ext cx="3200264" cy="423486"/>
          </a:xfrm>
          <a:prstGeom prst="ellips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buClr>
                <a:schemeClr val="accent1"/>
              </a:buClr>
              <a:buFont typeface="Wingdings" pitchFamily="2" charset="2"/>
            </a:pPr>
            <a:endParaRPr lang="en-US" sz="900" dirty="0">
              <a:latin typeface="Arial" charset="0"/>
            </a:endParaRPr>
          </a:p>
        </p:txBody>
      </p:sp>
      <p:sp>
        <p:nvSpPr>
          <p:cNvPr id="72" name="Rechteck 71">
            <a:extLst>
              <a:ext uri="{FF2B5EF4-FFF2-40B4-BE49-F238E27FC236}">
                <a16:creationId xmlns:a16="http://schemas.microsoft.com/office/drawing/2014/main" id="{DEFBB8E1-8C23-4ED2-B007-254ABB3333AF}"/>
              </a:ext>
            </a:extLst>
          </p:cNvPr>
          <p:cNvSpPr/>
          <p:nvPr/>
        </p:nvSpPr>
        <p:spPr bwMode="auto">
          <a:xfrm>
            <a:off x="10483195" y="4963567"/>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73" name="Rechteck 72">
            <a:extLst>
              <a:ext uri="{FF2B5EF4-FFF2-40B4-BE49-F238E27FC236}">
                <a16:creationId xmlns:a16="http://schemas.microsoft.com/office/drawing/2014/main" id="{5551E255-3C24-461A-9686-4BC16BF53FB3}"/>
              </a:ext>
            </a:extLst>
          </p:cNvPr>
          <p:cNvSpPr/>
          <p:nvPr/>
        </p:nvSpPr>
        <p:spPr bwMode="auto">
          <a:xfrm>
            <a:off x="9359911" y="4950386"/>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74" name="Text Box 16">
            <a:extLst>
              <a:ext uri="{FF2B5EF4-FFF2-40B4-BE49-F238E27FC236}">
                <a16:creationId xmlns:a16="http://schemas.microsoft.com/office/drawing/2014/main" id="{E4F7C7EC-84C9-455D-AF4B-718B767E45E5}"/>
              </a:ext>
            </a:extLst>
          </p:cNvPr>
          <p:cNvSpPr txBox="1">
            <a:spLocks noChangeArrowheads="1"/>
          </p:cNvSpPr>
          <p:nvPr>
            <p:custDataLst>
              <p:tags r:id="rId7"/>
            </p:custDataLst>
          </p:nvPr>
        </p:nvSpPr>
        <p:spPr bwMode="auto">
          <a:xfrm>
            <a:off x="9310754" y="4319482"/>
            <a:ext cx="496972" cy="153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00963F"/>
                </a:solidFill>
              </a:rPr>
              <a:t>X1: IP3</a:t>
            </a:r>
          </a:p>
        </p:txBody>
      </p:sp>
      <p:sp>
        <p:nvSpPr>
          <p:cNvPr id="75" name="Rechteck 74">
            <a:extLst>
              <a:ext uri="{FF2B5EF4-FFF2-40B4-BE49-F238E27FC236}">
                <a16:creationId xmlns:a16="http://schemas.microsoft.com/office/drawing/2014/main" id="{E756672F-614F-4827-BCC5-5FD6BB1EA81C}"/>
              </a:ext>
            </a:extLst>
          </p:cNvPr>
          <p:cNvSpPr/>
          <p:nvPr/>
        </p:nvSpPr>
        <p:spPr bwMode="auto">
          <a:xfrm>
            <a:off x="10619643" y="4575633"/>
            <a:ext cx="79160"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76" name="Gerade Verbindung 34">
            <a:extLst>
              <a:ext uri="{FF2B5EF4-FFF2-40B4-BE49-F238E27FC236}">
                <a16:creationId xmlns:a16="http://schemas.microsoft.com/office/drawing/2014/main" id="{B497F49E-91E2-4CD0-A625-B8CC397D5226}"/>
              </a:ext>
            </a:extLst>
          </p:cNvPr>
          <p:cNvCxnSpPr/>
          <p:nvPr/>
        </p:nvCxnSpPr>
        <p:spPr bwMode="auto">
          <a:xfrm>
            <a:off x="10718986" y="4296624"/>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Gerade Verbindung 35">
            <a:extLst>
              <a:ext uri="{FF2B5EF4-FFF2-40B4-BE49-F238E27FC236}">
                <a16:creationId xmlns:a16="http://schemas.microsoft.com/office/drawing/2014/main" id="{9E237FBE-33CB-4F60-A15A-8396201D8BF5}"/>
              </a:ext>
            </a:extLst>
          </p:cNvPr>
          <p:cNvCxnSpPr/>
          <p:nvPr/>
        </p:nvCxnSpPr>
        <p:spPr bwMode="auto">
          <a:xfrm>
            <a:off x="10609881" y="4172019"/>
            <a:ext cx="1" cy="4609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Rechteck 77">
            <a:extLst>
              <a:ext uri="{FF2B5EF4-FFF2-40B4-BE49-F238E27FC236}">
                <a16:creationId xmlns:a16="http://schemas.microsoft.com/office/drawing/2014/main" id="{D147BF92-CC0B-41D2-B331-1910B5DA6B3B}"/>
              </a:ext>
            </a:extLst>
          </p:cNvPr>
          <p:cNvSpPr/>
          <p:nvPr/>
        </p:nvSpPr>
        <p:spPr bwMode="auto">
          <a:xfrm>
            <a:off x="9181854" y="4562929"/>
            <a:ext cx="71963"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81" name="Gerade Verbindung 37">
            <a:extLst>
              <a:ext uri="{FF2B5EF4-FFF2-40B4-BE49-F238E27FC236}">
                <a16:creationId xmlns:a16="http://schemas.microsoft.com/office/drawing/2014/main" id="{B2E826F8-8A72-426F-AA25-A1C28821B0FB}"/>
              </a:ext>
            </a:extLst>
          </p:cNvPr>
          <p:cNvCxnSpPr/>
          <p:nvPr/>
        </p:nvCxnSpPr>
        <p:spPr bwMode="auto">
          <a:xfrm>
            <a:off x="9167949" y="4191375"/>
            <a:ext cx="1" cy="46176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9" name="product_distributed-io.png">
            <a:extLst>
              <a:ext uri="{FF2B5EF4-FFF2-40B4-BE49-F238E27FC236}">
                <a16:creationId xmlns:a16="http://schemas.microsoft.com/office/drawing/2014/main" id="{3C238F48-7E2A-4B00-89EC-EB4B22AA65BD}"/>
              </a:ext>
            </a:extLst>
          </p:cNvPr>
          <p:cNvPicPr>
            <a:picLocks noChangeAspect="1"/>
          </p:cNvPicPr>
          <p:nvPr>
            <p:custDataLst>
              <p:tags r:id="rId8"/>
            </p:custDataLst>
          </p:nvPr>
        </p:nvPicPr>
        <p:blipFill>
          <a:blip r:embed="rId29" cstate="print">
            <a:extLst>
              <a:ext uri="{28A0092B-C50C-407E-A947-70E740481C1C}">
                <a14:useLocalDpi xmlns:a14="http://schemas.microsoft.com/office/drawing/2010/main" val="0"/>
              </a:ext>
            </a:extLst>
          </a:blip>
          <a:stretch>
            <a:fillRect/>
          </a:stretch>
        </p:blipFill>
        <p:spPr>
          <a:xfrm>
            <a:off x="9377825" y="5256110"/>
            <a:ext cx="455031" cy="455031"/>
          </a:xfrm>
          <a:prstGeom prst="rect">
            <a:avLst/>
          </a:prstGeom>
        </p:spPr>
      </p:pic>
      <p:grpSp>
        <p:nvGrpSpPr>
          <p:cNvPr id="90" name="Gruppieren 89">
            <a:extLst>
              <a:ext uri="{FF2B5EF4-FFF2-40B4-BE49-F238E27FC236}">
                <a16:creationId xmlns:a16="http://schemas.microsoft.com/office/drawing/2014/main" id="{E989BFD2-A6B8-4508-985D-4E666EE0371C}"/>
              </a:ext>
            </a:extLst>
          </p:cNvPr>
          <p:cNvGrpSpPr>
            <a:grpSpLocks noChangeAspect="1"/>
          </p:cNvGrpSpPr>
          <p:nvPr/>
        </p:nvGrpSpPr>
        <p:grpSpPr>
          <a:xfrm>
            <a:off x="10482017" y="5256111"/>
            <a:ext cx="622096" cy="496392"/>
            <a:chOff x="4105359" y="1822075"/>
            <a:chExt cx="4583448" cy="3657299"/>
          </a:xfrm>
        </p:grpSpPr>
        <p:pic>
          <p:nvPicPr>
            <p:cNvPr id="91" name="product_simatic-s7-1500.png">
              <a:extLst>
                <a:ext uri="{FF2B5EF4-FFF2-40B4-BE49-F238E27FC236}">
                  <a16:creationId xmlns:a16="http://schemas.microsoft.com/office/drawing/2014/main" id="{054408DA-07CD-4711-B169-2C5F62820FB0}"/>
                </a:ext>
              </a:extLst>
            </p:cNvPr>
            <p:cNvPicPr>
              <a:picLocks noChangeAspect="1"/>
            </p:cNvPicPr>
            <p:nvPr>
              <p:custDataLst>
                <p:tags r:id="rId20"/>
              </p:custDataLst>
            </p:nvPr>
          </p:nvPicPr>
          <p:blipFill rotWithShape="1">
            <a:blip r:embed="rId30"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92" name="product_simatic-s7-1500.png">
              <a:extLst>
                <a:ext uri="{FF2B5EF4-FFF2-40B4-BE49-F238E27FC236}">
                  <a16:creationId xmlns:a16="http://schemas.microsoft.com/office/drawing/2014/main" id="{BF1CED83-EC97-460A-8153-E9B266E7C96F}"/>
                </a:ext>
              </a:extLst>
            </p:cNvPr>
            <p:cNvPicPr>
              <a:picLocks noChangeAspect="1"/>
            </p:cNvPicPr>
            <p:nvPr>
              <p:custDataLst>
                <p:tags r:id="rId21"/>
              </p:custDataLst>
            </p:nvPr>
          </p:nvPicPr>
          <p:blipFill rotWithShape="1">
            <a:blip r:embed="rId31"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102" name="product_simatic-s7-1500.png">
              <a:extLst>
                <a:ext uri="{FF2B5EF4-FFF2-40B4-BE49-F238E27FC236}">
                  <a16:creationId xmlns:a16="http://schemas.microsoft.com/office/drawing/2014/main" id="{7C729F54-AC42-4C0E-8F93-56A6273AD578}"/>
                </a:ext>
              </a:extLst>
            </p:cNvPr>
            <p:cNvPicPr>
              <a:picLocks noChangeAspect="1"/>
            </p:cNvPicPr>
            <p:nvPr>
              <p:custDataLst>
                <p:tags r:id="rId22"/>
              </p:custDataLst>
            </p:nvPr>
          </p:nvPicPr>
          <p:blipFill rotWithShape="1">
            <a:blip r:embed="rId32"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103" name="product_simatic-s7-1500.png">
              <a:extLst>
                <a:ext uri="{FF2B5EF4-FFF2-40B4-BE49-F238E27FC236}">
                  <a16:creationId xmlns:a16="http://schemas.microsoft.com/office/drawing/2014/main" id="{3793B301-AB22-4C19-B4B2-D3956FE0ADA4}"/>
                </a:ext>
              </a:extLst>
            </p:cNvPr>
            <p:cNvPicPr>
              <a:picLocks noChangeAspect="1"/>
            </p:cNvPicPr>
            <p:nvPr>
              <p:custDataLst>
                <p:tags r:id="rId23"/>
              </p:custDataLst>
            </p:nvPr>
          </p:nvPicPr>
          <p:blipFill rotWithShape="1">
            <a:blip r:embed="rId33"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cxnSp>
        <p:nvCxnSpPr>
          <p:cNvPr id="104" name="Gerade Verbindung 58">
            <a:extLst>
              <a:ext uri="{FF2B5EF4-FFF2-40B4-BE49-F238E27FC236}">
                <a16:creationId xmlns:a16="http://schemas.microsoft.com/office/drawing/2014/main" id="{B22F1A12-4B8A-46E2-B822-F96F76EDDFED}"/>
              </a:ext>
            </a:extLst>
          </p:cNvPr>
          <p:cNvCxnSpPr/>
          <p:nvPr/>
        </p:nvCxnSpPr>
        <p:spPr bwMode="auto">
          <a:xfrm>
            <a:off x="9270253" y="4297237"/>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 name="Text Box 16">
            <a:extLst>
              <a:ext uri="{FF2B5EF4-FFF2-40B4-BE49-F238E27FC236}">
                <a16:creationId xmlns:a16="http://schemas.microsoft.com/office/drawing/2014/main" id="{8645DC61-CFBA-492C-A5B0-4A42EE57648F}"/>
              </a:ext>
            </a:extLst>
          </p:cNvPr>
          <p:cNvSpPr txBox="1">
            <a:spLocks noChangeArrowheads="1"/>
          </p:cNvSpPr>
          <p:nvPr>
            <p:custDataLst>
              <p:tags r:id="rId9"/>
            </p:custDataLst>
          </p:nvPr>
        </p:nvSpPr>
        <p:spPr bwMode="auto">
          <a:xfrm>
            <a:off x="10790276" y="4328491"/>
            <a:ext cx="424575"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00963F"/>
                </a:solidFill>
              </a:rPr>
              <a:t>X1: IP4</a:t>
            </a:r>
          </a:p>
        </p:txBody>
      </p:sp>
      <p:grpSp>
        <p:nvGrpSpPr>
          <p:cNvPr id="106" name="Gruppieren 105">
            <a:extLst>
              <a:ext uri="{FF2B5EF4-FFF2-40B4-BE49-F238E27FC236}">
                <a16:creationId xmlns:a16="http://schemas.microsoft.com/office/drawing/2014/main" id="{F06D3D4F-76D3-4204-AB2E-CD8D0798452E}"/>
              </a:ext>
            </a:extLst>
          </p:cNvPr>
          <p:cNvGrpSpPr/>
          <p:nvPr/>
        </p:nvGrpSpPr>
        <p:grpSpPr>
          <a:xfrm>
            <a:off x="10539301" y="3666780"/>
            <a:ext cx="773894" cy="639977"/>
            <a:chOff x="5633257" y="2448326"/>
            <a:chExt cx="3891741" cy="2958295"/>
          </a:xfrm>
        </p:grpSpPr>
        <p:pic>
          <p:nvPicPr>
            <p:cNvPr id="107" name="product_simatic-s7-1500.png">
              <a:extLst>
                <a:ext uri="{FF2B5EF4-FFF2-40B4-BE49-F238E27FC236}">
                  <a16:creationId xmlns:a16="http://schemas.microsoft.com/office/drawing/2014/main" id="{17F7DBA3-7256-4F9D-BC72-21932125A5B2}"/>
                </a:ext>
              </a:extLst>
            </p:cNvPr>
            <p:cNvPicPr>
              <a:picLocks noChangeAspect="1"/>
            </p:cNvPicPr>
            <p:nvPr>
              <p:custDataLst>
                <p:tags r:id="rId17"/>
              </p:custDataLst>
            </p:nvPr>
          </p:nvPicPr>
          <p:blipFill rotWithShape="1">
            <a:blip r:embed="rId34"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p:spPr>
        </p:pic>
        <p:pic>
          <p:nvPicPr>
            <p:cNvPr id="110" name="product_simatic-s7-1500.png">
              <a:extLst>
                <a:ext uri="{FF2B5EF4-FFF2-40B4-BE49-F238E27FC236}">
                  <a16:creationId xmlns:a16="http://schemas.microsoft.com/office/drawing/2014/main" id="{686AECC3-F6C2-47F0-9DE7-3F145C952755}"/>
                </a:ext>
              </a:extLst>
            </p:cNvPr>
            <p:cNvPicPr>
              <a:picLocks noChangeAspect="1"/>
            </p:cNvPicPr>
            <p:nvPr>
              <p:custDataLst>
                <p:tags r:id="rId18"/>
              </p:custDataLst>
            </p:nvPr>
          </p:nvPicPr>
          <p:blipFill rotWithShape="1">
            <a:blip r:embed="rId35"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p:spPr>
        </p:pic>
        <p:pic>
          <p:nvPicPr>
            <p:cNvPr id="111" name="product_simatic-s7-1500.png">
              <a:extLst>
                <a:ext uri="{FF2B5EF4-FFF2-40B4-BE49-F238E27FC236}">
                  <a16:creationId xmlns:a16="http://schemas.microsoft.com/office/drawing/2014/main" id="{A1F116F9-AE54-4957-8EA0-3CA3BED36D42}"/>
                </a:ext>
              </a:extLst>
            </p:cNvPr>
            <p:cNvPicPr>
              <a:picLocks noChangeAspect="1"/>
            </p:cNvPicPr>
            <p:nvPr>
              <p:custDataLst>
                <p:tags r:id="rId19"/>
              </p:custDataLst>
            </p:nvPr>
          </p:nvPicPr>
          <p:blipFill rotWithShape="1">
            <a:blip r:embed="rId35"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p:spPr>
        </p:pic>
      </p:grpSp>
      <p:grpSp>
        <p:nvGrpSpPr>
          <p:cNvPr id="112" name="Gruppieren 111">
            <a:extLst>
              <a:ext uri="{FF2B5EF4-FFF2-40B4-BE49-F238E27FC236}">
                <a16:creationId xmlns:a16="http://schemas.microsoft.com/office/drawing/2014/main" id="{EB56FB21-C51D-4130-A1DC-05F217F6DED7}"/>
              </a:ext>
            </a:extLst>
          </p:cNvPr>
          <p:cNvGrpSpPr/>
          <p:nvPr/>
        </p:nvGrpSpPr>
        <p:grpSpPr>
          <a:xfrm>
            <a:off x="9087522" y="3666780"/>
            <a:ext cx="773894" cy="639977"/>
            <a:chOff x="5633257" y="2448326"/>
            <a:chExt cx="3891741" cy="2958295"/>
          </a:xfrm>
        </p:grpSpPr>
        <p:pic>
          <p:nvPicPr>
            <p:cNvPr id="113" name="product_simatic-s7-1500.png">
              <a:extLst>
                <a:ext uri="{FF2B5EF4-FFF2-40B4-BE49-F238E27FC236}">
                  <a16:creationId xmlns:a16="http://schemas.microsoft.com/office/drawing/2014/main" id="{32042231-D02E-4D4A-9D44-2A95EA58D317}"/>
                </a:ext>
              </a:extLst>
            </p:cNvPr>
            <p:cNvPicPr>
              <a:picLocks noChangeAspect="1"/>
            </p:cNvPicPr>
            <p:nvPr>
              <p:custDataLst>
                <p:tags r:id="rId14"/>
              </p:custDataLst>
            </p:nvPr>
          </p:nvPicPr>
          <p:blipFill rotWithShape="1">
            <a:blip r:embed="rId34"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p:spPr>
        </p:pic>
        <p:pic>
          <p:nvPicPr>
            <p:cNvPr id="116" name="product_simatic-s7-1500.png">
              <a:extLst>
                <a:ext uri="{FF2B5EF4-FFF2-40B4-BE49-F238E27FC236}">
                  <a16:creationId xmlns:a16="http://schemas.microsoft.com/office/drawing/2014/main" id="{65D4DC53-5A0E-4AE0-B8AB-3069665686C0}"/>
                </a:ext>
              </a:extLst>
            </p:cNvPr>
            <p:cNvPicPr>
              <a:picLocks noChangeAspect="1"/>
            </p:cNvPicPr>
            <p:nvPr>
              <p:custDataLst>
                <p:tags r:id="rId15"/>
              </p:custDataLst>
            </p:nvPr>
          </p:nvPicPr>
          <p:blipFill rotWithShape="1">
            <a:blip r:embed="rId35"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p:spPr>
        </p:pic>
        <p:pic>
          <p:nvPicPr>
            <p:cNvPr id="117" name="product_simatic-s7-1500.png">
              <a:extLst>
                <a:ext uri="{FF2B5EF4-FFF2-40B4-BE49-F238E27FC236}">
                  <a16:creationId xmlns:a16="http://schemas.microsoft.com/office/drawing/2014/main" id="{3DAED112-55E6-4618-AE53-44BD403C5B56}"/>
                </a:ext>
              </a:extLst>
            </p:cNvPr>
            <p:cNvPicPr>
              <a:picLocks noChangeAspect="1"/>
            </p:cNvPicPr>
            <p:nvPr>
              <p:custDataLst>
                <p:tags r:id="rId16"/>
              </p:custDataLst>
            </p:nvPr>
          </p:nvPicPr>
          <p:blipFill rotWithShape="1">
            <a:blip r:embed="rId35"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p:spPr>
        </p:pic>
      </p:grpSp>
      <p:sp>
        <p:nvSpPr>
          <p:cNvPr id="97" name="Rechteck 96">
            <a:extLst>
              <a:ext uri="{FF2B5EF4-FFF2-40B4-BE49-F238E27FC236}">
                <a16:creationId xmlns:a16="http://schemas.microsoft.com/office/drawing/2014/main" id="{2CECEEEB-FB21-4381-A446-AEB7ECF56BAC}"/>
              </a:ext>
            </a:extLst>
          </p:cNvPr>
          <p:cNvSpPr/>
          <p:nvPr/>
        </p:nvSpPr>
        <p:spPr bwMode="auto">
          <a:xfrm>
            <a:off x="8366815" y="4747158"/>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cxnSp>
        <p:nvCxnSpPr>
          <p:cNvPr id="79" name="Gerade Verbindung 77">
            <a:extLst>
              <a:ext uri="{FF2B5EF4-FFF2-40B4-BE49-F238E27FC236}">
                <a16:creationId xmlns:a16="http://schemas.microsoft.com/office/drawing/2014/main" id="{78D060E9-5D72-41E8-BCB9-C2375CAEE024}"/>
              </a:ext>
            </a:extLst>
          </p:cNvPr>
          <p:cNvCxnSpPr/>
          <p:nvPr/>
        </p:nvCxnSpPr>
        <p:spPr bwMode="auto">
          <a:xfrm>
            <a:off x="9237194" y="3024014"/>
            <a:ext cx="0" cy="63941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0" name="Text Box 16">
            <a:extLst>
              <a:ext uri="{FF2B5EF4-FFF2-40B4-BE49-F238E27FC236}">
                <a16:creationId xmlns:a16="http://schemas.microsoft.com/office/drawing/2014/main" id="{47FE315B-D974-4AD6-AD3D-82F6D07B091A}"/>
              </a:ext>
            </a:extLst>
          </p:cNvPr>
          <p:cNvSpPr txBox="1">
            <a:spLocks noChangeArrowheads="1"/>
          </p:cNvSpPr>
          <p:nvPr>
            <p:custDataLst>
              <p:tags r:id="rId10"/>
            </p:custDataLst>
          </p:nvPr>
        </p:nvSpPr>
        <p:spPr bwMode="auto">
          <a:xfrm>
            <a:off x="9295780" y="3457182"/>
            <a:ext cx="424575"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00963F"/>
                </a:solidFill>
              </a:rPr>
              <a:t>X2: IP1</a:t>
            </a:r>
          </a:p>
        </p:txBody>
      </p:sp>
      <p:sp>
        <p:nvSpPr>
          <p:cNvPr id="82" name="Rechteck 81">
            <a:extLst>
              <a:ext uri="{FF2B5EF4-FFF2-40B4-BE49-F238E27FC236}">
                <a16:creationId xmlns:a16="http://schemas.microsoft.com/office/drawing/2014/main" id="{F4EF796C-9F92-4321-98BC-D7AF8527EC69}"/>
              </a:ext>
            </a:extLst>
          </p:cNvPr>
          <p:cNvSpPr/>
          <p:nvPr/>
        </p:nvSpPr>
        <p:spPr bwMode="auto">
          <a:xfrm>
            <a:off x="9175200" y="2961047"/>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83" name="Text Box 16">
            <a:extLst>
              <a:ext uri="{FF2B5EF4-FFF2-40B4-BE49-F238E27FC236}">
                <a16:creationId xmlns:a16="http://schemas.microsoft.com/office/drawing/2014/main" id="{C7A217AC-246E-4956-A09F-815A9C45B899}"/>
              </a:ext>
            </a:extLst>
          </p:cNvPr>
          <p:cNvSpPr txBox="1">
            <a:spLocks noChangeArrowheads="1"/>
          </p:cNvSpPr>
          <p:nvPr>
            <p:custDataLst>
              <p:tags r:id="rId11"/>
            </p:custDataLst>
          </p:nvPr>
        </p:nvSpPr>
        <p:spPr bwMode="auto">
          <a:xfrm>
            <a:off x="10755687" y="3452801"/>
            <a:ext cx="45982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00963F"/>
                </a:solidFill>
              </a:rPr>
              <a:t>X2: IP 2</a:t>
            </a:r>
          </a:p>
        </p:txBody>
      </p:sp>
      <p:grpSp>
        <p:nvGrpSpPr>
          <p:cNvPr id="85" name="Gruppieren 84">
            <a:extLst>
              <a:ext uri="{FF2B5EF4-FFF2-40B4-BE49-F238E27FC236}">
                <a16:creationId xmlns:a16="http://schemas.microsoft.com/office/drawing/2014/main" id="{74890FFA-6DBD-4D2B-BFE8-56C9F888C980}"/>
              </a:ext>
            </a:extLst>
          </p:cNvPr>
          <p:cNvGrpSpPr/>
          <p:nvPr/>
        </p:nvGrpSpPr>
        <p:grpSpPr>
          <a:xfrm>
            <a:off x="10629753" y="2964404"/>
            <a:ext cx="199845" cy="702377"/>
            <a:chOff x="10617183" y="2873631"/>
            <a:chExt cx="199949" cy="702743"/>
          </a:xfrm>
        </p:grpSpPr>
        <p:grpSp>
          <p:nvGrpSpPr>
            <p:cNvPr id="86" name="Gruppieren 85">
              <a:extLst>
                <a:ext uri="{FF2B5EF4-FFF2-40B4-BE49-F238E27FC236}">
                  <a16:creationId xmlns:a16="http://schemas.microsoft.com/office/drawing/2014/main" id="{75A3B4B7-F17E-4A7D-A7FB-E8B05ADB3B86}"/>
                </a:ext>
              </a:extLst>
            </p:cNvPr>
            <p:cNvGrpSpPr/>
            <p:nvPr/>
          </p:nvGrpSpPr>
          <p:grpSpPr>
            <a:xfrm>
              <a:off x="10680737" y="2936631"/>
              <a:ext cx="136395" cy="639743"/>
              <a:chOff x="10680737" y="2936631"/>
              <a:chExt cx="136395" cy="639743"/>
            </a:xfrm>
          </p:grpSpPr>
          <p:cxnSp>
            <p:nvCxnSpPr>
              <p:cNvPr id="88" name="Gerade Verbindung 80">
                <a:extLst>
                  <a:ext uri="{FF2B5EF4-FFF2-40B4-BE49-F238E27FC236}">
                    <a16:creationId xmlns:a16="http://schemas.microsoft.com/office/drawing/2014/main" id="{5292AC2A-B1E4-42AA-822C-4293469ED9D5}"/>
                  </a:ext>
                </a:extLst>
              </p:cNvPr>
              <p:cNvCxnSpPr/>
              <p:nvPr/>
            </p:nvCxnSpPr>
            <p:spPr bwMode="auto">
              <a:xfrm>
                <a:off x="10680737" y="2936631"/>
                <a:ext cx="1" cy="639743"/>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96" name="Text Box 16">
                <a:extLst>
                  <a:ext uri="{FF2B5EF4-FFF2-40B4-BE49-F238E27FC236}">
                    <a16:creationId xmlns:a16="http://schemas.microsoft.com/office/drawing/2014/main" id="{DBD4F02B-3B1F-4410-B52F-100E5EF10A21}"/>
                  </a:ext>
                </a:extLst>
              </p:cNvPr>
              <p:cNvSpPr txBox="1">
                <a:spLocks noChangeArrowheads="1"/>
              </p:cNvSpPr>
              <p:nvPr>
                <p:custDataLst>
                  <p:tags r:id="rId13"/>
                </p:custDataLst>
              </p:nvPr>
            </p:nvSpPr>
            <p:spPr bwMode="auto">
              <a:xfrm>
                <a:off x="10817067" y="3379786"/>
                <a:ext cx="65"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endParaRPr lang="en-US" altLang="de-DE" sz="999" b="1" dirty="0">
                  <a:solidFill>
                    <a:srgbClr val="00963F"/>
                  </a:solidFill>
                </a:endParaRPr>
              </a:p>
            </p:txBody>
          </p:sp>
        </p:grpSp>
        <p:sp>
          <p:nvSpPr>
            <p:cNvPr id="87" name="Rechteck 86">
              <a:extLst>
                <a:ext uri="{FF2B5EF4-FFF2-40B4-BE49-F238E27FC236}">
                  <a16:creationId xmlns:a16="http://schemas.microsoft.com/office/drawing/2014/main" id="{15BC9526-6E51-4FE7-B567-D825F9FE47DC}"/>
                </a:ext>
              </a:extLst>
            </p:cNvPr>
            <p:cNvSpPr/>
            <p:nvPr/>
          </p:nvSpPr>
          <p:spPr bwMode="auto">
            <a:xfrm>
              <a:off x="10617183" y="2873631"/>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cxnSp>
        <p:nvCxnSpPr>
          <p:cNvPr id="101" name="Gerade Verbindung mit Pfeil 100">
            <a:extLst>
              <a:ext uri="{FF2B5EF4-FFF2-40B4-BE49-F238E27FC236}">
                <a16:creationId xmlns:a16="http://schemas.microsoft.com/office/drawing/2014/main" id="{AEFB5383-2FA3-4183-9658-14C1ECBB2EE5}"/>
              </a:ext>
            </a:extLst>
          </p:cNvPr>
          <p:cNvCxnSpPr/>
          <p:nvPr/>
        </p:nvCxnSpPr>
        <p:spPr bwMode="auto">
          <a:xfrm>
            <a:off x="11072495" y="2616766"/>
            <a:ext cx="0" cy="709324"/>
          </a:xfrm>
          <a:prstGeom prst="straightConnector1">
            <a:avLst/>
          </a:prstGeom>
          <a:solidFill>
            <a:schemeClr val="tx2"/>
          </a:solidFill>
          <a:ln w="57150" cap="flat" cmpd="sng" algn="ctr">
            <a:solidFill>
              <a:srgbClr val="00B0F0"/>
            </a:solidFill>
            <a:prstDash val="sysDot"/>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9" name="Gerade Verbindung mit Pfeil 108">
            <a:extLst>
              <a:ext uri="{FF2B5EF4-FFF2-40B4-BE49-F238E27FC236}">
                <a16:creationId xmlns:a16="http://schemas.microsoft.com/office/drawing/2014/main" id="{7C6641C8-05AA-4568-A9CC-BE30F67E0026}"/>
              </a:ext>
            </a:extLst>
          </p:cNvPr>
          <p:cNvCxnSpPr/>
          <p:nvPr/>
        </p:nvCxnSpPr>
        <p:spPr bwMode="auto">
          <a:xfrm>
            <a:off x="9535335" y="2667621"/>
            <a:ext cx="1444604" cy="658469"/>
          </a:xfrm>
          <a:prstGeom prst="straightConnector1">
            <a:avLst/>
          </a:prstGeom>
          <a:solidFill>
            <a:schemeClr val="tx2"/>
          </a:solidFill>
          <a:ln w="57150" cap="flat" cmpd="sng" algn="ctr">
            <a:solidFill>
              <a:srgbClr val="00B0F0"/>
            </a:solidFill>
            <a:prstDash val="sysDot"/>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nvGrpSpPr>
          <p:cNvPr id="63" name="Gruppieren 62">
            <a:extLst>
              <a:ext uri="{FF2B5EF4-FFF2-40B4-BE49-F238E27FC236}">
                <a16:creationId xmlns:a16="http://schemas.microsoft.com/office/drawing/2014/main" id="{54F79655-7161-498C-A554-5B384A356E84}"/>
              </a:ext>
            </a:extLst>
          </p:cNvPr>
          <p:cNvGrpSpPr/>
          <p:nvPr/>
        </p:nvGrpSpPr>
        <p:grpSpPr>
          <a:xfrm>
            <a:off x="8759433" y="2555993"/>
            <a:ext cx="125934" cy="514900"/>
            <a:chOff x="5031474" y="2484463"/>
            <a:chExt cx="126000" cy="515168"/>
          </a:xfrm>
        </p:grpSpPr>
        <p:cxnSp>
          <p:nvCxnSpPr>
            <p:cNvPr id="64" name="Gerade Verbindung 97">
              <a:extLst>
                <a:ext uri="{FF2B5EF4-FFF2-40B4-BE49-F238E27FC236}">
                  <a16:creationId xmlns:a16="http://schemas.microsoft.com/office/drawing/2014/main" id="{710A481C-950C-48C2-9E95-1A060A7BC3E4}"/>
                </a:ext>
              </a:extLst>
            </p:cNvPr>
            <p:cNvCxnSpPr>
              <a:endCxn id="65" idx="0"/>
            </p:cNvCxnSpPr>
            <p:nvPr/>
          </p:nvCxnSpPr>
          <p:spPr bwMode="auto">
            <a:xfrm>
              <a:off x="5092271" y="2484463"/>
              <a:ext cx="2203" cy="389168"/>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5" name="Rechteck 64">
              <a:extLst>
                <a:ext uri="{FF2B5EF4-FFF2-40B4-BE49-F238E27FC236}">
                  <a16:creationId xmlns:a16="http://schemas.microsoft.com/office/drawing/2014/main" id="{F339C930-A9C9-4253-B452-BB12A5AC9AA3}"/>
                </a:ext>
              </a:extLst>
            </p:cNvPr>
            <p:cNvSpPr/>
            <p:nvPr/>
          </p:nvSpPr>
          <p:spPr bwMode="auto">
            <a:xfrm>
              <a:off x="5031474" y="2873631"/>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sp>
        <p:nvSpPr>
          <p:cNvPr id="3" name="Text Box 16">
            <a:extLst>
              <a:ext uri="{FF2B5EF4-FFF2-40B4-BE49-F238E27FC236}">
                <a16:creationId xmlns:a16="http://schemas.microsoft.com/office/drawing/2014/main" id="{5B325EF6-FD62-0E76-154C-E833DA151095}"/>
              </a:ext>
            </a:extLst>
          </p:cNvPr>
          <p:cNvSpPr txBox="1">
            <a:spLocks noChangeArrowheads="1"/>
          </p:cNvSpPr>
          <p:nvPr>
            <p:custDataLst>
              <p:tags r:id="rId12"/>
            </p:custDataLst>
          </p:nvPr>
        </p:nvSpPr>
        <p:spPr bwMode="auto">
          <a:xfrm>
            <a:off x="8596270" y="1760590"/>
            <a:ext cx="421371"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solidFill>
                  <a:srgbClr val="3C464B"/>
                </a:solidFill>
              </a:rPr>
              <a:t>WinCC</a:t>
            </a:r>
          </a:p>
        </p:txBody>
      </p:sp>
    </p:spTree>
    <p:custDataLst>
      <p:tags r:id="rId1"/>
    </p:custDataLst>
    <p:extLst>
      <p:ext uri="{BB962C8B-B14F-4D97-AF65-F5344CB8AC3E}">
        <p14:creationId xmlns:p14="http://schemas.microsoft.com/office/powerpoint/2010/main" val="23550695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859FDF9C-9DD4-7C28-08B2-067C3141AC62}"/>
              </a:ext>
            </a:extLst>
          </p:cNvPr>
          <p:cNvSpPr/>
          <p:nvPr/>
        </p:nvSpPr>
        <p:spPr>
          <a:xfrm>
            <a:off x="6941176" y="1465248"/>
            <a:ext cx="4898318" cy="45643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82" name="Gerade Verbindung 80">
            <a:extLst>
              <a:ext uri="{FF2B5EF4-FFF2-40B4-BE49-F238E27FC236}">
                <a16:creationId xmlns:a16="http://schemas.microsoft.com/office/drawing/2014/main" id="{64D38187-37C5-43D0-967C-6E23E95ADE3F}"/>
              </a:ext>
            </a:extLst>
          </p:cNvPr>
          <p:cNvCxnSpPr/>
          <p:nvPr/>
        </p:nvCxnSpPr>
        <p:spPr bwMode="auto">
          <a:xfrm flipH="1">
            <a:off x="9883546" y="2526198"/>
            <a:ext cx="4937" cy="489491"/>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 name="Titel 3"/>
          <p:cNvSpPr>
            <a:spLocks noGrp="1"/>
          </p:cNvSpPr>
          <p:nvPr>
            <p:ph type="title"/>
          </p:nvPr>
        </p:nvSpPr>
        <p:spPr/>
        <p:txBody>
          <a:bodyPr/>
          <a:lstStyle/>
          <a:p>
            <a:r>
              <a:rPr lang="en-US" dirty="0"/>
              <a:t>HMI Connection </a:t>
            </a:r>
            <a:br>
              <a:rPr lang="en-US" dirty="0"/>
            </a:br>
            <a:r>
              <a:rPr lang="en-US" b="0" dirty="0"/>
              <a:t>via redundant network using Device IP addresses</a:t>
            </a:r>
            <a:endParaRPr lang="en-US" dirty="0"/>
          </a:p>
        </p:txBody>
      </p:sp>
      <p:sp>
        <p:nvSpPr>
          <p:cNvPr id="2" name="Fußzeilenplatzhalter 1">
            <a:extLst>
              <a:ext uri="{FF2B5EF4-FFF2-40B4-BE49-F238E27FC236}">
                <a16:creationId xmlns:a16="http://schemas.microsoft.com/office/drawing/2014/main" id="{DA935E28-64B4-4C36-8613-5F20B5486FFD}"/>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52" name="Text Box 5">
            <a:extLst>
              <a:ext uri="{FF2B5EF4-FFF2-40B4-BE49-F238E27FC236}">
                <a16:creationId xmlns:a16="http://schemas.microsoft.com/office/drawing/2014/main" id="{6E7C709C-077B-4D95-87E1-272F4846DB0E}"/>
              </a:ext>
            </a:extLst>
          </p:cNvPr>
          <p:cNvSpPr txBox="1">
            <a:spLocks noChangeArrowheads="1"/>
          </p:cNvSpPr>
          <p:nvPr>
            <p:custDataLst>
              <p:tags r:id="rId2"/>
            </p:custDataLst>
          </p:nvPr>
        </p:nvSpPr>
        <p:spPr bwMode="auto">
          <a:xfrm>
            <a:off x="644834" y="1465647"/>
            <a:ext cx="6152983" cy="3052818"/>
          </a:xfrm>
          <a:prstGeom prst="rect">
            <a:avLst/>
          </a:prstGeom>
          <a:gradFill>
            <a:gsLst>
              <a:gs pos="83000">
                <a:srgbClr val="41AAC8"/>
              </a:gs>
              <a:gs pos="50000">
                <a:srgbClr val="32A0A0"/>
              </a:gs>
              <a:gs pos="0">
                <a:srgbClr val="4BB9B9"/>
              </a:gs>
              <a:gs pos="100000">
                <a:srgbClr val="2387AA"/>
              </a:gs>
            </a:gsLst>
            <a:lin ang="0" scaled="0"/>
          </a:gradFill>
          <a:ln>
            <a:noFill/>
          </a:ln>
          <a:effectLst/>
        </p:spPr>
        <p:txBody>
          <a:bodyPr lIns="89953" tIns="46776" rIns="89953" bIns="46776" anchor="ctr" anchorCtr="0"/>
          <a:lstStyle>
            <a:defPPr>
              <a:defRPr lang="de-DE"/>
            </a:defPPr>
            <a:lvl1pPr algn="ctr" defTabSz="762000" eaLnBrk="0" hangingPunct="0">
              <a:spcBef>
                <a:spcPct val="0"/>
              </a:spcBef>
              <a:buClrTx/>
              <a:buFontTx/>
              <a:buNone/>
              <a:defRPr sz="1800" b="1">
                <a:solidFill>
                  <a:schemeClr val="bg1"/>
                </a:solidFill>
                <a:latin typeface="Arial" charset="0"/>
              </a:defRPr>
            </a:lvl1pPr>
            <a:lvl2pPr marL="742950" indent="-285750" defTabSz="762000" eaLnBrk="0" hangingPunct="0">
              <a:defRPr sz="2000">
                <a:solidFill>
                  <a:schemeClr val="tx1"/>
                </a:solidFill>
                <a:latin typeface="Arial" charset="0"/>
              </a:defRPr>
            </a:lvl2pPr>
            <a:lvl3pPr marL="1143000" indent="-228600" defTabSz="762000" eaLnBrk="0" hangingPunct="0">
              <a:defRPr sz="2000">
                <a:solidFill>
                  <a:schemeClr val="tx1"/>
                </a:solidFill>
                <a:latin typeface="Arial" charset="0"/>
              </a:defRPr>
            </a:lvl3pPr>
            <a:lvl4pPr marL="1600200" indent="-228600" defTabSz="762000" eaLnBrk="0" hangingPunct="0">
              <a:defRPr sz="2000">
                <a:solidFill>
                  <a:schemeClr val="tx1"/>
                </a:solidFill>
                <a:latin typeface="Arial" charset="0"/>
              </a:defRPr>
            </a:lvl4pPr>
            <a:lvl5pPr marL="2057400" indent="-228600" defTabSz="762000" eaLnBrk="0" hangingPunct="0">
              <a:defRPr sz="2000">
                <a:solidFill>
                  <a:schemeClr val="tx1"/>
                </a:solidFill>
                <a:latin typeface="Arial" charset="0"/>
              </a:defRPr>
            </a:lvl5pPr>
            <a:lvl6pPr marL="25146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6pPr>
            <a:lvl7pPr marL="29718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7pPr>
            <a:lvl8pPr marL="34290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8pPr>
            <a:lvl9pPr marL="38862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9pPr>
          </a:lstStyle>
          <a:p>
            <a:pPr algn="l"/>
            <a:r>
              <a:rPr lang="en-US" sz="1799" b="0" dirty="0"/>
              <a:t>The HMI connection via a redundant network using Device IP addresses is possible with</a:t>
            </a:r>
          </a:p>
          <a:p>
            <a:pPr algn="l"/>
            <a:endParaRPr lang="en-US" sz="1799" b="0" dirty="0"/>
          </a:p>
          <a:p>
            <a:pPr marL="285607" indent="-285607" algn="l">
              <a:buFont typeface="Arial" panose="020B0604020202020204" pitchFamily="34" charset="0"/>
              <a:buChar char="•"/>
            </a:pPr>
            <a:r>
              <a:rPr lang="en-US" sz="1799" b="0" dirty="0"/>
              <a:t>WinCC OA ab V3.18</a:t>
            </a:r>
          </a:p>
          <a:p>
            <a:pPr marL="285607" indent="-285607" algn="l">
              <a:buFont typeface="Arial" panose="020B0604020202020204" pitchFamily="34" charset="0"/>
              <a:buChar char="•"/>
            </a:pPr>
            <a:r>
              <a:rPr lang="en-US" sz="1799" b="0" dirty="0"/>
              <a:t>WinCC V7.5 SP1 via Scripting</a:t>
            </a:r>
          </a:p>
          <a:p>
            <a:pPr algn="l"/>
            <a:endParaRPr lang="en-US" sz="1799" dirty="0"/>
          </a:p>
          <a:p>
            <a:pPr algn="l"/>
            <a:r>
              <a:rPr lang="en-US" sz="1399" b="0" dirty="0"/>
              <a:t>The communication connection is switched by WinCC in the event of a fault.  See</a:t>
            </a:r>
            <a:r>
              <a:rPr lang="en-US" sz="1399" dirty="0"/>
              <a:t> </a:t>
            </a:r>
            <a:br>
              <a:rPr lang="en-US" sz="1799" dirty="0"/>
            </a:br>
            <a:r>
              <a:rPr lang="en-US" sz="1199" b="0" dirty="0">
                <a:solidFill>
                  <a:srgbClr val="7030A0"/>
                </a:solidFill>
                <a:hlinkClick r:id="rId21">
                  <a:extLst>
                    <a:ext uri="{A12FA001-AC4F-418D-AE19-62706E023703}">
                      <ahyp:hlinkClr xmlns:ahyp="http://schemas.microsoft.com/office/drawing/2018/hyperlinkcolor" val="tx"/>
                    </a:ext>
                  </a:extLst>
                </a:hlinkClick>
              </a:rPr>
              <a:t>https://support.industry.siemens.com/cs/ww/de/view/109773067</a:t>
            </a:r>
            <a:endParaRPr lang="en-US" sz="1199" b="0" dirty="0">
              <a:solidFill>
                <a:srgbClr val="7030A0"/>
              </a:solidFill>
            </a:endParaRPr>
          </a:p>
          <a:p>
            <a:pPr algn="l"/>
            <a:endParaRPr lang="en-US" sz="1799" b="0" dirty="0">
              <a:solidFill>
                <a:schemeClr val="tx1"/>
              </a:solidFill>
            </a:endParaRPr>
          </a:p>
        </p:txBody>
      </p:sp>
      <p:cxnSp>
        <p:nvCxnSpPr>
          <p:cNvPr id="23" name="Gerade Verbindung 66">
            <a:extLst>
              <a:ext uri="{FF2B5EF4-FFF2-40B4-BE49-F238E27FC236}">
                <a16:creationId xmlns:a16="http://schemas.microsoft.com/office/drawing/2014/main" id="{4EF67CC4-8C92-4997-A877-3948A1F29C6E}"/>
              </a:ext>
            </a:extLst>
          </p:cNvPr>
          <p:cNvCxnSpPr/>
          <p:nvPr/>
        </p:nvCxnSpPr>
        <p:spPr bwMode="auto">
          <a:xfrm>
            <a:off x="8273212" y="2754789"/>
            <a:ext cx="3454536" cy="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66">
            <a:extLst>
              <a:ext uri="{FF2B5EF4-FFF2-40B4-BE49-F238E27FC236}">
                <a16:creationId xmlns:a16="http://schemas.microsoft.com/office/drawing/2014/main" id="{ED06DAC6-5C5C-4B38-88BC-C3DA36E6FD63}"/>
              </a:ext>
            </a:extLst>
          </p:cNvPr>
          <p:cNvCxnSpPr/>
          <p:nvPr/>
        </p:nvCxnSpPr>
        <p:spPr bwMode="auto">
          <a:xfrm>
            <a:off x="8273212" y="3024014"/>
            <a:ext cx="3454536" cy="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3" name="Gerade Verbindung 77">
            <a:extLst>
              <a:ext uri="{FF2B5EF4-FFF2-40B4-BE49-F238E27FC236}">
                <a16:creationId xmlns:a16="http://schemas.microsoft.com/office/drawing/2014/main" id="{CFDD9447-5E4C-4915-829D-71D754231938}"/>
              </a:ext>
            </a:extLst>
          </p:cNvPr>
          <p:cNvCxnSpPr/>
          <p:nvPr/>
        </p:nvCxnSpPr>
        <p:spPr bwMode="auto">
          <a:xfrm>
            <a:off x="9237194" y="3024014"/>
            <a:ext cx="0" cy="63941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4" name="Text Box 16">
            <a:extLst>
              <a:ext uri="{FF2B5EF4-FFF2-40B4-BE49-F238E27FC236}">
                <a16:creationId xmlns:a16="http://schemas.microsoft.com/office/drawing/2014/main" id="{703C6C90-15BA-4D89-A2D9-44C918F659C6}"/>
              </a:ext>
            </a:extLst>
          </p:cNvPr>
          <p:cNvSpPr txBox="1">
            <a:spLocks noChangeArrowheads="1"/>
          </p:cNvSpPr>
          <p:nvPr>
            <p:custDataLst>
              <p:tags r:id="rId3"/>
            </p:custDataLst>
          </p:nvPr>
        </p:nvSpPr>
        <p:spPr bwMode="auto">
          <a:xfrm>
            <a:off x="9295780" y="3457182"/>
            <a:ext cx="424575"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00963F"/>
                </a:solidFill>
              </a:rPr>
              <a:t>X2: IP1</a:t>
            </a:r>
          </a:p>
        </p:txBody>
      </p:sp>
      <p:sp>
        <p:nvSpPr>
          <p:cNvPr id="32" name="Rechteck 31">
            <a:extLst>
              <a:ext uri="{FF2B5EF4-FFF2-40B4-BE49-F238E27FC236}">
                <a16:creationId xmlns:a16="http://schemas.microsoft.com/office/drawing/2014/main" id="{C5C8738C-576A-48D5-9074-6463F1EF0727}"/>
              </a:ext>
            </a:extLst>
          </p:cNvPr>
          <p:cNvSpPr/>
          <p:nvPr/>
        </p:nvSpPr>
        <p:spPr bwMode="auto">
          <a:xfrm>
            <a:off x="9175200" y="2961047"/>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cxnSp>
        <p:nvCxnSpPr>
          <p:cNvPr id="43" name="Gerade Verbindung 80">
            <a:extLst>
              <a:ext uri="{FF2B5EF4-FFF2-40B4-BE49-F238E27FC236}">
                <a16:creationId xmlns:a16="http://schemas.microsoft.com/office/drawing/2014/main" id="{6C7E3E2E-21D2-44C6-9E17-778E04356D6D}"/>
              </a:ext>
            </a:extLst>
          </p:cNvPr>
          <p:cNvCxnSpPr>
            <a:stCxn id="37" idx="2"/>
          </p:cNvCxnSpPr>
          <p:nvPr/>
        </p:nvCxnSpPr>
        <p:spPr bwMode="auto">
          <a:xfrm>
            <a:off x="10692720" y="2817756"/>
            <a:ext cx="555" cy="845668"/>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4" name="Text Box 16">
            <a:extLst>
              <a:ext uri="{FF2B5EF4-FFF2-40B4-BE49-F238E27FC236}">
                <a16:creationId xmlns:a16="http://schemas.microsoft.com/office/drawing/2014/main" id="{EA5D9BF6-0B18-4339-B807-92571A12FFED}"/>
              </a:ext>
            </a:extLst>
          </p:cNvPr>
          <p:cNvSpPr txBox="1">
            <a:spLocks noChangeArrowheads="1"/>
          </p:cNvSpPr>
          <p:nvPr>
            <p:custDataLst>
              <p:tags r:id="rId4"/>
            </p:custDataLst>
          </p:nvPr>
        </p:nvSpPr>
        <p:spPr bwMode="auto">
          <a:xfrm>
            <a:off x="10749731" y="3454545"/>
            <a:ext cx="459823"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00963F"/>
                </a:solidFill>
              </a:rPr>
              <a:t>X2: IP 2</a:t>
            </a:r>
          </a:p>
        </p:txBody>
      </p:sp>
      <p:sp>
        <p:nvSpPr>
          <p:cNvPr id="37" name="Rechteck 36">
            <a:extLst>
              <a:ext uri="{FF2B5EF4-FFF2-40B4-BE49-F238E27FC236}">
                <a16:creationId xmlns:a16="http://schemas.microsoft.com/office/drawing/2014/main" id="{1F3D58AD-3946-44AC-BCE4-DBC3705D2A16}"/>
              </a:ext>
            </a:extLst>
          </p:cNvPr>
          <p:cNvSpPr/>
          <p:nvPr/>
        </p:nvSpPr>
        <p:spPr bwMode="auto">
          <a:xfrm>
            <a:off x="10629753" y="269182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nvGrpSpPr>
          <p:cNvPr id="47" name="Gruppieren 46">
            <a:extLst>
              <a:ext uri="{FF2B5EF4-FFF2-40B4-BE49-F238E27FC236}">
                <a16:creationId xmlns:a16="http://schemas.microsoft.com/office/drawing/2014/main" id="{D79D4F5C-ECEE-4918-A5D6-598663083968}"/>
              </a:ext>
            </a:extLst>
          </p:cNvPr>
          <p:cNvGrpSpPr/>
          <p:nvPr/>
        </p:nvGrpSpPr>
        <p:grpSpPr>
          <a:xfrm>
            <a:off x="9718703" y="4157508"/>
            <a:ext cx="901319" cy="45695"/>
            <a:chOff x="7633471" y="4747708"/>
            <a:chExt cx="410801" cy="41364"/>
          </a:xfrm>
        </p:grpSpPr>
        <p:sp>
          <p:nvSpPr>
            <p:cNvPr id="48" name="Line 30">
              <a:extLst>
                <a:ext uri="{FF2B5EF4-FFF2-40B4-BE49-F238E27FC236}">
                  <a16:creationId xmlns:a16="http://schemas.microsoft.com/office/drawing/2014/main" id="{8C6D7CD7-FFCC-496B-B414-E3436CE53AAD}"/>
                </a:ext>
              </a:extLst>
            </p:cNvPr>
            <p:cNvSpPr>
              <a:spLocks noChangeShapeType="1"/>
            </p:cNvSpPr>
            <p:nvPr/>
          </p:nvSpPr>
          <p:spPr bwMode="auto">
            <a:xfrm>
              <a:off x="7633471" y="4789072"/>
              <a:ext cx="410801" cy="0"/>
            </a:xfrm>
            <a:prstGeom prst="line">
              <a:avLst/>
            </a:prstGeom>
            <a:noFill/>
            <a:ln w="19050" cap="flat" cmpd="sng" algn="ctr">
              <a:solidFill>
                <a:srgbClr val="EB780A"/>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50" name="Line 30">
              <a:extLst>
                <a:ext uri="{FF2B5EF4-FFF2-40B4-BE49-F238E27FC236}">
                  <a16:creationId xmlns:a16="http://schemas.microsoft.com/office/drawing/2014/main" id="{BB8FCA0E-F51A-4FA2-8959-FE2DC08AD219}"/>
                </a:ext>
              </a:extLst>
            </p:cNvPr>
            <p:cNvSpPr>
              <a:spLocks noChangeShapeType="1"/>
            </p:cNvSpPr>
            <p:nvPr/>
          </p:nvSpPr>
          <p:spPr bwMode="auto">
            <a:xfrm>
              <a:off x="7633471" y="4747708"/>
              <a:ext cx="410801" cy="0"/>
            </a:xfrm>
            <a:prstGeom prst="line">
              <a:avLst/>
            </a:prstGeom>
            <a:noFill/>
            <a:ln w="19050" cap="flat" cmpd="sng" algn="ctr">
              <a:solidFill>
                <a:srgbClr val="EB780A"/>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grpSp>
      <p:cxnSp>
        <p:nvCxnSpPr>
          <p:cNvPr id="51" name="Gerade Verbindung 22">
            <a:extLst>
              <a:ext uri="{FF2B5EF4-FFF2-40B4-BE49-F238E27FC236}">
                <a16:creationId xmlns:a16="http://schemas.microsoft.com/office/drawing/2014/main" id="{C9360201-3D06-46D0-A4E9-59807B62F804}"/>
              </a:ext>
            </a:extLst>
          </p:cNvPr>
          <p:cNvCxnSpPr/>
          <p:nvPr/>
        </p:nvCxnSpPr>
        <p:spPr bwMode="auto">
          <a:xfrm>
            <a:off x="9422879" y="5025004"/>
            <a:ext cx="0" cy="36552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Gerade Verbindung 23">
            <a:extLst>
              <a:ext uri="{FF2B5EF4-FFF2-40B4-BE49-F238E27FC236}">
                <a16:creationId xmlns:a16="http://schemas.microsoft.com/office/drawing/2014/main" id="{3A984A53-0F12-4886-AB71-1F6188FF61AF}"/>
              </a:ext>
            </a:extLst>
          </p:cNvPr>
          <p:cNvCxnSpPr/>
          <p:nvPr/>
        </p:nvCxnSpPr>
        <p:spPr bwMode="auto">
          <a:xfrm flipH="1">
            <a:off x="10546163" y="5031303"/>
            <a:ext cx="1" cy="4316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Ellipse 53">
            <a:extLst>
              <a:ext uri="{FF2B5EF4-FFF2-40B4-BE49-F238E27FC236}">
                <a16:creationId xmlns:a16="http://schemas.microsoft.com/office/drawing/2014/main" id="{1F948266-4F4A-4F01-BCE2-3E38668C6970}"/>
              </a:ext>
            </a:extLst>
          </p:cNvPr>
          <p:cNvSpPr/>
          <p:nvPr/>
        </p:nvSpPr>
        <p:spPr bwMode="auto">
          <a:xfrm>
            <a:off x="8429783" y="4607588"/>
            <a:ext cx="3200264" cy="423486"/>
          </a:xfrm>
          <a:prstGeom prst="ellips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buClr>
                <a:schemeClr val="accent1"/>
              </a:buClr>
              <a:buFont typeface="Wingdings" pitchFamily="2" charset="2"/>
            </a:pPr>
            <a:endParaRPr lang="en-US" sz="900" dirty="0">
              <a:latin typeface="Arial" charset="0"/>
            </a:endParaRPr>
          </a:p>
        </p:txBody>
      </p:sp>
      <p:sp>
        <p:nvSpPr>
          <p:cNvPr id="55" name="Rechteck 54">
            <a:extLst>
              <a:ext uri="{FF2B5EF4-FFF2-40B4-BE49-F238E27FC236}">
                <a16:creationId xmlns:a16="http://schemas.microsoft.com/office/drawing/2014/main" id="{5E3F9BEF-D7F7-4475-B89C-C40A9A12A665}"/>
              </a:ext>
            </a:extLst>
          </p:cNvPr>
          <p:cNvSpPr/>
          <p:nvPr/>
        </p:nvSpPr>
        <p:spPr bwMode="auto">
          <a:xfrm>
            <a:off x="10483195" y="4963567"/>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56" name="Rechteck 55">
            <a:extLst>
              <a:ext uri="{FF2B5EF4-FFF2-40B4-BE49-F238E27FC236}">
                <a16:creationId xmlns:a16="http://schemas.microsoft.com/office/drawing/2014/main" id="{763BF695-FAFF-4A68-B18C-2D457EC69E3F}"/>
              </a:ext>
            </a:extLst>
          </p:cNvPr>
          <p:cNvSpPr/>
          <p:nvPr/>
        </p:nvSpPr>
        <p:spPr bwMode="auto">
          <a:xfrm>
            <a:off x="9359911" y="4950386"/>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58" name="Rechteck 57">
            <a:extLst>
              <a:ext uri="{FF2B5EF4-FFF2-40B4-BE49-F238E27FC236}">
                <a16:creationId xmlns:a16="http://schemas.microsoft.com/office/drawing/2014/main" id="{EC41B09A-9E52-40DF-835F-001B63D820F2}"/>
              </a:ext>
            </a:extLst>
          </p:cNvPr>
          <p:cNvSpPr/>
          <p:nvPr/>
        </p:nvSpPr>
        <p:spPr bwMode="auto">
          <a:xfrm>
            <a:off x="10619643" y="4575633"/>
            <a:ext cx="79160"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59" name="Gerade Verbindung 34">
            <a:extLst>
              <a:ext uri="{FF2B5EF4-FFF2-40B4-BE49-F238E27FC236}">
                <a16:creationId xmlns:a16="http://schemas.microsoft.com/office/drawing/2014/main" id="{8149E9B4-3347-4CF3-B071-9998458A9B6F}"/>
              </a:ext>
            </a:extLst>
          </p:cNvPr>
          <p:cNvCxnSpPr/>
          <p:nvPr/>
        </p:nvCxnSpPr>
        <p:spPr bwMode="auto">
          <a:xfrm>
            <a:off x="10718986" y="4296624"/>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Gerade Verbindung 35">
            <a:extLst>
              <a:ext uri="{FF2B5EF4-FFF2-40B4-BE49-F238E27FC236}">
                <a16:creationId xmlns:a16="http://schemas.microsoft.com/office/drawing/2014/main" id="{A98834C1-1C0F-49DB-9F47-DADE0EF1CADF}"/>
              </a:ext>
            </a:extLst>
          </p:cNvPr>
          <p:cNvCxnSpPr/>
          <p:nvPr/>
        </p:nvCxnSpPr>
        <p:spPr bwMode="auto">
          <a:xfrm>
            <a:off x="10609881" y="4172019"/>
            <a:ext cx="1" cy="4609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Rechteck 60">
            <a:extLst>
              <a:ext uri="{FF2B5EF4-FFF2-40B4-BE49-F238E27FC236}">
                <a16:creationId xmlns:a16="http://schemas.microsoft.com/office/drawing/2014/main" id="{3AF5B848-6E62-481A-AE1D-30DD4A5F5BD5}"/>
              </a:ext>
            </a:extLst>
          </p:cNvPr>
          <p:cNvSpPr/>
          <p:nvPr/>
        </p:nvSpPr>
        <p:spPr bwMode="auto">
          <a:xfrm>
            <a:off x="9181854" y="4562929"/>
            <a:ext cx="71963"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62" name="Gerade Verbindung 37">
            <a:extLst>
              <a:ext uri="{FF2B5EF4-FFF2-40B4-BE49-F238E27FC236}">
                <a16:creationId xmlns:a16="http://schemas.microsoft.com/office/drawing/2014/main" id="{EBD90727-A0CF-468A-B527-D5A779D4B7AE}"/>
              </a:ext>
            </a:extLst>
          </p:cNvPr>
          <p:cNvCxnSpPr/>
          <p:nvPr/>
        </p:nvCxnSpPr>
        <p:spPr bwMode="auto">
          <a:xfrm>
            <a:off x="9167949" y="4191375"/>
            <a:ext cx="1" cy="46176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3" name="product_distributed-io.png">
            <a:extLst>
              <a:ext uri="{FF2B5EF4-FFF2-40B4-BE49-F238E27FC236}">
                <a16:creationId xmlns:a16="http://schemas.microsoft.com/office/drawing/2014/main" id="{EF9BAA87-A4C1-4145-A7E7-0CD60EB9C415}"/>
              </a:ext>
            </a:extLst>
          </p:cNvPr>
          <p:cNvPicPr>
            <a:picLocks noChangeAspect="1"/>
          </p:cNvPicPr>
          <p:nvPr>
            <p:custDataLst>
              <p:tags r:id="rId5"/>
            </p:custDataLst>
          </p:nvPr>
        </p:nvPicPr>
        <p:blipFill>
          <a:blip r:embed="rId22" cstate="print">
            <a:extLst>
              <a:ext uri="{28A0092B-C50C-407E-A947-70E740481C1C}">
                <a14:useLocalDpi xmlns:a14="http://schemas.microsoft.com/office/drawing/2010/main" val="0"/>
              </a:ext>
            </a:extLst>
          </a:blip>
          <a:stretch>
            <a:fillRect/>
          </a:stretch>
        </p:blipFill>
        <p:spPr>
          <a:xfrm>
            <a:off x="9377825" y="5256110"/>
            <a:ext cx="455031" cy="455031"/>
          </a:xfrm>
          <a:prstGeom prst="rect">
            <a:avLst/>
          </a:prstGeom>
        </p:spPr>
      </p:pic>
      <p:grpSp>
        <p:nvGrpSpPr>
          <p:cNvPr id="64" name="Gruppieren 63">
            <a:extLst>
              <a:ext uri="{FF2B5EF4-FFF2-40B4-BE49-F238E27FC236}">
                <a16:creationId xmlns:a16="http://schemas.microsoft.com/office/drawing/2014/main" id="{E565FD5F-0B21-4E22-AFF8-4B9E2D9C9018}"/>
              </a:ext>
            </a:extLst>
          </p:cNvPr>
          <p:cNvGrpSpPr>
            <a:grpSpLocks noChangeAspect="1"/>
          </p:cNvGrpSpPr>
          <p:nvPr/>
        </p:nvGrpSpPr>
        <p:grpSpPr>
          <a:xfrm>
            <a:off x="10482017" y="5256111"/>
            <a:ext cx="622096" cy="496392"/>
            <a:chOff x="4105359" y="1822075"/>
            <a:chExt cx="4583448" cy="3657299"/>
          </a:xfrm>
        </p:grpSpPr>
        <p:pic>
          <p:nvPicPr>
            <p:cNvPr id="65" name="product_simatic-s7-1500.png">
              <a:extLst>
                <a:ext uri="{FF2B5EF4-FFF2-40B4-BE49-F238E27FC236}">
                  <a16:creationId xmlns:a16="http://schemas.microsoft.com/office/drawing/2014/main" id="{82240CBC-6BC1-47BD-8614-9B468C9EC344}"/>
                </a:ext>
              </a:extLst>
            </p:cNvPr>
            <p:cNvPicPr>
              <a:picLocks noChangeAspect="1"/>
            </p:cNvPicPr>
            <p:nvPr>
              <p:custDataLst>
                <p:tags r:id="rId15"/>
              </p:custDataLst>
            </p:nvPr>
          </p:nvPicPr>
          <p:blipFill rotWithShape="1">
            <a:blip r:embed="rId23"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66" name="product_simatic-s7-1500.png">
              <a:extLst>
                <a:ext uri="{FF2B5EF4-FFF2-40B4-BE49-F238E27FC236}">
                  <a16:creationId xmlns:a16="http://schemas.microsoft.com/office/drawing/2014/main" id="{0BCEF957-86D8-4077-8128-DFEAAEC9030F}"/>
                </a:ext>
              </a:extLst>
            </p:cNvPr>
            <p:cNvPicPr>
              <a:picLocks noChangeAspect="1"/>
            </p:cNvPicPr>
            <p:nvPr>
              <p:custDataLst>
                <p:tags r:id="rId16"/>
              </p:custDataLst>
            </p:nvPr>
          </p:nvPicPr>
          <p:blipFill rotWithShape="1">
            <a:blip r:embed="rId24"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67" name="product_simatic-s7-1500.png">
              <a:extLst>
                <a:ext uri="{FF2B5EF4-FFF2-40B4-BE49-F238E27FC236}">
                  <a16:creationId xmlns:a16="http://schemas.microsoft.com/office/drawing/2014/main" id="{B872BA30-9423-4B03-9A05-A07129A844ED}"/>
                </a:ext>
              </a:extLst>
            </p:cNvPr>
            <p:cNvPicPr>
              <a:picLocks noChangeAspect="1"/>
            </p:cNvPicPr>
            <p:nvPr>
              <p:custDataLst>
                <p:tags r:id="rId17"/>
              </p:custDataLst>
            </p:nvPr>
          </p:nvPicPr>
          <p:blipFill rotWithShape="1">
            <a:blip r:embed="rId25"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68" name="product_simatic-s7-1500.png">
              <a:extLst>
                <a:ext uri="{FF2B5EF4-FFF2-40B4-BE49-F238E27FC236}">
                  <a16:creationId xmlns:a16="http://schemas.microsoft.com/office/drawing/2014/main" id="{F725968F-EDB2-41B0-812E-60C4DBB463A1}"/>
                </a:ext>
              </a:extLst>
            </p:cNvPr>
            <p:cNvPicPr>
              <a:picLocks noChangeAspect="1"/>
            </p:cNvPicPr>
            <p:nvPr>
              <p:custDataLst>
                <p:tags r:id="rId18"/>
              </p:custDataLst>
            </p:nvPr>
          </p:nvPicPr>
          <p:blipFill rotWithShape="1">
            <a:blip r:embed="rId26"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cxnSp>
        <p:nvCxnSpPr>
          <p:cNvPr id="69" name="Gerade Verbindung 58">
            <a:extLst>
              <a:ext uri="{FF2B5EF4-FFF2-40B4-BE49-F238E27FC236}">
                <a16:creationId xmlns:a16="http://schemas.microsoft.com/office/drawing/2014/main" id="{36CFB971-3D5C-41CA-8F73-24D8A0186D49}"/>
              </a:ext>
            </a:extLst>
          </p:cNvPr>
          <p:cNvCxnSpPr/>
          <p:nvPr/>
        </p:nvCxnSpPr>
        <p:spPr bwMode="auto">
          <a:xfrm>
            <a:off x="9270253" y="4297237"/>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1" name="Gruppieren 70">
            <a:extLst>
              <a:ext uri="{FF2B5EF4-FFF2-40B4-BE49-F238E27FC236}">
                <a16:creationId xmlns:a16="http://schemas.microsoft.com/office/drawing/2014/main" id="{69889A1D-C247-443C-A443-52A3E80ACF5C}"/>
              </a:ext>
            </a:extLst>
          </p:cNvPr>
          <p:cNvGrpSpPr/>
          <p:nvPr/>
        </p:nvGrpSpPr>
        <p:grpSpPr>
          <a:xfrm>
            <a:off x="10539301" y="3666780"/>
            <a:ext cx="773894" cy="639977"/>
            <a:chOff x="5633257" y="2448326"/>
            <a:chExt cx="3891741" cy="2958295"/>
          </a:xfrm>
        </p:grpSpPr>
        <p:pic>
          <p:nvPicPr>
            <p:cNvPr id="72" name="product_simatic-s7-1500.png">
              <a:extLst>
                <a:ext uri="{FF2B5EF4-FFF2-40B4-BE49-F238E27FC236}">
                  <a16:creationId xmlns:a16="http://schemas.microsoft.com/office/drawing/2014/main" id="{F6045D4D-F17A-4016-A18C-5D03787C21A3}"/>
                </a:ext>
              </a:extLst>
            </p:cNvPr>
            <p:cNvPicPr>
              <a:picLocks noChangeAspect="1"/>
            </p:cNvPicPr>
            <p:nvPr>
              <p:custDataLst>
                <p:tags r:id="rId12"/>
              </p:custDataLst>
            </p:nvPr>
          </p:nvPicPr>
          <p:blipFill rotWithShape="1">
            <a:blip r:embed="rId27"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p:spPr>
        </p:pic>
        <p:pic>
          <p:nvPicPr>
            <p:cNvPr id="73" name="product_simatic-s7-1500.png">
              <a:extLst>
                <a:ext uri="{FF2B5EF4-FFF2-40B4-BE49-F238E27FC236}">
                  <a16:creationId xmlns:a16="http://schemas.microsoft.com/office/drawing/2014/main" id="{830FB71B-A9DB-4910-A407-BDCC24818AE8}"/>
                </a:ext>
              </a:extLst>
            </p:cNvPr>
            <p:cNvPicPr>
              <a:picLocks noChangeAspect="1"/>
            </p:cNvPicPr>
            <p:nvPr>
              <p:custDataLst>
                <p:tags r:id="rId13"/>
              </p:custDataLst>
            </p:nvPr>
          </p:nvPicPr>
          <p:blipFill rotWithShape="1">
            <a:blip r:embed="rId28"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p:spPr>
        </p:pic>
        <p:pic>
          <p:nvPicPr>
            <p:cNvPr id="74" name="product_simatic-s7-1500.png">
              <a:extLst>
                <a:ext uri="{FF2B5EF4-FFF2-40B4-BE49-F238E27FC236}">
                  <a16:creationId xmlns:a16="http://schemas.microsoft.com/office/drawing/2014/main" id="{8DBF59D1-0218-4634-9CB2-FD43031BC82B}"/>
                </a:ext>
              </a:extLst>
            </p:cNvPr>
            <p:cNvPicPr>
              <a:picLocks noChangeAspect="1"/>
            </p:cNvPicPr>
            <p:nvPr>
              <p:custDataLst>
                <p:tags r:id="rId14"/>
              </p:custDataLst>
            </p:nvPr>
          </p:nvPicPr>
          <p:blipFill rotWithShape="1">
            <a:blip r:embed="rId28"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p:spPr>
        </p:pic>
      </p:grpSp>
      <p:grpSp>
        <p:nvGrpSpPr>
          <p:cNvPr id="75" name="Gruppieren 74">
            <a:extLst>
              <a:ext uri="{FF2B5EF4-FFF2-40B4-BE49-F238E27FC236}">
                <a16:creationId xmlns:a16="http://schemas.microsoft.com/office/drawing/2014/main" id="{A31D57B4-8A38-45B0-8F8F-AB4A6FB98156}"/>
              </a:ext>
            </a:extLst>
          </p:cNvPr>
          <p:cNvGrpSpPr/>
          <p:nvPr/>
        </p:nvGrpSpPr>
        <p:grpSpPr>
          <a:xfrm>
            <a:off x="9087522" y="3666780"/>
            <a:ext cx="773894" cy="639977"/>
            <a:chOff x="5633257" y="2448326"/>
            <a:chExt cx="3891741" cy="2958295"/>
          </a:xfrm>
        </p:grpSpPr>
        <p:pic>
          <p:nvPicPr>
            <p:cNvPr id="76" name="product_simatic-s7-1500.png">
              <a:extLst>
                <a:ext uri="{FF2B5EF4-FFF2-40B4-BE49-F238E27FC236}">
                  <a16:creationId xmlns:a16="http://schemas.microsoft.com/office/drawing/2014/main" id="{A7C20058-9F53-4729-BB5E-4621DAA45E02}"/>
                </a:ext>
              </a:extLst>
            </p:cNvPr>
            <p:cNvPicPr>
              <a:picLocks noChangeAspect="1"/>
            </p:cNvPicPr>
            <p:nvPr>
              <p:custDataLst>
                <p:tags r:id="rId9"/>
              </p:custDataLst>
            </p:nvPr>
          </p:nvPicPr>
          <p:blipFill rotWithShape="1">
            <a:blip r:embed="rId27"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p:spPr>
        </p:pic>
        <p:pic>
          <p:nvPicPr>
            <p:cNvPr id="77" name="product_simatic-s7-1500.png">
              <a:extLst>
                <a:ext uri="{FF2B5EF4-FFF2-40B4-BE49-F238E27FC236}">
                  <a16:creationId xmlns:a16="http://schemas.microsoft.com/office/drawing/2014/main" id="{95717692-9226-41D3-979E-10A04DAB8C85}"/>
                </a:ext>
              </a:extLst>
            </p:cNvPr>
            <p:cNvPicPr>
              <a:picLocks noChangeAspect="1"/>
            </p:cNvPicPr>
            <p:nvPr>
              <p:custDataLst>
                <p:tags r:id="rId10"/>
              </p:custDataLst>
            </p:nvPr>
          </p:nvPicPr>
          <p:blipFill rotWithShape="1">
            <a:blip r:embed="rId28"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p:spPr>
        </p:pic>
        <p:pic>
          <p:nvPicPr>
            <p:cNvPr id="78" name="product_simatic-s7-1500.png">
              <a:extLst>
                <a:ext uri="{FF2B5EF4-FFF2-40B4-BE49-F238E27FC236}">
                  <a16:creationId xmlns:a16="http://schemas.microsoft.com/office/drawing/2014/main" id="{4A31B067-8937-4C9B-96E0-1F4D5205DC40}"/>
                </a:ext>
              </a:extLst>
            </p:cNvPr>
            <p:cNvPicPr>
              <a:picLocks noChangeAspect="1"/>
            </p:cNvPicPr>
            <p:nvPr>
              <p:custDataLst>
                <p:tags r:id="rId11"/>
              </p:custDataLst>
            </p:nvPr>
          </p:nvPicPr>
          <p:blipFill rotWithShape="1">
            <a:blip r:embed="rId28"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p:spPr>
        </p:pic>
      </p:grpSp>
      <p:sp>
        <p:nvSpPr>
          <p:cNvPr id="79" name="Rechteck 78">
            <a:extLst>
              <a:ext uri="{FF2B5EF4-FFF2-40B4-BE49-F238E27FC236}">
                <a16:creationId xmlns:a16="http://schemas.microsoft.com/office/drawing/2014/main" id="{F1A09DCE-A52D-4F88-A353-99D1E93C91DC}"/>
              </a:ext>
            </a:extLst>
          </p:cNvPr>
          <p:cNvSpPr/>
          <p:nvPr/>
        </p:nvSpPr>
        <p:spPr bwMode="auto">
          <a:xfrm>
            <a:off x="10090764" y="269182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80" name="Rechteck 79">
            <a:extLst>
              <a:ext uri="{FF2B5EF4-FFF2-40B4-BE49-F238E27FC236}">
                <a16:creationId xmlns:a16="http://schemas.microsoft.com/office/drawing/2014/main" id="{56B3EEB5-6323-409C-A5D2-60604F892661}"/>
              </a:ext>
            </a:extLst>
          </p:cNvPr>
          <p:cNvSpPr/>
          <p:nvPr/>
        </p:nvSpPr>
        <p:spPr bwMode="auto">
          <a:xfrm>
            <a:off x="9820578" y="2957979"/>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cxnSp>
        <p:nvCxnSpPr>
          <p:cNvPr id="83" name="Gerade Verbindung 80">
            <a:extLst>
              <a:ext uri="{FF2B5EF4-FFF2-40B4-BE49-F238E27FC236}">
                <a16:creationId xmlns:a16="http://schemas.microsoft.com/office/drawing/2014/main" id="{F7DBD67B-05B2-4A00-A476-304CE5106C33}"/>
              </a:ext>
            </a:extLst>
          </p:cNvPr>
          <p:cNvCxnSpPr/>
          <p:nvPr/>
        </p:nvCxnSpPr>
        <p:spPr bwMode="auto">
          <a:xfrm>
            <a:off x="10153289" y="2548532"/>
            <a:ext cx="0" cy="142672"/>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4" name="Gerade Verbindung mit Pfeil 83">
            <a:extLst>
              <a:ext uri="{FF2B5EF4-FFF2-40B4-BE49-F238E27FC236}">
                <a16:creationId xmlns:a16="http://schemas.microsoft.com/office/drawing/2014/main" id="{17590C8F-42C6-42F9-8B5E-7F970DFBAA87}"/>
              </a:ext>
            </a:extLst>
          </p:cNvPr>
          <p:cNvCxnSpPr>
            <a:endCxn id="34" idx="0"/>
          </p:cNvCxnSpPr>
          <p:nvPr/>
        </p:nvCxnSpPr>
        <p:spPr bwMode="auto">
          <a:xfrm flipH="1">
            <a:off x="9508068" y="2688742"/>
            <a:ext cx="216133" cy="768441"/>
          </a:xfrm>
          <a:prstGeom prst="straightConnector1">
            <a:avLst/>
          </a:prstGeom>
          <a:solidFill>
            <a:schemeClr val="tx2"/>
          </a:solidFill>
          <a:ln w="5715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8" name="Gerade Verbindung mit Pfeil 87">
            <a:extLst>
              <a:ext uri="{FF2B5EF4-FFF2-40B4-BE49-F238E27FC236}">
                <a16:creationId xmlns:a16="http://schemas.microsoft.com/office/drawing/2014/main" id="{E72AD281-3102-4691-86EA-B854D071A91A}"/>
              </a:ext>
            </a:extLst>
          </p:cNvPr>
          <p:cNvCxnSpPr/>
          <p:nvPr/>
        </p:nvCxnSpPr>
        <p:spPr bwMode="auto">
          <a:xfrm>
            <a:off x="10324372" y="2691822"/>
            <a:ext cx="305381" cy="762723"/>
          </a:xfrm>
          <a:prstGeom prst="straightConnector1">
            <a:avLst/>
          </a:prstGeom>
          <a:solidFill>
            <a:schemeClr val="tx2"/>
          </a:solidFill>
          <a:ln w="57150" cap="flat" cmpd="sng" algn="ctr">
            <a:solidFill>
              <a:srgbClr val="00B0F0"/>
            </a:solidFill>
            <a:prstDash val="sysDot"/>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 name="Text Box 16">
            <a:extLst>
              <a:ext uri="{FF2B5EF4-FFF2-40B4-BE49-F238E27FC236}">
                <a16:creationId xmlns:a16="http://schemas.microsoft.com/office/drawing/2014/main" id="{38F857CC-1923-C4FB-B71F-36BD4662A47F}"/>
              </a:ext>
            </a:extLst>
          </p:cNvPr>
          <p:cNvSpPr txBox="1">
            <a:spLocks noChangeArrowheads="1"/>
          </p:cNvSpPr>
          <p:nvPr>
            <p:custDataLst>
              <p:tags r:id="rId6"/>
            </p:custDataLst>
          </p:nvPr>
        </p:nvSpPr>
        <p:spPr bwMode="auto">
          <a:xfrm>
            <a:off x="9795327" y="1754861"/>
            <a:ext cx="421371"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solidFill>
                  <a:srgbClr val="3C464B"/>
                </a:solidFill>
              </a:rPr>
              <a:t>WinCC</a:t>
            </a:r>
          </a:p>
        </p:txBody>
      </p:sp>
      <p:pic>
        <p:nvPicPr>
          <p:cNvPr id="94" name="product_pc-based-automation.png"/>
          <p:cNvPicPr>
            <a:picLocks noChangeAspect="1"/>
          </p:cNvPicPr>
          <p:nvPr>
            <p:custDataLst>
              <p:tags r:id="rId7"/>
            </p:custDataLst>
          </p:nvPr>
        </p:nvPicPr>
        <p:blipFill rotWithShape="1">
          <a:blip r:embed="rId29" cstate="print">
            <a:extLst>
              <a:ext uri="{28A0092B-C50C-407E-A947-70E740481C1C}">
                <a14:useLocalDpi xmlns:a14="http://schemas.microsoft.com/office/drawing/2010/main" val="0"/>
              </a:ext>
            </a:extLst>
          </a:blip>
          <a:srcRect t="11914" b="12453"/>
          <a:stretch/>
        </p:blipFill>
        <p:spPr>
          <a:xfrm>
            <a:off x="9302370" y="1519799"/>
            <a:ext cx="1453825" cy="1099565"/>
          </a:xfrm>
          <a:prstGeom prst="rect">
            <a:avLst/>
          </a:prstGeom>
        </p:spPr>
      </p:pic>
      <p:sp>
        <p:nvSpPr>
          <p:cNvPr id="95" name="Rechteck 94"/>
          <p:cNvSpPr/>
          <p:nvPr/>
        </p:nvSpPr>
        <p:spPr bwMode="auto">
          <a:xfrm>
            <a:off x="9483424" y="1610657"/>
            <a:ext cx="1096121" cy="571202"/>
          </a:xfrm>
          <a:prstGeom prst="rect">
            <a:avLst/>
          </a:prstGeom>
          <a:solidFill>
            <a:schemeClr val="l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7" name="Text Box 16">
            <a:extLst>
              <a:ext uri="{FF2B5EF4-FFF2-40B4-BE49-F238E27FC236}">
                <a16:creationId xmlns:a16="http://schemas.microsoft.com/office/drawing/2014/main" id="{03E356B0-D912-8E81-10D9-EB134DDC3727}"/>
              </a:ext>
            </a:extLst>
          </p:cNvPr>
          <p:cNvSpPr txBox="1">
            <a:spLocks noChangeArrowheads="1"/>
          </p:cNvSpPr>
          <p:nvPr>
            <p:custDataLst>
              <p:tags r:id="rId8"/>
            </p:custDataLst>
          </p:nvPr>
        </p:nvSpPr>
        <p:spPr bwMode="auto">
          <a:xfrm>
            <a:off x="9795327" y="1818232"/>
            <a:ext cx="421371"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solidFill>
                  <a:srgbClr val="3C464B"/>
                </a:solidFill>
              </a:rPr>
              <a:t>WinCC</a:t>
            </a:r>
          </a:p>
        </p:txBody>
      </p:sp>
    </p:spTree>
    <p:custDataLst>
      <p:tags r:id="rId1"/>
    </p:custDataLst>
    <p:extLst>
      <p:ext uri="{BB962C8B-B14F-4D97-AF65-F5344CB8AC3E}">
        <p14:creationId xmlns:p14="http://schemas.microsoft.com/office/powerpoint/2010/main" val="16891998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8D93A9BB-8E86-FC7E-95F1-A956B822D7F8}"/>
              </a:ext>
            </a:extLst>
          </p:cNvPr>
          <p:cNvSpPr/>
          <p:nvPr/>
        </p:nvSpPr>
        <p:spPr>
          <a:xfrm>
            <a:off x="6941176" y="1465248"/>
            <a:ext cx="4898318" cy="45643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 name="Freihandform: Form 6">
            <a:extLst>
              <a:ext uri="{FF2B5EF4-FFF2-40B4-BE49-F238E27FC236}">
                <a16:creationId xmlns:a16="http://schemas.microsoft.com/office/drawing/2014/main" id="{BF8ACF03-CDB3-4D85-BFAD-59CA3D4D22F7}"/>
              </a:ext>
            </a:extLst>
          </p:cNvPr>
          <p:cNvSpPr/>
          <p:nvPr/>
        </p:nvSpPr>
        <p:spPr bwMode="auto">
          <a:xfrm>
            <a:off x="9095457" y="3300522"/>
            <a:ext cx="1447046" cy="252282"/>
          </a:xfrm>
          <a:custGeom>
            <a:avLst/>
            <a:gdLst>
              <a:gd name="connsiteX0" fmla="*/ 0 w 1447800"/>
              <a:gd name="connsiteY0" fmla="*/ 242888 h 252413"/>
              <a:gd name="connsiteX1" fmla="*/ 0 w 1447800"/>
              <a:gd name="connsiteY1" fmla="*/ 0 h 252413"/>
              <a:gd name="connsiteX2" fmla="*/ 1447800 w 1447800"/>
              <a:gd name="connsiteY2" fmla="*/ 0 h 252413"/>
              <a:gd name="connsiteX3" fmla="*/ 1447800 w 1447800"/>
              <a:gd name="connsiteY3" fmla="*/ 252413 h 252413"/>
            </a:gdLst>
            <a:ahLst/>
            <a:cxnLst>
              <a:cxn ang="0">
                <a:pos x="connsiteX0" y="connsiteY0"/>
              </a:cxn>
              <a:cxn ang="0">
                <a:pos x="connsiteX1" y="connsiteY1"/>
              </a:cxn>
              <a:cxn ang="0">
                <a:pos x="connsiteX2" y="connsiteY2"/>
              </a:cxn>
              <a:cxn ang="0">
                <a:pos x="connsiteX3" y="connsiteY3"/>
              </a:cxn>
            </a:cxnLst>
            <a:rect l="l" t="t" r="r" b="b"/>
            <a:pathLst>
              <a:path w="1447800" h="252413">
                <a:moveTo>
                  <a:pt x="0" y="242888"/>
                </a:moveTo>
                <a:lnTo>
                  <a:pt x="0" y="0"/>
                </a:lnTo>
                <a:lnTo>
                  <a:pt x="1447800" y="0"/>
                </a:lnTo>
                <a:lnTo>
                  <a:pt x="1447800" y="252413"/>
                </a:lnTo>
              </a:path>
            </a:pathLst>
          </a:custGeom>
          <a:noFill/>
          <a:ln w="9525">
            <a:solidFill>
              <a:srgbClr val="00B050"/>
            </a:solidFill>
            <a:prstDash val="sysDot"/>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sz="1799" dirty="0"/>
          </a:p>
        </p:txBody>
      </p:sp>
      <p:cxnSp>
        <p:nvCxnSpPr>
          <p:cNvPr id="85" name="Gerade Verbindung 77">
            <a:extLst>
              <a:ext uri="{FF2B5EF4-FFF2-40B4-BE49-F238E27FC236}">
                <a16:creationId xmlns:a16="http://schemas.microsoft.com/office/drawing/2014/main" id="{D9C498CE-05FB-4DF2-BFBE-EAE4B5D842A9}"/>
              </a:ext>
            </a:extLst>
          </p:cNvPr>
          <p:cNvCxnSpPr/>
          <p:nvPr/>
        </p:nvCxnSpPr>
        <p:spPr bwMode="auto">
          <a:xfrm>
            <a:off x="10756195" y="3027371"/>
            <a:ext cx="0" cy="63941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2" name="Gerade Verbindung 80">
            <a:extLst>
              <a:ext uri="{FF2B5EF4-FFF2-40B4-BE49-F238E27FC236}">
                <a16:creationId xmlns:a16="http://schemas.microsoft.com/office/drawing/2014/main" id="{64D38187-37C5-43D0-967C-6E23E95ADE3F}"/>
              </a:ext>
            </a:extLst>
          </p:cNvPr>
          <p:cNvCxnSpPr/>
          <p:nvPr/>
        </p:nvCxnSpPr>
        <p:spPr bwMode="auto">
          <a:xfrm flipH="1">
            <a:off x="9883546" y="2526198"/>
            <a:ext cx="4937" cy="489491"/>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 name="Titel 3"/>
          <p:cNvSpPr>
            <a:spLocks noGrp="1"/>
          </p:cNvSpPr>
          <p:nvPr>
            <p:ph type="title"/>
          </p:nvPr>
        </p:nvSpPr>
        <p:spPr/>
        <p:txBody>
          <a:bodyPr/>
          <a:lstStyle/>
          <a:p>
            <a:r>
              <a:rPr lang="en-US" dirty="0"/>
              <a:t>HMI Connection </a:t>
            </a:r>
            <a:br>
              <a:rPr lang="en-US" dirty="0"/>
            </a:br>
            <a:r>
              <a:rPr lang="en-US" b="0" dirty="0"/>
              <a:t>via redundant network using System IP addresses</a:t>
            </a:r>
            <a:endParaRPr lang="en-US" dirty="0"/>
          </a:p>
        </p:txBody>
      </p:sp>
      <p:sp>
        <p:nvSpPr>
          <p:cNvPr id="2" name="Fußzeilenplatzhalter 1">
            <a:extLst>
              <a:ext uri="{FF2B5EF4-FFF2-40B4-BE49-F238E27FC236}">
                <a16:creationId xmlns:a16="http://schemas.microsoft.com/office/drawing/2014/main" id="{D2BE2524-C783-476F-B65C-1E9D92B68189}"/>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94" name="product_pc-based-automation.png"/>
          <p:cNvPicPr>
            <a:picLocks noChangeAspect="1"/>
          </p:cNvPicPr>
          <p:nvPr>
            <p:custDataLst>
              <p:tags r:id="rId2"/>
            </p:custDataLst>
          </p:nvPr>
        </p:nvPicPr>
        <p:blipFill rotWithShape="1">
          <a:blip r:embed="rId20" cstate="print">
            <a:extLst>
              <a:ext uri="{28A0092B-C50C-407E-A947-70E740481C1C}">
                <a14:useLocalDpi xmlns:a14="http://schemas.microsoft.com/office/drawing/2010/main" val="0"/>
              </a:ext>
            </a:extLst>
          </a:blip>
          <a:srcRect t="11914" b="12453"/>
          <a:stretch/>
        </p:blipFill>
        <p:spPr>
          <a:xfrm>
            <a:off x="9302370" y="1519799"/>
            <a:ext cx="1453825" cy="1099565"/>
          </a:xfrm>
          <a:prstGeom prst="rect">
            <a:avLst/>
          </a:prstGeom>
        </p:spPr>
      </p:pic>
      <p:sp>
        <p:nvSpPr>
          <p:cNvPr id="95" name="Rechteck 94"/>
          <p:cNvSpPr/>
          <p:nvPr/>
        </p:nvSpPr>
        <p:spPr bwMode="auto">
          <a:xfrm>
            <a:off x="9483424" y="1610657"/>
            <a:ext cx="1096121" cy="571202"/>
          </a:xfrm>
          <a:prstGeom prst="rect">
            <a:avLst/>
          </a:prstGeom>
          <a:solidFill>
            <a:schemeClr val="l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52" name="Text Box 5">
            <a:extLst>
              <a:ext uri="{FF2B5EF4-FFF2-40B4-BE49-F238E27FC236}">
                <a16:creationId xmlns:a16="http://schemas.microsoft.com/office/drawing/2014/main" id="{6E7C709C-077B-4D95-87E1-272F4846DB0E}"/>
              </a:ext>
            </a:extLst>
          </p:cNvPr>
          <p:cNvSpPr txBox="1">
            <a:spLocks noChangeArrowheads="1"/>
          </p:cNvSpPr>
          <p:nvPr>
            <p:custDataLst>
              <p:tags r:id="rId3"/>
            </p:custDataLst>
          </p:nvPr>
        </p:nvSpPr>
        <p:spPr bwMode="auto">
          <a:xfrm>
            <a:off x="644834" y="1465647"/>
            <a:ext cx="6152983" cy="3997345"/>
          </a:xfrm>
          <a:prstGeom prst="rect">
            <a:avLst/>
          </a:prstGeom>
          <a:gradFill>
            <a:gsLst>
              <a:gs pos="83000">
                <a:srgbClr val="41AAC8"/>
              </a:gs>
              <a:gs pos="50000">
                <a:srgbClr val="32A0A0"/>
              </a:gs>
              <a:gs pos="0">
                <a:srgbClr val="4BB9B9"/>
              </a:gs>
              <a:gs pos="100000">
                <a:srgbClr val="2387AA"/>
              </a:gs>
            </a:gsLst>
            <a:lin ang="0" scaled="0"/>
          </a:gradFill>
          <a:ln>
            <a:noFill/>
          </a:ln>
          <a:effectLst/>
        </p:spPr>
        <p:txBody>
          <a:bodyPr lIns="89953" tIns="46776" rIns="89953" bIns="46776" anchor="ctr" anchorCtr="0"/>
          <a:lstStyle>
            <a:defPPr>
              <a:defRPr lang="de-DE"/>
            </a:defPPr>
            <a:lvl1pPr algn="ctr" defTabSz="762000" eaLnBrk="0" hangingPunct="0">
              <a:spcBef>
                <a:spcPct val="0"/>
              </a:spcBef>
              <a:buClrTx/>
              <a:buFontTx/>
              <a:buNone/>
              <a:defRPr sz="1800" b="1">
                <a:solidFill>
                  <a:schemeClr val="bg1"/>
                </a:solidFill>
                <a:latin typeface="Arial" charset="0"/>
              </a:defRPr>
            </a:lvl1pPr>
            <a:lvl2pPr marL="742950" indent="-285750" defTabSz="762000" eaLnBrk="0" hangingPunct="0">
              <a:defRPr sz="2000">
                <a:solidFill>
                  <a:schemeClr val="tx1"/>
                </a:solidFill>
                <a:latin typeface="Arial" charset="0"/>
              </a:defRPr>
            </a:lvl2pPr>
            <a:lvl3pPr marL="1143000" indent="-228600" defTabSz="762000" eaLnBrk="0" hangingPunct="0">
              <a:defRPr sz="2000">
                <a:solidFill>
                  <a:schemeClr val="tx1"/>
                </a:solidFill>
                <a:latin typeface="Arial" charset="0"/>
              </a:defRPr>
            </a:lvl3pPr>
            <a:lvl4pPr marL="1600200" indent="-228600" defTabSz="762000" eaLnBrk="0" hangingPunct="0">
              <a:defRPr sz="2000">
                <a:solidFill>
                  <a:schemeClr val="tx1"/>
                </a:solidFill>
                <a:latin typeface="Arial" charset="0"/>
              </a:defRPr>
            </a:lvl4pPr>
            <a:lvl5pPr marL="2057400" indent="-228600" defTabSz="762000" eaLnBrk="0" hangingPunct="0">
              <a:defRPr sz="2000">
                <a:solidFill>
                  <a:schemeClr val="tx1"/>
                </a:solidFill>
                <a:latin typeface="Arial" charset="0"/>
              </a:defRPr>
            </a:lvl5pPr>
            <a:lvl6pPr marL="25146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6pPr>
            <a:lvl7pPr marL="29718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7pPr>
            <a:lvl8pPr marL="34290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8pPr>
            <a:lvl9pPr marL="38862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9pPr>
          </a:lstStyle>
          <a:p>
            <a:pPr algn="l"/>
            <a:r>
              <a:rPr lang="en-US" sz="1799" b="0" dirty="0"/>
              <a:t>The HMI connection via a redundant network using System IP addresses is possible with</a:t>
            </a:r>
          </a:p>
          <a:p>
            <a:pPr algn="l"/>
            <a:endParaRPr lang="en-US" sz="1799" b="0" dirty="0"/>
          </a:p>
          <a:p>
            <a:pPr marL="285607" indent="-285607" algn="l">
              <a:buFont typeface="Arial" panose="020B0604020202020204" pitchFamily="34" charset="0"/>
              <a:buChar char="•"/>
            </a:pPr>
            <a:r>
              <a:rPr lang="en-US" sz="1799" b="0" dirty="0"/>
              <a:t>WinCC OA ab V3.18</a:t>
            </a:r>
          </a:p>
          <a:p>
            <a:pPr marL="285607" indent="-285607" algn="l">
              <a:buFont typeface="Arial" panose="020B0604020202020204" pitchFamily="34" charset="0"/>
              <a:buChar char="•"/>
            </a:pPr>
            <a:r>
              <a:rPr lang="en-US" sz="1799" b="0" dirty="0"/>
              <a:t>WinCC V7.5 SP1 via Scripting</a:t>
            </a:r>
          </a:p>
          <a:p>
            <a:pPr algn="l"/>
            <a:endParaRPr lang="en-US" sz="1799" dirty="0"/>
          </a:p>
          <a:p>
            <a:pPr algn="l"/>
            <a:r>
              <a:rPr lang="en-US" sz="1399" b="0" dirty="0"/>
              <a:t>Use of R/H interfaces:</a:t>
            </a:r>
          </a:p>
          <a:p>
            <a:pPr algn="l"/>
            <a:r>
              <a:rPr lang="en-US" sz="1399" b="0" dirty="0"/>
              <a:t>System IP of X1 and X2 for CPU 1515R-2 PN and CPU 1517H-3 PN</a:t>
            </a:r>
          </a:p>
          <a:p>
            <a:pPr algn="l"/>
            <a:r>
              <a:rPr lang="en-US" sz="1399" b="0" dirty="0"/>
              <a:t>System IP of X2 and X3 with CPU 1518HF-4 PN</a:t>
            </a:r>
          </a:p>
          <a:p>
            <a:pPr algn="l"/>
            <a:endParaRPr lang="en-US" sz="1399" b="0" dirty="0"/>
          </a:p>
          <a:p>
            <a:pPr algn="l"/>
            <a:r>
              <a:rPr lang="en-US" sz="1399" b="0" dirty="0"/>
              <a:t>Behavior in case of error:</a:t>
            </a:r>
          </a:p>
          <a:p>
            <a:pPr marL="285607" indent="-285607" algn="l">
              <a:buFont typeface="Arial" panose="020B0604020202020204" pitchFamily="34" charset="0"/>
              <a:buChar char="•"/>
            </a:pPr>
            <a:r>
              <a:rPr lang="en-US" sz="1399" b="0" dirty="0"/>
              <a:t>If the primary CPU fails, the RH system switches over by moving the System IP addresses</a:t>
            </a:r>
          </a:p>
          <a:p>
            <a:pPr marL="285607" indent="-285607" algn="l">
              <a:buFont typeface="Arial" panose="020B0604020202020204" pitchFamily="34" charset="0"/>
              <a:buChar char="•"/>
            </a:pPr>
            <a:r>
              <a:rPr lang="en-US" sz="1399" b="0" dirty="0"/>
              <a:t>If a network fails, WinCC switches over</a:t>
            </a:r>
          </a:p>
          <a:p>
            <a:pPr algn="l"/>
            <a:endParaRPr lang="en-US" sz="1799" b="0" dirty="0">
              <a:solidFill>
                <a:schemeClr val="tx1"/>
              </a:solidFill>
            </a:endParaRPr>
          </a:p>
        </p:txBody>
      </p:sp>
      <p:cxnSp>
        <p:nvCxnSpPr>
          <p:cNvPr id="23" name="Gerade Verbindung 66">
            <a:extLst>
              <a:ext uri="{FF2B5EF4-FFF2-40B4-BE49-F238E27FC236}">
                <a16:creationId xmlns:a16="http://schemas.microsoft.com/office/drawing/2014/main" id="{4EF67CC4-8C92-4997-A877-3948A1F29C6E}"/>
              </a:ext>
            </a:extLst>
          </p:cNvPr>
          <p:cNvCxnSpPr/>
          <p:nvPr/>
        </p:nvCxnSpPr>
        <p:spPr bwMode="auto">
          <a:xfrm>
            <a:off x="8273212" y="2754789"/>
            <a:ext cx="3454536" cy="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66">
            <a:extLst>
              <a:ext uri="{FF2B5EF4-FFF2-40B4-BE49-F238E27FC236}">
                <a16:creationId xmlns:a16="http://schemas.microsoft.com/office/drawing/2014/main" id="{ED06DAC6-5C5C-4B38-88BC-C3DA36E6FD63}"/>
              </a:ext>
            </a:extLst>
          </p:cNvPr>
          <p:cNvCxnSpPr/>
          <p:nvPr/>
        </p:nvCxnSpPr>
        <p:spPr bwMode="auto">
          <a:xfrm>
            <a:off x="8273212" y="3024014"/>
            <a:ext cx="3454536" cy="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3" name="Gerade Verbindung 77">
            <a:extLst>
              <a:ext uri="{FF2B5EF4-FFF2-40B4-BE49-F238E27FC236}">
                <a16:creationId xmlns:a16="http://schemas.microsoft.com/office/drawing/2014/main" id="{CFDD9447-5E4C-4915-829D-71D754231938}"/>
              </a:ext>
            </a:extLst>
          </p:cNvPr>
          <p:cNvCxnSpPr/>
          <p:nvPr/>
        </p:nvCxnSpPr>
        <p:spPr bwMode="auto">
          <a:xfrm>
            <a:off x="9337417" y="3024014"/>
            <a:ext cx="0" cy="639410"/>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2" name="Rechteck 31">
            <a:extLst>
              <a:ext uri="{FF2B5EF4-FFF2-40B4-BE49-F238E27FC236}">
                <a16:creationId xmlns:a16="http://schemas.microsoft.com/office/drawing/2014/main" id="{C5C8738C-576A-48D5-9074-6463F1EF0727}"/>
              </a:ext>
            </a:extLst>
          </p:cNvPr>
          <p:cNvSpPr/>
          <p:nvPr/>
        </p:nvSpPr>
        <p:spPr bwMode="auto">
          <a:xfrm>
            <a:off x="9275423" y="2961047"/>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cxnSp>
        <p:nvCxnSpPr>
          <p:cNvPr id="43" name="Gerade Verbindung 80">
            <a:extLst>
              <a:ext uri="{FF2B5EF4-FFF2-40B4-BE49-F238E27FC236}">
                <a16:creationId xmlns:a16="http://schemas.microsoft.com/office/drawing/2014/main" id="{6C7E3E2E-21D2-44C6-9E17-778E04356D6D}"/>
              </a:ext>
            </a:extLst>
          </p:cNvPr>
          <p:cNvCxnSpPr>
            <a:stCxn id="37" idx="2"/>
          </p:cNvCxnSpPr>
          <p:nvPr/>
        </p:nvCxnSpPr>
        <p:spPr bwMode="auto">
          <a:xfrm>
            <a:off x="10603251" y="2817756"/>
            <a:ext cx="555" cy="845668"/>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7" name="Rechteck 36">
            <a:extLst>
              <a:ext uri="{FF2B5EF4-FFF2-40B4-BE49-F238E27FC236}">
                <a16:creationId xmlns:a16="http://schemas.microsoft.com/office/drawing/2014/main" id="{1F3D58AD-3946-44AC-BCE4-DBC3705D2A16}"/>
              </a:ext>
            </a:extLst>
          </p:cNvPr>
          <p:cNvSpPr/>
          <p:nvPr/>
        </p:nvSpPr>
        <p:spPr bwMode="auto">
          <a:xfrm>
            <a:off x="10540283" y="269182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nvGrpSpPr>
          <p:cNvPr id="47" name="Gruppieren 46">
            <a:extLst>
              <a:ext uri="{FF2B5EF4-FFF2-40B4-BE49-F238E27FC236}">
                <a16:creationId xmlns:a16="http://schemas.microsoft.com/office/drawing/2014/main" id="{D79D4F5C-ECEE-4918-A5D6-598663083968}"/>
              </a:ext>
            </a:extLst>
          </p:cNvPr>
          <p:cNvGrpSpPr/>
          <p:nvPr/>
        </p:nvGrpSpPr>
        <p:grpSpPr>
          <a:xfrm>
            <a:off x="9718703" y="4157508"/>
            <a:ext cx="901319" cy="45695"/>
            <a:chOff x="7633471" y="4747708"/>
            <a:chExt cx="410801" cy="41364"/>
          </a:xfrm>
        </p:grpSpPr>
        <p:sp>
          <p:nvSpPr>
            <p:cNvPr id="48" name="Line 30">
              <a:extLst>
                <a:ext uri="{FF2B5EF4-FFF2-40B4-BE49-F238E27FC236}">
                  <a16:creationId xmlns:a16="http://schemas.microsoft.com/office/drawing/2014/main" id="{8C6D7CD7-FFCC-496B-B414-E3436CE53AAD}"/>
                </a:ext>
              </a:extLst>
            </p:cNvPr>
            <p:cNvSpPr>
              <a:spLocks noChangeShapeType="1"/>
            </p:cNvSpPr>
            <p:nvPr/>
          </p:nvSpPr>
          <p:spPr bwMode="auto">
            <a:xfrm>
              <a:off x="7633471" y="4789072"/>
              <a:ext cx="410801" cy="0"/>
            </a:xfrm>
            <a:prstGeom prst="line">
              <a:avLst/>
            </a:prstGeom>
            <a:noFill/>
            <a:ln w="19050" cap="flat" cmpd="sng" algn="ctr">
              <a:solidFill>
                <a:srgbClr val="EB780A"/>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50" name="Line 30">
              <a:extLst>
                <a:ext uri="{FF2B5EF4-FFF2-40B4-BE49-F238E27FC236}">
                  <a16:creationId xmlns:a16="http://schemas.microsoft.com/office/drawing/2014/main" id="{BB8FCA0E-F51A-4FA2-8959-FE2DC08AD219}"/>
                </a:ext>
              </a:extLst>
            </p:cNvPr>
            <p:cNvSpPr>
              <a:spLocks noChangeShapeType="1"/>
            </p:cNvSpPr>
            <p:nvPr/>
          </p:nvSpPr>
          <p:spPr bwMode="auto">
            <a:xfrm>
              <a:off x="7633471" y="4747708"/>
              <a:ext cx="410801" cy="0"/>
            </a:xfrm>
            <a:prstGeom prst="line">
              <a:avLst/>
            </a:prstGeom>
            <a:noFill/>
            <a:ln w="19050" cap="flat" cmpd="sng" algn="ctr">
              <a:solidFill>
                <a:srgbClr val="EB780A"/>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grpSp>
      <p:cxnSp>
        <p:nvCxnSpPr>
          <p:cNvPr id="51" name="Gerade Verbindung 22">
            <a:extLst>
              <a:ext uri="{FF2B5EF4-FFF2-40B4-BE49-F238E27FC236}">
                <a16:creationId xmlns:a16="http://schemas.microsoft.com/office/drawing/2014/main" id="{C9360201-3D06-46D0-A4E9-59807B62F804}"/>
              </a:ext>
            </a:extLst>
          </p:cNvPr>
          <p:cNvCxnSpPr/>
          <p:nvPr/>
        </p:nvCxnSpPr>
        <p:spPr bwMode="auto">
          <a:xfrm>
            <a:off x="9422879" y="5025004"/>
            <a:ext cx="0" cy="365522"/>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Gerade Verbindung 23">
            <a:extLst>
              <a:ext uri="{FF2B5EF4-FFF2-40B4-BE49-F238E27FC236}">
                <a16:creationId xmlns:a16="http://schemas.microsoft.com/office/drawing/2014/main" id="{3A984A53-0F12-4886-AB71-1F6188FF61AF}"/>
              </a:ext>
            </a:extLst>
          </p:cNvPr>
          <p:cNvCxnSpPr/>
          <p:nvPr/>
        </p:nvCxnSpPr>
        <p:spPr bwMode="auto">
          <a:xfrm flipH="1">
            <a:off x="10546163" y="5031303"/>
            <a:ext cx="1" cy="4316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Ellipse 53">
            <a:extLst>
              <a:ext uri="{FF2B5EF4-FFF2-40B4-BE49-F238E27FC236}">
                <a16:creationId xmlns:a16="http://schemas.microsoft.com/office/drawing/2014/main" id="{1F948266-4F4A-4F01-BCE2-3E38668C6970}"/>
              </a:ext>
            </a:extLst>
          </p:cNvPr>
          <p:cNvSpPr/>
          <p:nvPr/>
        </p:nvSpPr>
        <p:spPr bwMode="auto">
          <a:xfrm>
            <a:off x="8429783" y="4607588"/>
            <a:ext cx="3200264" cy="423486"/>
          </a:xfrm>
          <a:prstGeom prst="ellips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buClr>
                <a:schemeClr val="accent1"/>
              </a:buClr>
              <a:buFont typeface="Wingdings" pitchFamily="2" charset="2"/>
            </a:pPr>
            <a:endParaRPr lang="en-US" sz="900" dirty="0">
              <a:latin typeface="Arial" charset="0"/>
            </a:endParaRPr>
          </a:p>
        </p:txBody>
      </p:sp>
      <p:sp>
        <p:nvSpPr>
          <p:cNvPr id="55" name="Rechteck 54">
            <a:extLst>
              <a:ext uri="{FF2B5EF4-FFF2-40B4-BE49-F238E27FC236}">
                <a16:creationId xmlns:a16="http://schemas.microsoft.com/office/drawing/2014/main" id="{5E3F9BEF-D7F7-4475-B89C-C40A9A12A665}"/>
              </a:ext>
            </a:extLst>
          </p:cNvPr>
          <p:cNvSpPr/>
          <p:nvPr/>
        </p:nvSpPr>
        <p:spPr bwMode="auto">
          <a:xfrm>
            <a:off x="10483195" y="4963567"/>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56" name="Rechteck 55">
            <a:extLst>
              <a:ext uri="{FF2B5EF4-FFF2-40B4-BE49-F238E27FC236}">
                <a16:creationId xmlns:a16="http://schemas.microsoft.com/office/drawing/2014/main" id="{763BF695-FAFF-4A68-B18C-2D457EC69E3F}"/>
              </a:ext>
            </a:extLst>
          </p:cNvPr>
          <p:cNvSpPr/>
          <p:nvPr/>
        </p:nvSpPr>
        <p:spPr bwMode="auto">
          <a:xfrm>
            <a:off x="9359911" y="4950386"/>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58" name="Rechteck 57">
            <a:extLst>
              <a:ext uri="{FF2B5EF4-FFF2-40B4-BE49-F238E27FC236}">
                <a16:creationId xmlns:a16="http://schemas.microsoft.com/office/drawing/2014/main" id="{EC41B09A-9E52-40DF-835F-001B63D820F2}"/>
              </a:ext>
            </a:extLst>
          </p:cNvPr>
          <p:cNvSpPr/>
          <p:nvPr/>
        </p:nvSpPr>
        <p:spPr bwMode="auto">
          <a:xfrm>
            <a:off x="10619643" y="4575633"/>
            <a:ext cx="79160"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59" name="Gerade Verbindung 34">
            <a:extLst>
              <a:ext uri="{FF2B5EF4-FFF2-40B4-BE49-F238E27FC236}">
                <a16:creationId xmlns:a16="http://schemas.microsoft.com/office/drawing/2014/main" id="{8149E9B4-3347-4CF3-B071-9998458A9B6F}"/>
              </a:ext>
            </a:extLst>
          </p:cNvPr>
          <p:cNvCxnSpPr/>
          <p:nvPr/>
        </p:nvCxnSpPr>
        <p:spPr bwMode="auto">
          <a:xfrm>
            <a:off x="10718986" y="4296624"/>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Gerade Verbindung 35">
            <a:extLst>
              <a:ext uri="{FF2B5EF4-FFF2-40B4-BE49-F238E27FC236}">
                <a16:creationId xmlns:a16="http://schemas.microsoft.com/office/drawing/2014/main" id="{A98834C1-1C0F-49DB-9F47-DADE0EF1CADF}"/>
              </a:ext>
            </a:extLst>
          </p:cNvPr>
          <p:cNvCxnSpPr/>
          <p:nvPr/>
        </p:nvCxnSpPr>
        <p:spPr bwMode="auto">
          <a:xfrm>
            <a:off x="10609881" y="4172019"/>
            <a:ext cx="1" cy="460989"/>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Rechteck 60">
            <a:extLst>
              <a:ext uri="{FF2B5EF4-FFF2-40B4-BE49-F238E27FC236}">
                <a16:creationId xmlns:a16="http://schemas.microsoft.com/office/drawing/2014/main" id="{3AF5B848-6E62-481A-AE1D-30DD4A5F5BD5}"/>
              </a:ext>
            </a:extLst>
          </p:cNvPr>
          <p:cNvSpPr/>
          <p:nvPr/>
        </p:nvSpPr>
        <p:spPr bwMode="auto">
          <a:xfrm>
            <a:off x="9181854" y="4562929"/>
            <a:ext cx="71963" cy="114750"/>
          </a:xfrm>
          <a:prstGeom prst="rect">
            <a:avLst/>
          </a:prstGeom>
          <a:solidFill>
            <a:schemeClr val="lt1"/>
          </a:solidFill>
          <a:ln w="9525" cap="flat" cmpd="sng" algn="ctr">
            <a:solidFill>
              <a:schemeClr val="lt1"/>
            </a:solidFill>
            <a:prstDash val="solid"/>
            <a:miter lim="8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7944" tIns="53972" rIns="107944" bIns="53972" numCol="1" spcCol="72000" rtlCol="0" fromWordArt="0" anchor="ctr" anchorCtr="0" forceAA="0" compatLnSpc="1">
            <a:prstTxWarp prst="textNoShape">
              <a:avLst/>
            </a:prstTxWarp>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62" name="Gerade Verbindung 37">
            <a:extLst>
              <a:ext uri="{FF2B5EF4-FFF2-40B4-BE49-F238E27FC236}">
                <a16:creationId xmlns:a16="http://schemas.microsoft.com/office/drawing/2014/main" id="{EBD90727-A0CF-468A-B527-D5A779D4B7AE}"/>
              </a:ext>
            </a:extLst>
          </p:cNvPr>
          <p:cNvCxnSpPr/>
          <p:nvPr/>
        </p:nvCxnSpPr>
        <p:spPr bwMode="auto">
          <a:xfrm>
            <a:off x="9167949" y="4191375"/>
            <a:ext cx="1" cy="461764"/>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3" name="product_distributed-io.png">
            <a:extLst>
              <a:ext uri="{FF2B5EF4-FFF2-40B4-BE49-F238E27FC236}">
                <a16:creationId xmlns:a16="http://schemas.microsoft.com/office/drawing/2014/main" id="{EF9BAA87-A4C1-4145-A7E7-0CD60EB9C415}"/>
              </a:ext>
            </a:extLst>
          </p:cNvPr>
          <p:cNvPicPr>
            <a:picLocks noChangeAspect="1"/>
          </p:cNvPicPr>
          <p:nvPr>
            <p:custDataLst>
              <p:tags r:id="rId4"/>
            </p:custDataLst>
          </p:nvPr>
        </p:nvPicPr>
        <p:blipFill>
          <a:blip r:embed="rId21" cstate="print">
            <a:extLst>
              <a:ext uri="{28A0092B-C50C-407E-A947-70E740481C1C}">
                <a14:useLocalDpi xmlns:a14="http://schemas.microsoft.com/office/drawing/2010/main" val="0"/>
              </a:ext>
            </a:extLst>
          </a:blip>
          <a:stretch>
            <a:fillRect/>
          </a:stretch>
        </p:blipFill>
        <p:spPr>
          <a:xfrm>
            <a:off x="9377825" y="5256110"/>
            <a:ext cx="455031" cy="455031"/>
          </a:xfrm>
          <a:prstGeom prst="rect">
            <a:avLst/>
          </a:prstGeom>
        </p:spPr>
      </p:pic>
      <p:grpSp>
        <p:nvGrpSpPr>
          <p:cNvPr id="64" name="Gruppieren 63">
            <a:extLst>
              <a:ext uri="{FF2B5EF4-FFF2-40B4-BE49-F238E27FC236}">
                <a16:creationId xmlns:a16="http://schemas.microsoft.com/office/drawing/2014/main" id="{E565FD5F-0B21-4E22-AFF8-4B9E2D9C9018}"/>
              </a:ext>
            </a:extLst>
          </p:cNvPr>
          <p:cNvGrpSpPr>
            <a:grpSpLocks noChangeAspect="1"/>
          </p:cNvGrpSpPr>
          <p:nvPr/>
        </p:nvGrpSpPr>
        <p:grpSpPr>
          <a:xfrm>
            <a:off x="10482017" y="5256111"/>
            <a:ext cx="622096" cy="496392"/>
            <a:chOff x="4105359" y="1822075"/>
            <a:chExt cx="4583448" cy="3657299"/>
          </a:xfrm>
        </p:grpSpPr>
        <p:pic>
          <p:nvPicPr>
            <p:cNvPr id="65" name="product_simatic-s7-1500.png">
              <a:extLst>
                <a:ext uri="{FF2B5EF4-FFF2-40B4-BE49-F238E27FC236}">
                  <a16:creationId xmlns:a16="http://schemas.microsoft.com/office/drawing/2014/main" id="{82240CBC-6BC1-47BD-8614-9B468C9EC344}"/>
                </a:ext>
              </a:extLst>
            </p:cNvPr>
            <p:cNvPicPr>
              <a:picLocks noChangeAspect="1"/>
            </p:cNvPicPr>
            <p:nvPr>
              <p:custDataLst>
                <p:tags r:id="rId14"/>
              </p:custDataLst>
            </p:nvPr>
          </p:nvPicPr>
          <p:blipFill rotWithShape="1">
            <a:blip r:embed="rId22" cstate="print">
              <a:extLst>
                <a:ext uri="{28A0092B-C50C-407E-A947-70E740481C1C}">
                  <a14:useLocalDpi xmlns:a14="http://schemas.microsoft.com/office/drawing/2010/main" val="0"/>
                </a:ext>
              </a:extLst>
            </a:blip>
            <a:srcRect l="51153" t="1" b="1"/>
            <a:stretch/>
          </p:blipFill>
          <p:spPr>
            <a:xfrm>
              <a:off x="5068173" y="1822078"/>
              <a:ext cx="1786502" cy="3657295"/>
            </a:xfrm>
            <a:prstGeom prst="rect">
              <a:avLst/>
            </a:prstGeom>
          </p:spPr>
        </p:pic>
        <p:pic>
          <p:nvPicPr>
            <p:cNvPr id="66" name="product_simatic-s7-1500.png">
              <a:extLst>
                <a:ext uri="{FF2B5EF4-FFF2-40B4-BE49-F238E27FC236}">
                  <a16:creationId xmlns:a16="http://schemas.microsoft.com/office/drawing/2014/main" id="{0BCEF957-86D8-4077-8128-DFEAAEC9030F}"/>
                </a:ext>
              </a:extLst>
            </p:cNvPr>
            <p:cNvPicPr>
              <a:picLocks noChangeAspect="1"/>
            </p:cNvPicPr>
            <p:nvPr>
              <p:custDataLst>
                <p:tags r:id="rId15"/>
              </p:custDataLst>
            </p:nvPr>
          </p:nvPicPr>
          <p:blipFill rotWithShape="1">
            <a:blip r:embed="rId23" cstate="print">
              <a:extLst>
                <a:ext uri="{28A0092B-C50C-407E-A947-70E740481C1C}">
                  <a14:useLocalDpi xmlns:a14="http://schemas.microsoft.com/office/drawing/2010/main" val="0"/>
                </a:ext>
              </a:extLst>
            </a:blip>
            <a:srcRect l="9233" t="89461" r="48631"/>
            <a:stretch/>
          </p:blipFill>
          <p:spPr>
            <a:xfrm>
              <a:off x="4138401" y="5093946"/>
              <a:ext cx="877175" cy="385428"/>
            </a:xfrm>
            <a:prstGeom prst="rect">
              <a:avLst/>
            </a:prstGeom>
          </p:spPr>
        </p:pic>
        <p:pic>
          <p:nvPicPr>
            <p:cNvPr id="67" name="product_simatic-s7-1500.png">
              <a:extLst>
                <a:ext uri="{FF2B5EF4-FFF2-40B4-BE49-F238E27FC236}">
                  <a16:creationId xmlns:a16="http://schemas.microsoft.com/office/drawing/2014/main" id="{B872BA30-9423-4B03-9A05-A07129A844ED}"/>
                </a:ext>
              </a:extLst>
            </p:cNvPr>
            <p:cNvPicPr>
              <a:picLocks noChangeAspect="1"/>
            </p:cNvPicPr>
            <p:nvPr>
              <p:custDataLst>
                <p:tags r:id="rId16"/>
              </p:custDataLst>
            </p:nvPr>
          </p:nvPicPr>
          <p:blipFill rotWithShape="1">
            <a:blip r:embed="rId24" cstate="print">
              <a:extLst>
                <a:ext uri="{28A0092B-C50C-407E-A947-70E740481C1C}">
                  <a14:useLocalDpi xmlns:a14="http://schemas.microsoft.com/office/drawing/2010/main" val="0"/>
                </a:ext>
              </a:extLst>
            </a:blip>
            <a:srcRect l="50000" t="2" r="23744" b="7621"/>
            <a:stretch/>
          </p:blipFill>
          <p:spPr>
            <a:xfrm>
              <a:off x="4105359" y="1822075"/>
              <a:ext cx="960284" cy="3378574"/>
            </a:xfrm>
            <a:prstGeom prst="rect">
              <a:avLst/>
            </a:prstGeom>
          </p:spPr>
        </p:pic>
        <p:pic>
          <p:nvPicPr>
            <p:cNvPr id="68" name="product_simatic-s7-1500.png">
              <a:extLst>
                <a:ext uri="{FF2B5EF4-FFF2-40B4-BE49-F238E27FC236}">
                  <a16:creationId xmlns:a16="http://schemas.microsoft.com/office/drawing/2014/main" id="{F725968F-EDB2-41B0-812E-60C4DBB463A1}"/>
                </a:ext>
              </a:extLst>
            </p:cNvPr>
            <p:cNvPicPr>
              <a:picLocks noChangeAspect="1"/>
            </p:cNvPicPr>
            <p:nvPr>
              <p:custDataLst>
                <p:tags r:id="rId17"/>
              </p:custDataLst>
            </p:nvPr>
          </p:nvPicPr>
          <p:blipFill rotWithShape="1">
            <a:blip r:embed="rId25" cstate="print">
              <a:extLst>
                <a:ext uri="{28A0092B-C50C-407E-A947-70E740481C1C}">
                  <a14:useLocalDpi xmlns:a14="http://schemas.microsoft.com/office/drawing/2010/main" val="0"/>
                </a:ext>
              </a:extLst>
            </a:blip>
            <a:srcRect l="49850" t="1" r="1" b="1"/>
            <a:stretch/>
          </p:blipFill>
          <p:spPr>
            <a:xfrm>
              <a:off x="6854675" y="1822075"/>
              <a:ext cx="1834132" cy="3657295"/>
            </a:xfrm>
            <a:prstGeom prst="rect">
              <a:avLst/>
            </a:prstGeom>
          </p:spPr>
        </p:pic>
      </p:grpSp>
      <p:cxnSp>
        <p:nvCxnSpPr>
          <p:cNvPr id="69" name="Gerade Verbindung 58">
            <a:extLst>
              <a:ext uri="{FF2B5EF4-FFF2-40B4-BE49-F238E27FC236}">
                <a16:creationId xmlns:a16="http://schemas.microsoft.com/office/drawing/2014/main" id="{36CFB971-3D5C-41CA-8F73-24D8A0186D49}"/>
              </a:ext>
            </a:extLst>
          </p:cNvPr>
          <p:cNvCxnSpPr/>
          <p:nvPr/>
        </p:nvCxnSpPr>
        <p:spPr bwMode="auto">
          <a:xfrm>
            <a:off x="9270253" y="4297237"/>
            <a:ext cx="0" cy="338745"/>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1" name="Gruppieren 70">
            <a:extLst>
              <a:ext uri="{FF2B5EF4-FFF2-40B4-BE49-F238E27FC236}">
                <a16:creationId xmlns:a16="http://schemas.microsoft.com/office/drawing/2014/main" id="{69889A1D-C247-443C-A443-52A3E80ACF5C}"/>
              </a:ext>
            </a:extLst>
          </p:cNvPr>
          <p:cNvGrpSpPr/>
          <p:nvPr/>
        </p:nvGrpSpPr>
        <p:grpSpPr>
          <a:xfrm>
            <a:off x="10539301" y="3666780"/>
            <a:ext cx="773894" cy="639977"/>
            <a:chOff x="5633257" y="2448326"/>
            <a:chExt cx="3891741" cy="2958295"/>
          </a:xfrm>
        </p:grpSpPr>
        <p:pic>
          <p:nvPicPr>
            <p:cNvPr id="72" name="product_simatic-s7-1500.png">
              <a:extLst>
                <a:ext uri="{FF2B5EF4-FFF2-40B4-BE49-F238E27FC236}">
                  <a16:creationId xmlns:a16="http://schemas.microsoft.com/office/drawing/2014/main" id="{F6045D4D-F17A-4016-A18C-5D03787C21A3}"/>
                </a:ext>
              </a:extLst>
            </p:cNvPr>
            <p:cNvPicPr>
              <a:picLocks noChangeAspect="1"/>
            </p:cNvPicPr>
            <p:nvPr>
              <p:custDataLst>
                <p:tags r:id="rId11"/>
              </p:custDataLst>
            </p:nvPr>
          </p:nvPicPr>
          <p:blipFill rotWithShape="1">
            <a:blip r:embed="rId2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p:spPr>
        </p:pic>
        <p:pic>
          <p:nvPicPr>
            <p:cNvPr id="73" name="product_simatic-s7-1500.png">
              <a:extLst>
                <a:ext uri="{FF2B5EF4-FFF2-40B4-BE49-F238E27FC236}">
                  <a16:creationId xmlns:a16="http://schemas.microsoft.com/office/drawing/2014/main" id="{830FB71B-A9DB-4910-A407-BDCC24818AE8}"/>
                </a:ext>
              </a:extLst>
            </p:cNvPr>
            <p:cNvPicPr>
              <a:picLocks noChangeAspect="1"/>
            </p:cNvPicPr>
            <p:nvPr>
              <p:custDataLst>
                <p:tags r:id="rId12"/>
              </p:custDataLst>
            </p:nvPr>
          </p:nvPicPr>
          <p:blipFill rotWithShape="1">
            <a:blip r:embed="rId2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p:spPr>
        </p:pic>
        <p:pic>
          <p:nvPicPr>
            <p:cNvPr id="74" name="product_simatic-s7-1500.png">
              <a:extLst>
                <a:ext uri="{FF2B5EF4-FFF2-40B4-BE49-F238E27FC236}">
                  <a16:creationId xmlns:a16="http://schemas.microsoft.com/office/drawing/2014/main" id="{8DBF59D1-0218-4634-9CB2-FD43031BC82B}"/>
                </a:ext>
              </a:extLst>
            </p:cNvPr>
            <p:cNvPicPr>
              <a:picLocks noChangeAspect="1"/>
            </p:cNvPicPr>
            <p:nvPr>
              <p:custDataLst>
                <p:tags r:id="rId13"/>
              </p:custDataLst>
            </p:nvPr>
          </p:nvPicPr>
          <p:blipFill rotWithShape="1">
            <a:blip r:embed="rId2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p:spPr>
        </p:pic>
      </p:grpSp>
      <p:grpSp>
        <p:nvGrpSpPr>
          <p:cNvPr id="75" name="Gruppieren 74">
            <a:extLst>
              <a:ext uri="{FF2B5EF4-FFF2-40B4-BE49-F238E27FC236}">
                <a16:creationId xmlns:a16="http://schemas.microsoft.com/office/drawing/2014/main" id="{A31D57B4-8A38-45B0-8F8F-AB4A6FB98156}"/>
              </a:ext>
            </a:extLst>
          </p:cNvPr>
          <p:cNvGrpSpPr/>
          <p:nvPr/>
        </p:nvGrpSpPr>
        <p:grpSpPr>
          <a:xfrm>
            <a:off x="9087522" y="3666780"/>
            <a:ext cx="773894" cy="639977"/>
            <a:chOff x="5633257" y="2448326"/>
            <a:chExt cx="3891741" cy="2958295"/>
          </a:xfrm>
        </p:grpSpPr>
        <p:pic>
          <p:nvPicPr>
            <p:cNvPr id="76" name="product_simatic-s7-1500.png">
              <a:extLst>
                <a:ext uri="{FF2B5EF4-FFF2-40B4-BE49-F238E27FC236}">
                  <a16:creationId xmlns:a16="http://schemas.microsoft.com/office/drawing/2014/main" id="{A7C20058-9F53-4729-BB5E-4621DAA45E02}"/>
                </a:ext>
              </a:extLst>
            </p:cNvPr>
            <p:cNvPicPr>
              <a:picLocks noChangeAspect="1"/>
            </p:cNvPicPr>
            <p:nvPr>
              <p:custDataLst>
                <p:tags r:id="rId8"/>
              </p:custDataLst>
            </p:nvPr>
          </p:nvPicPr>
          <p:blipFill rotWithShape="1">
            <a:blip r:embed="rId2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p:spPr>
        </p:pic>
        <p:pic>
          <p:nvPicPr>
            <p:cNvPr id="77" name="product_simatic-s7-1500.png">
              <a:extLst>
                <a:ext uri="{FF2B5EF4-FFF2-40B4-BE49-F238E27FC236}">
                  <a16:creationId xmlns:a16="http://schemas.microsoft.com/office/drawing/2014/main" id="{95717692-9226-41D3-979E-10A04DAB8C85}"/>
                </a:ext>
              </a:extLst>
            </p:cNvPr>
            <p:cNvPicPr>
              <a:picLocks noChangeAspect="1"/>
            </p:cNvPicPr>
            <p:nvPr>
              <p:custDataLst>
                <p:tags r:id="rId9"/>
              </p:custDataLst>
            </p:nvPr>
          </p:nvPicPr>
          <p:blipFill rotWithShape="1">
            <a:blip r:embed="rId2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p:spPr>
        </p:pic>
        <p:pic>
          <p:nvPicPr>
            <p:cNvPr id="78" name="product_simatic-s7-1500.png">
              <a:extLst>
                <a:ext uri="{FF2B5EF4-FFF2-40B4-BE49-F238E27FC236}">
                  <a16:creationId xmlns:a16="http://schemas.microsoft.com/office/drawing/2014/main" id="{4A31B067-8937-4C9B-96E0-1F4D5205DC40}"/>
                </a:ext>
              </a:extLst>
            </p:cNvPr>
            <p:cNvPicPr>
              <a:picLocks noChangeAspect="1"/>
            </p:cNvPicPr>
            <p:nvPr>
              <p:custDataLst>
                <p:tags r:id="rId10"/>
              </p:custDataLst>
            </p:nvPr>
          </p:nvPicPr>
          <p:blipFill rotWithShape="1">
            <a:blip r:embed="rId2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p:spPr>
        </p:pic>
      </p:grpSp>
      <p:sp>
        <p:nvSpPr>
          <p:cNvPr id="79" name="Rechteck 78">
            <a:extLst>
              <a:ext uri="{FF2B5EF4-FFF2-40B4-BE49-F238E27FC236}">
                <a16:creationId xmlns:a16="http://schemas.microsoft.com/office/drawing/2014/main" id="{F1A09DCE-A52D-4F88-A353-99D1E93C91DC}"/>
              </a:ext>
            </a:extLst>
          </p:cNvPr>
          <p:cNvSpPr/>
          <p:nvPr/>
        </p:nvSpPr>
        <p:spPr bwMode="auto">
          <a:xfrm>
            <a:off x="10090764" y="2691822"/>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80" name="Rechteck 79">
            <a:extLst>
              <a:ext uri="{FF2B5EF4-FFF2-40B4-BE49-F238E27FC236}">
                <a16:creationId xmlns:a16="http://schemas.microsoft.com/office/drawing/2014/main" id="{56B3EEB5-6323-409C-A5D2-60604F892661}"/>
              </a:ext>
            </a:extLst>
          </p:cNvPr>
          <p:cNvSpPr/>
          <p:nvPr/>
        </p:nvSpPr>
        <p:spPr bwMode="auto">
          <a:xfrm>
            <a:off x="9820578" y="2957979"/>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cxnSp>
        <p:nvCxnSpPr>
          <p:cNvPr id="83" name="Gerade Verbindung 80">
            <a:extLst>
              <a:ext uri="{FF2B5EF4-FFF2-40B4-BE49-F238E27FC236}">
                <a16:creationId xmlns:a16="http://schemas.microsoft.com/office/drawing/2014/main" id="{F7DBD67B-05B2-4A00-A476-304CE5106C33}"/>
              </a:ext>
            </a:extLst>
          </p:cNvPr>
          <p:cNvCxnSpPr/>
          <p:nvPr/>
        </p:nvCxnSpPr>
        <p:spPr bwMode="auto">
          <a:xfrm>
            <a:off x="10153289" y="2548532"/>
            <a:ext cx="0" cy="142672"/>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9" name="Gerade Verbindung 77">
            <a:extLst>
              <a:ext uri="{FF2B5EF4-FFF2-40B4-BE49-F238E27FC236}">
                <a16:creationId xmlns:a16="http://schemas.microsoft.com/office/drawing/2014/main" id="{61D504BE-023D-46D0-ADDB-BDEC4B471C24}"/>
              </a:ext>
            </a:extLst>
          </p:cNvPr>
          <p:cNvCxnSpPr/>
          <p:nvPr/>
        </p:nvCxnSpPr>
        <p:spPr bwMode="auto">
          <a:xfrm>
            <a:off x="9187745" y="2751368"/>
            <a:ext cx="0" cy="912056"/>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57" name="Rechteck 56">
            <a:extLst>
              <a:ext uri="{FF2B5EF4-FFF2-40B4-BE49-F238E27FC236}">
                <a16:creationId xmlns:a16="http://schemas.microsoft.com/office/drawing/2014/main" id="{24041652-71A1-4841-892D-313B8BC5F106}"/>
              </a:ext>
            </a:extLst>
          </p:cNvPr>
          <p:cNvSpPr/>
          <p:nvPr/>
        </p:nvSpPr>
        <p:spPr bwMode="auto">
          <a:xfrm>
            <a:off x="9119035" y="2683456"/>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81" name="Rechteck 80">
            <a:extLst>
              <a:ext uri="{FF2B5EF4-FFF2-40B4-BE49-F238E27FC236}">
                <a16:creationId xmlns:a16="http://schemas.microsoft.com/office/drawing/2014/main" id="{EA28755C-3083-486B-99F3-AEEC43C64D9B}"/>
              </a:ext>
            </a:extLst>
          </p:cNvPr>
          <p:cNvSpPr/>
          <p:nvPr/>
        </p:nvSpPr>
        <p:spPr bwMode="auto">
          <a:xfrm>
            <a:off x="10693228" y="2960376"/>
            <a:ext cx="125934" cy="125934"/>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sp>
        <p:nvSpPr>
          <p:cNvPr id="86" name="Text Box 16">
            <a:extLst>
              <a:ext uri="{FF2B5EF4-FFF2-40B4-BE49-F238E27FC236}">
                <a16:creationId xmlns:a16="http://schemas.microsoft.com/office/drawing/2014/main" id="{4612A6B2-5B67-49A6-ADBA-8F93F9198794}"/>
              </a:ext>
            </a:extLst>
          </p:cNvPr>
          <p:cNvSpPr txBox="1">
            <a:spLocks noChangeArrowheads="1"/>
          </p:cNvSpPr>
          <p:nvPr>
            <p:custDataLst>
              <p:tags r:id="rId5"/>
            </p:custDataLst>
          </p:nvPr>
        </p:nvSpPr>
        <p:spPr bwMode="auto">
          <a:xfrm>
            <a:off x="9432584" y="3230935"/>
            <a:ext cx="901318" cy="153808"/>
          </a:xfrm>
          <a:prstGeom prst="rect">
            <a:avLst/>
          </a:prstGeom>
          <a:solidFill>
            <a:schemeClr val="bg1"/>
          </a:solidFill>
          <a:ln>
            <a:noFill/>
          </a:ln>
          <a:effectLst/>
        </p:spPr>
        <p:txBody>
          <a:bodyPr wrap="squar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00B050"/>
                </a:solidFill>
              </a:rPr>
              <a:t>X2: System IP </a:t>
            </a:r>
          </a:p>
        </p:txBody>
      </p:sp>
      <p:cxnSp>
        <p:nvCxnSpPr>
          <p:cNvPr id="89" name="Gerade Verbindung mit Pfeil 88">
            <a:extLst>
              <a:ext uri="{FF2B5EF4-FFF2-40B4-BE49-F238E27FC236}">
                <a16:creationId xmlns:a16="http://schemas.microsoft.com/office/drawing/2014/main" id="{FC8B7D5E-AD6E-449E-925E-DE76D9931391}"/>
              </a:ext>
            </a:extLst>
          </p:cNvPr>
          <p:cNvCxnSpPr/>
          <p:nvPr/>
        </p:nvCxnSpPr>
        <p:spPr bwMode="auto">
          <a:xfrm flipH="1">
            <a:off x="9647992" y="2580246"/>
            <a:ext cx="140790" cy="660345"/>
          </a:xfrm>
          <a:prstGeom prst="straightConnector1">
            <a:avLst/>
          </a:prstGeom>
          <a:solidFill>
            <a:schemeClr val="tx2"/>
          </a:solidFill>
          <a:ln w="5715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0" name="Gerade Verbindung mit Pfeil 89">
            <a:extLst>
              <a:ext uri="{FF2B5EF4-FFF2-40B4-BE49-F238E27FC236}">
                <a16:creationId xmlns:a16="http://schemas.microsoft.com/office/drawing/2014/main" id="{98A3F952-898E-481B-B459-A446A98B1542}"/>
              </a:ext>
            </a:extLst>
          </p:cNvPr>
          <p:cNvCxnSpPr/>
          <p:nvPr/>
        </p:nvCxnSpPr>
        <p:spPr bwMode="auto">
          <a:xfrm>
            <a:off x="10357489" y="2616367"/>
            <a:ext cx="60607" cy="799561"/>
          </a:xfrm>
          <a:prstGeom prst="straightConnector1">
            <a:avLst/>
          </a:prstGeom>
          <a:solidFill>
            <a:schemeClr val="tx2"/>
          </a:solidFill>
          <a:ln w="57150" cap="flat" cmpd="sng" algn="ctr">
            <a:solidFill>
              <a:srgbClr val="00B0F0"/>
            </a:solidFill>
            <a:prstDash val="sysDot"/>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 name="Textfeld 5">
            <a:extLst>
              <a:ext uri="{FF2B5EF4-FFF2-40B4-BE49-F238E27FC236}">
                <a16:creationId xmlns:a16="http://schemas.microsoft.com/office/drawing/2014/main" id="{590FEBA2-D818-4CEC-A72D-4D431A13ADA8}"/>
              </a:ext>
            </a:extLst>
          </p:cNvPr>
          <p:cNvSpPr txBox="1"/>
          <p:nvPr/>
        </p:nvSpPr>
        <p:spPr>
          <a:xfrm>
            <a:off x="9051678" y="3551069"/>
            <a:ext cx="186441" cy="112355"/>
          </a:xfrm>
          <a:prstGeom prst="rect">
            <a:avLst/>
          </a:prstGeom>
          <a:noFill/>
        </p:spPr>
        <p:txBody>
          <a:bodyPr vert="horz" wrap="none" lIns="0" tIns="0" rIns="0" bIns="0" rtlCol="0">
            <a:noAutofit/>
          </a:bodyPr>
          <a:lstStyle/>
          <a:p>
            <a:pPr fontAlgn="base">
              <a:lnSpc>
                <a:spcPct val="110000"/>
              </a:lnSpc>
              <a:spcAft>
                <a:spcPct val="0"/>
              </a:spcAft>
            </a:pPr>
            <a:r>
              <a:rPr lang="en-US" sz="700" b="1" dirty="0">
                <a:solidFill>
                  <a:srgbClr val="00B050"/>
                </a:solidFill>
                <a:latin typeface="Arial"/>
                <a:ea typeface="Arial Unicode MS" panose="020B0604020202020204" pitchFamily="34" charset="-128"/>
                <a:cs typeface="Arial Unicode MS" panose="020B0604020202020204" pitchFamily="34" charset="-128"/>
              </a:rPr>
              <a:t>X2</a:t>
            </a:r>
          </a:p>
        </p:txBody>
      </p:sp>
      <p:sp>
        <p:nvSpPr>
          <p:cNvPr id="92" name="Textfeld 91">
            <a:extLst>
              <a:ext uri="{FF2B5EF4-FFF2-40B4-BE49-F238E27FC236}">
                <a16:creationId xmlns:a16="http://schemas.microsoft.com/office/drawing/2014/main" id="{DB7D0931-04E4-478C-BB57-01E7F90886D6}"/>
              </a:ext>
            </a:extLst>
          </p:cNvPr>
          <p:cNvSpPr txBox="1"/>
          <p:nvPr/>
        </p:nvSpPr>
        <p:spPr>
          <a:xfrm>
            <a:off x="10473486" y="3558324"/>
            <a:ext cx="186441" cy="112355"/>
          </a:xfrm>
          <a:prstGeom prst="rect">
            <a:avLst/>
          </a:prstGeom>
          <a:noFill/>
        </p:spPr>
        <p:txBody>
          <a:bodyPr vert="horz" wrap="none" lIns="0" tIns="0" rIns="0" bIns="0" rtlCol="0">
            <a:noAutofit/>
          </a:bodyPr>
          <a:lstStyle/>
          <a:p>
            <a:pPr fontAlgn="base">
              <a:lnSpc>
                <a:spcPct val="110000"/>
              </a:lnSpc>
              <a:spcAft>
                <a:spcPct val="0"/>
              </a:spcAft>
            </a:pPr>
            <a:r>
              <a:rPr lang="en-US" sz="700" b="1" dirty="0">
                <a:solidFill>
                  <a:srgbClr val="00B050"/>
                </a:solidFill>
                <a:latin typeface="Arial"/>
                <a:ea typeface="Arial Unicode MS" panose="020B0604020202020204" pitchFamily="34" charset="-128"/>
                <a:cs typeface="Arial Unicode MS" panose="020B0604020202020204" pitchFamily="34" charset="-128"/>
              </a:rPr>
              <a:t>X2</a:t>
            </a:r>
          </a:p>
        </p:txBody>
      </p:sp>
      <p:sp>
        <p:nvSpPr>
          <p:cNvPr id="93" name="Textfeld 92">
            <a:extLst>
              <a:ext uri="{FF2B5EF4-FFF2-40B4-BE49-F238E27FC236}">
                <a16:creationId xmlns:a16="http://schemas.microsoft.com/office/drawing/2014/main" id="{22FABD89-786F-42C9-A8A3-B364C5D280EE}"/>
              </a:ext>
            </a:extLst>
          </p:cNvPr>
          <p:cNvSpPr txBox="1"/>
          <p:nvPr/>
        </p:nvSpPr>
        <p:spPr>
          <a:xfrm>
            <a:off x="10804073" y="3558324"/>
            <a:ext cx="186441" cy="112355"/>
          </a:xfrm>
          <a:prstGeom prst="rect">
            <a:avLst/>
          </a:prstGeom>
          <a:noFill/>
        </p:spPr>
        <p:txBody>
          <a:bodyPr vert="horz" wrap="none" lIns="0" tIns="0" rIns="0" bIns="0" rtlCol="0">
            <a:noAutofit/>
          </a:bodyPr>
          <a:lstStyle/>
          <a:p>
            <a:pPr fontAlgn="base">
              <a:lnSpc>
                <a:spcPct val="110000"/>
              </a:lnSpc>
              <a:spcAft>
                <a:spcPct val="0"/>
              </a:spcAft>
            </a:pPr>
            <a:r>
              <a:rPr lang="en-US" sz="700" b="1" dirty="0">
                <a:solidFill>
                  <a:srgbClr val="AAB414"/>
                </a:solidFill>
                <a:latin typeface="Arial"/>
                <a:ea typeface="Arial Unicode MS" panose="020B0604020202020204" pitchFamily="34" charset="-128"/>
                <a:cs typeface="Arial Unicode MS" panose="020B0604020202020204" pitchFamily="34" charset="-128"/>
              </a:rPr>
              <a:t>X3</a:t>
            </a:r>
          </a:p>
        </p:txBody>
      </p:sp>
      <p:sp>
        <p:nvSpPr>
          <p:cNvPr id="96" name="Textfeld 95">
            <a:extLst>
              <a:ext uri="{FF2B5EF4-FFF2-40B4-BE49-F238E27FC236}">
                <a16:creationId xmlns:a16="http://schemas.microsoft.com/office/drawing/2014/main" id="{68C05922-404E-4E02-9723-11B30A84750D}"/>
              </a:ext>
            </a:extLst>
          </p:cNvPr>
          <p:cNvSpPr txBox="1"/>
          <p:nvPr/>
        </p:nvSpPr>
        <p:spPr>
          <a:xfrm>
            <a:off x="9369869" y="3551325"/>
            <a:ext cx="186441" cy="112355"/>
          </a:xfrm>
          <a:prstGeom prst="rect">
            <a:avLst/>
          </a:prstGeom>
          <a:noFill/>
        </p:spPr>
        <p:txBody>
          <a:bodyPr vert="horz" wrap="none" lIns="0" tIns="0" rIns="0" bIns="0" rtlCol="0">
            <a:noAutofit/>
          </a:bodyPr>
          <a:lstStyle/>
          <a:p>
            <a:pPr fontAlgn="base">
              <a:lnSpc>
                <a:spcPct val="110000"/>
              </a:lnSpc>
              <a:spcAft>
                <a:spcPct val="0"/>
              </a:spcAft>
            </a:pPr>
            <a:r>
              <a:rPr lang="en-US" sz="700" b="1" dirty="0">
                <a:solidFill>
                  <a:srgbClr val="AAB414"/>
                </a:solidFill>
                <a:latin typeface="Arial"/>
                <a:ea typeface="Arial Unicode MS" panose="020B0604020202020204" pitchFamily="34" charset="-128"/>
                <a:cs typeface="Arial Unicode MS" panose="020B0604020202020204" pitchFamily="34" charset="-128"/>
              </a:rPr>
              <a:t>X3</a:t>
            </a:r>
          </a:p>
        </p:txBody>
      </p:sp>
      <p:sp>
        <p:nvSpPr>
          <p:cNvPr id="97" name="Freihandform: Form 96">
            <a:extLst>
              <a:ext uri="{FF2B5EF4-FFF2-40B4-BE49-F238E27FC236}">
                <a16:creationId xmlns:a16="http://schemas.microsoft.com/office/drawing/2014/main" id="{0E350999-B00E-4569-BB80-DED03848E92E}"/>
              </a:ext>
            </a:extLst>
          </p:cNvPr>
          <p:cNvSpPr/>
          <p:nvPr/>
        </p:nvSpPr>
        <p:spPr bwMode="auto">
          <a:xfrm>
            <a:off x="9424740" y="3485514"/>
            <a:ext cx="1447046" cy="70479"/>
          </a:xfrm>
          <a:custGeom>
            <a:avLst/>
            <a:gdLst>
              <a:gd name="connsiteX0" fmla="*/ 0 w 1447800"/>
              <a:gd name="connsiteY0" fmla="*/ 242888 h 252413"/>
              <a:gd name="connsiteX1" fmla="*/ 0 w 1447800"/>
              <a:gd name="connsiteY1" fmla="*/ 0 h 252413"/>
              <a:gd name="connsiteX2" fmla="*/ 1447800 w 1447800"/>
              <a:gd name="connsiteY2" fmla="*/ 0 h 252413"/>
              <a:gd name="connsiteX3" fmla="*/ 1447800 w 1447800"/>
              <a:gd name="connsiteY3" fmla="*/ 252413 h 252413"/>
            </a:gdLst>
            <a:ahLst/>
            <a:cxnLst>
              <a:cxn ang="0">
                <a:pos x="connsiteX0" y="connsiteY0"/>
              </a:cxn>
              <a:cxn ang="0">
                <a:pos x="connsiteX1" y="connsiteY1"/>
              </a:cxn>
              <a:cxn ang="0">
                <a:pos x="connsiteX2" y="connsiteY2"/>
              </a:cxn>
              <a:cxn ang="0">
                <a:pos x="connsiteX3" y="connsiteY3"/>
              </a:cxn>
            </a:cxnLst>
            <a:rect l="l" t="t" r="r" b="b"/>
            <a:pathLst>
              <a:path w="1447800" h="252413">
                <a:moveTo>
                  <a:pt x="0" y="242888"/>
                </a:moveTo>
                <a:lnTo>
                  <a:pt x="0" y="0"/>
                </a:lnTo>
                <a:lnTo>
                  <a:pt x="1447800" y="0"/>
                </a:lnTo>
                <a:lnTo>
                  <a:pt x="1447800" y="252413"/>
                </a:lnTo>
              </a:path>
            </a:pathLst>
          </a:custGeom>
          <a:noFill/>
          <a:ln w="9525">
            <a:solidFill>
              <a:srgbClr val="AAB414"/>
            </a:solidFill>
            <a:prstDash val="sysDot"/>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sz="1799" dirty="0"/>
          </a:p>
        </p:txBody>
      </p:sp>
      <p:sp>
        <p:nvSpPr>
          <p:cNvPr id="87" name="Text Box 16">
            <a:extLst>
              <a:ext uri="{FF2B5EF4-FFF2-40B4-BE49-F238E27FC236}">
                <a16:creationId xmlns:a16="http://schemas.microsoft.com/office/drawing/2014/main" id="{7C868B18-2877-4759-A8F0-C036CCF62D54}"/>
              </a:ext>
            </a:extLst>
          </p:cNvPr>
          <p:cNvSpPr txBox="1">
            <a:spLocks noChangeArrowheads="1"/>
          </p:cNvSpPr>
          <p:nvPr>
            <p:custDataLst>
              <p:tags r:id="rId6"/>
            </p:custDataLst>
          </p:nvPr>
        </p:nvSpPr>
        <p:spPr bwMode="auto">
          <a:xfrm>
            <a:off x="9651619" y="3409419"/>
            <a:ext cx="901318" cy="153808"/>
          </a:xfrm>
          <a:prstGeom prst="rect">
            <a:avLst/>
          </a:prstGeom>
          <a:solidFill>
            <a:schemeClr val="bg1"/>
          </a:solidFill>
          <a:ln>
            <a:noFill/>
          </a:ln>
          <a:effectLst/>
        </p:spPr>
        <p:txBody>
          <a:bodyPr wrap="squar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AAB414"/>
                </a:solidFill>
              </a:rPr>
              <a:t>X3: System IP </a:t>
            </a:r>
          </a:p>
        </p:txBody>
      </p:sp>
      <p:sp>
        <p:nvSpPr>
          <p:cNvPr id="3" name="Text Box 16">
            <a:extLst>
              <a:ext uri="{FF2B5EF4-FFF2-40B4-BE49-F238E27FC236}">
                <a16:creationId xmlns:a16="http://schemas.microsoft.com/office/drawing/2014/main" id="{AD9C517E-B42B-2998-1D42-0CB1E3F92C0D}"/>
              </a:ext>
            </a:extLst>
          </p:cNvPr>
          <p:cNvSpPr txBox="1">
            <a:spLocks noChangeArrowheads="1"/>
          </p:cNvSpPr>
          <p:nvPr>
            <p:custDataLst>
              <p:tags r:id="rId7"/>
            </p:custDataLst>
          </p:nvPr>
        </p:nvSpPr>
        <p:spPr bwMode="auto">
          <a:xfrm>
            <a:off x="9795327" y="1818232"/>
            <a:ext cx="421371"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solidFill>
                  <a:srgbClr val="3C464B"/>
                </a:solidFill>
              </a:rPr>
              <a:t>WinCC</a:t>
            </a:r>
          </a:p>
        </p:txBody>
      </p:sp>
    </p:spTree>
    <p:custDataLst>
      <p:tags r:id="rId1"/>
    </p:custDataLst>
    <p:extLst>
      <p:ext uri="{BB962C8B-B14F-4D97-AF65-F5344CB8AC3E}">
        <p14:creationId xmlns:p14="http://schemas.microsoft.com/office/powerpoint/2010/main" val="5617936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328F9B1D-DD03-4DE0-B358-D13F51147BF9}"/>
              </a:ext>
            </a:extLst>
          </p:cNvPr>
          <p:cNvGraphicFramePr>
            <a:graphicFrameLocks noChangeAspect="1"/>
          </p:cNvGraphicFramePr>
          <p:nvPr>
            <p:custDataLst>
              <p:tags r:id="rId1"/>
            </p:custDataLst>
            <p:extLst>
              <p:ext uri="{D42A27DB-BD31-4B8C-83A1-F6EECF244321}">
                <p14:modId xmlns:p14="http://schemas.microsoft.com/office/powerpoint/2010/main" val="4122031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5" name="Objekt 4" hidden="1">
                        <a:extLst>
                          <a:ext uri="{FF2B5EF4-FFF2-40B4-BE49-F238E27FC236}">
                            <a16:creationId xmlns:a16="http://schemas.microsoft.com/office/drawing/2014/main" id="{328F9B1D-DD03-4DE0-B358-D13F51147BF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dirty="0"/>
              <a:t>Programming Recommendations</a:t>
            </a:r>
          </a:p>
        </p:txBody>
      </p:sp>
      <p:sp>
        <p:nvSpPr>
          <p:cNvPr id="3" name="Untertitel 2">
            <a:extLst>
              <a:ext uri="{FF2B5EF4-FFF2-40B4-BE49-F238E27FC236}">
                <a16:creationId xmlns:a16="http://schemas.microsoft.com/office/drawing/2014/main" id="{B6747303-E43F-4C75-A9C3-1BFF4312FD6E}"/>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365578C7-C65B-4D7F-8524-F7725092B59F}"/>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35863298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kt 11" hidden="1">
            <a:extLst>
              <a:ext uri="{FF2B5EF4-FFF2-40B4-BE49-F238E27FC236}">
                <a16:creationId xmlns:a16="http://schemas.microsoft.com/office/drawing/2014/main" id="{1BDA9274-C8EB-4C0A-94CC-B8290F05AF81}"/>
              </a:ext>
            </a:extLst>
          </p:cNvPr>
          <p:cNvGraphicFramePr>
            <a:graphicFrameLocks noChangeAspect="1"/>
          </p:cNvGraphicFramePr>
          <p:nvPr>
            <p:custDataLst>
              <p:tags r:id="rId1"/>
            </p:custDataLst>
            <p:extLst>
              <p:ext uri="{D42A27DB-BD31-4B8C-83A1-F6EECF244321}">
                <p14:modId xmlns:p14="http://schemas.microsoft.com/office/powerpoint/2010/main" val="27010306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12" name="Objekt 11" hidden="1">
                        <a:extLst>
                          <a:ext uri="{FF2B5EF4-FFF2-40B4-BE49-F238E27FC236}">
                            <a16:creationId xmlns:a16="http://schemas.microsoft.com/office/drawing/2014/main" id="{1BDA9274-C8EB-4C0A-94CC-B8290F05AF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el 2">
            <a:extLst>
              <a:ext uri="{FF2B5EF4-FFF2-40B4-BE49-F238E27FC236}">
                <a16:creationId xmlns:a16="http://schemas.microsoft.com/office/drawing/2014/main" id="{1ED91481-81E0-4C81-B23F-4EC55BEBA8B7}"/>
              </a:ext>
            </a:extLst>
          </p:cNvPr>
          <p:cNvSpPr>
            <a:spLocks noGrp="1"/>
          </p:cNvSpPr>
          <p:nvPr>
            <p:ph type="title"/>
          </p:nvPr>
        </p:nvSpPr>
        <p:spPr/>
        <p:txBody>
          <a:bodyPr vert="horz" anchor="t"/>
          <a:lstStyle/>
          <a:p>
            <a:r>
              <a:rPr lang="en-US" dirty="0"/>
              <a:t>Programming recommendations SIMATIC S7-1500 R/H (I)</a:t>
            </a:r>
          </a:p>
        </p:txBody>
      </p:sp>
      <p:sp>
        <p:nvSpPr>
          <p:cNvPr id="2" name="Fußzeilenplatzhalter 1">
            <a:extLst>
              <a:ext uri="{FF2B5EF4-FFF2-40B4-BE49-F238E27FC236}">
                <a16:creationId xmlns:a16="http://schemas.microsoft.com/office/drawing/2014/main" id="{C431EEF0-7B34-494C-85FD-2B492BC7CBF8}"/>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4" name="Textfeld 3">
            <a:extLst>
              <a:ext uri="{FF2B5EF4-FFF2-40B4-BE49-F238E27FC236}">
                <a16:creationId xmlns:a16="http://schemas.microsoft.com/office/drawing/2014/main" id="{90687BCA-8090-4BB6-B7FE-C5D76A43CFB3}"/>
              </a:ext>
            </a:extLst>
          </p:cNvPr>
          <p:cNvSpPr txBox="1"/>
          <p:nvPr/>
        </p:nvSpPr>
        <p:spPr>
          <a:xfrm>
            <a:off x="641313" y="1469505"/>
            <a:ext cx="10969191" cy="4784198"/>
          </a:xfrm>
          <a:prstGeom prst="rect">
            <a:avLst/>
          </a:prstGeom>
          <a:noFill/>
        </p:spPr>
        <p:txBody>
          <a:bodyPr vert="horz" wrap="square" lIns="0" tIns="71083" rIns="71083" bIns="71083" rtlCol="0" anchor="t">
            <a:noAutofit/>
          </a:bodyPr>
          <a:lstStyle/>
          <a:p>
            <a:pPr>
              <a:lnSpc>
                <a:spcPct val="110000"/>
              </a:lnSpc>
              <a:buClr>
                <a:srgbClr val="879BAA"/>
              </a:buClr>
              <a:buSzPct val="100000"/>
            </a:pPr>
            <a:r>
              <a:rPr lang="en-US" sz="1799" b="1" dirty="0">
                <a:solidFill>
                  <a:srgbClr val="009999"/>
                </a:solidFill>
                <a:latin typeface="Arial"/>
                <a:ea typeface="Arial Unicode MS" panose="020B0604020202020204" pitchFamily="34" charset="-128"/>
                <a:cs typeface="Arial Unicode MS" panose="020B0604020202020204" pitchFamily="34" charset="-128"/>
              </a:rPr>
              <a:t>1) Set maximum cycle time</a:t>
            </a:r>
          </a:p>
          <a:p>
            <a:pPr>
              <a:lnSpc>
                <a:spcPct val="110000"/>
              </a:lnSpc>
              <a:buClr>
                <a:srgbClr val="879BAA"/>
              </a:buClr>
              <a:buSzPct val="100000"/>
            </a:pPr>
            <a:r>
              <a:rPr lang="en-US" sz="1399" dirty="0">
                <a:latin typeface="Arial"/>
                <a:ea typeface="Arial Unicode MS" panose="020B0604020202020204" pitchFamily="34" charset="-128"/>
                <a:cs typeface="Arial Unicode MS" panose="020B0604020202020204" pitchFamily="34" charset="-128"/>
              </a:rPr>
              <a:t>The maximum cycle time should be set as large as the process allows.</a:t>
            </a:r>
          </a:p>
          <a:p>
            <a:pPr>
              <a:lnSpc>
                <a:spcPct val="110000"/>
              </a:lnSpc>
              <a:buClr>
                <a:srgbClr val="879BAA"/>
              </a:buClr>
              <a:buSzPct val="100000"/>
            </a:pPr>
            <a:r>
              <a:rPr lang="en-US" sz="1399" dirty="0">
                <a:latin typeface="Arial"/>
                <a:ea typeface="Arial Unicode MS" panose="020B0604020202020204" pitchFamily="34" charset="-128"/>
                <a:cs typeface="Arial Unicode MS" panose="020B0604020202020204" pitchFamily="34" charset="-128"/>
              </a:rPr>
              <a:t>This can shorten the time for the SYNCUP, as the transition to RUN-redundant only takes place when the actual cycle time is &lt;80% of the set maximum cycle time.</a:t>
            </a:r>
            <a:br>
              <a:rPr lang="en-US" sz="1399" dirty="0">
                <a:latin typeface="Arial"/>
                <a:ea typeface="Arial Unicode MS" panose="020B0604020202020204" pitchFamily="34" charset="-128"/>
                <a:cs typeface="Arial Unicode MS" panose="020B0604020202020204" pitchFamily="34" charset="-128"/>
              </a:rPr>
            </a:br>
            <a:r>
              <a:rPr lang="en-US" sz="1399" dirty="0">
                <a:latin typeface="Arial"/>
                <a:ea typeface="Arial Unicode MS" panose="020B0604020202020204" pitchFamily="34" charset="-128"/>
                <a:cs typeface="Arial Unicode MS" panose="020B0604020202020204" pitchFamily="34" charset="-128"/>
              </a:rPr>
              <a:t>Recommendation</a:t>
            </a:r>
            <a:r>
              <a:rPr lang="en-US" sz="1399" b="1" dirty="0">
                <a:latin typeface="Arial"/>
                <a:ea typeface="Arial Unicode MS" panose="020B0604020202020204" pitchFamily="34" charset="-128"/>
                <a:cs typeface="Arial Unicode MS" panose="020B0604020202020204" pitchFamily="34" charset="-128"/>
              </a:rPr>
              <a:t>: </a:t>
            </a: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799" b="1" dirty="0">
              <a:solidFill>
                <a:srgbClr val="009999"/>
              </a:solidFill>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r>
              <a:rPr lang="en-US" sz="1799" b="1" dirty="0">
                <a:solidFill>
                  <a:srgbClr val="009999"/>
                </a:solidFill>
                <a:latin typeface="Arial"/>
                <a:ea typeface="Arial Unicode MS" panose="020B0604020202020204" pitchFamily="34" charset="-128"/>
                <a:cs typeface="Arial Unicode MS" panose="020B0604020202020204" pitchFamily="34" charset="-128"/>
              </a:rPr>
              <a:t>2) Set minimum cycle time as high as possible</a:t>
            </a:r>
          </a:p>
          <a:p>
            <a:pPr>
              <a:lnSpc>
                <a:spcPct val="110000"/>
              </a:lnSpc>
              <a:buClr>
                <a:srgbClr val="879BAA"/>
              </a:buClr>
              <a:buSzPct val="100000"/>
            </a:pPr>
            <a:r>
              <a:rPr lang="en-US" sz="1399" dirty="0">
                <a:latin typeface="Arial"/>
                <a:ea typeface="Arial Unicode MS" panose="020B0604020202020204" pitchFamily="34" charset="-128"/>
                <a:cs typeface="Arial Unicode MS" panose="020B0604020202020204" pitchFamily="34" charset="-128"/>
              </a:rPr>
              <a:t>By increasing the minimum cycle time to the minimum value required for the process, the system load due to synchronization is reduced.</a:t>
            </a:r>
          </a:p>
          <a:p>
            <a:pPr>
              <a:lnSpc>
                <a:spcPct val="110000"/>
              </a:lnSpc>
              <a:buClr>
                <a:srgbClr val="879BAA"/>
              </a:buClr>
              <a:buSzPct val="100000"/>
            </a:pPr>
            <a:r>
              <a:rPr lang="en-US" sz="1399" dirty="0">
                <a:latin typeface="Arial"/>
                <a:ea typeface="Arial Unicode MS" panose="020B0604020202020204" pitchFamily="34" charset="-128"/>
                <a:cs typeface="Arial Unicode MS" panose="020B0604020202020204" pitchFamily="34" charset="-128"/>
              </a:rPr>
              <a:t>This also shortens the SYNCUP phase and leads to higher performance in communication.</a:t>
            </a: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marL="342729" lvl="1" indent="-342729">
              <a:lnSpc>
                <a:spcPct val="110000"/>
              </a:lnSpc>
              <a:buClr>
                <a:srgbClr val="879BAA"/>
              </a:buClr>
              <a:buSzPct val="100000"/>
              <a:buFont typeface="+mj-lt"/>
              <a:buAutoNum type="arabicPeriod"/>
            </a:pPr>
            <a:endParaRPr lang="en-US" sz="1399" dirty="0">
              <a:solidFill>
                <a:srgbClr val="000000"/>
              </a:solidFill>
              <a:latin typeface="Arial"/>
              <a:ea typeface="Arial Unicode MS" panose="020B0604020202020204" pitchFamily="34" charset="-128"/>
              <a:cs typeface="Arial Unicode MS" panose="020B0604020202020204" pitchFamily="34" charset="-128"/>
            </a:endParaRPr>
          </a:p>
          <a:p>
            <a:pPr marL="342729" lvl="1" indent="-342729">
              <a:lnSpc>
                <a:spcPct val="110000"/>
              </a:lnSpc>
              <a:buClr>
                <a:srgbClr val="879BAA"/>
              </a:buClr>
              <a:buSzPct val="100000"/>
              <a:buFont typeface="+mj-lt"/>
              <a:buAutoNum type="arabicPeriod"/>
            </a:pPr>
            <a:endParaRPr lang="en-US" sz="1399" dirty="0">
              <a:solidFill>
                <a:srgbClr val="000000"/>
              </a:solidFill>
              <a:latin typeface="Arial"/>
              <a:ea typeface="Arial Unicode MS" panose="020B0604020202020204" pitchFamily="34" charset="-128"/>
              <a:cs typeface="Arial Unicode MS" panose="020B0604020202020204" pitchFamily="34" charset="-128"/>
            </a:endParaRPr>
          </a:p>
          <a:p>
            <a:pPr marL="342729" lvl="1" indent="-342729">
              <a:lnSpc>
                <a:spcPct val="110000"/>
              </a:lnSpc>
              <a:buClr>
                <a:srgbClr val="879BAA"/>
              </a:buClr>
              <a:buSzPct val="100000"/>
              <a:buFont typeface="+mj-lt"/>
              <a:buAutoNum type="arabicPeriod"/>
            </a:pPr>
            <a:endParaRPr lang="en-US" sz="1199" dirty="0">
              <a:solidFill>
                <a:srgbClr val="000000"/>
              </a:solidFill>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r>
              <a:rPr lang="en-US" sz="1399" dirty="0">
                <a:solidFill>
                  <a:srgbClr val="000000"/>
                </a:solidFill>
                <a:latin typeface="Arial"/>
                <a:ea typeface="Arial Unicode MS" panose="020B0604020202020204" pitchFamily="34" charset="-128"/>
                <a:cs typeface="Arial Unicode MS" panose="020B0604020202020204" pitchFamily="34" charset="-128"/>
              </a:rPr>
              <a:t> </a:t>
            </a:r>
            <a:br>
              <a:rPr lang="en-US" sz="1399" dirty="0">
                <a:solidFill>
                  <a:srgbClr val="000000"/>
                </a:solidFill>
                <a:latin typeface="Arial"/>
                <a:ea typeface="Arial Unicode MS" panose="020B0604020202020204" pitchFamily="34" charset="-128"/>
                <a:cs typeface="Arial Unicode MS" panose="020B0604020202020204" pitchFamily="34" charset="-128"/>
              </a:rPr>
            </a:br>
            <a:endParaRPr lang="en-US" sz="13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5" name="Rechteck 4">
            <a:extLst>
              <a:ext uri="{FF2B5EF4-FFF2-40B4-BE49-F238E27FC236}">
                <a16:creationId xmlns:a16="http://schemas.microsoft.com/office/drawing/2014/main" id="{40BE2575-8357-41B7-829D-CEDF8650BC04}"/>
              </a:ext>
            </a:extLst>
          </p:cNvPr>
          <p:cNvSpPr/>
          <p:nvPr/>
        </p:nvSpPr>
        <p:spPr bwMode="auto">
          <a:xfrm>
            <a:off x="641313" y="3243753"/>
            <a:ext cx="2842339" cy="61174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Maximum cycle time of the program</a:t>
            </a:r>
          </a:p>
        </p:txBody>
      </p:sp>
      <p:sp>
        <p:nvSpPr>
          <p:cNvPr id="6" name="Rechteck 5">
            <a:extLst>
              <a:ext uri="{FF2B5EF4-FFF2-40B4-BE49-F238E27FC236}">
                <a16:creationId xmlns:a16="http://schemas.microsoft.com/office/drawing/2014/main" id="{D0482FFE-D1FB-453A-9066-58EA14847532}"/>
              </a:ext>
            </a:extLst>
          </p:cNvPr>
          <p:cNvSpPr/>
          <p:nvPr/>
        </p:nvSpPr>
        <p:spPr bwMode="auto">
          <a:xfrm>
            <a:off x="3493718" y="3243753"/>
            <a:ext cx="1963804" cy="611749"/>
          </a:xfrm>
          <a:prstGeom prst="rect">
            <a:avLst/>
          </a:prstGeom>
          <a:solidFill>
            <a:srgbClr val="55A0B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Dead time when switching</a:t>
            </a:r>
          </a:p>
          <a:p>
            <a:pPr algn="ctr" rtl="0" eaLnBrk="1" fontAlgn="base" hangingPunct="1">
              <a:lnSpc>
                <a:spcPct val="110000"/>
              </a:lnSpc>
              <a:spcBef>
                <a:spcPct val="0"/>
              </a:spcBef>
              <a:spcAft>
                <a:spcPct val="0"/>
              </a:spcAft>
              <a:buFont typeface="Wingdings" charset="0"/>
              <a:buNone/>
            </a:pPr>
            <a:r>
              <a:rPr lang="en-US" sz="999" dirty="0">
                <a:solidFill>
                  <a:srgbClr val="000000"/>
                </a:solidFill>
                <a:latin typeface="Arial"/>
                <a:ea typeface="Arial Unicode MS" panose="020B0604020202020204" pitchFamily="34" charset="-128"/>
                <a:cs typeface="Arial Unicode MS" panose="020B0604020202020204" pitchFamily="34" charset="-128"/>
              </a:rPr>
              <a:t>300ms with R-CPU</a:t>
            </a:r>
          </a:p>
          <a:p>
            <a:pPr algn="ctr" rtl="0" eaLnBrk="1" fontAlgn="base" hangingPunct="1">
              <a:lnSpc>
                <a:spcPct val="110000"/>
              </a:lnSpc>
              <a:spcBef>
                <a:spcPct val="0"/>
              </a:spcBef>
              <a:spcAft>
                <a:spcPct val="0"/>
              </a:spcAft>
              <a:buFont typeface="Wingdings" charset="0"/>
              <a:buNone/>
            </a:pPr>
            <a:r>
              <a:rPr lang="en-US" sz="999" dirty="0">
                <a:solidFill>
                  <a:srgbClr val="000000"/>
                </a:solidFill>
                <a:latin typeface="Arial"/>
                <a:ea typeface="Arial Unicode MS" panose="020B0604020202020204" pitchFamily="34" charset="-128"/>
                <a:cs typeface="Arial Unicode MS" panose="020B0604020202020204" pitchFamily="34" charset="-128"/>
              </a:rPr>
              <a:t>50ms for H-CPU</a:t>
            </a:r>
          </a:p>
        </p:txBody>
      </p:sp>
      <p:sp>
        <p:nvSpPr>
          <p:cNvPr id="7" name="Rechteck 6">
            <a:extLst>
              <a:ext uri="{FF2B5EF4-FFF2-40B4-BE49-F238E27FC236}">
                <a16:creationId xmlns:a16="http://schemas.microsoft.com/office/drawing/2014/main" id="{A1311D33-78D8-47A1-A0E5-FC22210D76C4}"/>
              </a:ext>
            </a:extLst>
          </p:cNvPr>
          <p:cNvSpPr/>
          <p:nvPr/>
        </p:nvSpPr>
        <p:spPr bwMode="auto">
          <a:xfrm>
            <a:off x="5467588" y="3243753"/>
            <a:ext cx="1963804" cy="611749"/>
          </a:xfrm>
          <a:prstGeom prst="rect">
            <a:avLst/>
          </a:prstGeom>
          <a:solidFill>
            <a:srgbClr val="AAB41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Reserve</a:t>
            </a:r>
          </a:p>
        </p:txBody>
      </p:sp>
      <p:sp>
        <p:nvSpPr>
          <p:cNvPr id="9" name="Geschweifte Klammer rechts 8">
            <a:extLst>
              <a:ext uri="{FF2B5EF4-FFF2-40B4-BE49-F238E27FC236}">
                <a16:creationId xmlns:a16="http://schemas.microsoft.com/office/drawing/2014/main" id="{8D5E9831-B894-4CF1-9866-AA85570D809F}"/>
              </a:ext>
            </a:extLst>
          </p:cNvPr>
          <p:cNvSpPr/>
          <p:nvPr/>
        </p:nvSpPr>
        <p:spPr bwMode="auto">
          <a:xfrm rot="5400000">
            <a:off x="2915861" y="1682015"/>
            <a:ext cx="269889" cy="4813433"/>
          </a:xfrm>
          <a:prstGeom prst="rightBrace">
            <a:avLst/>
          </a:prstGeom>
          <a:noFill/>
          <a:ln w="9525" cap="flat" cmpd="sng" algn="ctr">
            <a:solidFill>
              <a:schemeClr val="tx1"/>
            </a:solidFill>
            <a:prstDash val="solid"/>
            <a:round/>
            <a:headEnd type="none" w="med" len="med"/>
            <a:tailEnd type="none" w="med" len="med"/>
          </a:ln>
          <a:effectLst/>
        </p:spPr>
        <p:txBody>
          <a:bodyPr rtlCol="0" anchor="ctr"/>
          <a:lstStyle/>
          <a:p>
            <a:pPr algn="ctr"/>
            <a:endParaRPr lang="en-US" sz="1799" dirty="0"/>
          </a:p>
        </p:txBody>
      </p:sp>
      <p:sp>
        <p:nvSpPr>
          <p:cNvPr id="10" name="Textfeld 9">
            <a:extLst>
              <a:ext uri="{FF2B5EF4-FFF2-40B4-BE49-F238E27FC236}">
                <a16:creationId xmlns:a16="http://schemas.microsoft.com/office/drawing/2014/main" id="{4FA2938D-98F9-42CE-9249-005E415E3A5D}"/>
              </a:ext>
            </a:extLst>
          </p:cNvPr>
          <p:cNvSpPr txBox="1"/>
          <p:nvPr/>
        </p:nvSpPr>
        <p:spPr>
          <a:xfrm>
            <a:off x="2650671" y="4232346"/>
            <a:ext cx="913924" cy="215912"/>
          </a:xfrm>
          <a:prstGeom prst="rect">
            <a:avLst/>
          </a:prstGeom>
          <a:noFill/>
        </p:spPr>
        <p:txBody>
          <a:bodyPr vert="horz" wrap="none" lIns="0" tIns="0" rIns="0" bIns="0" rtlCol="0">
            <a:noAutofit/>
          </a:bodyPr>
          <a:lstStyle/>
          <a:p>
            <a:pPr algn="ctr" fontAlgn="base">
              <a:lnSpc>
                <a:spcPct val="110000"/>
              </a:lnSpc>
              <a:spcAft>
                <a:spcPct val="0"/>
              </a:spcAft>
            </a:pPr>
            <a:r>
              <a:rPr lang="en-US" sz="1199" dirty="0">
                <a:latin typeface="Arial"/>
                <a:ea typeface="Arial Unicode MS" panose="020B0604020202020204" pitchFamily="34" charset="-128"/>
                <a:cs typeface="Arial Unicode MS" panose="020B0604020202020204" pitchFamily="34" charset="-128"/>
              </a:rPr>
              <a:t>60%</a:t>
            </a:r>
          </a:p>
        </p:txBody>
      </p:sp>
      <p:sp>
        <p:nvSpPr>
          <p:cNvPr id="11" name="Geschweifte Klammer rechts 10">
            <a:extLst>
              <a:ext uri="{FF2B5EF4-FFF2-40B4-BE49-F238E27FC236}">
                <a16:creationId xmlns:a16="http://schemas.microsoft.com/office/drawing/2014/main" id="{0D6AEF35-6894-4152-8FC7-B296E5EF2A85}"/>
              </a:ext>
            </a:extLst>
          </p:cNvPr>
          <p:cNvSpPr/>
          <p:nvPr/>
        </p:nvSpPr>
        <p:spPr bwMode="auto">
          <a:xfrm rot="5400000">
            <a:off x="6323307" y="3115500"/>
            <a:ext cx="269889" cy="1963804"/>
          </a:xfrm>
          <a:prstGeom prst="rightBrace">
            <a:avLst/>
          </a:prstGeom>
          <a:noFill/>
          <a:ln w="9525" cap="flat" cmpd="sng" algn="ctr">
            <a:solidFill>
              <a:schemeClr val="tx1"/>
            </a:solidFill>
            <a:prstDash val="solid"/>
            <a:round/>
            <a:headEnd type="none" w="med" len="med"/>
            <a:tailEnd type="none" w="med" len="med"/>
          </a:ln>
          <a:effectLst/>
        </p:spPr>
        <p:txBody>
          <a:bodyPr rtlCol="0" anchor="ctr"/>
          <a:lstStyle/>
          <a:p>
            <a:pPr algn="ctr"/>
            <a:endParaRPr lang="en-US" sz="1799" dirty="0"/>
          </a:p>
        </p:txBody>
      </p:sp>
      <p:cxnSp>
        <p:nvCxnSpPr>
          <p:cNvPr id="13" name="Gerader Verbinder 12">
            <a:extLst>
              <a:ext uri="{FF2B5EF4-FFF2-40B4-BE49-F238E27FC236}">
                <a16:creationId xmlns:a16="http://schemas.microsoft.com/office/drawing/2014/main" id="{0BE392F5-D0E0-4DFC-973B-688CFB8155C6}"/>
              </a:ext>
            </a:extLst>
          </p:cNvPr>
          <p:cNvCxnSpPr/>
          <p:nvPr/>
        </p:nvCxnSpPr>
        <p:spPr bwMode="auto">
          <a:xfrm flipV="1">
            <a:off x="7431391" y="3027841"/>
            <a:ext cx="0" cy="827661"/>
          </a:xfrm>
          <a:prstGeom prst="line">
            <a:avLst/>
          </a:prstGeom>
          <a:solidFill>
            <a:schemeClr val="tx2"/>
          </a:solidFill>
          <a:ln w="1905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4" name="Textfeld 13">
            <a:extLst>
              <a:ext uri="{FF2B5EF4-FFF2-40B4-BE49-F238E27FC236}">
                <a16:creationId xmlns:a16="http://schemas.microsoft.com/office/drawing/2014/main" id="{0994A3A6-C7D6-44A6-9459-631CC08AB872}"/>
              </a:ext>
            </a:extLst>
          </p:cNvPr>
          <p:cNvSpPr txBox="1"/>
          <p:nvPr/>
        </p:nvSpPr>
        <p:spPr>
          <a:xfrm>
            <a:off x="6001289" y="4240449"/>
            <a:ext cx="913924" cy="215912"/>
          </a:xfrm>
          <a:prstGeom prst="rect">
            <a:avLst/>
          </a:prstGeom>
          <a:noFill/>
        </p:spPr>
        <p:txBody>
          <a:bodyPr vert="horz" wrap="none" lIns="0" tIns="0" rIns="0" bIns="0" rtlCol="0">
            <a:noAutofit/>
          </a:bodyPr>
          <a:lstStyle/>
          <a:p>
            <a:pPr algn="ctr" fontAlgn="base">
              <a:lnSpc>
                <a:spcPct val="110000"/>
              </a:lnSpc>
              <a:spcAft>
                <a:spcPct val="0"/>
              </a:spcAft>
            </a:pPr>
            <a:r>
              <a:rPr lang="en-US" sz="1199" dirty="0">
                <a:latin typeface="Arial"/>
                <a:ea typeface="Arial Unicode MS" panose="020B0604020202020204" pitchFamily="34" charset="-128"/>
                <a:cs typeface="Arial Unicode MS" panose="020B0604020202020204" pitchFamily="34" charset="-128"/>
              </a:rPr>
              <a:t>40%</a:t>
            </a:r>
          </a:p>
        </p:txBody>
      </p:sp>
      <p:sp>
        <p:nvSpPr>
          <p:cNvPr id="15" name="Textfeld 14">
            <a:extLst>
              <a:ext uri="{FF2B5EF4-FFF2-40B4-BE49-F238E27FC236}">
                <a16:creationId xmlns:a16="http://schemas.microsoft.com/office/drawing/2014/main" id="{F9B32128-737B-4EA2-820F-D3AF0CAB89B0}"/>
              </a:ext>
            </a:extLst>
          </p:cNvPr>
          <p:cNvSpPr txBox="1"/>
          <p:nvPr/>
        </p:nvSpPr>
        <p:spPr>
          <a:xfrm>
            <a:off x="6551924" y="2844118"/>
            <a:ext cx="1963792" cy="215912"/>
          </a:xfrm>
          <a:prstGeom prst="rect">
            <a:avLst/>
          </a:prstGeom>
          <a:noFill/>
        </p:spPr>
        <p:txBody>
          <a:bodyPr vert="horz" wrap="none" lIns="0" tIns="0" rIns="0" bIns="0" rtlCol="0">
            <a:noAutofit/>
          </a:bodyPr>
          <a:lstStyle/>
          <a:p>
            <a:pPr algn="ctr" fontAlgn="base">
              <a:lnSpc>
                <a:spcPct val="110000"/>
              </a:lnSpc>
              <a:spcAft>
                <a:spcPct val="0"/>
              </a:spcAft>
            </a:pPr>
            <a:r>
              <a:rPr lang="en-US" sz="1199" dirty="0">
                <a:latin typeface="Arial"/>
                <a:ea typeface="Arial Unicode MS" panose="020B0604020202020204" pitchFamily="34" charset="-128"/>
                <a:cs typeface="Arial Unicode MS" panose="020B0604020202020204" pitchFamily="34" charset="-128"/>
              </a:rPr>
              <a:t>Max cycle time parameter</a:t>
            </a:r>
          </a:p>
        </p:txBody>
      </p:sp>
      <p:cxnSp>
        <p:nvCxnSpPr>
          <p:cNvPr id="16" name="Gerader Verbinder 15">
            <a:extLst>
              <a:ext uri="{FF2B5EF4-FFF2-40B4-BE49-F238E27FC236}">
                <a16:creationId xmlns:a16="http://schemas.microsoft.com/office/drawing/2014/main" id="{D48A10A6-6A7D-407D-8240-C8A281538493}"/>
              </a:ext>
            </a:extLst>
          </p:cNvPr>
          <p:cNvCxnSpPr/>
          <p:nvPr/>
        </p:nvCxnSpPr>
        <p:spPr bwMode="auto">
          <a:xfrm flipV="1">
            <a:off x="644089" y="3027841"/>
            <a:ext cx="0" cy="827661"/>
          </a:xfrm>
          <a:prstGeom prst="line">
            <a:avLst/>
          </a:prstGeom>
          <a:solidFill>
            <a:schemeClr val="tx2"/>
          </a:solidFill>
          <a:ln w="1905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7" name="Textfeld 16">
            <a:extLst>
              <a:ext uri="{FF2B5EF4-FFF2-40B4-BE49-F238E27FC236}">
                <a16:creationId xmlns:a16="http://schemas.microsoft.com/office/drawing/2014/main" id="{39E0A4C9-69D6-4D56-B874-BE71AE2D510E}"/>
              </a:ext>
            </a:extLst>
          </p:cNvPr>
          <p:cNvSpPr txBox="1"/>
          <p:nvPr/>
        </p:nvSpPr>
        <p:spPr>
          <a:xfrm>
            <a:off x="410329" y="2833389"/>
            <a:ext cx="647725" cy="215912"/>
          </a:xfrm>
          <a:prstGeom prst="rect">
            <a:avLst/>
          </a:prstGeom>
          <a:noFill/>
        </p:spPr>
        <p:txBody>
          <a:bodyPr vert="horz" wrap="none" lIns="0" tIns="0" rIns="0" bIns="0" rtlCol="0">
            <a:noAutofit/>
          </a:bodyPr>
          <a:lstStyle/>
          <a:p>
            <a:pPr algn="ctr" fontAlgn="base">
              <a:lnSpc>
                <a:spcPct val="110000"/>
              </a:lnSpc>
              <a:spcAft>
                <a:spcPct val="0"/>
              </a:spcAft>
            </a:pPr>
            <a:r>
              <a:rPr lang="en-US" sz="1199" dirty="0">
                <a:latin typeface="Arial"/>
                <a:ea typeface="Arial Unicode MS" panose="020B0604020202020204" pitchFamily="34" charset="-128"/>
                <a:cs typeface="Arial Unicode MS" panose="020B0604020202020204" pitchFamily="34" charset="-128"/>
              </a:rPr>
              <a:t>0ms</a:t>
            </a:r>
          </a:p>
        </p:txBody>
      </p:sp>
    </p:spTree>
    <p:extLst>
      <p:ext uri="{BB962C8B-B14F-4D97-AF65-F5344CB8AC3E}">
        <p14:creationId xmlns:p14="http://schemas.microsoft.com/office/powerpoint/2010/main" val="42483819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55BDAE16-FABA-4CC4-AB88-4E47F3B0074D}"/>
              </a:ext>
            </a:extLst>
          </p:cNvPr>
          <p:cNvGraphicFramePr>
            <a:graphicFrameLocks noChangeAspect="1"/>
          </p:cNvGraphicFramePr>
          <p:nvPr>
            <p:custDataLst>
              <p:tags r:id="rId1"/>
            </p:custDataLst>
            <p:extLst>
              <p:ext uri="{D42A27DB-BD31-4B8C-83A1-F6EECF244321}">
                <p14:modId xmlns:p14="http://schemas.microsoft.com/office/powerpoint/2010/main" val="1333150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7" name="Objekt 6" hidden="1">
                        <a:extLst>
                          <a:ext uri="{FF2B5EF4-FFF2-40B4-BE49-F238E27FC236}">
                            <a16:creationId xmlns:a16="http://schemas.microsoft.com/office/drawing/2014/main" id="{55BDAE16-FABA-4CC4-AB88-4E47F3B0074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el 2">
            <a:extLst>
              <a:ext uri="{FF2B5EF4-FFF2-40B4-BE49-F238E27FC236}">
                <a16:creationId xmlns:a16="http://schemas.microsoft.com/office/drawing/2014/main" id="{1ED91481-81E0-4C81-B23F-4EC55BEBA8B7}"/>
              </a:ext>
            </a:extLst>
          </p:cNvPr>
          <p:cNvSpPr>
            <a:spLocks noGrp="1"/>
          </p:cNvSpPr>
          <p:nvPr>
            <p:ph type="title"/>
          </p:nvPr>
        </p:nvSpPr>
        <p:spPr/>
        <p:txBody>
          <a:bodyPr vert="horz"/>
          <a:lstStyle/>
          <a:p>
            <a:r>
              <a:rPr lang="en-US" dirty="0"/>
              <a:t>Programming recommendations SIMATIC S7-1500 R/H (II)</a:t>
            </a:r>
          </a:p>
        </p:txBody>
      </p:sp>
      <p:sp>
        <p:nvSpPr>
          <p:cNvPr id="5" name="Fußzeilenplatzhalter 4">
            <a:extLst>
              <a:ext uri="{FF2B5EF4-FFF2-40B4-BE49-F238E27FC236}">
                <a16:creationId xmlns:a16="http://schemas.microsoft.com/office/drawing/2014/main" id="{4347BA07-C4CB-4652-8DE3-3C97213854C2}"/>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4" name="Textfeld 3">
            <a:extLst>
              <a:ext uri="{FF2B5EF4-FFF2-40B4-BE49-F238E27FC236}">
                <a16:creationId xmlns:a16="http://schemas.microsoft.com/office/drawing/2014/main" id="{90687BCA-8090-4BB6-B7FE-C5D76A43CFB3}"/>
              </a:ext>
            </a:extLst>
          </p:cNvPr>
          <p:cNvSpPr txBox="1"/>
          <p:nvPr/>
        </p:nvSpPr>
        <p:spPr>
          <a:xfrm>
            <a:off x="641313" y="1469499"/>
            <a:ext cx="10969191" cy="4784198"/>
          </a:xfrm>
          <a:prstGeom prst="rect">
            <a:avLst/>
          </a:prstGeom>
          <a:noFill/>
        </p:spPr>
        <p:txBody>
          <a:bodyPr vert="horz" wrap="square" lIns="0" tIns="71083" rIns="71083" bIns="71083" rtlCol="0" anchor="t">
            <a:noAutofit/>
          </a:bodyPr>
          <a:lstStyle/>
          <a:p>
            <a:pPr>
              <a:lnSpc>
                <a:spcPct val="110000"/>
              </a:lnSpc>
              <a:buClr>
                <a:srgbClr val="879BAA"/>
              </a:buClr>
              <a:buSzPct val="100000"/>
            </a:pPr>
            <a:r>
              <a:rPr lang="en-US" sz="1799" b="1" dirty="0">
                <a:solidFill>
                  <a:srgbClr val="009999"/>
                </a:solidFill>
                <a:latin typeface="Arial"/>
                <a:ea typeface="Arial Unicode MS" panose="020B0604020202020204" pitchFamily="34" charset="-128"/>
                <a:cs typeface="Arial Unicode MS" panose="020B0604020202020204" pitchFamily="34" charset="-128"/>
              </a:rPr>
              <a:t>3) Avoid direct peripheral access</a:t>
            </a:r>
          </a:p>
          <a:p>
            <a:pPr>
              <a:lnSpc>
                <a:spcPct val="110000"/>
              </a:lnSpc>
              <a:buClr>
                <a:srgbClr val="879BAA"/>
              </a:buClr>
              <a:buSzPct val="100000"/>
            </a:pPr>
            <a:r>
              <a:rPr lang="en-US" sz="1399" dirty="0">
                <a:latin typeface="Arial"/>
                <a:ea typeface="Arial Unicode MS" panose="020B0604020202020204" pitchFamily="34" charset="-128"/>
              </a:rPr>
              <a:t>Each direct peripheral access is synchronized in the system state RUN-Redundant and leads to a higher cycle time. </a:t>
            </a:r>
          </a:p>
          <a:p>
            <a:pPr>
              <a:lnSpc>
                <a:spcPct val="110000"/>
              </a:lnSpc>
              <a:buClr>
                <a:srgbClr val="879BAA"/>
              </a:buClr>
              <a:buSzPct val="100000"/>
            </a:pPr>
            <a:r>
              <a:rPr lang="en-US" sz="1399" dirty="0">
                <a:latin typeface="Arial"/>
                <a:ea typeface="Arial Unicode MS" panose="020B0604020202020204" pitchFamily="34" charset="-128"/>
              </a:rPr>
              <a:t>Recommendation: In the RH system, the inputs and outputs of the IO devices should only be accessed via the process image or the subprocess images.</a:t>
            </a:r>
          </a:p>
          <a:p>
            <a:pPr>
              <a:lnSpc>
                <a:spcPct val="110000"/>
              </a:lnSpc>
              <a:buClr>
                <a:srgbClr val="879BAA"/>
              </a:buClr>
              <a:buSzPct val="100000"/>
            </a:pPr>
            <a:endParaRPr lang="en-US" sz="1799" b="1" dirty="0">
              <a:solidFill>
                <a:srgbClr val="009999"/>
              </a:solidFill>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r>
              <a:rPr lang="en-US" sz="1799" b="1" dirty="0">
                <a:solidFill>
                  <a:srgbClr val="009999"/>
                </a:solidFill>
                <a:latin typeface="Arial"/>
                <a:ea typeface="Arial Unicode MS" panose="020B0604020202020204" pitchFamily="34" charset="-128"/>
                <a:cs typeface="Arial Unicode MS" panose="020B0604020202020204" pitchFamily="34" charset="-128"/>
              </a:rPr>
              <a:t>4) Reduce communication during the SYNCUP phase</a:t>
            </a:r>
          </a:p>
          <a:p>
            <a:pPr>
              <a:lnSpc>
                <a:spcPct val="110000"/>
              </a:lnSpc>
              <a:buClr>
                <a:srgbClr val="879BAA"/>
              </a:buClr>
              <a:buSzPct val="100000"/>
            </a:pPr>
            <a:r>
              <a:rPr lang="en-US" sz="1399" dirty="0">
                <a:latin typeface="Arial"/>
                <a:ea typeface="Arial Unicode MS" panose="020B0604020202020204" pitchFamily="34" charset="-128"/>
                <a:cs typeface="Arial Unicode MS" panose="020B0604020202020204" pitchFamily="34" charset="-128"/>
              </a:rPr>
              <a:t>If possible, the communication load should be kept low during a SYNCUP phase. This will speed up the SYNCUP process. This can be done programmatically via the SFC "</a:t>
            </a:r>
            <a:r>
              <a:rPr lang="en-US" sz="1399" dirty="0">
                <a:latin typeface="Arial" panose="020B0604020202020204" pitchFamily="34" charset="0"/>
              </a:rPr>
              <a:t>GET_DIAG".</a:t>
            </a:r>
            <a:br>
              <a:rPr lang="en-US" sz="1399" dirty="0">
                <a:latin typeface="Arial"/>
                <a:ea typeface="Arial Unicode MS" panose="020B0604020202020204" pitchFamily="34" charset="-128"/>
                <a:cs typeface="Arial Unicode MS" panose="020B0604020202020204" pitchFamily="34" charset="-128"/>
              </a:rPr>
            </a:b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r>
              <a:rPr lang="en-US" sz="1799" b="1" dirty="0">
                <a:solidFill>
                  <a:srgbClr val="009999"/>
                </a:solidFill>
                <a:latin typeface="Arial"/>
                <a:ea typeface="Arial Unicode MS" panose="020B0604020202020204" pitchFamily="34" charset="-128"/>
                <a:cs typeface="Arial Unicode MS" panose="020B0604020202020204" pitchFamily="34" charset="-128"/>
              </a:rPr>
              <a:t>5) Reduce cyclic interrupts during the SYNCUP phase</a:t>
            </a:r>
            <a:endParaRPr lang="en-US" sz="1799" b="1"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r>
              <a:rPr lang="en-US" sz="1399" dirty="0">
                <a:latin typeface="Arial" panose="020B0604020202020204" pitchFamily="34" charset="0"/>
              </a:rPr>
              <a:t>If cyclic interrupts are used intensively in the program and it is tolerable to reduce the call frequency during the SYNCUP phase, then the sync load can be reduced by calling the system function "SFC SET_CINT". This measure also helps to shorten the SYNCUP time. In normal state (RUN-Solo or RUN-Redundant) the alarm times can then be changed back to the original state.</a:t>
            </a:r>
            <a:endParaRPr lang="en-US" sz="1399" dirty="0">
              <a:latin typeface="Arial"/>
              <a:ea typeface="Arial Unicode MS" panose="020B0604020202020204" pitchFamily="34" charset="-128"/>
              <a:cs typeface="Arial Unicode MS" panose="020B0604020202020204" pitchFamily="34" charset="-128"/>
            </a:endParaRPr>
          </a:p>
        </p:txBody>
      </p:sp>
      <p:pic>
        <p:nvPicPr>
          <p:cNvPr id="2" name="Grafik 1">
            <a:extLst>
              <a:ext uri="{FF2B5EF4-FFF2-40B4-BE49-F238E27FC236}">
                <a16:creationId xmlns:a16="http://schemas.microsoft.com/office/drawing/2014/main" id="{E981C01C-F94C-46BA-8DAC-2161E3BA46F1}"/>
              </a:ext>
            </a:extLst>
          </p:cNvPr>
          <p:cNvPicPr>
            <a:picLocks noChangeAspect="1"/>
          </p:cNvPicPr>
          <p:nvPr/>
        </p:nvPicPr>
        <p:blipFill>
          <a:blip r:embed="rId5"/>
          <a:stretch>
            <a:fillRect/>
          </a:stretch>
        </p:blipFill>
        <p:spPr>
          <a:xfrm>
            <a:off x="923380" y="3862341"/>
            <a:ext cx="8568830" cy="971602"/>
          </a:xfrm>
          <a:prstGeom prst="rect">
            <a:avLst/>
          </a:prstGeom>
        </p:spPr>
      </p:pic>
    </p:spTree>
    <p:extLst>
      <p:ext uri="{BB962C8B-B14F-4D97-AF65-F5344CB8AC3E}">
        <p14:creationId xmlns:p14="http://schemas.microsoft.com/office/powerpoint/2010/main" val="16192531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kt 13" hidden="1">
            <a:extLst>
              <a:ext uri="{FF2B5EF4-FFF2-40B4-BE49-F238E27FC236}">
                <a16:creationId xmlns:a16="http://schemas.microsoft.com/office/drawing/2014/main" id="{6B83F4D2-AD89-4329-83AE-FFEED976E2E6}"/>
              </a:ext>
            </a:extLst>
          </p:cNvPr>
          <p:cNvGraphicFramePr>
            <a:graphicFrameLocks noChangeAspect="1"/>
          </p:cNvGraphicFramePr>
          <p:nvPr>
            <p:custDataLst>
              <p:tags r:id="rId1"/>
            </p:custDataLst>
            <p:extLst>
              <p:ext uri="{D42A27DB-BD31-4B8C-83A1-F6EECF244321}">
                <p14:modId xmlns:p14="http://schemas.microsoft.com/office/powerpoint/2010/main" val="37221128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14" name="Objekt 13" hidden="1">
                        <a:extLst>
                          <a:ext uri="{FF2B5EF4-FFF2-40B4-BE49-F238E27FC236}">
                            <a16:creationId xmlns:a16="http://schemas.microsoft.com/office/drawing/2014/main" id="{6B83F4D2-AD89-4329-83AE-FFEED976E2E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el 2">
            <a:extLst>
              <a:ext uri="{FF2B5EF4-FFF2-40B4-BE49-F238E27FC236}">
                <a16:creationId xmlns:a16="http://schemas.microsoft.com/office/drawing/2014/main" id="{1ED91481-81E0-4C81-B23F-4EC55BEBA8B7}"/>
              </a:ext>
            </a:extLst>
          </p:cNvPr>
          <p:cNvSpPr>
            <a:spLocks noGrp="1"/>
          </p:cNvSpPr>
          <p:nvPr>
            <p:ph type="title"/>
          </p:nvPr>
        </p:nvSpPr>
        <p:spPr/>
        <p:txBody>
          <a:bodyPr vert="horz"/>
          <a:lstStyle/>
          <a:p>
            <a:r>
              <a:rPr lang="en-US" dirty="0"/>
              <a:t>Programming recommendations SIMATIC S7-1500 R/H (III)</a:t>
            </a:r>
          </a:p>
        </p:txBody>
      </p:sp>
      <p:sp>
        <p:nvSpPr>
          <p:cNvPr id="2" name="Fußzeilenplatzhalter 1">
            <a:extLst>
              <a:ext uri="{FF2B5EF4-FFF2-40B4-BE49-F238E27FC236}">
                <a16:creationId xmlns:a16="http://schemas.microsoft.com/office/drawing/2014/main" id="{0EA98454-BDFE-4F28-980F-9A3F0A79C44B}"/>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4" name="Textfeld 3">
            <a:extLst>
              <a:ext uri="{FF2B5EF4-FFF2-40B4-BE49-F238E27FC236}">
                <a16:creationId xmlns:a16="http://schemas.microsoft.com/office/drawing/2014/main" id="{90687BCA-8090-4BB6-B7FE-C5D76A43CFB3}"/>
              </a:ext>
            </a:extLst>
          </p:cNvPr>
          <p:cNvSpPr txBox="1"/>
          <p:nvPr/>
        </p:nvSpPr>
        <p:spPr>
          <a:xfrm>
            <a:off x="641313" y="1469499"/>
            <a:ext cx="10969191" cy="4784198"/>
          </a:xfrm>
          <a:prstGeom prst="rect">
            <a:avLst/>
          </a:prstGeom>
          <a:noFill/>
        </p:spPr>
        <p:txBody>
          <a:bodyPr vert="horz" wrap="square" lIns="0" tIns="71083" rIns="71083" bIns="71083" rtlCol="0" anchor="t">
            <a:noAutofit/>
          </a:bodyPr>
          <a:lstStyle/>
          <a:p>
            <a:pPr>
              <a:lnSpc>
                <a:spcPct val="110000"/>
              </a:lnSpc>
              <a:buClr>
                <a:srgbClr val="879BAA"/>
              </a:buClr>
              <a:buSzPct val="100000"/>
            </a:pPr>
            <a:r>
              <a:rPr lang="en-US" sz="1799" b="1" dirty="0">
                <a:solidFill>
                  <a:srgbClr val="009999"/>
                </a:solidFill>
                <a:latin typeface="Arial"/>
                <a:ea typeface="Arial Unicode MS" panose="020B0604020202020204" pitchFamily="34" charset="-128"/>
                <a:cs typeface="Arial Unicode MS" panose="020B0604020202020204" pitchFamily="34" charset="-128"/>
              </a:rPr>
              <a:t>6) Use of the WAIT function in the system state SYNCUP</a:t>
            </a:r>
          </a:p>
          <a:p>
            <a:pPr>
              <a:lnSpc>
                <a:spcPct val="110000"/>
              </a:lnSpc>
              <a:buClr>
                <a:srgbClr val="879BAA"/>
              </a:buClr>
              <a:buSzPct val="100000"/>
            </a:pPr>
            <a:r>
              <a:rPr lang="en-US" sz="1399" dirty="0">
                <a:latin typeface="Arial"/>
                <a:ea typeface="Arial Unicode MS" panose="020B0604020202020204" pitchFamily="34" charset="-128"/>
                <a:cs typeface="Arial Unicode MS" panose="020B0604020202020204" pitchFamily="34" charset="-128"/>
              </a:rPr>
              <a:t>If a longer cycle time is tolerable in the SYNCUP system state, the SYNCUP process can be accelerated by calling the system function "WAIT" at the end of OB1.  This is possible because the WAIT function on the backup PLC is used to catch up.</a:t>
            </a: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endParaRPr lang="en-US" sz="1399" dirty="0">
              <a:latin typeface="Arial"/>
              <a:ea typeface="Arial Unicode MS" panose="020B0604020202020204" pitchFamily="34" charset="-128"/>
              <a:cs typeface="Arial Unicode MS" panose="020B0604020202020204" pitchFamily="34" charset="-128"/>
            </a:endParaRPr>
          </a:p>
          <a:p>
            <a:pPr marL="342729" lvl="1" indent="-342729">
              <a:lnSpc>
                <a:spcPct val="110000"/>
              </a:lnSpc>
              <a:buClr>
                <a:srgbClr val="879BAA"/>
              </a:buClr>
              <a:buSzPct val="100000"/>
              <a:buFont typeface="+mj-lt"/>
              <a:buAutoNum type="arabicPeriod"/>
            </a:pPr>
            <a:endParaRPr lang="en-US" sz="1399" dirty="0">
              <a:solidFill>
                <a:srgbClr val="000000"/>
              </a:solidFill>
              <a:latin typeface="Arial"/>
              <a:ea typeface="Arial Unicode MS" panose="020B0604020202020204" pitchFamily="34" charset="-128"/>
              <a:cs typeface="Arial Unicode MS" panose="020B0604020202020204" pitchFamily="34" charset="-128"/>
            </a:endParaRPr>
          </a:p>
          <a:p>
            <a:pPr marL="342729" lvl="1" indent="-342729">
              <a:lnSpc>
                <a:spcPct val="110000"/>
              </a:lnSpc>
              <a:buClr>
                <a:srgbClr val="879BAA"/>
              </a:buClr>
              <a:buSzPct val="100000"/>
              <a:buFont typeface="+mj-lt"/>
              <a:buAutoNum type="arabicPeriod"/>
            </a:pPr>
            <a:endParaRPr lang="en-US" sz="1399" dirty="0">
              <a:solidFill>
                <a:srgbClr val="000000"/>
              </a:solidFill>
              <a:latin typeface="Arial"/>
              <a:ea typeface="Arial Unicode MS" panose="020B0604020202020204" pitchFamily="34" charset="-128"/>
              <a:cs typeface="Arial Unicode MS" panose="020B0604020202020204" pitchFamily="34" charset="-128"/>
            </a:endParaRPr>
          </a:p>
          <a:p>
            <a:pPr marL="342729" lvl="1" indent="-342729">
              <a:lnSpc>
                <a:spcPct val="110000"/>
              </a:lnSpc>
              <a:buClr>
                <a:srgbClr val="879BAA"/>
              </a:buClr>
              <a:buSzPct val="100000"/>
              <a:buFont typeface="+mj-lt"/>
              <a:buAutoNum type="arabicPeriod"/>
            </a:pPr>
            <a:endParaRPr lang="en-US" sz="1199" dirty="0">
              <a:solidFill>
                <a:srgbClr val="000000"/>
              </a:solidFill>
              <a:latin typeface="Arial"/>
              <a:ea typeface="Arial Unicode MS" panose="020B0604020202020204" pitchFamily="34" charset="-128"/>
              <a:cs typeface="Arial Unicode MS" panose="020B0604020202020204" pitchFamily="34" charset="-128"/>
            </a:endParaRPr>
          </a:p>
          <a:p>
            <a:pPr>
              <a:lnSpc>
                <a:spcPct val="110000"/>
              </a:lnSpc>
              <a:buClr>
                <a:srgbClr val="879BAA"/>
              </a:buClr>
              <a:buSzPct val="100000"/>
            </a:pPr>
            <a:r>
              <a:rPr lang="en-US" sz="1399" dirty="0">
                <a:solidFill>
                  <a:srgbClr val="000000"/>
                </a:solidFill>
                <a:latin typeface="Arial"/>
                <a:ea typeface="Arial Unicode MS" panose="020B0604020202020204" pitchFamily="34" charset="-128"/>
                <a:cs typeface="Arial Unicode MS" panose="020B0604020202020204" pitchFamily="34" charset="-128"/>
              </a:rPr>
              <a:t> </a:t>
            </a:r>
            <a:br>
              <a:rPr lang="en-US" sz="1399" dirty="0">
                <a:solidFill>
                  <a:srgbClr val="000000"/>
                </a:solidFill>
                <a:latin typeface="Arial"/>
                <a:ea typeface="Arial Unicode MS" panose="020B0604020202020204" pitchFamily="34" charset="-128"/>
                <a:cs typeface="Arial Unicode MS" panose="020B0604020202020204" pitchFamily="34" charset="-128"/>
              </a:rPr>
            </a:br>
            <a:endParaRPr lang="en-US" sz="13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5" name="Rechteck 4">
            <a:extLst>
              <a:ext uri="{FF2B5EF4-FFF2-40B4-BE49-F238E27FC236}">
                <a16:creationId xmlns:a16="http://schemas.microsoft.com/office/drawing/2014/main" id="{1E3DFF7D-5029-4C04-926B-D70A16CC820B}"/>
              </a:ext>
            </a:extLst>
          </p:cNvPr>
          <p:cNvSpPr/>
          <p:nvPr/>
        </p:nvSpPr>
        <p:spPr bwMode="auto">
          <a:xfrm>
            <a:off x="772328" y="3047688"/>
            <a:ext cx="2842339" cy="61174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Cycle time of the program in the </a:t>
            </a:r>
            <a:br>
              <a:rPr lang="en-US" sz="1199" dirty="0">
                <a:solidFill>
                  <a:srgbClr val="000000"/>
                </a:solidFill>
                <a:latin typeface="Arial"/>
                <a:ea typeface="Arial Unicode MS" panose="020B0604020202020204" pitchFamily="34" charset="-128"/>
                <a:cs typeface="Arial Unicode MS" panose="020B0604020202020204" pitchFamily="34" charset="-128"/>
              </a:rPr>
            </a:br>
            <a:r>
              <a:rPr lang="en-US" sz="1199" dirty="0">
                <a:solidFill>
                  <a:srgbClr val="000000"/>
                </a:solidFill>
                <a:latin typeface="Arial"/>
                <a:ea typeface="Arial Unicode MS" panose="020B0604020202020204" pitchFamily="34" charset="-128"/>
                <a:cs typeface="Arial Unicode MS" panose="020B0604020202020204" pitchFamily="34" charset="-128"/>
              </a:rPr>
              <a:t>Normal</a:t>
            </a:r>
          </a:p>
        </p:txBody>
      </p:sp>
      <p:sp>
        <p:nvSpPr>
          <p:cNvPr id="6" name="Rechteck 5">
            <a:extLst>
              <a:ext uri="{FF2B5EF4-FFF2-40B4-BE49-F238E27FC236}">
                <a16:creationId xmlns:a16="http://schemas.microsoft.com/office/drawing/2014/main" id="{07BBD5AB-5054-4606-B98E-FD7CD9D3BFB1}"/>
              </a:ext>
            </a:extLst>
          </p:cNvPr>
          <p:cNvSpPr/>
          <p:nvPr/>
        </p:nvSpPr>
        <p:spPr bwMode="auto">
          <a:xfrm>
            <a:off x="3624733" y="3047688"/>
            <a:ext cx="1963804" cy="611749"/>
          </a:xfrm>
          <a:prstGeom prst="rect">
            <a:avLst/>
          </a:prstGeom>
          <a:solidFill>
            <a:srgbClr val="55A0B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Programmed latency</a:t>
            </a:r>
            <a:br>
              <a:rPr lang="en-US" sz="1199" dirty="0">
                <a:solidFill>
                  <a:srgbClr val="000000"/>
                </a:solidFill>
                <a:latin typeface="Arial"/>
                <a:ea typeface="Arial Unicode MS" panose="020B0604020202020204" pitchFamily="34" charset="-128"/>
                <a:cs typeface="Arial Unicode MS" panose="020B0604020202020204" pitchFamily="34" charset="-128"/>
              </a:rPr>
            </a:br>
            <a:r>
              <a:rPr lang="en-US" sz="1199" dirty="0">
                <a:solidFill>
                  <a:srgbClr val="000000"/>
                </a:solidFill>
                <a:latin typeface="Arial"/>
                <a:ea typeface="Arial Unicode MS" panose="020B0604020202020204" pitchFamily="34" charset="-128"/>
                <a:cs typeface="Arial Unicode MS" panose="020B0604020202020204" pitchFamily="34" charset="-128"/>
              </a:rPr>
              <a:t>in SYNCUP state</a:t>
            </a:r>
            <a:endParaRPr lang="en-US" sz="9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9" name="Geschweifte Klammer rechts 8">
            <a:extLst>
              <a:ext uri="{FF2B5EF4-FFF2-40B4-BE49-F238E27FC236}">
                <a16:creationId xmlns:a16="http://schemas.microsoft.com/office/drawing/2014/main" id="{410922B5-9697-4A78-970E-129A6DDBF102}"/>
              </a:ext>
            </a:extLst>
          </p:cNvPr>
          <p:cNvSpPr/>
          <p:nvPr/>
        </p:nvSpPr>
        <p:spPr bwMode="auto">
          <a:xfrm rot="5400000">
            <a:off x="3041954" y="2834265"/>
            <a:ext cx="269889" cy="4813433"/>
          </a:xfrm>
          <a:prstGeom prst="rightBrace">
            <a:avLst/>
          </a:prstGeom>
          <a:noFill/>
          <a:ln w="9525" cap="flat" cmpd="sng" algn="ctr">
            <a:solidFill>
              <a:schemeClr val="tx1"/>
            </a:solidFill>
            <a:prstDash val="solid"/>
            <a:round/>
            <a:headEnd type="none" w="med" len="med"/>
            <a:tailEnd type="none" w="med" len="med"/>
          </a:ln>
          <a:effectLst/>
        </p:spPr>
        <p:txBody>
          <a:bodyPr rtlCol="0" anchor="ctr"/>
          <a:lstStyle/>
          <a:p>
            <a:pPr algn="ctr"/>
            <a:endParaRPr lang="en-US" sz="1799" dirty="0"/>
          </a:p>
        </p:txBody>
      </p:sp>
      <p:sp>
        <p:nvSpPr>
          <p:cNvPr id="10" name="Textfeld 9">
            <a:extLst>
              <a:ext uri="{FF2B5EF4-FFF2-40B4-BE49-F238E27FC236}">
                <a16:creationId xmlns:a16="http://schemas.microsoft.com/office/drawing/2014/main" id="{B512F6ED-B13B-4877-A0A5-092C82E9FB5B}"/>
              </a:ext>
            </a:extLst>
          </p:cNvPr>
          <p:cNvSpPr txBox="1"/>
          <p:nvPr/>
        </p:nvSpPr>
        <p:spPr>
          <a:xfrm>
            <a:off x="1148172" y="5398818"/>
            <a:ext cx="3994364" cy="189297"/>
          </a:xfrm>
          <a:prstGeom prst="rect">
            <a:avLst/>
          </a:prstGeom>
          <a:noFill/>
        </p:spPr>
        <p:txBody>
          <a:bodyPr vert="horz" wrap="none" lIns="0" tIns="0" rIns="0" bIns="0" rtlCol="0">
            <a:noAutofit/>
          </a:bodyPr>
          <a:lstStyle/>
          <a:p>
            <a:pPr algn="ctr" fontAlgn="base">
              <a:lnSpc>
                <a:spcPct val="110000"/>
              </a:lnSpc>
              <a:spcAft>
                <a:spcPct val="0"/>
              </a:spcAft>
            </a:pPr>
            <a:r>
              <a:rPr lang="en-US" sz="1199" dirty="0">
                <a:latin typeface="Arial"/>
                <a:ea typeface="Arial Unicode MS" panose="020B0604020202020204" pitchFamily="34" charset="-128"/>
                <a:cs typeface="Arial Unicode MS" panose="020B0604020202020204" pitchFamily="34" charset="-128"/>
              </a:rPr>
              <a:t>Cycle time of the program in the system state SYNCUP</a:t>
            </a:r>
          </a:p>
        </p:txBody>
      </p:sp>
      <p:sp>
        <p:nvSpPr>
          <p:cNvPr id="11" name="Textfeld 10">
            <a:extLst>
              <a:ext uri="{FF2B5EF4-FFF2-40B4-BE49-F238E27FC236}">
                <a16:creationId xmlns:a16="http://schemas.microsoft.com/office/drawing/2014/main" id="{71BF84F6-3DC2-4AB4-8FCD-501DCD00604A}"/>
              </a:ext>
            </a:extLst>
          </p:cNvPr>
          <p:cNvSpPr txBox="1"/>
          <p:nvPr/>
        </p:nvSpPr>
        <p:spPr>
          <a:xfrm>
            <a:off x="1319155" y="2770975"/>
            <a:ext cx="3994364" cy="269889"/>
          </a:xfrm>
          <a:prstGeom prst="rect">
            <a:avLst/>
          </a:prstGeom>
          <a:noFill/>
        </p:spPr>
        <p:txBody>
          <a:bodyPr vert="horz" wrap="none" lIns="0" tIns="0" rIns="0" bIns="0" rtlCol="0">
            <a:noAutofit/>
          </a:bodyPr>
          <a:lstStyle/>
          <a:p>
            <a:pPr algn="ctr" fontAlgn="base">
              <a:lnSpc>
                <a:spcPct val="110000"/>
              </a:lnSpc>
              <a:spcAft>
                <a:spcPct val="0"/>
              </a:spcAft>
            </a:pPr>
            <a:r>
              <a:rPr lang="en-US" sz="1599" b="1" dirty="0">
                <a:latin typeface="Arial"/>
                <a:ea typeface="Arial Unicode MS" panose="020B0604020202020204" pitchFamily="34" charset="-128"/>
                <a:cs typeface="Arial Unicode MS" panose="020B0604020202020204" pitchFamily="34" charset="-128"/>
              </a:rPr>
              <a:t>Primary PLC</a:t>
            </a:r>
          </a:p>
        </p:txBody>
      </p:sp>
      <p:sp>
        <p:nvSpPr>
          <p:cNvPr id="12" name="Rechteck 11">
            <a:extLst>
              <a:ext uri="{FF2B5EF4-FFF2-40B4-BE49-F238E27FC236}">
                <a16:creationId xmlns:a16="http://schemas.microsoft.com/office/drawing/2014/main" id="{B0DB8A63-3F06-4967-B3FE-33B4C5951938}"/>
              </a:ext>
            </a:extLst>
          </p:cNvPr>
          <p:cNvSpPr/>
          <p:nvPr/>
        </p:nvSpPr>
        <p:spPr bwMode="auto">
          <a:xfrm>
            <a:off x="772286" y="4263485"/>
            <a:ext cx="2842339" cy="61174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Cycle time of the program in the </a:t>
            </a:r>
            <a:br>
              <a:rPr lang="en-US" sz="1199" dirty="0">
                <a:solidFill>
                  <a:srgbClr val="000000"/>
                </a:solidFill>
                <a:latin typeface="Arial"/>
                <a:ea typeface="Arial Unicode MS" panose="020B0604020202020204" pitchFamily="34" charset="-128"/>
                <a:cs typeface="Arial Unicode MS" panose="020B0604020202020204" pitchFamily="34" charset="-128"/>
              </a:rPr>
            </a:br>
            <a:r>
              <a:rPr lang="en-US" sz="1199" dirty="0">
                <a:solidFill>
                  <a:srgbClr val="000000"/>
                </a:solidFill>
                <a:latin typeface="Arial"/>
                <a:ea typeface="Arial Unicode MS" panose="020B0604020202020204" pitchFamily="34" charset="-128"/>
                <a:cs typeface="Arial Unicode MS" panose="020B0604020202020204" pitchFamily="34" charset="-128"/>
              </a:rPr>
              <a:t>Normal</a:t>
            </a:r>
          </a:p>
        </p:txBody>
      </p:sp>
      <p:sp>
        <p:nvSpPr>
          <p:cNvPr id="13" name="Rechteck 12">
            <a:extLst>
              <a:ext uri="{FF2B5EF4-FFF2-40B4-BE49-F238E27FC236}">
                <a16:creationId xmlns:a16="http://schemas.microsoft.com/office/drawing/2014/main" id="{5B2B1252-30A7-4E54-8C4F-5FE19275BF24}"/>
              </a:ext>
            </a:extLst>
          </p:cNvPr>
          <p:cNvSpPr/>
          <p:nvPr/>
        </p:nvSpPr>
        <p:spPr bwMode="auto">
          <a:xfrm>
            <a:off x="3624691" y="4263485"/>
            <a:ext cx="1963804" cy="611749"/>
          </a:xfrm>
          <a:prstGeom prst="rect">
            <a:avLst/>
          </a:prstGeom>
          <a:solidFill>
            <a:srgbClr val="A5E1E1"/>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Backup PLC uses the time to catch up in SYNCUP</a:t>
            </a:r>
            <a:endParaRPr lang="en-US" sz="9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6" name="Textfeld 15">
            <a:extLst>
              <a:ext uri="{FF2B5EF4-FFF2-40B4-BE49-F238E27FC236}">
                <a16:creationId xmlns:a16="http://schemas.microsoft.com/office/drawing/2014/main" id="{A4008CFB-D9C7-49D7-AB45-7E2A149522EF}"/>
              </a:ext>
            </a:extLst>
          </p:cNvPr>
          <p:cNvSpPr txBox="1"/>
          <p:nvPr/>
        </p:nvSpPr>
        <p:spPr>
          <a:xfrm>
            <a:off x="1319113" y="3986772"/>
            <a:ext cx="3994364" cy="269889"/>
          </a:xfrm>
          <a:prstGeom prst="rect">
            <a:avLst/>
          </a:prstGeom>
          <a:noFill/>
        </p:spPr>
        <p:txBody>
          <a:bodyPr vert="horz" wrap="none" lIns="0" tIns="0" rIns="0" bIns="0" rtlCol="0">
            <a:noAutofit/>
          </a:bodyPr>
          <a:lstStyle/>
          <a:p>
            <a:pPr algn="ctr" fontAlgn="base">
              <a:lnSpc>
                <a:spcPct val="110000"/>
              </a:lnSpc>
              <a:spcAft>
                <a:spcPct val="0"/>
              </a:spcAft>
            </a:pPr>
            <a:r>
              <a:rPr lang="en-US" sz="1599" b="1" dirty="0">
                <a:latin typeface="Arial"/>
                <a:ea typeface="Arial Unicode MS" panose="020B0604020202020204" pitchFamily="34" charset="-128"/>
                <a:cs typeface="Arial Unicode MS" panose="020B0604020202020204" pitchFamily="34" charset="-128"/>
              </a:rPr>
              <a:t>Backup PLC</a:t>
            </a:r>
          </a:p>
        </p:txBody>
      </p:sp>
      <p:pic>
        <p:nvPicPr>
          <p:cNvPr id="17" name="Grafik 16">
            <a:extLst>
              <a:ext uri="{FF2B5EF4-FFF2-40B4-BE49-F238E27FC236}">
                <a16:creationId xmlns:a16="http://schemas.microsoft.com/office/drawing/2014/main" id="{B8A48350-0D90-4CC6-8D4F-E216725B1FA9}"/>
              </a:ext>
            </a:extLst>
          </p:cNvPr>
          <p:cNvPicPr>
            <a:picLocks noChangeAspect="1"/>
          </p:cNvPicPr>
          <p:nvPr/>
        </p:nvPicPr>
        <p:blipFill>
          <a:blip r:embed="rId5"/>
          <a:stretch>
            <a:fillRect/>
          </a:stretch>
        </p:blipFill>
        <p:spPr>
          <a:xfrm>
            <a:off x="6038925" y="3038113"/>
            <a:ext cx="5494414" cy="965546"/>
          </a:xfrm>
          <a:prstGeom prst="rect">
            <a:avLst/>
          </a:prstGeom>
        </p:spPr>
      </p:pic>
      <p:cxnSp>
        <p:nvCxnSpPr>
          <p:cNvPr id="7" name="Gerader Verbinder 6">
            <a:extLst>
              <a:ext uri="{FF2B5EF4-FFF2-40B4-BE49-F238E27FC236}">
                <a16:creationId xmlns:a16="http://schemas.microsoft.com/office/drawing/2014/main" id="{8C789B0B-DB7B-4A56-8BC5-B862C4F50F5F}"/>
              </a:ext>
            </a:extLst>
          </p:cNvPr>
          <p:cNvCxnSpPr>
            <a:stCxn id="9" idx="2"/>
          </p:cNvCxnSpPr>
          <p:nvPr/>
        </p:nvCxnSpPr>
        <p:spPr bwMode="auto">
          <a:xfrm flipV="1">
            <a:off x="770182" y="2905920"/>
            <a:ext cx="0" cy="2200117"/>
          </a:xfrm>
          <a:prstGeom prst="line">
            <a:avLst/>
          </a:prstGeom>
          <a:solidFill>
            <a:schemeClr val="tx2"/>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r Verbinder 18">
            <a:extLst>
              <a:ext uri="{FF2B5EF4-FFF2-40B4-BE49-F238E27FC236}">
                <a16:creationId xmlns:a16="http://schemas.microsoft.com/office/drawing/2014/main" id="{45068819-AF7A-42B1-A12A-634B829136EA}"/>
              </a:ext>
            </a:extLst>
          </p:cNvPr>
          <p:cNvCxnSpPr/>
          <p:nvPr/>
        </p:nvCxnSpPr>
        <p:spPr bwMode="auto">
          <a:xfrm flipV="1">
            <a:off x="5583615" y="2886713"/>
            <a:ext cx="0" cy="2200117"/>
          </a:xfrm>
          <a:prstGeom prst="line">
            <a:avLst/>
          </a:prstGeom>
          <a:solidFill>
            <a:schemeClr val="tx2"/>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Tree>
    <p:extLst>
      <p:ext uri="{BB962C8B-B14F-4D97-AF65-F5344CB8AC3E}">
        <p14:creationId xmlns:p14="http://schemas.microsoft.com/office/powerpoint/2010/main" val="28521766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F97E3F02-3D21-4CD5-9925-D4CBB4BB0D6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5" name="Objekt 4" hidden="1">
                        <a:extLst>
                          <a:ext uri="{FF2B5EF4-FFF2-40B4-BE49-F238E27FC236}">
                            <a16:creationId xmlns:a16="http://schemas.microsoft.com/office/drawing/2014/main" id="{F97E3F02-3D21-4CD5-9925-D4CBB4BB0D6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dirty="0"/>
              <a:t>Specific functions</a:t>
            </a:r>
            <a:br>
              <a:rPr lang="en-US" dirty="0"/>
            </a:br>
            <a:r>
              <a:rPr lang="en-US" dirty="0"/>
              <a:t>for R/H controllers</a:t>
            </a:r>
          </a:p>
        </p:txBody>
      </p:sp>
      <p:sp>
        <p:nvSpPr>
          <p:cNvPr id="6" name="Untertitel 5">
            <a:extLst>
              <a:ext uri="{FF2B5EF4-FFF2-40B4-BE49-F238E27FC236}">
                <a16:creationId xmlns:a16="http://schemas.microsoft.com/office/drawing/2014/main" id="{B296FE98-2E58-4EBC-8921-4AC4A069249C}"/>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2005AA33-0C58-4946-9A8A-DD06B903F947}"/>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2966341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hteck 21">
            <a:extLst>
              <a:ext uri="{FF2B5EF4-FFF2-40B4-BE49-F238E27FC236}">
                <a16:creationId xmlns:a16="http://schemas.microsoft.com/office/drawing/2014/main" id="{65620D30-96FD-4564-2ABA-1264076D8428}"/>
              </a:ext>
            </a:extLst>
          </p:cNvPr>
          <p:cNvSpPr/>
          <p:nvPr/>
        </p:nvSpPr>
        <p:spPr>
          <a:xfrm>
            <a:off x="742384" y="4508626"/>
            <a:ext cx="6989275" cy="15291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aphicFrame>
        <p:nvGraphicFramePr>
          <p:cNvPr id="7" name="Objekt 6" hidden="1">
            <a:extLst>
              <a:ext uri="{FF2B5EF4-FFF2-40B4-BE49-F238E27FC236}">
                <a16:creationId xmlns:a16="http://schemas.microsoft.com/office/drawing/2014/main" id="{9076ECF5-CE10-4E0F-8283-C5402A56683E}"/>
              </a:ext>
            </a:extLst>
          </p:cNvPr>
          <p:cNvGraphicFramePr>
            <a:graphicFrameLocks noChangeAspect="1"/>
          </p:cNvGraphicFramePr>
          <p:nvPr>
            <p:custDataLst>
              <p:tags r:id="rId1"/>
            </p:custData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Folie" r:id="rId28" imgW="353" imgH="353" progId="TCLayout.ActiveDocument.1">
                  <p:embed/>
                </p:oleObj>
              </mc:Choice>
              <mc:Fallback>
                <p:oleObj name="think-cell Folie" r:id="rId28" imgW="353" imgH="353" progId="TCLayout.ActiveDocument.1">
                  <p:embed/>
                  <p:pic>
                    <p:nvPicPr>
                      <p:cNvPr id="7" name="Objekt 6" hidden="1">
                        <a:extLst>
                          <a:ext uri="{FF2B5EF4-FFF2-40B4-BE49-F238E27FC236}">
                            <a16:creationId xmlns:a16="http://schemas.microsoft.com/office/drawing/2014/main" id="{9076ECF5-CE10-4E0F-8283-C5402A56683E}"/>
                          </a:ext>
                        </a:extLst>
                      </p:cNvPr>
                      <p:cNvPicPr/>
                      <p:nvPr/>
                    </p:nvPicPr>
                    <p:blipFill>
                      <a:blip r:embed="rId29"/>
                      <a:stretch>
                        <a:fillRect/>
                      </a:stretch>
                    </p:blipFill>
                    <p:spPr>
                      <a:xfrm>
                        <a:off x="1587" y="3372"/>
                        <a:ext cx="1587" cy="1587"/>
                      </a:xfrm>
                      <a:prstGeom prst="rect">
                        <a:avLst/>
                      </a:prstGeom>
                    </p:spPr>
                  </p:pic>
                </p:oleObj>
              </mc:Fallback>
            </mc:AlternateContent>
          </a:graphicData>
        </a:graphic>
      </p:graphicFrame>
      <p:sp>
        <p:nvSpPr>
          <p:cNvPr id="6" name="Rechteck 5" hidden="1">
            <a:extLst>
              <a:ext uri="{FF2B5EF4-FFF2-40B4-BE49-F238E27FC236}">
                <a16:creationId xmlns:a16="http://schemas.microsoft.com/office/drawing/2014/main" id="{61105B84-1F39-4D09-823A-7CE95D5EF061}"/>
              </a:ext>
            </a:extLst>
          </p:cNvPr>
          <p:cNvSpPr/>
          <p:nvPr>
            <p:custDataLst>
              <p:tags r:id="rId2"/>
            </p:custDataLst>
          </p:nvPr>
        </p:nvSpPr>
        <p:spPr bwMode="auto">
          <a:xfrm>
            <a:off x="0" y="1785"/>
            <a:ext cx="158667" cy="158667"/>
          </a:xfrm>
          <a:prstGeom prst="rect">
            <a:avLst/>
          </a:prstGeom>
          <a:solidFill>
            <a:srgbClr val="DFE6ED"/>
          </a:solid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2199" dirty="0">
              <a:ea typeface="+mj-ea"/>
              <a:cs typeface="Arial" panose="020B0604020202020204" pitchFamily="34" charset="0"/>
              <a:sym typeface="Arial" panose="020B0604020202020204" pitchFamily="34" charset="0"/>
            </a:endParaRPr>
          </a:p>
        </p:txBody>
      </p:sp>
      <p:sp>
        <p:nvSpPr>
          <p:cNvPr id="5" name="Titel 4"/>
          <p:cNvSpPr>
            <a:spLocks noGrp="1"/>
          </p:cNvSpPr>
          <p:nvPr>
            <p:ph type="title"/>
          </p:nvPr>
        </p:nvSpPr>
        <p:spPr/>
        <p:txBody>
          <a:bodyPr vert="horz" anchor="t"/>
          <a:lstStyle/>
          <a:p>
            <a:r>
              <a:rPr lang="en-US" dirty="0"/>
              <a:t>RH_CTRL Instruction</a:t>
            </a:r>
            <a:br>
              <a:rPr lang="en-US" b="0" dirty="0"/>
            </a:br>
            <a:r>
              <a:rPr lang="en-US" b="0" dirty="0"/>
              <a:t>Switch CPU programmatically</a:t>
            </a:r>
          </a:p>
        </p:txBody>
      </p:sp>
      <p:sp>
        <p:nvSpPr>
          <p:cNvPr id="11" name="Fußzeilenplatzhalter 10">
            <a:extLst>
              <a:ext uri="{FF2B5EF4-FFF2-40B4-BE49-F238E27FC236}">
                <a16:creationId xmlns:a16="http://schemas.microsoft.com/office/drawing/2014/main" id="{422F3569-10A9-4B0E-B5AE-276F3D31E5E3}"/>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2" name="Grafik 1">
            <a:extLst>
              <a:ext uri="{FF2B5EF4-FFF2-40B4-BE49-F238E27FC236}">
                <a16:creationId xmlns:a16="http://schemas.microsoft.com/office/drawing/2014/main" id="{D4D18BA2-B06F-4310-99BA-6BA9E0850486}"/>
              </a:ext>
            </a:extLst>
          </p:cNvPr>
          <p:cNvPicPr>
            <a:picLocks noChangeAspect="1"/>
          </p:cNvPicPr>
          <p:nvPr/>
        </p:nvPicPr>
        <p:blipFill>
          <a:blip r:embed="rId30"/>
          <a:stretch>
            <a:fillRect/>
          </a:stretch>
        </p:blipFill>
        <p:spPr>
          <a:xfrm>
            <a:off x="8412323" y="1701708"/>
            <a:ext cx="3094732" cy="1382152"/>
          </a:xfrm>
          <a:prstGeom prst="rect">
            <a:avLst/>
          </a:prstGeom>
        </p:spPr>
      </p:pic>
      <p:graphicFrame>
        <p:nvGraphicFramePr>
          <p:cNvPr id="3" name="Tabelle 3">
            <a:extLst>
              <a:ext uri="{FF2B5EF4-FFF2-40B4-BE49-F238E27FC236}">
                <a16:creationId xmlns:a16="http://schemas.microsoft.com/office/drawing/2014/main" id="{83276DA6-0006-416E-809E-193192D181EE}"/>
              </a:ext>
            </a:extLst>
          </p:cNvPr>
          <p:cNvGraphicFramePr>
            <a:graphicFrameLocks noGrp="1"/>
          </p:cNvGraphicFramePr>
          <p:nvPr>
            <p:extLst>
              <p:ext uri="{D42A27DB-BD31-4B8C-83A1-F6EECF244321}">
                <p14:modId xmlns:p14="http://schemas.microsoft.com/office/powerpoint/2010/main" val="1958438432"/>
              </p:ext>
            </p:extLst>
          </p:nvPr>
        </p:nvGraphicFramePr>
        <p:xfrm>
          <a:off x="8327087" y="3793927"/>
          <a:ext cx="3324529" cy="2218048"/>
        </p:xfrm>
        <a:graphic>
          <a:graphicData uri="http://schemas.openxmlformats.org/drawingml/2006/table">
            <a:tbl>
              <a:tblPr firstRow="1" bandRow="1">
                <a:tableStyleId>{5C22544A-7EE6-4342-B048-85BDC9FD1C3A}</a:tableStyleId>
              </a:tblPr>
              <a:tblGrid>
                <a:gridCol w="690479">
                  <a:extLst>
                    <a:ext uri="{9D8B030D-6E8A-4147-A177-3AD203B41FA5}">
                      <a16:colId xmlns:a16="http://schemas.microsoft.com/office/drawing/2014/main" val="3674188494"/>
                    </a:ext>
                  </a:extLst>
                </a:gridCol>
                <a:gridCol w="2634050">
                  <a:extLst>
                    <a:ext uri="{9D8B030D-6E8A-4147-A177-3AD203B41FA5}">
                      <a16:colId xmlns:a16="http://schemas.microsoft.com/office/drawing/2014/main" val="2992135132"/>
                    </a:ext>
                  </a:extLst>
                </a:gridCol>
              </a:tblGrid>
              <a:tr h="316864">
                <a:tc>
                  <a:txBody>
                    <a:bodyPr/>
                    <a:lstStyle/>
                    <a:p>
                      <a:r>
                        <a:rPr lang="de-DE" sz="1200" dirty="0"/>
                        <a:t>Mode</a:t>
                      </a:r>
                    </a:p>
                  </a:txBody>
                  <a:tcPr marL="91392" marR="91392" marT="45696" marB="45696"/>
                </a:tc>
                <a:tc>
                  <a:txBody>
                    <a:bodyPr/>
                    <a:lstStyle/>
                    <a:p>
                      <a:r>
                        <a:rPr lang="de-DE" sz="1200" dirty="0"/>
                        <a:t>Function</a:t>
                      </a:r>
                    </a:p>
                  </a:txBody>
                  <a:tcPr marL="91392" marR="91392" marT="45696" marB="45696"/>
                </a:tc>
                <a:extLst>
                  <a:ext uri="{0D108BD9-81ED-4DB2-BD59-A6C34878D82A}">
                    <a16:rowId xmlns:a16="http://schemas.microsoft.com/office/drawing/2014/main" val="1024521578"/>
                  </a:ext>
                </a:extLst>
              </a:tr>
              <a:tr h="316864">
                <a:tc>
                  <a:txBody>
                    <a:bodyPr/>
                    <a:lstStyle/>
                    <a:p>
                      <a:r>
                        <a:rPr lang="de-DE" sz="1200" dirty="0"/>
                        <a:t>3</a:t>
                      </a:r>
                    </a:p>
                  </a:txBody>
                  <a:tcPr marL="91392" marR="91392" marT="45696" marB="45696"/>
                </a:tc>
                <a:tc>
                  <a:txBody>
                    <a:bodyPr/>
                    <a:lstStyle/>
                    <a:p>
                      <a:r>
                        <a:rPr lang="de-DE" sz="1200" dirty="0"/>
                        <a:t>Lock SYNCUP</a:t>
                      </a:r>
                    </a:p>
                  </a:txBody>
                  <a:tcPr marL="91392" marR="91392" marT="45696" marB="45696"/>
                </a:tc>
                <a:extLst>
                  <a:ext uri="{0D108BD9-81ED-4DB2-BD59-A6C34878D82A}">
                    <a16:rowId xmlns:a16="http://schemas.microsoft.com/office/drawing/2014/main" val="1922002025"/>
                  </a:ext>
                </a:extLst>
              </a:tr>
              <a:tr h="316864">
                <a:tc>
                  <a:txBody>
                    <a:bodyPr/>
                    <a:lstStyle/>
                    <a:p>
                      <a:r>
                        <a:rPr lang="de-DE" sz="1200" dirty="0"/>
                        <a:t>4</a:t>
                      </a:r>
                    </a:p>
                  </a:txBody>
                  <a:tcPr marL="91392" marR="91392" marT="45696" marB="4569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Share SYNCUP</a:t>
                      </a:r>
                    </a:p>
                  </a:txBody>
                  <a:tcPr marL="91392" marR="91392" marT="45696" marB="45696"/>
                </a:tc>
                <a:extLst>
                  <a:ext uri="{0D108BD9-81ED-4DB2-BD59-A6C34878D82A}">
                    <a16:rowId xmlns:a16="http://schemas.microsoft.com/office/drawing/2014/main" val="3296681482"/>
                  </a:ext>
                </a:extLst>
              </a:tr>
              <a:tr h="316864">
                <a:tc>
                  <a:txBody>
                    <a:bodyPr/>
                    <a:lstStyle/>
                    <a:p>
                      <a:r>
                        <a:rPr lang="de-DE" sz="1200" dirty="0">
                          <a:solidFill>
                            <a:schemeClr val="bg1"/>
                          </a:solidFill>
                        </a:rPr>
                        <a:t>7</a:t>
                      </a:r>
                    </a:p>
                  </a:txBody>
                  <a:tcPr marL="91392" marR="91392" marT="45696" marB="45696"/>
                </a:tc>
                <a:tc>
                  <a:txBody>
                    <a:bodyPr/>
                    <a:lstStyle/>
                    <a:p>
                      <a:r>
                        <a:rPr lang="de-DE" sz="1200" dirty="0">
                          <a:solidFill>
                            <a:schemeClr val="bg1"/>
                          </a:solidFill>
                        </a:rPr>
                        <a:t>Request SYNCUP</a:t>
                      </a:r>
                    </a:p>
                  </a:txBody>
                  <a:tcPr marL="91392" marR="91392" marT="45696" marB="45696"/>
                </a:tc>
                <a:extLst>
                  <a:ext uri="{0D108BD9-81ED-4DB2-BD59-A6C34878D82A}">
                    <a16:rowId xmlns:a16="http://schemas.microsoft.com/office/drawing/2014/main" val="2750425697"/>
                  </a:ext>
                </a:extLst>
              </a:tr>
              <a:tr h="316864">
                <a:tc>
                  <a:txBody>
                    <a:bodyPr/>
                    <a:lstStyle/>
                    <a:p>
                      <a:r>
                        <a:rPr lang="de-DE" sz="1200" dirty="0">
                          <a:solidFill>
                            <a:schemeClr val="bg1"/>
                          </a:solidFill>
                        </a:rPr>
                        <a:t>8</a:t>
                      </a:r>
                    </a:p>
                  </a:txBody>
                  <a:tcPr marL="91392" marR="91392" marT="45696" marB="45696"/>
                </a:tc>
                <a:tc>
                  <a:txBody>
                    <a:bodyPr/>
                    <a:lstStyle/>
                    <a:p>
                      <a:r>
                        <a:rPr lang="de-DE" sz="1200" dirty="0">
                          <a:solidFill>
                            <a:schemeClr val="bg1"/>
                          </a:solidFill>
                        </a:rPr>
                        <a:t>Stop Primary-PLC</a:t>
                      </a:r>
                    </a:p>
                  </a:txBody>
                  <a:tcPr marL="91392" marR="91392" marT="45696" marB="45696"/>
                </a:tc>
                <a:extLst>
                  <a:ext uri="{0D108BD9-81ED-4DB2-BD59-A6C34878D82A}">
                    <a16:rowId xmlns:a16="http://schemas.microsoft.com/office/drawing/2014/main" val="43358274"/>
                  </a:ext>
                </a:extLst>
              </a:tr>
              <a:tr h="316864">
                <a:tc>
                  <a:txBody>
                    <a:bodyPr/>
                    <a:lstStyle/>
                    <a:p>
                      <a:r>
                        <a:rPr lang="de-DE" sz="1200" dirty="0">
                          <a:solidFill>
                            <a:schemeClr val="bg1"/>
                          </a:solidFill>
                        </a:rPr>
                        <a:t>9</a:t>
                      </a:r>
                    </a:p>
                  </a:txBody>
                  <a:tcPr marL="91392" marR="91392" marT="45696" marB="45696"/>
                </a:tc>
                <a:tc>
                  <a:txBody>
                    <a:bodyPr/>
                    <a:lstStyle/>
                    <a:p>
                      <a:r>
                        <a:rPr lang="de-DE" sz="1200" dirty="0">
                          <a:solidFill>
                            <a:schemeClr val="bg1"/>
                          </a:solidFill>
                        </a:rPr>
                        <a:t>Stop Backup PLC</a:t>
                      </a:r>
                    </a:p>
                  </a:txBody>
                  <a:tcPr marL="91392" marR="91392" marT="45696" marB="45696"/>
                </a:tc>
                <a:extLst>
                  <a:ext uri="{0D108BD9-81ED-4DB2-BD59-A6C34878D82A}">
                    <a16:rowId xmlns:a16="http://schemas.microsoft.com/office/drawing/2014/main" val="3965505668"/>
                  </a:ext>
                </a:extLst>
              </a:tr>
              <a:tr h="316864">
                <a:tc>
                  <a:txBody>
                    <a:bodyPr/>
                    <a:lstStyle/>
                    <a:p>
                      <a:r>
                        <a:rPr lang="de-DE" sz="1200" dirty="0">
                          <a:solidFill>
                            <a:srgbClr val="0070C0"/>
                          </a:solidFill>
                        </a:rPr>
                        <a:t>10</a:t>
                      </a:r>
                    </a:p>
                  </a:txBody>
                  <a:tcPr marL="91392" marR="91392" marT="45696" marB="45696"/>
                </a:tc>
                <a:tc>
                  <a:txBody>
                    <a:bodyPr/>
                    <a:lstStyle/>
                    <a:p>
                      <a:r>
                        <a:rPr lang="de-DE" sz="1200" dirty="0">
                          <a:solidFill>
                            <a:srgbClr val="0070C0"/>
                          </a:solidFill>
                        </a:rPr>
                        <a:t>Check if SYNCUP is locked</a:t>
                      </a:r>
                    </a:p>
                  </a:txBody>
                  <a:tcPr marL="91392" marR="91392" marT="45696" marB="45696"/>
                </a:tc>
                <a:extLst>
                  <a:ext uri="{0D108BD9-81ED-4DB2-BD59-A6C34878D82A}">
                    <a16:rowId xmlns:a16="http://schemas.microsoft.com/office/drawing/2014/main" val="539929721"/>
                  </a:ext>
                </a:extLst>
              </a:tr>
            </a:tbl>
          </a:graphicData>
        </a:graphic>
      </p:graphicFrame>
      <p:sp>
        <p:nvSpPr>
          <p:cNvPr id="14" name="Rectangle 4">
            <a:extLst>
              <a:ext uri="{FF2B5EF4-FFF2-40B4-BE49-F238E27FC236}">
                <a16:creationId xmlns:a16="http://schemas.microsoft.com/office/drawing/2014/main" id="{54FD86FB-7FEB-4DD8-8EE5-9E2C0CC8A209}"/>
              </a:ext>
            </a:extLst>
          </p:cNvPr>
          <p:cNvSpPr/>
          <p:nvPr/>
        </p:nvSpPr>
        <p:spPr>
          <a:xfrm>
            <a:off x="644833" y="1467074"/>
            <a:ext cx="7160571" cy="2061077"/>
          </a:xfrm>
          <a:prstGeom prst="rect">
            <a:avLst/>
          </a:prstGeom>
        </p:spPr>
        <p:txBody>
          <a:bodyPr wrap="square">
            <a:spAutoFit/>
          </a:bodyPr>
          <a:lstStyle/>
          <a:p>
            <a:r>
              <a:rPr lang="en-US" sz="1600" b="1" dirty="0">
                <a:solidFill>
                  <a:srgbClr val="009999"/>
                </a:solidFill>
                <a:latin typeface="Arial"/>
                <a:ea typeface="Arial Unicode MS" panose="020B0604020202020204" pitchFamily="34" charset="-128"/>
              </a:rPr>
              <a:t>Extensions of the RH_CTRL instruction</a:t>
            </a:r>
          </a:p>
          <a:p>
            <a:pPr marL="285607" indent="-285607">
              <a:buFont typeface="Arial" panose="020B0604020202020204" pitchFamily="34" charset="0"/>
              <a:buChar char="•"/>
            </a:pPr>
            <a:r>
              <a:rPr lang="en-US" sz="1399" b="1" dirty="0"/>
              <a:t>Request SYNCUP</a:t>
            </a:r>
            <a:r>
              <a:rPr lang="en-US" sz="1399" dirty="0"/>
              <a:t>: If the system is in the RUN-Solo state, the SYNCUP can be restarted by calling this function to bring the system back into the redundant state. </a:t>
            </a:r>
          </a:p>
          <a:p>
            <a:pPr marL="285607" indent="-285607">
              <a:buFont typeface="Arial" panose="020B0604020202020204" pitchFamily="34" charset="0"/>
              <a:buChar char="•"/>
            </a:pPr>
            <a:r>
              <a:rPr lang="en-US" sz="1399" b="1" dirty="0"/>
              <a:t>Stop Primary-PLC:</a:t>
            </a:r>
            <a:r>
              <a:rPr lang="en-US" sz="1399" dirty="0"/>
              <a:t> When running redundantly, the primary PLC is stopped and the backup PLC runs in RUN solo mode. </a:t>
            </a:r>
            <a:br>
              <a:rPr lang="en-US" sz="1399" dirty="0"/>
            </a:br>
            <a:r>
              <a:rPr lang="en-US" sz="1399" dirty="0"/>
              <a:t>If the SYNCUP is then requested again (mode 7), the system works with </a:t>
            </a:r>
            <a:r>
              <a:rPr lang="en-US" sz="1399" b="1" dirty="0"/>
              <a:t>swapped roles (primary/backup) </a:t>
            </a:r>
            <a:r>
              <a:rPr lang="en-US" sz="1399" dirty="0"/>
              <a:t>redundant.</a:t>
            </a:r>
          </a:p>
          <a:p>
            <a:pPr marL="285607" indent="-285607">
              <a:buFont typeface="Arial" panose="020B0604020202020204" pitchFamily="34" charset="0"/>
              <a:buChar char="•"/>
            </a:pPr>
            <a:r>
              <a:rPr lang="en-US" sz="1399" b="1" dirty="0"/>
              <a:t>Stop backup PLC:</a:t>
            </a:r>
            <a:r>
              <a:rPr lang="en-US" sz="1399" dirty="0"/>
              <a:t> When running redundantly, the backup PLC is stopped and the primary PLC continues to run in RUN solo mode.</a:t>
            </a:r>
          </a:p>
        </p:txBody>
      </p:sp>
      <p:grpSp>
        <p:nvGrpSpPr>
          <p:cNvPr id="4" name="Gruppieren 3">
            <a:extLst>
              <a:ext uri="{FF2B5EF4-FFF2-40B4-BE49-F238E27FC236}">
                <a16:creationId xmlns:a16="http://schemas.microsoft.com/office/drawing/2014/main" id="{3BDA862B-7B46-4D03-A361-205403A82722}"/>
              </a:ext>
            </a:extLst>
          </p:cNvPr>
          <p:cNvGrpSpPr/>
          <p:nvPr/>
        </p:nvGrpSpPr>
        <p:grpSpPr>
          <a:xfrm>
            <a:off x="972420" y="4887227"/>
            <a:ext cx="1277783" cy="588011"/>
            <a:chOff x="757333" y="4945723"/>
            <a:chExt cx="1278449" cy="588317"/>
          </a:xfrm>
        </p:grpSpPr>
        <p:sp>
          <p:nvSpPr>
            <p:cNvPr id="12" name="Text Box 16">
              <a:extLst>
                <a:ext uri="{FF2B5EF4-FFF2-40B4-BE49-F238E27FC236}">
                  <a16:creationId xmlns:a16="http://schemas.microsoft.com/office/drawing/2014/main" id="{1C39340B-A398-4E9F-9FB4-C8B1536B74EF}"/>
                </a:ext>
              </a:extLst>
            </p:cNvPr>
            <p:cNvSpPr txBox="1">
              <a:spLocks noChangeArrowheads="1"/>
            </p:cNvSpPr>
            <p:nvPr>
              <p:custDataLst>
                <p:tags r:id="rId19"/>
              </p:custDataLst>
            </p:nvPr>
          </p:nvSpPr>
          <p:spPr bwMode="auto">
            <a:xfrm>
              <a:off x="785129" y="4945723"/>
              <a:ext cx="474490"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0070C0"/>
                  </a:solidFill>
                </a:rPr>
                <a:t>Primary</a:t>
              </a:r>
            </a:p>
          </p:txBody>
        </p:sp>
        <p:grpSp>
          <p:nvGrpSpPr>
            <p:cNvPr id="18" name="Gruppieren 17">
              <a:extLst>
                <a:ext uri="{FF2B5EF4-FFF2-40B4-BE49-F238E27FC236}">
                  <a16:creationId xmlns:a16="http://schemas.microsoft.com/office/drawing/2014/main" id="{AABBB937-3474-4ADD-9A73-6F0FF1490C99}"/>
                </a:ext>
              </a:extLst>
            </p:cNvPr>
            <p:cNvGrpSpPr/>
            <p:nvPr/>
          </p:nvGrpSpPr>
          <p:grpSpPr>
            <a:xfrm>
              <a:off x="757333" y="5103567"/>
              <a:ext cx="503367" cy="430473"/>
              <a:chOff x="5633257" y="2448326"/>
              <a:chExt cx="3891741" cy="2958295"/>
            </a:xfrm>
            <a:solidFill>
              <a:schemeClr val="bg1"/>
            </a:solidFill>
          </p:grpSpPr>
          <p:pic>
            <p:nvPicPr>
              <p:cNvPr id="26" name="product_simatic-s7-1500.png">
                <a:extLst>
                  <a:ext uri="{FF2B5EF4-FFF2-40B4-BE49-F238E27FC236}">
                    <a16:creationId xmlns:a16="http://schemas.microsoft.com/office/drawing/2014/main" id="{6257E5DD-053A-4D2A-9107-0726EA0FBAA8}"/>
                  </a:ext>
                </a:extLst>
              </p:cNvPr>
              <p:cNvPicPr>
                <a:picLocks noChangeAspect="1"/>
              </p:cNvPicPr>
              <p:nvPr>
                <p:custDataLst>
                  <p:tags r:id="rId24"/>
                </p:custDataLst>
              </p:nvPr>
            </p:nvPicPr>
            <p:blipFill rotWithShape="1">
              <a:blip r:embed="rId3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27" name="product_simatic-s7-1500.png">
                <a:extLst>
                  <a:ext uri="{FF2B5EF4-FFF2-40B4-BE49-F238E27FC236}">
                    <a16:creationId xmlns:a16="http://schemas.microsoft.com/office/drawing/2014/main" id="{F129404D-9147-4232-8DD3-9078C19F3CD6}"/>
                  </a:ext>
                </a:extLst>
              </p:cNvPr>
              <p:cNvPicPr>
                <a:picLocks noChangeAspect="1"/>
              </p:cNvPicPr>
              <p:nvPr>
                <p:custDataLst>
                  <p:tags r:id="rId25"/>
                </p:custDataLst>
              </p:nvPr>
            </p:nvPicPr>
            <p:blipFill rotWithShape="1">
              <a:blip r:embed="rId3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28" name="product_simatic-s7-1500.png">
                <a:extLst>
                  <a:ext uri="{FF2B5EF4-FFF2-40B4-BE49-F238E27FC236}">
                    <a16:creationId xmlns:a16="http://schemas.microsoft.com/office/drawing/2014/main" id="{A6929F4B-1BD4-4A64-B86D-6D38527C3D4B}"/>
                  </a:ext>
                </a:extLst>
              </p:cNvPr>
              <p:cNvPicPr>
                <a:picLocks noChangeAspect="1"/>
              </p:cNvPicPr>
              <p:nvPr>
                <p:custDataLst>
                  <p:tags r:id="rId26"/>
                </p:custDataLst>
              </p:nvPr>
            </p:nvPicPr>
            <p:blipFill rotWithShape="1">
              <a:blip r:embed="rId33"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sp>
          <p:nvSpPr>
            <p:cNvPr id="20" name="Line 29">
              <a:extLst>
                <a:ext uri="{FF2B5EF4-FFF2-40B4-BE49-F238E27FC236}">
                  <a16:creationId xmlns:a16="http://schemas.microsoft.com/office/drawing/2014/main" id="{AED17C81-D118-482A-BB06-8709AD879389}"/>
                </a:ext>
              </a:extLst>
            </p:cNvPr>
            <p:cNvSpPr>
              <a:spLocks noChangeShapeType="1"/>
            </p:cNvSpPr>
            <p:nvPr/>
          </p:nvSpPr>
          <p:spPr bwMode="auto">
            <a:xfrm>
              <a:off x="1260700" y="5450625"/>
              <a:ext cx="431846"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21" name="Line 30">
              <a:extLst>
                <a:ext uri="{FF2B5EF4-FFF2-40B4-BE49-F238E27FC236}">
                  <a16:creationId xmlns:a16="http://schemas.microsoft.com/office/drawing/2014/main" id="{C4F27AD1-9B4C-4456-B919-047CAE28A9F4}"/>
                </a:ext>
              </a:extLst>
            </p:cNvPr>
            <p:cNvSpPr>
              <a:spLocks noChangeShapeType="1"/>
            </p:cNvSpPr>
            <p:nvPr/>
          </p:nvSpPr>
          <p:spPr bwMode="auto">
            <a:xfrm>
              <a:off x="1260700" y="5485356"/>
              <a:ext cx="431847"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13" name="Text Box 21">
              <a:extLst>
                <a:ext uri="{FF2B5EF4-FFF2-40B4-BE49-F238E27FC236}">
                  <a16:creationId xmlns:a16="http://schemas.microsoft.com/office/drawing/2014/main" id="{0246148E-506E-4464-8F2F-365ABF2AFEE7}"/>
                </a:ext>
              </a:extLst>
            </p:cNvPr>
            <p:cNvSpPr txBox="1">
              <a:spLocks noChangeArrowheads="1"/>
            </p:cNvSpPr>
            <p:nvPr>
              <p:custDataLst>
                <p:tags r:id="rId20"/>
              </p:custDataLst>
            </p:nvPr>
          </p:nvSpPr>
          <p:spPr bwMode="auto">
            <a:xfrm>
              <a:off x="1574116" y="4945723"/>
              <a:ext cx="461666"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Backup</a:t>
              </a:r>
            </a:p>
          </p:txBody>
        </p:sp>
        <p:grpSp>
          <p:nvGrpSpPr>
            <p:cNvPr id="19" name="Gruppieren 18">
              <a:extLst>
                <a:ext uri="{FF2B5EF4-FFF2-40B4-BE49-F238E27FC236}">
                  <a16:creationId xmlns:a16="http://schemas.microsoft.com/office/drawing/2014/main" id="{4F5F25BD-488E-42DC-8DFE-E75F5EEC42E1}"/>
                </a:ext>
              </a:extLst>
            </p:cNvPr>
            <p:cNvGrpSpPr/>
            <p:nvPr/>
          </p:nvGrpSpPr>
          <p:grpSpPr>
            <a:xfrm>
              <a:off x="1526667" y="5103567"/>
              <a:ext cx="503367" cy="430473"/>
              <a:chOff x="5633257" y="2448326"/>
              <a:chExt cx="3891741" cy="2958295"/>
            </a:xfrm>
            <a:solidFill>
              <a:schemeClr val="bg1"/>
            </a:solidFill>
          </p:grpSpPr>
          <p:pic>
            <p:nvPicPr>
              <p:cNvPr id="23" name="product_simatic-s7-1500.png">
                <a:extLst>
                  <a:ext uri="{FF2B5EF4-FFF2-40B4-BE49-F238E27FC236}">
                    <a16:creationId xmlns:a16="http://schemas.microsoft.com/office/drawing/2014/main" id="{56F856C2-DBED-46C5-AE2F-23CD2823E4B2}"/>
                  </a:ext>
                </a:extLst>
              </p:cNvPr>
              <p:cNvPicPr>
                <a:picLocks noChangeAspect="1"/>
              </p:cNvPicPr>
              <p:nvPr>
                <p:custDataLst>
                  <p:tags r:id="rId21"/>
                </p:custDataLst>
              </p:nvPr>
            </p:nvPicPr>
            <p:blipFill rotWithShape="1">
              <a:blip r:embed="rId3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24" name="product_simatic-s7-1500.png">
                <a:extLst>
                  <a:ext uri="{FF2B5EF4-FFF2-40B4-BE49-F238E27FC236}">
                    <a16:creationId xmlns:a16="http://schemas.microsoft.com/office/drawing/2014/main" id="{5290B23B-3D05-466A-AAB7-07BCEE111328}"/>
                  </a:ext>
                </a:extLst>
              </p:cNvPr>
              <p:cNvPicPr>
                <a:picLocks noChangeAspect="1"/>
              </p:cNvPicPr>
              <p:nvPr>
                <p:custDataLst>
                  <p:tags r:id="rId22"/>
                </p:custDataLst>
              </p:nvPr>
            </p:nvPicPr>
            <p:blipFill rotWithShape="1">
              <a:blip r:embed="rId3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25" name="product_simatic-s7-1500.png">
                <a:extLst>
                  <a:ext uri="{FF2B5EF4-FFF2-40B4-BE49-F238E27FC236}">
                    <a16:creationId xmlns:a16="http://schemas.microsoft.com/office/drawing/2014/main" id="{FD294112-9EC2-4B90-A3BA-BAD1F44F824B}"/>
                  </a:ext>
                </a:extLst>
              </p:cNvPr>
              <p:cNvPicPr>
                <a:picLocks noChangeAspect="1"/>
              </p:cNvPicPr>
              <p:nvPr>
                <p:custDataLst>
                  <p:tags r:id="rId23"/>
                </p:custDataLst>
              </p:nvPr>
            </p:nvPicPr>
            <p:blipFill rotWithShape="1">
              <a:blip r:embed="rId33"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sp>
        <p:nvSpPr>
          <p:cNvPr id="8" name="Pfeil: nach rechts 7">
            <a:extLst>
              <a:ext uri="{FF2B5EF4-FFF2-40B4-BE49-F238E27FC236}">
                <a16:creationId xmlns:a16="http://schemas.microsoft.com/office/drawing/2014/main" id="{B4B5FDA1-A395-40E9-9C17-11B152BF3F4B}"/>
              </a:ext>
            </a:extLst>
          </p:cNvPr>
          <p:cNvSpPr/>
          <p:nvPr/>
        </p:nvSpPr>
        <p:spPr bwMode="auto">
          <a:xfrm>
            <a:off x="2530347" y="5044989"/>
            <a:ext cx="827661" cy="466848"/>
          </a:xfrm>
          <a:prstGeom prst="right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700" dirty="0">
                <a:solidFill>
                  <a:srgbClr val="000000"/>
                </a:solidFill>
                <a:latin typeface="Arial"/>
                <a:ea typeface="Arial Unicode MS" panose="020B0604020202020204" pitchFamily="34" charset="-128"/>
                <a:cs typeface="Arial Unicode MS" panose="020B0604020202020204" pitchFamily="34" charset="-128"/>
              </a:rPr>
              <a:t>RH_CTRL</a:t>
            </a:r>
            <a:br>
              <a:rPr lang="en-US" sz="700" dirty="0">
                <a:solidFill>
                  <a:srgbClr val="000000"/>
                </a:solidFill>
                <a:latin typeface="Arial"/>
                <a:ea typeface="Arial Unicode MS" panose="020B0604020202020204" pitchFamily="34" charset="-128"/>
                <a:cs typeface="Arial Unicode MS" panose="020B0604020202020204" pitchFamily="34" charset="-128"/>
              </a:rPr>
            </a:br>
            <a:r>
              <a:rPr lang="en-US" sz="700" dirty="0">
                <a:solidFill>
                  <a:srgbClr val="000000"/>
                </a:solidFill>
                <a:latin typeface="Arial"/>
                <a:ea typeface="Arial Unicode MS" panose="020B0604020202020204" pitchFamily="34" charset="-128"/>
                <a:cs typeface="Arial Unicode MS" panose="020B0604020202020204" pitchFamily="34" charset="-128"/>
              </a:rPr>
              <a:t>Mode 8</a:t>
            </a:r>
          </a:p>
        </p:txBody>
      </p:sp>
      <p:grpSp>
        <p:nvGrpSpPr>
          <p:cNvPr id="29" name="Gruppieren 28">
            <a:extLst>
              <a:ext uri="{FF2B5EF4-FFF2-40B4-BE49-F238E27FC236}">
                <a16:creationId xmlns:a16="http://schemas.microsoft.com/office/drawing/2014/main" id="{C1C7B422-7E0F-4532-99F9-5C6D70FA9ED9}"/>
              </a:ext>
            </a:extLst>
          </p:cNvPr>
          <p:cNvGrpSpPr/>
          <p:nvPr/>
        </p:nvGrpSpPr>
        <p:grpSpPr>
          <a:xfrm>
            <a:off x="3564698" y="4886183"/>
            <a:ext cx="1284193" cy="588011"/>
            <a:chOff x="757333" y="4945723"/>
            <a:chExt cx="1284862" cy="588317"/>
          </a:xfrm>
        </p:grpSpPr>
        <p:sp>
          <p:nvSpPr>
            <p:cNvPr id="30" name="Text Box 16">
              <a:extLst>
                <a:ext uri="{FF2B5EF4-FFF2-40B4-BE49-F238E27FC236}">
                  <a16:creationId xmlns:a16="http://schemas.microsoft.com/office/drawing/2014/main" id="{6DF0ABAC-AACD-4FE4-8FA7-AD339B5A6921}"/>
                </a:ext>
              </a:extLst>
            </p:cNvPr>
            <p:cNvSpPr txBox="1">
              <a:spLocks noChangeArrowheads="1"/>
            </p:cNvSpPr>
            <p:nvPr>
              <p:custDataLst>
                <p:tags r:id="rId11"/>
              </p:custDataLst>
            </p:nvPr>
          </p:nvSpPr>
          <p:spPr bwMode="auto">
            <a:xfrm>
              <a:off x="848449" y="4945723"/>
              <a:ext cx="347852"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C00000"/>
                  </a:solidFill>
                </a:rPr>
                <a:t>STOP</a:t>
              </a:r>
            </a:p>
          </p:txBody>
        </p:sp>
        <p:grpSp>
          <p:nvGrpSpPr>
            <p:cNvPr id="31" name="Gruppieren 30">
              <a:extLst>
                <a:ext uri="{FF2B5EF4-FFF2-40B4-BE49-F238E27FC236}">
                  <a16:creationId xmlns:a16="http://schemas.microsoft.com/office/drawing/2014/main" id="{BBFBAC0C-78B4-413B-999E-3B7A0292D049}"/>
                </a:ext>
              </a:extLst>
            </p:cNvPr>
            <p:cNvGrpSpPr/>
            <p:nvPr/>
          </p:nvGrpSpPr>
          <p:grpSpPr>
            <a:xfrm>
              <a:off x="757333" y="5103567"/>
              <a:ext cx="503367" cy="430473"/>
              <a:chOff x="5633257" y="2448326"/>
              <a:chExt cx="3891741" cy="2958295"/>
            </a:xfrm>
            <a:solidFill>
              <a:schemeClr val="bg1"/>
            </a:solidFill>
          </p:grpSpPr>
          <p:pic>
            <p:nvPicPr>
              <p:cNvPr id="39" name="product_simatic-s7-1500.png">
                <a:extLst>
                  <a:ext uri="{FF2B5EF4-FFF2-40B4-BE49-F238E27FC236}">
                    <a16:creationId xmlns:a16="http://schemas.microsoft.com/office/drawing/2014/main" id="{8FA3A405-4B26-4C45-8340-41A55F032354}"/>
                  </a:ext>
                </a:extLst>
              </p:cNvPr>
              <p:cNvPicPr>
                <a:picLocks noChangeAspect="1"/>
              </p:cNvPicPr>
              <p:nvPr>
                <p:custDataLst>
                  <p:tags r:id="rId16"/>
                </p:custDataLst>
              </p:nvPr>
            </p:nvPicPr>
            <p:blipFill rotWithShape="1">
              <a:blip r:embed="rId3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40" name="product_simatic-s7-1500.png">
                <a:extLst>
                  <a:ext uri="{FF2B5EF4-FFF2-40B4-BE49-F238E27FC236}">
                    <a16:creationId xmlns:a16="http://schemas.microsoft.com/office/drawing/2014/main" id="{73ABB6FE-E98D-4A38-BC74-1F96E6F2A621}"/>
                  </a:ext>
                </a:extLst>
              </p:cNvPr>
              <p:cNvPicPr>
                <a:picLocks noChangeAspect="1"/>
              </p:cNvPicPr>
              <p:nvPr>
                <p:custDataLst>
                  <p:tags r:id="rId17"/>
                </p:custDataLst>
              </p:nvPr>
            </p:nvPicPr>
            <p:blipFill rotWithShape="1">
              <a:blip r:embed="rId3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41" name="product_simatic-s7-1500.png">
                <a:extLst>
                  <a:ext uri="{FF2B5EF4-FFF2-40B4-BE49-F238E27FC236}">
                    <a16:creationId xmlns:a16="http://schemas.microsoft.com/office/drawing/2014/main" id="{F9DC2C78-3180-41CA-B17C-F6A54511C7E5}"/>
                  </a:ext>
                </a:extLst>
              </p:cNvPr>
              <p:cNvPicPr>
                <a:picLocks noChangeAspect="1"/>
              </p:cNvPicPr>
              <p:nvPr>
                <p:custDataLst>
                  <p:tags r:id="rId18"/>
                </p:custDataLst>
              </p:nvPr>
            </p:nvPicPr>
            <p:blipFill rotWithShape="1">
              <a:blip r:embed="rId33"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sp>
          <p:nvSpPr>
            <p:cNvPr id="32" name="Line 29">
              <a:extLst>
                <a:ext uri="{FF2B5EF4-FFF2-40B4-BE49-F238E27FC236}">
                  <a16:creationId xmlns:a16="http://schemas.microsoft.com/office/drawing/2014/main" id="{EAB03F4F-A56A-4B6D-B320-15F75F4D8C0B}"/>
                </a:ext>
              </a:extLst>
            </p:cNvPr>
            <p:cNvSpPr>
              <a:spLocks noChangeShapeType="1"/>
            </p:cNvSpPr>
            <p:nvPr/>
          </p:nvSpPr>
          <p:spPr bwMode="auto">
            <a:xfrm>
              <a:off x="1260700" y="5450625"/>
              <a:ext cx="431846"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33" name="Line 30">
              <a:extLst>
                <a:ext uri="{FF2B5EF4-FFF2-40B4-BE49-F238E27FC236}">
                  <a16:creationId xmlns:a16="http://schemas.microsoft.com/office/drawing/2014/main" id="{52FFD61C-152D-4C44-95F6-A2A5426F5728}"/>
                </a:ext>
              </a:extLst>
            </p:cNvPr>
            <p:cNvSpPr>
              <a:spLocks noChangeShapeType="1"/>
            </p:cNvSpPr>
            <p:nvPr/>
          </p:nvSpPr>
          <p:spPr bwMode="auto">
            <a:xfrm>
              <a:off x="1260700" y="5485356"/>
              <a:ext cx="431847"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34" name="Text Box 21">
              <a:extLst>
                <a:ext uri="{FF2B5EF4-FFF2-40B4-BE49-F238E27FC236}">
                  <a16:creationId xmlns:a16="http://schemas.microsoft.com/office/drawing/2014/main" id="{84069FC7-DCB8-4FA7-B18B-60CAAD1934E3}"/>
                </a:ext>
              </a:extLst>
            </p:cNvPr>
            <p:cNvSpPr txBox="1">
              <a:spLocks noChangeArrowheads="1"/>
            </p:cNvSpPr>
            <p:nvPr>
              <p:custDataLst>
                <p:tags r:id="rId12"/>
              </p:custDataLst>
            </p:nvPr>
          </p:nvSpPr>
          <p:spPr bwMode="auto">
            <a:xfrm>
              <a:off x="1567705" y="4945723"/>
              <a:ext cx="474490"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0070C0"/>
                  </a:solidFill>
                </a:rPr>
                <a:t>Primary</a:t>
              </a:r>
            </a:p>
          </p:txBody>
        </p:sp>
        <p:grpSp>
          <p:nvGrpSpPr>
            <p:cNvPr id="35" name="Gruppieren 34">
              <a:extLst>
                <a:ext uri="{FF2B5EF4-FFF2-40B4-BE49-F238E27FC236}">
                  <a16:creationId xmlns:a16="http://schemas.microsoft.com/office/drawing/2014/main" id="{2145661F-960A-4814-B61E-4C26C0938DD2}"/>
                </a:ext>
              </a:extLst>
            </p:cNvPr>
            <p:cNvGrpSpPr/>
            <p:nvPr/>
          </p:nvGrpSpPr>
          <p:grpSpPr>
            <a:xfrm>
              <a:off x="1526667" y="5103567"/>
              <a:ext cx="503367" cy="430473"/>
              <a:chOff x="5633257" y="2448326"/>
              <a:chExt cx="3891741" cy="2958295"/>
            </a:xfrm>
            <a:solidFill>
              <a:schemeClr val="bg1"/>
            </a:solidFill>
          </p:grpSpPr>
          <p:pic>
            <p:nvPicPr>
              <p:cNvPr id="36" name="product_simatic-s7-1500.png">
                <a:extLst>
                  <a:ext uri="{FF2B5EF4-FFF2-40B4-BE49-F238E27FC236}">
                    <a16:creationId xmlns:a16="http://schemas.microsoft.com/office/drawing/2014/main" id="{E362960F-26D0-47DF-92A0-C9D23D8BB35B}"/>
                  </a:ext>
                </a:extLst>
              </p:cNvPr>
              <p:cNvPicPr>
                <a:picLocks noChangeAspect="1"/>
              </p:cNvPicPr>
              <p:nvPr>
                <p:custDataLst>
                  <p:tags r:id="rId13"/>
                </p:custDataLst>
              </p:nvPr>
            </p:nvPicPr>
            <p:blipFill rotWithShape="1">
              <a:blip r:embed="rId3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37" name="product_simatic-s7-1500.png">
                <a:extLst>
                  <a:ext uri="{FF2B5EF4-FFF2-40B4-BE49-F238E27FC236}">
                    <a16:creationId xmlns:a16="http://schemas.microsoft.com/office/drawing/2014/main" id="{58A606C2-C89C-4BFA-8E85-2EAB4DEACF8F}"/>
                  </a:ext>
                </a:extLst>
              </p:cNvPr>
              <p:cNvPicPr>
                <a:picLocks noChangeAspect="1"/>
              </p:cNvPicPr>
              <p:nvPr>
                <p:custDataLst>
                  <p:tags r:id="rId14"/>
                </p:custDataLst>
              </p:nvPr>
            </p:nvPicPr>
            <p:blipFill rotWithShape="1">
              <a:blip r:embed="rId3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38" name="product_simatic-s7-1500.png">
                <a:extLst>
                  <a:ext uri="{FF2B5EF4-FFF2-40B4-BE49-F238E27FC236}">
                    <a16:creationId xmlns:a16="http://schemas.microsoft.com/office/drawing/2014/main" id="{F3AD57F7-9B2D-447F-9DED-97239A536F97}"/>
                  </a:ext>
                </a:extLst>
              </p:cNvPr>
              <p:cNvPicPr>
                <a:picLocks noChangeAspect="1"/>
              </p:cNvPicPr>
              <p:nvPr>
                <p:custDataLst>
                  <p:tags r:id="rId15"/>
                </p:custDataLst>
              </p:nvPr>
            </p:nvPicPr>
            <p:blipFill rotWithShape="1">
              <a:blip r:embed="rId33"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sp>
        <p:nvSpPr>
          <p:cNvPr id="42" name="Pfeil: nach rechts 41">
            <a:extLst>
              <a:ext uri="{FF2B5EF4-FFF2-40B4-BE49-F238E27FC236}">
                <a16:creationId xmlns:a16="http://schemas.microsoft.com/office/drawing/2014/main" id="{BE6B5C8D-0443-40E7-A552-C05244F20C3B}"/>
              </a:ext>
            </a:extLst>
          </p:cNvPr>
          <p:cNvSpPr/>
          <p:nvPr/>
        </p:nvSpPr>
        <p:spPr bwMode="auto">
          <a:xfrm>
            <a:off x="5117475" y="5008390"/>
            <a:ext cx="827661" cy="466848"/>
          </a:xfrm>
          <a:prstGeom prst="right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700" dirty="0">
                <a:solidFill>
                  <a:srgbClr val="000000"/>
                </a:solidFill>
                <a:latin typeface="Arial"/>
                <a:ea typeface="Arial Unicode MS" panose="020B0604020202020204" pitchFamily="34" charset="-128"/>
                <a:cs typeface="Arial Unicode MS" panose="020B0604020202020204" pitchFamily="34" charset="-128"/>
              </a:rPr>
              <a:t>RH_CTRL</a:t>
            </a:r>
            <a:br>
              <a:rPr lang="en-US" sz="700" dirty="0">
                <a:solidFill>
                  <a:srgbClr val="000000"/>
                </a:solidFill>
                <a:latin typeface="Arial"/>
                <a:ea typeface="Arial Unicode MS" panose="020B0604020202020204" pitchFamily="34" charset="-128"/>
                <a:cs typeface="Arial Unicode MS" panose="020B0604020202020204" pitchFamily="34" charset="-128"/>
              </a:rPr>
            </a:br>
            <a:r>
              <a:rPr lang="en-US" sz="700" dirty="0">
                <a:solidFill>
                  <a:srgbClr val="000000"/>
                </a:solidFill>
                <a:latin typeface="Arial"/>
                <a:ea typeface="Arial Unicode MS" panose="020B0604020202020204" pitchFamily="34" charset="-128"/>
                <a:cs typeface="Arial Unicode MS" panose="020B0604020202020204" pitchFamily="34" charset="-128"/>
              </a:rPr>
              <a:t>Mode 7</a:t>
            </a:r>
          </a:p>
        </p:txBody>
      </p:sp>
      <p:grpSp>
        <p:nvGrpSpPr>
          <p:cNvPr id="43" name="Gruppieren 42">
            <a:extLst>
              <a:ext uri="{FF2B5EF4-FFF2-40B4-BE49-F238E27FC236}">
                <a16:creationId xmlns:a16="http://schemas.microsoft.com/office/drawing/2014/main" id="{596E9388-2BFB-4C3F-8EA1-3D5038050571}"/>
              </a:ext>
            </a:extLst>
          </p:cNvPr>
          <p:cNvGrpSpPr/>
          <p:nvPr/>
        </p:nvGrpSpPr>
        <p:grpSpPr>
          <a:xfrm>
            <a:off x="6151826" y="4849584"/>
            <a:ext cx="1284193" cy="588011"/>
            <a:chOff x="757333" y="4945723"/>
            <a:chExt cx="1284862" cy="588317"/>
          </a:xfrm>
        </p:grpSpPr>
        <p:sp>
          <p:nvSpPr>
            <p:cNvPr id="44" name="Text Box 16">
              <a:extLst>
                <a:ext uri="{FF2B5EF4-FFF2-40B4-BE49-F238E27FC236}">
                  <a16:creationId xmlns:a16="http://schemas.microsoft.com/office/drawing/2014/main" id="{52B6841E-9F22-4C16-9A33-DDB058B7A24D}"/>
                </a:ext>
              </a:extLst>
            </p:cNvPr>
            <p:cNvSpPr txBox="1">
              <a:spLocks noChangeArrowheads="1"/>
            </p:cNvSpPr>
            <p:nvPr>
              <p:custDataLst>
                <p:tags r:id="rId3"/>
              </p:custDataLst>
            </p:nvPr>
          </p:nvSpPr>
          <p:spPr bwMode="auto">
            <a:xfrm>
              <a:off x="791542" y="4945723"/>
              <a:ext cx="461666"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Backup</a:t>
              </a:r>
            </a:p>
          </p:txBody>
        </p:sp>
        <p:grpSp>
          <p:nvGrpSpPr>
            <p:cNvPr id="45" name="Gruppieren 44">
              <a:extLst>
                <a:ext uri="{FF2B5EF4-FFF2-40B4-BE49-F238E27FC236}">
                  <a16:creationId xmlns:a16="http://schemas.microsoft.com/office/drawing/2014/main" id="{593EEC68-7546-45C9-93BC-7C36C9BD40F5}"/>
                </a:ext>
              </a:extLst>
            </p:cNvPr>
            <p:cNvGrpSpPr/>
            <p:nvPr/>
          </p:nvGrpSpPr>
          <p:grpSpPr>
            <a:xfrm>
              <a:off x="757333" y="5103567"/>
              <a:ext cx="503367" cy="430473"/>
              <a:chOff x="5633257" y="2448326"/>
              <a:chExt cx="3891741" cy="2958295"/>
            </a:xfrm>
            <a:solidFill>
              <a:schemeClr val="bg1"/>
            </a:solidFill>
          </p:grpSpPr>
          <p:pic>
            <p:nvPicPr>
              <p:cNvPr id="53" name="product_simatic-s7-1500.png">
                <a:extLst>
                  <a:ext uri="{FF2B5EF4-FFF2-40B4-BE49-F238E27FC236}">
                    <a16:creationId xmlns:a16="http://schemas.microsoft.com/office/drawing/2014/main" id="{4C4F009B-642F-4333-94DA-41A4574BA2B0}"/>
                  </a:ext>
                </a:extLst>
              </p:cNvPr>
              <p:cNvPicPr>
                <a:picLocks noChangeAspect="1"/>
              </p:cNvPicPr>
              <p:nvPr>
                <p:custDataLst>
                  <p:tags r:id="rId8"/>
                </p:custDataLst>
              </p:nvPr>
            </p:nvPicPr>
            <p:blipFill rotWithShape="1">
              <a:blip r:embed="rId3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54" name="product_simatic-s7-1500.png">
                <a:extLst>
                  <a:ext uri="{FF2B5EF4-FFF2-40B4-BE49-F238E27FC236}">
                    <a16:creationId xmlns:a16="http://schemas.microsoft.com/office/drawing/2014/main" id="{C536E0E7-9CD7-4278-8E0A-C85139A1F78D}"/>
                  </a:ext>
                </a:extLst>
              </p:cNvPr>
              <p:cNvPicPr>
                <a:picLocks noChangeAspect="1"/>
              </p:cNvPicPr>
              <p:nvPr>
                <p:custDataLst>
                  <p:tags r:id="rId9"/>
                </p:custDataLst>
              </p:nvPr>
            </p:nvPicPr>
            <p:blipFill rotWithShape="1">
              <a:blip r:embed="rId3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55" name="product_simatic-s7-1500.png">
                <a:extLst>
                  <a:ext uri="{FF2B5EF4-FFF2-40B4-BE49-F238E27FC236}">
                    <a16:creationId xmlns:a16="http://schemas.microsoft.com/office/drawing/2014/main" id="{BFACB610-C776-43AE-B6D1-137C5586D341}"/>
                  </a:ext>
                </a:extLst>
              </p:cNvPr>
              <p:cNvPicPr>
                <a:picLocks noChangeAspect="1"/>
              </p:cNvPicPr>
              <p:nvPr>
                <p:custDataLst>
                  <p:tags r:id="rId10"/>
                </p:custDataLst>
              </p:nvPr>
            </p:nvPicPr>
            <p:blipFill rotWithShape="1">
              <a:blip r:embed="rId33"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sp>
          <p:nvSpPr>
            <p:cNvPr id="46" name="Line 29">
              <a:extLst>
                <a:ext uri="{FF2B5EF4-FFF2-40B4-BE49-F238E27FC236}">
                  <a16:creationId xmlns:a16="http://schemas.microsoft.com/office/drawing/2014/main" id="{14A0CD0C-F185-462D-B667-CC5485F0C518}"/>
                </a:ext>
              </a:extLst>
            </p:cNvPr>
            <p:cNvSpPr>
              <a:spLocks noChangeShapeType="1"/>
            </p:cNvSpPr>
            <p:nvPr/>
          </p:nvSpPr>
          <p:spPr bwMode="auto">
            <a:xfrm>
              <a:off x="1260700" y="5450625"/>
              <a:ext cx="431846"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47" name="Line 30">
              <a:extLst>
                <a:ext uri="{FF2B5EF4-FFF2-40B4-BE49-F238E27FC236}">
                  <a16:creationId xmlns:a16="http://schemas.microsoft.com/office/drawing/2014/main" id="{341C3D0B-EFBE-4D24-8024-C08908DF15A6}"/>
                </a:ext>
              </a:extLst>
            </p:cNvPr>
            <p:cNvSpPr>
              <a:spLocks noChangeShapeType="1"/>
            </p:cNvSpPr>
            <p:nvPr/>
          </p:nvSpPr>
          <p:spPr bwMode="auto">
            <a:xfrm>
              <a:off x="1260700" y="5485356"/>
              <a:ext cx="431847" cy="0"/>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48" name="Text Box 21">
              <a:extLst>
                <a:ext uri="{FF2B5EF4-FFF2-40B4-BE49-F238E27FC236}">
                  <a16:creationId xmlns:a16="http://schemas.microsoft.com/office/drawing/2014/main" id="{D7401F3D-1B6C-4147-A197-570CC3344D49}"/>
                </a:ext>
              </a:extLst>
            </p:cNvPr>
            <p:cNvSpPr txBox="1">
              <a:spLocks noChangeArrowheads="1"/>
            </p:cNvSpPr>
            <p:nvPr>
              <p:custDataLst>
                <p:tags r:id="rId4"/>
              </p:custDataLst>
            </p:nvPr>
          </p:nvSpPr>
          <p:spPr bwMode="auto">
            <a:xfrm>
              <a:off x="1567705" y="4945723"/>
              <a:ext cx="474490"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rgbClr val="0070C0"/>
                  </a:solidFill>
                </a:rPr>
                <a:t>Primary</a:t>
              </a:r>
            </a:p>
          </p:txBody>
        </p:sp>
        <p:grpSp>
          <p:nvGrpSpPr>
            <p:cNvPr id="49" name="Gruppieren 48">
              <a:extLst>
                <a:ext uri="{FF2B5EF4-FFF2-40B4-BE49-F238E27FC236}">
                  <a16:creationId xmlns:a16="http://schemas.microsoft.com/office/drawing/2014/main" id="{0BFC5E2C-2429-464A-B46F-2FF485F2CC09}"/>
                </a:ext>
              </a:extLst>
            </p:cNvPr>
            <p:cNvGrpSpPr/>
            <p:nvPr/>
          </p:nvGrpSpPr>
          <p:grpSpPr>
            <a:xfrm>
              <a:off x="1526667" y="5103567"/>
              <a:ext cx="503367" cy="430473"/>
              <a:chOff x="5633257" y="2448326"/>
              <a:chExt cx="3891741" cy="2958295"/>
            </a:xfrm>
            <a:solidFill>
              <a:schemeClr val="bg1"/>
            </a:solidFill>
          </p:grpSpPr>
          <p:pic>
            <p:nvPicPr>
              <p:cNvPr id="50" name="product_simatic-s7-1500.png">
                <a:extLst>
                  <a:ext uri="{FF2B5EF4-FFF2-40B4-BE49-F238E27FC236}">
                    <a16:creationId xmlns:a16="http://schemas.microsoft.com/office/drawing/2014/main" id="{C93993B5-A7F5-413A-8520-DE658C942940}"/>
                  </a:ext>
                </a:extLst>
              </p:cNvPr>
              <p:cNvPicPr>
                <a:picLocks noChangeAspect="1"/>
              </p:cNvPicPr>
              <p:nvPr>
                <p:custDataLst>
                  <p:tags r:id="rId5"/>
                </p:custDataLst>
              </p:nvPr>
            </p:nvPicPr>
            <p:blipFill rotWithShape="1">
              <a:blip r:embed="rId3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51" name="product_simatic-s7-1500.png">
                <a:extLst>
                  <a:ext uri="{FF2B5EF4-FFF2-40B4-BE49-F238E27FC236}">
                    <a16:creationId xmlns:a16="http://schemas.microsoft.com/office/drawing/2014/main" id="{14B9C0F8-6D5D-44D1-AF3D-B51A097C7690}"/>
                  </a:ext>
                </a:extLst>
              </p:cNvPr>
              <p:cNvPicPr>
                <a:picLocks noChangeAspect="1"/>
              </p:cNvPicPr>
              <p:nvPr>
                <p:custDataLst>
                  <p:tags r:id="rId6"/>
                </p:custDataLst>
              </p:nvPr>
            </p:nvPicPr>
            <p:blipFill rotWithShape="1">
              <a:blip r:embed="rId3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52" name="product_simatic-s7-1500.png">
                <a:extLst>
                  <a:ext uri="{FF2B5EF4-FFF2-40B4-BE49-F238E27FC236}">
                    <a16:creationId xmlns:a16="http://schemas.microsoft.com/office/drawing/2014/main" id="{7A4B750B-A63E-4550-9D5E-217A6C3A77EF}"/>
                  </a:ext>
                </a:extLst>
              </p:cNvPr>
              <p:cNvPicPr>
                <a:picLocks noChangeAspect="1"/>
              </p:cNvPicPr>
              <p:nvPr>
                <p:custDataLst>
                  <p:tags r:id="rId7"/>
                </p:custDataLst>
              </p:nvPr>
            </p:nvPicPr>
            <p:blipFill rotWithShape="1">
              <a:blip r:embed="rId33"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sp>
        <p:nvSpPr>
          <p:cNvPr id="9" name="Textfeld 8">
            <a:extLst>
              <a:ext uri="{FF2B5EF4-FFF2-40B4-BE49-F238E27FC236}">
                <a16:creationId xmlns:a16="http://schemas.microsoft.com/office/drawing/2014/main" id="{DF733FE5-186C-46D3-9507-97EC381E347B}"/>
              </a:ext>
            </a:extLst>
          </p:cNvPr>
          <p:cNvSpPr txBox="1"/>
          <p:nvPr/>
        </p:nvSpPr>
        <p:spPr>
          <a:xfrm>
            <a:off x="1097817" y="5560411"/>
            <a:ext cx="1071844" cy="101338"/>
          </a:xfrm>
          <a:prstGeom prst="rect">
            <a:avLst/>
          </a:prstGeom>
          <a:noFill/>
        </p:spPr>
        <p:txBody>
          <a:bodyPr vert="horz" wrap="square" lIns="0" tIns="0" rIns="0" bIns="0" rtlCol="0">
            <a:noAutofit/>
          </a:body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RUN-Redundant</a:t>
            </a:r>
          </a:p>
        </p:txBody>
      </p:sp>
      <p:sp>
        <p:nvSpPr>
          <p:cNvPr id="56" name="Textfeld 55">
            <a:extLst>
              <a:ext uri="{FF2B5EF4-FFF2-40B4-BE49-F238E27FC236}">
                <a16:creationId xmlns:a16="http://schemas.microsoft.com/office/drawing/2014/main" id="{A7871776-38D0-4E75-B4E8-F251D0EFCFB1}"/>
              </a:ext>
            </a:extLst>
          </p:cNvPr>
          <p:cNvSpPr txBox="1"/>
          <p:nvPr/>
        </p:nvSpPr>
        <p:spPr>
          <a:xfrm>
            <a:off x="6251923" y="5560411"/>
            <a:ext cx="1071844" cy="101338"/>
          </a:xfrm>
          <a:prstGeom prst="rect">
            <a:avLst/>
          </a:prstGeom>
          <a:noFill/>
        </p:spPr>
        <p:txBody>
          <a:bodyPr vert="horz" wrap="square" lIns="0" tIns="0" rIns="0" bIns="0" rtlCol="0">
            <a:noAutofit/>
          </a:body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RUN-Redundant</a:t>
            </a:r>
          </a:p>
        </p:txBody>
      </p:sp>
      <p:sp>
        <p:nvSpPr>
          <p:cNvPr id="57" name="Textfeld 56">
            <a:extLst>
              <a:ext uri="{FF2B5EF4-FFF2-40B4-BE49-F238E27FC236}">
                <a16:creationId xmlns:a16="http://schemas.microsoft.com/office/drawing/2014/main" id="{253023E5-53CA-47BF-A7BC-1114717E1898}"/>
              </a:ext>
            </a:extLst>
          </p:cNvPr>
          <p:cNvSpPr txBox="1"/>
          <p:nvPr/>
        </p:nvSpPr>
        <p:spPr>
          <a:xfrm>
            <a:off x="3679788" y="5560411"/>
            <a:ext cx="1071844" cy="101338"/>
          </a:xfrm>
          <a:prstGeom prst="rect">
            <a:avLst/>
          </a:prstGeom>
          <a:noFill/>
        </p:spPr>
        <p:txBody>
          <a:bodyPr vert="horz" wrap="square" lIns="0" tIns="0" rIns="0" bIns="0" rtlCol="0">
            <a:noAutofit/>
          </a:body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RUN-Solo</a:t>
            </a:r>
          </a:p>
        </p:txBody>
      </p:sp>
      <p:grpSp>
        <p:nvGrpSpPr>
          <p:cNvPr id="10" name="Gruppieren 9">
            <a:extLst>
              <a:ext uri="{FF2B5EF4-FFF2-40B4-BE49-F238E27FC236}">
                <a16:creationId xmlns:a16="http://schemas.microsoft.com/office/drawing/2014/main" id="{A05D50DA-47BE-1C70-F542-75ECDF4FFF9B}"/>
              </a:ext>
            </a:extLst>
          </p:cNvPr>
          <p:cNvGrpSpPr/>
          <p:nvPr/>
        </p:nvGrpSpPr>
        <p:grpSpPr>
          <a:xfrm>
            <a:off x="11507055" y="5611080"/>
            <a:ext cx="501126" cy="443788"/>
            <a:chOff x="3803362" y="1877343"/>
            <a:chExt cx="501126" cy="443788"/>
          </a:xfrm>
        </p:grpSpPr>
        <p:sp>
          <p:nvSpPr>
            <p:cNvPr id="58" name="Explosion: 8 Zacken 57">
              <a:extLst>
                <a:ext uri="{FF2B5EF4-FFF2-40B4-BE49-F238E27FC236}">
                  <a16:creationId xmlns:a16="http://schemas.microsoft.com/office/drawing/2014/main" id="{2DC81830-B7E3-8C66-467C-7406616D3256}"/>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59" name="Textfeld 58">
              <a:extLst>
                <a:ext uri="{FF2B5EF4-FFF2-40B4-BE49-F238E27FC236}">
                  <a16:creationId xmlns:a16="http://schemas.microsoft.com/office/drawing/2014/main" id="{DBFE6107-7804-E0F4-F379-677E0DC7A492}"/>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Tree>
    <p:extLst>
      <p:ext uri="{BB962C8B-B14F-4D97-AF65-F5344CB8AC3E}">
        <p14:creationId xmlns:p14="http://schemas.microsoft.com/office/powerpoint/2010/main" val="15014047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50ADEF19-4684-C3E9-7440-C8469B681832}"/>
              </a:ext>
            </a:extLst>
          </p:cNvPr>
          <p:cNvSpPr/>
          <p:nvPr/>
        </p:nvSpPr>
        <p:spPr>
          <a:xfrm>
            <a:off x="2037030" y="1457608"/>
            <a:ext cx="7857582" cy="269793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06" name="Rechteck 105">
            <a:extLst>
              <a:ext uri="{FF2B5EF4-FFF2-40B4-BE49-F238E27FC236}">
                <a16:creationId xmlns:a16="http://schemas.microsoft.com/office/drawing/2014/main" id="{43A0BF6A-1271-443F-8CA8-25625B118742}"/>
              </a:ext>
            </a:extLst>
          </p:cNvPr>
          <p:cNvSpPr/>
          <p:nvPr/>
        </p:nvSpPr>
        <p:spPr bwMode="auto">
          <a:xfrm>
            <a:off x="8267184" y="1910116"/>
            <a:ext cx="1298469" cy="2127517"/>
          </a:xfrm>
          <a:prstGeom prst="rect">
            <a:avLst/>
          </a:prstGeom>
          <a:solidFill>
            <a:srgbClr val="EBF0F5"/>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07" name="Pfeil: Chevron 106">
            <a:extLst>
              <a:ext uri="{FF2B5EF4-FFF2-40B4-BE49-F238E27FC236}">
                <a16:creationId xmlns:a16="http://schemas.microsoft.com/office/drawing/2014/main" id="{6A75654F-8DF5-4B4E-A79D-881656E22FF3}"/>
              </a:ext>
            </a:extLst>
          </p:cNvPr>
          <p:cNvSpPr/>
          <p:nvPr/>
        </p:nvSpPr>
        <p:spPr bwMode="auto">
          <a:xfrm>
            <a:off x="8463587" y="1950767"/>
            <a:ext cx="892753" cy="215995"/>
          </a:xfrm>
          <a:prstGeom prst="chevron">
            <a:avLst/>
          </a:prstGeom>
          <a:solidFill>
            <a:srgbClr val="9BAFB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5</a:t>
            </a: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04" name="Rechteck 103">
            <a:extLst>
              <a:ext uri="{FF2B5EF4-FFF2-40B4-BE49-F238E27FC236}">
                <a16:creationId xmlns:a16="http://schemas.microsoft.com/office/drawing/2014/main" id="{1B305AF2-93E2-4EF3-A017-8E60427F1F10}"/>
              </a:ext>
            </a:extLst>
          </p:cNvPr>
          <p:cNvSpPr/>
          <p:nvPr/>
        </p:nvSpPr>
        <p:spPr bwMode="auto">
          <a:xfrm>
            <a:off x="6755962" y="1910116"/>
            <a:ext cx="1298469" cy="2127517"/>
          </a:xfrm>
          <a:prstGeom prst="rect">
            <a:avLst/>
          </a:prstGeom>
          <a:solidFill>
            <a:srgbClr val="EBF0F5"/>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05" name="Pfeil: Chevron 104">
            <a:extLst>
              <a:ext uri="{FF2B5EF4-FFF2-40B4-BE49-F238E27FC236}">
                <a16:creationId xmlns:a16="http://schemas.microsoft.com/office/drawing/2014/main" id="{8D0DA210-4880-453D-AEEA-CBEBAC1B67F2}"/>
              </a:ext>
            </a:extLst>
          </p:cNvPr>
          <p:cNvSpPr/>
          <p:nvPr/>
        </p:nvSpPr>
        <p:spPr bwMode="auto">
          <a:xfrm>
            <a:off x="6952365" y="1950767"/>
            <a:ext cx="892753" cy="215995"/>
          </a:xfrm>
          <a:prstGeom prst="chevron">
            <a:avLst/>
          </a:prstGeom>
          <a:solidFill>
            <a:srgbClr val="9BAFB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4</a:t>
            </a: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02" name="Rechteck 101">
            <a:extLst>
              <a:ext uri="{FF2B5EF4-FFF2-40B4-BE49-F238E27FC236}">
                <a16:creationId xmlns:a16="http://schemas.microsoft.com/office/drawing/2014/main" id="{C2E2BD65-31D1-47E2-8E70-C5D84CC75260}"/>
              </a:ext>
            </a:extLst>
          </p:cNvPr>
          <p:cNvSpPr/>
          <p:nvPr/>
        </p:nvSpPr>
        <p:spPr bwMode="auto">
          <a:xfrm>
            <a:off x="5257370" y="1906596"/>
            <a:ext cx="1298469" cy="2127517"/>
          </a:xfrm>
          <a:prstGeom prst="rect">
            <a:avLst/>
          </a:prstGeom>
          <a:solidFill>
            <a:srgbClr val="EBF0F5"/>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03" name="Pfeil: Chevron 102">
            <a:extLst>
              <a:ext uri="{FF2B5EF4-FFF2-40B4-BE49-F238E27FC236}">
                <a16:creationId xmlns:a16="http://schemas.microsoft.com/office/drawing/2014/main" id="{8096EC45-E02C-4369-A561-3DD6A2F7AD2F}"/>
              </a:ext>
            </a:extLst>
          </p:cNvPr>
          <p:cNvSpPr/>
          <p:nvPr/>
        </p:nvSpPr>
        <p:spPr bwMode="auto">
          <a:xfrm>
            <a:off x="5453774" y="1947248"/>
            <a:ext cx="892753" cy="215995"/>
          </a:xfrm>
          <a:prstGeom prst="chevron">
            <a:avLst/>
          </a:prstGeom>
          <a:solidFill>
            <a:srgbClr val="9BAFB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3</a:t>
            </a: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00" name="Rechteck 99">
            <a:extLst>
              <a:ext uri="{FF2B5EF4-FFF2-40B4-BE49-F238E27FC236}">
                <a16:creationId xmlns:a16="http://schemas.microsoft.com/office/drawing/2014/main" id="{5E513565-11FC-4773-93BC-30B1ED6730C4}"/>
              </a:ext>
            </a:extLst>
          </p:cNvPr>
          <p:cNvSpPr/>
          <p:nvPr/>
        </p:nvSpPr>
        <p:spPr bwMode="auto">
          <a:xfrm>
            <a:off x="3771402" y="1906596"/>
            <a:ext cx="1298469" cy="2127517"/>
          </a:xfrm>
          <a:prstGeom prst="rect">
            <a:avLst/>
          </a:prstGeom>
          <a:solidFill>
            <a:srgbClr val="EBF0F5"/>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01" name="Pfeil: Chevron 100">
            <a:extLst>
              <a:ext uri="{FF2B5EF4-FFF2-40B4-BE49-F238E27FC236}">
                <a16:creationId xmlns:a16="http://schemas.microsoft.com/office/drawing/2014/main" id="{A12597CC-7B82-4863-B3B7-B67EFC90B10A}"/>
              </a:ext>
            </a:extLst>
          </p:cNvPr>
          <p:cNvSpPr/>
          <p:nvPr/>
        </p:nvSpPr>
        <p:spPr bwMode="auto">
          <a:xfrm>
            <a:off x="3967805" y="1947248"/>
            <a:ext cx="892753" cy="215995"/>
          </a:xfrm>
          <a:prstGeom prst="chevron">
            <a:avLst/>
          </a:prstGeom>
          <a:solidFill>
            <a:srgbClr val="9BAFB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2</a:t>
            </a: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98" name="Rechteck 97">
            <a:extLst>
              <a:ext uri="{FF2B5EF4-FFF2-40B4-BE49-F238E27FC236}">
                <a16:creationId xmlns:a16="http://schemas.microsoft.com/office/drawing/2014/main" id="{D481157D-CD87-4505-A278-2CE0AFFEBF41}"/>
              </a:ext>
            </a:extLst>
          </p:cNvPr>
          <p:cNvSpPr/>
          <p:nvPr/>
        </p:nvSpPr>
        <p:spPr bwMode="auto">
          <a:xfrm>
            <a:off x="2297387" y="1906596"/>
            <a:ext cx="1298469" cy="2127517"/>
          </a:xfrm>
          <a:prstGeom prst="rect">
            <a:avLst/>
          </a:prstGeom>
          <a:solidFill>
            <a:srgbClr val="EBF0F5"/>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2" name="Titel 1">
            <a:extLst>
              <a:ext uri="{FF2B5EF4-FFF2-40B4-BE49-F238E27FC236}">
                <a16:creationId xmlns:a16="http://schemas.microsoft.com/office/drawing/2014/main" id="{C488934C-F390-4DE6-9152-576DD26E1F1D}"/>
              </a:ext>
            </a:extLst>
          </p:cNvPr>
          <p:cNvSpPr>
            <a:spLocks noGrp="1"/>
          </p:cNvSpPr>
          <p:nvPr>
            <p:ph type="title"/>
          </p:nvPr>
        </p:nvSpPr>
        <p:spPr/>
        <p:txBody>
          <a:bodyPr anchor="t"/>
          <a:lstStyle/>
          <a:p>
            <a:r>
              <a:rPr lang="en-US" dirty="0"/>
              <a:t>Switched S1</a:t>
            </a:r>
            <a:br>
              <a:rPr lang="en-US" b="0" dirty="0"/>
            </a:br>
            <a:r>
              <a:rPr lang="en-US" b="0" dirty="0"/>
              <a:t>Adjustable switching time for the "Switched S1" function</a:t>
            </a:r>
            <a:br>
              <a:rPr lang="en-US" b="0" dirty="0"/>
            </a:br>
            <a:endParaRPr lang="en-US" dirty="0"/>
          </a:p>
        </p:txBody>
      </p:sp>
      <p:sp>
        <p:nvSpPr>
          <p:cNvPr id="4" name="Fußzeilenplatzhalter 3">
            <a:extLst>
              <a:ext uri="{FF2B5EF4-FFF2-40B4-BE49-F238E27FC236}">
                <a16:creationId xmlns:a16="http://schemas.microsoft.com/office/drawing/2014/main" id="{4D796605-74A7-4258-841E-D43D8E5FDAC3}"/>
              </a:ext>
            </a:extLst>
          </p:cNvPr>
          <p:cNvSpPr>
            <a:spLocks noGrp="1"/>
          </p:cNvSpPr>
          <p:nvPr>
            <p:ph type="ftr" sz="quarter" idx="10"/>
          </p:nvPr>
        </p:nvSpPr>
        <p:spPr/>
        <p:txBody>
          <a:bodyPr/>
          <a:lstStyle/>
          <a:p>
            <a:pPr>
              <a:lnSpc>
                <a:spcPct val="100000"/>
              </a:lnSpc>
            </a:pPr>
            <a:r>
              <a:rPr lang="en-US" dirty="0"/>
              <a:t>Unrestricted | © Siemens 2022 | DI FA | 08.12.2022</a:t>
            </a:r>
          </a:p>
        </p:txBody>
      </p:sp>
      <p:cxnSp>
        <p:nvCxnSpPr>
          <p:cNvPr id="14" name="Gerade Verbindung 108">
            <a:extLst>
              <a:ext uri="{FF2B5EF4-FFF2-40B4-BE49-F238E27FC236}">
                <a16:creationId xmlns:a16="http://schemas.microsoft.com/office/drawing/2014/main" id="{418F91FC-5712-47B8-B903-07C79F3E55B6}"/>
              </a:ext>
            </a:extLst>
          </p:cNvPr>
          <p:cNvCxnSpPr/>
          <p:nvPr/>
        </p:nvCxnSpPr>
        <p:spPr bwMode="auto">
          <a:xfrm>
            <a:off x="3154106" y="2630074"/>
            <a:ext cx="0" cy="351093"/>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Gerade Verbindung 111">
            <a:extLst>
              <a:ext uri="{FF2B5EF4-FFF2-40B4-BE49-F238E27FC236}">
                <a16:creationId xmlns:a16="http://schemas.microsoft.com/office/drawing/2014/main" id="{510E572E-4126-4CBD-A98C-2176A9F5585E}"/>
              </a:ext>
            </a:extLst>
          </p:cNvPr>
          <p:cNvCxnSpPr/>
          <p:nvPr/>
        </p:nvCxnSpPr>
        <p:spPr bwMode="auto">
          <a:xfrm flipH="1">
            <a:off x="2908084" y="3182790"/>
            <a:ext cx="8362" cy="378461"/>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 Box 16">
            <a:extLst>
              <a:ext uri="{FF2B5EF4-FFF2-40B4-BE49-F238E27FC236}">
                <a16:creationId xmlns:a16="http://schemas.microsoft.com/office/drawing/2014/main" id="{18F4729F-84DE-4D4A-B7C6-AEFF887B1693}"/>
              </a:ext>
            </a:extLst>
          </p:cNvPr>
          <p:cNvSpPr txBox="1">
            <a:spLocks noChangeArrowheads="1"/>
          </p:cNvSpPr>
          <p:nvPr>
            <p:custDataLst>
              <p:tags r:id="rId1"/>
            </p:custDataLst>
          </p:nvPr>
        </p:nvSpPr>
        <p:spPr bwMode="auto">
          <a:xfrm>
            <a:off x="2530858" y="2236980"/>
            <a:ext cx="309219" cy="107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700" dirty="0"/>
              <a:t>Primary</a:t>
            </a:r>
          </a:p>
        </p:txBody>
      </p:sp>
      <p:sp>
        <p:nvSpPr>
          <p:cNvPr id="17" name="Text Box 21">
            <a:extLst>
              <a:ext uri="{FF2B5EF4-FFF2-40B4-BE49-F238E27FC236}">
                <a16:creationId xmlns:a16="http://schemas.microsoft.com/office/drawing/2014/main" id="{2D8119ED-707F-47C2-8A3C-4D0C67120B5A}"/>
              </a:ext>
            </a:extLst>
          </p:cNvPr>
          <p:cNvSpPr txBox="1">
            <a:spLocks noChangeArrowheads="1"/>
          </p:cNvSpPr>
          <p:nvPr>
            <p:custDataLst>
              <p:tags r:id="rId2"/>
            </p:custDataLst>
          </p:nvPr>
        </p:nvSpPr>
        <p:spPr bwMode="auto">
          <a:xfrm>
            <a:off x="3027288" y="2236980"/>
            <a:ext cx="298004" cy="107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700" dirty="0"/>
              <a:t>Backup</a:t>
            </a:r>
          </a:p>
        </p:txBody>
      </p:sp>
      <p:cxnSp>
        <p:nvCxnSpPr>
          <p:cNvPr id="18" name="Gerade Verbindung 118">
            <a:extLst>
              <a:ext uri="{FF2B5EF4-FFF2-40B4-BE49-F238E27FC236}">
                <a16:creationId xmlns:a16="http://schemas.microsoft.com/office/drawing/2014/main" id="{7C8ABC9C-0B38-42E0-A419-93E68E2B692C}"/>
              </a:ext>
            </a:extLst>
          </p:cNvPr>
          <p:cNvCxnSpPr/>
          <p:nvPr/>
        </p:nvCxnSpPr>
        <p:spPr bwMode="auto">
          <a:xfrm>
            <a:off x="2694804" y="2729492"/>
            <a:ext cx="1" cy="26307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9" name="product_simatic-s7-1500-control-unit.png">
            <a:extLst>
              <a:ext uri="{FF2B5EF4-FFF2-40B4-BE49-F238E27FC236}">
                <a16:creationId xmlns:a16="http://schemas.microsoft.com/office/drawing/2014/main" id="{C5ABCAE8-9EDB-484E-BA40-CA9054E5E4C7}"/>
              </a:ext>
            </a:extLst>
          </p:cNvPr>
          <p:cNvPicPr>
            <a:picLocks noChangeAspect="1"/>
          </p:cNvPicPr>
          <p:nvPr>
            <p:custDataLst>
              <p:tags r:id="rId3"/>
            </p:custDataLst>
          </p:nvPr>
        </p:nvPicPr>
        <p:blipFill>
          <a:blip r:embed="rId18" cstate="print">
            <a:extLst>
              <a:ext uri="{28A0092B-C50C-407E-A947-70E740481C1C}">
                <a14:useLocalDpi xmlns:a14="http://schemas.microsoft.com/office/drawing/2010/main" val="0"/>
              </a:ext>
            </a:extLst>
          </a:blip>
          <a:stretch>
            <a:fillRect/>
          </a:stretch>
        </p:blipFill>
        <p:spPr>
          <a:xfrm>
            <a:off x="2465152" y="2369757"/>
            <a:ext cx="459303" cy="459303"/>
          </a:xfrm>
          <a:prstGeom prst="rect">
            <a:avLst/>
          </a:prstGeom>
        </p:spPr>
      </p:pic>
      <p:sp>
        <p:nvSpPr>
          <p:cNvPr id="20" name="Ellipse 19">
            <a:extLst>
              <a:ext uri="{FF2B5EF4-FFF2-40B4-BE49-F238E27FC236}">
                <a16:creationId xmlns:a16="http://schemas.microsoft.com/office/drawing/2014/main" id="{E62E8C39-0FBB-473C-82E8-3B31888EAB57}"/>
              </a:ext>
            </a:extLst>
          </p:cNvPr>
          <p:cNvSpPr/>
          <p:nvPr/>
        </p:nvSpPr>
        <p:spPr bwMode="auto">
          <a:xfrm>
            <a:off x="2465153" y="2978589"/>
            <a:ext cx="936511" cy="215995"/>
          </a:xfrm>
          <a:prstGeom prst="ellipse">
            <a:avLst/>
          </a:prstGeom>
          <a:noFill/>
          <a:ln w="28575" cap="flat" cmpd="sng" algn="ctr">
            <a:solidFill>
              <a:srgbClr val="00963F"/>
            </a:solidFill>
            <a:prstDash val="solid"/>
            <a:round/>
            <a:headEnd type="none" w="med" len="med"/>
            <a:tailEnd type="none" w="med" len="me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pic>
        <p:nvPicPr>
          <p:cNvPr id="22" name="product_simatic-s7-1500-control-unit.png">
            <a:extLst>
              <a:ext uri="{FF2B5EF4-FFF2-40B4-BE49-F238E27FC236}">
                <a16:creationId xmlns:a16="http://schemas.microsoft.com/office/drawing/2014/main" id="{9E903731-0611-4A80-9CB3-90FB4F63A2AC}"/>
              </a:ext>
            </a:extLst>
          </p:cNvPr>
          <p:cNvPicPr>
            <a:picLocks noChangeAspect="1"/>
          </p:cNvPicPr>
          <p:nvPr>
            <p:custDataLst>
              <p:tags r:id="rId4"/>
            </p:custDataLst>
          </p:nvPr>
        </p:nvPicPr>
        <p:blipFill>
          <a:blip r:embed="rId18" cstate="print">
            <a:extLst>
              <a:ext uri="{28A0092B-C50C-407E-A947-70E740481C1C}">
                <a14:useLocalDpi xmlns:a14="http://schemas.microsoft.com/office/drawing/2010/main" val="0"/>
              </a:ext>
            </a:extLst>
          </a:blip>
          <a:stretch>
            <a:fillRect/>
          </a:stretch>
        </p:blipFill>
        <p:spPr>
          <a:xfrm>
            <a:off x="2953983" y="2371925"/>
            <a:ext cx="459303" cy="459303"/>
          </a:xfrm>
          <a:prstGeom prst="rect">
            <a:avLst/>
          </a:prstGeom>
        </p:spPr>
      </p:pic>
      <p:sp>
        <p:nvSpPr>
          <p:cNvPr id="23" name="Textfeld 22">
            <a:extLst>
              <a:ext uri="{FF2B5EF4-FFF2-40B4-BE49-F238E27FC236}">
                <a16:creationId xmlns:a16="http://schemas.microsoft.com/office/drawing/2014/main" id="{0618F6FA-D822-4624-81C8-FCD85C362CE3}"/>
              </a:ext>
            </a:extLst>
          </p:cNvPr>
          <p:cNvSpPr txBox="1"/>
          <p:nvPr/>
        </p:nvSpPr>
        <p:spPr>
          <a:xfrm>
            <a:off x="2678819" y="3034914"/>
            <a:ext cx="626041" cy="120067"/>
          </a:xfrm>
          <a:prstGeom prst="rect">
            <a:avLst/>
          </a:prstGeom>
          <a:noFill/>
        </p:spPr>
        <p:txBody>
          <a:bodyPr vert="horz" wrap="none" lIns="0" tIns="0" rIns="0" bIns="0" rtlCol="0">
            <a:noAutofit/>
          </a:bodyPr>
          <a:lstStyle/>
          <a:p>
            <a:pPr algn="ctr" fontAlgn="base">
              <a:lnSpc>
                <a:spcPct val="110000"/>
              </a:lnSpc>
              <a:spcAft>
                <a:spcPct val="0"/>
              </a:spcAft>
            </a:pPr>
            <a:r>
              <a:rPr lang="en-US" sz="700" dirty="0">
                <a:solidFill>
                  <a:srgbClr val="C00000"/>
                </a:solidFill>
                <a:latin typeface="Arial"/>
                <a:ea typeface="Arial Unicode MS" panose="020B0604020202020204" pitchFamily="34" charset="-128"/>
                <a:cs typeface="Arial Unicode MS" panose="020B0604020202020204" pitchFamily="34" charset="-128"/>
              </a:rPr>
              <a:t>Single AR</a:t>
            </a:r>
          </a:p>
        </p:txBody>
      </p:sp>
      <p:pic>
        <p:nvPicPr>
          <p:cNvPr id="24" name="Grafik 23">
            <a:extLst>
              <a:ext uri="{FF2B5EF4-FFF2-40B4-BE49-F238E27FC236}">
                <a16:creationId xmlns:a16="http://schemas.microsoft.com/office/drawing/2014/main" id="{1320A549-A837-47F3-B6A7-9432510ADD6C}"/>
              </a:ext>
            </a:extLst>
          </p:cNvPr>
          <p:cNvPicPr>
            <a:picLocks noChangeAspect="1"/>
          </p:cNvPicPr>
          <p:nvPr/>
        </p:nvPicPr>
        <p:blipFill>
          <a:blip r:embed="rId19"/>
          <a:stretch>
            <a:fillRect/>
          </a:stretch>
        </p:blipFill>
        <p:spPr>
          <a:xfrm>
            <a:off x="3104858" y="2450525"/>
            <a:ext cx="146877" cy="155869"/>
          </a:xfrm>
          <a:prstGeom prst="rect">
            <a:avLst/>
          </a:prstGeom>
        </p:spPr>
      </p:pic>
      <p:pic>
        <p:nvPicPr>
          <p:cNvPr id="25" name="Grafik 24">
            <a:extLst>
              <a:ext uri="{FF2B5EF4-FFF2-40B4-BE49-F238E27FC236}">
                <a16:creationId xmlns:a16="http://schemas.microsoft.com/office/drawing/2014/main" id="{161EB54D-0245-4699-B99D-D93EFC95DBAB}"/>
              </a:ext>
            </a:extLst>
          </p:cNvPr>
          <p:cNvPicPr>
            <a:picLocks noChangeAspect="1"/>
          </p:cNvPicPr>
          <p:nvPr/>
        </p:nvPicPr>
        <p:blipFill>
          <a:blip r:embed="rId19"/>
          <a:stretch>
            <a:fillRect/>
          </a:stretch>
        </p:blipFill>
        <p:spPr>
          <a:xfrm>
            <a:off x="2618915" y="2438163"/>
            <a:ext cx="146877" cy="155869"/>
          </a:xfrm>
          <a:prstGeom prst="rect">
            <a:avLst/>
          </a:prstGeom>
        </p:spPr>
      </p:pic>
      <p:pic>
        <p:nvPicPr>
          <p:cNvPr id="26" name="Grafik 25">
            <a:extLst>
              <a:ext uri="{FF2B5EF4-FFF2-40B4-BE49-F238E27FC236}">
                <a16:creationId xmlns:a16="http://schemas.microsoft.com/office/drawing/2014/main" id="{D98259AB-70EC-42E1-A77F-6F845AE2E777}"/>
              </a:ext>
            </a:extLst>
          </p:cNvPr>
          <p:cNvPicPr>
            <a:picLocks noChangeAspect="1"/>
          </p:cNvPicPr>
          <p:nvPr/>
        </p:nvPicPr>
        <p:blipFill>
          <a:blip r:embed="rId20">
            <a:extLst>
              <a:ext uri="{BEBA8EAE-BF5A-486C-A8C5-ECC9F3942E4B}">
                <a14:imgProps xmlns:a14="http://schemas.microsoft.com/office/drawing/2010/main">
                  <a14:imgLayer r:embed="rId21">
                    <a14:imgEffect>
                      <a14:backgroundRemoval t="10000" b="90000" l="10000" r="90000"/>
                    </a14:imgEffect>
                  </a14:imgLayer>
                </a14:imgProps>
              </a:ext>
            </a:extLst>
          </a:blip>
          <a:stretch>
            <a:fillRect/>
          </a:stretch>
        </p:blipFill>
        <p:spPr>
          <a:xfrm>
            <a:off x="3251735" y="3371452"/>
            <a:ext cx="146877" cy="155869"/>
          </a:xfrm>
          <a:prstGeom prst="rect">
            <a:avLst/>
          </a:prstGeom>
        </p:spPr>
      </p:pic>
      <p:cxnSp>
        <p:nvCxnSpPr>
          <p:cNvPr id="27" name="Gerader Verbinder 26">
            <a:extLst>
              <a:ext uri="{FF2B5EF4-FFF2-40B4-BE49-F238E27FC236}">
                <a16:creationId xmlns:a16="http://schemas.microsoft.com/office/drawing/2014/main" id="{41EF9475-EDD3-4A2A-88F6-FDB68C2E1835}"/>
              </a:ext>
            </a:extLst>
          </p:cNvPr>
          <p:cNvCxnSpPr/>
          <p:nvPr/>
        </p:nvCxnSpPr>
        <p:spPr bwMode="auto">
          <a:xfrm flipH="1" flipV="1">
            <a:off x="2763420" y="2809219"/>
            <a:ext cx="11925" cy="505102"/>
          </a:xfrm>
          <a:prstGeom prst="line">
            <a:avLst/>
          </a:prstGeom>
          <a:solidFill>
            <a:schemeClr val="tx2"/>
          </a:solidFill>
          <a:ln w="19050" cap="flat" cmpd="sng" algn="ctr">
            <a:solidFill>
              <a:srgbClr val="C00000"/>
            </a:solidFill>
            <a:prstDash val="solid"/>
            <a:round/>
            <a:headEnd type="triangle" w="med" len="med"/>
            <a:tailEnd type="triangl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pic>
        <p:nvPicPr>
          <p:cNvPr id="28" name="Grafik 27">
            <a:extLst>
              <a:ext uri="{FF2B5EF4-FFF2-40B4-BE49-F238E27FC236}">
                <a16:creationId xmlns:a16="http://schemas.microsoft.com/office/drawing/2014/main" id="{9874D6E1-9852-4E20-8B77-F13EE0406B13}"/>
              </a:ext>
            </a:extLst>
          </p:cNvPr>
          <p:cNvPicPr>
            <a:picLocks noChangeAspect="1"/>
          </p:cNvPicPr>
          <p:nvPr/>
        </p:nvPicPr>
        <p:blipFill>
          <a:blip r:embed="rId22"/>
          <a:stretch>
            <a:fillRect/>
          </a:stretch>
        </p:blipFill>
        <p:spPr>
          <a:xfrm>
            <a:off x="2707935" y="3325909"/>
            <a:ext cx="517025" cy="247677"/>
          </a:xfrm>
          <a:prstGeom prst="rect">
            <a:avLst/>
          </a:prstGeom>
        </p:spPr>
      </p:pic>
      <p:cxnSp>
        <p:nvCxnSpPr>
          <p:cNvPr id="30" name="Gerade Verbindung 108">
            <a:extLst>
              <a:ext uri="{FF2B5EF4-FFF2-40B4-BE49-F238E27FC236}">
                <a16:creationId xmlns:a16="http://schemas.microsoft.com/office/drawing/2014/main" id="{2C1AC6B0-8D7B-4B4B-A9CE-5B6F669DD7C5}"/>
              </a:ext>
            </a:extLst>
          </p:cNvPr>
          <p:cNvCxnSpPr/>
          <p:nvPr/>
        </p:nvCxnSpPr>
        <p:spPr bwMode="auto">
          <a:xfrm>
            <a:off x="4673715" y="2629713"/>
            <a:ext cx="0" cy="351093"/>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Gerade Verbindung 111">
            <a:extLst>
              <a:ext uri="{FF2B5EF4-FFF2-40B4-BE49-F238E27FC236}">
                <a16:creationId xmlns:a16="http://schemas.microsoft.com/office/drawing/2014/main" id="{5A2185FB-1045-4DBB-A345-8670C1531168}"/>
              </a:ext>
            </a:extLst>
          </p:cNvPr>
          <p:cNvCxnSpPr/>
          <p:nvPr/>
        </p:nvCxnSpPr>
        <p:spPr bwMode="auto">
          <a:xfrm flipH="1">
            <a:off x="4427693" y="3182429"/>
            <a:ext cx="8362" cy="378461"/>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Text Box 21">
            <a:extLst>
              <a:ext uri="{FF2B5EF4-FFF2-40B4-BE49-F238E27FC236}">
                <a16:creationId xmlns:a16="http://schemas.microsoft.com/office/drawing/2014/main" id="{163B34BD-2F4F-4748-ABD3-3A2FA72F447F}"/>
              </a:ext>
            </a:extLst>
          </p:cNvPr>
          <p:cNvSpPr txBox="1">
            <a:spLocks noChangeArrowheads="1"/>
          </p:cNvSpPr>
          <p:nvPr>
            <p:custDataLst>
              <p:tags r:id="rId5"/>
            </p:custDataLst>
          </p:nvPr>
        </p:nvSpPr>
        <p:spPr bwMode="auto">
          <a:xfrm>
            <a:off x="4541290" y="2236619"/>
            <a:ext cx="309219" cy="107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700" dirty="0"/>
              <a:t>Primary</a:t>
            </a:r>
          </a:p>
        </p:txBody>
      </p:sp>
      <p:cxnSp>
        <p:nvCxnSpPr>
          <p:cNvPr id="34" name="Gerade Verbindung 118">
            <a:extLst>
              <a:ext uri="{FF2B5EF4-FFF2-40B4-BE49-F238E27FC236}">
                <a16:creationId xmlns:a16="http://schemas.microsoft.com/office/drawing/2014/main" id="{5FE4B193-2CA0-4B4E-AF25-B62E5D1C7DE6}"/>
              </a:ext>
            </a:extLst>
          </p:cNvPr>
          <p:cNvCxnSpPr/>
          <p:nvPr/>
        </p:nvCxnSpPr>
        <p:spPr bwMode="auto">
          <a:xfrm>
            <a:off x="4214412" y="2729131"/>
            <a:ext cx="1" cy="26307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5" name="product_simatic-s7-1500-control-unit.png">
            <a:extLst>
              <a:ext uri="{FF2B5EF4-FFF2-40B4-BE49-F238E27FC236}">
                <a16:creationId xmlns:a16="http://schemas.microsoft.com/office/drawing/2014/main" id="{E36DFE08-5C64-46B7-9F46-811D2DDDEBC1}"/>
              </a:ext>
            </a:extLst>
          </p:cNvPr>
          <p:cNvPicPr>
            <a:picLocks noChangeAspect="1"/>
          </p:cNvPicPr>
          <p:nvPr>
            <p:custDataLst>
              <p:tags r:id="rId6"/>
            </p:custDataLst>
          </p:nvPr>
        </p:nvPicPr>
        <p:blipFill>
          <a:blip r:embed="rId18" cstate="print">
            <a:extLst>
              <a:ext uri="{28A0092B-C50C-407E-A947-70E740481C1C}">
                <a14:useLocalDpi xmlns:a14="http://schemas.microsoft.com/office/drawing/2010/main" val="0"/>
              </a:ext>
            </a:extLst>
          </a:blip>
          <a:stretch>
            <a:fillRect/>
          </a:stretch>
        </p:blipFill>
        <p:spPr>
          <a:xfrm>
            <a:off x="3984760" y="2369396"/>
            <a:ext cx="459303" cy="459303"/>
          </a:xfrm>
          <a:prstGeom prst="rect">
            <a:avLst/>
          </a:prstGeom>
        </p:spPr>
      </p:pic>
      <p:sp>
        <p:nvSpPr>
          <p:cNvPr id="36" name="Ellipse 35">
            <a:extLst>
              <a:ext uri="{FF2B5EF4-FFF2-40B4-BE49-F238E27FC236}">
                <a16:creationId xmlns:a16="http://schemas.microsoft.com/office/drawing/2014/main" id="{19AC4C17-B0B8-4E53-BE2D-E7E7DAD354A4}"/>
              </a:ext>
            </a:extLst>
          </p:cNvPr>
          <p:cNvSpPr/>
          <p:nvPr/>
        </p:nvSpPr>
        <p:spPr bwMode="auto">
          <a:xfrm>
            <a:off x="3984761" y="2978228"/>
            <a:ext cx="936511" cy="215995"/>
          </a:xfrm>
          <a:prstGeom prst="ellipse">
            <a:avLst/>
          </a:prstGeom>
          <a:noFill/>
          <a:ln w="28575" cap="flat" cmpd="sng" algn="ctr">
            <a:solidFill>
              <a:srgbClr val="00963F"/>
            </a:solidFill>
            <a:prstDash val="solid"/>
            <a:round/>
            <a:headEnd type="none" w="med" len="med"/>
            <a:tailEnd type="none" w="med" len="me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pic>
        <p:nvPicPr>
          <p:cNvPr id="38" name="product_simatic-s7-1500-control-unit.png">
            <a:extLst>
              <a:ext uri="{FF2B5EF4-FFF2-40B4-BE49-F238E27FC236}">
                <a16:creationId xmlns:a16="http://schemas.microsoft.com/office/drawing/2014/main" id="{EE16F845-2476-45F3-A590-723386E812F9}"/>
              </a:ext>
            </a:extLst>
          </p:cNvPr>
          <p:cNvPicPr>
            <a:picLocks noChangeAspect="1"/>
          </p:cNvPicPr>
          <p:nvPr>
            <p:custDataLst>
              <p:tags r:id="rId7"/>
            </p:custDataLst>
          </p:nvPr>
        </p:nvPicPr>
        <p:blipFill>
          <a:blip r:embed="rId18" cstate="print">
            <a:extLst>
              <a:ext uri="{28A0092B-C50C-407E-A947-70E740481C1C}">
                <a14:useLocalDpi xmlns:a14="http://schemas.microsoft.com/office/drawing/2010/main" val="0"/>
              </a:ext>
            </a:extLst>
          </a:blip>
          <a:stretch>
            <a:fillRect/>
          </a:stretch>
        </p:blipFill>
        <p:spPr>
          <a:xfrm>
            <a:off x="4473592" y="2371565"/>
            <a:ext cx="459303" cy="459303"/>
          </a:xfrm>
          <a:prstGeom prst="rect">
            <a:avLst/>
          </a:prstGeom>
        </p:spPr>
      </p:pic>
      <p:sp>
        <p:nvSpPr>
          <p:cNvPr id="39" name="Textfeld 38">
            <a:extLst>
              <a:ext uri="{FF2B5EF4-FFF2-40B4-BE49-F238E27FC236}">
                <a16:creationId xmlns:a16="http://schemas.microsoft.com/office/drawing/2014/main" id="{631A9163-1655-4E43-B72D-9BFDDF802066}"/>
              </a:ext>
            </a:extLst>
          </p:cNvPr>
          <p:cNvSpPr txBox="1"/>
          <p:nvPr/>
        </p:nvSpPr>
        <p:spPr>
          <a:xfrm>
            <a:off x="4205076" y="3027694"/>
            <a:ext cx="626041" cy="125878"/>
          </a:xfrm>
          <a:prstGeom prst="rect">
            <a:avLst/>
          </a:prstGeom>
          <a:noFill/>
        </p:spPr>
        <p:txBody>
          <a:bodyPr vert="horz" wrap="none" lIns="0" tIns="0" rIns="0" bIns="0" rtlCol="0">
            <a:noAutofit/>
          </a:bodyPr>
          <a:lstStyle/>
          <a:p>
            <a:pPr algn="ctr" fontAlgn="base">
              <a:lnSpc>
                <a:spcPct val="110000"/>
              </a:lnSpc>
              <a:spcAft>
                <a:spcPct val="0"/>
              </a:spcAft>
            </a:pPr>
            <a:r>
              <a:rPr lang="en-US" sz="700" dirty="0">
                <a:solidFill>
                  <a:srgbClr val="C00000"/>
                </a:solidFill>
                <a:latin typeface="Arial"/>
                <a:ea typeface="Arial Unicode MS" panose="020B0604020202020204" pitchFamily="34" charset="-128"/>
                <a:cs typeface="Arial Unicode MS" panose="020B0604020202020204" pitchFamily="34" charset="-128"/>
              </a:rPr>
              <a:t>Single AR</a:t>
            </a:r>
          </a:p>
        </p:txBody>
      </p:sp>
      <p:pic>
        <p:nvPicPr>
          <p:cNvPr id="40" name="Grafik 39">
            <a:extLst>
              <a:ext uri="{FF2B5EF4-FFF2-40B4-BE49-F238E27FC236}">
                <a16:creationId xmlns:a16="http://schemas.microsoft.com/office/drawing/2014/main" id="{45D2F0E9-1001-49B5-8308-B14BB7712489}"/>
              </a:ext>
            </a:extLst>
          </p:cNvPr>
          <p:cNvPicPr>
            <a:picLocks noChangeAspect="1"/>
          </p:cNvPicPr>
          <p:nvPr/>
        </p:nvPicPr>
        <p:blipFill>
          <a:blip r:embed="rId19"/>
          <a:stretch>
            <a:fillRect/>
          </a:stretch>
        </p:blipFill>
        <p:spPr>
          <a:xfrm>
            <a:off x="4624467" y="2450164"/>
            <a:ext cx="146877" cy="155869"/>
          </a:xfrm>
          <a:prstGeom prst="rect">
            <a:avLst/>
          </a:prstGeom>
        </p:spPr>
      </p:pic>
      <p:cxnSp>
        <p:nvCxnSpPr>
          <p:cNvPr id="43" name="Gerader Verbinder 42">
            <a:extLst>
              <a:ext uri="{FF2B5EF4-FFF2-40B4-BE49-F238E27FC236}">
                <a16:creationId xmlns:a16="http://schemas.microsoft.com/office/drawing/2014/main" id="{3D006199-FBA2-46B8-9411-7A92FC75F671}"/>
              </a:ext>
            </a:extLst>
          </p:cNvPr>
          <p:cNvCxnSpPr/>
          <p:nvPr/>
        </p:nvCxnSpPr>
        <p:spPr bwMode="auto">
          <a:xfrm flipH="1" flipV="1">
            <a:off x="4283029" y="2808858"/>
            <a:ext cx="11925" cy="505102"/>
          </a:xfrm>
          <a:prstGeom prst="line">
            <a:avLst/>
          </a:prstGeom>
          <a:solidFill>
            <a:schemeClr val="tx2"/>
          </a:solidFill>
          <a:ln w="19050" cap="flat" cmpd="sng" algn="ctr">
            <a:solidFill>
              <a:srgbClr val="C00000"/>
            </a:solidFill>
            <a:prstDash val="sysDash"/>
            <a:round/>
            <a:headEnd type="triangle" w="med" len="med"/>
            <a:tailEnd type="triangl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pic>
        <p:nvPicPr>
          <p:cNvPr id="44" name="Grafik 43">
            <a:extLst>
              <a:ext uri="{FF2B5EF4-FFF2-40B4-BE49-F238E27FC236}">
                <a16:creationId xmlns:a16="http://schemas.microsoft.com/office/drawing/2014/main" id="{3CFD8B96-F71F-4822-92A7-FB11592F40BA}"/>
              </a:ext>
            </a:extLst>
          </p:cNvPr>
          <p:cNvPicPr>
            <a:picLocks noChangeAspect="1"/>
          </p:cNvPicPr>
          <p:nvPr/>
        </p:nvPicPr>
        <p:blipFill>
          <a:blip r:embed="rId22"/>
          <a:stretch>
            <a:fillRect/>
          </a:stretch>
        </p:blipFill>
        <p:spPr>
          <a:xfrm>
            <a:off x="4227544" y="3325548"/>
            <a:ext cx="517025" cy="247677"/>
          </a:xfrm>
          <a:prstGeom prst="rect">
            <a:avLst/>
          </a:prstGeom>
        </p:spPr>
      </p:pic>
      <p:sp>
        <p:nvSpPr>
          <p:cNvPr id="45" name="Textfeld 44">
            <a:extLst>
              <a:ext uri="{FF2B5EF4-FFF2-40B4-BE49-F238E27FC236}">
                <a16:creationId xmlns:a16="http://schemas.microsoft.com/office/drawing/2014/main" id="{D12956BB-C366-4970-9C12-0FCC3CB1D107}"/>
              </a:ext>
            </a:extLst>
          </p:cNvPr>
          <p:cNvSpPr txBox="1"/>
          <p:nvPr/>
        </p:nvSpPr>
        <p:spPr>
          <a:xfrm>
            <a:off x="4137581" y="2374341"/>
            <a:ext cx="179926" cy="223464"/>
          </a:xfrm>
          <a:prstGeom prst="rect">
            <a:avLst/>
          </a:prstGeom>
          <a:noFill/>
        </p:spPr>
        <p:txBody>
          <a:bodyPr vert="horz" wrap="square" lIns="0" tIns="0" rIns="0" bIns="0" rtlCol="0">
            <a:noAutofit/>
          </a:bodyPr>
          <a:lstStyle/>
          <a:p>
            <a:pPr fontAlgn="base">
              <a:lnSpc>
                <a:spcPct val="110000"/>
              </a:lnSpc>
              <a:spcAft>
                <a:spcPct val="0"/>
              </a:spcAft>
            </a:pPr>
            <a:r>
              <a:rPr lang="en-US" sz="1599" b="1" dirty="0">
                <a:solidFill>
                  <a:srgbClr val="FF0000"/>
                </a:solidFill>
                <a:latin typeface="Arial"/>
                <a:ea typeface="Arial Unicode MS" panose="020B0604020202020204" pitchFamily="34" charset="-128"/>
                <a:cs typeface="Arial Unicode MS" panose="020B0604020202020204" pitchFamily="34" charset="-128"/>
              </a:rPr>
              <a:t>X</a:t>
            </a:r>
          </a:p>
        </p:txBody>
      </p:sp>
      <p:sp>
        <p:nvSpPr>
          <p:cNvPr id="21" name="Textfeld 20">
            <a:extLst>
              <a:ext uri="{FF2B5EF4-FFF2-40B4-BE49-F238E27FC236}">
                <a16:creationId xmlns:a16="http://schemas.microsoft.com/office/drawing/2014/main" id="{7E3D99A8-51E5-4A05-B532-3CBE4EC9CB17}"/>
              </a:ext>
            </a:extLst>
          </p:cNvPr>
          <p:cNvSpPr txBox="1"/>
          <p:nvPr/>
        </p:nvSpPr>
        <p:spPr>
          <a:xfrm>
            <a:off x="2815491" y="3373975"/>
            <a:ext cx="445270" cy="208779"/>
          </a:xfrm>
          <a:prstGeom prst="rect">
            <a:avLst/>
          </a:prstGeom>
          <a:noFill/>
        </p:spPr>
        <p:txBody>
          <a:bodyPr vert="horz" wrap="none" lIns="0" tIns="0" rIns="0" bIns="0" rtlCol="0">
            <a:noAutofit/>
          </a:bodyPr>
          <a:lstStyle/>
          <a:p>
            <a:pPr fontAlgn="base">
              <a:lnSpc>
                <a:spcPct val="110000"/>
              </a:lnSpc>
              <a:spcAft>
                <a:spcPct val="0"/>
              </a:spcAft>
            </a:pPr>
            <a:r>
              <a:rPr lang="en-US" sz="999" b="1" dirty="0">
                <a:latin typeface="Arial"/>
                <a:ea typeface="Arial Unicode MS" panose="020B0604020202020204" pitchFamily="34" charset="-128"/>
                <a:cs typeface="Arial Unicode MS" panose="020B0604020202020204" pitchFamily="34" charset="-128"/>
              </a:rPr>
              <a:t>S1</a:t>
            </a:r>
          </a:p>
        </p:txBody>
      </p:sp>
      <p:sp>
        <p:nvSpPr>
          <p:cNvPr id="37" name="Textfeld 36">
            <a:extLst>
              <a:ext uri="{FF2B5EF4-FFF2-40B4-BE49-F238E27FC236}">
                <a16:creationId xmlns:a16="http://schemas.microsoft.com/office/drawing/2014/main" id="{8AD4EB93-5669-4AB8-8703-4F66EFBC1D23}"/>
              </a:ext>
            </a:extLst>
          </p:cNvPr>
          <p:cNvSpPr txBox="1"/>
          <p:nvPr/>
        </p:nvSpPr>
        <p:spPr>
          <a:xfrm>
            <a:off x="4335099" y="3373614"/>
            <a:ext cx="445270" cy="208779"/>
          </a:xfrm>
          <a:prstGeom prst="rect">
            <a:avLst/>
          </a:prstGeom>
          <a:noFill/>
        </p:spPr>
        <p:txBody>
          <a:bodyPr vert="horz" wrap="none" lIns="0" tIns="0" rIns="0" bIns="0" rtlCol="0">
            <a:noAutofit/>
          </a:bodyPr>
          <a:lstStyle/>
          <a:p>
            <a:pPr fontAlgn="base">
              <a:lnSpc>
                <a:spcPct val="110000"/>
              </a:lnSpc>
              <a:spcAft>
                <a:spcPct val="0"/>
              </a:spcAft>
            </a:pPr>
            <a:r>
              <a:rPr lang="en-US" sz="999" b="1" dirty="0">
                <a:latin typeface="Arial"/>
                <a:ea typeface="Arial Unicode MS" panose="020B0604020202020204" pitchFamily="34" charset="-128"/>
                <a:cs typeface="Arial Unicode MS" panose="020B0604020202020204" pitchFamily="34" charset="-128"/>
              </a:rPr>
              <a:t>S1</a:t>
            </a:r>
          </a:p>
        </p:txBody>
      </p:sp>
      <p:sp>
        <p:nvSpPr>
          <p:cNvPr id="47" name="Textfeld 46">
            <a:extLst>
              <a:ext uri="{FF2B5EF4-FFF2-40B4-BE49-F238E27FC236}">
                <a16:creationId xmlns:a16="http://schemas.microsoft.com/office/drawing/2014/main" id="{750A5848-2F5D-4296-B33C-65777ABBCCC3}"/>
              </a:ext>
            </a:extLst>
          </p:cNvPr>
          <p:cNvSpPr txBox="1"/>
          <p:nvPr/>
        </p:nvSpPr>
        <p:spPr>
          <a:xfrm>
            <a:off x="4021729" y="3615345"/>
            <a:ext cx="853849" cy="296244"/>
          </a:xfrm>
          <a:prstGeom prst="rect">
            <a:avLst/>
          </a:prstGeom>
          <a:noFill/>
        </p:spPr>
        <p:txBody>
          <a:bodyPr vert="horz" wrap="none" lIns="0" tIns="0" rIns="0" bIns="0" rtlCol="0">
            <a:noAutofit/>
          </a:bodyPr>
          <a:lstStyle/>
          <a:p>
            <a:pPr algn="ctr" fontAlgn="base">
              <a:lnSpc>
                <a:spcPct val="110000"/>
              </a:lnSpc>
              <a:spcAft>
                <a:spcPct val="0"/>
              </a:spcAft>
            </a:pPr>
            <a:r>
              <a:rPr lang="en-US" sz="900" dirty="0">
                <a:solidFill>
                  <a:schemeClr val="bg1"/>
                </a:solidFill>
                <a:latin typeface="Arial"/>
                <a:ea typeface="Arial Unicode MS" panose="020B0604020202020204" pitchFamily="34" charset="-128"/>
                <a:cs typeface="Arial Unicode MS" panose="020B0604020202020204" pitchFamily="34" charset="-128"/>
              </a:rPr>
              <a:t>Connection in the device</a:t>
            </a:r>
            <a:br>
              <a:rPr lang="en-US" sz="900" dirty="0">
                <a:solidFill>
                  <a:schemeClr val="bg1"/>
                </a:solidFill>
                <a:latin typeface="Arial"/>
                <a:ea typeface="Arial Unicode MS" panose="020B0604020202020204" pitchFamily="34" charset="-128"/>
                <a:cs typeface="Arial Unicode MS" panose="020B0604020202020204" pitchFamily="34" charset="-128"/>
              </a:rPr>
            </a:br>
            <a:r>
              <a:rPr lang="en-US" sz="900" dirty="0">
                <a:solidFill>
                  <a:schemeClr val="bg1"/>
                </a:solidFill>
                <a:latin typeface="Arial"/>
                <a:ea typeface="Arial Unicode MS" panose="020B0604020202020204" pitchFamily="34" charset="-128"/>
                <a:cs typeface="Arial Unicode MS" panose="020B0604020202020204" pitchFamily="34" charset="-128"/>
              </a:rPr>
              <a:t>still available</a:t>
            </a:r>
          </a:p>
        </p:txBody>
      </p:sp>
      <p:cxnSp>
        <p:nvCxnSpPr>
          <p:cNvPr id="48" name="Gerade Verbindung 108">
            <a:extLst>
              <a:ext uri="{FF2B5EF4-FFF2-40B4-BE49-F238E27FC236}">
                <a16:creationId xmlns:a16="http://schemas.microsoft.com/office/drawing/2014/main" id="{20499579-9C30-417A-B011-915BDF5A3EE4}"/>
              </a:ext>
            </a:extLst>
          </p:cNvPr>
          <p:cNvCxnSpPr/>
          <p:nvPr/>
        </p:nvCxnSpPr>
        <p:spPr bwMode="auto">
          <a:xfrm>
            <a:off x="6083843" y="2629713"/>
            <a:ext cx="0" cy="351093"/>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Gerade Verbindung 111">
            <a:extLst>
              <a:ext uri="{FF2B5EF4-FFF2-40B4-BE49-F238E27FC236}">
                <a16:creationId xmlns:a16="http://schemas.microsoft.com/office/drawing/2014/main" id="{970C2075-8C46-4135-B510-121277A371C6}"/>
              </a:ext>
            </a:extLst>
          </p:cNvPr>
          <p:cNvCxnSpPr/>
          <p:nvPr/>
        </p:nvCxnSpPr>
        <p:spPr bwMode="auto">
          <a:xfrm flipH="1">
            <a:off x="5837821" y="3182429"/>
            <a:ext cx="8362" cy="378461"/>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Text Box 16">
            <a:extLst>
              <a:ext uri="{FF2B5EF4-FFF2-40B4-BE49-F238E27FC236}">
                <a16:creationId xmlns:a16="http://schemas.microsoft.com/office/drawing/2014/main" id="{E0B73FA9-23AC-4EBC-A768-C2F84873B0B9}"/>
              </a:ext>
            </a:extLst>
          </p:cNvPr>
          <p:cNvSpPr txBox="1">
            <a:spLocks noChangeArrowheads="1"/>
          </p:cNvSpPr>
          <p:nvPr>
            <p:custDataLst>
              <p:tags r:id="rId8"/>
            </p:custDataLst>
          </p:nvPr>
        </p:nvSpPr>
        <p:spPr bwMode="auto">
          <a:xfrm>
            <a:off x="5967883" y="2236619"/>
            <a:ext cx="309219" cy="107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700" dirty="0"/>
              <a:t>Primary</a:t>
            </a:r>
          </a:p>
        </p:txBody>
      </p:sp>
      <p:cxnSp>
        <p:nvCxnSpPr>
          <p:cNvPr id="52" name="Gerade Verbindung 118">
            <a:extLst>
              <a:ext uri="{FF2B5EF4-FFF2-40B4-BE49-F238E27FC236}">
                <a16:creationId xmlns:a16="http://schemas.microsoft.com/office/drawing/2014/main" id="{6E0AADC4-3644-46A4-B6A1-5B6EE58CBAC3}"/>
              </a:ext>
            </a:extLst>
          </p:cNvPr>
          <p:cNvCxnSpPr/>
          <p:nvPr/>
        </p:nvCxnSpPr>
        <p:spPr bwMode="auto">
          <a:xfrm>
            <a:off x="5624541" y="2729131"/>
            <a:ext cx="1" cy="26307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3" name="product_simatic-s7-1500-control-unit.png">
            <a:extLst>
              <a:ext uri="{FF2B5EF4-FFF2-40B4-BE49-F238E27FC236}">
                <a16:creationId xmlns:a16="http://schemas.microsoft.com/office/drawing/2014/main" id="{8963F3A5-9C57-4E62-BE47-BE1841EDFAFA}"/>
              </a:ext>
            </a:extLst>
          </p:cNvPr>
          <p:cNvPicPr>
            <a:picLocks noChangeAspect="1"/>
          </p:cNvPicPr>
          <p:nvPr>
            <p:custDataLst>
              <p:tags r:id="rId9"/>
            </p:custDataLst>
          </p:nvPr>
        </p:nvPicPr>
        <p:blipFill>
          <a:blip r:embed="rId18" cstate="print">
            <a:extLst>
              <a:ext uri="{28A0092B-C50C-407E-A947-70E740481C1C}">
                <a14:useLocalDpi xmlns:a14="http://schemas.microsoft.com/office/drawing/2010/main" val="0"/>
              </a:ext>
            </a:extLst>
          </a:blip>
          <a:stretch>
            <a:fillRect/>
          </a:stretch>
        </p:blipFill>
        <p:spPr>
          <a:xfrm>
            <a:off x="5394889" y="2369396"/>
            <a:ext cx="459303" cy="459303"/>
          </a:xfrm>
          <a:prstGeom prst="rect">
            <a:avLst/>
          </a:prstGeom>
        </p:spPr>
      </p:pic>
      <p:sp>
        <p:nvSpPr>
          <p:cNvPr id="54" name="Ellipse 53">
            <a:extLst>
              <a:ext uri="{FF2B5EF4-FFF2-40B4-BE49-F238E27FC236}">
                <a16:creationId xmlns:a16="http://schemas.microsoft.com/office/drawing/2014/main" id="{F6A4EC8F-4D2D-4175-A5E2-B6FB0309E56C}"/>
              </a:ext>
            </a:extLst>
          </p:cNvPr>
          <p:cNvSpPr/>
          <p:nvPr/>
        </p:nvSpPr>
        <p:spPr bwMode="auto">
          <a:xfrm>
            <a:off x="5394890" y="2978228"/>
            <a:ext cx="936511" cy="215995"/>
          </a:xfrm>
          <a:prstGeom prst="ellipse">
            <a:avLst/>
          </a:prstGeom>
          <a:noFill/>
          <a:ln w="28575" cap="flat" cmpd="sng" algn="ctr">
            <a:solidFill>
              <a:srgbClr val="00963F"/>
            </a:solidFill>
            <a:prstDash val="solid"/>
            <a:round/>
            <a:headEnd type="none" w="med" len="med"/>
            <a:tailEnd type="none" w="med" len="me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pic>
        <p:nvPicPr>
          <p:cNvPr id="55" name="product_simatic-s7-1500-control-unit.png">
            <a:extLst>
              <a:ext uri="{FF2B5EF4-FFF2-40B4-BE49-F238E27FC236}">
                <a16:creationId xmlns:a16="http://schemas.microsoft.com/office/drawing/2014/main" id="{07563BE7-C52C-4F4E-AAEF-D74079E26DCD}"/>
              </a:ext>
            </a:extLst>
          </p:cNvPr>
          <p:cNvPicPr>
            <a:picLocks noChangeAspect="1"/>
          </p:cNvPicPr>
          <p:nvPr>
            <p:custDataLst>
              <p:tags r:id="rId10"/>
            </p:custDataLst>
          </p:nvPr>
        </p:nvPicPr>
        <p:blipFill>
          <a:blip r:embed="rId18" cstate="print">
            <a:extLst>
              <a:ext uri="{28A0092B-C50C-407E-A947-70E740481C1C}">
                <a14:useLocalDpi xmlns:a14="http://schemas.microsoft.com/office/drawing/2010/main" val="0"/>
              </a:ext>
            </a:extLst>
          </a:blip>
          <a:stretch>
            <a:fillRect/>
          </a:stretch>
        </p:blipFill>
        <p:spPr>
          <a:xfrm>
            <a:off x="5883720" y="2371565"/>
            <a:ext cx="459303" cy="459303"/>
          </a:xfrm>
          <a:prstGeom prst="rect">
            <a:avLst/>
          </a:prstGeom>
        </p:spPr>
      </p:pic>
      <p:pic>
        <p:nvPicPr>
          <p:cNvPr id="57" name="Grafik 56">
            <a:extLst>
              <a:ext uri="{FF2B5EF4-FFF2-40B4-BE49-F238E27FC236}">
                <a16:creationId xmlns:a16="http://schemas.microsoft.com/office/drawing/2014/main" id="{5AB186C4-3D88-488B-93FC-AB5DF22AD762}"/>
              </a:ext>
            </a:extLst>
          </p:cNvPr>
          <p:cNvPicPr>
            <a:picLocks noChangeAspect="1"/>
          </p:cNvPicPr>
          <p:nvPr/>
        </p:nvPicPr>
        <p:blipFill>
          <a:blip r:embed="rId19"/>
          <a:stretch>
            <a:fillRect/>
          </a:stretch>
        </p:blipFill>
        <p:spPr>
          <a:xfrm>
            <a:off x="6034595" y="2450164"/>
            <a:ext cx="146877" cy="155869"/>
          </a:xfrm>
          <a:prstGeom prst="rect">
            <a:avLst/>
          </a:prstGeom>
        </p:spPr>
      </p:pic>
      <p:pic>
        <p:nvPicPr>
          <p:cNvPr id="59" name="Grafik 58">
            <a:extLst>
              <a:ext uri="{FF2B5EF4-FFF2-40B4-BE49-F238E27FC236}">
                <a16:creationId xmlns:a16="http://schemas.microsoft.com/office/drawing/2014/main" id="{35826BD3-2D88-42B5-91DD-AB2672CED6D2}"/>
              </a:ext>
            </a:extLst>
          </p:cNvPr>
          <p:cNvPicPr>
            <a:picLocks noChangeAspect="1"/>
          </p:cNvPicPr>
          <p:nvPr/>
        </p:nvPicPr>
        <p:blipFill>
          <a:blip r:embed="rId22"/>
          <a:stretch>
            <a:fillRect/>
          </a:stretch>
        </p:blipFill>
        <p:spPr>
          <a:xfrm>
            <a:off x="5637673" y="3325548"/>
            <a:ext cx="517025" cy="247677"/>
          </a:xfrm>
          <a:prstGeom prst="rect">
            <a:avLst/>
          </a:prstGeom>
        </p:spPr>
      </p:pic>
      <p:sp>
        <p:nvSpPr>
          <p:cNvPr id="60" name="Textfeld 59">
            <a:extLst>
              <a:ext uri="{FF2B5EF4-FFF2-40B4-BE49-F238E27FC236}">
                <a16:creationId xmlns:a16="http://schemas.microsoft.com/office/drawing/2014/main" id="{51B2892E-8688-4563-B755-DA56DD7DC551}"/>
              </a:ext>
            </a:extLst>
          </p:cNvPr>
          <p:cNvSpPr txBox="1"/>
          <p:nvPr/>
        </p:nvSpPr>
        <p:spPr>
          <a:xfrm>
            <a:off x="5547710" y="2374341"/>
            <a:ext cx="179926" cy="223464"/>
          </a:xfrm>
          <a:prstGeom prst="rect">
            <a:avLst/>
          </a:prstGeom>
          <a:noFill/>
        </p:spPr>
        <p:txBody>
          <a:bodyPr vert="horz" wrap="square" lIns="0" tIns="0" rIns="0" bIns="0" rtlCol="0">
            <a:noAutofit/>
          </a:bodyPr>
          <a:lstStyle/>
          <a:p>
            <a:pPr fontAlgn="base">
              <a:lnSpc>
                <a:spcPct val="110000"/>
              </a:lnSpc>
              <a:spcAft>
                <a:spcPct val="0"/>
              </a:spcAft>
            </a:pPr>
            <a:r>
              <a:rPr lang="en-US" sz="1599" b="1" dirty="0">
                <a:solidFill>
                  <a:srgbClr val="FF0000"/>
                </a:solidFill>
                <a:latin typeface="Arial"/>
                <a:ea typeface="Arial Unicode MS" panose="020B0604020202020204" pitchFamily="34" charset="-128"/>
                <a:cs typeface="Arial Unicode MS" panose="020B0604020202020204" pitchFamily="34" charset="-128"/>
              </a:rPr>
              <a:t>X</a:t>
            </a:r>
          </a:p>
        </p:txBody>
      </p:sp>
      <p:sp>
        <p:nvSpPr>
          <p:cNvPr id="61" name="Textfeld 60">
            <a:extLst>
              <a:ext uri="{FF2B5EF4-FFF2-40B4-BE49-F238E27FC236}">
                <a16:creationId xmlns:a16="http://schemas.microsoft.com/office/drawing/2014/main" id="{3313AE0D-5EAB-4C06-BCB9-D0287F42E58F}"/>
              </a:ext>
            </a:extLst>
          </p:cNvPr>
          <p:cNvSpPr txBox="1"/>
          <p:nvPr/>
        </p:nvSpPr>
        <p:spPr>
          <a:xfrm>
            <a:off x="5745228" y="3373614"/>
            <a:ext cx="445270" cy="208779"/>
          </a:xfrm>
          <a:prstGeom prst="rect">
            <a:avLst/>
          </a:prstGeom>
          <a:noFill/>
        </p:spPr>
        <p:txBody>
          <a:bodyPr vert="horz" wrap="none" lIns="0" tIns="0" rIns="0" bIns="0" rtlCol="0">
            <a:noAutofit/>
          </a:bodyPr>
          <a:lstStyle/>
          <a:p>
            <a:pPr fontAlgn="base">
              <a:lnSpc>
                <a:spcPct val="110000"/>
              </a:lnSpc>
              <a:spcAft>
                <a:spcPct val="0"/>
              </a:spcAft>
            </a:pPr>
            <a:r>
              <a:rPr lang="en-US" sz="999" b="1" dirty="0">
                <a:latin typeface="Arial"/>
                <a:ea typeface="Arial Unicode MS" panose="020B0604020202020204" pitchFamily="34" charset="-128"/>
                <a:cs typeface="Arial Unicode MS" panose="020B0604020202020204" pitchFamily="34" charset="-128"/>
              </a:rPr>
              <a:t>S1</a:t>
            </a:r>
          </a:p>
        </p:txBody>
      </p:sp>
      <p:sp>
        <p:nvSpPr>
          <p:cNvPr id="62" name="Textfeld 61">
            <a:extLst>
              <a:ext uri="{FF2B5EF4-FFF2-40B4-BE49-F238E27FC236}">
                <a16:creationId xmlns:a16="http://schemas.microsoft.com/office/drawing/2014/main" id="{EBD9C67A-3048-4D8E-A90B-94307FB796A7}"/>
              </a:ext>
            </a:extLst>
          </p:cNvPr>
          <p:cNvSpPr txBox="1"/>
          <p:nvPr/>
        </p:nvSpPr>
        <p:spPr>
          <a:xfrm>
            <a:off x="5583165" y="3615345"/>
            <a:ext cx="626041" cy="125878"/>
          </a:xfrm>
          <a:prstGeom prst="rect">
            <a:avLst/>
          </a:prstGeom>
          <a:noFill/>
        </p:spPr>
        <p:txBody>
          <a:bodyPr vert="horz" wrap="none" lIns="0" tIns="0" rIns="0" bIns="0" rtlCol="0">
            <a:noAutofit/>
          </a:bodyPr>
          <a:lstStyle/>
          <a:p>
            <a:pPr algn="ctr" fontAlgn="base">
              <a:lnSpc>
                <a:spcPct val="110000"/>
              </a:lnSpc>
              <a:spcAft>
                <a:spcPct val="0"/>
              </a:spcAft>
            </a:pPr>
            <a:r>
              <a:rPr lang="en-US" sz="900" dirty="0">
                <a:solidFill>
                  <a:schemeClr val="bg1"/>
                </a:solidFill>
                <a:latin typeface="Arial"/>
                <a:ea typeface="Arial Unicode MS" panose="020B0604020202020204" pitchFamily="34" charset="-128"/>
                <a:cs typeface="Arial Unicode MS" panose="020B0604020202020204" pitchFamily="34" charset="-128"/>
              </a:rPr>
              <a:t>Connection</a:t>
            </a:r>
            <a:br>
              <a:rPr lang="en-US" sz="900" dirty="0">
                <a:solidFill>
                  <a:schemeClr val="bg1"/>
                </a:solidFill>
                <a:latin typeface="Arial"/>
                <a:ea typeface="Arial Unicode MS" panose="020B0604020202020204" pitchFamily="34" charset="-128"/>
                <a:cs typeface="Arial Unicode MS" panose="020B0604020202020204" pitchFamily="34" charset="-128"/>
              </a:rPr>
            </a:br>
            <a:r>
              <a:rPr lang="en-US" sz="900" dirty="0">
                <a:solidFill>
                  <a:schemeClr val="bg1"/>
                </a:solidFill>
                <a:latin typeface="Arial"/>
                <a:ea typeface="Arial Unicode MS" panose="020B0604020202020204" pitchFamily="34" charset="-128"/>
                <a:cs typeface="Arial Unicode MS" panose="020B0604020202020204" pitchFamily="34" charset="-128"/>
              </a:rPr>
              <a:t>degraded</a:t>
            </a:r>
          </a:p>
        </p:txBody>
      </p:sp>
      <p:sp>
        <p:nvSpPr>
          <p:cNvPr id="64" name="Textfeld 63">
            <a:extLst>
              <a:ext uri="{FF2B5EF4-FFF2-40B4-BE49-F238E27FC236}">
                <a16:creationId xmlns:a16="http://schemas.microsoft.com/office/drawing/2014/main" id="{1D850CC7-47D0-42CD-84C7-E1082FB9A1E6}"/>
              </a:ext>
            </a:extLst>
          </p:cNvPr>
          <p:cNvSpPr txBox="1"/>
          <p:nvPr/>
        </p:nvSpPr>
        <p:spPr>
          <a:xfrm>
            <a:off x="2666431" y="3612367"/>
            <a:ext cx="626041" cy="125878"/>
          </a:xfrm>
          <a:prstGeom prst="rect">
            <a:avLst/>
          </a:prstGeom>
          <a:noFill/>
        </p:spPr>
        <p:txBody>
          <a:bodyPr vert="horz" wrap="none" lIns="0" tIns="0" rIns="0" bIns="0" rtlCol="0">
            <a:noAutofit/>
          </a:bodyPr>
          <a:lstStyle/>
          <a:p>
            <a:pPr algn="ctr" fontAlgn="base">
              <a:lnSpc>
                <a:spcPct val="110000"/>
              </a:lnSpc>
              <a:spcAft>
                <a:spcPct val="0"/>
              </a:spcAft>
            </a:pPr>
            <a:r>
              <a:rPr lang="en-US" sz="900" dirty="0">
                <a:solidFill>
                  <a:schemeClr val="bg1"/>
                </a:solidFill>
                <a:latin typeface="Arial"/>
                <a:ea typeface="Arial Unicode MS" panose="020B0604020202020204" pitchFamily="34" charset="-128"/>
                <a:cs typeface="Arial Unicode MS" panose="020B0604020202020204" pitchFamily="34" charset="-128"/>
              </a:rPr>
              <a:t>Operation</a:t>
            </a:r>
          </a:p>
        </p:txBody>
      </p:sp>
      <p:cxnSp>
        <p:nvCxnSpPr>
          <p:cNvPr id="65" name="Gerade Verbindung 108">
            <a:extLst>
              <a:ext uri="{FF2B5EF4-FFF2-40B4-BE49-F238E27FC236}">
                <a16:creationId xmlns:a16="http://schemas.microsoft.com/office/drawing/2014/main" id="{AC981725-963D-454D-B361-1275847B6625}"/>
              </a:ext>
            </a:extLst>
          </p:cNvPr>
          <p:cNvCxnSpPr/>
          <p:nvPr/>
        </p:nvCxnSpPr>
        <p:spPr bwMode="auto">
          <a:xfrm>
            <a:off x="7547277" y="2627536"/>
            <a:ext cx="0" cy="351093"/>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Gerade Verbindung 111">
            <a:extLst>
              <a:ext uri="{FF2B5EF4-FFF2-40B4-BE49-F238E27FC236}">
                <a16:creationId xmlns:a16="http://schemas.microsoft.com/office/drawing/2014/main" id="{67926C69-B320-4CFA-86E8-6ACA1E9DBDF6}"/>
              </a:ext>
            </a:extLst>
          </p:cNvPr>
          <p:cNvCxnSpPr/>
          <p:nvPr/>
        </p:nvCxnSpPr>
        <p:spPr bwMode="auto">
          <a:xfrm flipH="1">
            <a:off x="7301255" y="3180252"/>
            <a:ext cx="8362" cy="378461"/>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Text Box 16">
            <a:extLst>
              <a:ext uri="{FF2B5EF4-FFF2-40B4-BE49-F238E27FC236}">
                <a16:creationId xmlns:a16="http://schemas.microsoft.com/office/drawing/2014/main" id="{14045A09-22EF-4F5A-B8DA-8458172088F7}"/>
              </a:ext>
            </a:extLst>
          </p:cNvPr>
          <p:cNvSpPr txBox="1">
            <a:spLocks noChangeArrowheads="1"/>
          </p:cNvSpPr>
          <p:nvPr>
            <p:custDataLst>
              <p:tags r:id="rId11"/>
            </p:custDataLst>
          </p:nvPr>
        </p:nvSpPr>
        <p:spPr bwMode="auto">
          <a:xfrm>
            <a:off x="7431316" y="2234442"/>
            <a:ext cx="309219" cy="107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700" dirty="0"/>
              <a:t>Primary</a:t>
            </a:r>
          </a:p>
        </p:txBody>
      </p:sp>
      <p:cxnSp>
        <p:nvCxnSpPr>
          <p:cNvPr id="68" name="Gerade Verbindung 118">
            <a:extLst>
              <a:ext uri="{FF2B5EF4-FFF2-40B4-BE49-F238E27FC236}">
                <a16:creationId xmlns:a16="http://schemas.microsoft.com/office/drawing/2014/main" id="{D51E159B-83BD-4E02-BF3E-90A8AC76C727}"/>
              </a:ext>
            </a:extLst>
          </p:cNvPr>
          <p:cNvCxnSpPr/>
          <p:nvPr/>
        </p:nvCxnSpPr>
        <p:spPr bwMode="auto">
          <a:xfrm>
            <a:off x="7087975" y="2726954"/>
            <a:ext cx="1" cy="26307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9" name="product_simatic-s7-1500-control-unit.png">
            <a:extLst>
              <a:ext uri="{FF2B5EF4-FFF2-40B4-BE49-F238E27FC236}">
                <a16:creationId xmlns:a16="http://schemas.microsoft.com/office/drawing/2014/main" id="{618082A7-0E42-463C-B8F2-9484BB8A22DD}"/>
              </a:ext>
            </a:extLst>
          </p:cNvPr>
          <p:cNvPicPr>
            <a:picLocks noChangeAspect="1"/>
          </p:cNvPicPr>
          <p:nvPr>
            <p:custDataLst>
              <p:tags r:id="rId12"/>
            </p:custDataLst>
          </p:nvPr>
        </p:nvPicPr>
        <p:blipFill>
          <a:blip r:embed="rId18" cstate="print">
            <a:extLst>
              <a:ext uri="{28A0092B-C50C-407E-A947-70E740481C1C}">
                <a14:useLocalDpi xmlns:a14="http://schemas.microsoft.com/office/drawing/2010/main" val="0"/>
              </a:ext>
            </a:extLst>
          </a:blip>
          <a:stretch>
            <a:fillRect/>
          </a:stretch>
        </p:blipFill>
        <p:spPr>
          <a:xfrm>
            <a:off x="6858323" y="2367219"/>
            <a:ext cx="459303" cy="459303"/>
          </a:xfrm>
          <a:prstGeom prst="rect">
            <a:avLst/>
          </a:prstGeom>
        </p:spPr>
      </p:pic>
      <p:sp>
        <p:nvSpPr>
          <p:cNvPr id="70" name="Ellipse 69">
            <a:extLst>
              <a:ext uri="{FF2B5EF4-FFF2-40B4-BE49-F238E27FC236}">
                <a16:creationId xmlns:a16="http://schemas.microsoft.com/office/drawing/2014/main" id="{FD7BC0C6-9664-4482-A550-459F2F70AA53}"/>
              </a:ext>
            </a:extLst>
          </p:cNvPr>
          <p:cNvSpPr/>
          <p:nvPr/>
        </p:nvSpPr>
        <p:spPr bwMode="auto">
          <a:xfrm>
            <a:off x="6858324" y="2976051"/>
            <a:ext cx="936511" cy="215995"/>
          </a:xfrm>
          <a:prstGeom prst="ellipse">
            <a:avLst/>
          </a:prstGeom>
          <a:noFill/>
          <a:ln w="28575" cap="flat" cmpd="sng" algn="ctr">
            <a:solidFill>
              <a:srgbClr val="00963F"/>
            </a:solidFill>
            <a:prstDash val="solid"/>
            <a:round/>
            <a:headEnd type="none" w="med" len="med"/>
            <a:tailEnd type="none" w="med" len="me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pic>
        <p:nvPicPr>
          <p:cNvPr id="71" name="product_simatic-s7-1500-control-unit.png">
            <a:extLst>
              <a:ext uri="{FF2B5EF4-FFF2-40B4-BE49-F238E27FC236}">
                <a16:creationId xmlns:a16="http://schemas.microsoft.com/office/drawing/2014/main" id="{4AB4A94D-7023-460D-819C-7FF49E34E3D0}"/>
              </a:ext>
            </a:extLst>
          </p:cNvPr>
          <p:cNvPicPr>
            <a:picLocks noChangeAspect="1"/>
          </p:cNvPicPr>
          <p:nvPr>
            <p:custDataLst>
              <p:tags r:id="rId13"/>
            </p:custDataLst>
          </p:nvPr>
        </p:nvPicPr>
        <p:blipFill>
          <a:blip r:embed="rId18" cstate="print">
            <a:extLst>
              <a:ext uri="{28A0092B-C50C-407E-A947-70E740481C1C}">
                <a14:useLocalDpi xmlns:a14="http://schemas.microsoft.com/office/drawing/2010/main" val="0"/>
              </a:ext>
            </a:extLst>
          </a:blip>
          <a:stretch>
            <a:fillRect/>
          </a:stretch>
        </p:blipFill>
        <p:spPr>
          <a:xfrm>
            <a:off x="7347154" y="2369388"/>
            <a:ext cx="459303" cy="459303"/>
          </a:xfrm>
          <a:prstGeom prst="rect">
            <a:avLst/>
          </a:prstGeom>
        </p:spPr>
      </p:pic>
      <p:pic>
        <p:nvPicPr>
          <p:cNvPr id="72" name="Grafik 71">
            <a:extLst>
              <a:ext uri="{FF2B5EF4-FFF2-40B4-BE49-F238E27FC236}">
                <a16:creationId xmlns:a16="http://schemas.microsoft.com/office/drawing/2014/main" id="{6D74BFB2-ABF4-4A9E-9543-1E5C39B8281E}"/>
              </a:ext>
            </a:extLst>
          </p:cNvPr>
          <p:cNvPicPr>
            <a:picLocks noChangeAspect="1"/>
          </p:cNvPicPr>
          <p:nvPr/>
        </p:nvPicPr>
        <p:blipFill>
          <a:blip r:embed="rId19"/>
          <a:stretch>
            <a:fillRect/>
          </a:stretch>
        </p:blipFill>
        <p:spPr>
          <a:xfrm>
            <a:off x="7498029" y="2447987"/>
            <a:ext cx="146877" cy="155869"/>
          </a:xfrm>
          <a:prstGeom prst="rect">
            <a:avLst/>
          </a:prstGeom>
        </p:spPr>
      </p:pic>
      <p:pic>
        <p:nvPicPr>
          <p:cNvPr id="73" name="Grafik 72">
            <a:extLst>
              <a:ext uri="{FF2B5EF4-FFF2-40B4-BE49-F238E27FC236}">
                <a16:creationId xmlns:a16="http://schemas.microsoft.com/office/drawing/2014/main" id="{E5D2DC3D-3FB2-4889-BF5C-AE0AD4CA82AA}"/>
              </a:ext>
            </a:extLst>
          </p:cNvPr>
          <p:cNvPicPr>
            <a:picLocks noChangeAspect="1"/>
          </p:cNvPicPr>
          <p:nvPr/>
        </p:nvPicPr>
        <p:blipFill>
          <a:blip r:embed="rId22"/>
          <a:stretch>
            <a:fillRect/>
          </a:stretch>
        </p:blipFill>
        <p:spPr>
          <a:xfrm>
            <a:off x="7101106" y="3323371"/>
            <a:ext cx="517025" cy="247677"/>
          </a:xfrm>
          <a:prstGeom prst="rect">
            <a:avLst/>
          </a:prstGeom>
        </p:spPr>
      </p:pic>
      <p:sp>
        <p:nvSpPr>
          <p:cNvPr id="74" name="Textfeld 73">
            <a:extLst>
              <a:ext uri="{FF2B5EF4-FFF2-40B4-BE49-F238E27FC236}">
                <a16:creationId xmlns:a16="http://schemas.microsoft.com/office/drawing/2014/main" id="{1DA088E7-02D1-450C-BF1F-A794EF8C84F8}"/>
              </a:ext>
            </a:extLst>
          </p:cNvPr>
          <p:cNvSpPr txBox="1"/>
          <p:nvPr/>
        </p:nvSpPr>
        <p:spPr>
          <a:xfrm>
            <a:off x="7011144" y="2372164"/>
            <a:ext cx="179926" cy="223464"/>
          </a:xfrm>
          <a:prstGeom prst="rect">
            <a:avLst/>
          </a:prstGeom>
          <a:noFill/>
        </p:spPr>
        <p:txBody>
          <a:bodyPr vert="horz" wrap="square" lIns="0" tIns="0" rIns="0" bIns="0" rtlCol="0">
            <a:noAutofit/>
          </a:bodyPr>
          <a:lstStyle/>
          <a:p>
            <a:pPr fontAlgn="base">
              <a:lnSpc>
                <a:spcPct val="110000"/>
              </a:lnSpc>
              <a:spcAft>
                <a:spcPct val="0"/>
              </a:spcAft>
            </a:pPr>
            <a:r>
              <a:rPr lang="en-US" sz="1599" b="1" dirty="0">
                <a:solidFill>
                  <a:srgbClr val="FF0000"/>
                </a:solidFill>
                <a:latin typeface="Arial"/>
                <a:ea typeface="Arial Unicode MS" panose="020B0604020202020204" pitchFamily="34" charset="-128"/>
                <a:cs typeface="Arial Unicode MS" panose="020B0604020202020204" pitchFamily="34" charset="-128"/>
              </a:rPr>
              <a:t>X</a:t>
            </a:r>
          </a:p>
        </p:txBody>
      </p:sp>
      <p:sp>
        <p:nvSpPr>
          <p:cNvPr id="75" name="Textfeld 74">
            <a:extLst>
              <a:ext uri="{FF2B5EF4-FFF2-40B4-BE49-F238E27FC236}">
                <a16:creationId xmlns:a16="http://schemas.microsoft.com/office/drawing/2014/main" id="{C66E0B56-D6E1-4C45-89CD-4DA976F31C32}"/>
              </a:ext>
            </a:extLst>
          </p:cNvPr>
          <p:cNvSpPr txBox="1"/>
          <p:nvPr/>
        </p:nvSpPr>
        <p:spPr>
          <a:xfrm>
            <a:off x="7208662" y="3371437"/>
            <a:ext cx="445270" cy="208779"/>
          </a:xfrm>
          <a:prstGeom prst="rect">
            <a:avLst/>
          </a:prstGeom>
          <a:noFill/>
        </p:spPr>
        <p:txBody>
          <a:bodyPr vert="horz" wrap="none" lIns="0" tIns="0" rIns="0" bIns="0" rtlCol="0">
            <a:noAutofit/>
          </a:bodyPr>
          <a:lstStyle/>
          <a:p>
            <a:pPr fontAlgn="base">
              <a:lnSpc>
                <a:spcPct val="110000"/>
              </a:lnSpc>
              <a:spcAft>
                <a:spcPct val="0"/>
              </a:spcAft>
            </a:pPr>
            <a:r>
              <a:rPr lang="en-US" sz="999" b="1" dirty="0">
                <a:latin typeface="Arial"/>
                <a:ea typeface="Arial Unicode MS" panose="020B0604020202020204" pitchFamily="34" charset="-128"/>
                <a:cs typeface="Arial Unicode MS" panose="020B0604020202020204" pitchFamily="34" charset="-128"/>
              </a:rPr>
              <a:t>S1</a:t>
            </a:r>
          </a:p>
        </p:txBody>
      </p:sp>
      <p:sp>
        <p:nvSpPr>
          <p:cNvPr id="76" name="Textfeld 75">
            <a:extLst>
              <a:ext uri="{FF2B5EF4-FFF2-40B4-BE49-F238E27FC236}">
                <a16:creationId xmlns:a16="http://schemas.microsoft.com/office/drawing/2014/main" id="{D637BBB6-F7DC-4E0A-AB60-0EE1455476DC}"/>
              </a:ext>
            </a:extLst>
          </p:cNvPr>
          <p:cNvSpPr txBox="1"/>
          <p:nvPr/>
        </p:nvSpPr>
        <p:spPr>
          <a:xfrm>
            <a:off x="7046598" y="3613168"/>
            <a:ext cx="626041" cy="125878"/>
          </a:xfrm>
          <a:prstGeom prst="rect">
            <a:avLst/>
          </a:prstGeom>
          <a:noFill/>
        </p:spPr>
        <p:txBody>
          <a:bodyPr vert="horz" wrap="none" lIns="0" tIns="0" rIns="0" bIns="0" rtlCol="0">
            <a:noAutofit/>
          </a:bodyPr>
          <a:lstStyle/>
          <a:p>
            <a:pPr algn="ctr" fontAlgn="base">
              <a:lnSpc>
                <a:spcPct val="110000"/>
              </a:lnSpc>
              <a:spcAft>
                <a:spcPct val="0"/>
              </a:spcAft>
            </a:pPr>
            <a:r>
              <a:rPr lang="en-US" sz="900" dirty="0">
                <a:solidFill>
                  <a:schemeClr val="bg1"/>
                </a:solidFill>
                <a:latin typeface="Arial"/>
                <a:ea typeface="Arial Unicode MS" panose="020B0604020202020204" pitchFamily="34" charset="-128"/>
                <a:cs typeface="Arial Unicode MS" panose="020B0604020202020204" pitchFamily="34" charset="-128"/>
              </a:rPr>
              <a:t>New connection</a:t>
            </a:r>
            <a:br>
              <a:rPr lang="en-US" sz="900" dirty="0">
                <a:solidFill>
                  <a:schemeClr val="bg1"/>
                </a:solidFill>
                <a:latin typeface="Arial"/>
                <a:ea typeface="Arial Unicode MS" panose="020B0604020202020204" pitchFamily="34" charset="-128"/>
                <a:cs typeface="Arial Unicode MS" panose="020B0604020202020204" pitchFamily="34" charset="-128"/>
              </a:rPr>
            </a:br>
            <a:r>
              <a:rPr lang="en-US" sz="900" dirty="0">
                <a:solidFill>
                  <a:schemeClr val="bg1"/>
                </a:solidFill>
                <a:latin typeface="Arial"/>
                <a:ea typeface="Arial Unicode MS" panose="020B0604020202020204" pitchFamily="34" charset="-128"/>
                <a:cs typeface="Arial Unicode MS" panose="020B0604020202020204" pitchFamily="34" charset="-128"/>
              </a:rPr>
              <a:t>Device not yet active</a:t>
            </a:r>
          </a:p>
        </p:txBody>
      </p:sp>
      <p:sp>
        <p:nvSpPr>
          <p:cNvPr id="77" name="Textfeld 76">
            <a:extLst>
              <a:ext uri="{FF2B5EF4-FFF2-40B4-BE49-F238E27FC236}">
                <a16:creationId xmlns:a16="http://schemas.microsoft.com/office/drawing/2014/main" id="{6DFDD287-0C23-4F16-9E9C-518F57797855}"/>
              </a:ext>
            </a:extLst>
          </p:cNvPr>
          <p:cNvSpPr txBox="1"/>
          <p:nvPr/>
        </p:nvSpPr>
        <p:spPr>
          <a:xfrm>
            <a:off x="6197746" y="3322549"/>
            <a:ext cx="179926" cy="223464"/>
          </a:xfrm>
          <a:prstGeom prst="rect">
            <a:avLst/>
          </a:prstGeom>
          <a:noFill/>
        </p:spPr>
        <p:txBody>
          <a:bodyPr vert="horz" wrap="square" lIns="0" tIns="0" rIns="0" bIns="0" rtlCol="0">
            <a:noAutofit/>
          </a:bodyPr>
          <a:lstStyle/>
          <a:p>
            <a:pPr fontAlgn="base">
              <a:lnSpc>
                <a:spcPct val="110000"/>
              </a:lnSpc>
              <a:spcAft>
                <a:spcPct val="0"/>
              </a:spcAft>
            </a:pPr>
            <a:r>
              <a:rPr lang="en-US" sz="1599" b="1" dirty="0">
                <a:solidFill>
                  <a:srgbClr val="FF0000"/>
                </a:solidFill>
                <a:latin typeface="Arial"/>
                <a:ea typeface="Arial Unicode MS" panose="020B0604020202020204" pitchFamily="34" charset="-128"/>
                <a:cs typeface="Arial Unicode MS" panose="020B0604020202020204" pitchFamily="34" charset="-128"/>
              </a:rPr>
              <a:t>X</a:t>
            </a:r>
          </a:p>
        </p:txBody>
      </p:sp>
      <p:cxnSp>
        <p:nvCxnSpPr>
          <p:cNvPr id="78" name="Gerader Verbinder 77">
            <a:extLst>
              <a:ext uri="{FF2B5EF4-FFF2-40B4-BE49-F238E27FC236}">
                <a16:creationId xmlns:a16="http://schemas.microsoft.com/office/drawing/2014/main" id="{0178C566-156C-44D5-B810-CC1AE2C15704}"/>
              </a:ext>
            </a:extLst>
          </p:cNvPr>
          <p:cNvCxnSpPr/>
          <p:nvPr/>
        </p:nvCxnSpPr>
        <p:spPr bwMode="auto">
          <a:xfrm flipV="1">
            <a:off x="7380337" y="2834698"/>
            <a:ext cx="278010" cy="499782"/>
          </a:xfrm>
          <a:prstGeom prst="line">
            <a:avLst/>
          </a:prstGeom>
          <a:solidFill>
            <a:schemeClr val="tx2"/>
          </a:solidFill>
          <a:ln w="19050" cap="flat" cmpd="sng" algn="ctr">
            <a:solidFill>
              <a:srgbClr val="C00000"/>
            </a:solidFill>
            <a:prstDash val="solid"/>
            <a:round/>
            <a:headEnd type="triangle" w="med" len="med"/>
            <a:tailEnd type="triangl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0" name="Textfeld 79">
            <a:extLst>
              <a:ext uri="{FF2B5EF4-FFF2-40B4-BE49-F238E27FC236}">
                <a16:creationId xmlns:a16="http://schemas.microsoft.com/office/drawing/2014/main" id="{62FC8A4D-2D50-47AC-B165-BB79F26C2B83}"/>
              </a:ext>
            </a:extLst>
          </p:cNvPr>
          <p:cNvSpPr txBox="1"/>
          <p:nvPr/>
        </p:nvSpPr>
        <p:spPr>
          <a:xfrm>
            <a:off x="6932148" y="3034914"/>
            <a:ext cx="626041" cy="125878"/>
          </a:xfrm>
          <a:prstGeom prst="rect">
            <a:avLst/>
          </a:prstGeom>
          <a:noFill/>
        </p:spPr>
        <p:txBody>
          <a:bodyPr vert="horz" wrap="none" lIns="0" tIns="0" rIns="0" bIns="0" rtlCol="0">
            <a:noAutofit/>
          </a:bodyPr>
          <a:lstStyle/>
          <a:p>
            <a:pPr algn="ctr" fontAlgn="base">
              <a:lnSpc>
                <a:spcPct val="110000"/>
              </a:lnSpc>
              <a:spcAft>
                <a:spcPct val="0"/>
              </a:spcAft>
            </a:pPr>
            <a:r>
              <a:rPr lang="en-US" sz="700" dirty="0">
                <a:solidFill>
                  <a:srgbClr val="C00000"/>
                </a:solidFill>
                <a:latin typeface="Arial"/>
                <a:ea typeface="Arial Unicode MS" panose="020B0604020202020204" pitchFamily="34" charset="-128"/>
                <a:cs typeface="Arial Unicode MS" panose="020B0604020202020204" pitchFamily="34" charset="-128"/>
              </a:rPr>
              <a:t>Single AR</a:t>
            </a:r>
          </a:p>
        </p:txBody>
      </p:sp>
      <p:sp>
        <p:nvSpPr>
          <p:cNvPr id="81" name="Textfeld 80">
            <a:extLst>
              <a:ext uri="{FF2B5EF4-FFF2-40B4-BE49-F238E27FC236}">
                <a16:creationId xmlns:a16="http://schemas.microsoft.com/office/drawing/2014/main" id="{A7A71EDF-B35F-4DD0-86A6-21D5CC6CCAFC}"/>
              </a:ext>
            </a:extLst>
          </p:cNvPr>
          <p:cNvSpPr txBox="1"/>
          <p:nvPr/>
        </p:nvSpPr>
        <p:spPr>
          <a:xfrm>
            <a:off x="7716494" y="3322549"/>
            <a:ext cx="179926" cy="223464"/>
          </a:xfrm>
          <a:prstGeom prst="rect">
            <a:avLst/>
          </a:prstGeom>
          <a:noFill/>
        </p:spPr>
        <p:txBody>
          <a:bodyPr vert="horz" wrap="square" lIns="0" tIns="0" rIns="0" bIns="0" rtlCol="0">
            <a:noAutofit/>
          </a:bodyPr>
          <a:lstStyle/>
          <a:p>
            <a:pPr fontAlgn="base">
              <a:lnSpc>
                <a:spcPct val="110000"/>
              </a:lnSpc>
              <a:spcAft>
                <a:spcPct val="0"/>
              </a:spcAft>
            </a:pPr>
            <a:r>
              <a:rPr lang="en-US" sz="1599" b="1" dirty="0">
                <a:solidFill>
                  <a:srgbClr val="FF0000"/>
                </a:solidFill>
                <a:latin typeface="Arial"/>
                <a:ea typeface="Arial Unicode MS" panose="020B0604020202020204" pitchFamily="34" charset="-128"/>
                <a:cs typeface="Arial Unicode MS" panose="020B0604020202020204" pitchFamily="34" charset="-128"/>
              </a:rPr>
              <a:t>X</a:t>
            </a:r>
          </a:p>
        </p:txBody>
      </p:sp>
      <p:cxnSp>
        <p:nvCxnSpPr>
          <p:cNvPr id="82" name="Gerade Verbindung 108">
            <a:extLst>
              <a:ext uri="{FF2B5EF4-FFF2-40B4-BE49-F238E27FC236}">
                <a16:creationId xmlns:a16="http://schemas.microsoft.com/office/drawing/2014/main" id="{9F671F7F-7483-42DB-8003-D685CEA04F6D}"/>
              </a:ext>
            </a:extLst>
          </p:cNvPr>
          <p:cNvCxnSpPr/>
          <p:nvPr/>
        </p:nvCxnSpPr>
        <p:spPr bwMode="auto">
          <a:xfrm>
            <a:off x="9003456" y="2627536"/>
            <a:ext cx="0" cy="351093"/>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Gerade Verbindung 111">
            <a:extLst>
              <a:ext uri="{FF2B5EF4-FFF2-40B4-BE49-F238E27FC236}">
                <a16:creationId xmlns:a16="http://schemas.microsoft.com/office/drawing/2014/main" id="{30EA5CC0-0DCC-4642-BC19-5CDEFCABC422}"/>
              </a:ext>
            </a:extLst>
          </p:cNvPr>
          <p:cNvCxnSpPr/>
          <p:nvPr/>
        </p:nvCxnSpPr>
        <p:spPr bwMode="auto">
          <a:xfrm flipH="1">
            <a:off x="8757434" y="3180252"/>
            <a:ext cx="8362" cy="378461"/>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Text Box 16">
            <a:extLst>
              <a:ext uri="{FF2B5EF4-FFF2-40B4-BE49-F238E27FC236}">
                <a16:creationId xmlns:a16="http://schemas.microsoft.com/office/drawing/2014/main" id="{85F3F588-9648-4167-9AAC-1A6F8E1F3AD4}"/>
              </a:ext>
            </a:extLst>
          </p:cNvPr>
          <p:cNvSpPr txBox="1">
            <a:spLocks noChangeArrowheads="1"/>
          </p:cNvSpPr>
          <p:nvPr>
            <p:custDataLst>
              <p:tags r:id="rId14"/>
            </p:custDataLst>
          </p:nvPr>
        </p:nvSpPr>
        <p:spPr bwMode="auto">
          <a:xfrm>
            <a:off x="8887495" y="2234442"/>
            <a:ext cx="309219" cy="107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700" dirty="0"/>
              <a:t>Primary</a:t>
            </a:r>
          </a:p>
        </p:txBody>
      </p:sp>
      <p:cxnSp>
        <p:nvCxnSpPr>
          <p:cNvPr id="85" name="Gerade Verbindung 118">
            <a:extLst>
              <a:ext uri="{FF2B5EF4-FFF2-40B4-BE49-F238E27FC236}">
                <a16:creationId xmlns:a16="http://schemas.microsoft.com/office/drawing/2014/main" id="{BDC8B462-8238-4EE2-B1D9-745ABF132EDC}"/>
              </a:ext>
            </a:extLst>
          </p:cNvPr>
          <p:cNvCxnSpPr/>
          <p:nvPr/>
        </p:nvCxnSpPr>
        <p:spPr bwMode="auto">
          <a:xfrm>
            <a:off x="8544153" y="2726954"/>
            <a:ext cx="1" cy="263070"/>
          </a:xfrm>
          <a:prstGeom prst="line">
            <a:avLst/>
          </a:prstGeom>
          <a:noFill/>
          <a:ln w="28575" cap="flat" cmpd="sng" algn="ctr">
            <a:solidFill>
              <a:srgbClr val="00963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6" name="product_simatic-s7-1500-control-unit.png">
            <a:extLst>
              <a:ext uri="{FF2B5EF4-FFF2-40B4-BE49-F238E27FC236}">
                <a16:creationId xmlns:a16="http://schemas.microsoft.com/office/drawing/2014/main" id="{DE1F749A-DD10-4144-BA56-7A126C76834D}"/>
              </a:ext>
            </a:extLst>
          </p:cNvPr>
          <p:cNvPicPr>
            <a:picLocks noChangeAspect="1"/>
          </p:cNvPicPr>
          <p:nvPr>
            <p:custDataLst>
              <p:tags r:id="rId15"/>
            </p:custDataLst>
          </p:nvPr>
        </p:nvPicPr>
        <p:blipFill>
          <a:blip r:embed="rId18" cstate="print">
            <a:extLst>
              <a:ext uri="{28A0092B-C50C-407E-A947-70E740481C1C}">
                <a14:useLocalDpi xmlns:a14="http://schemas.microsoft.com/office/drawing/2010/main" val="0"/>
              </a:ext>
            </a:extLst>
          </a:blip>
          <a:stretch>
            <a:fillRect/>
          </a:stretch>
        </p:blipFill>
        <p:spPr>
          <a:xfrm>
            <a:off x="8314501" y="2367219"/>
            <a:ext cx="459303" cy="459303"/>
          </a:xfrm>
          <a:prstGeom prst="rect">
            <a:avLst/>
          </a:prstGeom>
        </p:spPr>
      </p:pic>
      <p:sp>
        <p:nvSpPr>
          <p:cNvPr id="87" name="Ellipse 86">
            <a:extLst>
              <a:ext uri="{FF2B5EF4-FFF2-40B4-BE49-F238E27FC236}">
                <a16:creationId xmlns:a16="http://schemas.microsoft.com/office/drawing/2014/main" id="{12B81A61-BD27-4445-A9E7-44FA3B46927A}"/>
              </a:ext>
            </a:extLst>
          </p:cNvPr>
          <p:cNvSpPr/>
          <p:nvPr/>
        </p:nvSpPr>
        <p:spPr bwMode="auto">
          <a:xfrm>
            <a:off x="8314502" y="2976051"/>
            <a:ext cx="936511" cy="215995"/>
          </a:xfrm>
          <a:prstGeom prst="ellipse">
            <a:avLst/>
          </a:prstGeom>
          <a:noFill/>
          <a:ln w="28575" cap="flat" cmpd="sng" algn="ctr">
            <a:solidFill>
              <a:srgbClr val="00963F"/>
            </a:solidFill>
            <a:prstDash val="solid"/>
            <a:round/>
            <a:headEnd type="none" w="med" len="med"/>
            <a:tailEnd type="none" w="med" len="me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pic>
        <p:nvPicPr>
          <p:cNvPr id="88" name="product_simatic-s7-1500-control-unit.png">
            <a:extLst>
              <a:ext uri="{FF2B5EF4-FFF2-40B4-BE49-F238E27FC236}">
                <a16:creationId xmlns:a16="http://schemas.microsoft.com/office/drawing/2014/main" id="{BDAFA8BF-9B90-4B07-BE33-9EC0FEBB2C79}"/>
              </a:ext>
            </a:extLst>
          </p:cNvPr>
          <p:cNvPicPr>
            <a:picLocks noChangeAspect="1"/>
          </p:cNvPicPr>
          <p:nvPr>
            <p:custDataLst>
              <p:tags r:id="rId16"/>
            </p:custDataLst>
          </p:nvPr>
        </p:nvPicPr>
        <p:blipFill>
          <a:blip r:embed="rId18" cstate="print">
            <a:extLst>
              <a:ext uri="{28A0092B-C50C-407E-A947-70E740481C1C}">
                <a14:useLocalDpi xmlns:a14="http://schemas.microsoft.com/office/drawing/2010/main" val="0"/>
              </a:ext>
            </a:extLst>
          </a:blip>
          <a:stretch>
            <a:fillRect/>
          </a:stretch>
        </p:blipFill>
        <p:spPr>
          <a:xfrm>
            <a:off x="8803333" y="2369388"/>
            <a:ext cx="459303" cy="459303"/>
          </a:xfrm>
          <a:prstGeom prst="rect">
            <a:avLst/>
          </a:prstGeom>
        </p:spPr>
      </p:pic>
      <p:pic>
        <p:nvPicPr>
          <p:cNvPr id="89" name="Grafik 88">
            <a:extLst>
              <a:ext uri="{FF2B5EF4-FFF2-40B4-BE49-F238E27FC236}">
                <a16:creationId xmlns:a16="http://schemas.microsoft.com/office/drawing/2014/main" id="{16571F51-DCDF-4851-A061-6569F617F26D}"/>
              </a:ext>
            </a:extLst>
          </p:cNvPr>
          <p:cNvPicPr>
            <a:picLocks noChangeAspect="1"/>
          </p:cNvPicPr>
          <p:nvPr/>
        </p:nvPicPr>
        <p:blipFill>
          <a:blip r:embed="rId19"/>
          <a:stretch>
            <a:fillRect/>
          </a:stretch>
        </p:blipFill>
        <p:spPr>
          <a:xfrm>
            <a:off x="8954208" y="2447987"/>
            <a:ext cx="146877" cy="155869"/>
          </a:xfrm>
          <a:prstGeom prst="rect">
            <a:avLst/>
          </a:prstGeom>
        </p:spPr>
      </p:pic>
      <p:pic>
        <p:nvPicPr>
          <p:cNvPr id="90" name="Grafik 89">
            <a:extLst>
              <a:ext uri="{FF2B5EF4-FFF2-40B4-BE49-F238E27FC236}">
                <a16:creationId xmlns:a16="http://schemas.microsoft.com/office/drawing/2014/main" id="{2A84E6FC-C7AF-495C-8CB8-7A08B9FA6FD1}"/>
              </a:ext>
            </a:extLst>
          </p:cNvPr>
          <p:cNvPicPr>
            <a:picLocks noChangeAspect="1"/>
          </p:cNvPicPr>
          <p:nvPr/>
        </p:nvPicPr>
        <p:blipFill>
          <a:blip r:embed="rId22"/>
          <a:stretch>
            <a:fillRect/>
          </a:stretch>
        </p:blipFill>
        <p:spPr>
          <a:xfrm>
            <a:off x="8557285" y="3323371"/>
            <a:ext cx="517025" cy="247677"/>
          </a:xfrm>
          <a:prstGeom prst="rect">
            <a:avLst/>
          </a:prstGeom>
        </p:spPr>
      </p:pic>
      <p:sp>
        <p:nvSpPr>
          <p:cNvPr id="91" name="Textfeld 90">
            <a:extLst>
              <a:ext uri="{FF2B5EF4-FFF2-40B4-BE49-F238E27FC236}">
                <a16:creationId xmlns:a16="http://schemas.microsoft.com/office/drawing/2014/main" id="{45C47F3B-76D2-423C-83AB-C80AB5F9934C}"/>
              </a:ext>
            </a:extLst>
          </p:cNvPr>
          <p:cNvSpPr txBox="1"/>
          <p:nvPr/>
        </p:nvSpPr>
        <p:spPr>
          <a:xfrm>
            <a:off x="8467322" y="2372164"/>
            <a:ext cx="179926" cy="223464"/>
          </a:xfrm>
          <a:prstGeom prst="rect">
            <a:avLst/>
          </a:prstGeom>
          <a:noFill/>
        </p:spPr>
        <p:txBody>
          <a:bodyPr vert="horz" wrap="square" lIns="0" tIns="0" rIns="0" bIns="0" rtlCol="0">
            <a:noAutofit/>
          </a:bodyPr>
          <a:lstStyle/>
          <a:p>
            <a:pPr fontAlgn="base">
              <a:lnSpc>
                <a:spcPct val="110000"/>
              </a:lnSpc>
              <a:spcAft>
                <a:spcPct val="0"/>
              </a:spcAft>
            </a:pPr>
            <a:r>
              <a:rPr lang="en-US" sz="1599" b="1" dirty="0">
                <a:solidFill>
                  <a:srgbClr val="FF0000"/>
                </a:solidFill>
                <a:latin typeface="Arial"/>
                <a:ea typeface="Arial Unicode MS" panose="020B0604020202020204" pitchFamily="34" charset="-128"/>
                <a:cs typeface="Arial Unicode MS" panose="020B0604020202020204" pitchFamily="34" charset="-128"/>
              </a:rPr>
              <a:t>X</a:t>
            </a:r>
          </a:p>
        </p:txBody>
      </p:sp>
      <p:sp>
        <p:nvSpPr>
          <p:cNvPr id="92" name="Textfeld 91">
            <a:extLst>
              <a:ext uri="{FF2B5EF4-FFF2-40B4-BE49-F238E27FC236}">
                <a16:creationId xmlns:a16="http://schemas.microsoft.com/office/drawing/2014/main" id="{3785CC68-30D8-45A4-8DD4-806AD6A4FC24}"/>
              </a:ext>
            </a:extLst>
          </p:cNvPr>
          <p:cNvSpPr txBox="1"/>
          <p:nvPr/>
        </p:nvSpPr>
        <p:spPr>
          <a:xfrm>
            <a:off x="8664840" y="3371437"/>
            <a:ext cx="445270" cy="208779"/>
          </a:xfrm>
          <a:prstGeom prst="rect">
            <a:avLst/>
          </a:prstGeom>
          <a:noFill/>
        </p:spPr>
        <p:txBody>
          <a:bodyPr vert="horz" wrap="none" lIns="0" tIns="0" rIns="0" bIns="0" rtlCol="0">
            <a:noAutofit/>
          </a:bodyPr>
          <a:lstStyle/>
          <a:p>
            <a:pPr fontAlgn="base">
              <a:lnSpc>
                <a:spcPct val="110000"/>
              </a:lnSpc>
              <a:spcAft>
                <a:spcPct val="0"/>
              </a:spcAft>
            </a:pPr>
            <a:r>
              <a:rPr lang="en-US" sz="999" b="1" dirty="0">
                <a:latin typeface="Arial"/>
                <a:ea typeface="Arial Unicode MS" panose="020B0604020202020204" pitchFamily="34" charset="-128"/>
                <a:cs typeface="Arial Unicode MS" panose="020B0604020202020204" pitchFamily="34" charset="-128"/>
              </a:rPr>
              <a:t>S1</a:t>
            </a:r>
          </a:p>
        </p:txBody>
      </p:sp>
      <p:sp>
        <p:nvSpPr>
          <p:cNvPr id="93" name="Textfeld 92">
            <a:extLst>
              <a:ext uri="{FF2B5EF4-FFF2-40B4-BE49-F238E27FC236}">
                <a16:creationId xmlns:a16="http://schemas.microsoft.com/office/drawing/2014/main" id="{FBE22977-0374-4821-8315-90B9967C29A5}"/>
              </a:ext>
            </a:extLst>
          </p:cNvPr>
          <p:cNvSpPr txBox="1"/>
          <p:nvPr/>
        </p:nvSpPr>
        <p:spPr>
          <a:xfrm>
            <a:off x="8502777" y="3613168"/>
            <a:ext cx="626041" cy="125878"/>
          </a:xfrm>
          <a:prstGeom prst="rect">
            <a:avLst/>
          </a:prstGeom>
          <a:noFill/>
        </p:spPr>
        <p:txBody>
          <a:bodyPr vert="horz" wrap="none" lIns="0" tIns="0" rIns="0" bIns="0" rtlCol="0">
            <a:noAutofit/>
          </a:bodyPr>
          <a:lstStyle/>
          <a:p>
            <a:pPr algn="ctr" fontAlgn="base">
              <a:lnSpc>
                <a:spcPct val="110000"/>
              </a:lnSpc>
              <a:spcAft>
                <a:spcPct val="0"/>
              </a:spcAft>
            </a:pPr>
            <a:r>
              <a:rPr lang="en-US" sz="900" dirty="0">
                <a:solidFill>
                  <a:schemeClr val="bg1"/>
                </a:solidFill>
                <a:latin typeface="Arial"/>
                <a:ea typeface="Arial Unicode MS" panose="020B0604020202020204" pitchFamily="34" charset="-128"/>
                <a:cs typeface="Arial Unicode MS" panose="020B0604020202020204" pitchFamily="34" charset="-128"/>
              </a:rPr>
              <a:t>Device Startup</a:t>
            </a:r>
            <a:br>
              <a:rPr lang="en-US" sz="900" dirty="0">
                <a:solidFill>
                  <a:schemeClr val="bg1"/>
                </a:solidFill>
                <a:latin typeface="Arial"/>
                <a:ea typeface="Arial Unicode MS" panose="020B0604020202020204" pitchFamily="34" charset="-128"/>
                <a:cs typeface="Arial Unicode MS" panose="020B0604020202020204" pitchFamily="34" charset="-128"/>
              </a:rPr>
            </a:br>
            <a:r>
              <a:rPr lang="en-US" sz="900" dirty="0">
                <a:solidFill>
                  <a:schemeClr val="bg1"/>
                </a:solidFill>
                <a:latin typeface="Arial"/>
                <a:ea typeface="Arial Unicode MS" panose="020B0604020202020204" pitchFamily="34" charset="-128"/>
                <a:cs typeface="Arial Unicode MS" panose="020B0604020202020204" pitchFamily="34" charset="-128"/>
              </a:rPr>
              <a:t>completed</a:t>
            </a:r>
          </a:p>
        </p:txBody>
      </p:sp>
      <p:cxnSp>
        <p:nvCxnSpPr>
          <p:cNvPr id="94" name="Gerader Verbinder 93">
            <a:extLst>
              <a:ext uri="{FF2B5EF4-FFF2-40B4-BE49-F238E27FC236}">
                <a16:creationId xmlns:a16="http://schemas.microsoft.com/office/drawing/2014/main" id="{8AAD88ED-C5B4-4B7C-8DF3-D4899857ED7F}"/>
              </a:ext>
            </a:extLst>
          </p:cNvPr>
          <p:cNvCxnSpPr/>
          <p:nvPr/>
        </p:nvCxnSpPr>
        <p:spPr bwMode="auto">
          <a:xfrm flipV="1">
            <a:off x="8836515" y="2834698"/>
            <a:ext cx="278010" cy="499782"/>
          </a:xfrm>
          <a:prstGeom prst="line">
            <a:avLst/>
          </a:prstGeom>
          <a:solidFill>
            <a:schemeClr val="tx2"/>
          </a:solidFill>
          <a:ln w="19050" cap="flat" cmpd="sng" algn="ctr">
            <a:solidFill>
              <a:srgbClr val="C00000"/>
            </a:solidFill>
            <a:prstDash val="solid"/>
            <a:round/>
            <a:headEnd type="triangle" w="med" len="med"/>
            <a:tailEnd type="triangl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95" name="Textfeld 94">
            <a:extLst>
              <a:ext uri="{FF2B5EF4-FFF2-40B4-BE49-F238E27FC236}">
                <a16:creationId xmlns:a16="http://schemas.microsoft.com/office/drawing/2014/main" id="{222B36AC-0110-4343-822A-FEE25D3E0957}"/>
              </a:ext>
            </a:extLst>
          </p:cNvPr>
          <p:cNvSpPr txBox="1"/>
          <p:nvPr/>
        </p:nvSpPr>
        <p:spPr>
          <a:xfrm>
            <a:off x="8388327" y="3034914"/>
            <a:ext cx="626041" cy="125878"/>
          </a:xfrm>
          <a:prstGeom prst="rect">
            <a:avLst/>
          </a:prstGeom>
          <a:noFill/>
        </p:spPr>
        <p:txBody>
          <a:bodyPr vert="horz" wrap="none" lIns="0" tIns="0" rIns="0" bIns="0" rtlCol="0">
            <a:noAutofit/>
          </a:bodyPr>
          <a:lstStyle/>
          <a:p>
            <a:pPr algn="ctr" fontAlgn="base">
              <a:lnSpc>
                <a:spcPct val="110000"/>
              </a:lnSpc>
              <a:spcAft>
                <a:spcPct val="0"/>
              </a:spcAft>
            </a:pPr>
            <a:r>
              <a:rPr lang="en-US" sz="700" dirty="0">
                <a:solidFill>
                  <a:srgbClr val="C00000"/>
                </a:solidFill>
                <a:latin typeface="Arial"/>
                <a:ea typeface="Arial Unicode MS" panose="020B0604020202020204" pitchFamily="34" charset="-128"/>
                <a:cs typeface="Arial Unicode MS" panose="020B0604020202020204" pitchFamily="34" charset="-128"/>
              </a:rPr>
              <a:t>Single AR</a:t>
            </a:r>
          </a:p>
        </p:txBody>
      </p:sp>
      <p:sp>
        <p:nvSpPr>
          <p:cNvPr id="99" name="Pfeil: Chevron 98">
            <a:extLst>
              <a:ext uri="{FF2B5EF4-FFF2-40B4-BE49-F238E27FC236}">
                <a16:creationId xmlns:a16="http://schemas.microsoft.com/office/drawing/2014/main" id="{178E1896-09E5-4EB3-A7BB-26D529AE572F}"/>
              </a:ext>
            </a:extLst>
          </p:cNvPr>
          <p:cNvSpPr/>
          <p:nvPr/>
        </p:nvSpPr>
        <p:spPr bwMode="auto">
          <a:xfrm>
            <a:off x="2493790" y="1947248"/>
            <a:ext cx="892753" cy="215995"/>
          </a:xfrm>
          <a:prstGeom prst="chevron">
            <a:avLst/>
          </a:prstGeom>
          <a:solidFill>
            <a:srgbClr val="9BAFB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dirty="0">
                <a:solidFill>
                  <a:srgbClr val="000000"/>
                </a:solidFill>
                <a:latin typeface="Arial"/>
                <a:ea typeface="Arial Unicode MS" panose="020B0604020202020204" pitchFamily="34" charset="-128"/>
                <a:cs typeface="Arial Unicode MS" panose="020B0604020202020204" pitchFamily="34" charset="-128"/>
              </a:rPr>
              <a:t>1</a:t>
            </a: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pic>
        <p:nvPicPr>
          <p:cNvPr id="109" name="Grafik 108">
            <a:extLst>
              <a:ext uri="{FF2B5EF4-FFF2-40B4-BE49-F238E27FC236}">
                <a16:creationId xmlns:a16="http://schemas.microsoft.com/office/drawing/2014/main" id="{433AFA1E-9D19-4ADB-959B-3B8871DD2870}"/>
              </a:ext>
            </a:extLst>
          </p:cNvPr>
          <p:cNvPicPr>
            <a:picLocks noChangeAspect="1"/>
          </p:cNvPicPr>
          <p:nvPr/>
        </p:nvPicPr>
        <p:blipFill>
          <a:blip r:embed="rId20">
            <a:extLst>
              <a:ext uri="{BEBA8EAE-BF5A-486C-A8C5-ECC9F3942E4B}">
                <a14:imgProps xmlns:a14="http://schemas.microsoft.com/office/drawing/2010/main">
                  <a14:imgLayer r:embed="rId21">
                    <a14:imgEffect>
                      <a14:backgroundRemoval t="10000" b="90000" l="10000" r="90000"/>
                    </a14:imgEffect>
                  </a14:imgLayer>
                </a14:imgProps>
              </a:ext>
            </a:extLst>
          </a:blip>
          <a:stretch>
            <a:fillRect/>
          </a:stretch>
        </p:blipFill>
        <p:spPr>
          <a:xfrm>
            <a:off x="9131870" y="3376257"/>
            <a:ext cx="146877" cy="155869"/>
          </a:xfrm>
          <a:prstGeom prst="rect">
            <a:avLst/>
          </a:prstGeom>
        </p:spPr>
      </p:pic>
      <p:sp>
        <p:nvSpPr>
          <p:cNvPr id="110" name="Gewitterblitz 109">
            <a:extLst>
              <a:ext uri="{FF2B5EF4-FFF2-40B4-BE49-F238E27FC236}">
                <a16:creationId xmlns:a16="http://schemas.microsoft.com/office/drawing/2014/main" id="{0B9377E5-F9A9-40D4-B5AE-459E8CC4C487}"/>
              </a:ext>
            </a:extLst>
          </p:cNvPr>
          <p:cNvSpPr/>
          <p:nvPr/>
        </p:nvSpPr>
        <p:spPr bwMode="auto">
          <a:xfrm>
            <a:off x="3544767" y="1830412"/>
            <a:ext cx="276191" cy="543929"/>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11" name="Textfeld 110">
            <a:extLst>
              <a:ext uri="{FF2B5EF4-FFF2-40B4-BE49-F238E27FC236}">
                <a16:creationId xmlns:a16="http://schemas.microsoft.com/office/drawing/2014/main" id="{DFD31B35-5675-4A62-A34D-D47D6ADB19DA}"/>
              </a:ext>
            </a:extLst>
          </p:cNvPr>
          <p:cNvSpPr txBox="1"/>
          <p:nvPr/>
        </p:nvSpPr>
        <p:spPr>
          <a:xfrm>
            <a:off x="4916380" y="1557767"/>
            <a:ext cx="2459298" cy="257244"/>
          </a:xfrm>
          <a:prstGeom prst="rect">
            <a:avLst/>
          </a:prstGeom>
          <a:noFill/>
        </p:spPr>
        <p:txBody>
          <a:bodyPr vert="horz" wrap="none" lIns="0" tIns="0" rIns="0" bIns="0" rtlCol="0" anchor="t">
            <a:noAutofit/>
          </a:bodyPr>
          <a:lstStyle/>
          <a:p>
            <a:pPr fontAlgn="base">
              <a:lnSpc>
                <a:spcPct val="110000"/>
              </a:lnSpc>
              <a:spcAft>
                <a:spcPct val="0"/>
              </a:spcAft>
            </a:pPr>
            <a:r>
              <a:rPr lang="en-US" sz="1199" b="1" dirty="0">
                <a:solidFill>
                  <a:srgbClr val="009999"/>
                </a:solidFill>
                <a:latin typeface="Arial"/>
                <a:ea typeface="Arial Unicode MS" panose="020B0604020202020204" pitchFamily="34" charset="-128"/>
                <a:cs typeface="Arial Unicode MS" panose="020B0604020202020204" pitchFamily="34" charset="-128"/>
              </a:rPr>
              <a:t>Switching process for S1 devices</a:t>
            </a:r>
          </a:p>
        </p:txBody>
      </p:sp>
      <p:sp>
        <p:nvSpPr>
          <p:cNvPr id="121" name="Textfeld 120">
            <a:extLst>
              <a:ext uri="{FF2B5EF4-FFF2-40B4-BE49-F238E27FC236}">
                <a16:creationId xmlns:a16="http://schemas.microsoft.com/office/drawing/2014/main" id="{B6601938-89BC-4193-8D1F-EA2BF6D50FE8}"/>
              </a:ext>
            </a:extLst>
          </p:cNvPr>
          <p:cNvSpPr txBox="1"/>
          <p:nvPr/>
        </p:nvSpPr>
        <p:spPr>
          <a:xfrm>
            <a:off x="2589001" y="4316321"/>
            <a:ext cx="6891188" cy="1403425"/>
          </a:xfrm>
          <a:prstGeom prst="rect">
            <a:avLst/>
          </a:prstGeom>
          <a:noFill/>
        </p:spPr>
        <p:txBody>
          <a:bodyPr vert="horz" wrap="square" lIns="0" tIns="0" rIns="0" bIns="0" rtlCol="0">
            <a:noAutofit/>
          </a:bodyPr>
          <a:lstStyle/>
          <a:p>
            <a:pPr marL="228486" indent="-228486" fontAlgn="base">
              <a:lnSpc>
                <a:spcPct val="110000"/>
              </a:lnSpc>
              <a:spcAft>
                <a:spcPct val="0"/>
              </a:spcAft>
              <a:buAutoNum type="arabicParenR"/>
            </a:pPr>
            <a:r>
              <a:rPr lang="en-US" sz="1199" dirty="0">
                <a:latin typeface="Arial"/>
                <a:ea typeface="Arial Unicode MS" panose="020B0604020202020204" pitchFamily="34" charset="-128"/>
                <a:cs typeface="Arial Unicode MS" panose="020B0604020202020204" pitchFamily="34" charset="-128"/>
              </a:rPr>
              <a:t>System in redundant operation, IO data is exchanged</a:t>
            </a:r>
          </a:p>
          <a:p>
            <a:pPr marL="228486" indent="-228486" fontAlgn="base">
              <a:lnSpc>
                <a:spcPct val="110000"/>
              </a:lnSpc>
              <a:spcAft>
                <a:spcPct val="0"/>
              </a:spcAft>
              <a:buAutoNum type="arabicParenR"/>
            </a:pPr>
            <a:r>
              <a:rPr lang="en-US" sz="1199" dirty="0">
                <a:latin typeface="Arial"/>
                <a:ea typeface="Arial Unicode MS" panose="020B0604020202020204" pitchFamily="34" charset="-128"/>
                <a:cs typeface="Arial Unicode MS" panose="020B0604020202020204" pitchFamily="34" charset="-128"/>
              </a:rPr>
              <a:t>After fail-over: IO Device holds the existing connection until the expiration of the Watchdog-Time. </a:t>
            </a:r>
            <a:br>
              <a:rPr lang="en-US" sz="1199" dirty="0">
                <a:latin typeface="Arial"/>
                <a:ea typeface="Arial Unicode MS" panose="020B0604020202020204" pitchFamily="34" charset="-128"/>
                <a:cs typeface="Arial Unicode MS" panose="020B0604020202020204" pitchFamily="34" charset="-128"/>
              </a:rPr>
            </a:br>
            <a:r>
              <a:rPr lang="en-US" sz="1199" dirty="0">
                <a:latin typeface="Arial"/>
                <a:ea typeface="Arial Unicode MS" panose="020B0604020202020204" pitchFamily="34" charset="-128"/>
                <a:cs typeface="Arial Unicode MS" panose="020B0604020202020204" pitchFamily="34" charset="-128"/>
              </a:rPr>
              <a:t>As long as no further connection is possible.</a:t>
            </a:r>
          </a:p>
          <a:p>
            <a:pPr marL="228486" indent="-228486" fontAlgn="base">
              <a:lnSpc>
                <a:spcPct val="110000"/>
              </a:lnSpc>
              <a:spcAft>
                <a:spcPct val="0"/>
              </a:spcAft>
              <a:buAutoNum type="arabicParenR"/>
            </a:pPr>
            <a:r>
              <a:rPr lang="en-US" sz="1199" dirty="0">
                <a:latin typeface="Arial"/>
                <a:ea typeface="Arial Unicode MS" panose="020B0604020202020204" pitchFamily="34" charset="-128"/>
                <a:cs typeface="Arial Unicode MS" panose="020B0604020202020204" pitchFamily="34" charset="-128"/>
              </a:rPr>
              <a:t>IO device is ready for a new connection to the controller</a:t>
            </a:r>
          </a:p>
          <a:p>
            <a:pPr marL="228486" indent="-228486" fontAlgn="base">
              <a:lnSpc>
                <a:spcPct val="110000"/>
              </a:lnSpc>
              <a:spcAft>
                <a:spcPct val="0"/>
              </a:spcAft>
              <a:buAutoNum type="arabicParenR"/>
            </a:pPr>
            <a:r>
              <a:rPr lang="en-US" sz="1199" dirty="0">
                <a:latin typeface="Arial"/>
                <a:ea typeface="Arial Unicode MS" panose="020B0604020202020204" pitchFamily="34" charset="-128"/>
                <a:cs typeface="Arial Unicode MS" panose="020B0604020202020204" pitchFamily="34" charset="-128"/>
              </a:rPr>
              <a:t>The new connection is established, the IO device start-up begins</a:t>
            </a:r>
          </a:p>
          <a:p>
            <a:pPr marL="228486" indent="-228486" fontAlgn="base">
              <a:lnSpc>
                <a:spcPct val="110000"/>
              </a:lnSpc>
              <a:spcAft>
                <a:spcPct val="0"/>
              </a:spcAft>
              <a:buAutoNum type="arabicParenR"/>
            </a:pPr>
            <a:r>
              <a:rPr lang="en-US" sz="1199" dirty="0">
                <a:latin typeface="Arial"/>
                <a:ea typeface="Arial Unicode MS" panose="020B0604020202020204" pitchFamily="34" charset="-128"/>
                <a:cs typeface="Arial Unicode MS" panose="020B0604020202020204" pitchFamily="34" charset="-128"/>
              </a:rPr>
              <a:t>IO data is exchanged again</a:t>
            </a:r>
          </a:p>
          <a:p>
            <a:pPr fontAlgn="base">
              <a:lnSpc>
                <a:spcPct val="110000"/>
              </a:lnSpc>
              <a:spcAft>
                <a:spcPct val="0"/>
              </a:spcAft>
            </a:pPr>
            <a:endParaRPr lang="en-US" sz="1199" dirty="0">
              <a:latin typeface="Arial"/>
              <a:ea typeface="Arial Unicode MS" panose="020B0604020202020204" pitchFamily="34" charset="-128"/>
              <a:cs typeface="Arial Unicode MS" panose="020B0604020202020204" pitchFamily="34" charset="-128"/>
            </a:endParaRPr>
          </a:p>
        </p:txBody>
      </p:sp>
      <p:sp>
        <p:nvSpPr>
          <p:cNvPr id="122" name="Textfeld 121">
            <a:extLst>
              <a:ext uri="{FF2B5EF4-FFF2-40B4-BE49-F238E27FC236}">
                <a16:creationId xmlns:a16="http://schemas.microsoft.com/office/drawing/2014/main" id="{2F7C5EA2-CBCE-4364-8AC0-2BD862562728}"/>
              </a:ext>
            </a:extLst>
          </p:cNvPr>
          <p:cNvSpPr txBox="1"/>
          <p:nvPr/>
        </p:nvSpPr>
        <p:spPr>
          <a:xfrm>
            <a:off x="4793511" y="3322549"/>
            <a:ext cx="179926" cy="223464"/>
          </a:xfrm>
          <a:prstGeom prst="rect">
            <a:avLst/>
          </a:prstGeom>
          <a:noFill/>
        </p:spPr>
        <p:txBody>
          <a:bodyPr vert="horz" wrap="square" lIns="0" tIns="0" rIns="0" bIns="0" rtlCol="0">
            <a:noAutofit/>
          </a:bodyPr>
          <a:lstStyle/>
          <a:p>
            <a:pPr fontAlgn="base">
              <a:lnSpc>
                <a:spcPct val="110000"/>
              </a:lnSpc>
              <a:spcAft>
                <a:spcPct val="0"/>
              </a:spcAft>
            </a:pPr>
            <a:r>
              <a:rPr lang="en-US" sz="1599" b="1" dirty="0">
                <a:solidFill>
                  <a:srgbClr val="FF0000"/>
                </a:solidFill>
                <a:latin typeface="Arial"/>
                <a:ea typeface="Arial Unicode MS" panose="020B0604020202020204" pitchFamily="34" charset="-128"/>
                <a:cs typeface="Arial Unicode MS" panose="020B0604020202020204" pitchFamily="34" charset="-128"/>
              </a:rPr>
              <a:t>X</a:t>
            </a:r>
          </a:p>
        </p:txBody>
      </p:sp>
      <p:sp>
        <p:nvSpPr>
          <p:cNvPr id="3" name="Textfeld 2">
            <a:extLst>
              <a:ext uri="{FF2B5EF4-FFF2-40B4-BE49-F238E27FC236}">
                <a16:creationId xmlns:a16="http://schemas.microsoft.com/office/drawing/2014/main" id="{3E3B24E9-DE99-4D89-A3D8-DA351263F459}"/>
              </a:ext>
            </a:extLst>
          </p:cNvPr>
          <p:cNvSpPr txBox="1"/>
          <p:nvPr/>
        </p:nvSpPr>
        <p:spPr>
          <a:xfrm>
            <a:off x="4453016" y="6316732"/>
            <a:ext cx="3714926" cy="127597"/>
          </a:xfrm>
          <a:prstGeom prst="rect">
            <a:avLst/>
          </a:prstGeom>
          <a:noFill/>
        </p:spPr>
        <p:txBody>
          <a:bodyPr vert="horz" wrap="square" lIns="0" tIns="0" rIns="0" bIns="0" rtlCol="0">
            <a:noAutofit/>
          </a:bodyPr>
          <a:lstStyle/>
          <a:p>
            <a:pPr fontAlgn="base">
              <a:lnSpc>
                <a:spcPct val="110000"/>
              </a:lnSpc>
              <a:spcAft>
                <a:spcPct val="0"/>
              </a:spcAft>
            </a:pPr>
            <a:r>
              <a:rPr lang="en-US" sz="900" dirty="0">
                <a:latin typeface="Arial"/>
                <a:ea typeface="Arial Unicode MS" panose="020B0604020202020204" pitchFamily="34" charset="-128"/>
                <a:cs typeface="Arial Unicode MS" panose="020B0604020202020204" pitchFamily="34" charset="-128"/>
              </a:rPr>
              <a:t>AR = Application Relation (connection between controller and device)</a:t>
            </a:r>
          </a:p>
        </p:txBody>
      </p:sp>
    </p:spTree>
    <p:extLst>
      <p:ext uri="{BB962C8B-B14F-4D97-AF65-F5344CB8AC3E}">
        <p14:creationId xmlns:p14="http://schemas.microsoft.com/office/powerpoint/2010/main" val="2377983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88934C-F390-4DE6-9152-576DD26E1F1D}"/>
              </a:ext>
            </a:extLst>
          </p:cNvPr>
          <p:cNvSpPr>
            <a:spLocks noGrp="1"/>
          </p:cNvSpPr>
          <p:nvPr>
            <p:ph type="title"/>
          </p:nvPr>
        </p:nvSpPr>
        <p:spPr/>
        <p:txBody>
          <a:bodyPr/>
          <a:lstStyle/>
          <a:p>
            <a:r>
              <a:rPr lang="en-US" dirty="0"/>
              <a:t>Switched S1</a:t>
            </a:r>
            <a:br>
              <a:rPr lang="en-US" b="0" dirty="0"/>
            </a:br>
            <a:r>
              <a:rPr lang="en-US" b="0" dirty="0"/>
              <a:t>Adjustable switching time for the "Switched S1" function</a:t>
            </a:r>
            <a:br>
              <a:rPr lang="en-US" b="0" dirty="0"/>
            </a:br>
            <a:endParaRPr lang="en-US" dirty="0"/>
          </a:p>
        </p:txBody>
      </p:sp>
      <p:sp>
        <p:nvSpPr>
          <p:cNvPr id="3" name="Fußzeilenplatzhalter 2">
            <a:extLst>
              <a:ext uri="{FF2B5EF4-FFF2-40B4-BE49-F238E27FC236}">
                <a16:creationId xmlns:a16="http://schemas.microsoft.com/office/drawing/2014/main" id="{DC67D8DB-77B1-4BC0-8B35-9BB21AD59DFC}"/>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112" name="Textfeld 111">
            <a:extLst>
              <a:ext uri="{FF2B5EF4-FFF2-40B4-BE49-F238E27FC236}">
                <a16:creationId xmlns:a16="http://schemas.microsoft.com/office/drawing/2014/main" id="{624207D0-BA5D-498A-B02A-797C3E7852FB}"/>
              </a:ext>
            </a:extLst>
          </p:cNvPr>
          <p:cNvSpPr txBox="1"/>
          <p:nvPr/>
        </p:nvSpPr>
        <p:spPr>
          <a:xfrm>
            <a:off x="611322" y="1413826"/>
            <a:ext cx="4441106" cy="257244"/>
          </a:xfrm>
          <a:prstGeom prst="rect">
            <a:avLst/>
          </a:prstGeom>
          <a:noFill/>
        </p:spPr>
        <p:txBody>
          <a:bodyPr vert="horz" wrap="none" lIns="0" tIns="0" rIns="0" bIns="0" rtlCol="0" anchor="t">
            <a:noAutofit/>
          </a:bodyPr>
          <a:lstStyle/>
          <a:p>
            <a:pPr fontAlgn="base">
              <a:lnSpc>
                <a:spcPct val="110000"/>
              </a:lnSpc>
              <a:spcAft>
                <a:spcPct val="0"/>
              </a:spcAft>
            </a:pPr>
            <a:r>
              <a:rPr lang="en-US" sz="1599" b="1" dirty="0">
                <a:latin typeface="Arial"/>
                <a:ea typeface="Arial Unicode MS" panose="020B0604020202020204" pitchFamily="34" charset="-128"/>
                <a:cs typeface="Arial Unicode MS" panose="020B0604020202020204" pitchFamily="34" charset="-128"/>
              </a:rPr>
              <a:t>Previous time behavior (with FW version 2.8)</a:t>
            </a:r>
          </a:p>
        </p:txBody>
      </p:sp>
      <p:sp>
        <p:nvSpPr>
          <p:cNvPr id="114" name="Textfeld 113">
            <a:extLst>
              <a:ext uri="{FF2B5EF4-FFF2-40B4-BE49-F238E27FC236}">
                <a16:creationId xmlns:a16="http://schemas.microsoft.com/office/drawing/2014/main" id="{DD504AA9-A31C-4548-9013-D9335E0D2530}"/>
              </a:ext>
            </a:extLst>
          </p:cNvPr>
          <p:cNvSpPr txBox="1"/>
          <p:nvPr/>
        </p:nvSpPr>
        <p:spPr>
          <a:xfrm>
            <a:off x="611321" y="3033162"/>
            <a:ext cx="4441106" cy="257244"/>
          </a:xfrm>
          <a:prstGeom prst="rect">
            <a:avLst/>
          </a:prstGeom>
          <a:noFill/>
        </p:spPr>
        <p:txBody>
          <a:bodyPr vert="horz" wrap="none" lIns="0" tIns="0" rIns="0" bIns="0" rtlCol="0" anchor="t">
            <a:noAutofit/>
          </a:bodyPr>
          <a:lstStyle/>
          <a:p>
            <a:pPr fontAlgn="base">
              <a:lnSpc>
                <a:spcPct val="110000"/>
              </a:lnSpc>
              <a:spcAft>
                <a:spcPct val="0"/>
              </a:spcAft>
            </a:pPr>
            <a:r>
              <a:rPr lang="en-US" sz="1599" b="1" dirty="0">
                <a:latin typeface="Arial"/>
                <a:ea typeface="Arial Unicode MS" panose="020B0604020202020204" pitchFamily="34" charset="-128"/>
                <a:cs typeface="Arial Unicode MS" panose="020B0604020202020204" pitchFamily="34" charset="-128"/>
              </a:rPr>
              <a:t>New time behavior (with FW version 2.9)</a:t>
            </a:r>
          </a:p>
        </p:txBody>
      </p:sp>
      <p:sp>
        <p:nvSpPr>
          <p:cNvPr id="115" name="Gewitterblitz 114">
            <a:extLst>
              <a:ext uri="{FF2B5EF4-FFF2-40B4-BE49-F238E27FC236}">
                <a16:creationId xmlns:a16="http://schemas.microsoft.com/office/drawing/2014/main" id="{E67A3214-295C-40E8-AFFC-381EED9FCD55}"/>
              </a:ext>
            </a:extLst>
          </p:cNvPr>
          <p:cNvSpPr/>
          <p:nvPr/>
        </p:nvSpPr>
        <p:spPr bwMode="auto">
          <a:xfrm>
            <a:off x="712593" y="1873469"/>
            <a:ext cx="276191" cy="543929"/>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13" name="Gewitterblitz 112">
            <a:extLst>
              <a:ext uri="{FF2B5EF4-FFF2-40B4-BE49-F238E27FC236}">
                <a16:creationId xmlns:a16="http://schemas.microsoft.com/office/drawing/2014/main" id="{840A79F4-9A3A-4F9B-A597-A46F86CE3AEC}"/>
              </a:ext>
            </a:extLst>
          </p:cNvPr>
          <p:cNvSpPr/>
          <p:nvPr/>
        </p:nvSpPr>
        <p:spPr bwMode="auto">
          <a:xfrm>
            <a:off x="725352" y="3468813"/>
            <a:ext cx="276191" cy="543929"/>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1" name="Pfeil: Chevron 10">
            <a:extLst>
              <a:ext uri="{FF2B5EF4-FFF2-40B4-BE49-F238E27FC236}">
                <a16:creationId xmlns:a16="http://schemas.microsoft.com/office/drawing/2014/main" id="{E13A7BF1-0EF3-48C9-8720-81C16226DF41}"/>
              </a:ext>
            </a:extLst>
          </p:cNvPr>
          <p:cNvSpPr/>
          <p:nvPr/>
        </p:nvSpPr>
        <p:spPr bwMode="auto">
          <a:xfrm>
            <a:off x="1013185" y="1812394"/>
            <a:ext cx="5109907" cy="614367"/>
          </a:xfrm>
          <a:prstGeom prst="chevron">
            <a:avLst/>
          </a:prstGeom>
          <a:solidFill>
            <a:srgbClr val="41AAAA"/>
          </a:solidFill>
          <a:ln>
            <a:noFill/>
          </a:ln>
          <a:effectLst/>
        </p:spPr>
        <p:txBody>
          <a:bodyPr wrap="square" lIns="107944" tIns="53972" rIns="107944" bIns="53972" numCol="1" spcCol="72000" rtlCol="0" anchor="ctr">
            <a:noAutofit/>
          </a:bodyPr>
          <a:lstStyle/>
          <a:p>
            <a:pPr algn="ctr">
              <a:lnSpc>
                <a:spcPct val="110000"/>
              </a:lnSpc>
              <a:spcBef>
                <a:spcPct val="0"/>
              </a:spcBef>
            </a:pPr>
            <a:r>
              <a:rPr lang="en-US" sz="1199" b="1" dirty="0">
                <a:solidFill>
                  <a:srgbClr val="000000"/>
                </a:solidFill>
                <a:latin typeface="Arial"/>
                <a:ea typeface="Arial Unicode MS" panose="020B0604020202020204" pitchFamily="34" charset="-128"/>
                <a:cs typeface="Arial Unicode MS" panose="020B0604020202020204" pitchFamily="34" charset="-128"/>
              </a:rPr>
              <a:t>Waiting time before switching</a:t>
            </a:r>
            <a:r>
              <a:rPr lang="en-US" sz="1199" b="1" dirty="0">
                <a:solidFill>
                  <a:srgbClr val="000000"/>
                </a:solidFill>
                <a:latin typeface="Arial"/>
                <a:ea typeface="Arial Unicode MS" panose="020B0604020202020204" pitchFamily="34" charset="-128"/>
                <a:cs typeface="Arial Unicode MS" panose="020B0604020202020204" pitchFamily="34" charset="-128"/>
                <a:sym typeface="Wingdings" panose="05000000000000000000" pitchFamily="2" charset="2"/>
              </a:rPr>
              <a:t> </a:t>
            </a:r>
            <a:br>
              <a:rPr lang="en-US" sz="1199" dirty="0">
                <a:solidFill>
                  <a:srgbClr val="000000"/>
                </a:solidFill>
                <a:latin typeface="Arial"/>
                <a:ea typeface="Arial Unicode MS" panose="020B0604020202020204" pitchFamily="34" charset="-128"/>
                <a:cs typeface="Arial Unicode MS" panose="020B0604020202020204" pitchFamily="34" charset="-128"/>
                <a:sym typeface="Wingdings" panose="05000000000000000000" pitchFamily="2" charset="2"/>
              </a:rPr>
            </a:br>
            <a:r>
              <a:rPr lang="en-US" sz="1049" dirty="0">
                <a:solidFill>
                  <a:srgbClr val="000000"/>
                </a:solidFill>
                <a:latin typeface="Arial"/>
                <a:ea typeface="Arial Unicode MS" panose="020B0604020202020204" pitchFamily="34" charset="-128"/>
                <a:cs typeface="Arial Unicode MS" panose="020B0604020202020204" pitchFamily="34" charset="-128"/>
              </a:rPr>
              <a:t>(Not adjustable)</a:t>
            </a:r>
            <a:endParaRPr lang="en-US" sz="1199" b="1"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16" name="Pfeil: Chevron 115">
            <a:extLst>
              <a:ext uri="{FF2B5EF4-FFF2-40B4-BE49-F238E27FC236}">
                <a16:creationId xmlns:a16="http://schemas.microsoft.com/office/drawing/2014/main" id="{9C0F165B-165D-4745-A0C5-99027DCC017C}"/>
              </a:ext>
            </a:extLst>
          </p:cNvPr>
          <p:cNvSpPr/>
          <p:nvPr/>
        </p:nvSpPr>
        <p:spPr bwMode="auto">
          <a:xfrm>
            <a:off x="5916074" y="1815649"/>
            <a:ext cx="2734880" cy="614367"/>
          </a:xfrm>
          <a:prstGeom prst="chevron">
            <a:avLst/>
          </a:prstGeom>
          <a:solidFill>
            <a:srgbClr val="55A0B9"/>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b="1" dirty="0">
                <a:solidFill>
                  <a:srgbClr val="000000"/>
                </a:solidFill>
                <a:latin typeface="Arial"/>
                <a:ea typeface="Arial Unicode MS" panose="020B0604020202020204" pitchFamily="34" charset="-128"/>
                <a:cs typeface="Arial Unicode MS" panose="020B0604020202020204" pitchFamily="34" charset="-128"/>
              </a:rPr>
              <a:t>Activation of the new AR</a:t>
            </a:r>
          </a:p>
        </p:txBody>
      </p:sp>
      <p:sp>
        <p:nvSpPr>
          <p:cNvPr id="117" name="Pfeil: Chevron 116">
            <a:extLst>
              <a:ext uri="{FF2B5EF4-FFF2-40B4-BE49-F238E27FC236}">
                <a16:creationId xmlns:a16="http://schemas.microsoft.com/office/drawing/2014/main" id="{0DF3989B-78DD-4FC0-82AE-5D1010C69AB4}"/>
              </a:ext>
            </a:extLst>
          </p:cNvPr>
          <p:cNvSpPr/>
          <p:nvPr/>
        </p:nvSpPr>
        <p:spPr bwMode="auto">
          <a:xfrm>
            <a:off x="8435042" y="1818903"/>
            <a:ext cx="2446998" cy="614367"/>
          </a:xfrm>
          <a:prstGeom prst="chevron">
            <a:avLst/>
          </a:prstGeom>
          <a:solidFill>
            <a:srgbClr val="CDD9E1"/>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b="1" dirty="0">
                <a:solidFill>
                  <a:srgbClr val="000000"/>
                </a:solidFill>
                <a:latin typeface="Arial"/>
                <a:ea typeface="Arial Unicode MS" panose="020B0604020202020204" pitchFamily="34" charset="-128"/>
                <a:cs typeface="Arial Unicode MS" panose="020B0604020202020204" pitchFamily="34" charset="-128"/>
              </a:rPr>
              <a:t>IO-Device specific start-up time</a:t>
            </a:r>
          </a:p>
        </p:txBody>
      </p:sp>
      <p:pic>
        <p:nvPicPr>
          <p:cNvPr id="121" name="Grafik 120">
            <a:extLst>
              <a:ext uri="{FF2B5EF4-FFF2-40B4-BE49-F238E27FC236}">
                <a16:creationId xmlns:a16="http://schemas.microsoft.com/office/drawing/2014/main" id="{EFFC819F-441E-4C35-AF89-CD9E5C4FDC8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10962904" y="1810576"/>
            <a:ext cx="541209" cy="574344"/>
          </a:xfrm>
          <a:prstGeom prst="rect">
            <a:avLst/>
          </a:prstGeom>
        </p:spPr>
      </p:pic>
      <p:sp>
        <p:nvSpPr>
          <p:cNvPr id="122" name="Pfeil: Chevron 121">
            <a:extLst>
              <a:ext uri="{FF2B5EF4-FFF2-40B4-BE49-F238E27FC236}">
                <a16:creationId xmlns:a16="http://schemas.microsoft.com/office/drawing/2014/main" id="{B5AA8317-C1F4-4F27-A495-3F4570C0CF01}"/>
              </a:ext>
            </a:extLst>
          </p:cNvPr>
          <p:cNvSpPr/>
          <p:nvPr/>
        </p:nvSpPr>
        <p:spPr bwMode="auto">
          <a:xfrm>
            <a:off x="1013185" y="3433594"/>
            <a:ext cx="2635817" cy="614367"/>
          </a:xfrm>
          <a:prstGeom prst="chevron">
            <a:avLst/>
          </a:prstGeom>
          <a:solidFill>
            <a:srgbClr val="41AAAA"/>
          </a:solidFill>
          <a:ln>
            <a:noFill/>
          </a:ln>
          <a:effectLst/>
        </p:spPr>
        <p:txBody>
          <a:bodyPr wrap="square" lIns="107944" tIns="53972" rIns="107944" bIns="53972" numCol="1" spcCol="72000" rtlCol="0" anchor="ctr">
            <a:noAutofit/>
          </a:bodyPr>
          <a:lstStyle/>
          <a:p>
            <a:pPr algn="ctr">
              <a:lnSpc>
                <a:spcPct val="110000"/>
              </a:lnSpc>
              <a:spcBef>
                <a:spcPct val="0"/>
              </a:spcBef>
            </a:pPr>
            <a:r>
              <a:rPr lang="en-US" sz="1199" b="1" dirty="0">
                <a:solidFill>
                  <a:srgbClr val="000000"/>
                </a:solidFill>
                <a:latin typeface="Arial"/>
                <a:ea typeface="Arial Unicode MS" panose="020B0604020202020204" pitchFamily="34" charset="-128"/>
                <a:cs typeface="Arial Unicode MS" panose="020B0604020202020204" pitchFamily="34" charset="-128"/>
              </a:rPr>
              <a:t>Watchdog-Time</a:t>
            </a:r>
          </a:p>
          <a:p>
            <a:pPr algn="ctr">
              <a:lnSpc>
                <a:spcPct val="110000"/>
              </a:lnSpc>
              <a:spcBef>
                <a:spcPct val="0"/>
              </a:spcBef>
            </a:pPr>
            <a:r>
              <a:rPr lang="en-US" sz="1199" dirty="0">
                <a:solidFill>
                  <a:srgbClr val="000000"/>
                </a:solidFill>
                <a:latin typeface="Arial"/>
                <a:ea typeface="Arial Unicode MS" panose="020B0604020202020204" pitchFamily="34" charset="-128"/>
                <a:cs typeface="Arial Unicode MS" panose="020B0604020202020204" pitchFamily="34" charset="-128"/>
              </a:rPr>
              <a:t>(individually adjustable for each device)</a:t>
            </a:r>
            <a:endParaRPr lang="en-US" sz="1199" b="1"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23" name="Pfeil: Chevron 122">
            <a:extLst>
              <a:ext uri="{FF2B5EF4-FFF2-40B4-BE49-F238E27FC236}">
                <a16:creationId xmlns:a16="http://schemas.microsoft.com/office/drawing/2014/main" id="{2D8C0090-F023-4D31-AAF9-831E5B2A29DD}"/>
              </a:ext>
            </a:extLst>
          </p:cNvPr>
          <p:cNvSpPr/>
          <p:nvPr/>
        </p:nvSpPr>
        <p:spPr bwMode="auto">
          <a:xfrm>
            <a:off x="3422075" y="3428713"/>
            <a:ext cx="1820539" cy="614367"/>
          </a:xfrm>
          <a:prstGeom prst="chevron">
            <a:avLst/>
          </a:prstGeom>
          <a:solidFill>
            <a:srgbClr val="55A0B9"/>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00" b="1" dirty="0">
                <a:solidFill>
                  <a:srgbClr val="000000"/>
                </a:solidFill>
                <a:latin typeface="Arial"/>
                <a:ea typeface="Arial Unicode MS" panose="020B0604020202020204" pitchFamily="34" charset="-128"/>
                <a:cs typeface="Arial Unicode MS" panose="020B0604020202020204" pitchFamily="34" charset="-128"/>
              </a:rPr>
              <a:t>Activation of the new AR</a:t>
            </a:r>
            <a:br>
              <a:rPr lang="en-US" sz="1100" b="1" dirty="0">
                <a:solidFill>
                  <a:srgbClr val="000000"/>
                </a:solidFill>
                <a:latin typeface="Arial"/>
                <a:ea typeface="Arial Unicode MS" panose="020B0604020202020204" pitchFamily="34" charset="-128"/>
                <a:cs typeface="Arial Unicode MS" panose="020B0604020202020204" pitchFamily="34" charset="-128"/>
              </a:rPr>
            </a:br>
            <a:r>
              <a:rPr lang="en-US" sz="1199" dirty="0">
                <a:solidFill>
                  <a:srgbClr val="000000"/>
                </a:solidFill>
                <a:latin typeface="Arial"/>
                <a:ea typeface="Arial Unicode MS" panose="020B0604020202020204" pitchFamily="34" charset="-128"/>
                <a:cs typeface="Arial Unicode MS" panose="020B0604020202020204" pitchFamily="34" charset="-128"/>
              </a:rPr>
              <a:t>(Optimized)</a:t>
            </a:r>
          </a:p>
        </p:txBody>
      </p:sp>
      <p:sp>
        <p:nvSpPr>
          <p:cNvPr id="124" name="Pfeil: Chevron 123">
            <a:extLst>
              <a:ext uri="{FF2B5EF4-FFF2-40B4-BE49-F238E27FC236}">
                <a16:creationId xmlns:a16="http://schemas.microsoft.com/office/drawing/2014/main" id="{E536B9D3-4360-4874-97BC-FA1CDB8AFC89}"/>
              </a:ext>
            </a:extLst>
          </p:cNvPr>
          <p:cNvSpPr/>
          <p:nvPr/>
        </p:nvSpPr>
        <p:spPr bwMode="auto">
          <a:xfrm>
            <a:off x="5014835" y="3423831"/>
            <a:ext cx="2446998" cy="614367"/>
          </a:xfrm>
          <a:prstGeom prst="chevron">
            <a:avLst/>
          </a:prstGeom>
          <a:solidFill>
            <a:srgbClr val="CDD9E1"/>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b="1" dirty="0">
                <a:solidFill>
                  <a:srgbClr val="000000"/>
                </a:solidFill>
                <a:latin typeface="Arial"/>
                <a:ea typeface="Arial Unicode MS" panose="020B0604020202020204" pitchFamily="34" charset="-128"/>
                <a:cs typeface="Arial Unicode MS" panose="020B0604020202020204" pitchFamily="34" charset="-128"/>
              </a:rPr>
              <a:t>IO-Device specific start-up time</a:t>
            </a:r>
          </a:p>
        </p:txBody>
      </p:sp>
      <p:pic>
        <p:nvPicPr>
          <p:cNvPr id="125" name="Grafik 124">
            <a:extLst>
              <a:ext uri="{FF2B5EF4-FFF2-40B4-BE49-F238E27FC236}">
                <a16:creationId xmlns:a16="http://schemas.microsoft.com/office/drawing/2014/main" id="{7AE1AB70-D591-412B-A5B7-CA4EF6CB11D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491828" y="3473617"/>
            <a:ext cx="541209" cy="574344"/>
          </a:xfrm>
          <a:prstGeom prst="rect">
            <a:avLst/>
          </a:prstGeom>
        </p:spPr>
      </p:pic>
      <p:pic>
        <p:nvPicPr>
          <p:cNvPr id="32" name="Grafik 31">
            <a:extLst>
              <a:ext uri="{FF2B5EF4-FFF2-40B4-BE49-F238E27FC236}">
                <a16:creationId xmlns:a16="http://schemas.microsoft.com/office/drawing/2014/main" id="{B49717CF-C5DC-4DB0-839C-0A6895F62A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05430" y="4242520"/>
            <a:ext cx="3131597" cy="1791565"/>
          </a:xfrm>
          <a:prstGeom prst="rect">
            <a:avLst/>
          </a:prstGeom>
        </p:spPr>
      </p:pic>
      <p:sp>
        <p:nvSpPr>
          <p:cNvPr id="42" name="Textfeld 41">
            <a:extLst>
              <a:ext uri="{FF2B5EF4-FFF2-40B4-BE49-F238E27FC236}">
                <a16:creationId xmlns:a16="http://schemas.microsoft.com/office/drawing/2014/main" id="{F3F1772F-CA40-4F57-913E-934D9125E52A}"/>
              </a:ext>
            </a:extLst>
          </p:cNvPr>
          <p:cNvSpPr txBox="1"/>
          <p:nvPr/>
        </p:nvSpPr>
        <p:spPr>
          <a:xfrm>
            <a:off x="6645232" y="4609038"/>
            <a:ext cx="5181877" cy="231147"/>
          </a:xfrm>
          <a:prstGeom prst="rect">
            <a:avLst/>
          </a:prstGeom>
          <a:noFill/>
        </p:spPr>
        <p:txBody>
          <a:bodyPr vert="horz" wrap="square" lIns="0" tIns="0" rIns="0" bIns="0" rtlCol="0">
            <a:noAutofit/>
          </a:bodyPr>
          <a:lstStyle/>
          <a:p>
            <a:pPr fontAlgn="base">
              <a:lnSpc>
                <a:spcPct val="110000"/>
              </a:lnSpc>
              <a:spcAft>
                <a:spcPct val="0"/>
              </a:spcAft>
            </a:pPr>
            <a:r>
              <a:rPr lang="en-US" sz="1199" b="1" dirty="0">
                <a:latin typeface="Arial"/>
                <a:ea typeface="Arial Unicode MS" panose="020B0604020202020204" pitchFamily="34" charset="-128"/>
                <a:cs typeface="Arial Unicode MS" panose="020B0604020202020204" pitchFamily="34" charset="-128"/>
              </a:rPr>
              <a:t>Example measurement with CPU 1517H and iDevice </a:t>
            </a:r>
            <a:r>
              <a:rPr lang="en-US" sz="1199" dirty="0">
                <a:latin typeface="Arial"/>
                <a:ea typeface="Arial Unicode MS" panose="020B0604020202020204" pitchFamily="34" charset="-128"/>
                <a:cs typeface="Arial Unicode MS" panose="020B0604020202020204" pitchFamily="34" charset="-128"/>
              </a:rPr>
              <a:t>(short device start-up time)</a:t>
            </a:r>
          </a:p>
        </p:txBody>
      </p:sp>
      <p:graphicFrame>
        <p:nvGraphicFramePr>
          <p:cNvPr id="46" name="Tabelle 50">
            <a:extLst>
              <a:ext uri="{FF2B5EF4-FFF2-40B4-BE49-F238E27FC236}">
                <a16:creationId xmlns:a16="http://schemas.microsoft.com/office/drawing/2014/main" id="{AAD2CDB4-6833-432F-AA02-B3FD5C724666}"/>
              </a:ext>
            </a:extLst>
          </p:cNvPr>
          <p:cNvGraphicFramePr>
            <a:graphicFrameLocks noGrp="1"/>
          </p:cNvGraphicFramePr>
          <p:nvPr/>
        </p:nvGraphicFramePr>
        <p:xfrm>
          <a:off x="6645232" y="4853438"/>
          <a:ext cx="5109906" cy="741294"/>
        </p:xfrm>
        <a:graphic>
          <a:graphicData uri="http://schemas.openxmlformats.org/drawingml/2006/table">
            <a:tbl>
              <a:tblPr firstRow="1" bandRow="1">
                <a:tableStyleId>{5C22544A-7EE6-4342-B048-85BDC9FD1C3A}</a:tableStyleId>
              </a:tblPr>
              <a:tblGrid>
                <a:gridCol w="2548818">
                  <a:extLst>
                    <a:ext uri="{9D8B030D-6E8A-4147-A177-3AD203B41FA5}">
                      <a16:colId xmlns:a16="http://schemas.microsoft.com/office/drawing/2014/main" val="2097356263"/>
                    </a:ext>
                  </a:extLst>
                </a:gridCol>
                <a:gridCol w="1347941">
                  <a:extLst>
                    <a:ext uri="{9D8B030D-6E8A-4147-A177-3AD203B41FA5}">
                      <a16:colId xmlns:a16="http://schemas.microsoft.com/office/drawing/2014/main" val="3468844768"/>
                    </a:ext>
                  </a:extLst>
                </a:gridCol>
                <a:gridCol w="1213147">
                  <a:extLst>
                    <a:ext uri="{9D8B030D-6E8A-4147-A177-3AD203B41FA5}">
                      <a16:colId xmlns:a16="http://schemas.microsoft.com/office/drawing/2014/main" val="3391173643"/>
                    </a:ext>
                  </a:extLst>
                </a:gridCol>
              </a:tblGrid>
              <a:tr h="370647">
                <a:tc>
                  <a:txBody>
                    <a:bodyPr/>
                    <a:lstStyle/>
                    <a:p>
                      <a:endParaRPr lang="de-DE" sz="1200" dirty="0"/>
                    </a:p>
                  </a:txBody>
                  <a:tcPr marL="91392" marR="91392" marT="45696" marB="45696">
                    <a:solidFill>
                      <a:srgbClr val="41AAAA"/>
                    </a:solidFill>
                  </a:tcPr>
                </a:tc>
                <a:tc>
                  <a:txBody>
                    <a:bodyPr/>
                    <a:lstStyle/>
                    <a:p>
                      <a:r>
                        <a:rPr lang="de-DE" sz="1200" dirty="0"/>
                        <a:t>FW V2.8</a:t>
                      </a:r>
                    </a:p>
                  </a:txBody>
                  <a:tcPr marL="91392" marR="91392" marT="45696" marB="45696">
                    <a:solidFill>
                      <a:srgbClr val="41AAAA"/>
                    </a:solidFill>
                  </a:tcPr>
                </a:tc>
                <a:tc>
                  <a:txBody>
                    <a:bodyPr/>
                    <a:lstStyle/>
                    <a:p>
                      <a:r>
                        <a:rPr lang="de-DE" sz="1200" dirty="0"/>
                        <a:t>FW V2.9</a:t>
                      </a:r>
                    </a:p>
                  </a:txBody>
                  <a:tcPr marL="91392" marR="91392" marT="45696" marB="45696">
                    <a:solidFill>
                      <a:srgbClr val="41AAAA"/>
                    </a:solidFill>
                  </a:tcPr>
                </a:tc>
                <a:extLst>
                  <a:ext uri="{0D108BD9-81ED-4DB2-BD59-A6C34878D82A}">
                    <a16:rowId xmlns:a16="http://schemas.microsoft.com/office/drawing/2014/main" val="20224598"/>
                  </a:ext>
                </a:extLst>
              </a:tr>
              <a:tr h="370647">
                <a:tc>
                  <a:txBody>
                    <a:bodyPr/>
                    <a:lstStyle/>
                    <a:p>
                      <a:r>
                        <a:rPr lang="de-DE" sz="1200" dirty="0"/>
                        <a:t>IO data active again after</a:t>
                      </a:r>
                    </a:p>
                  </a:txBody>
                  <a:tcPr marL="91392" marR="91392" marT="45696" marB="45696"/>
                </a:tc>
                <a:tc>
                  <a:txBody>
                    <a:bodyPr/>
                    <a:lstStyle/>
                    <a:p>
                      <a:r>
                        <a:rPr lang="de-DE" sz="1200" dirty="0"/>
                        <a:t>3 seconds</a:t>
                      </a:r>
                    </a:p>
                  </a:txBody>
                  <a:tcPr marL="91392" marR="91392" marT="45696" marB="45696"/>
                </a:tc>
                <a:tc>
                  <a:txBody>
                    <a:bodyPr/>
                    <a:lstStyle/>
                    <a:p>
                      <a:r>
                        <a:rPr lang="de-DE" sz="1200" dirty="0"/>
                        <a:t>0.6 seconds</a:t>
                      </a:r>
                    </a:p>
                  </a:txBody>
                  <a:tcPr marL="91392" marR="91392" marT="45696" marB="45696"/>
                </a:tc>
                <a:extLst>
                  <a:ext uri="{0D108BD9-81ED-4DB2-BD59-A6C34878D82A}">
                    <a16:rowId xmlns:a16="http://schemas.microsoft.com/office/drawing/2014/main" val="788843756"/>
                  </a:ext>
                </a:extLst>
              </a:tr>
            </a:tbl>
          </a:graphicData>
        </a:graphic>
      </p:graphicFrame>
      <p:sp>
        <p:nvSpPr>
          <p:cNvPr id="22" name="Textfeld 21">
            <a:extLst>
              <a:ext uri="{FF2B5EF4-FFF2-40B4-BE49-F238E27FC236}">
                <a16:creationId xmlns:a16="http://schemas.microsoft.com/office/drawing/2014/main" id="{AF23018A-21A8-4945-9DCF-C2BEEDD68114}"/>
              </a:ext>
            </a:extLst>
          </p:cNvPr>
          <p:cNvSpPr txBox="1"/>
          <p:nvPr/>
        </p:nvSpPr>
        <p:spPr>
          <a:xfrm>
            <a:off x="4453016" y="6316732"/>
            <a:ext cx="3714926" cy="127597"/>
          </a:xfrm>
          <a:prstGeom prst="rect">
            <a:avLst/>
          </a:prstGeom>
          <a:noFill/>
        </p:spPr>
        <p:txBody>
          <a:bodyPr vert="horz" wrap="square" lIns="0" tIns="0" rIns="0" bIns="0" rtlCol="0">
            <a:noAutofit/>
          </a:bodyPr>
          <a:lstStyle/>
          <a:p>
            <a:pPr fontAlgn="base">
              <a:lnSpc>
                <a:spcPct val="110000"/>
              </a:lnSpc>
              <a:spcAft>
                <a:spcPct val="0"/>
              </a:spcAft>
            </a:pPr>
            <a:r>
              <a:rPr lang="en-US" sz="900" dirty="0">
                <a:latin typeface="Arial"/>
                <a:ea typeface="Arial Unicode MS" panose="020B0604020202020204" pitchFamily="34" charset="-128"/>
                <a:cs typeface="Arial Unicode MS" panose="020B0604020202020204" pitchFamily="34" charset="-128"/>
              </a:rPr>
              <a:t>AR = Application Relation (connection between controller and device)</a:t>
            </a:r>
          </a:p>
        </p:txBody>
      </p:sp>
    </p:spTree>
    <p:extLst>
      <p:ext uri="{BB962C8B-B14F-4D97-AF65-F5344CB8AC3E}">
        <p14:creationId xmlns:p14="http://schemas.microsoft.com/office/powerpoint/2010/main" val="17634498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FDACFC30-5E3F-C865-B48F-CE9BAE85667A}"/>
              </a:ext>
            </a:extLst>
          </p:cNvPr>
          <p:cNvSpPr/>
          <p:nvPr/>
        </p:nvSpPr>
        <p:spPr>
          <a:xfrm>
            <a:off x="7323909" y="1550126"/>
            <a:ext cx="4345577" cy="39101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aphicFrame>
        <p:nvGraphicFramePr>
          <p:cNvPr id="7" name="Objekt 6" hidden="1">
            <a:extLst>
              <a:ext uri="{FF2B5EF4-FFF2-40B4-BE49-F238E27FC236}">
                <a16:creationId xmlns:a16="http://schemas.microsoft.com/office/drawing/2014/main" id="{9076ECF5-CE10-4E0F-8283-C5402A56683E}"/>
              </a:ext>
            </a:extLst>
          </p:cNvPr>
          <p:cNvGraphicFramePr>
            <a:graphicFrameLocks noChangeAspect="1"/>
          </p:cNvGraphicFramePr>
          <p:nvPr>
            <p:custDataLst>
              <p:tags r:id="rId1"/>
            </p:custData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Folie" r:id="rId4" imgW="353" imgH="353" progId="TCLayout.ActiveDocument.1">
                  <p:embed/>
                </p:oleObj>
              </mc:Choice>
              <mc:Fallback>
                <p:oleObj name="think-cell Folie" r:id="rId4" imgW="353" imgH="353" progId="TCLayout.ActiveDocument.1">
                  <p:embed/>
                  <p:pic>
                    <p:nvPicPr>
                      <p:cNvPr id="7" name="Objekt 6" hidden="1">
                        <a:extLst>
                          <a:ext uri="{FF2B5EF4-FFF2-40B4-BE49-F238E27FC236}">
                            <a16:creationId xmlns:a16="http://schemas.microsoft.com/office/drawing/2014/main" id="{9076ECF5-CE10-4E0F-8283-C5402A56683E}"/>
                          </a:ext>
                        </a:extLst>
                      </p:cNvPr>
                      <p:cNvPicPr/>
                      <p:nvPr/>
                    </p:nvPicPr>
                    <p:blipFill>
                      <a:blip r:embed="rId5"/>
                      <a:stretch>
                        <a:fillRect/>
                      </a:stretch>
                    </p:blipFill>
                    <p:spPr>
                      <a:xfrm>
                        <a:off x="1587" y="3372"/>
                        <a:ext cx="1587" cy="1587"/>
                      </a:xfrm>
                      <a:prstGeom prst="rect">
                        <a:avLst/>
                      </a:prstGeom>
                    </p:spPr>
                  </p:pic>
                </p:oleObj>
              </mc:Fallback>
            </mc:AlternateContent>
          </a:graphicData>
        </a:graphic>
      </p:graphicFrame>
      <p:sp>
        <p:nvSpPr>
          <p:cNvPr id="6" name="Rechteck 5" hidden="1">
            <a:extLst>
              <a:ext uri="{FF2B5EF4-FFF2-40B4-BE49-F238E27FC236}">
                <a16:creationId xmlns:a16="http://schemas.microsoft.com/office/drawing/2014/main" id="{61105B84-1F39-4D09-823A-7CE95D5EF061}"/>
              </a:ext>
            </a:extLst>
          </p:cNvPr>
          <p:cNvSpPr/>
          <p:nvPr>
            <p:custDataLst>
              <p:tags r:id="rId2"/>
            </p:custDataLst>
          </p:nvPr>
        </p:nvSpPr>
        <p:spPr bwMode="auto">
          <a:xfrm>
            <a:off x="0" y="1785"/>
            <a:ext cx="158667" cy="158667"/>
          </a:xfrm>
          <a:prstGeom prst="rect">
            <a:avLst/>
          </a:prstGeom>
          <a:solidFill>
            <a:srgbClr val="DFE6ED"/>
          </a:solid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2199" dirty="0">
              <a:ea typeface="+mj-ea"/>
              <a:cs typeface="Arial" panose="020B0604020202020204" pitchFamily="34" charset="0"/>
              <a:sym typeface="Arial" panose="020B0604020202020204" pitchFamily="34" charset="0"/>
            </a:endParaRPr>
          </a:p>
        </p:txBody>
      </p:sp>
      <p:sp>
        <p:nvSpPr>
          <p:cNvPr id="5" name="Titel 4"/>
          <p:cNvSpPr>
            <a:spLocks noGrp="1"/>
          </p:cNvSpPr>
          <p:nvPr>
            <p:ph type="title"/>
          </p:nvPr>
        </p:nvSpPr>
        <p:spPr/>
        <p:txBody>
          <a:bodyPr vert="horz" anchor="t"/>
          <a:lstStyle/>
          <a:p>
            <a:r>
              <a:rPr lang="en-US" dirty="0"/>
              <a:t>Reporting loss of redundancy</a:t>
            </a:r>
            <a:br>
              <a:rPr lang="en-US" b="0" dirty="0"/>
            </a:br>
            <a:r>
              <a:rPr lang="en-US" b="0" dirty="0"/>
              <a:t>OB72 reports loss of redundancy during synchronization</a:t>
            </a:r>
          </a:p>
        </p:txBody>
      </p:sp>
      <p:sp>
        <p:nvSpPr>
          <p:cNvPr id="2" name="Fußzeilenplatzhalter 1">
            <a:extLst>
              <a:ext uri="{FF2B5EF4-FFF2-40B4-BE49-F238E27FC236}">
                <a16:creationId xmlns:a16="http://schemas.microsoft.com/office/drawing/2014/main" id="{FB6E8433-8910-4215-8221-7BF8396D9E39}"/>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22" name="Textfeld 21">
            <a:extLst>
              <a:ext uri="{FF2B5EF4-FFF2-40B4-BE49-F238E27FC236}">
                <a16:creationId xmlns:a16="http://schemas.microsoft.com/office/drawing/2014/main" id="{6C67A62B-CF95-4DD2-A8EC-8B8C88EF4BC0}"/>
              </a:ext>
            </a:extLst>
          </p:cNvPr>
          <p:cNvSpPr txBox="1"/>
          <p:nvPr/>
        </p:nvSpPr>
        <p:spPr>
          <a:xfrm>
            <a:off x="641171" y="1471457"/>
            <a:ext cx="6633684" cy="1428051"/>
          </a:xfrm>
          <a:prstGeom prst="rect">
            <a:avLst/>
          </a:prstGeom>
          <a:noFill/>
        </p:spPr>
        <p:txBody>
          <a:bodyPr wrap="square" lIns="0" tIns="71083" rIns="71083" bIns="71083" rtlCol="0" anchor="t">
            <a:noAutofit/>
          </a:bodyPr>
          <a:lstStyle/>
          <a:p>
            <a:pPr marL="285607" indent="-285607">
              <a:buFont typeface="Wingdings" panose="05000000000000000000" pitchFamily="2" charset="2"/>
              <a:buChar char="§"/>
            </a:pPr>
            <a:r>
              <a:rPr lang="en-US" sz="1599" dirty="0"/>
              <a:t>If a sync line fails, the maintenance LED on the controller lights up and the H-System continues to work in redundant mode. </a:t>
            </a:r>
          </a:p>
          <a:p>
            <a:pPr marL="285607" indent="-285607">
              <a:buFont typeface="Wingdings" panose="05000000000000000000" pitchFamily="2" charset="2"/>
              <a:buChar char="§"/>
            </a:pPr>
            <a:r>
              <a:rPr lang="en-US" sz="1599" dirty="0"/>
              <a:t>The failure of a sync line is reported from firmware V2.9 by calling the OB72 (redundancy loss).</a:t>
            </a:r>
          </a:p>
          <a:p>
            <a:pPr marL="285607" indent="-285607">
              <a:buFont typeface="Wingdings" panose="05000000000000000000" pitchFamily="2" charset="2"/>
              <a:buChar char="§"/>
            </a:pPr>
            <a:r>
              <a:rPr lang="en-US" sz="1599" dirty="0"/>
              <a:t>This can be used to report a request to restore the sync line.</a:t>
            </a:r>
          </a:p>
        </p:txBody>
      </p:sp>
      <p:grpSp>
        <p:nvGrpSpPr>
          <p:cNvPr id="24" name="Gruppieren 23">
            <a:extLst>
              <a:ext uri="{FF2B5EF4-FFF2-40B4-BE49-F238E27FC236}">
                <a16:creationId xmlns:a16="http://schemas.microsoft.com/office/drawing/2014/main" id="{22808D66-B8F2-4EE1-9A6C-E94742A2AAF3}"/>
              </a:ext>
            </a:extLst>
          </p:cNvPr>
          <p:cNvGrpSpPr/>
          <p:nvPr/>
        </p:nvGrpSpPr>
        <p:grpSpPr>
          <a:xfrm>
            <a:off x="8981223" y="3287759"/>
            <a:ext cx="2211726" cy="802182"/>
            <a:chOff x="8964404" y="2786480"/>
            <a:chExt cx="2212878" cy="802600"/>
          </a:xfrm>
          <a:solidFill>
            <a:schemeClr val="tx1"/>
          </a:solidFill>
        </p:grpSpPr>
        <p:sp>
          <p:nvSpPr>
            <p:cNvPr id="25" name="Text Box 16">
              <a:extLst>
                <a:ext uri="{FF2B5EF4-FFF2-40B4-BE49-F238E27FC236}">
                  <a16:creationId xmlns:a16="http://schemas.microsoft.com/office/drawing/2014/main" id="{C8450450-C780-42DF-A960-217CA8B16F34}"/>
                </a:ext>
              </a:extLst>
            </p:cNvPr>
            <p:cNvSpPr txBox="1">
              <a:spLocks noChangeArrowheads="1"/>
            </p:cNvSpPr>
            <p:nvPr/>
          </p:nvSpPr>
          <p:spPr bwMode="auto">
            <a:xfrm>
              <a:off x="9134853" y="2786480"/>
              <a:ext cx="474490" cy="15388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de-DE" sz="999" b="1" dirty="0"/>
                <a:t>Primary</a:t>
              </a:r>
            </a:p>
          </p:txBody>
        </p:sp>
        <p:sp>
          <p:nvSpPr>
            <p:cNvPr id="26" name="Text Box 21">
              <a:extLst>
                <a:ext uri="{FF2B5EF4-FFF2-40B4-BE49-F238E27FC236}">
                  <a16:creationId xmlns:a16="http://schemas.microsoft.com/office/drawing/2014/main" id="{9890D73D-5135-4658-AF03-DD3864926547}"/>
                </a:ext>
              </a:extLst>
            </p:cNvPr>
            <p:cNvSpPr txBox="1">
              <a:spLocks noChangeArrowheads="1"/>
            </p:cNvSpPr>
            <p:nvPr/>
          </p:nvSpPr>
          <p:spPr bwMode="auto">
            <a:xfrm>
              <a:off x="10600212" y="2786480"/>
              <a:ext cx="461666" cy="15388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de-DE" sz="999" b="1" dirty="0"/>
                <a:t>Backup</a:t>
              </a:r>
            </a:p>
          </p:txBody>
        </p:sp>
        <p:grpSp>
          <p:nvGrpSpPr>
            <p:cNvPr id="27" name="Gruppieren 26">
              <a:extLst>
                <a:ext uri="{FF2B5EF4-FFF2-40B4-BE49-F238E27FC236}">
                  <a16:creationId xmlns:a16="http://schemas.microsoft.com/office/drawing/2014/main" id="{04A24C72-BBFB-4933-B03A-447DC246A73D}"/>
                </a:ext>
              </a:extLst>
            </p:cNvPr>
            <p:cNvGrpSpPr/>
            <p:nvPr/>
          </p:nvGrpSpPr>
          <p:grpSpPr>
            <a:xfrm>
              <a:off x="8964404" y="2948770"/>
              <a:ext cx="774298" cy="640310"/>
              <a:chOff x="5633257" y="2448326"/>
              <a:chExt cx="3891741" cy="2958295"/>
            </a:xfrm>
            <a:grpFill/>
          </p:grpSpPr>
          <p:pic>
            <p:nvPicPr>
              <p:cNvPr id="35" name="product_simatic-s7-1500.png">
                <a:extLst>
                  <a:ext uri="{FF2B5EF4-FFF2-40B4-BE49-F238E27FC236}">
                    <a16:creationId xmlns:a16="http://schemas.microsoft.com/office/drawing/2014/main" id="{7724A228-97B1-4138-BDE4-793BB3BA573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36" name="product_simatic-s7-1500.png">
                <a:extLst>
                  <a:ext uri="{FF2B5EF4-FFF2-40B4-BE49-F238E27FC236}">
                    <a16:creationId xmlns:a16="http://schemas.microsoft.com/office/drawing/2014/main" id="{69919266-D0A0-442B-B250-7A9908EF9F1D}"/>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37" name="product_simatic-s7-1500.png">
                <a:extLst>
                  <a:ext uri="{FF2B5EF4-FFF2-40B4-BE49-F238E27FC236}">
                    <a16:creationId xmlns:a16="http://schemas.microsoft.com/office/drawing/2014/main" id="{37E35D09-0033-49BB-AAFF-D6D1108ED306}"/>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28" name="Gruppieren 27">
              <a:extLst>
                <a:ext uri="{FF2B5EF4-FFF2-40B4-BE49-F238E27FC236}">
                  <a16:creationId xmlns:a16="http://schemas.microsoft.com/office/drawing/2014/main" id="{C9D50008-61FE-4B3B-B0F8-6522F85351C9}"/>
                </a:ext>
              </a:extLst>
            </p:cNvPr>
            <p:cNvGrpSpPr/>
            <p:nvPr/>
          </p:nvGrpSpPr>
          <p:grpSpPr>
            <a:xfrm>
              <a:off x="10402984" y="2948770"/>
              <a:ext cx="774298" cy="640310"/>
              <a:chOff x="5633257" y="2448326"/>
              <a:chExt cx="3891741" cy="2958295"/>
            </a:xfrm>
            <a:grpFill/>
          </p:grpSpPr>
          <p:pic>
            <p:nvPicPr>
              <p:cNvPr id="32" name="product_simatic-s7-1500.png">
                <a:extLst>
                  <a:ext uri="{FF2B5EF4-FFF2-40B4-BE49-F238E27FC236}">
                    <a16:creationId xmlns:a16="http://schemas.microsoft.com/office/drawing/2014/main" id="{2C6FFFA7-A0E9-4579-B261-FCAB2296D81A}"/>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33" name="product_simatic-s7-1500.png">
                <a:extLst>
                  <a:ext uri="{FF2B5EF4-FFF2-40B4-BE49-F238E27FC236}">
                    <a16:creationId xmlns:a16="http://schemas.microsoft.com/office/drawing/2014/main" id="{9E0B5B3F-3FCB-4B48-AF15-71F8FCF17D12}"/>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34" name="product_simatic-s7-1500.png">
                <a:extLst>
                  <a:ext uri="{FF2B5EF4-FFF2-40B4-BE49-F238E27FC236}">
                    <a16:creationId xmlns:a16="http://schemas.microsoft.com/office/drawing/2014/main" id="{1C531F99-652D-4CB4-89CB-7AAD7470420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29" name="Line 29">
              <a:extLst>
                <a:ext uri="{FF2B5EF4-FFF2-40B4-BE49-F238E27FC236}">
                  <a16:creationId xmlns:a16="http://schemas.microsoft.com/office/drawing/2014/main" id="{3490ABDE-C68B-4CA6-BA66-893BAC7B6588}"/>
                </a:ext>
              </a:extLst>
            </p:cNvPr>
            <p:cNvSpPr>
              <a:spLocks noChangeShapeType="1"/>
            </p:cNvSpPr>
            <p:nvPr/>
          </p:nvSpPr>
          <p:spPr bwMode="auto">
            <a:xfrm>
              <a:off x="9738701" y="3465004"/>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dirty="0"/>
            </a:p>
          </p:txBody>
        </p:sp>
        <p:sp>
          <p:nvSpPr>
            <p:cNvPr id="30" name="Line 30">
              <a:extLst>
                <a:ext uri="{FF2B5EF4-FFF2-40B4-BE49-F238E27FC236}">
                  <a16:creationId xmlns:a16="http://schemas.microsoft.com/office/drawing/2014/main" id="{28AA1B97-7995-4815-80DC-5B2B856D06A4}"/>
                </a:ext>
              </a:extLst>
            </p:cNvPr>
            <p:cNvSpPr>
              <a:spLocks noChangeShapeType="1"/>
            </p:cNvSpPr>
            <p:nvPr/>
          </p:nvSpPr>
          <p:spPr bwMode="auto">
            <a:xfrm>
              <a:off x="9738700" y="3516665"/>
              <a:ext cx="664283" cy="0"/>
            </a:xfrm>
            <a:prstGeom prst="line">
              <a:avLst/>
            </a:prstGeom>
            <a:grp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dirty="0"/>
            </a:p>
          </p:txBody>
        </p:sp>
        <p:sp>
          <p:nvSpPr>
            <p:cNvPr id="31" name="Textfeld 12">
              <a:extLst>
                <a:ext uri="{FF2B5EF4-FFF2-40B4-BE49-F238E27FC236}">
                  <a16:creationId xmlns:a16="http://schemas.microsoft.com/office/drawing/2014/main" id="{E72F8F84-F5BC-4498-B58C-3ACF3CAF64B0}"/>
                </a:ext>
              </a:extLst>
            </p:cNvPr>
            <p:cNvSpPr txBox="1"/>
            <p:nvPr/>
          </p:nvSpPr>
          <p:spPr>
            <a:xfrm>
              <a:off x="9887930" y="3319081"/>
              <a:ext cx="405083" cy="182360"/>
            </a:xfrm>
            <a:prstGeom prst="rect">
              <a:avLst/>
            </a:prstGeom>
            <a:grpFill/>
          </p:spPr>
          <p:txBody>
            <a:bodyPr vert="horz"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H-Sync 1</a:t>
              </a:r>
            </a:p>
          </p:txBody>
        </p:sp>
      </p:grpSp>
      <p:sp>
        <p:nvSpPr>
          <p:cNvPr id="38" name="Rechteck 37">
            <a:extLst>
              <a:ext uri="{FF2B5EF4-FFF2-40B4-BE49-F238E27FC236}">
                <a16:creationId xmlns:a16="http://schemas.microsoft.com/office/drawing/2014/main" id="{4843512F-3DE0-45D8-A2F2-A53FFDBE4DF2}"/>
              </a:ext>
            </a:extLst>
          </p:cNvPr>
          <p:cNvSpPr/>
          <p:nvPr/>
        </p:nvSpPr>
        <p:spPr>
          <a:xfrm>
            <a:off x="8981223" y="4431339"/>
            <a:ext cx="2211725" cy="391888"/>
          </a:xfrm>
          <a:prstGeom prst="rect">
            <a:avLst/>
          </a:prstGeom>
          <a:solidFill>
            <a:srgbClr val="00AF8E"/>
          </a:solidFill>
          <a:ln>
            <a:noFill/>
          </a:ln>
        </p:spPr>
        <p:style>
          <a:lnRef idx="0">
            <a:scrgbClr r="0" g="0" b="0"/>
          </a:lnRef>
          <a:fillRef idx="0">
            <a:scrgbClr r="0" g="0" b="0"/>
          </a:fillRef>
          <a:effectRef idx="0">
            <a:scrgbClr r="0" g="0" b="0"/>
          </a:effectRef>
          <a:fontRef idx="minor">
            <a:schemeClr val="lt1"/>
          </a:fontRef>
        </p:style>
        <p:txBody>
          <a:bodyPr lIns="107944" tIns="71963" rIns="107944" bIns="71963"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799" dirty="0"/>
              <a:t>Process underway</a:t>
            </a:r>
          </a:p>
        </p:txBody>
      </p:sp>
      <p:sp>
        <p:nvSpPr>
          <p:cNvPr id="39" name="Pfeil: nach oben und unten 38">
            <a:extLst>
              <a:ext uri="{FF2B5EF4-FFF2-40B4-BE49-F238E27FC236}">
                <a16:creationId xmlns:a16="http://schemas.microsoft.com/office/drawing/2014/main" id="{FC8C5C96-CDAD-4328-9B0E-E9F543B38C21}"/>
              </a:ext>
            </a:extLst>
          </p:cNvPr>
          <p:cNvSpPr/>
          <p:nvPr/>
        </p:nvSpPr>
        <p:spPr>
          <a:xfrm>
            <a:off x="9263406" y="4098338"/>
            <a:ext cx="250598" cy="319512"/>
          </a:xfrm>
          <a:prstGeom prst="upDownArrow">
            <a:avLst>
              <a:gd name="adj1" fmla="val 47850"/>
              <a:gd name="adj2" fmla="val 27837"/>
            </a:avLst>
          </a:prstGeom>
          <a:solidFill>
            <a:srgbClr val="00AF8E"/>
          </a:solidFill>
          <a:ln>
            <a:no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en-US" sz="1799" dirty="0"/>
          </a:p>
        </p:txBody>
      </p:sp>
      <p:sp>
        <p:nvSpPr>
          <p:cNvPr id="40" name="Pfeil: nach oben und unten 39">
            <a:extLst>
              <a:ext uri="{FF2B5EF4-FFF2-40B4-BE49-F238E27FC236}">
                <a16:creationId xmlns:a16="http://schemas.microsoft.com/office/drawing/2014/main" id="{53C78D0A-504A-4817-9DBE-BE601308731B}"/>
              </a:ext>
            </a:extLst>
          </p:cNvPr>
          <p:cNvSpPr/>
          <p:nvPr/>
        </p:nvSpPr>
        <p:spPr>
          <a:xfrm>
            <a:off x="10757017" y="4098338"/>
            <a:ext cx="250598" cy="319512"/>
          </a:xfrm>
          <a:prstGeom prst="upDownArrow">
            <a:avLst>
              <a:gd name="adj1" fmla="val 47850"/>
              <a:gd name="adj2" fmla="val 27837"/>
            </a:avLst>
          </a:prstGeom>
          <a:solidFill>
            <a:srgbClr val="00AF8E"/>
          </a:solidFill>
          <a:ln>
            <a:no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en-US" sz="1799" dirty="0"/>
          </a:p>
        </p:txBody>
      </p:sp>
      <p:sp>
        <p:nvSpPr>
          <p:cNvPr id="41" name="Textfeld 41">
            <a:extLst>
              <a:ext uri="{FF2B5EF4-FFF2-40B4-BE49-F238E27FC236}">
                <a16:creationId xmlns:a16="http://schemas.microsoft.com/office/drawing/2014/main" id="{E9F58810-12D7-4359-B709-DD55B893F8A6}"/>
              </a:ext>
            </a:extLst>
          </p:cNvPr>
          <p:cNvSpPr txBox="1"/>
          <p:nvPr/>
        </p:nvSpPr>
        <p:spPr>
          <a:xfrm>
            <a:off x="9904269" y="4042187"/>
            <a:ext cx="404872" cy="182265"/>
          </a:xfrm>
          <a:prstGeom prst="rect">
            <a:avLst/>
          </a:prstGeom>
          <a:noFill/>
        </p:spPr>
        <p:txBody>
          <a:bodyPr vert="horz"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lnSpc>
                <a:spcPct val="110000"/>
              </a:lnSpc>
              <a:spcAft>
                <a:spcPct val="0"/>
              </a:spcAft>
            </a:pPr>
            <a:r>
              <a:rPr lang="en-US" sz="800" dirty="0">
                <a:solidFill>
                  <a:srgbClr val="000000"/>
                </a:solidFill>
                <a:latin typeface="Arial"/>
                <a:ea typeface="Arial Unicode MS" panose="020B0604020202020204" pitchFamily="34" charset="-128"/>
                <a:cs typeface="Arial Unicode MS" panose="020B0604020202020204" pitchFamily="34" charset="-128"/>
              </a:rPr>
              <a:t>H-Sync 2</a:t>
            </a:r>
          </a:p>
        </p:txBody>
      </p:sp>
      <p:grpSp>
        <p:nvGrpSpPr>
          <p:cNvPr id="42" name="Gruppieren 41">
            <a:extLst>
              <a:ext uri="{FF2B5EF4-FFF2-40B4-BE49-F238E27FC236}">
                <a16:creationId xmlns:a16="http://schemas.microsoft.com/office/drawing/2014/main" id="{61E78D71-1600-4F63-A7C1-9DF8A6B7C82B}"/>
              </a:ext>
            </a:extLst>
          </p:cNvPr>
          <p:cNvGrpSpPr/>
          <p:nvPr/>
        </p:nvGrpSpPr>
        <p:grpSpPr>
          <a:xfrm>
            <a:off x="9444485" y="1968707"/>
            <a:ext cx="1453825" cy="1099565"/>
            <a:chOff x="4428972" y="1259188"/>
            <a:chExt cx="1454582" cy="1100138"/>
          </a:xfrm>
        </p:grpSpPr>
        <p:pic>
          <p:nvPicPr>
            <p:cNvPr id="43" name="product_pc-based-automation.png">
              <a:extLst>
                <a:ext uri="{FF2B5EF4-FFF2-40B4-BE49-F238E27FC236}">
                  <a16:creationId xmlns:a16="http://schemas.microsoft.com/office/drawing/2014/main" id="{FCA18067-6834-46D1-88B6-4A7A06CF865F}"/>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t="11914" b="12453"/>
            <a:stretch/>
          </p:blipFill>
          <p:spPr>
            <a:xfrm>
              <a:off x="4428972" y="1259188"/>
              <a:ext cx="1454582" cy="1100138"/>
            </a:xfrm>
            <a:prstGeom prst="rect">
              <a:avLst/>
            </a:prstGeom>
          </p:spPr>
        </p:pic>
        <p:sp>
          <p:nvSpPr>
            <p:cNvPr id="44" name="Rechteck 43">
              <a:extLst>
                <a:ext uri="{FF2B5EF4-FFF2-40B4-BE49-F238E27FC236}">
                  <a16:creationId xmlns:a16="http://schemas.microsoft.com/office/drawing/2014/main" id="{E5692FC3-D771-46E7-A4FD-B90C81905D81}"/>
                </a:ext>
              </a:extLst>
            </p:cNvPr>
            <p:cNvSpPr/>
            <p:nvPr/>
          </p:nvSpPr>
          <p:spPr>
            <a:xfrm>
              <a:off x="4590107" y="1344516"/>
              <a:ext cx="1122629" cy="54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7944" tIns="71963" rIns="107944" bIns="71963"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b="1" dirty="0">
                  <a:solidFill>
                    <a:srgbClr val="FF9000"/>
                  </a:solidFill>
                </a:rPr>
                <a:t>Redundancy loss on </a:t>
              </a:r>
              <a:br>
                <a:rPr lang="en-US" sz="1000" b="1" dirty="0">
                  <a:solidFill>
                    <a:srgbClr val="FF9000"/>
                  </a:solidFill>
                </a:rPr>
              </a:br>
              <a:r>
                <a:rPr lang="en-US" sz="1000" b="1" dirty="0">
                  <a:solidFill>
                    <a:srgbClr val="FF9000"/>
                  </a:solidFill>
                </a:rPr>
                <a:t>H-Sync 2!</a:t>
              </a:r>
            </a:p>
          </p:txBody>
        </p:sp>
      </p:grpSp>
      <p:cxnSp>
        <p:nvCxnSpPr>
          <p:cNvPr id="45" name="Gerader Verbinder 44">
            <a:extLst>
              <a:ext uri="{FF2B5EF4-FFF2-40B4-BE49-F238E27FC236}">
                <a16:creationId xmlns:a16="http://schemas.microsoft.com/office/drawing/2014/main" id="{780DF7CD-81AC-4880-A06E-59242F715F87}"/>
              </a:ext>
            </a:extLst>
          </p:cNvPr>
          <p:cNvCxnSpPr/>
          <p:nvPr/>
        </p:nvCxnSpPr>
        <p:spPr>
          <a:xfrm>
            <a:off x="9755117" y="3585473"/>
            <a:ext cx="663937" cy="0"/>
          </a:xfrm>
          <a:prstGeom prst="line">
            <a:avLst/>
          </a:prstGeom>
          <a:ln w="28575">
            <a:solidFill>
              <a:srgbClr val="00B050"/>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C0798C0F-00D5-477B-B8DF-51FC30F14506}"/>
              </a:ext>
            </a:extLst>
          </p:cNvPr>
          <p:cNvCxnSpPr>
            <a:cxnSpLocks/>
          </p:cNvCxnSpPr>
          <p:nvPr/>
        </p:nvCxnSpPr>
        <p:spPr>
          <a:xfrm flipV="1">
            <a:off x="10113744" y="3079409"/>
            <a:ext cx="4839" cy="517201"/>
          </a:xfrm>
          <a:prstGeom prst="line">
            <a:avLst/>
          </a:prstGeom>
          <a:ln w="28575">
            <a:solidFill>
              <a:srgbClr val="00B05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47" name="Gewitterblitz 46">
            <a:extLst>
              <a:ext uri="{FF2B5EF4-FFF2-40B4-BE49-F238E27FC236}">
                <a16:creationId xmlns:a16="http://schemas.microsoft.com/office/drawing/2014/main" id="{4EBC119D-7BA4-4FEE-8845-083D7C6FA9F9}"/>
              </a:ext>
            </a:extLst>
          </p:cNvPr>
          <p:cNvSpPr/>
          <p:nvPr/>
        </p:nvSpPr>
        <p:spPr bwMode="auto">
          <a:xfrm>
            <a:off x="9950744" y="3980536"/>
            <a:ext cx="216856" cy="286825"/>
          </a:xfrm>
          <a:prstGeom prst="lightningBolt">
            <a:avLst/>
          </a:prstGeom>
          <a:solidFill>
            <a:srgbClr val="C00000"/>
          </a:solidFill>
          <a:ln>
            <a:noFill/>
          </a:ln>
          <a:effectLst/>
        </p:spPr>
        <p:txBody>
          <a:bodyPr wrap="square" lIns="107944" tIns="53972" rIns="107944" bIns="53972" numCol="1" spcCol="72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48" name="Pfeil: nach rechts 47">
            <a:extLst>
              <a:ext uri="{FF2B5EF4-FFF2-40B4-BE49-F238E27FC236}">
                <a16:creationId xmlns:a16="http://schemas.microsoft.com/office/drawing/2014/main" id="{D7C94A52-47F8-4470-84D7-9AEA4792F5D5}"/>
              </a:ext>
            </a:extLst>
          </p:cNvPr>
          <p:cNvSpPr/>
          <p:nvPr/>
        </p:nvSpPr>
        <p:spPr bwMode="auto">
          <a:xfrm rot="10800000">
            <a:off x="8403852" y="3596610"/>
            <a:ext cx="465948" cy="359852"/>
          </a:xfrm>
          <a:prstGeom prst="rightArrow">
            <a:avLst/>
          </a:prstGeom>
          <a:solidFill>
            <a:srgbClr val="A5E1E1"/>
          </a:solidFill>
          <a:ln>
            <a:noFill/>
          </a:ln>
          <a:effectLst/>
        </p:spPr>
        <p:txBody>
          <a:bodyPr wrap="square" lIns="107944" tIns="53972" rIns="107944" bIns="53972" numCol="1" spcCol="72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49" name="Rechteck: abgerundete Ecken 48">
            <a:extLst>
              <a:ext uri="{FF2B5EF4-FFF2-40B4-BE49-F238E27FC236}">
                <a16:creationId xmlns:a16="http://schemas.microsoft.com/office/drawing/2014/main" id="{49322C83-17FE-437B-B643-C355D8F1D749}"/>
              </a:ext>
            </a:extLst>
          </p:cNvPr>
          <p:cNvSpPr/>
          <p:nvPr/>
        </p:nvSpPr>
        <p:spPr bwMode="auto">
          <a:xfrm>
            <a:off x="7461641" y="3585473"/>
            <a:ext cx="861064" cy="359842"/>
          </a:xfrm>
          <a:prstGeom prst="roundRect">
            <a:avLst/>
          </a:prstGeom>
          <a:solidFill>
            <a:srgbClr val="32A0A0"/>
          </a:solidFill>
          <a:ln>
            <a:noFill/>
          </a:ln>
          <a:effectLst/>
        </p:spPr>
        <p:txBody>
          <a:bodyPr wrap="square" lIns="107944" tIns="53972" rIns="107944" bIns="53972" numCol="1" spcCol="7200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0" eaLnBrk="1" fontAlgn="base" hangingPunct="1">
              <a:lnSpc>
                <a:spcPct val="110000"/>
              </a:lnSpc>
              <a:spcBef>
                <a:spcPct val="0"/>
              </a:spcBef>
              <a:spcAft>
                <a:spcPct val="0"/>
              </a:spcAft>
              <a:buFont typeface="Wingdings" charset="0"/>
              <a:buNone/>
            </a:pPr>
            <a:r>
              <a:rPr lang="en-US" sz="1799" dirty="0">
                <a:solidFill>
                  <a:schemeClr val="bg1"/>
                </a:solidFill>
                <a:latin typeface="Arial"/>
                <a:ea typeface="Arial Unicode MS" panose="020B0604020202020204" pitchFamily="34" charset="-128"/>
                <a:cs typeface="Arial Unicode MS" panose="020B0604020202020204" pitchFamily="34" charset="-128"/>
              </a:rPr>
              <a:t>OB72</a:t>
            </a:r>
          </a:p>
        </p:txBody>
      </p:sp>
      <p:sp>
        <p:nvSpPr>
          <p:cNvPr id="50" name="Freihandform: Form 49">
            <a:extLst>
              <a:ext uri="{FF2B5EF4-FFF2-40B4-BE49-F238E27FC236}">
                <a16:creationId xmlns:a16="http://schemas.microsoft.com/office/drawing/2014/main" id="{2EFDD0C1-A663-4BFF-8BE4-861FE780D52E}"/>
              </a:ext>
            </a:extLst>
          </p:cNvPr>
          <p:cNvSpPr/>
          <p:nvPr/>
        </p:nvSpPr>
        <p:spPr>
          <a:xfrm>
            <a:off x="7883273" y="2384472"/>
            <a:ext cx="1574483" cy="1049655"/>
          </a:xfrm>
          <a:custGeom>
            <a:avLst/>
            <a:gdLst>
              <a:gd name="connsiteX0" fmla="*/ 0 w 1575303"/>
              <a:gd name="connsiteY0" fmla="*/ 1050202 h 1050202"/>
              <a:gd name="connsiteX1" fmla="*/ 0 w 1575303"/>
              <a:gd name="connsiteY1" fmla="*/ 0 h 1050202"/>
              <a:gd name="connsiteX2" fmla="*/ 1575303 w 1575303"/>
              <a:gd name="connsiteY2" fmla="*/ 0 h 1050202"/>
            </a:gdLst>
            <a:ahLst/>
            <a:cxnLst>
              <a:cxn ang="0">
                <a:pos x="connsiteX0" y="connsiteY0"/>
              </a:cxn>
              <a:cxn ang="0">
                <a:pos x="connsiteX1" y="connsiteY1"/>
              </a:cxn>
              <a:cxn ang="0">
                <a:pos x="connsiteX2" y="connsiteY2"/>
              </a:cxn>
            </a:cxnLst>
            <a:rect l="l" t="t" r="r" b="b"/>
            <a:pathLst>
              <a:path w="1575303" h="1050202">
                <a:moveTo>
                  <a:pt x="0" y="1050202"/>
                </a:moveTo>
                <a:lnTo>
                  <a:pt x="0" y="0"/>
                </a:lnTo>
                <a:lnTo>
                  <a:pt x="1575303" y="0"/>
                </a:lnTo>
              </a:path>
            </a:pathLst>
          </a:custGeom>
          <a:ln>
            <a:headEnd type="none" w="med" len="med"/>
            <a:tailEnd type="triangle" w="med" len="med"/>
          </a:ln>
        </p:spPr>
        <p:style>
          <a:lnRef idx="1">
            <a:schemeClr val="accent6"/>
          </a:lnRef>
          <a:fillRef idx="0">
            <a:schemeClr val="accent6"/>
          </a:fillRef>
          <a:effectRef idx="0">
            <a:schemeClr val="accent6"/>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799" dirty="0"/>
          </a:p>
        </p:txBody>
      </p:sp>
    </p:spTree>
    <p:extLst>
      <p:ext uri="{BB962C8B-B14F-4D97-AF65-F5344CB8AC3E}">
        <p14:creationId xmlns:p14="http://schemas.microsoft.com/office/powerpoint/2010/main" val="42716670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9076ECF5-CE10-4E0F-8283-C5402A56683E}"/>
              </a:ext>
            </a:extLst>
          </p:cNvPr>
          <p:cNvGraphicFramePr>
            <a:graphicFrameLocks noChangeAspect="1"/>
          </p:cNvGraphicFramePr>
          <p:nvPr>
            <p:custDataLst>
              <p:tags r:id="rId1"/>
            </p:custData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Folie" r:id="rId24" imgW="353" imgH="353" progId="TCLayout.ActiveDocument.1">
                  <p:embed/>
                </p:oleObj>
              </mc:Choice>
              <mc:Fallback>
                <p:oleObj name="think-cell Folie" r:id="rId24" imgW="353" imgH="353" progId="TCLayout.ActiveDocument.1">
                  <p:embed/>
                  <p:pic>
                    <p:nvPicPr>
                      <p:cNvPr id="7" name="Objekt 6" hidden="1">
                        <a:extLst>
                          <a:ext uri="{FF2B5EF4-FFF2-40B4-BE49-F238E27FC236}">
                            <a16:creationId xmlns:a16="http://schemas.microsoft.com/office/drawing/2014/main" id="{9076ECF5-CE10-4E0F-8283-C5402A56683E}"/>
                          </a:ext>
                        </a:extLst>
                      </p:cNvPr>
                      <p:cNvPicPr/>
                      <p:nvPr/>
                    </p:nvPicPr>
                    <p:blipFill>
                      <a:blip r:embed="rId25"/>
                      <a:stretch>
                        <a:fillRect/>
                      </a:stretch>
                    </p:blipFill>
                    <p:spPr>
                      <a:xfrm>
                        <a:off x="1587" y="3372"/>
                        <a:ext cx="1587" cy="1587"/>
                      </a:xfrm>
                      <a:prstGeom prst="rect">
                        <a:avLst/>
                      </a:prstGeom>
                    </p:spPr>
                  </p:pic>
                </p:oleObj>
              </mc:Fallback>
            </mc:AlternateContent>
          </a:graphicData>
        </a:graphic>
      </p:graphicFrame>
      <p:sp>
        <p:nvSpPr>
          <p:cNvPr id="6" name="Rechteck 5" hidden="1">
            <a:extLst>
              <a:ext uri="{FF2B5EF4-FFF2-40B4-BE49-F238E27FC236}">
                <a16:creationId xmlns:a16="http://schemas.microsoft.com/office/drawing/2014/main" id="{61105B84-1F39-4D09-823A-7CE95D5EF061}"/>
              </a:ext>
            </a:extLst>
          </p:cNvPr>
          <p:cNvSpPr/>
          <p:nvPr>
            <p:custDataLst>
              <p:tags r:id="rId2"/>
            </p:custDataLst>
          </p:nvPr>
        </p:nvSpPr>
        <p:spPr bwMode="auto">
          <a:xfrm>
            <a:off x="0" y="1785"/>
            <a:ext cx="158667" cy="158667"/>
          </a:xfrm>
          <a:prstGeom prst="rect">
            <a:avLst/>
          </a:prstGeom>
          <a:solidFill>
            <a:srgbClr val="DFE6ED"/>
          </a:solid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2199" dirty="0">
              <a:ea typeface="+mj-ea"/>
              <a:cs typeface="Arial" panose="020B0604020202020204" pitchFamily="34" charset="0"/>
              <a:sym typeface="Arial" panose="020B0604020202020204" pitchFamily="34" charset="0"/>
            </a:endParaRPr>
          </a:p>
        </p:txBody>
      </p:sp>
      <p:sp>
        <p:nvSpPr>
          <p:cNvPr id="5" name="Titel 4"/>
          <p:cNvSpPr>
            <a:spLocks noGrp="1"/>
          </p:cNvSpPr>
          <p:nvPr>
            <p:ph type="title"/>
          </p:nvPr>
        </p:nvSpPr>
        <p:spPr/>
        <p:txBody>
          <a:bodyPr vert="horz" anchor="t"/>
          <a:lstStyle/>
          <a:p>
            <a:r>
              <a:rPr lang="en-US" dirty="0"/>
              <a:t>Reporting of peripheral redundancy errors</a:t>
            </a:r>
            <a:br>
              <a:rPr lang="en-US" dirty="0"/>
            </a:br>
            <a:r>
              <a:rPr lang="en-US" b="0" dirty="0"/>
              <a:t>OB70 reports loss of peripheral redundancy</a:t>
            </a:r>
          </a:p>
        </p:txBody>
      </p:sp>
      <p:sp>
        <p:nvSpPr>
          <p:cNvPr id="2" name="Fußzeilenplatzhalter 1">
            <a:extLst>
              <a:ext uri="{FF2B5EF4-FFF2-40B4-BE49-F238E27FC236}">
                <a16:creationId xmlns:a16="http://schemas.microsoft.com/office/drawing/2014/main" id="{FB6E8433-8910-4215-8221-7BF8396D9E39}"/>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22" name="Textfeld 21">
            <a:extLst>
              <a:ext uri="{FF2B5EF4-FFF2-40B4-BE49-F238E27FC236}">
                <a16:creationId xmlns:a16="http://schemas.microsoft.com/office/drawing/2014/main" id="{6C67A62B-CF95-4DD2-A8EC-8B8C88EF4BC0}"/>
              </a:ext>
            </a:extLst>
          </p:cNvPr>
          <p:cNvSpPr txBox="1"/>
          <p:nvPr/>
        </p:nvSpPr>
        <p:spPr>
          <a:xfrm>
            <a:off x="761224" y="1327439"/>
            <a:ext cx="10861846" cy="1493494"/>
          </a:xfrm>
          <a:prstGeom prst="rect">
            <a:avLst/>
          </a:prstGeom>
          <a:noFill/>
        </p:spPr>
        <p:txBody>
          <a:bodyPr wrap="square" lIns="0" tIns="71083" rIns="71083" bIns="71083" rtlCol="0" anchor="t">
            <a:noAutofit/>
          </a:bodyPr>
          <a:lstStyle/>
          <a:p>
            <a:pPr algn="l"/>
            <a:r>
              <a:rPr lang="en-US" sz="1800" b="0" i="0" u="none" strike="noStrike" baseline="0" dirty="0">
                <a:latin typeface="SiemensSansGlobal-Regular"/>
              </a:rPr>
              <a:t>In the H system </a:t>
            </a:r>
            <a:r>
              <a:rPr lang="en-US" sz="1800" b="0" i="0" u="none" strike="noStrike" baseline="30000" dirty="0">
                <a:latin typeface="SiemensSansGlobal-Regular"/>
              </a:rPr>
              <a:t>1)</a:t>
            </a:r>
            <a:r>
              <a:rPr lang="en-US" sz="1800" b="0" i="0" u="none" strike="noStrike" baseline="0" dirty="0">
                <a:latin typeface="SiemensSansGlobal-Regular"/>
              </a:rPr>
              <a:t>, the OB 70 is called if in the system state </a:t>
            </a:r>
            <a:r>
              <a:rPr lang="en-US" sz="1800" b="1" i="0" u="none" strike="noStrike" baseline="0" dirty="0">
                <a:latin typeface="SiemensSansGlobal-Regular"/>
              </a:rPr>
              <a:t>RUN-Redundant</a:t>
            </a:r>
            <a:r>
              <a:rPr lang="en-US" sz="1800" b="0" i="0" u="none" strike="noStrike" baseline="0" dirty="0">
                <a:latin typeface="SiemensSansGlobal-Regular"/>
              </a:rPr>
              <a:t> on a R1/S2 device </a:t>
            </a:r>
            <a:r>
              <a:rPr lang="en-US" sz="1800" b="1" i="0" u="none" strike="noStrike" baseline="0" dirty="0">
                <a:latin typeface="SiemensSansGlobal-Regular"/>
              </a:rPr>
              <a:t>redundancy loss</a:t>
            </a:r>
            <a:r>
              <a:rPr lang="en-US" sz="1800" b="0" i="0" u="none" strike="noStrike" baseline="0" dirty="0">
                <a:latin typeface="SiemensSansGlobal-Regular"/>
              </a:rPr>
              <a:t> or a </a:t>
            </a:r>
            <a:r>
              <a:rPr lang="en-US" sz="1800" b="1" i="0" u="none" strike="noStrike" baseline="0" dirty="0">
                <a:latin typeface="SiemensSansGlobal-Regular"/>
              </a:rPr>
              <a:t>redundancy return</a:t>
            </a:r>
            <a:r>
              <a:rPr lang="en-US" sz="1800" b="0" i="0" u="none" strike="noStrike" baseline="0" dirty="0">
                <a:latin typeface="SiemensSansGlobal-Regular"/>
              </a:rPr>
              <a:t> event. </a:t>
            </a:r>
          </a:p>
          <a:p>
            <a:pPr algn="l"/>
            <a:endParaRPr lang="en-US" dirty="0">
              <a:latin typeface="SiemensSansGlobal-Regular"/>
            </a:endParaRPr>
          </a:p>
          <a:p>
            <a:pPr marL="285750" indent="-285750" algn="l">
              <a:buFont typeface="Wingdings" panose="05000000000000000000" pitchFamily="2" charset="2"/>
              <a:buChar char="§"/>
            </a:pPr>
            <a:r>
              <a:rPr lang="en-US" sz="1800" b="1" i="0" u="none" strike="noStrike" baseline="0" dirty="0">
                <a:latin typeface="SiemensSansGlobal-Regular"/>
              </a:rPr>
              <a:t>Redundancy Loss</a:t>
            </a:r>
            <a:r>
              <a:rPr lang="en-US" sz="1800" b="0" i="0" u="none" strike="noStrike" baseline="0" dirty="0">
                <a:latin typeface="SiemensSansGlobal-Regular"/>
              </a:rPr>
              <a:t>: An AR of two ARs of an R1/S2 device </a:t>
            </a:r>
            <a:r>
              <a:rPr lang="en-US" dirty="0">
                <a:latin typeface="SiemensSansGlobal-Regular"/>
              </a:rPr>
              <a:t>fails</a:t>
            </a:r>
            <a:endParaRPr lang="en-US" sz="1800" b="0" i="0" u="none" strike="noStrike" baseline="0" dirty="0">
              <a:latin typeface="SiemensSansGlobal-Regular"/>
            </a:endParaRPr>
          </a:p>
          <a:p>
            <a:pPr marL="285750" indent="-285750" algn="l">
              <a:buFont typeface="Wingdings" panose="05000000000000000000" pitchFamily="2" charset="2"/>
              <a:buChar char="§"/>
            </a:pPr>
            <a:r>
              <a:rPr lang="en-US" sz="1800" b="1" i="0" u="none" strike="noStrike" baseline="0" dirty="0">
                <a:latin typeface="SiemensSansGlobal-Regular"/>
              </a:rPr>
              <a:t>Redundancy Return: </a:t>
            </a:r>
            <a:r>
              <a:rPr lang="en-US" sz="1800" b="0" i="0" u="none" strike="noStrike" baseline="0" dirty="0">
                <a:latin typeface="SiemensSansGlobal-Regular"/>
              </a:rPr>
              <a:t> The second AR of an R1/S2 device is rebuilt</a:t>
            </a:r>
          </a:p>
          <a:p>
            <a:pPr marL="285750" indent="-285750" algn="l">
              <a:buFont typeface="Arial" panose="020B0604020202020204" pitchFamily="34" charset="0"/>
              <a:buChar char="•"/>
            </a:pPr>
            <a:endParaRPr lang="en-US" dirty="0">
              <a:latin typeface="SiemensSansGlobal-Regular"/>
            </a:endParaRPr>
          </a:p>
          <a:p>
            <a:pPr algn="l"/>
            <a:r>
              <a:rPr lang="en-US" sz="1800" b="0" i="0" u="none" strike="noStrike" baseline="0" dirty="0">
                <a:latin typeface="SiemensSansGlobal-Regular"/>
              </a:rPr>
              <a:t>Example scenarios for the OB 70 call:</a:t>
            </a:r>
          </a:p>
        </p:txBody>
      </p:sp>
      <p:sp>
        <p:nvSpPr>
          <p:cNvPr id="12" name="Rechteck 11">
            <a:extLst>
              <a:ext uri="{FF2B5EF4-FFF2-40B4-BE49-F238E27FC236}">
                <a16:creationId xmlns:a16="http://schemas.microsoft.com/office/drawing/2014/main" id="{DBBDFA57-7F93-30E7-82C0-19430EF1B5ED}"/>
              </a:ext>
            </a:extLst>
          </p:cNvPr>
          <p:cNvSpPr/>
          <p:nvPr/>
        </p:nvSpPr>
        <p:spPr>
          <a:xfrm>
            <a:off x="3730036" y="3673821"/>
            <a:ext cx="2549434" cy="179608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3" name="Rechteck 12">
            <a:extLst>
              <a:ext uri="{FF2B5EF4-FFF2-40B4-BE49-F238E27FC236}">
                <a16:creationId xmlns:a16="http://schemas.microsoft.com/office/drawing/2014/main" id="{CF09EAD4-7FFA-3A14-195D-9EDD0B0D7F8E}"/>
              </a:ext>
            </a:extLst>
          </p:cNvPr>
          <p:cNvSpPr/>
          <p:nvPr/>
        </p:nvSpPr>
        <p:spPr>
          <a:xfrm>
            <a:off x="761224" y="3656139"/>
            <a:ext cx="2621188" cy="18137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14" name="Grafik 13">
            <a:extLst>
              <a:ext uri="{FF2B5EF4-FFF2-40B4-BE49-F238E27FC236}">
                <a16:creationId xmlns:a16="http://schemas.microsoft.com/office/drawing/2014/main" id="{059B808B-C7D6-23B3-0D55-3A2C28A986B3}"/>
              </a:ext>
            </a:extLst>
          </p:cNvPr>
          <p:cNvPicPr>
            <a:picLocks noChangeAspect="1"/>
          </p:cNvPicPr>
          <p:nvPr/>
        </p:nvPicPr>
        <p:blipFill>
          <a:blip r:embed="rId26"/>
          <a:stretch>
            <a:fillRect/>
          </a:stretch>
        </p:blipFill>
        <p:spPr>
          <a:xfrm>
            <a:off x="3789235" y="3759797"/>
            <a:ext cx="2476500" cy="1495425"/>
          </a:xfrm>
          <a:prstGeom prst="rect">
            <a:avLst/>
          </a:prstGeom>
        </p:spPr>
      </p:pic>
      <p:pic>
        <p:nvPicPr>
          <p:cNvPr id="15" name="Grafik 14">
            <a:extLst>
              <a:ext uri="{FF2B5EF4-FFF2-40B4-BE49-F238E27FC236}">
                <a16:creationId xmlns:a16="http://schemas.microsoft.com/office/drawing/2014/main" id="{25425F36-B6D9-3124-2D3F-EB577D634773}"/>
              </a:ext>
            </a:extLst>
          </p:cNvPr>
          <p:cNvPicPr>
            <a:picLocks noChangeAspect="1"/>
          </p:cNvPicPr>
          <p:nvPr/>
        </p:nvPicPr>
        <p:blipFill>
          <a:blip r:embed="rId27"/>
          <a:stretch>
            <a:fillRect/>
          </a:stretch>
        </p:blipFill>
        <p:spPr>
          <a:xfrm>
            <a:off x="929061" y="3737817"/>
            <a:ext cx="2362200" cy="1476375"/>
          </a:xfrm>
          <a:prstGeom prst="rect">
            <a:avLst/>
          </a:prstGeom>
        </p:spPr>
      </p:pic>
      <p:pic>
        <p:nvPicPr>
          <p:cNvPr id="18" name="Grafik 17" descr="Häkchen mit einfarbiger Füllung">
            <a:extLst>
              <a:ext uri="{FF2B5EF4-FFF2-40B4-BE49-F238E27FC236}">
                <a16:creationId xmlns:a16="http://schemas.microsoft.com/office/drawing/2014/main" id="{6C69F15D-DB75-E71D-D2C0-401DEC62760B}"/>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2575433" y="5176092"/>
            <a:ext cx="179773" cy="179773"/>
          </a:xfrm>
          <a:prstGeom prst="rect">
            <a:avLst/>
          </a:prstGeom>
        </p:spPr>
      </p:pic>
      <p:pic>
        <p:nvPicPr>
          <p:cNvPr id="19" name="Grafik 18" descr="Häkchen mit einfarbiger Füllung">
            <a:extLst>
              <a:ext uri="{FF2B5EF4-FFF2-40B4-BE49-F238E27FC236}">
                <a16:creationId xmlns:a16="http://schemas.microsoft.com/office/drawing/2014/main" id="{68C11C62-B650-8F1C-FAAC-F15567F9C339}"/>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4407982" y="5198072"/>
            <a:ext cx="179773" cy="179773"/>
          </a:xfrm>
          <a:prstGeom prst="rect">
            <a:avLst/>
          </a:prstGeom>
        </p:spPr>
      </p:pic>
      <p:pic>
        <p:nvPicPr>
          <p:cNvPr id="20" name="Grafik 19" descr="Häkchen mit einfarbiger Füllung">
            <a:extLst>
              <a:ext uri="{FF2B5EF4-FFF2-40B4-BE49-F238E27FC236}">
                <a16:creationId xmlns:a16="http://schemas.microsoft.com/office/drawing/2014/main" id="{781D556B-5DD6-F344-F101-C0FB67D9BBB5}"/>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5509179" y="5198072"/>
            <a:ext cx="179773" cy="179773"/>
          </a:xfrm>
          <a:prstGeom prst="rect">
            <a:avLst/>
          </a:prstGeom>
        </p:spPr>
      </p:pic>
      <p:sp>
        <p:nvSpPr>
          <p:cNvPr id="21" name="Textfeld 20">
            <a:extLst>
              <a:ext uri="{FF2B5EF4-FFF2-40B4-BE49-F238E27FC236}">
                <a16:creationId xmlns:a16="http://schemas.microsoft.com/office/drawing/2014/main" id="{B012BBE2-094F-136C-7562-8044CFE9D81D}"/>
              </a:ext>
            </a:extLst>
          </p:cNvPr>
          <p:cNvSpPr txBox="1"/>
          <p:nvPr/>
        </p:nvSpPr>
        <p:spPr>
          <a:xfrm rot="16200000">
            <a:off x="1910421" y="3858598"/>
            <a:ext cx="336631" cy="123111"/>
          </a:xfrm>
          <a:prstGeom prst="rect">
            <a:avLst/>
          </a:prstGeom>
          <a:noFill/>
        </p:spPr>
        <p:txBody>
          <a:bodyPr wrap="none" lIns="0" tIns="0" rIns="0" bIns="0" rtlCol="0">
            <a:spAutoFit/>
          </a:bodyPr>
          <a:lstStyle/>
          <a:p>
            <a:pPr algn="l"/>
            <a:r>
              <a:rPr lang="en-US" sz="800" dirty="0"/>
              <a:t>H-Sync</a:t>
            </a:r>
          </a:p>
        </p:txBody>
      </p:sp>
      <p:sp>
        <p:nvSpPr>
          <p:cNvPr id="25" name="Textfeld 24">
            <a:extLst>
              <a:ext uri="{FF2B5EF4-FFF2-40B4-BE49-F238E27FC236}">
                <a16:creationId xmlns:a16="http://schemas.microsoft.com/office/drawing/2014/main" id="{15BF519E-B12B-1943-78E6-9B6661E51919}"/>
              </a:ext>
            </a:extLst>
          </p:cNvPr>
          <p:cNvSpPr txBox="1"/>
          <p:nvPr/>
        </p:nvSpPr>
        <p:spPr>
          <a:xfrm rot="16200000">
            <a:off x="4788365" y="3883190"/>
            <a:ext cx="336631" cy="123111"/>
          </a:xfrm>
          <a:prstGeom prst="rect">
            <a:avLst/>
          </a:prstGeom>
          <a:noFill/>
        </p:spPr>
        <p:txBody>
          <a:bodyPr wrap="none" lIns="0" tIns="0" rIns="0" bIns="0" rtlCol="0">
            <a:spAutoFit/>
          </a:bodyPr>
          <a:lstStyle/>
          <a:p>
            <a:pPr algn="l"/>
            <a:r>
              <a:rPr lang="en-US" sz="800" dirty="0"/>
              <a:t>H-Sync</a:t>
            </a:r>
          </a:p>
        </p:txBody>
      </p:sp>
      <p:pic>
        <p:nvPicPr>
          <p:cNvPr id="26" name="Picture 12" descr="C:\Users\adzuth0\AppData\Local\Temp\SNAGHTML1699469.PNG">
            <a:extLst>
              <a:ext uri="{FF2B5EF4-FFF2-40B4-BE49-F238E27FC236}">
                <a16:creationId xmlns:a16="http://schemas.microsoft.com/office/drawing/2014/main" id="{C1974DA5-40C5-5474-6235-26CD491170D5}"/>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341963" y="4671821"/>
            <a:ext cx="396566" cy="461883"/>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2" descr="C:\Users\adzuth0\AppData\Local\Temp\SNAGHTML1699469.PNG">
            <a:extLst>
              <a:ext uri="{FF2B5EF4-FFF2-40B4-BE49-F238E27FC236}">
                <a16:creationId xmlns:a16="http://schemas.microsoft.com/office/drawing/2014/main" id="{5DEBB32B-EF41-E526-6C75-F626666111F5}"/>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744543" y="4670465"/>
            <a:ext cx="396566" cy="461883"/>
          </a:xfrm>
          <a:prstGeom prst="rect">
            <a:avLst/>
          </a:prstGeom>
          <a:noFill/>
          <a:extLst>
            <a:ext uri="{909E8E84-426E-40DD-AFC4-6F175D3DCCD1}">
              <a14:hiddenFill xmlns:a14="http://schemas.microsoft.com/office/drawing/2010/main">
                <a:solidFill>
                  <a:srgbClr val="FFFFFF"/>
                </a:solidFill>
              </a14:hiddenFill>
            </a:ext>
          </a:extLst>
        </p:spPr>
      </p:pic>
      <p:sp>
        <p:nvSpPr>
          <p:cNvPr id="28" name="Bogen 27">
            <a:extLst>
              <a:ext uri="{FF2B5EF4-FFF2-40B4-BE49-F238E27FC236}">
                <a16:creationId xmlns:a16="http://schemas.microsoft.com/office/drawing/2014/main" id="{FCCC189A-F011-7C18-39F7-E28CA641C2BC}"/>
              </a:ext>
            </a:extLst>
          </p:cNvPr>
          <p:cNvSpPr/>
          <p:nvPr/>
        </p:nvSpPr>
        <p:spPr>
          <a:xfrm>
            <a:off x="2677232" y="4404898"/>
            <a:ext cx="472867" cy="387870"/>
          </a:xfrm>
          <a:prstGeom prst="arc">
            <a:avLst>
              <a:gd name="adj1" fmla="val 16227753"/>
              <a:gd name="adj2" fmla="val 662428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9" name="Gerade Verbindung mit Pfeil 28">
            <a:extLst>
              <a:ext uri="{FF2B5EF4-FFF2-40B4-BE49-F238E27FC236}">
                <a16:creationId xmlns:a16="http://schemas.microsoft.com/office/drawing/2014/main" id="{7442E7FA-9CBC-C487-5968-3F64251E2D08}"/>
              </a:ext>
            </a:extLst>
          </p:cNvPr>
          <p:cNvCxnSpPr>
            <a:cxnSpLocks/>
          </p:cNvCxnSpPr>
          <p:nvPr/>
        </p:nvCxnSpPr>
        <p:spPr>
          <a:xfrm flipH="1">
            <a:off x="1756115" y="4287584"/>
            <a:ext cx="644221" cy="0"/>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Bogen 29">
            <a:extLst>
              <a:ext uri="{FF2B5EF4-FFF2-40B4-BE49-F238E27FC236}">
                <a16:creationId xmlns:a16="http://schemas.microsoft.com/office/drawing/2014/main" id="{69FCBAC1-4F76-6B36-1E3F-F776215B5CD8}"/>
              </a:ext>
            </a:extLst>
          </p:cNvPr>
          <p:cNvSpPr/>
          <p:nvPr/>
        </p:nvSpPr>
        <p:spPr>
          <a:xfrm>
            <a:off x="5587372" y="4408294"/>
            <a:ext cx="472867" cy="387870"/>
          </a:xfrm>
          <a:prstGeom prst="arc">
            <a:avLst>
              <a:gd name="adj1" fmla="val 16227753"/>
              <a:gd name="adj2" fmla="val 662428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1" name="Bogen 30">
            <a:extLst>
              <a:ext uri="{FF2B5EF4-FFF2-40B4-BE49-F238E27FC236}">
                <a16:creationId xmlns:a16="http://schemas.microsoft.com/office/drawing/2014/main" id="{69910855-5884-D3AF-2F3E-23ED664A4A5D}"/>
              </a:ext>
            </a:extLst>
          </p:cNvPr>
          <p:cNvSpPr/>
          <p:nvPr/>
        </p:nvSpPr>
        <p:spPr>
          <a:xfrm flipH="1">
            <a:off x="3891574" y="4408294"/>
            <a:ext cx="518496" cy="387870"/>
          </a:xfrm>
          <a:prstGeom prst="arc">
            <a:avLst>
              <a:gd name="adj1" fmla="val 15151379"/>
              <a:gd name="adj2" fmla="val 6624281"/>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32" name="Gerade Verbindung mit Pfeil 31">
            <a:extLst>
              <a:ext uri="{FF2B5EF4-FFF2-40B4-BE49-F238E27FC236}">
                <a16:creationId xmlns:a16="http://schemas.microsoft.com/office/drawing/2014/main" id="{2AB406F8-72AE-FC3E-AFF3-B19051173D36}"/>
              </a:ext>
            </a:extLst>
          </p:cNvPr>
          <p:cNvCxnSpPr>
            <a:cxnSpLocks/>
          </p:cNvCxnSpPr>
          <p:nvPr/>
        </p:nvCxnSpPr>
        <p:spPr>
          <a:xfrm flipH="1">
            <a:off x="4676108" y="4309564"/>
            <a:ext cx="644221" cy="0"/>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3" name="Gruppieren 32">
            <a:extLst>
              <a:ext uri="{FF2B5EF4-FFF2-40B4-BE49-F238E27FC236}">
                <a16:creationId xmlns:a16="http://schemas.microsoft.com/office/drawing/2014/main" id="{EDD4C29D-C2BB-AD11-2705-DC8F7CA2E4F0}"/>
              </a:ext>
            </a:extLst>
          </p:cNvPr>
          <p:cNvGrpSpPr/>
          <p:nvPr/>
        </p:nvGrpSpPr>
        <p:grpSpPr>
          <a:xfrm>
            <a:off x="1937664" y="3710856"/>
            <a:ext cx="342755" cy="170166"/>
            <a:chOff x="4029857" y="5808934"/>
            <a:chExt cx="342755" cy="170166"/>
          </a:xfrm>
        </p:grpSpPr>
        <p:sp>
          <p:nvSpPr>
            <p:cNvPr id="34" name="Rechteck: abgerundete Ecken 33">
              <a:extLst>
                <a:ext uri="{FF2B5EF4-FFF2-40B4-BE49-F238E27FC236}">
                  <a16:creationId xmlns:a16="http://schemas.microsoft.com/office/drawing/2014/main" id="{6563190B-99F1-38F7-183D-BDBB8DF49A92}"/>
                </a:ext>
              </a:extLst>
            </p:cNvPr>
            <p:cNvSpPr/>
            <p:nvPr/>
          </p:nvSpPr>
          <p:spPr>
            <a:xfrm>
              <a:off x="4029857" y="5808934"/>
              <a:ext cx="342755" cy="170166"/>
            </a:xfrm>
            <a:prstGeom prst="roundRect">
              <a:avLst/>
            </a:prstGeom>
            <a:solidFill>
              <a:srgbClr val="FFD73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sz="1200" dirty="0">
                <a:solidFill>
                  <a:schemeClr val="tx1"/>
                </a:solidFill>
              </a:endParaRPr>
            </a:p>
          </p:txBody>
        </p:sp>
        <p:sp>
          <p:nvSpPr>
            <p:cNvPr id="35" name="Textfeld 34">
              <a:extLst>
                <a:ext uri="{FF2B5EF4-FFF2-40B4-BE49-F238E27FC236}">
                  <a16:creationId xmlns:a16="http://schemas.microsoft.com/office/drawing/2014/main" id="{D358FBA7-53EF-C91B-835A-002966FC3E2B}"/>
                </a:ext>
              </a:extLst>
            </p:cNvPr>
            <p:cNvSpPr txBox="1"/>
            <p:nvPr/>
          </p:nvSpPr>
          <p:spPr>
            <a:xfrm>
              <a:off x="4042496" y="5828419"/>
              <a:ext cx="293350" cy="123111"/>
            </a:xfrm>
            <a:prstGeom prst="rect">
              <a:avLst/>
            </a:prstGeom>
            <a:noFill/>
          </p:spPr>
          <p:txBody>
            <a:bodyPr wrap="none" lIns="0" tIns="0" rIns="0" bIns="0" rtlCol="0">
              <a:spAutoFit/>
            </a:bodyPr>
            <a:lstStyle/>
            <a:p>
              <a:pPr algn="l"/>
              <a:r>
                <a:rPr lang="en-US" sz="800" dirty="0">
                  <a:solidFill>
                    <a:schemeClr val="bg1"/>
                  </a:solidFill>
                </a:rPr>
                <a:t>OB 70</a:t>
              </a:r>
            </a:p>
          </p:txBody>
        </p:sp>
      </p:grpSp>
      <p:grpSp>
        <p:nvGrpSpPr>
          <p:cNvPr id="36" name="Gruppieren 35">
            <a:extLst>
              <a:ext uri="{FF2B5EF4-FFF2-40B4-BE49-F238E27FC236}">
                <a16:creationId xmlns:a16="http://schemas.microsoft.com/office/drawing/2014/main" id="{94FE8A95-9826-3D4A-0535-251AAB465290}"/>
              </a:ext>
            </a:extLst>
          </p:cNvPr>
          <p:cNvGrpSpPr/>
          <p:nvPr/>
        </p:nvGrpSpPr>
        <p:grpSpPr>
          <a:xfrm>
            <a:off x="4785302" y="3728556"/>
            <a:ext cx="342755" cy="170166"/>
            <a:chOff x="4029857" y="5808934"/>
            <a:chExt cx="342755" cy="170166"/>
          </a:xfrm>
        </p:grpSpPr>
        <p:sp>
          <p:nvSpPr>
            <p:cNvPr id="37" name="Rechteck: abgerundete Ecken 36">
              <a:extLst>
                <a:ext uri="{FF2B5EF4-FFF2-40B4-BE49-F238E27FC236}">
                  <a16:creationId xmlns:a16="http://schemas.microsoft.com/office/drawing/2014/main" id="{B4D1C657-77A2-AE26-4930-8783550A3119}"/>
                </a:ext>
              </a:extLst>
            </p:cNvPr>
            <p:cNvSpPr/>
            <p:nvPr/>
          </p:nvSpPr>
          <p:spPr>
            <a:xfrm>
              <a:off x="4029857" y="5808934"/>
              <a:ext cx="342755" cy="170166"/>
            </a:xfrm>
            <a:prstGeom prst="roundRect">
              <a:avLst/>
            </a:prstGeom>
            <a:solidFill>
              <a:srgbClr val="FFD73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sz="1200" dirty="0">
                <a:solidFill>
                  <a:schemeClr val="tx1"/>
                </a:solidFill>
              </a:endParaRPr>
            </a:p>
          </p:txBody>
        </p:sp>
        <p:sp>
          <p:nvSpPr>
            <p:cNvPr id="38" name="Textfeld 37">
              <a:extLst>
                <a:ext uri="{FF2B5EF4-FFF2-40B4-BE49-F238E27FC236}">
                  <a16:creationId xmlns:a16="http://schemas.microsoft.com/office/drawing/2014/main" id="{28E6D2A2-C27C-77CA-68F0-E5E19FF1D4C8}"/>
                </a:ext>
              </a:extLst>
            </p:cNvPr>
            <p:cNvSpPr txBox="1"/>
            <p:nvPr/>
          </p:nvSpPr>
          <p:spPr>
            <a:xfrm>
              <a:off x="4051296" y="5828291"/>
              <a:ext cx="293350" cy="123111"/>
            </a:xfrm>
            <a:prstGeom prst="rect">
              <a:avLst/>
            </a:prstGeom>
            <a:noFill/>
          </p:spPr>
          <p:txBody>
            <a:bodyPr wrap="none" lIns="0" tIns="0" rIns="0" bIns="0" rtlCol="0">
              <a:spAutoFit/>
            </a:bodyPr>
            <a:lstStyle/>
            <a:p>
              <a:pPr algn="l"/>
              <a:r>
                <a:rPr lang="en-US" sz="800" dirty="0">
                  <a:solidFill>
                    <a:schemeClr val="bg1"/>
                  </a:solidFill>
                </a:rPr>
                <a:t>OB 70</a:t>
              </a:r>
            </a:p>
          </p:txBody>
        </p:sp>
      </p:grpSp>
      <p:sp>
        <p:nvSpPr>
          <p:cNvPr id="43" name="Text Box 16">
            <a:extLst>
              <a:ext uri="{FF2B5EF4-FFF2-40B4-BE49-F238E27FC236}">
                <a16:creationId xmlns:a16="http://schemas.microsoft.com/office/drawing/2014/main" id="{F336EAFE-98E7-E668-DEE6-B69B20C9B570}"/>
              </a:ext>
            </a:extLst>
          </p:cNvPr>
          <p:cNvSpPr txBox="1">
            <a:spLocks noChangeArrowheads="1"/>
          </p:cNvSpPr>
          <p:nvPr>
            <p:custDataLst>
              <p:tags r:id="rId3"/>
            </p:custDataLst>
          </p:nvPr>
        </p:nvSpPr>
        <p:spPr bwMode="auto">
          <a:xfrm>
            <a:off x="1804038" y="4392822"/>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br>
              <a:rPr lang="en-US" altLang="de-DE" sz="800" b="1" dirty="0"/>
            </a:br>
            <a:r>
              <a:rPr lang="en-US" altLang="de-DE" sz="800" b="1" dirty="0"/>
              <a:t>redundant </a:t>
            </a:r>
          </a:p>
        </p:txBody>
      </p:sp>
      <p:sp>
        <p:nvSpPr>
          <p:cNvPr id="45" name="Text Box 16">
            <a:extLst>
              <a:ext uri="{FF2B5EF4-FFF2-40B4-BE49-F238E27FC236}">
                <a16:creationId xmlns:a16="http://schemas.microsoft.com/office/drawing/2014/main" id="{02A2214F-41F2-BD62-EC5E-196574C9BEE3}"/>
              </a:ext>
            </a:extLst>
          </p:cNvPr>
          <p:cNvSpPr txBox="1">
            <a:spLocks noChangeArrowheads="1"/>
          </p:cNvSpPr>
          <p:nvPr>
            <p:custDataLst>
              <p:tags r:id="rId4"/>
            </p:custDataLst>
          </p:nvPr>
        </p:nvSpPr>
        <p:spPr bwMode="auto">
          <a:xfrm>
            <a:off x="4708230" y="4393086"/>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br>
              <a:rPr lang="en-US" altLang="de-DE" sz="800" b="1" dirty="0"/>
            </a:br>
            <a:r>
              <a:rPr lang="en-US" altLang="de-DE" sz="800" b="1" dirty="0"/>
              <a:t>redundant </a:t>
            </a:r>
          </a:p>
        </p:txBody>
      </p:sp>
      <p:grpSp>
        <p:nvGrpSpPr>
          <p:cNvPr id="47" name="Gruppieren 46">
            <a:extLst>
              <a:ext uri="{FF2B5EF4-FFF2-40B4-BE49-F238E27FC236}">
                <a16:creationId xmlns:a16="http://schemas.microsoft.com/office/drawing/2014/main" id="{A85C4FBC-670A-E313-9EF5-8C4E3FF73E11}"/>
              </a:ext>
            </a:extLst>
          </p:cNvPr>
          <p:cNvGrpSpPr/>
          <p:nvPr/>
        </p:nvGrpSpPr>
        <p:grpSpPr>
          <a:xfrm>
            <a:off x="1936021" y="3927518"/>
            <a:ext cx="342755" cy="170166"/>
            <a:chOff x="4029857" y="5808934"/>
            <a:chExt cx="342755" cy="170166"/>
          </a:xfrm>
        </p:grpSpPr>
        <p:sp>
          <p:nvSpPr>
            <p:cNvPr id="48" name="Rechteck: abgerundete Ecken 47">
              <a:extLst>
                <a:ext uri="{FF2B5EF4-FFF2-40B4-BE49-F238E27FC236}">
                  <a16:creationId xmlns:a16="http://schemas.microsoft.com/office/drawing/2014/main" id="{A8FB177D-6CD6-FFAE-2E80-C423924DB2BF}"/>
                </a:ext>
              </a:extLst>
            </p:cNvPr>
            <p:cNvSpPr/>
            <p:nvPr/>
          </p:nvSpPr>
          <p:spPr>
            <a:xfrm>
              <a:off x="4029857" y="5808934"/>
              <a:ext cx="342755" cy="170166"/>
            </a:xfrm>
            <a:prstGeom prst="roundRect">
              <a:avLst/>
            </a:prstGeom>
            <a:solidFill>
              <a:srgbClr val="FFD73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sz="1200" dirty="0">
                <a:solidFill>
                  <a:schemeClr val="tx1"/>
                </a:solidFill>
              </a:endParaRPr>
            </a:p>
          </p:txBody>
        </p:sp>
        <p:sp>
          <p:nvSpPr>
            <p:cNvPr id="49" name="Textfeld 48">
              <a:extLst>
                <a:ext uri="{FF2B5EF4-FFF2-40B4-BE49-F238E27FC236}">
                  <a16:creationId xmlns:a16="http://schemas.microsoft.com/office/drawing/2014/main" id="{B114C86D-EBAD-1497-1B2E-368DBF593E15}"/>
                </a:ext>
              </a:extLst>
            </p:cNvPr>
            <p:cNvSpPr txBox="1"/>
            <p:nvPr/>
          </p:nvSpPr>
          <p:spPr>
            <a:xfrm>
              <a:off x="4042496" y="5828419"/>
              <a:ext cx="293350" cy="123111"/>
            </a:xfrm>
            <a:prstGeom prst="rect">
              <a:avLst/>
            </a:prstGeom>
            <a:noFill/>
          </p:spPr>
          <p:txBody>
            <a:bodyPr wrap="none" lIns="0" tIns="0" rIns="0" bIns="0" rtlCol="0">
              <a:spAutoFit/>
            </a:bodyPr>
            <a:lstStyle/>
            <a:p>
              <a:pPr algn="l"/>
              <a:r>
                <a:rPr lang="en-US" sz="800" dirty="0">
                  <a:solidFill>
                    <a:schemeClr val="bg1"/>
                  </a:solidFill>
                </a:rPr>
                <a:t>OB 86</a:t>
              </a:r>
            </a:p>
          </p:txBody>
        </p:sp>
      </p:grpSp>
      <p:sp>
        <p:nvSpPr>
          <p:cNvPr id="50" name="Text Box 16">
            <a:extLst>
              <a:ext uri="{FF2B5EF4-FFF2-40B4-BE49-F238E27FC236}">
                <a16:creationId xmlns:a16="http://schemas.microsoft.com/office/drawing/2014/main" id="{9BEE62FA-42F8-FDC5-52ED-C1CBB9F9F3BB}"/>
              </a:ext>
            </a:extLst>
          </p:cNvPr>
          <p:cNvSpPr txBox="1">
            <a:spLocks noChangeArrowheads="1"/>
          </p:cNvSpPr>
          <p:nvPr>
            <p:custDataLst>
              <p:tags r:id="rId5"/>
            </p:custDataLst>
          </p:nvPr>
        </p:nvSpPr>
        <p:spPr bwMode="auto">
          <a:xfrm>
            <a:off x="1113617" y="5293769"/>
            <a:ext cx="767839"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solidFill>
                  <a:schemeClr val="bg1"/>
                </a:solidFill>
              </a:rPr>
              <a:t>Two ARs fail</a:t>
            </a:r>
          </a:p>
        </p:txBody>
      </p:sp>
      <p:sp>
        <p:nvSpPr>
          <p:cNvPr id="51" name="Text Box 16">
            <a:extLst>
              <a:ext uri="{FF2B5EF4-FFF2-40B4-BE49-F238E27FC236}">
                <a16:creationId xmlns:a16="http://schemas.microsoft.com/office/drawing/2014/main" id="{EB74D088-4BF1-C0A0-04BA-F2B65E9C3F56}"/>
              </a:ext>
            </a:extLst>
          </p:cNvPr>
          <p:cNvSpPr txBox="1">
            <a:spLocks noChangeArrowheads="1"/>
          </p:cNvSpPr>
          <p:nvPr>
            <p:custDataLst>
              <p:tags r:id="rId6"/>
            </p:custDataLst>
          </p:nvPr>
        </p:nvSpPr>
        <p:spPr bwMode="auto">
          <a:xfrm>
            <a:off x="4494216" y="5293769"/>
            <a:ext cx="682879"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solidFill>
                  <a:schemeClr val="bg1"/>
                </a:solidFill>
              </a:rPr>
              <a:t>An AR fails</a:t>
            </a:r>
          </a:p>
        </p:txBody>
      </p:sp>
      <p:grpSp>
        <p:nvGrpSpPr>
          <p:cNvPr id="52" name="Gruppieren 51">
            <a:extLst>
              <a:ext uri="{FF2B5EF4-FFF2-40B4-BE49-F238E27FC236}">
                <a16:creationId xmlns:a16="http://schemas.microsoft.com/office/drawing/2014/main" id="{3B23A991-208D-2569-13A2-228D5CABF127}"/>
              </a:ext>
            </a:extLst>
          </p:cNvPr>
          <p:cNvGrpSpPr/>
          <p:nvPr/>
        </p:nvGrpSpPr>
        <p:grpSpPr>
          <a:xfrm>
            <a:off x="4788063" y="3939610"/>
            <a:ext cx="342755" cy="170166"/>
            <a:chOff x="4029857" y="5808934"/>
            <a:chExt cx="342755" cy="170166"/>
          </a:xfrm>
        </p:grpSpPr>
        <p:sp>
          <p:nvSpPr>
            <p:cNvPr id="53" name="Rechteck: abgerundete Ecken 52">
              <a:extLst>
                <a:ext uri="{FF2B5EF4-FFF2-40B4-BE49-F238E27FC236}">
                  <a16:creationId xmlns:a16="http://schemas.microsoft.com/office/drawing/2014/main" id="{EB8D38A7-B40C-64A3-F126-ED7F1642F58A}"/>
                </a:ext>
              </a:extLst>
            </p:cNvPr>
            <p:cNvSpPr/>
            <p:nvPr/>
          </p:nvSpPr>
          <p:spPr>
            <a:xfrm>
              <a:off x="4029857" y="5808934"/>
              <a:ext cx="342755" cy="170166"/>
            </a:xfrm>
            <a:prstGeom prst="roundRect">
              <a:avLst/>
            </a:prstGeom>
            <a:solidFill>
              <a:srgbClr val="FFD73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sz="1200" dirty="0">
                <a:solidFill>
                  <a:schemeClr val="tx1"/>
                </a:solidFill>
              </a:endParaRPr>
            </a:p>
          </p:txBody>
        </p:sp>
        <p:sp>
          <p:nvSpPr>
            <p:cNvPr id="54" name="Textfeld 53">
              <a:extLst>
                <a:ext uri="{FF2B5EF4-FFF2-40B4-BE49-F238E27FC236}">
                  <a16:creationId xmlns:a16="http://schemas.microsoft.com/office/drawing/2014/main" id="{08F2349C-7F56-DB77-4B3A-0556B24E587E}"/>
                </a:ext>
              </a:extLst>
            </p:cNvPr>
            <p:cNvSpPr txBox="1"/>
            <p:nvPr/>
          </p:nvSpPr>
          <p:spPr>
            <a:xfrm>
              <a:off x="4051296" y="5828291"/>
              <a:ext cx="293350" cy="123111"/>
            </a:xfrm>
            <a:prstGeom prst="rect">
              <a:avLst/>
            </a:prstGeom>
            <a:noFill/>
          </p:spPr>
          <p:txBody>
            <a:bodyPr wrap="none" lIns="0" tIns="0" rIns="0" bIns="0" rtlCol="0">
              <a:spAutoFit/>
            </a:bodyPr>
            <a:lstStyle/>
            <a:p>
              <a:pPr algn="l"/>
              <a:r>
                <a:rPr lang="en-US" sz="800" dirty="0">
                  <a:solidFill>
                    <a:schemeClr val="bg1"/>
                  </a:solidFill>
                </a:rPr>
                <a:t>OB 70</a:t>
              </a:r>
            </a:p>
          </p:txBody>
        </p:sp>
      </p:grpSp>
      <p:sp>
        <p:nvSpPr>
          <p:cNvPr id="55" name="Rechteck 54">
            <a:extLst>
              <a:ext uri="{FF2B5EF4-FFF2-40B4-BE49-F238E27FC236}">
                <a16:creationId xmlns:a16="http://schemas.microsoft.com/office/drawing/2014/main" id="{175D9DAC-0552-BF53-1FA6-FF533DBD5940}"/>
              </a:ext>
            </a:extLst>
          </p:cNvPr>
          <p:cNvSpPr/>
          <p:nvPr/>
        </p:nvSpPr>
        <p:spPr>
          <a:xfrm>
            <a:off x="9190524" y="3658983"/>
            <a:ext cx="2511287" cy="18109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6" name="Rechteck 55">
            <a:extLst>
              <a:ext uri="{FF2B5EF4-FFF2-40B4-BE49-F238E27FC236}">
                <a16:creationId xmlns:a16="http://schemas.microsoft.com/office/drawing/2014/main" id="{65019EB6-45B1-32A9-8488-A1C8437C9686}"/>
              </a:ext>
            </a:extLst>
          </p:cNvPr>
          <p:cNvSpPr/>
          <p:nvPr/>
        </p:nvSpPr>
        <p:spPr>
          <a:xfrm>
            <a:off x="6514887" y="3658201"/>
            <a:ext cx="2377086" cy="18117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0" name="Textfeld 59">
            <a:extLst>
              <a:ext uri="{FF2B5EF4-FFF2-40B4-BE49-F238E27FC236}">
                <a16:creationId xmlns:a16="http://schemas.microsoft.com/office/drawing/2014/main" id="{FCC06A84-85B9-92A8-6038-BBD177A1AF08}"/>
              </a:ext>
            </a:extLst>
          </p:cNvPr>
          <p:cNvSpPr txBox="1"/>
          <p:nvPr/>
        </p:nvSpPr>
        <p:spPr>
          <a:xfrm rot="16200000">
            <a:off x="7500872" y="4005507"/>
            <a:ext cx="336631" cy="123111"/>
          </a:xfrm>
          <a:prstGeom prst="rect">
            <a:avLst/>
          </a:prstGeom>
          <a:noFill/>
        </p:spPr>
        <p:txBody>
          <a:bodyPr wrap="none" lIns="0" tIns="0" rIns="0" bIns="0" rtlCol="0">
            <a:spAutoFit/>
          </a:bodyPr>
          <a:lstStyle/>
          <a:p>
            <a:pPr algn="l"/>
            <a:r>
              <a:rPr lang="en-US" sz="800" dirty="0"/>
              <a:t>H-Sync</a:t>
            </a:r>
          </a:p>
        </p:txBody>
      </p:sp>
      <p:sp>
        <p:nvSpPr>
          <p:cNvPr id="64" name="Textfeld 63">
            <a:extLst>
              <a:ext uri="{FF2B5EF4-FFF2-40B4-BE49-F238E27FC236}">
                <a16:creationId xmlns:a16="http://schemas.microsoft.com/office/drawing/2014/main" id="{2D169CFB-731F-B6C9-B820-82F813B083B5}"/>
              </a:ext>
            </a:extLst>
          </p:cNvPr>
          <p:cNvSpPr txBox="1"/>
          <p:nvPr/>
        </p:nvSpPr>
        <p:spPr>
          <a:xfrm rot="16200000">
            <a:off x="10265336" y="4013199"/>
            <a:ext cx="336631" cy="123111"/>
          </a:xfrm>
          <a:prstGeom prst="rect">
            <a:avLst/>
          </a:prstGeom>
          <a:noFill/>
        </p:spPr>
        <p:txBody>
          <a:bodyPr wrap="none" lIns="0" tIns="0" rIns="0" bIns="0" rtlCol="0">
            <a:spAutoFit/>
          </a:bodyPr>
          <a:lstStyle/>
          <a:p>
            <a:pPr algn="l"/>
            <a:r>
              <a:rPr lang="en-US" sz="800" dirty="0"/>
              <a:t>H-Sync</a:t>
            </a:r>
          </a:p>
        </p:txBody>
      </p:sp>
      <p:grpSp>
        <p:nvGrpSpPr>
          <p:cNvPr id="65" name="Gruppieren 64">
            <a:extLst>
              <a:ext uri="{FF2B5EF4-FFF2-40B4-BE49-F238E27FC236}">
                <a16:creationId xmlns:a16="http://schemas.microsoft.com/office/drawing/2014/main" id="{EE2D0648-2BD4-1BE7-0B53-9D1F9C9DFB3B}"/>
              </a:ext>
            </a:extLst>
          </p:cNvPr>
          <p:cNvGrpSpPr/>
          <p:nvPr/>
        </p:nvGrpSpPr>
        <p:grpSpPr>
          <a:xfrm>
            <a:off x="6672951" y="3822992"/>
            <a:ext cx="2208507" cy="1441523"/>
            <a:chOff x="4629150" y="1530974"/>
            <a:chExt cx="2208507" cy="1441523"/>
          </a:xfrm>
        </p:grpSpPr>
        <p:sp>
          <p:nvSpPr>
            <p:cNvPr id="66" name="Rechteck: abgerundete Ecken 65">
              <a:extLst>
                <a:ext uri="{FF2B5EF4-FFF2-40B4-BE49-F238E27FC236}">
                  <a16:creationId xmlns:a16="http://schemas.microsoft.com/office/drawing/2014/main" id="{664173EC-BAEB-4DB5-FA93-72449742346A}"/>
                </a:ext>
              </a:extLst>
            </p:cNvPr>
            <p:cNvSpPr/>
            <p:nvPr/>
          </p:nvSpPr>
          <p:spPr>
            <a:xfrm>
              <a:off x="5765600" y="2077170"/>
              <a:ext cx="929037" cy="890954"/>
            </a:xfrm>
            <a:prstGeom prst="round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7" name="Rechteck: abgerundete Ecken 66">
              <a:extLst>
                <a:ext uri="{FF2B5EF4-FFF2-40B4-BE49-F238E27FC236}">
                  <a16:creationId xmlns:a16="http://schemas.microsoft.com/office/drawing/2014/main" id="{BFB36A9F-5ACA-8309-2105-28BEF2261E8F}"/>
                </a:ext>
              </a:extLst>
            </p:cNvPr>
            <p:cNvSpPr/>
            <p:nvPr/>
          </p:nvSpPr>
          <p:spPr>
            <a:xfrm>
              <a:off x="4629150" y="2081543"/>
              <a:ext cx="929037" cy="890954"/>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68" name="Gruppieren 67">
              <a:extLst>
                <a:ext uri="{FF2B5EF4-FFF2-40B4-BE49-F238E27FC236}">
                  <a16:creationId xmlns:a16="http://schemas.microsoft.com/office/drawing/2014/main" id="{BC683620-47FC-B757-3502-D96D67B184C3}"/>
                </a:ext>
              </a:extLst>
            </p:cNvPr>
            <p:cNvGrpSpPr/>
            <p:nvPr/>
          </p:nvGrpSpPr>
          <p:grpSpPr>
            <a:xfrm>
              <a:off x="5384696" y="1959956"/>
              <a:ext cx="489581" cy="23082"/>
              <a:chOff x="5384696" y="1854706"/>
              <a:chExt cx="489581" cy="23082"/>
            </a:xfrm>
          </p:grpSpPr>
          <p:cxnSp>
            <p:nvCxnSpPr>
              <p:cNvPr id="80" name="Gerader Verbinder 79">
                <a:extLst>
                  <a:ext uri="{FF2B5EF4-FFF2-40B4-BE49-F238E27FC236}">
                    <a16:creationId xmlns:a16="http://schemas.microsoft.com/office/drawing/2014/main" id="{5256FED5-10CA-178A-A010-73B548D73D95}"/>
                  </a:ext>
                </a:extLst>
              </p:cNvPr>
              <p:cNvCxnSpPr>
                <a:cxnSpLocks/>
              </p:cNvCxnSpPr>
              <p:nvPr/>
            </p:nvCxnSpPr>
            <p:spPr bwMode="auto">
              <a:xfrm>
                <a:off x="5384696" y="1854706"/>
                <a:ext cx="489581"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81" name="Gerader Verbinder 80">
                <a:extLst>
                  <a:ext uri="{FF2B5EF4-FFF2-40B4-BE49-F238E27FC236}">
                    <a16:creationId xmlns:a16="http://schemas.microsoft.com/office/drawing/2014/main" id="{3DA9D413-2145-5AB2-A29B-DACCB2318892}"/>
                  </a:ext>
                </a:extLst>
              </p:cNvPr>
              <p:cNvCxnSpPr>
                <a:cxnSpLocks/>
              </p:cNvCxnSpPr>
              <p:nvPr/>
            </p:nvCxnSpPr>
            <p:spPr bwMode="auto">
              <a:xfrm>
                <a:off x="5389312" y="1877788"/>
                <a:ext cx="484965"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grpSp>
          <p:nvGrpSpPr>
            <p:cNvPr id="69" name="Gruppieren 68">
              <a:extLst>
                <a:ext uri="{FF2B5EF4-FFF2-40B4-BE49-F238E27FC236}">
                  <a16:creationId xmlns:a16="http://schemas.microsoft.com/office/drawing/2014/main" id="{998214DB-09EF-BF61-4508-EB50F0F62D21}"/>
                </a:ext>
              </a:extLst>
            </p:cNvPr>
            <p:cNvGrpSpPr/>
            <p:nvPr/>
          </p:nvGrpSpPr>
          <p:grpSpPr>
            <a:xfrm>
              <a:off x="5765600" y="1530974"/>
              <a:ext cx="773894" cy="639977"/>
              <a:chOff x="5633257" y="2448326"/>
              <a:chExt cx="3891741" cy="2958295"/>
            </a:xfrm>
            <a:solidFill>
              <a:schemeClr val="bg1"/>
            </a:solidFill>
          </p:grpSpPr>
          <p:pic>
            <p:nvPicPr>
              <p:cNvPr id="77" name="product_simatic-s7-1500.png">
                <a:extLst>
                  <a:ext uri="{FF2B5EF4-FFF2-40B4-BE49-F238E27FC236}">
                    <a16:creationId xmlns:a16="http://schemas.microsoft.com/office/drawing/2014/main" id="{1C0B3157-DBFA-7A50-4E9B-B7DD3297010F}"/>
                  </a:ext>
                </a:extLst>
              </p:cNvPr>
              <p:cNvPicPr>
                <a:picLocks noChangeAspect="1"/>
              </p:cNvPicPr>
              <p:nvPr>
                <p:custDataLst>
                  <p:tags r:id="rId20"/>
                </p:custDataLst>
              </p:nvPr>
            </p:nvPicPr>
            <p:blipFill rotWithShape="1">
              <a:blip r:embed="rId3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78" name="product_simatic-s7-1500.png">
                <a:extLst>
                  <a:ext uri="{FF2B5EF4-FFF2-40B4-BE49-F238E27FC236}">
                    <a16:creationId xmlns:a16="http://schemas.microsoft.com/office/drawing/2014/main" id="{B98ACD5A-31C0-5CD6-46C8-56C78D6A4E50}"/>
                  </a:ext>
                </a:extLst>
              </p:cNvPr>
              <p:cNvPicPr>
                <a:picLocks noChangeAspect="1"/>
              </p:cNvPicPr>
              <p:nvPr>
                <p:custDataLst>
                  <p:tags r:id="rId21"/>
                </p:custDataLst>
              </p:nvPr>
            </p:nvPicPr>
            <p:blipFill rotWithShape="1">
              <a:blip r:embed="rId3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79" name="product_simatic-s7-1500.png">
                <a:extLst>
                  <a:ext uri="{FF2B5EF4-FFF2-40B4-BE49-F238E27FC236}">
                    <a16:creationId xmlns:a16="http://schemas.microsoft.com/office/drawing/2014/main" id="{537AA200-616C-BAAA-1A54-D6AF584DDA73}"/>
                  </a:ext>
                </a:extLst>
              </p:cNvPr>
              <p:cNvPicPr>
                <a:picLocks noChangeAspect="1"/>
              </p:cNvPicPr>
              <p:nvPr>
                <p:custDataLst>
                  <p:tags r:id="rId22"/>
                </p:custDataLst>
              </p:nvPr>
            </p:nvPicPr>
            <p:blipFill rotWithShape="1">
              <a:blip r:embed="rId32"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nvGrpSpPr>
            <p:cNvPr id="70" name="Gruppieren 69">
              <a:extLst>
                <a:ext uri="{FF2B5EF4-FFF2-40B4-BE49-F238E27FC236}">
                  <a16:creationId xmlns:a16="http://schemas.microsoft.com/office/drawing/2014/main" id="{9CD58E72-2930-288F-3A02-097245ED1D27}"/>
                </a:ext>
              </a:extLst>
            </p:cNvPr>
            <p:cNvGrpSpPr/>
            <p:nvPr/>
          </p:nvGrpSpPr>
          <p:grpSpPr>
            <a:xfrm>
              <a:off x="4767925" y="1532518"/>
              <a:ext cx="773894" cy="639977"/>
              <a:chOff x="5633257" y="2448326"/>
              <a:chExt cx="3891741" cy="2958295"/>
            </a:xfrm>
            <a:solidFill>
              <a:schemeClr val="bg1"/>
            </a:solidFill>
          </p:grpSpPr>
          <p:pic>
            <p:nvPicPr>
              <p:cNvPr id="74" name="product_simatic-s7-1500.png">
                <a:extLst>
                  <a:ext uri="{FF2B5EF4-FFF2-40B4-BE49-F238E27FC236}">
                    <a16:creationId xmlns:a16="http://schemas.microsoft.com/office/drawing/2014/main" id="{9CF452CF-2E39-C0BD-8475-E9C20CCE7787}"/>
                  </a:ext>
                </a:extLst>
              </p:cNvPr>
              <p:cNvPicPr>
                <a:picLocks noChangeAspect="1"/>
              </p:cNvPicPr>
              <p:nvPr>
                <p:custDataLst>
                  <p:tags r:id="rId17"/>
                </p:custDataLst>
              </p:nvPr>
            </p:nvPicPr>
            <p:blipFill rotWithShape="1">
              <a:blip r:embed="rId3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75" name="product_simatic-s7-1500.png">
                <a:extLst>
                  <a:ext uri="{FF2B5EF4-FFF2-40B4-BE49-F238E27FC236}">
                    <a16:creationId xmlns:a16="http://schemas.microsoft.com/office/drawing/2014/main" id="{3261C25F-7AEC-B771-F765-EDB6215A357C}"/>
                  </a:ext>
                </a:extLst>
              </p:cNvPr>
              <p:cNvPicPr>
                <a:picLocks noChangeAspect="1"/>
              </p:cNvPicPr>
              <p:nvPr>
                <p:custDataLst>
                  <p:tags r:id="rId18"/>
                </p:custDataLst>
              </p:nvPr>
            </p:nvPicPr>
            <p:blipFill rotWithShape="1">
              <a:blip r:embed="rId3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76" name="product_simatic-s7-1500.png">
                <a:extLst>
                  <a:ext uri="{FF2B5EF4-FFF2-40B4-BE49-F238E27FC236}">
                    <a16:creationId xmlns:a16="http://schemas.microsoft.com/office/drawing/2014/main" id="{053820A2-7CC0-B6D8-7670-E8A5D823F6E3}"/>
                  </a:ext>
                </a:extLst>
              </p:cNvPr>
              <p:cNvPicPr>
                <a:picLocks noChangeAspect="1"/>
              </p:cNvPicPr>
              <p:nvPr>
                <p:custDataLst>
                  <p:tags r:id="rId19"/>
                </p:custDataLst>
              </p:nvPr>
            </p:nvPicPr>
            <p:blipFill rotWithShape="1">
              <a:blip r:embed="rId32"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pic>
          <p:nvPicPr>
            <p:cNvPr id="71" name="Grafik 70">
              <a:extLst>
                <a:ext uri="{FF2B5EF4-FFF2-40B4-BE49-F238E27FC236}">
                  <a16:creationId xmlns:a16="http://schemas.microsoft.com/office/drawing/2014/main" id="{88FE9721-EE8E-60A8-CC0E-062B0111C1BE}"/>
                </a:ext>
              </a:extLst>
            </p:cNvPr>
            <p:cNvPicPr>
              <a:picLocks noChangeAspect="1"/>
            </p:cNvPicPr>
            <p:nvPr/>
          </p:nvPicPr>
          <p:blipFill>
            <a:blip r:embed="rId33"/>
            <a:stretch>
              <a:fillRect/>
            </a:stretch>
          </p:blipFill>
          <p:spPr>
            <a:xfrm>
              <a:off x="5462935" y="2292498"/>
              <a:ext cx="701306" cy="591883"/>
            </a:xfrm>
            <a:prstGeom prst="rect">
              <a:avLst/>
            </a:prstGeom>
            <a:solidFill>
              <a:schemeClr val="bg1"/>
            </a:solidFill>
          </p:spPr>
        </p:pic>
        <p:sp>
          <p:nvSpPr>
            <p:cNvPr id="72" name="Textfeld 71">
              <a:extLst>
                <a:ext uri="{FF2B5EF4-FFF2-40B4-BE49-F238E27FC236}">
                  <a16:creationId xmlns:a16="http://schemas.microsoft.com/office/drawing/2014/main" id="{7A63C36A-F90E-D37A-AF5F-8E562E95FE22}"/>
                </a:ext>
              </a:extLst>
            </p:cNvPr>
            <p:cNvSpPr txBox="1"/>
            <p:nvPr/>
          </p:nvSpPr>
          <p:spPr>
            <a:xfrm>
              <a:off x="4737774" y="2807956"/>
              <a:ext cx="607539" cy="161583"/>
            </a:xfrm>
            <a:prstGeom prst="rect">
              <a:avLst/>
            </a:prstGeom>
            <a:noFill/>
          </p:spPr>
          <p:txBody>
            <a:bodyPr wrap="none" lIns="0" tIns="0" rIns="0" bIns="0" rtlCol="0">
              <a:spAutoFit/>
            </a:bodyPr>
            <a:lstStyle/>
            <a:p>
              <a:pPr algn="l"/>
              <a:r>
                <a:rPr lang="en-US" sz="1050" dirty="0"/>
                <a:t>Network 1</a:t>
              </a:r>
            </a:p>
          </p:txBody>
        </p:sp>
        <p:sp>
          <p:nvSpPr>
            <p:cNvPr id="73" name="Textfeld 72">
              <a:extLst>
                <a:ext uri="{FF2B5EF4-FFF2-40B4-BE49-F238E27FC236}">
                  <a16:creationId xmlns:a16="http://schemas.microsoft.com/office/drawing/2014/main" id="{E5D5B857-7BC3-AADB-E29A-42FD11682908}"/>
                </a:ext>
              </a:extLst>
            </p:cNvPr>
            <p:cNvSpPr txBox="1"/>
            <p:nvPr/>
          </p:nvSpPr>
          <p:spPr>
            <a:xfrm>
              <a:off x="6230118" y="2804249"/>
              <a:ext cx="607539" cy="161583"/>
            </a:xfrm>
            <a:prstGeom prst="rect">
              <a:avLst/>
            </a:prstGeom>
            <a:noFill/>
          </p:spPr>
          <p:txBody>
            <a:bodyPr wrap="none" lIns="0" tIns="0" rIns="0" bIns="0" rtlCol="0">
              <a:spAutoFit/>
            </a:bodyPr>
            <a:lstStyle/>
            <a:p>
              <a:pPr algn="l"/>
              <a:r>
                <a:rPr lang="en-US" sz="1050" dirty="0"/>
                <a:t>Network 2</a:t>
              </a:r>
            </a:p>
          </p:txBody>
        </p:sp>
      </p:grpSp>
      <p:pic>
        <p:nvPicPr>
          <p:cNvPr id="82" name="Picture 12" descr="C:\Users\adzuth0\AppData\Local\Temp\SNAGHTML1699469.PNG">
            <a:extLst>
              <a:ext uri="{FF2B5EF4-FFF2-40B4-BE49-F238E27FC236}">
                <a16:creationId xmlns:a16="http://schemas.microsoft.com/office/drawing/2014/main" id="{615BE52E-1213-2EE6-8334-56FAF7E21ED6}"/>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276645" y="4595762"/>
            <a:ext cx="396566" cy="461883"/>
          </a:xfrm>
          <a:prstGeom prst="rect">
            <a:avLst/>
          </a:prstGeom>
          <a:noFill/>
          <a:extLst>
            <a:ext uri="{909E8E84-426E-40DD-AFC4-6F175D3DCCD1}">
              <a14:hiddenFill xmlns:a14="http://schemas.microsoft.com/office/drawing/2010/main">
                <a:solidFill>
                  <a:srgbClr val="FFFFFF"/>
                </a:solidFill>
              </a14:hiddenFill>
            </a:ext>
          </a:extLst>
        </p:spPr>
      </p:pic>
      <p:cxnSp>
        <p:nvCxnSpPr>
          <p:cNvPr id="83" name="Gerade Verbindung mit Pfeil 82">
            <a:extLst>
              <a:ext uri="{FF2B5EF4-FFF2-40B4-BE49-F238E27FC236}">
                <a16:creationId xmlns:a16="http://schemas.microsoft.com/office/drawing/2014/main" id="{AAF43E2D-CCD6-9E77-969F-7AF76237BC2B}"/>
              </a:ext>
            </a:extLst>
          </p:cNvPr>
          <p:cNvCxnSpPr>
            <a:cxnSpLocks/>
          </p:cNvCxnSpPr>
          <p:nvPr/>
        </p:nvCxnSpPr>
        <p:spPr>
          <a:xfrm flipH="1">
            <a:off x="7506736" y="4338204"/>
            <a:ext cx="411342" cy="0"/>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4" name="Bogen 83">
            <a:extLst>
              <a:ext uri="{FF2B5EF4-FFF2-40B4-BE49-F238E27FC236}">
                <a16:creationId xmlns:a16="http://schemas.microsoft.com/office/drawing/2014/main" id="{FF1E4307-BAEC-2F54-700B-924DC44E1DB4}"/>
              </a:ext>
            </a:extLst>
          </p:cNvPr>
          <p:cNvSpPr/>
          <p:nvPr/>
        </p:nvSpPr>
        <p:spPr>
          <a:xfrm flipH="1">
            <a:off x="7803127" y="4514598"/>
            <a:ext cx="631860" cy="548698"/>
          </a:xfrm>
          <a:prstGeom prst="arc">
            <a:avLst>
              <a:gd name="adj1" fmla="val 17312089"/>
              <a:gd name="adj2" fmla="val 14671880"/>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85" name="Grafik 84" descr="Häkchen mit einfarbiger Füllung">
            <a:extLst>
              <a:ext uri="{FF2B5EF4-FFF2-40B4-BE49-F238E27FC236}">
                <a16:creationId xmlns:a16="http://schemas.microsoft.com/office/drawing/2014/main" id="{792CA88B-C1B7-5E19-39DE-B3F4E4A5B7BF}"/>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205682" y="4699060"/>
            <a:ext cx="179773" cy="179773"/>
          </a:xfrm>
          <a:prstGeom prst="rect">
            <a:avLst/>
          </a:prstGeom>
        </p:spPr>
      </p:pic>
      <p:grpSp>
        <p:nvGrpSpPr>
          <p:cNvPr id="86" name="Gruppieren 85">
            <a:extLst>
              <a:ext uri="{FF2B5EF4-FFF2-40B4-BE49-F238E27FC236}">
                <a16:creationId xmlns:a16="http://schemas.microsoft.com/office/drawing/2014/main" id="{DF45DFE1-FCCB-FFA6-D5F7-6311DA48140A}"/>
              </a:ext>
            </a:extLst>
          </p:cNvPr>
          <p:cNvGrpSpPr/>
          <p:nvPr/>
        </p:nvGrpSpPr>
        <p:grpSpPr>
          <a:xfrm>
            <a:off x="9400907" y="3831566"/>
            <a:ext cx="2208507" cy="1441523"/>
            <a:chOff x="4629150" y="1530974"/>
            <a:chExt cx="2208507" cy="1441523"/>
          </a:xfrm>
        </p:grpSpPr>
        <p:sp>
          <p:nvSpPr>
            <p:cNvPr id="87" name="Rechteck: abgerundete Ecken 86">
              <a:extLst>
                <a:ext uri="{FF2B5EF4-FFF2-40B4-BE49-F238E27FC236}">
                  <a16:creationId xmlns:a16="http://schemas.microsoft.com/office/drawing/2014/main" id="{65940F67-68F7-50E6-B9EE-0A1C3147B6DC}"/>
                </a:ext>
              </a:extLst>
            </p:cNvPr>
            <p:cNvSpPr/>
            <p:nvPr/>
          </p:nvSpPr>
          <p:spPr>
            <a:xfrm>
              <a:off x="5765600" y="2077170"/>
              <a:ext cx="929037" cy="890954"/>
            </a:xfrm>
            <a:prstGeom prst="round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88" name="Rechteck: abgerundete Ecken 87">
              <a:extLst>
                <a:ext uri="{FF2B5EF4-FFF2-40B4-BE49-F238E27FC236}">
                  <a16:creationId xmlns:a16="http://schemas.microsoft.com/office/drawing/2014/main" id="{6112B5EE-D8DD-261F-8BF8-8EB10E449045}"/>
                </a:ext>
              </a:extLst>
            </p:cNvPr>
            <p:cNvSpPr/>
            <p:nvPr/>
          </p:nvSpPr>
          <p:spPr>
            <a:xfrm>
              <a:off x="4629150" y="2081543"/>
              <a:ext cx="929037" cy="89095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89" name="Gruppieren 88">
              <a:extLst>
                <a:ext uri="{FF2B5EF4-FFF2-40B4-BE49-F238E27FC236}">
                  <a16:creationId xmlns:a16="http://schemas.microsoft.com/office/drawing/2014/main" id="{F87A55BC-CFF3-DB73-0D00-165CB279299D}"/>
                </a:ext>
              </a:extLst>
            </p:cNvPr>
            <p:cNvGrpSpPr/>
            <p:nvPr/>
          </p:nvGrpSpPr>
          <p:grpSpPr>
            <a:xfrm>
              <a:off x="5384696" y="1959956"/>
              <a:ext cx="489581" cy="23082"/>
              <a:chOff x="5384696" y="1854706"/>
              <a:chExt cx="489581" cy="23082"/>
            </a:xfrm>
          </p:grpSpPr>
          <p:cxnSp>
            <p:nvCxnSpPr>
              <p:cNvPr id="101" name="Gerader Verbinder 100">
                <a:extLst>
                  <a:ext uri="{FF2B5EF4-FFF2-40B4-BE49-F238E27FC236}">
                    <a16:creationId xmlns:a16="http://schemas.microsoft.com/office/drawing/2014/main" id="{D9ECCD30-6232-F5A3-3E03-113286793B78}"/>
                  </a:ext>
                </a:extLst>
              </p:cNvPr>
              <p:cNvCxnSpPr>
                <a:cxnSpLocks/>
              </p:cNvCxnSpPr>
              <p:nvPr/>
            </p:nvCxnSpPr>
            <p:spPr bwMode="auto">
              <a:xfrm>
                <a:off x="5384696" y="1854706"/>
                <a:ext cx="489581"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102" name="Gerader Verbinder 101">
                <a:extLst>
                  <a:ext uri="{FF2B5EF4-FFF2-40B4-BE49-F238E27FC236}">
                    <a16:creationId xmlns:a16="http://schemas.microsoft.com/office/drawing/2014/main" id="{1B8A4C12-1547-DA10-678D-C129A9273FC7}"/>
                  </a:ext>
                </a:extLst>
              </p:cNvPr>
              <p:cNvCxnSpPr>
                <a:cxnSpLocks/>
              </p:cNvCxnSpPr>
              <p:nvPr/>
            </p:nvCxnSpPr>
            <p:spPr bwMode="auto">
              <a:xfrm>
                <a:off x="5389312" y="1877788"/>
                <a:ext cx="484965" cy="0"/>
              </a:xfrm>
              <a:prstGeom prst="line">
                <a:avLst/>
              </a:prstGeom>
              <a:ln w="12700">
                <a:solidFill>
                  <a:srgbClr val="FFC000"/>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grpSp>
          <p:nvGrpSpPr>
            <p:cNvPr id="90" name="Gruppieren 89">
              <a:extLst>
                <a:ext uri="{FF2B5EF4-FFF2-40B4-BE49-F238E27FC236}">
                  <a16:creationId xmlns:a16="http://schemas.microsoft.com/office/drawing/2014/main" id="{BC36ADA0-4D39-110D-343E-E57569A2C095}"/>
                </a:ext>
              </a:extLst>
            </p:cNvPr>
            <p:cNvGrpSpPr/>
            <p:nvPr/>
          </p:nvGrpSpPr>
          <p:grpSpPr>
            <a:xfrm>
              <a:off x="5765600" y="1530974"/>
              <a:ext cx="773894" cy="639977"/>
              <a:chOff x="5633257" y="2448326"/>
              <a:chExt cx="3891741" cy="2958295"/>
            </a:xfrm>
            <a:solidFill>
              <a:schemeClr val="bg1"/>
            </a:solidFill>
          </p:grpSpPr>
          <p:pic>
            <p:nvPicPr>
              <p:cNvPr id="98" name="product_simatic-s7-1500.png">
                <a:extLst>
                  <a:ext uri="{FF2B5EF4-FFF2-40B4-BE49-F238E27FC236}">
                    <a16:creationId xmlns:a16="http://schemas.microsoft.com/office/drawing/2014/main" id="{F09C8DFB-B31B-96E9-3BA2-ED12311726B5}"/>
                  </a:ext>
                </a:extLst>
              </p:cNvPr>
              <p:cNvPicPr>
                <a:picLocks noChangeAspect="1"/>
              </p:cNvPicPr>
              <p:nvPr>
                <p:custDataLst>
                  <p:tags r:id="rId14"/>
                </p:custDataLst>
              </p:nvPr>
            </p:nvPicPr>
            <p:blipFill rotWithShape="1">
              <a:blip r:embed="rId3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99" name="product_simatic-s7-1500.png">
                <a:extLst>
                  <a:ext uri="{FF2B5EF4-FFF2-40B4-BE49-F238E27FC236}">
                    <a16:creationId xmlns:a16="http://schemas.microsoft.com/office/drawing/2014/main" id="{31FE3785-66E4-5AB9-D207-9DDCBE183A8B}"/>
                  </a:ext>
                </a:extLst>
              </p:cNvPr>
              <p:cNvPicPr>
                <a:picLocks noChangeAspect="1"/>
              </p:cNvPicPr>
              <p:nvPr>
                <p:custDataLst>
                  <p:tags r:id="rId15"/>
                </p:custDataLst>
              </p:nvPr>
            </p:nvPicPr>
            <p:blipFill rotWithShape="1">
              <a:blip r:embed="rId3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100" name="product_simatic-s7-1500.png">
                <a:extLst>
                  <a:ext uri="{FF2B5EF4-FFF2-40B4-BE49-F238E27FC236}">
                    <a16:creationId xmlns:a16="http://schemas.microsoft.com/office/drawing/2014/main" id="{E5FD4D94-ECFA-009A-383B-20C0D167DB82}"/>
                  </a:ext>
                </a:extLst>
              </p:cNvPr>
              <p:cNvPicPr>
                <a:picLocks noChangeAspect="1"/>
              </p:cNvPicPr>
              <p:nvPr>
                <p:custDataLst>
                  <p:tags r:id="rId16"/>
                </p:custDataLst>
              </p:nvPr>
            </p:nvPicPr>
            <p:blipFill rotWithShape="1">
              <a:blip r:embed="rId32"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grpSp>
          <p:nvGrpSpPr>
            <p:cNvPr id="91" name="Gruppieren 90">
              <a:extLst>
                <a:ext uri="{FF2B5EF4-FFF2-40B4-BE49-F238E27FC236}">
                  <a16:creationId xmlns:a16="http://schemas.microsoft.com/office/drawing/2014/main" id="{C8842074-1162-365B-9E48-DF9C06C5E00E}"/>
                </a:ext>
              </a:extLst>
            </p:cNvPr>
            <p:cNvGrpSpPr/>
            <p:nvPr/>
          </p:nvGrpSpPr>
          <p:grpSpPr>
            <a:xfrm>
              <a:off x="4767925" y="1532518"/>
              <a:ext cx="773894" cy="639977"/>
              <a:chOff x="5633257" y="2448326"/>
              <a:chExt cx="3891741" cy="2958295"/>
            </a:xfrm>
            <a:solidFill>
              <a:schemeClr val="bg1"/>
            </a:solidFill>
          </p:grpSpPr>
          <p:pic>
            <p:nvPicPr>
              <p:cNvPr id="95" name="product_simatic-s7-1500.png">
                <a:extLst>
                  <a:ext uri="{FF2B5EF4-FFF2-40B4-BE49-F238E27FC236}">
                    <a16:creationId xmlns:a16="http://schemas.microsoft.com/office/drawing/2014/main" id="{173005FA-FEC5-310B-93C2-8F41A80F4B03}"/>
                  </a:ext>
                </a:extLst>
              </p:cNvPr>
              <p:cNvPicPr>
                <a:picLocks noChangeAspect="1"/>
              </p:cNvPicPr>
              <p:nvPr>
                <p:custDataLst>
                  <p:tags r:id="rId11"/>
                </p:custDataLst>
              </p:nvPr>
            </p:nvPicPr>
            <p:blipFill rotWithShape="1">
              <a:blip r:embed="rId3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solidFill>
                <a:schemeClr val="tx1"/>
              </a:solidFill>
            </p:spPr>
          </p:pic>
          <p:pic>
            <p:nvPicPr>
              <p:cNvPr id="96" name="product_simatic-s7-1500.png">
                <a:extLst>
                  <a:ext uri="{FF2B5EF4-FFF2-40B4-BE49-F238E27FC236}">
                    <a16:creationId xmlns:a16="http://schemas.microsoft.com/office/drawing/2014/main" id="{02D47EEB-629B-0984-85E5-B708DCB1437C}"/>
                  </a:ext>
                </a:extLst>
              </p:cNvPr>
              <p:cNvPicPr>
                <a:picLocks noChangeAspect="1"/>
              </p:cNvPicPr>
              <p:nvPr>
                <p:custDataLst>
                  <p:tags r:id="rId12"/>
                </p:custDataLst>
              </p:nvPr>
            </p:nvPicPr>
            <p:blipFill rotWithShape="1">
              <a:blip r:embed="rId3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solidFill>
                <a:schemeClr val="tx1"/>
              </a:solidFill>
            </p:spPr>
          </p:pic>
          <p:pic>
            <p:nvPicPr>
              <p:cNvPr id="97" name="product_simatic-s7-1500.png">
                <a:extLst>
                  <a:ext uri="{FF2B5EF4-FFF2-40B4-BE49-F238E27FC236}">
                    <a16:creationId xmlns:a16="http://schemas.microsoft.com/office/drawing/2014/main" id="{1E220B27-A2E3-A303-796E-965355BC3A43}"/>
                  </a:ext>
                </a:extLst>
              </p:cNvPr>
              <p:cNvPicPr>
                <a:picLocks noChangeAspect="1"/>
              </p:cNvPicPr>
              <p:nvPr>
                <p:custDataLst>
                  <p:tags r:id="rId13"/>
                </p:custDataLst>
              </p:nvPr>
            </p:nvPicPr>
            <p:blipFill rotWithShape="1">
              <a:blip r:embed="rId32"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solidFill>
                <a:schemeClr val="tx1"/>
              </a:solidFill>
            </p:spPr>
          </p:pic>
        </p:grpSp>
        <p:pic>
          <p:nvPicPr>
            <p:cNvPr id="92" name="Grafik 91">
              <a:extLst>
                <a:ext uri="{FF2B5EF4-FFF2-40B4-BE49-F238E27FC236}">
                  <a16:creationId xmlns:a16="http://schemas.microsoft.com/office/drawing/2014/main" id="{07AE77B2-062F-A3BD-E672-BF7F8AB34222}"/>
                </a:ext>
              </a:extLst>
            </p:cNvPr>
            <p:cNvPicPr>
              <a:picLocks noChangeAspect="1"/>
            </p:cNvPicPr>
            <p:nvPr/>
          </p:nvPicPr>
          <p:blipFill>
            <a:blip r:embed="rId33"/>
            <a:stretch>
              <a:fillRect/>
            </a:stretch>
          </p:blipFill>
          <p:spPr>
            <a:xfrm>
              <a:off x="5462935" y="2292498"/>
              <a:ext cx="701306" cy="591883"/>
            </a:xfrm>
            <a:prstGeom prst="rect">
              <a:avLst/>
            </a:prstGeom>
            <a:solidFill>
              <a:schemeClr val="bg1"/>
            </a:solidFill>
          </p:spPr>
        </p:pic>
        <p:sp>
          <p:nvSpPr>
            <p:cNvPr id="93" name="Textfeld 92">
              <a:extLst>
                <a:ext uri="{FF2B5EF4-FFF2-40B4-BE49-F238E27FC236}">
                  <a16:creationId xmlns:a16="http://schemas.microsoft.com/office/drawing/2014/main" id="{39FE8AF6-6163-6C00-F844-1CCF614D9A2A}"/>
                </a:ext>
              </a:extLst>
            </p:cNvPr>
            <p:cNvSpPr txBox="1"/>
            <p:nvPr/>
          </p:nvSpPr>
          <p:spPr>
            <a:xfrm>
              <a:off x="4737774" y="2807956"/>
              <a:ext cx="607539" cy="161583"/>
            </a:xfrm>
            <a:prstGeom prst="rect">
              <a:avLst/>
            </a:prstGeom>
            <a:noFill/>
          </p:spPr>
          <p:txBody>
            <a:bodyPr wrap="none" lIns="0" tIns="0" rIns="0" bIns="0" rtlCol="0">
              <a:spAutoFit/>
            </a:bodyPr>
            <a:lstStyle/>
            <a:p>
              <a:pPr algn="l"/>
              <a:r>
                <a:rPr lang="en-US" sz="1050" dirty="0"/>
                <a:t>Network 1</a:t>
              </a:r>
            </a:p>
          </p:txBody>
        </p:sp>
        <p:sp>
          <p:nvSpPr>
            <p:cNvPr id="94" name="Textfeld 93">
              <a:extLst>
                <a:ext uri="{FF2B5EF4-FFF2-40B4-BE49-F238E27FC236}">
                  <a16:creationId xmlns:a16="http://schemas.microsoft.com/office/drawing/2014/main" id="{BEB86077-1D6D-E81E-BCB1-D85AD3551CA7}"/>
                </a:ext>
              </a:extLst>
            </p:cNvPr>
            <p:cNvSpPr txBox="1"/>
            <p:nvPr/>
          </p:nvSpPr>
          <p:spPr>
            <a:xfrm>
              <a:off x="6230118" y="2804249"/>
              <a:ext cx="607539" cy="161583"/>
            </a:xfrm>
            <a:prstGeom prst="rect">
              <a:avLst/>
            </a:prstGeom>
            <a:noFill/>
          </p:spPr>
          <p:txBody>
            <a:bodyPr wrap="none" lIns="0" tIns="0" rIns="0" bIns="0" rtlCol="0">
              <a:spAutoFit/>
            </a:bodyPr>
            <a:lstStyle/>
            <a:p>
              <a:pPr algn="l"/>
              <a:r>
                <a:rPr lang="en-US" sz="1050" dirty="0"/>
                <a:t>Network 2</a:t>
              </a:r>
            </a:p>
          </p:txBody>
        </p:sp>
      </p:grpSp>
      <p:pic>
        <p:nvPicPr>
          <p:cNvPr id="103" name="Picture 12" descr="C:\Users\adzuth0\AppData\Local\Temp\SNAGHTML1699469.PNG">
            <a:extLst>
              <a:ext uri="{FF2B5EF4-FFF2-40B4-BE49-F238E27FC236}">
                <a16:creationId xmlns:a16="http://schemas.microsoft.com/office/drawing/2014/main" id="{FB43B048-E743-7F21-1E14-A15DADA983BA}"/>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606378" y="4563084"/>
            <a:ext cx="396566" cy="461883"/>
          </a:xfrm>
          <a:prstGeom prst="rect">
            <a:avLst/>
          </a:prstGeom>
          <a:noFill/>
          <a:extLst>
            <a:ext uri="{909E8E84-426E-40DD-AFC4-6F175D3DCCD1}">
              <a14:hiddenFill xmlns:a14="http://schemas.microsoft.com/office/drawing/2010/main">
                <a:solidFill>
                  <a:srgbClr val="FFFFFF"/>
                </a:solidFill>
              </a14:hiddenFill>
            </a:ext>
          </a:extLst>
        </p:spPr>
      </p:pic>
      <p:cxnSp>
        <p:nvCxnSpPr>
          <p:cNvPr id="104" name="Gerade Verbindung mit Pfeil 103">
            <a:extLst>
              <a:ext uri="{FF2B5EF4-FFF2-40B4-BE49-F238E27FC236}">
                <a16:creationId xmlns:a16="http://schemas.microsoft.com/office/drawing/2014/main" id="{92950BB1-CC6A-408B-D25E-A82F61649BB5}"/>
              </a:ext>
            </a:extLst>
          </p:cNvPr>
          <p:cNvCxnSpPr>
            <a:cxnSpLocks/>
          </p:cNvCxnSpPr>
          <p:nvPr/>
        </p:nvCxnSpPr>
        <p:spPr>
          <a:xfrm flipH="1">
            <a:off x="10259725" y="4351176"/>
            <a:ext cx="411342" cy="0"/>
          </a:xfrm>
          <a:prstGeom prst="straightConnector1">
            <a:avLst/>
          </a:prstGeom>
          <a:ln w="381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05" name="Bogen 104">
            <a:extLst>
              <a:ext uri="{FF2B5EF4-FFF2-40B4-BE49-F238E27FC236}">
                <a16:creationId xmlns:a16="http://schemas.microsoft.com/office/drawing/2014/main" id="{B2FB0562-DE69-252F-640C-91F1DE5E41C6}"/>
              </a:ext>
            </a:extLst>
          </p:cNvPr>
          <p:cNvSpPr/>
          <p:nvPr/>
        </p:nvSpPr>
        <p:spPr>
          <a:xfrm flipH="1">
            <a:off x="10556116" y="4527570"/>
            <a:ext cx="631860" cy="548698"/>
          </a:xfrm>
          <a:prstGeom prst="arc">
            <a:avLst>
              <a:gd name="adj1" fmla="val 17312089"/>
              <a:gd name="adj2" fmla="val 14671880"/>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106" name="Grafik 105" descr="Häkchen mit einfarbiger Füllung">
            <a:extLst>
              <a:ext uri="{FF2B5EF4-FFF2-40B4-BE49-F238E27FC236}">
                <a16:creationId xmlns:a16="http://schemas.microsoft.com/office/drawing/2014/main" id="{9AB05CF6-7E0D-D997-7BF5-17E64057046E}"/>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0958671" y="4712032"/>
            <a:ext cx="179773" cy="179773"/>
          </a:xfrm>
          <a:prstGeom prst="rect">
            <a:avLst/>
          </a:prstGeom>
        </p:spPr>
      </p:pic>
      <p:grpSp>
        <p:nvGrpSpPr>
          <p:cNvPr id="107" name="Gruppieren 106">
            <a:extLst>
              <a:ext uri="{FF2B5EF4-FFF2-40B4-BE49-F238E27FC236}">
                <a16:creationId xmlns:a16="http://schemas.microsoft.com/office/drawing/2014/main" id="{51B1347B-B424-CBF3-4D00-568FFAFC57D3}"/>
              </a:ext>
            </a:extLst>
          </p:cNvPr>
          <p:cNvGrpSpPr/>
          <p:nvPr/>
        </p:nvGrpSpPr>
        <p:grpSpPr>
          <a:xfrm>
            <a:off x="7510535" y="3685611"/>
            <a:ext cx="342755" cy="170166"/>
            <a:chOff x="4029857" y="5808934"/>
            <a:chExt cx="342755" cy="170166"/>
          </a:xfrm>
        </p:grpSpPr>
        <p:sp>
          <p:nvSpPr>
            <p:cNvPr id="108" name="Rechteck: abgerundete Ecken 107">
              <a:extLst>
                <a:ext uri="{FF2B5EF4-FFF2-40B4-BE49-F238E27FC236}">
                  <a16:creationId xmlns:a16="http://schemas.microsoft.com/office/drawing/2014/main" id="{06BD1883-3A97-6C47-A62F-CCDE47C465C8}"/>
                </a:ext>
              </a:extLst>
            </p:cNvPr>
            <p:cNvSpPr/>
            <p:nvPr/>
          </p:nvSpPr>
          <p:spPr>
            <a:xfrm>
              <a:off x="4029857" y="5808934"/>
              <a:ext cx="342755" cy="170166"/>
            </a:xfrm>
            <a:prstGeom prst="roundRect">
              <a:avLst/>
            </a:prstGeom>
            <a:solidFill>
              <a:srgbClr val="FFD73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sz="1200" dirty="0">
                <a:solidFill>
                  <a:schemeClr val="tx1"/>
                </a:solidFill>
              </a:endParaRPr>
            </a:p>
          </p:txBody>
        </p:sp>
        <p:sp>
          <p:nvSpPr>
            <p:cNvPr id="109" name="Textfeld 108">
              <a:extLst>
                <a:ext uri="{FF2B5EF4-FFF2-40B4-BE49-F238E27FC236}">
                  <a16:creationId xmlns:a16="http://schemas.microsoft.com/office/drawing/2014/main" id="{C608350B-B5A1-6FB8-BF69-80B1A8653317}"/>
                </a:ext>
              </a:extLst>
            </p:cNvPr>
            <p:cNvSpPr txBox="1"/>
            <p:nvPr/>
          </p:nvSpPr>
          <p:spPr>
            <a:xfrm>
              <a:off x="4051296" y="5828291"/>
              <a:ext cx="293350" cy="123111"/>
            </a:xfrm>
            <a:prstGeom prst="rect">
              <a:avLst/>
            </a:prstGeom>
            <a:noFill/>
          </p:spPr>
          <p:txBody>
            <a:bodyPr wrap="none" lIns="0" tIns="0" rIns="0" bIns="0" rtlCol="0">
              <a:spAutoFit/>
            </a:bodyPr>
            <a:lstStyle/>
            <a:p>
              <a:pPr algn="l"/>
              <a:r>
                <a:rPr lang="en-US" sz="800" dirty="0">
                  <a:solidFill>
                    <a:schemeClr val="bg1"/>
                  </a:solidFill>
                </a:rPr>
                <a:t>OB 70</a:t>
              </a:r>
            </a:p>
          </p:txBody>
        </p:sp>
      </p:grpSp>
      <p:grpSp>
        <p:nvGrpSpPr>
          <p:cNvPr id="110" name="Gruppieren 109">
            <a:extLst>
              <a:ext uri="{FF2B5EF4-FFF2-40B4-BE49-F238E27FC236}">
                <a16:creationId xmlns:a16="http://schemas.microsoft.com/office/drawing/2014/main" id="{13204411-0564-B821-E9DD-87B20CE20A1C}"/>
              </a:ext>
            </a:extLst>
          </p:cNvPr>
          <p:cNvGrpSpPr/>
          <p:nvPr/>
        </p:nvGrpSpPr>
        <p:grpSpPr>
          <a:xfrm>
            <a:off x="10228479" y="3705315"/>
            <a:ext cx="342755" cy="170166"/>
            <a:chOff x="4029857" y="5808934"/>
            <a:chExt cx="342755" cy="170166"/>
          </a:xfrm>
        </p:grpSpPr>
        <p:sp>
          <p:nvSpPr>
            <p:cNvPr id="111" name="Rechteck: abgerundete Ecken 110">
              <a:extLst>
                <a:ext uri="{FF2B5EF4-FFF2-40B4-BE49-F238E27FC236}">
                  <a16:creationId xmlns:a16="http://schemas.microsoft.com/office/drawing/2014/main" id="{E2293191-7AFB-FDD4-D1DF-26CFFA2CCC0C}"/>
                </a:ext>
              </a:extLst>
            </p:cNvPr>
            <p:cNvSpPr/>
            <p:nvPr/>
          </p:nvSpPr>
          <p:spPr>
            <a:xfrm>
              <a:off x="4029857" y="5808934"/>
              <a:ext cx="342755" cy="170166"/>
            </a:xfrm>
            <a:prstGeom prst="roundRect">
              <a:avLst/>
            </a:prstGeom>
            <a:solidFill>
              <a:srgbClr val="FFD73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sz="1200" dirty="0">
                <a:solidFill>
                  <a:schemeClr val="tx1"/>
                </a:solidFill>
              </a:endParaRPr>
            </a:p>
          </p:txBody>
        </p:sp>
        <p:sp>
          <p:nvSpPr>
            <p:cNvPr id="112" name="Textfeld 111">
              <a:extLst>
                <a:ext uri="{FF2B5EF4-FFF2-40B4-BE49-F238E27FC236}">
                  <a16:creationId xmlns:a16="http://schemas.microsoft.com/office/drawing/2014/main" id="{4404C1F4-48CB-D607-A00E-4446BAC762D4}"/>
                </a:ext>
              </a:extLst>
            </p:cNvPr>
            <p:cNvSpPr txBox="1"/>
            <p:nvPr/>
          </p:nvSpPr>
          <p:spPr>
            <a:xfrm>
              <a:off x="4051296" y="5828291"/>
              <a:ext cx="293350" cy="123111"/>
            </a:xfrm>
            <a:prstGeom prst="rect">
              <a:avLst/>
            </a:prstGeom>
            <a:noFill/>
          </p:spPr>
          <p:txBody>
            <a:bodyPr wrap="none" lIns="0" tIns="0" rIns="0" bIns="0" rtlCol="0">
              <a:spAutoFit/>
            </a:bodyPr>
            <a:lstStyle/>
            <a:p>
              <a:pPr algn="l"/>
              <a:r>
                <a:rPr lang="en-US" sz="800" dirty="0">
                  <a:solidFill>
                    <a:schemeClr val="bg1"/>
                  </a:solidFill>
                </a:rPr>
                <a:t>OB 70</a:t>
              </a:r>
            </a:p>
          </p:txBody>
        </p:sp>
      </p:grpSp>
      <p:sp>
        <p:nvSpPr>
          <p:cNvPr id="115" name="Text Box 16">
            <a:extLst>
              <a:ext uri="{FF2B5EF4-FFF2-40B4-BE49-F238E27FC236}">
                <a16:creationId xmlns:a16="http://schemas.microsoft.com/office/drawing/2014/main" id="{1C2A9127-F76A-207A-1529-B6EB61B5AF7C}"/>
              </a:ext>
            </a:extLst>
          </p:cNvPr>
          <p:cNvSpPr txBox="1">
            <a:spLocks noChangeArrowheads="1"/>
          </p:cNvSpPr>
          <p:nvPr>
            <p:custDataLst>
              <p:tags r:id="rId7"/>
            </p:custDataLst>
          </p:nvPr>
        </p:nvSpPr>
        <p:spPr bwMode="auto">
          <a:xfrm>
            <a:off x="6828451" y="5293769"/>
            <a:ext cx="682879"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solidFill>
                  <a:schemeClr val="bg1"/>
                </a:solidFill>
              </a:rPr>
              <a:t>An AR fails</a:t>
            </a:r>
          </a:p>
        </p:txBody>
      </p:sp>
      <p:sp>
        <p:nvSpPr>
          <p:cNvPr id="116" name="Text Box 16">
            <a:extLst>
              <a:ext uri="{FF2B5EF4-FFF2-40B4-BE49-F238E27FC236}">
                <a16:creationId xmlns:a16="http://schemas.microsoft.com/office/drawing/2014/main" id="{A482FF9C-2A0F-AB39-FE03-C4647754B6D2}"/>
              </a:ext>
            </a:extLst>
          </p:cNvPr>
          <p:cNvSpPr txBox="1">
            <a:spLocks noChangeArrowheads="1"/>
          </p:cNvSpPr>
          <p:nvPr>
            <p:custDataLst>
              <p:tags r:id="rId8"/>
            </p:custDataLst>
          </p:nvPr>
        </p:nvSpPr>
        <p:spPr bwMode="auto">
          <a:xfrm>
            <a:off x="9430709" y="5293769"/>
            <a:ext cx="682879"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eaLnBrk="1" hangingPunct="1"/>
            <a:r>
              <a:rPr lang="en-US" altLang="de-DE" sz="999" b="1" dirty="0">
                <a:solidFill>
                  <a:schemeClr val="bg1"/>
                </a:solidFill>
              </a:rPr>
              <a:t>An AR fails</a:t>
            </a:r>
          </a:p>
        </p:txBody>
      </p:sp>
      <p:sp>
        <p:nvSpPr>
          <p:cNvPr id="59" name="Text Box 16">
            <a:extLst>
              <a:ext uri="{FF2B5EF4-FFF2-40B4-BE49-F238E27FC236}">
                <a16:creationId xmlns:a16="http://schemas.microsoft.com/office/drawing/2014/main" id="{147417EA-00FD-780D-AF93-F7CF6DDFFC21}"/>
              </a:ext>
            </a:extLst>
          </p:cNvPr>
          <p:cNvSpPr txBox="1">
            <a:spLocks noChangeArrowheads="1"/>
          </p:cNvSpPr>
          <p:nvPr>
            <p:custDataLst>
              <p:tags r:id="rId9"/>
            </p:custDataLst>
          </p:nvPr>
        </p:nvSpPr>
        <p:spPr bwMode="auto">
          <a:xfrm>
            <a:off x="7418619" y="3974456"/>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p>
          <a:p>
            <a:pPr algn="ctr" eaLnBrk="1" hangingPunct="1"/>
            <a:r>
              <a:rPr lang="en-US" altLang="de-DE" sz="800" b="1" dirty="0"/>
              <a:t>redundant </a:t>
            </a:r>
          </a:p>
        </p:txBody>
      </p:sp>
      <p:sp>
        <p:nvSpPr>
          <p:cNvPr id="63" name="Text Box 16">
            <a:extLst>
              <a:ext uri="{FF2B5EF4-FFF2-40B4-BE49-F238E27FC236}">
                <a16:creationId xmlns:a16="http://schemas.microsoft.com/office/drawing/2014/main" id="{7A827A59-10CD-7349-EFF1-963E766105BF}"/>
              </a:ext>
            </a:extLst>
          </p:cNvPr>
          <p:cNvSpPr txBox="1">
            <a:spLocks noChangeArrowheads="1"/>
          </p:cNvSpPr>
          <p:nvPr>
            <p:custDataLst>
              <p:tags r:id="rId10"/>
            </p:custDataLst>
          </p:nvPr>
        </p:nvSpPr>
        <p:spPr bwMode="auto">
          <a:xfrm>
            <a:off x="10080621" y="4030818"/>
            <a:ext cx="530593" cy="246221"/>
          </a:xfrm>
          <a:prstGeom prst="rect">
            <a:avLst/>
          </a:prstGeom>
          <a:solidFill>
            <a:srgbClr val="92D050"/>
          </a:solidFill>
          <a:ln>
            <a:noFill/>
          </a:ln>
          <a:effec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800" b="1" dirty="0"/>
              <a:t>RUN-</a:t>
            </a:r>
          </a:p>
          <a:p>
            <a:pPr algn="ctr" eaLnBrk="1" hangingPunct="1"/>
            <a:r>
              <a:rPr lang="en-US" altLang="de-DE" sz="800" b="1" dirty="0"/>
              <a:t>redundant </a:t>
            </a:r>
          </a:p>
        </p:txBody>
      </p:sp>
      <p:grpSp>
        <p:nvGrpSpPr>
          <p:cNvPr id="9" name="Gruppieren 8">
            <a:extLst>
              <a:ext uri="{FF2B5EF4-FFF2-40B4-BE49-F238E27FC236}">
                <a16:creationId xmlns:a16="http://schemas.microsoft.com/office/drawing/2014/main" id="{13CEC9B8-2F91-9DAF-6840-CFD5C1EF4BFB}"/>
              </a:ext>
            </a:extLst>
          </p:cNvPr>
          <p:cNvGrpSpPr/>
          <p:nvPr/>
        </p:nvGrpSpPr>
        <p:grpSpPr>
          <a:xfrm>
            <a:off x="7506736" y="573561"/>
            <a:ext cx="501126" cy="443788"/>
            <a:chOff x="3803362" y="1877343"/>
            <a:chExt cx="501126" cy="443788"/>
          </a:xfrm>
        </p:grpSpPr>
        <p:sp>
          <p:nvSpPr>
            <p:cNvPr id="10" name="Explosion: 8 Zacken 9">
              <a:extLst>
                <a:ext uri="{FF2B5EF4-FFF2-40B4-BE49-F238E27FC236}">
                  <a16:creationId xmlns:a16="http://schemas.microsoft.com/office/drawing/2014/main" id="{43737F2B-5791-7266-12E0-2D2875E49884}"/>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1" name="Textfeld 10">
              <a:extLst>
                <a:ext uri="{FF2B5EF4-FFF2-40B4-BE49-F238E27FC236}">
                  <a16:creationId xmlns:a16="http://schemas.microsoft.com/office/drawing/2014/main" id="{B8B89C56-1AF6-F06A-6A22-D77E5B3DA0C1}"/>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
        <p:nvSpPr>
          <p:cNvPr id="3" name="Textfeld 2">
            <a:extLst>
              <a:ext uri="{FF2B5EF4-FFF2-40B4-BE49-F238E27FC236}">
                <a16:creationId xmlns:a16="http://schemas.microsoft.com/office/drawing/2014/main" id="{CDD21147-3D5E-B505-A8B9-7E490CA432C3}"/>
              </a:ext>
            </a:extLst>
          </p:cNvPr>
          <p:cNvSpPr txBox="1"/>
          <p:nvPr/>
        </p:nvSpPr>
        <p:spPr>
          <a:xfrm>
            <a:off x="3291261" y="5947508"/>
            <a:ext cx="4356749" cy="169277"/>
          </a:xfrm>
          <a:prstGeom prst="rect">
            <a:avLst/>
          </a:prstGeom>
          <a:noFill/>
        </p:spPr>
        <p:txBody>
          <a:bodyPr wrap="square" lIns="0" tIns="0" rIns="0" bIns="0" rtlCol="0">
            <a:spAutoFit/>
          </a:bodyPr>
          <a:lstStyle/>
          <a:p>
            <a:pPr algn="l"/>
            <a:r>
              <a:rPr lang="de-DE" sz="1100" dirty="0"/>
              <a:t>1) </a:t>
            </a:r>
            <a:r>
              <a:rPr lang="en-US" sz="1100" b="0" i="0" u="none" strike="noStrike" baseline="0" dirty="0">
                <a:latin typeface="SiemensSansGlobal-Regular"/>
              </a:rPr>
              <a:t>(CPU 1517H / CPU 1518HF with firmware V3.0)</a:t>
            </a:r>
            <a:endParaRPr lang="de-DE" sz="1100" dirty="0"/>
          </a:p>
        </p:txBody>
      </p:sp>
    </p:spTree>
    <p:extLst>
      <p:ext uri="{BB962C8B-B14F-4D97-AF65-F5344CB8AC3E}">
        <p14:creationId xmlns:p14="http://schemas.microsoft.com/office/powerpoint/2010/main" val="21036182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F97E3F02-3D21-4CD5-9925-D4CBB4BB0D6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5" name="Objekt 4" hidden="1">
                        <a:extLst>
                          <a:ext uri="{FF2B5EF4-FFF2-40B4-BE49-F238E27FC236}">
                            <a16:creationId xmlns:a16="http://schemas.microsoft.com/office/drawing/2014/main" id="{F97E3F02-3D21-4CD5-9925-D4CBB4BB0D6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923330"/>
          </a:xfrm>
        </p:spPr>
        <p:txBody>
          <a:bodyPr vert="horz"/>
          <a:lstStyle/>
          <a:p>
            <a:r>
              <a:rPr lang="en-US" dirty="0"/>
              <a:t>Security at R/H </a:t>
            </a:r>
          </a:p>
        </p:txBody>
      </p:sp>
      <p:sp>
        <p:nvSpPr>
          <p:cNvPr id="6" name="Untertitel 5">
            <a:extLst>
              <a:ext uri="{FF2B5EF4-FFF2-40B4-BE49-F238E27FC236}">
                <a16:creationId xmlns:a16="http://schemas.microsoft.com/office/drawing/2014/main" id="{B296FE98-2E58-4EBC-8921-4AC4A069249C}"/>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2005AA33-0C58-4946-9A8A-DD06B903F947}"/>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36187421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hteck 19">
            <a:extLst>
              <a:ext uri="{FF2B5EF4-FFF2-40B4-BE49-F238E27FC236}">
                <a16:creationId xmlns:a16="http://schemas.microsoft.com/office/drawing/2014/main" id="{BD8BCE18-2F80-6D28-BBA5-7A3E799DA77F}"/>
              </a:ext>
            </a:extLst>
          </p:cNvPr>
          <p:cNvSpPr/>
          <p:nvPr/>
        </p:nvSpPr>
        <p:spPr>
          <a:xfrm>
            <a:off x="474338" y="1583692"/>
            <a:ext cx="6354265" cy="47955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21" name="Gerade Verbindung 66">
            <a:extLst>
              <a:ext uri="{FF2B5EF4-FFF2-40B4-BE49-F238E27FC236}">
                <a16:creationId xmlns:a16="http://schemas.microsoft.com/office/drawing/2014/main" id="{34166DF6-14AE-4ADE-A718-8A3ADF097BF7}"/>
              </a:ext>
            </a:extLst>
          </p:cNvPr>
          <p:cNvCxnSpPr/>
          <p:nvPr/>
        </p:nvCxnSpPr>
        <p:spPr bwMode="auto">
          <a:xfrm flipV="1">
            <a:off x="626736" y="3275203"/>
            <a:ext cx="4358848" cy="4276"/>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nvGrpSpPr>
          <p:cNvPr id="23" name="Gruppieren 22">
            <a:extLst>
              <a:ext uri="{FF2B5EF4-FFF2-40B4-BE49-F238E27FC236}">
                <a16:creationId xmlns:a16="http://schemas.microsoft.com/office/drawing/2014/main" id="{20F5948F-A720-4F43-9D01-63DABF4CDC38}"/>
              </a:ext>
            </a:extLst>
          </p:cNvPr>
          <p:cNvGrpSpPr/>
          <p:nvPr/>
        </p:nvGrpSpPr>
        <p:grpSpPr>
          <a:xfrm>
            <a:off x="4201391" y="2655318"/>
            <a:ext cx="116885" cy="682853"/>
            <a:chOff x="7822631" y="2263528"/>
            <a:chExt cx="126000" cy="736103"/>
          </a:xfrm>
        </p:grpSpPr>
        <p:cxnSp>
          <p:nvCxnSpPr>
            <p:cNvPr id="24" name="Gerade Verbindung 108">
              <a:extLst>
                <a:ext uri="{FF2B5EF4-FFF2-40B4-BE49-F238E27FC236}">
                  <a16:creationId xmlns:a16="http://schemas.microsoft.com/office/drawing/2014/main" id="{4CA02809-96CF-4ACE-830C-9222BE1C9686}"/>
                </a:ext>
              </a:extLst>
            </p:cNvPr>
            <p:cNvCxnSpPr>
              <a:endCxn id="25" idx="0"/>
            </p:cNvCxnSpPr>
            <p:nvPr/>
          </p:nvCxnSpPr>
          <p:spPr bwMode="auto">
            <a:xfrm>
              <a:off x="7880868" y="2263528"/>
              <a:ext cx="4763" cy="610103"/>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25" name="Rechteck 24">
              <a:extLst>
                <a:ext uri="{FF2B5EF4-FFF2-40B4-BE49-F238E27FC236}">
                  <a16:creationId xmlns:a16="http://schemas.microsoft.com/office/drawing/2014/main" id="{D77A190C-538A-40B8-B0E7-45FDC6392951}"/>
                </a:ext>
              </a:extLst>
            </p:cNvPr>
            <p:cNvSpPr/>
            <p:nvPr/>
          </p:nvSpPr>
          <p:spPr bwMode="auto">
            <a:xfrm>
              <a:off x="7822631" y="2873631"/>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pic>
        <p:nvPicPr>
          <p:cNvPr id="30" name="product_pc-based-automation.png">
            <a:extLst>
              <a:ext uri="{FF2B5EF4-FFF2-40B4-BE49-F238E27FC236}">
                <a16:creationId xmlns:a16="http://schemas.microsoft.com/office/drawing/2014/main" id="{17D15715-F53A-4ADB-A841-08C9BCB5FA57}"/>
              </a:ext>
            </a:extLst>
          </p:cNvPr>
          <p:cNvPicPr>
            <a:picLocks noChangeAspect="1"/>
          </p:cNvPicPr>
          <p:nvPr>
            <p:custDataLst>
              <p:tags r:id="rId1"/>
            </p:custDataLst>
          </p:nvPr>
        </p:nvPicPr>
        <p:blipFill rotWithShape="1">
          <a:blip r:embed="rId14" cstate="print">
            <a:extLst>
              <a:ext uri="{28A0092B-C50C-407E-A947-70E740481C1C}">
                <a14:useLocalDpi xmlns:a14="http://schemas.microsoft.com/office/drawing/2010/main" val="0"/>
              </a:ext>
            </a:extLst>
          </a:blip>
          <a:srcRect t="11914" b="12453"/>
          <a:stretch/>
        </p:blipFill>
        <p:spPr>
          <a:xfrm>
            <a:off x="3532921" y="1794031"/>
            <a:ext cx="1453825" cy="1099565"/>
          </a:xfrm>
          <a:prstGeom prst="rect">
            <a:avLst/>
          </a:prstGeom>
        </p:spPr>
      </p:pic>
      <p:sp>
        <p:nvSpPr>
          <p:cNvPr id="2" name="Titel 1">
            <a:extLst>
              <a:ext uri="{FF2B5EF4-FFF2-40B4-BE49-F238E27FC236}">
                <a16:creationId xmlns:a16="http://schemas.microsoft.com/office/drawing/2014/main" id="{01FF8783-8957-4145-A140-42B86A578CB9}"/>
              </a:ext>
            </a:extLst>
          </p:cNvPr>
          <p:cNvSpPr>
            <a:spLocks noGrp="1"/>
          </p:cNvSpPr>
          <p:nvPr>
            <p:ph type="title"/>
          </p:nvPr>
        </p:nvSpPr>
        <p:spPr/>
        <p:txBody>
          <a:bodyPr anchor="t"/>
          <a:lstStyle/>
          <a:p>
            <a:r>
              <a:rPr lang="en-US" dirty="0"/>
              <a:t>Security Enhancements</a:t>
            </a:r>
            <a:br>
              <a:rPr lang="en-US" b="0" dirty="0"/>
            </a:br>
            <a:r>
              <a:rPr lang="en-US" b="0" dirty="0"/>
              <a:t>Protection of configuration data / Secure communication to HMI and TIA Portal</a:t>
            </a:r>
          </a:p>
        </p:txBody>
      </p:sp>
      <p:sp>
        <p:nvSpPr>
          <p:cNvPr id="17" name="Fußzeilenplatzhalter 16">
            <a:extLst>
              <a:ext uri="{FF2B5EF4-FFF2-40B4-BE49-F238E27FC236}">
                <a16:creationId xmlns:a16="http://schemas.microsoft.com/office/drawing/2014/main" id="{D34698A1-18EA-456A-9A06-8F95ABDCD8DC}"/>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16" name="product_pc-based-automation.png">
            <a:extLst>
              <a:ext uri="{FF2B5EF4-FFF2-40B4-BE49-F238E27FC236}">
                <a16:creationId xmlns:a16="http://schemas.microsoft.com/office/drawing/2014/main" id="{1201F1D2-202E-4F34-9648-1FB06B8A0AA5}"/>
              </a:ext>
            </a:extLst>
          </p:cNvPr>
          <p:cNvPicPr>
            <a:picLocks noChangeAspect="1"/>
          </p:cNvPicPr>
          <p:nvPr>
            <p:custDataLst>
              <p:tags r:id="rId2"/>
            </p:custDataLst>
          </p:nvPr>
        </p:nvPicPr>
        <p:blipFill rotWithShape="1">
          <a:blip r:embed="rId14" cstate="print">
            <a:extLst>
              <a:ext uri="{28A0092B-C50C-407E-A947-70E740481C1C}">
                <a14:useLocalDpi xmlns:a14="http://schemas.microsoft.com/office/drawing/2010/main" val="0"/>
              </a:ext>
            </a:extLst>
          </a:blip>
          <a:srcRect t="11914" b="12453"/>
          <a:stretch/>
        </p:blipFill>
        <p:spPr>
          <a:xfrm>
            <a:off x="595436" y="1774701"/>
            <a:ext cx="1453825" cy="1099565"/>
          </a:xfrm>
          <a:prstGeom prst="rect">
            <a:avLst/>
          </a:prstGeom>
        </p:spPr>
      </p:pic>
      <p:sp>
        <p:nvSpPr>
          <p:cNvPr id="3" name="Rechteck 2">
            <a:extLst>
              <a:ext uri="{FF2B5EF4-FFF2-40B4-BE49-F238E27FC236}">
                <a16:creationId xmlns:a16="http://schemas.microsoft.com/office/drawing/2014/main" id="{BD8FD757-45F9-4007-9065-E3A057BB46C5}"/>
              </a:ext>
            </a:extLst>
          </p:cNvPr>
          <p:cNvSpPr/>
          <p:nvPr/>
        </p:nvSpPr>
        <p:spPr bwMode="auto">
          <a:xfrm>
            <a:off x="796581" y="1899626"/>
            <a:ext cx="971602" cy="539779"/>
          </a:xfrm>
          <a:prstGeom prst="rect">
            <a:avLst/>
          </a:prstGeom>
          <a:solidFill>
            <a:schemeClr val="tx1"/>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799" b="1" dirty="0">
                <a:solidFill>
                  <a:srgbClr val="000000"/>
                </a:solidFill>
                <a:latin typeface="Arial"/>
                <a:ea typeface="Arial Unicode MS" panose="020B0604020202020204" pitchFamily="34" charset="-128"/>
                <a:cs typeface="Arial Unicode MS" panose="020B0604020202020204" pitchFamily="34" charset="-128"/>
              </a:rPr>
              <a:t>WinCC</a:t>
            </a:r>
          </a:p>
        </p:txBody>
      </p:sp>
      <p:grpSp>
        <p:nvGrpSpPr>
          <p:cNvPr id="26" name="Gruppieren 25">
            <a:extLst>
              <a:ext uri="{FF2B5EF4-FFF2-40B4-BE49-F238E27FC236}">
                <a16:creationId xmlns:a16="http://schemas.microsoft.com/office/drawing/2014/main" id="{81E73706-3D9C-45E3-AC21-6ED07719F3C0}"/>
              </a:ext>
            </a:extLst>
          </p:cNvPr>
          <p:cNvGrpSpPr/>
          <p:nvPr/>
        </p:nvGrpSpPr>
        <p:grpSpPr>
          <a:xfrm>
            <a:off x="1254120" y="2824261"/>
            <a:ext cx="125934" cy="514900"/>
            <a:chOff x="5031474" y="2484463"/>
            <a:chExt cx="126000" cy="515168"/>
          </a:xfrm>
        </p:grpSpPr>
        <p:cxnSp>
          <p:nvCxnSpPr>
            <p:cNvPr id="27" name="Gerade Verbindung 147">
              <a:extLst>
                <a:ext uri="{FF2B5EF4-FFF2-40B4-BE49-F238E27FC236}">
                  <a16:creationId xmlns:a16="http://schemas.microsoft.com/office/drawing/2014/main" id="{32C40D35-662F-4BBA-97EA-8FD64073F268}"/>
                </a:ext>
              </a:extLst>
            </p:cNvPr>
            <p:cNvCxnSpPr>
              <a:endCxn id="28" idx="0"/>
            </p:cNvCxnSpPr>
            <p:nvPr/>
          </p:nvCxnSpPr>
          <p:spPr bwMode="auto">
            <a:xfrm>
              <a:off x="5092271" y="2484463"/>
              <a:ext cx="2203" cy="389168"/>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28" name="Rechteck 27">
              <a:extLst>
                <a:ext uri="{FF2B5EF4-FFF2-40B4-BE49-F238E27FC236}">
                  <a16:creationId xmlns:a16="http://schemas.microsoft.com/office/drawing/2014/main" id="{19E09C9F-C223-417C-9EA9-8FE91CD2BC63}"/>
                </a:ext>
              </a:extLst>
            </p:cNvPr>
            <p:cNvSpPr/>
            <p:nvPr/>
          </p:nvSpPr>
          <p:spPr bwMode="auto">
            <a:xfrm>
              <a:off x="5031474" y="2873631"/>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sp>
        <p:nvSpPr>
          <p:cNvPr id="31" name="Rechteck 30">
            <a:extLst>
              <a:ext uri="{FF2B5EF4-FFF2-40B4-BE49-F238E27FC236}">
                <a16:creationId xmlns:a16="http://schemas.microsoft.com/office/drawing/2014/main" id="{873CD689-A9D3-41D0-9A73-6F7BEE4780BA}"/>
              </a:ext>
            </a:extLst>
          </p:cNvPr>
          <p:cNvSpPr/>
          <p:nvPr/>
        </p:nvSpPr>
        <p:spPr bwMode="auto">
          <a:xfrm>
            <a:off x="3734066" y="1918956"/>
            <a:ext cx="971602" cy="539779"/>
          </a:xfrm>
          <a:prstGeom prst="rect">
            <a:avLst/>
          </a:prstGeom>
          <a:solidFill>
            <a:schemeClr val="tx1"/>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199" b="1" dirty="0">
                <a:solidFill>
                  <a:srgbClr val="000000"/>
                </a:solidFill>
                <a:latin typeface="Arial"/>
                <a:ea typeface="Arial Unicode MS" panose="020B0604020202020204" pitchFamily="34" charset="-128"/>
                <a:cs typeface="Arial Unicode MS" panose="020B0604020202020204" pitchFamily="34" charset="-128"/>
              </a:rPr>
              <a:t>TIA Portal V17</a:t>
            </a:r>
          </a:p>
        </p:txBody>
      </p:sp>
      <p:grpSp>
        <p:nvGrpSpPr>
          <p:cNvPr id="32" name="Gruppieren 31">
            <a:extLst>
              <a:ext uri="{FF2B5EF4-FFF2-40B4-BE49-F238E27FC236}">
                <a16:creationId xmlns:a16="http://schemas.microsoft.com/office/drawing/2014/main" id="{CA4CE32B-FB06-4AB0-B4B3-6F3F06FC3162}"/>
              </a:ext>
            </a:extLst>
          </p:cNvPr>
          <p:cNvGrpSpPr/>
          <p:nvPr/>
        </p:nvGrpSpPr>
        <p:grpSpPr>
          <a:xfrm rot="10800000">
            <a:off x="1762684" y="3221286"/>
            <a:ext cx="116885" cy="682853"/>
            <a:chOff x="7822631" y="2263528"/>
            <a:chExt cx="126000" cy="736103"/>
          </a:xfrm>
        </p:grpSpPr>
        <p:cxnSp>
          <p:nvCxnSpPr>
            <p:cNvPr id="33" name="Gerade Verbindung 108">
              <a:extLst>
                <a:ext uri="{FF2B5EF4-FFF2-40B4-BE49-F238E27FC236}">
                  <a16:creationId xmlns:a16="http://schemas.microsoft.com/office/drawing/2014/main" id="{DBB749D7-2FE0-4576-A079-FA7062C40619}"/>
                </a:ext>
              </a:extLst>
            </p:cNvPr>
            <p:cNvCxnSpPr>
              <a:endCxn id="34" idx="0"/>
            </p:cNvCxnSpPr>
            <p:nvPr/>
          </p:nvCxnSpPr>
          <p:spPr bwMode="auto">
            <a:xfrm>
              <a:off x="7880868" y="2263528"/>
              <a:ext cx="4763" cy="610103"/>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4" name="Rechteck 33">
              <a:extLst>
                <a:ext uri="{FF2B5EF4-FFF2-40B4-BE49-F238E27FC236}">
                  <a16:creationId xmlns:a16="http://schemas.microsoft.com/office/drawing/2014/main" id="{E6C39ED5-AD0D-4A12-8091-BA7AD13C521B}"/>
                </a:ext>
              </a:extLst>
            </p:cNvPr>
            <p:cNvSpPr/>
            <p:nvPr/>
          </p:nvSpPr>
          <p:spPr bwMode="auto">
            <a:xfrm>
              <a:off x="7822631" y="2873631"/>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grpSp>
        <p:nvGrpSpPr>
          <p:cNvPr id="35" name="Gruppieren 34">
            <a:extLst>
              <a:ext uri="{FF2B5EF4-FFF2-40B4-BE49-F238E27FC236}">
                <a16:creationId xmlns:a16="http://schemas.microsoft.com/office/drawing/2014/main" id="{AE0BB43D-D766-49F3-8686-C1FF7F335B4E}"/>
              </a:ext>
            </a:extLst>
          </p:cNvPr>
          <p:cNvGrpSpPr/>
          <p:nvPr/>
        </p:nvGrpSpPr>
        <p:grpSpPr>
          <a:xfrm rot="10800000">
            <a:off x="3206355" y="3221286"/>
            <a:ext cx="116885" cy="682853"/>
            <a:chOff x="7822631" y="2263528"/>
            <a:chExt cx="126000" cy="736103"/>
          </a:xfrm>
        </p:grpSpPr>
        <p:cxnSp>
          <p:nvCxnSpPr>
            <p:cNvPr id="36" name="Gerade Verbindung 108">
              <a:extLst>
                <a:ext uri="{FF2B5EF4-FFF2-40B4-BE49-F238E27FC236}">
                  <a16:creationId xmlns:a16="http://schemas.microsoft.com/office/drawing/2014/main" id="{86355A3E-C4C1-4F5E-9EF8-CCC3E03788B1}"/>
                </a:ext>
              </a:extLst>
            </p:cNvPr>
            <p:cNvCxnSpPr>
              <a:endCxn id="37" idx="0"/>
            </p:cNvCxnSpPr>
            <p:nvPr/>
          </p:nvCxnSpPr>
          <p:spPr bwMode="auto">
            <a:xfrm>
              <a:off x="7880868" y="2263528"/>
              <a:ext cx="4763" cy="610103"/>
            </a:xfrm>
            <a:prstGeom prst="line">
              <a:avLst/>
            </a:prstGeom>
            <a:solidFill>
              <a:schemeClr val="tx2"/>
            </a:solidFill>
            <a:ln w="28575" cap="flat" cmpd="sng" algn="ctr">
              <a:solidFill>
                <a:srgbClr val="00963F"/>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7" name="Rechteck 36">
              <a:extLst>
                <a:ext uri="{FF2B5EF4-FFF2-40B4-BE49-F238E27FC236}">
                  <a16:creationId xmlns:a16="http://schemas.microsoft.com/office/drawing/2014/main" id="{CFEAF5E6-2B76-4458-ABC5-843DA81C27B2}"/>
                </a:ext>
              </a:extLst>
            </p:cNvPr>
            <p:cNvSpPr/>
            <p:nvPr/>
          </p:nvSpPr>
          <p:spPr bwMode="auto">
            <a:xfrm>
              <a:off x="7822631" y="2873631"/>
              <a:ext cx="126000" cy="126000"/>
            </a:xfrm>
            <a:prstGeom prst="rect">
              <a:avLst/>
            </a:prstGeom>
            <a:solidFill>
              <a:srgbClr val="D2D741"/>
            </a:solidFill>
            <a:ln w="9525" cap="flat" cmpd="sng" algn="ctr">
              <a:solidFill>
                <a:srgbClr val="00963F"/>
              </a:solidFill>
              <a:prstDash val="solid"/>
              <a:round/>
              <a:headEnd type="none" w="med" len="med"/>
              <a:tailEnd type="none" w="med" len="med"/>
            </a:ln>
            <a:effectLst/>
          </p:spPr>
          <p:txBody>
            <a:bodyPr rtlCol="0" anchor="ctr"/>
            <a:lstStyle/>
            <a:p>
              <a:pPr algn="ctr"/>
              <a:endParaRPr lang="en-US" sz="1199" b="1" dirty="0"/>
            </a:p>
          </p:txBody>
        </p:sp>
      </p:grpSp>
      <p:sp>
        <p:nvSpPr>
          <p:cNvPr id="29" name="Rechteck: abgerundete Ecken 28">
            <a:extLst>
              <a:ext uri="{FF2B5EF4-FFF2-40B4-BE49-F238E27FC236}">
                <a16:creationId xmlns:a16="http://schemas.microsoft.com/office/drawing/2014/main" id="{25EB0306-096C-4CD5-8A0F-A4A4550FDFFF}"/>
              </a:ext>
            </a:extLst>
          </p:cNvPr>
          <p:cNvSpPr/>
          <p:nvPr/>
        </p:nvSpPr>
        <p:spPr bwMode="auto">
          <a:xfrm>
            <a:off x="1166020" y="4330013"/>
            <a:ext cx="2624545" cy="1159811"/>
          </a:xfrm>
          <a:prstGeom prst="roundRect">
            <a:avLst/>
          </a:prstGeom>
          <a:noFill/>
          <a:ln w="28575">
            <a:solidFill>
              <a:srgbClr val="00B050"/>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grpSp>
        <p:nvGrpSpPr>
          <p:cNvPr id="5" name="Gruppieren 4">
            <a:extLst>
              <a:ext uri="{FF2B5EF4-FFF2-40B4-BE49-F238E27FC236}">
                <a16:creationId xmlns:a16="http://schemas.microsoft.com/office/drawing/2014/main" id="{A5CDAA52-83F6-4118-BE73-39BC75BEF8E7}"/>
              </a:ext>
            </a:extLst>
          </p:cNvPr>
          <p:cNvGrpSpPr/>
          <p:nvPr/>
        </p:nvGrpSpPr>
        <p:grpSpPr>
          <a:xfrm>
            <a:off x="1399849" y="3878816"/>
            <a:ext cx="2211725" cy="639977"/>
            <a:chOff x="1877383" y="3319169"/>
            <a:chExt cx="2212877" cy="640310"/>
          </a:xfrm>
          <a:solidFill>
            <a:schemeClr val="tx1"/>
          </a:solidFill>
        </p:grpSpPr>
        <p:grpSp>
          <p:nvGrpSpPr>
            <p:cNvPr id="6" name="Gruppieren 5">
              <a:extLst>
                <a:ext uri="{FF2B5EF4-FFF2-40B4-BE49-F238E27FC236}">
                  <a16:creationId xmlns:a16="http://schemas.microsoft.com/office/drawing/2014/main" id="{EA28230B-DB1D-4521-BD73-23483E9FCEE8}"/>
                </a:ext>
              </a:extLst>
            </p:cNvPr>
            <p:cNvGrpSpPr/>
            <p:nvPr/>
          </p:nvGrpSpPr>
          <p:grpSpPr>
            <a:xfrm>
              <a:off x="1877383" y="3319169"/>
              <a:ext cx="774297" cy="640310"/>
              <a:chOff x="5633257" y="2448326"/>
              <a:chExt cx="3891741" cy="2958295"/>
            </a:xfrm>
            <a:grpFill/>
          </p:grpSpPr>
          <p:pic>
            <p:nvPicPr>
              <p:cNvPr id="13" name="product_simatic-s7-1500.png">
                <a:extLst>
                  <a:ext uri="{FF2B5EF4-FFF2-40B4-BE49-F238E27FC236}">
                    <a16:creationId xmlns:a16="http://schemas.microsoft.com/office/drawing/2014/main" id="{7B52FECE-E81C-4840-808E-CC210DE41E1F}"/>
                  </a:ext>
                </a:extLst>
              </p:cNvPr>
              <p:cNvPicPr>
                <a:picLocks noChangeAspect="1"/>
              </p:cNvPicPr>
              <p:nvPr>
                <p:custDataLst>
                  <p:tags r:id="rId10"/>
                </p:custDataLst>
              </p:nvPr>
            </p:nvPicPr>
            <p:blipFill rotWithShape="1">
              <a:blip r:embed="rId15"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4" name="product_simatic-s7-1500.png">
                <a:extLst>
                  <a:ext uri="{FF2B5EF4-FFF2-40B4-BE49-F238E27FC236}">
                    <a16:creationId xmlns:a16="http://schemas.microsoft.com/office/drawing/2014/main" id="{D4E31EBA-A409-42C0-888C-D86408176472}"/>
                  </a:ext>
                </a:extLst>
              </p:cNvPr>
              <p:cNvPicPr>
                <a:picLocks noChangeAspect="1"/>
              </p:cNvPicPr>
              <p:nvPr>
                <p:custDataLst>
                  <p:tags r:id="rId11"/>
                </p:custDataLst>
              </p:nvPr>
            </p:nvPicPr>
            <p:blipFill rotWithShape="1">
              <a:blip r:embed="rId1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5" name="product_simatic-s7-1500.png">
                <a:extLst>
                  <a:ext uri="{FF2B5EF4-FFF2-40B4-BE49-F238E27FC236}">
                    <a16:creationId xmlns:a16="http://schemas.microsoft.com/office/drawing/2014/main" id="{7DC94732-BF6D-49ED-A730-00E87EA39671}"/>
                  </a:ext>
                </a:extLst>
              </p:cNvPr>
              <p:cNvPicPr>
                <a:picLocks noChangeAspect="1"/>
              </p:cNvPicPr>
              <p:nvPr>
                <p:custDataLst>
                  <p:tags r:id="rId12"/>
                </p:custDataLst>
              </p:nvPr>
            </p:nvPicPr>
            <p:blipFill rotWithShape="1">
              <a:blip r:embed="rId1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7" name="Gruppieren 6">
              <a:extLst>
                <a:ext uri="{FF2B5EF4-FFF2-40B4-BE49-F238E27FC236}">
                  <a16:creationId xmlns:a16="http://schemas.microsoft.com/office/drawing/2014/main" id="{17B94CBB-854B-43F6-ADCD-41F6B41FAAD1}"/>
                </a:ext>
              </a:extLst>
            </p:cNvPr>
            <p:cNvGrpSpPr/>
            <p:nvPr/>
          </p:nvGrpSpPr>
          <p:grpSpPr>
            <a:xfrm>
              <a:off x="3315963" y="3319169"/>
              <a:ext cx="774297" cy="640310"/>
              <a:chOff x="5633257" y="2448326"/>
              <a:chExt cx="3891741" cy="2958295"/>
            </a:xfrm>
            <a:grpFill/>
          </p:grpSpPr>
          <p:pic>
            <p:nvPicPr>
              <p:cNvPr id="10" name="product_simatic-s7-1500.png">
                <a:extLst>
                  <a:ext uri="{FF2B5EF4-FFF2-40B4-BE49-F238E27FC236}">
                    <a16:creationId xmlns:a16="http://schemas.microsoft.com/office/drawing/2014/main" id="{421E88DF-E0F0-4D8A-BF8B-6F4DA5965CF9}"/>
                  </a:ext>
                </a:extLst>
              </p:cNvPr>
              <p:cNvPicPr>
                <a:picLocks noChangeAspect="1"/>
              </p:cNvPicPr>
              <p:nvPr>
                <p:custDataLst>
                  <p:tags r:id="rId7"/>
                </p:custDataLst>
              </p:nvPr>
            </p:nvPicPr>
            <p:blipFill rotWithShape="1">
              <a:blip r:embed="rId15"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1" name="product_simatic-s7-1500.png">
                <a:extLst>
                  <a:ext uri="{FF2B5EF4-FFF2-40B4-BE49-F238E27FC236}">
                    <a16:creationId xmlns:a16="http://schemas.microsoft.com/office/drawing/2014/main" id="{AEF858AB-80CF-44A5-A9DC-8A120E8FAFC2}"/>
                  </a:ext>
                </a:extLst>
              </p:cNvPr>
              <p:cNvPicPr>
                <a:picLocks noChangeAspect="1"/>
              </p:cNvPicPr>
              <p:nvPr>
                <p:custDataLst>
                  <p:tags r:id="rId8"/>
                </p:custDataLst>
              </p:nvPr>
            </p:nvPicPr>
            <p:blipFill rotWithShape="1">
              <a:blip r:embed="rId1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2" name="product_simatic-s7-1500.png">
                <a:extLst>
                  <a:ext uri="{FF2B5EF4-FFF2-40B4-BE49-F238E27FC236}">
                    <a16:creationId xmlns:a16="http://schemas.microsoft.com/office/drawing/2014/main" id="{C604ECFA-D787-4CFD-A361-5C5936311B2B}"/>
                  </a:ext>
                </a:extLst>
              </p:cNvPr>
              <p:cNvPicPr>
                <a:picLocks noChangeAspect="1"/>
              </p:cNvPicPr>
              <p:nvPr>
                <p:custDataLst>
                  <p:tags r:id="rId9"/>
                </p:custDataLst>
              </p:nvPr>
            </p:nvPicPr>
            <p:blipFill rotWithShape="1">
              <a:blip r:embed="rId1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8" name="Line 29">
              <a:extLst>
                <a:ext uri="{FF2B5EF4-FFF2-40B4-BE49-F238E27FC236}">
                  <a16:creationId xmlns:a16="http://schemas.microsoft.com/office/drawing/2014/main" id="{A16678DF-8B15-4C23-9F68-2D966DD2E3C9}"/>
                </a:ext>
              </a:extLst>
            </p:cNvPr>
            <p:cNvSpPr>
              <a:spLocks noChangeShapeType="1"/>
            </p:cNvSpPr>
            <p:nvPr/>
          </p:nvSpPr>
          <p:spPr bwMode="auto">
            <a:xfrm>
              <a:off x="2651681" y="3835403"/>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sp>
          <p:nvSpPr>
            <p:cNvPr id="9" name="Line 30">
              <a:extLst>
                <a:ext uri="{FF2B5EF4-FFF2-40B4-BE49-F238E27FC236}">
                  <a16:creationId xmlns:a16="http://schemas.microsoft.com/office/drawing/2014/main" id="{698DB4D1-E4B3-4E4D-9D7D-6B6650C560D5}"/>
                </a:ext>
              </a:extLst>
            </p:cNvPr>
            <p:cNvSpPr>
              <a:spLocks noChangeShapeType="1"/>
            </p:cNvSpPr>
            <p:nvPr/>
          </p:nvSpPr>
          <p:spPr bwMode="auto">
            <a:xfrm>
              <a:off x="2651680" y="3887064"/>
              <a:ext cx="664283"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p>
          </p:txBody>
        </p:sp>
      </p:grpSp>
      <p:pic>
        <p:nvPicPr>
          <p:cNvPr id="18" name="product_comfort-panel.png">
            <a:extLst>
              <a:ext uri="{FF2B5EF4-FFF2-40B4-BE49-F238E27FC236}">
                <a16:creationId xmlns:a16="http://schemas.microsoft.com/office/drawing/2014/main" id="{94C40DB2-B9D8-4198-A0C9-84BF813D5B7A}"/>
              </a:ext>
            </a:extLst>
          </p:cNvPr>
          <p:cNvPicPr>
            <a:picLocks noChangeAspect="1"/>
          </p:cNvPicPr>
          <p:nvPr>
            <p:custDataLst>
              <p:tags r:id="rId3"/>
            </p:custDataLst>
          </p:nvPr>
        </p:nvPicPr>
        <p:blipFill rotWithShape="1">
          <a:blip r:embed="rId17" cstate="print">
            <a:extLst>
              <a:ext uri="{28A0092B-C50C-407E-A947-70E740481C1C}">
                <a14:useLocalDpi xmlns:a14="http://schemas.microsoft.com/office/drawing/2010/main" val="0"/>
              </a:ext>
            </a:extLst>
          </a:blip>
          <a:srcRect t="8123" b="8285"/>
          <a:stretch/>
        </p:blipFill>
        <p:spPr>
          <a:xfrm>
            <a:off x="2124447" y="5332819"/>
            <a:ext cx="865049" cy="723105"/>
          </a:xfrm>
          <a:prstGeom prst="rect">
            <a:avLst/>
          </a:prstGeom>
          <a:solidFill>
            <a:srgbClr val="FFFFFF"/>
          </a:solidFill>
        </p:spPr>
      </p:pic>
      <p:sp>
        <p:nvSpPr>
          <p:cNvPr id="38" name="Pfeil: nach oben und unten 37">
            <a:extLst>
              <a:ext uri="{FF2B5EF4-FFF2-40B4-BE49-F238E27FC236}">
                <a16:creationId xmlns:a16="http://schemas.microsoft.com/office/drawing/2014/main" id="{45CB32B1-24FA-40C8-AE5C-101D24D6A137}"/>
              </a:ext>
            </a:extLst>
          </p:cNvPr>
          <p:cNvSpPr/>
          <p:nvPr/>
        </p:nvSpPr>
        <p:spPr bwMode="auto">
          <a:xfrm rot="19160685">
            <a:off x="1685804" y="2794499"/>
            <a:ext cx="436710" cy="1078564"/>
          </a:xfrm>
          <a:prstGeom prst="upDownArrow">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39" name="Pfeil: nach oben und unten 38">
            <a:extLst>
              <a:ext uri="{FF2B5EF4-FFF2-40B4-BE49-F238E27FC236}">
                <a16:creationId xmlns:a16="http://schemas.microsoft.com/office/drawing/2014/main" id="{47304ADE-E95D-47C6-81B1-880B697E6869}"/>
              </a:ext>
            </a:extLst>
          </p:cNvPr>
          <p:cNvSpPr/>
          <p:nvPr/>
        </p:nvSpPr>
        <p:spPr bwMode="auto">
          <a:xfrm rot="2212719">
            <a:off x="3086048" y="2786555"/>
            <a:ext cx="436710" cy="1078564"/>
          </a:xfrm>
          <a:prstGeom prst="upDownArrow">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40" name="Pfeil: nach oben und unten 39">
            <a:extLst>
              <a:ext uri="{FF2B5EF4-FFF2-40B4-BE49-F238E27FC236}">
                <a16:creationId xmlns:a16="http://schemas.microsoft.com/office/drawing/2014/main" id="{62B4CAED-EBB0-4569-B88D-B291E3F7EDCD}"/>
              </a:ext>
            </a:extLst>
          </p:cNvPr>
          <p:cNvSpPr/>
          <p:nvPr/>
        </p:nvSpPr>
        <p:spPr bwMode="auto">
          <a:xfrm>
            <a:off x="2338616" y="4535213"/>
            <a:ext cx="436710" cy="961737"/>
          </a:xfrm>
          <a:prstGeom prst="upDownArrow">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pic>
        <p:nvPicPr>
          <p:cNvPr id="43" name="Grafik 42" descr="Schloss">
            <a:extLst>
              <a:ext uri="{FF2B5EF4-FFF2-40B4-BE49-F238E27FC236}">
                <a16:creationId xmlns:a16="http://schemas.microsoft.com/office/drawing/2014/main" id="{5A7C737A-4DF0-4D41-BBA8-CC15A00F8E7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885725" y="2781445"/>
            <a:ext cx="380291" cy="395276"/>
          </a:xfrm>
          <a:prstGeom prst="rect">
            <a:avLst/>
          </a:prstGeom>
        </p:spPr>
      </p:pic>
      <p:pic>
        <p:nvPicPr>
          <p:cNvPr id="47" name="Grafik 46" descr="Schloss">
            <a:extLst>
              <a:ext uri="{FF2B5EF4-FFF2-40B4-BE49-F238E27FC236}">
                <a16:creationId xmlns:a16="http://schemas.microsoft.com/office/drawing/2014/main" id="{9F70B37A-C412-438D-920A-795CBB7FD38D}"/>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956217" y="2781445"/>
            <a:ext cx="380291" cy="395276"/>
          </a:xfrm>
          <a:prstGeom prst="rect">
            <a:avLst/>
          </a:prstGeom>
        </p:spPr>
      </p:pic>
      <p:pic>
        <p:nvPicPr>
          <p:cNvPr id="48" name="Grafik 47" descr="Schloss">
            <a:extLst>
              <a:ext uri="{FF2B5EF4-FFF2-40B4-BE49-F238E27FC236}">
                <a16:creationId xmlns:a16="http://schemas.microsoft.com/office/drawing/2014/main" id="{78B1582D-1E8F-4AA3-B086-E996BD18D4F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071713" y="4613448"/>
            <a:ext cx="380291" cy="395276"/>
          </a:xfrm>
          <a:prstGeom prst="rect">
            <a:avLst/>
          </a:prstGeom>
        </p:spPr>
      </p:pic>
      <p:grpSp>
        <p:nvGrpSpPr>
          <p:cNvPr id="50" name="Gruppieren 49">
            <a:extLst>
              <a:ext uri="{FF2B5EF4-FFF2-40B4-BE49-F238E27FC236}">
                <a16:creationId xmlns:a16="http://schemas.microsoft.com/office/drawing/2014/main" id="{9C21437B-DBE3-4B61-A362-CC7AD3B50A54}"/>
              </a:ext>
            </a:extLst>
          </p:cNvPr>
          <p:cNvGrpSpPr/>
          <p:nvPr/>
        </p:nvGrpSpPr>
        <p:grpSpPr>
          <a:xfrm>
            <a:off x="4656590" y="3412979"/>
            <a:ext cx="2048012" cy="1588252"/>
            <a:chOff x="5633257" y="2448326"/>
            <a:chExt cx="3891741" cy="2958295"/>
          </a:xfrm>
          <a:solidFill>
            <a:schemeClr val="tx1"/>
          </a:solidFill>
        </p:grpSpPr>
        <p:pic>
          <p:nvPicPr>
            <p:cNvPr id="57" name="product_simatic-s7-1500.png">
              <a:extLst>
                <a:ext uri="{FF2B5EF4-FFF2-40B4-BE49-F238E27FC236}">
                  <a16:creationId xmlns:a16="http://schemas.microsoft.com/office/drawing/2014/main" id="{66224416-A60E-4573-87A0-AB09DC5C1683}"/>
                </a:ext>
              </a:extLst>
            </p:cNvPr>
            <p:cNvPicPr>
              <a:picLocks noChangeAspect="1"/>
            </p:cNvPicPr>
            <p:nvPr>
              <p:custDataLst>
                <p:tags r:id="rId4"/>
              </p:custDataLst>
            </p:nvPr>
          </p:nvPicPr>
          <p:blipFill rotWithShape="1">
            <a:blip r:embed="rId15"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58" name="product_simatic-s7-1500.png">
              <a:extLst>
                <a:ext uri="{FF2B5EF4-FFF2-40B4-BE49-F238E27FC236}">
                  <a16:creationId xmlns:a16="http://schemas.microsoft.com/office/drawing/2014/main" id="{DCE18ED5-79C8-4DB2-B612-C2D3F474C023}"/>
                </a:ext>
              </a:extLst>
            </p:cNvPr>
            <p:cNvPicPr>
              <a:picLocks noChangeAspect="1"/>
            </p:cNvPicPr>
            <p:nvPr>
              <p:custDataLst>
                <p:tags r:id="rId5"/>
              </p:custDataLst>
            </p:nvPr>
          </p:nvPicPr>
          <p:blipFill rotWithShape="1">
            <a:blip r:embed="rId1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59" name="product_simatic-s7-1500.png">
              <a:extLst>
                <a:ext uri="{FF2B5EF4-FFF2-40B4-BE49-F238E27FC236}">
                  <a16:creationId xmlns:a16="http://schemas.microsoft.com/office/drawing/2014/main" id="{79FE089E-D3CC-4E6C-8ECF-1424DFCE36F8}"/>
                </a:ext>
              </a:extLst>
            </p:cNvPr>
            <p:cNvPicPr>
              <a:picLocks noChangeAspect="1"/>
            </p:cNvPicPr>
            <p:nvPr>
              <p:custDataLst>
                <p:tags r:id="rId6"/>
              </p:custDataLst>
            </p:nvPr>
          </p:nvPicPr>
          <p:blipFill rotWithShape="1">
            <a:blip r:embed="rId1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63" name="Freihandform: Form 62">
            <a:extLst>
              <a:ext uri="{FF2B5EF4-FFF2-40B4-BE49-F238E27FC236}">
                <a16:creationId xmlns:a16="http://schemas.microsoft.com/office/drawing/2014/main" id="{1FAEFE01-A728-4D3D-AE5E-A511523C9654}"/>
              </a:ext>
            </a:extLst>
          </p:cNvPr>
          <p:cNvSpPr/>
          <p:nvPr/>
        </p:nvSpPr>
        <p:spPr bwMode="auto">
          <a:xfrm>
            <a:off x="3676391" y="3412978"/>
            <a:ext cx="950245" cy="1573980"/>
          </a:xfrm>
          <a:custGeom>
            <a:avLst/>
            <a:gdLst>
              <a:gd name="connsiteX0" fmla="*/ 2444 w 1399444"/>
              <a:gd name="connsiteY0" fmla="*/ 469900 h 1574800"/>
              <a:gd name="connsiteX1" fmla="*/ 1399444 w 1399444"/>
              <a:gd name="connsiteY1" fmla="*/ 0 h 1574800"/>
              <a:gd name="connsiteX2" fmla="*/ 1399444 w 1399444"/>
              <a:gd name="connsiteY2" fmla="*/ 1574800 h 1574800"/>
              <a:gd name="connsiteX3" fmla="*/ 2444 w 1399444"/>
              <a:gd name="connsiteY3" fmla="*/ 1047750 h 1574800"/>
              <a:gd name="connsiteX4" fmla="*/ 2444 w 1399444"/>
              <a:gd name="connsiteY4" fmla="*/ 469900 h 157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9444" h="1574800">
                <a:moveTo>
                  <a:pt x="2444" y="469900"/>
                </a:moveTo>
                <a:lnTo>
                  <a:pt x="1399444" y="0"/>
                </a:lnTo>
                <a:lnTo>
                  <a:pt x="1399444" y="1574800"/>
                </a:lnTo>
                <a:lnTo>
                  <a:pt x="2444" y="1047750"/>
                </a:lnTo>
                <a:cubicBezTo>
                  <a:pt x="327" y="859367"/>
                  <a:pt x="-1789" y="670983"/>
                  <a:pt x="2444" y="469900"/>
                </a:cubicBezTo>
                <a:close/>
              </a:path>
            </a:pathLst>
          </a:custGeom>
          <a:solidFill>
            <a:srgbClr val="CDD9E1"/>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64" name="Zylinder 63">
            <a:extLst>
              <a:ext uri="{FF2B5EF4-FFF2-40B4-BE49-F238E27FC236}">
                <a16:creationId xmlns:a16="http://schemas.microsoft.com/office/drawing/2014/main" id="{A94B8EED-DA94-4F26-8FAA-F7BF398CBD0F}"/>
              </a:ext>
            </a:extLst>
          </p:cNvPr>
          <p:cNvSpPr/>
          <p:nvPr/>
        </p:nvSpPr>
        <p:spPr bwMode="auto">
          <a:xfrm>
            <a:off x="5617264" y="3796447"/>
            <a:ext cx="647735" cy="821313"/>
          </a:xfrm>
          <a:prstGeom prst="can">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83" name="Textfeld 82">
            <a:extLst>
              <a:ext uri="{FF2B5EF4-FFF2-40B4-BE49-F238E27FC236}">
                <a16:creationId xmlns:a16="http://schemas.microsoft.com/office/drawing/2014/main" id="{FD08AAE6-9175-49FE-AB33-BB7F170C1F25}"/>
              </a:ext>
            </a:extLst>
          </p:cNvPr>
          <p:cNvSpPr txBox="1"/>
          <p:nvPr/>
        </p:nvSpPr>
        <p:spPr>
          <a:xfrm>
            <a:off x="7685398" y="2324484"/>
            <a:ext cx="4040756" cy="2288965"/>
          </a:xfrm>
          <a:prstGeom prst="rect">
            <a:avLst/>
          </a:prstGeom>
          <a:noFill/>
        </p:spPr>
        <p:txBody>
          <a:bodyPr vert="horz" wrap="square" lIns="0" tIns="0" rIns="0" bIns="0" rtlCol="0">
            <a:noAutofit/>
          </a:bodyPr>
          <a:lstStyle/>
          <a:p>
            <a:pPr>
              <a:lnSpc>
                <a:spcPct val="110000"/>
              </a:lnSpc>
            </a:pPr>
            <a:r>
              <a:rPr lang="en-US" sz="1799" dirty="0">
                <a:latin typeface="Arial"/>
                <a:ea typeface="Arial Unicode MS" panose="020B0604020202020204" pitchFamily="34" charset="-128"/>
                <a:cs typeface="Arial Unicode MS" panose="020B0604020202020204" pitchFamily="34" charset="-128"/>
              </a:rPr>
              <a:t>Protection of configuration data</a:t>
            </a:r>
          </a:p>
          <a:p>
            <a:pPr fontAlgn="base">
              <a:lnSpc>
                <a:spcPct val="110000"/>
              </a:lnSpc>
              <a:spcAft>
                <a:spcPct val="0"/>
              </a:spcAft>
            </a:pPr>
            <a:endParaRPr lang="en-US" sz="1799" dirty="0">
              <a:latin typeface="Arial"/>
              <a:ea typeface="Arial Unicode MS" panose="020B0604020202020204" pitchFamily="34" charset="-128"/>
              <a:cs typeface="Arial Unicode MS" panose="020B0604020202020204" pitchFamily="34" charset="-128"/>
            </a:endParaRPr>
          </a:p>
          <a:p>
            <a:pPr fontAlgn="base">
              <a:lnSpc>
                <a:spcPct val="110000"/>
              </a:lnSpc>
              <a:spcAft>
                <a:spcPct val="0"/>
              </a:spcAft>
            </a:pPr>
            <a:r>
              <a:rPr lang="en-US" sz="1799" dirty="0">
                <a:latin typeface="Arial"/>
                <a:ea typeface="Arial Unicode MS" panose="020B0604020202020204" pitchFamily="34" charset="-128"/>
                <a:cs typeface="Arial Unicode MS" panose="020B0604020202020204" pitchFamily="34" charset="-128"/>
              </a:rPr>
              <a:t>Secure communication between controllers and TIA Portal V17</a:t>
            </a:r>
          </a:p>
          <a:p>
            <a:pPr fontAlgn="base">
              <a:lnSpc>
                <a:spcPct val="110000"/>
              </a:lnSpc>
              <a:spcAft>
                <a:spcPct val="0"/>
              </a:spcAft>
            </a:pPr>
            <a:endParaRPr lang="en-US" sz="1799" dirty="0">
              <a:latin typeface="Arial"/>
              <a:ea typeface="Arial Unicode MS" panose="020B0604020202020204" pitchFamily="34" charset="-128"/>
              <a:cs typeface="Arial Unicode MS" panose="020B0604020202020204" pitchFamily="34" charset="-128"/>
            </a:endParaRPr>
          </a:p>
          <a:p>
            <a:pPr>
              <a:lnSpc>
                <a:spcPct val="110000"/>
              </a:lnSpc>
            </a:pPr>
            <a:r>
              <a:rPr lang="en-US" sz="1799" dirty="0">
                <a:latin typeface="Arial"/>
                <a:ea typeface="Arial Unicode MS" panose="020B0604020202020204" pitchFamily="34" charset="-128"/>
                <a:cs typeface="Arial Unicode MS" panose="020B0604020202020204" pitchFamily="34" charset="-128"/>
              </a:rPr>
              <a:t>Secure communication between controllers and HMI </a:t>
            </a:r>
          </a:p>
          <a:p>
            <a:pPr>
              <a:lnSpc>
                <a:spcPct val="110000"/>
              </a:lnSpc>
            </a:pPr>
            <a:endParaRPr lang="en-US" sz="1799" dirty="0">
              <a:latin typeface="Arial"/>
              <a:ea typeface="Arial Unicode MS" panose="020B0604020202020204" pitchFamily="34" charset="-128"/>
              <a:cs typeface="Arial Unicode MS" panose="020B0604020202020204" pitchFamily="34" charset="-128"/>
            </a:endParaRPr>
          </a:p>
        </p:txBody>
      </p:sp>
      <p:sp>
        <p:nvSpPr>
          <p:cNvPr id="4" name="Ellipse 3">
            <a:extLst>
              <a:ext uri="{FF2B5EF4-FFF2-40B4-BE49-F238E27FC236}">
                <a16:creationId xmlns:a16="http://schemas.microsoft.com/office/drawing/2014/main" id="{1E5D81B8-2E8F-4573-B785-C2671CDB20B8}"/>
              </a:ext>
            </a:extLst>
          </p:cNvPr>
          <p:cNvSpPr/>
          <p:nvPr/>
        </p:nvSpPr>
        <p:spPr bwMode="auto">
          <a:xfrm>
            <a:off x="3116266" y="3159254"/>
            <a:ext cx="359813" cy="359813"/>
          </a:xfrm>
          <a:prstGeom prst="ellipse">
            <a:avLst/>
          </a:prstGeom>
          <a:solidFill>
            <a:srgbClr val="00646E"/>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799" dirty="0">
                <a:latin typeface="Arial"/>
                <a:ea typeface="Arial Unicode MS" panose="020B0604020202020204" pitchFamily="34" charset="-128"/>
                <a:cs typeface="Arial Unicode MS" panose="020B0604020202020204" pitchFamily="34" charset="-128"/>
              </a:rPr>
              <a:t>2</a:t>
            </a:r>
          </a:p>
        </p:txBody>
      </p:sp>
      <p:sp>
        <p:nvSpPr>
          <p:cNvPr id="66" name="Ellipse 65">
            <a:extLst>
              <a:ext uri="{FF2B5EF4-FFF2-40B4-BE49-F238E27FC236}">
                <a16:creationId xmlns:a16="http://schemas.microsoft.com/office/drawing/2014/main" id="{AEF9F445-0EF9-4FC3-8C30-61BE8FFAEB74}"/>
              </a:ext>
            </a:extLst>
          </p:cNvPr>
          <p:cNvSpPr/>
          <p:nvPr/>
        </p:nvSpPr>
        <p:spPr bwMode="auto">
          <a:xfrm>
            <a:off x="1720664" y="3145930"/>
            <a:ext cx="359813" cy="359813"/>
          </a:xfrm>
          <a:prstGeom prst="ellipse">
            <a:avLst/>
          </a:prstGeom>
          <a:solidFill>
            <a:srgbClr val="00646E"/>
          </a:solidFill>
          <a:ln>
            <a:noFill/>
          </a:ln>
          <a:effectLst/>
        </p:spPr>
        <p:txBody>
          <a:bodyPr wrap="square" lIns="107944" tIns="53972" rIns="107944" bIns="53972" numCol="1" spcCol="72000" rtlCol="0" anchor="ctr">
            <a:noAutofit/>
          </a:bodyPr>
          <a:lstStyle/>
          <a:p>
            <a:pPr algn="ctr">
              <a:lnSpc>
                <a:spcPct val="110000"/>
              </a:lnSpc>
              <a:spcBef>
                <a:spcPct val="0"/>
              </a:spcBef>
            </a:pPr>
            <a:r>
              <a:rPr lang="en-US" sz="1799" dirty="0">
                <a:latin typeface="Arial"/>
                <a:ea typeface="Arial Unicode MS" panose="020B0604020202020204" pitchFamily="34" charset="-128"/>
              </a:rPr>
              <a:t>3</a:t>
            </a:r>
          </a:p>
        </p:txBody>
      </p:sp>
      <p:sp>
        <p:nvSpPr>
          <p:cNvPr id="68" name="Ellipse 67">
            <a:extLst>
              <a:ext uri="{FF2B5EF4-FFF2-40B4-BE49-F238E27FC236}">
                <a16:creationId xmlns:a16="http://schemas.microsoft.com/office/drawing/2014/main" id="{747FE318-1B99-4A2E-ADF2-A676E3193F71}"/>
              </a:ext>
            </a:extLst>
          </p:cNvPr>
          <p:cNvSpPr/>
          <p:nvPr/>
        </p:nvSpPr>
        <p:spPr bwMode="auto">
          <a:xfrm>
            <a:off x="2380898" y="4828818"/>
            <a:ext cx="359813" cy="359813"/>
          </a:xfrm>
          <a:prstGeom prst="ellipse">
            <a:avLst/>
          </a:prstGeom>
          <a:solidFill>
            <a:srgbClr val="00646E"/>
          </a:solidFill>
          <a:ln>
            <a:noFill/>
          </a:ln>
          <a:effectLst/>
        </p:spPr>
        <p:txBody>
          <a:bodyPr wrap="square" lIns="107944" tIns="53972" rIns="107944" bIns="53972" numCol="1" spcCol="72000" rtlCol="0" anchor="ctr">
            <a:noAutofit/>
          </a:bodyPr>
          <a:lstStyle/>
          <a:p>
            <a:pPr algn="ctr">
              <a:lnSpc>
                <a:spcPct val="110000"/>
              </a:lnSpc>
              <a:spcBef>
                <a:spcPct val="0"/>
              </a:spcBef>
            </a:pPr>
            <a:r>
              <a:rPr lang="en-US" sz="1799" dirty="0">
                <a:latin typeface="Arial"/>
                <a:ea typeface="Arial Unicode MS" panose="020B0604020202020204" pitchFamily="34" charset="-128"/>
              </a:rPr>
              <a:t>3</a:t>
            </a:r>
          </a:p>
        </p:txBody>
      </p:sp>
      <p:sp>
        <p:nvSpPr>
          <p:cNvPr id="82" name="Ellipse 81">
            <a:extLst>
              <a:ext uri="{FF2B5EF4-FFF2-40B4-BE49-F238E27FC236}">
                <a16:creationId xmlns:a16="http://schemas.microsoft.com/office/drawing/2014/main" id="{F8B84E6F-3ACC-4D54-8C2A-92E370427DBF}"/>
              </a:ext>
            </a:extLst>
          </p:cNvPr>
          <p:cNvSpPr/>
          <p:nvPr/>
        </p:nvSpPr>
        <p:spPr bwMode="auto">
          <a:xfrm>
            <a:off x="5512345" y="3449549"/>
            <a:ext cx="359813" cy="359813"/>
          </a:xfrm>
          <a:prstGeom prst="ellipse">
            <a:avLst/>
          </a:prstGeom>
          <a:solidFill>
            <a:srgbClr val="0F8287"/>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1799" dirty="0">
                <a:latin typeface="Arial"/>
                <a:ea typeface="Arial Unicode MS" panose="020B0604020202020204" pitchFamily="34" charset="-128"/>
                <a:cs typeface="Arial Unicode MS" panose="020B0604020202020204" pitchFamily="34" charset="-128"/>
              </a:rPr>
              <a:t>1</a:t>
            </a:r>
          </a:p>
        </p:txBody>
      </p:sp>
      <p:sp>
        <p:nvSpPr>
          <p:cNvPr id="86" name="Ellipse 85">
            <a:extLst>
              <a:ext uri="{FF2B5EF4-FFF2-40B4-BE49-F238E27FC236}">
                <a16:creationId xmlns:a16="http://schemas.microsoft.com/office/drawing/2014/main" id="{13C3D8FA-628A-49CD-8F12-4E9775CF2640}"/>
              </a:ext>
            </a:extLst>
          </p:cNvPr>
          <p:cNvSpPr/>
          <p:nvPr/>
        </p:nvSpPr>
        <p:spPr bwMode="auto">
          <a:xfrm>
            <a:off x="7203155" y="2295504"/>
            <a:ext cx="359813" cy="359813"/>
          </a:xfrm>
          <a:prstGeom prst="ellipse">
            <a:avLst/>
          </a:prstGeom>
          <a:solidFill>
            <a:srgbClr val="00646E"/>
          </a:solidFill>
          <a:ln>
            <a:noFill/>
          </a:ln>
          <a:effectLst/>
        </p:spPr>
        <p:txBody>
          <a:bodyPr wrap="square" lIns="107944" tIns="53972" rIns="107944" bIns="53972" numCol="1" spcCol="72000" rtlCol="0" anchor="ctr">
            <a:noAutofit/>
          </a:bodyPr>
          <a:lstStyle/>
          <a:p>
            <a:pPr algn="ctr">
              <a:lnSpc>
                <a:spcPct val="110000"/>
              </a:lnSpc>
              <a:spcBef>
                <a:spcPct val="0"/>
              </a:spcBef>
            </a:pPr>
            <a:r>
              <a:rPr lang="en-US" sz="1799" dirty="0">
                <a:latin typeface="Arial"/>
                <a:ea typeface="Arial Unicode MS" panose="020B0604020202020204" pitchFamily="34" charset="-128"/>
              </a:rPr>
              <a:t>1</a:t>
            </a:r>
          </a:p>
        </p:txBody>
      </p:sp>
      <p:sp>
        <p:nvSpPr>
          <p:cNvPr id="87" name="Ellipse 86">
            <a:extLst>
              <a:ext uri="{FF2B5EF4-FFF2-40B4-BE49-F238E27FC236}">
                <a16:creationId xmlns:a16="http://schemas.microsoft.com/office/drawing/2014/main" id="{3BDCC46A-E15B-42A3-BB0A-1B74531D537C}"/>
              </a:ext>
            </a:extLst>
          </p:cNvPr>
          <p:cNvSpPr/>
          <p:nvPr/>
        </p:nvSpPr>
        <p:spPr bwMode="auto">
          <a:xfrm>
            <a:off x="7221933" y="2961191"/>
            <a:ext cx="359813" cy="359813"/>
          </a:xfrm>
          <a:prstGeom prst="ellipse">
            <a:avLst/>
          </a:prstGeom>
          <a:solidFill>
            <a:srgbClr val="00646E"/>
          </a:solidFill>
          <a:ln>
            <a:noFill/>
          </a:ln>
          <a:effectLst/>
        </p:spPr>
        <p:txBody>
          <a:bodyPr wrap="square" lIns="107944" tIns="53972" rIns="107944" bIns="53972" numCol="1" spcCol="72000" rtlCol="0" anchor="ctr">
            <a:noAutofit/>
          </a:bodyPr>
          <a:lstStyle/>
          <a:p>
            <a:pPr algn="ctr">
              <a:lnSpc>
                <a:spcPct val="110000"/>
              </a:lnSpc>
              <a:spcBef>
                <a:spcPct val="0"/>
              </a:spcBef>
            </a:pPr>
            <a:r>
              <a:rPr lang="en-US" sz="1799" dirty="0">
                <a:latin typeface="Arial"/>
                <a:ea typeface="Arial Unicode MS" panose="020B0604020202020204" pitchFamily="34" charset="-128"/>
              </a:rPr>
              <a:t>2</a:t>
            </a:r>
          </a:p>
        </p:txBody>
      </p:sp>
      <p:sp>
        <p:nvSpPr>
          <p:cNvPr id="88" name="Ellipse 87">
            <a:extLst>
              <a:ext uri="{FF2B5EF4-FFF2-40B4-BE49-F238E27FC236}">
                <a16:creationId xmlns:a16="http://schemas.microsoft.com/office/drawing/2014/main" id="{10B435F0-F9D5-464C-856E-967F4A2518A5}"/>
              </a:ext>
            </a:extLst>
          </p:cNvPr>
          <p:cNvSpPr/>
          <p:nvPr/>
        </p:nvSpPr>
        <p:spPr bwMode="auto">
          <a:xfrm>
            <a:off x="7235154" y="3822784"/>
            <a:ext cx="359813" cy="359813"/>
          </a:xfrm>
          <a:prstGeom prst="ellipse">
            <a:avLst/>
          </a:prstGeom>
          <a:solidFill>
            <a:srgbClr val="00646E"/>
          </a:solidFill>
          <a:ln>
            <a:noFill/>
          </a:ln>
          <a:effectLst/>
        </p:spPr>
        <p:txBody>
          <a:bodyPr wrap="square" lIns="107944" tIns="53972" rIns="107944" bIns="53972" numCol="1" spcCol="72000" rtlCol="0" anchor="ctr">
            <a:noAutofit/>
          </a:bodyPr>
          <a:lstStyle/>
          <a:p>
            <a:pPr algn="ctr">
              <a:lnSpc>
                <a:spcPct val="110000"/>
              </a:lnSpc>
              <a:spcBef>
                <a:spcPct val="0"/>
              </a:spcBef>
            </a:pPr>
            <a:r>
              <a:rPr lang="en-US" sz="1799" dirty="0">
                <a:latin typeface="Arial"/>
                <a:ea typeface="Arial Unicode MS" panose="020B0604020202020204" pitchFamily="34" charset="-128"/>
              </a:rPr>
              <a:t>3</a:t>
            </a:r>
          </a:p>
        </p:txBody>
      </p:sp>
      <p:cxnSp>
        <p:nvCxnSpPr>
          <p:cNvPr id="19" name="Gerader Verbinder 18">
            <a:extLst>
              <a:ext uri="{FF2B5EF4-FFF2-40B4-BE49-F238E27FC236}">
                <a16:creationId xmlns:a16="http://schemas.microsoft.com/office/drawing/2014/main" id="{C82F0144-62BC-42E2-AAAD-86694C59D473}"/>
              </a:ext>
            </a:extLst>
          </p:cNvPr>
          <p:cNvCxnSpPr/>
          <p:nvPr/>
        </p:nvCxnSpPr>
        <p:spPr bwMode="auto">
          <a:xfrm>
            <a:off x="6963315" y="1583693"/>
            <a:ext cx="0" cy="4832084"/>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9" name="Textfeld 88">
            <a:extLst>
              <a:ext uri="{FF2B5EF4-FFF2-40B4-BE49-F238E27FC236}">
                <a16:creationId xmlns:a16="http://schemas.microsoft.com/office/drawing/2014/main" id="{20BE0242-89F4-4683-A17B-0A7EE7D972FE}"/>
              </a:ext>
            </a:extLst>
          </p:cNvPr>
          <p:cNvSpPr txBox="1"/>
          <p:nvPr/>
        </p:nvSpPr>
        <p:spPr>
          <a:xfrm>
            <a:off x="7221934" y="1606111"/>
            <a:ext cx="4648098" cy="587032"/>
          </a:xfrm>
          <a:prstGeom prst="rect">
            <a:avLst/>
          </a:prstGeom>
          <a:noFill/>
        </p:spPr>
        <p:txBody>
          <a:bodyPr vert="horz" wrap="square" lIns="0" tIns="0" rIns="0" bIns="0" rtlCol="0" anchor="t">
            <a:noAutofit/>
          </a:bodyPr>
          <a:lstStyle/>
          <a:p>
            <a:pPr fontAlgn="base">
              <a:lnSpc>
                <a:spcPct val="110000"/>
              </a:lnSpc>
              <a:spcAft>
                <a:spcPct val="0"/>
              </a:spcAft>
            </a:pPr>
            <a:r>
              <a:rPr lang="en-US" sz="1799" b="1" dirty="0">
                <a:solidFill>
                  <a:srgbClr val="009999"/>
                </a:solidFill>
                <a:latin typeface="Arial"/>
                <a:ea typeface="Arial Unicode MS" panose="020B0604020202020204" pitchFamily="34" charset="-128"/>
                <a:cs typeface="Arial Unicode MS" panose="020B0604020202020204" pitchFamily="34" charset="-128"/>
              </a:rPr>
              <a:t>Extensions from firmware V2.9 and </a:t>
            </a:r>
            <a:br>
              <a:rPr lang="en-US" sz="1799" b="1" dirty="0">
                <a:solidFill>
                  <a:srgbClr val="009999"/>
                </a:solidFill>
                <a:latin typeface="Arial"/>
                <a:ea typeface="Arial Unicode MS" panose="020B0604020202020204" pitchFamily="34" charset="-128"/>
                <a:cs typeface="Arial Unicode MS" panose="020B0604020202020204" pitchFamily="34" charset="-128"/>
              </a:rPr>
            </a:br>
            <a:r>
              <a:rPr lang="en-US" sz="1799" b="1" dirty="0">
                <a:solidFill>
                  <a:srgbClr val="009999"/>
                </a:solidFill>
                <a:latin typeface="Arial"/>
                <a:ea typeface="Arial Unicode MS" panose="020B0604020202020204" pitchFamily="34" charset="-128"/>
                <a:cs typeface="Arial Unicode MS" panose="020B0604020202020204" pitchFamily="34" charset="-128"/>
              </a:rPr>
              <a:t>ab TIA Portal V17</a:t>
            </a:r>
          </a:p>
        </p:txBody>
      </p:sp>
      <p:grpSp>
        <p:nvGrpSpPr>
          <p:cNvPr id="22" name="Gruppieren 21">
            <a:extLst>
              <a:ext uri="{FF2B5EF4-FFF2-40B4-BE49-F238E27FC236}">
                <a16:creationId xmlns:a16="http://schemas.microsoft.com/office/drawing/2014/main" id="{CBD235F9-9AD3-A09A-169E-E13F84EB5BD0}"/>
              </a:ext>
            </a:extLst>
          </p:cNvPr>
          <p:cNvGrpSpPr/>
          <p:nvPr/>
        </p:nvGrpSpPr>
        <p:grpSpPr>
          <a:xfrm>
            <a:off x="5743369" y="4021745"/>
            <a:ext cx="372222" cy="530289"/>
            <a:chOff x="1407876" y="4490471"/>
            <a:chExt cx="372222" cy="530289"/>
          </a:xfrm>
        </p:grpSpPr>
        <p:pic>
          <p:nvPicPr>
            <p:cNvPr id="41" name="Grafik 40">
              <a:extLst>
                <a:ext uri="{FF2B5EF4-FFF2-40B4-BE49-F238E27FC236}">
                  <a16:creationId xmlns:a16="http://schemas.microsoft.com/office/drawing/2014/main" id="{4B176016-0543-BE2D-89E5-BA44330AF0EF}"/>
                </a:ext>
              </a:extLst>
            </p:cNvPr>
            <p:cNvPicPr>
              <a:picLocks noChangeAspect="1"/>
            </p:cNvPicPr>
            <p:nvPr/>
          </p:nvPicPr>
          <p:blipFill>
            <a:blip r:embed="rId20"/>
            <a:stretch>
              <a:fillRect/>
            </a:stretch>
          </p:blipFill>
          <p:spPr>
            <a:xfrm>
              <a:off x="1407876" y="4579398"/>
              <a:ext cx="301722" cy="441362"/>
            </a:xfrm>
            <a:prstGeom prst="rect">
              <a:avLst/>
            </a:prstGeom>
          </p:spPr>
        </p:pic>
        <p:pic>
          <p:nvPicPr>
            <p:cNvPr id="42" name="Graphic 4" descr="Key">
              <a:extLst>
                <a:ext uri="{FF2B5EF4-FFF2-40B4-BE49-F238E27FC236}">
                  <a16:creationId xmlns:a16="http://schemas.microsoft.com/office/drawing/2014/main" id="{F66D2AE4-1DF2-35FC-B136-240EA5A97F79}"/>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457529" y="4688586"/>
              <a:ext cx="252069" cy="252069"/>
            </a:xfrm>
            <a:prstGeom prst="rect">
              <a:avLst/>
            </a:prstGeom>
          </p:spPr>
        </p:pic>
        <p:pic>
          <p:nvPicPr>
            <p:cNvPr id="44" name="Grafik 43" descr="Schloss">
              <a:extLst>
                <a:ext uri="{FF2B5EF4-FFF2-40B4-BE49-F238E27FC236}">
                  <a16:creationId xmlns:a16="http://schemas.microsoft.com/office/drawing/2014/main" id="{E4ED5C5A-C2A3-CFC5-B701-A7CF9117C38C}"/>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540521" y="4490471"/>
              <a:ext cx="239577" cy="239577"/>
            </a:xfrm>
            <a:prstGeom prst="rect">
              <a:avLst/>
            </a:prstGeom>
          </p:spPr>
        </p:pic>
      </p:grpSp>
    </p:spTree>
    <p:extLst>
      <p:ext uri="{BB962C8B-B14F-4D97-AF65-F5344CB8AC3E}">
        <p14:creationId xmlns:p14="http://schemas.microsoft.com/office/powerpoint/2010/main" val="28978399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D4647BC9-D12D-4A21-9297-1EAE238420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236" y="1789324"/>
            <a:ext cx="8193955" cy="1926930"/>
          </a:xfrm>
          <a:prstGeom prst="rect">
            <a:avLst/>
          </a:prstGeom>
        </p:spPr>
      </p:pic>
      <p:sp>
        <p:nvSpPr>
          <p:cNvPr id="2" name="Titel 1">
            <a:extLst>
              <a:ext uri="{FF2B5EF4-FFF2-40B4-BE49-F238E27FC236}">
                <a16:creationId xmlns:a16="http://schemas.microsoft.com/office/drawing/2014/main" id="{01FF8783-8957-4145-A140-42B86A578CB9}"/>
              </a:ext>
            </a:extLst>
          </p:cNvPr>
          <p:cNvSpPr>
            <a:spLocks noGrp="1"/>
          </p:cNvSpPr>
          <p:nvPr>
            <p:ph type="title"/>
          </p:nvPr>
        </p:nvSpPr>
        <p:spPr/>
        <p:txBody>
          <a:bodyPr anchor="t"/>
          <a:lstStyle/>
          <a:p>
            <a:r>
              <a:rPr lang="en-US" dirty="0"/>
              <a:t>Protection of configuration data</a:t>
            </a:r>
            <a:br>
              <a:rPr lang="en-US" b="0" dirty="0"/>
            </a:br>
            <a:r>
              <a:rPr lang="en-US" b="0" dirty="0"/>
              <a:t>Properties</a:t>
            </a:r>
          </a:p>
        </p:txBody>
      </p:sp>
      <p:sp>
        <p:nvSpPr>
          <p:cNvPr id="4" name="Fußzeilenplatzhalter 3">
            <a:extLst>
              <a:ext uri="{FF2B5EF4-FFF2-40B4-BE49-F238E27FC236}">
                <a16:creationId xmlns:a16="http://schemas.microsoft.com/office/drawing/2014/main" id="{FEEE8ED1-ACD5-40D5-B45F-99F11A43AAE6}"/>
              </a:ext>
            </a:extLst>
          </p:cNvPr>
          <p:cNvSpPr>
            <a:spLocks noGrp="1"/>
          </p:cNvSpPr>
          <p:nvPr>
            <p:ph type="ftr" sz="quarter" idx="10"/>
          </p:nvPr>
        </p:nvSpPr>
        <p:spPr/>
        <p:txBody>
          <a:bodyPr/>
          <a:lstStyle/>
          <a:p>
            <a:pPr>
              <a:lnSpc>
                <a:spcPct val="100000"/>
              </a:lnSpc>
            </a:pPr>
            <a:r>
              <a:rPr lang="en-US" dirty="0"/>
              <a:t>Unrestricted | © Siemens 2022 | DI FA | 08.12.2022</a:t>
            </a:r>
          </a:p>
        </p:txBody>
      </p:sp>
      <p:grpSp>
        <p:nvGrpSpPr>
          <p:cNvPr id="16" name="Gruppieren 15">
            <a:extLst>
              <a:ext uri="{FF2B5EF4-FFF2-40B4-BE49-F238E27FC236}">
                <a16:creationId xmlns:a16="http://schemas.microsoft.com/office/drawing/2014/main" id="{3AAA9C01-64A2-45E4-AF41-9B38C277DEF0}"/>
              </a:ext>
            </a:extLst>
          </p:cNvPr>
          <p:cNvGrpSpPr/>
          <p:nvPr/>
        </p:nvGrpSpPr>
        <p:grpSpPr>
          <a:xfrm>
            <a:off x="9190733" y="1948704"/>
            <a:ext cx="2048012" cy="1588252"/>
            <a:chOff x="5633257" y="2448326"/>
            <a:chExt cx="3891741" cy="2958295"/>
          </a:xfrm>
          <a:solidFill>
            <a:schemeClr val="tx1"/>
          </a:solidFill>
        </p:grpSpPr>
        <p:pic>
          <p:nvPicPr>
            <p:cNvPr id="17" name="product_simatic-s7-1500.png">
              <a:extLst>
                <a:ext uri="{FF2B5EF4-FFF2-40B4-BE49-F238E27FC236}">
                  <a16:creationId xmlns:a16="http://schemas.microsoft.com/office/drawing/2014/main" id="{5B10909F-7673-422F-A02A-3E17C81FF77C}"/>
                </a:ext>
              </a:extLst>
            </p:cNvPr>
            <p:cNvPicPr>
              <a:picLocks noChangeAspect="1"/>
            </p:cNvPicPr>
            <p:nvPr>
              <p:custDataLst>
                <p:tags r:id="rId1"/>
              </p:custDataLst>
            </p:nvPr>
          </p:nvPicPr>
          <p:blipFill rotWithShape="1">
            <a:blip r:embed="rId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8" name="product_simatic-s7-1500.png">
              <a:extLst>
                <a:ext uri="{FF2B5EF4-FFF2-40B4-BE49-F238E27FC236}">
                  <a16:creationId xmlns:a16="http://schemas.microsoft.com/office/drawing/2014/main" id="{F6B731DD-C401-465A-A0C2-07B722DBD51F}"/>
                </a:ext>
              </a:extLst>
            </p:cNvPr>
            <p:cNvPicPr>
              <a:picLocks noChangeAspect="1"/>
            </p:cNvPicPr>
            <p:nvPr>
              <p:custDataLst>
                <p:tags r:id="rId2"/>
              </p:custDataLst>
            </p:nvPr>
          </p:nvPicPr>
          <p:blipFill rotWithShape="1">
            <a:blip r:embed="rId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9" name="product_simatic-s7-1500.png">
              <a:extLst>
                <a:ext uri="{FF2B5EF4-FFF2-40B4-BE49-F238E27FC236}">
                  <a16:creationId xmlns:a16="http://schemas.microsoft.com/office/drawing/2014/main" id="{C21611C3-698D-42FE-9A85-CA7B0C542E5F}"/>
                </a:ext>
              </a:extLst>
            </p:cNvPr>
            <p:cNvPicPr>
              <a:picLocks noChangeAspect="1"/>
            </p:cNvPicPr>
            <p:nvPr>
              <p:custDataLst>
                <p:tags r:id="rId3"/>
              </p:custDataLst>
            </p:nvPr>
          </p:nvPicPr>
          <p:blipFill rotWithShape="1">
            <a:blip r:embed="rId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20" name="Zylinder 19">
            <a:extLst>
              <a:ext uri="{FF2B5EF4-FFF2-40B4-BE49-F238E27FC236}">
                <a16:creationId xmlns:a16="http://schemas.microsoft.com/office/drawing/2014/main" id="{35661767-6D1F-4473-8BE2-693420E99568}"/>
              </a:ext>
            </a:extLst>
          </p:cNvPr>
          <p:cNvSpPr/>
          <p:nvPr/>
        </p:nvSpPr>
        <p:spPr bwMode="auto">
          <a:xfrm>
            <a:off x="10094391" y="2390046"/>
            <a:ext cx="647735" cy="821313"/>
          </a:xfrm>
          <a:prstGeom prst="can">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cxnSp>
        <p:nvCxnSpPr>
          <p:cNvPr id="26" name="Gerade Verbindung mit Pfeil 25">
            <a:extLst>
              <a:ext uri="{FF2B5EF4-FFF2-40B4-BE49-F238E27FC236}">
                <a16:creationId xmlns:a16="http://schemas.microsoft.com/office/drawing/2014/main" id="{9CB96B20-3C46-41FD-B7A6-670A8CEE508F}"/>
              </a:ext>
            </a:extLst>
          </p:cNvPr>
          <p:cNvCxnSpPr/>
          <p:nvPr/>
        </p:nvCxnSpPr>
        <p:spPr bwMode="auto">
          <a:xfrm flipV="1">
            <a:off x="6779720" y="2693542"/>
            <a:ext cx="3715293" cy="475984"/>
          </a:xfrm>
          <a:prstGeom prst="straightConnector1">
            <a:avLst/>
          </a:prstGeom>
          <a:solidFill>
            <a:schemeClr val="tx2"/>
          </a:solidFill>
          <a:ln w="9525" cap="flat" cmpd="sng" algn="ctr">
            <a:solidFill>
              <a:schemeClr val="tx1"/>
            </a:solidFill>
            <a:prstDash val="solid"/>
            <a:round/>
            <a:headEnd type="triangle"/>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29" name="Rechteck 28">
            <a:extLst>
              <a:ext uri="{FF2B5EF4-FFF2-40B4-BE49-F238E27FC236}">
                <a16:creationId xmlns:a16="http://schemas.microsoft.com/office/drawing/2014/main" id="{1FA9D62B-7836-4FB0-A7A3-844C952D8B7E}"/>
              </a:ext>
            </a:extLst>
          </p:cNvPr>
          <p:cNvSpPr/>
          <p:nvPr/>
        </p:nvSpPr>
        <p:spPr bwMode="auto">
          <a:xfrm>
            <a:off x="4029656" y="3052410"/>
            <a:ext cx="2606124" cy="272383"/>
          </a:xfrm>
          <a:prstGeom prst="rect">
            <a:avLst/>
          </a:prstGeom>
          <a:noFill/>
          <a:ln w="19050">
            <a:solidFill>
              <a:srgbClr val="EB780A"/>
            </a:solidFill>
            <a:miter lim="800000"/>
            <a:headEnd/>
            <a:tailEn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31" name="Textfeld 30">
            <a:extLst>
              <a:ext uri="{FF2B5EF4-FFF2-40B4-BE49-F238E27FC236}">
                <a16:creationId xmlns:a16="http://schemas.microsoft.com/office/drawing/2014/main" id="{3C42DD56-30E4-40DD-9C2F-F8174EF09CC9}"/>
              </a:ext>
            </a:extLst>
          </p:cNvPr>
          <p:cNvSpPr txBox="1"/>
          <p:nvPr/>
        </p:nvSpPr>
        <p:spPr>
          <a:xfrm>
            <a:off x="626736" y="1430056"/>
            <a:ext cx="10939023" cy="364343"/>
          </a:xfrm>
          <a:prstGeom prst="rect">
            <a:avLst/>
          </a:prstGeom>
          <a:noFill/>
        </p:spPr>
        <p:txBody>
          <a:bodyPr vert="horz" wrap="square" lIns="0" tIns="0" rIns="0" bIns="0" rtlCol="0">
            <a:noAutofit/>
          </a:bodyPr>
          <a:lstStyle/>
          <a:p>
            <a:pPr fontAlgn="base">
              <a:lnSpc>
                <a:spcPct val="110000"/>
              </a:lnSpc>
              <a:spcAft>
                <a:spcPct val="0"/>
              </a:spcAft>
            </a:pPr>
            <a:r>
              <a:rPr lang="en-US" sz="1799" dirty="0">
                <a:latin typeface="Arial"/>
                <a:ea typeface="Arial Unicode MS" panose="020B0604020202020204" pitchFamily="34" charset="-128"/>
                <a:cs typeface="Arial Unicode MS" panose="020B0604020202020204" pitchFamily="34" charset="-128"/>
              </a:rPr>
              <a:t>Configuration data protection can be activated/deactivated via the TIA Portal.</a:t>
            </a:r>
          </a:p>
        </p:txBody>
      </p:sp>
      <p:sp>
        <p:nvSpPr>
          <p:cNvPr id="27" name="Textfeld 26">
            <a:extLst>
              <a:ext uri="{FF2B5EF4-FFF2-40B4-BE49-F238E27FC236}">
                <a16:creationId xmlns:a16="http://schemas.microsoft.com/office/drawing/2014/main" id="{87ECA88F-5089-4F6E-A8ED-E026490C31F9}"/>
              </a:ext>
            </a:extLst>
          </p:cNvPr>
          <p:cNvSpPr txBox="1"/>
          <p:nvPr/>
        </p:nvSpPr>
        <p:spPr>
          <a:xfrm>
            <a:off x="628246" y="4068670"/>
            <a:ext cx="10939023" cy="2186317"/>
          </a:xfrm>
          <a:prstGeom prst="rect">
            <a:avLst/>
          </a:prstGeom>
          <a:noFill/>
        </p:spPr>
        <p:txBody>
          <a:bodyPr vert="horz" wrap="square" lIns="0" tIns="0" rIns="0" bIns="0" rtlCol="0">
            <a:noAutofit/>
          </a:bodyPr>
          <a:lstStyle/>
          <a:p>
            <a:pPr marL="285607" indent="-285607" fontAlgn="base">
              <a:lnSpc>
                <a:spcPct val="110000"/>
              </a:lnSpc>
              <a:spcAft>
                <a:spcPct val="0"/>
              </a:spcAft>
              <a:buFont typeface="Wingdings" panose="05000000000000000000" pitchFamily="2" charset="2"/>
              <a:buChar char="§"/>
            </a:pPr>
            <a:r>
              <a:rPr lang="en-US" sz="1799" dirty="0">
                <a:latin typeface="Arial"/>
                <a:ea typeface="Arial Unicode MS" panose="020B0604020202020204" pitchFamily="34" charset="-128"/>
                <a:cs typeface="Arial Unicode MS" panose="020B0604020202020204" pitchFamily="34" charset="-128"/>
              </a:rPr>
              <a:t>The protection password is </a:t>
            </a:r>
            <a:r>
              <a:rPr lang="en-US" sz="1799" u="sng" dirty="0">
                <a:latin typeface="Arial"/>
                <a:ea typeface="Arial Unicode MS" panose="020B0604020202020204" pitchFamily="34" charset="-128"/>
                <a:cs typeface="Arial Unicode MS" panose="020B0604020202020204" pitchFamily="34" charset="-128"/>
              </a:rPr>
              <a:t>not</a:t>
            </a:r>
            <a:r>
              <a:rPr lang="en-US" sz="1799" dirty="0">
                <a:latin typeface="Arial"/>
                <a:ea typeface="Arial Unicode MS" panose="020B0604020202020204" pitchFamily="34" charset="-128"/>
                <a:cs typeface="Arial Unicode MS" panose="020B0604020202020204" pitchFamily="34" charset="-128"/>
              </a:rPr>
              <a:t> stored in the project but stored independently of the project data in the CPU. It is not readable and must therefore be stored in a safe place.</a:t>
            </a:r>
          </a:p>
          <a:p>
            <a:pPr marL="285607" indent="-285607" fontAlgn="base">
              <a:lnSpc>
                <a:spcPct val="110000"/>
              </a:lnSpc>
              <a:spcAft>
                <a:spcPct val="0"/>
              </a:spcAft>
              <a:buFont typeface="Wingdings" panose="05000000000000000000" pitchFamily="2" charset="2"/>
              <a:buChar char="§"/>
            </a:pPr>
            <a:r>
              <a:rPr lang="en-US" sz="1799" dirty="0">
                <a:latin typeface="Arial"/>
                <a:ea typeface="Arial Unicode MS" panose="020B0604020202020204" pitchFamily="34" charset="-128"/>
                <a:cs typeface="Arial Unicode MS" panose="020B0604020202020204" pitchFamily="34" charset="-128"/>
              </a:rPr>
              <a:t>If protection of the configuration data is activated, special features must therefore be taken into account during the initial commissioning and replacement of a controller. </a:t>
            </a:r>
            <a:r>
              <a:rPr lang="en-US" sz="1799" dirty="0">
                <a:latin typeface="Arial"/>
                <a:ea typeface="Arial Unicode MS" panose="020B0604020202020204" pitchFamily="34" charset="-128"/>
                <a:cs typeface="Arial Unicode MS" panose="020B0604020202020204" pitchFamily="34" charset="-128"/>
                <a:sym typeface="Wingdings" panose="05000000000000000000" pitchFamily="2" charset="2"/>
              </a:rPr>
              <a:t> see next slides</a:t>
            </a:r>
            <a:endParaRPr lang="en-US" sz="1799" dirty="0">
              <a:latin typeface="Arial"/>
              <a:ea typeface="Arial Unicode MS" panose="020B0604020202020204" pitchFamily="34" charset="-128"/>
              <a:cs typeface="Arial Unicode MS" panose="020B0604020202020204" pitchFamily="34" charset="-128"/>
            </a:endParaRPr>
          </a:p>
        </p:txBody>
      </p:sp>
      <p:grpSp>
        <p:nvGrpSpPr>
          <p:cNvPr id="3" name="Gruppieren 2">
            <a:extLst>
              <a:ext uri="{FF2B5EF4-FFF2-40B4-BE49-F238E27FC236}">
                <a16:creationId xmlns:a16="http://schemas.microsoft.com/office/drawing/2014/main" id="{436FE2F0-4894-AACE-01E2-0D0378286F66}"/>
              </a:ext>
            </a:extLst>
          </p:cNvPr>
          <p:cNvGrpSpPr/>
          <p:nvPr/>
        </p:nvGrpSpPr>
        <p:grpSpPr>
          <a:xfrm>
            <a:off x="10274397" y="2578724"/>
            <a:ext cx="372222" cy="530289"/>
            <a:chOff x="1407876" y="4490471"/>
            <a:chExt cx="372222" cy="530289"/>
          </a:xfrm>
        </p:grpSpPr>
        <p:pic>
          <p:nvPicPr>
            <p:cNvPr id="5" name="Grafik 4">
              <a:extLst>
                <a:ext uri="{FF2B5EF4-FFF2-40B4-BE49-F238E27FC236}">
                  <a16:creationId xmlns:a16="http://schemas.microsoft.com/office/drawing/2014/main" id="{5B876D32-EE3B-D8B8-BAB9-92893485B7B7}"/>
                </a:ext>
              </a:extLst>
            </p:cNvPr>
            <p:cNvPicPr>
              <a:picLocks noChangeAspect="1"/>
            </p:cNvPicPr>
            <p:nvPr/>
          </p:nvPicPr>
          <p:blipFill>
            <a:blip r:embed="rId8"/>
            <a:stretch>
              <a:fillRect/>
            </a:stretch>
          </p:blipFill>
          <p:spPr>
            <a:xfrm>
              <a:off x="1407876" y="4579398"/>
              <a:ext cx="301722" cy="441362"/>
            </a:xfrm>
            <a:prstGeom prst="rect">
              <a:avLst/>
            </a:prstGeom>
          </p:spPr>
        </p:pic>
        <p:pic>
          <p:nvPicPr>
            <p:cNvPr id="7" name="Graphic 4" descr="Key">
              <a:extLst>
                <a:ext uri="{FF2B5EF4-FFF2-40B4-BE49-F238E27FC236}">
                  <a16:creationId xmlns:a16="http://schemas.microsoft.com/office/drawing/2014/main" id="{264CCD15-302A-C2D8-466F-6A7346C6193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57529" y="4688586"/>
              <a:ext cx="252069" cy="252069"/>
            </a:xfrm>
            <a:prstGeom prst="rect">
              <a:avLst/>
            </a:prstGeom>
          </p:spPr>
        </p:pic>
        <p:pic>
          <p:nvPicPr>
            <p:cNvPr id="8" name="Grafik 7" descr="Schloss">
              <a:extLst>
                <a:ext uri="{FF2B5EF4-FFF2-40B4-BE49-F238E27FC236}">
                  <a16:creationId xmlns:a16="http://schemas.microsoft.com/office/drawing/2014/main" id="{80CD5647-1804-FFA9-8872-ACD04FBE3A6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40521" y="4490471"/>
              <a:ext cx="239577" cy="239577"/>
            </a:xfrm>
            <a:prstGeom prst="rect">
              <a:avLst/>
            </a:prstGeom>
          </p:spPr>
        </p:pic>
      </p:grpSp>
    </p:spTree>
    <p:extLst>
      <p:ext uri="{BB962C8B-B14F-4D97-AF65-F5344CB8AC3E}">
        <p14:creationId xmlns:p14="http://schemas.microsoft.com/office/powerpoint/2010/main" val="15493959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dtRectangle 3 Id114691">
            <a:extLst>
              <a:ext uri="{FF2B5EF4-FFF2-40B4-BE49-F238E27FC236}">
                <a16:creationId xmlns:a16="http://schemas.microsoft.com/office/drawing/2014/main" id="{851727E1-883D-41B8-8692-D24B73173754}"/>
              </a:ext>
            </a:extLst>
          </p:cNvPr>
          <p:cNvSpPr txBox="1">
            <a:spLocks noChangeArrowheads="1"/>
          </p:cNvSpPr>
          <p:nvPr/>
        </p:nvSpPr>
        <p:spPr>
          <a:xfrm>
            <a:off x="626074" y="1450339"/>
            <a:ext cx="3598126" cy="3854992"/>
          </a:xfrm>
          <a:prstGeom prst="rect">
            <a:avLst/>
          </a:prstGeom>
          <a:solidFill>
            <a:schemeClr val="tx1"/>
          </a:solidFill>
        </p:spPr>
        <p:txBody>
          <a:bodyPr/>
          <a:lstStyle>
            <a:lvl1pPr marL="0" indent="0" algn="l" rtl="0" eaLnBrk="1" fontAlgn="base" hangingPunct="1">
              <a:lnSpc>
                <a:spcPct val="110000"/>
              </a:lnSpc>
              <a:spcBef>
                <a:spcPct val="0"/>
              </a:spcBef>
              <a:spcAft>
                <a:spcPct val="0"/>
              </a:spcAft>
              <a:buClr>
                <a:schemeClr val="accent1"/>
              </a:buClr>
              <a:buFont typeface="Arial" pitchFamily="34" charset="0"/>
              <a:buNone/>
              <a:tabLst/>
              <a:defRPr>
                <a:solidFill>
                  <a:schemeClr val="tx1"/>
                </a:solidFill>
                <a:latin typeface="Arial" pitchFamily="34" charset="0"/>
                <a:ea typeface="+mn-ea"/>
                <a:cs typeface="Arial" pitchFamily="34" charset="0"/>
              </a:defRPr>
            </a:lvl1pPr>
            <a:lvl2pPr marL="179388"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2pPr>
            <a:lvl3pPr marL="358775"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3pPr>
            <a:lvl4pPr marL="538163"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4pPr>
            <a:lvl5pPr marL="720000" indent="-180000" algn="l" rtl="0" eaLnBrk="1" fontAlgn="base" hangingPunct="1">
              <a:lnSpc>
                <a:spcPct val="110000"/>
              </a:lnSpc>
              <a:spcBef>
                <a:spcPct val="0"/>
              </a:spcBef>
              <a:spcAft>
                <a:spcPct val="0"/>
              </a:spcAft>
              <a:buClr>
                <a:srgbClr val="879BAA"/>
              </a:buClr>
              <a:buChar char="•"/>
              <a:tabLst/>
              <a:defRPr baseline="0">
                <a:solidFill>
                  <a:schemeClr val="tx1"/>
                </a:solidFill>
                <a:latin typeface="Arial" pitchFamily="34" charset="0"/>
                <a:ea typeface="+mn-ea"/>
                <a:cs typeface="Arial" pitchFamily="34" charset="0"/>
              </a:defRPr>
            </a:lvl5pPr>
            <a:lvl6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6pPr>
            <a:lvl7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7pPr>
            <a:lvl8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8pPr>
            <a:lvl9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9pPr>
          </a:lstStyle>
          <a:p>
            <a:pPr algn="ctr"/>
            <a:r>
              <a:rPr lang="en-US" sz="1599" b="1" kern="0" dirty="0">
                <a:solidFill>
                  <a:srgbClr val="00646E"/>
                </a:solidFill>
              </a:rPr>
              <a:t>Step 1) Load the configuration and set the password</a:t>
            </a:r>
          </a:p>
          <a:p>
            <a:pPr marL="285607" indent="-285607">
              <a:buClr>
                <a:srgbClr val="879BAA"/>
              </a:buClr>
              <a:buFont typeface="Arial" pitchFamily="34" charset="0"/>
              <a:buChar char="•"/>
            </a:pPr>
            <a:endParaRPr lang="en-US" sz="1399" kern="0" dirty="0">
              <a:solidFill>
                <a:srgbClr val="000000"/>
              </a:solidFill>
            </a:endParaRPr>
          </a:p>
        </p:txBody>
      </p:sp>
      <p:sp>
        <p:nvSpPr>
          <p:cNvPr id="43" name="Inhaltsplatzhalter 14">
            <a:extLst>
              <a:ext uri="{FF2B5EF4-FFF2-40B4-BE49-F238E27FC236}">
                <a16:creationId xmlns:a16="http://schemas.microsoft.com/office/drawing/2014/main" id="{47438A44-16A3-44C5-AC2A-02B80E885177}"/>
              </a:ext>
            </a:extLst>
          </p:cNvPr>
          <p:cNvSpPr txBox="1">
            <a:spLocks/>
          </p:cNvSpPr>
          <p:nvPr/>
        </p:nvSpPr>
        <p:spPr>
          <a:xfrm>
            <a:off x="4368125" y="1450338"/>
            <a:ext cx="3598126" cy="3854993"/>
          </a:xfrm>
          <a:prstGeom prst="rect">
            <a:avLst/>
          </a:prstGeom>
          <a:solidFill>
            <a:schemeClr val="tx1"/>
          </a:solidFill>
        </p:spPr>
        <p:txBody>
          <a:bodyPr/>
          <a:lstStyle>
            <a:lvl1pPr marL="0" indent="0" algn="l" rtl="0" eaLnBrk="1" fontAlgn="base" hangingPunct="1">
              <a:lnSpc>
                <a:spcPct val="110000"/>
              </a:lnSpc>
              <a:spcBef>
                <a:spcPct val="0"/>
              </a:spcBef>
              <a:spcAft>
                <a:spcPct val="0"/>
              </a:spcAft>
              <a:buClr>
                <a:schemeClr val="accent1"/>
              </a:buClr>
              <a:buFont typeface="Arial" pitchFamily="34" charset="0"/>
              <a:buNone/>
              <a:tabLst/>
              <a:defRPr>
                <a:solidFill>
                  <a:schemeClr val="tx1"/>
                </a:solidFill>
                <a:latin typeface="Arial" pitchFamily="34" charset="0"/>
                <a:ea typeface="+mn-ea"/>
                <a:cs typeface="Arial" pitchFamily="34" charset="0"/>
              </a:defRPr>
            </a:lvl1pPr>
            <a:lvl2pPr marL="179388"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2pPr>
            <a:lvl3pPr marL="358775"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3pPr>
            <a:lvl4pPr marL="538163"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4pPr>
            <a:lvl5pPr marL="720000" indent="-180000" algn="l" rtl="0" eaLnBrk="1" fontAlgn="base" hangingPunct="1">
              <a:lnSpc>
                <a:spcPct val="110000"/>
              </a:lnSpc>
              <a:spcBef>
                <a:spcPct val="0"/>
              </a:spcBef>
              <a:spcAft>
                <a:spcPct val="0"/>
              </a:spcAft>
              <a:buClr>
                <a:srgbClr val="879BAA"/>
              </a:buClr>
              <a:buChar char="•"/>
              <a:tabLst/>
              <a:defRPr baseline="0">
                <a:solidFill>
                  <a:schemeClr val="tx1"/>
                </a:solidFill>
                <a:latin typeface="Arial" pitchFamily="34" charset="0"/>
                <a:ea typeface="+mn-ea"/>
                <a:cs typeface="Arial" pitchFamily="34" charset="0"/>
              </a:defRPr>
            </a:lvl5pPr>
            <a:lvl6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6pPr>
            <a:lvl7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7pPr>
            <a:lvl8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8pPr>
            <a:lvl9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9pPr>
          </a:lstStyle>
          <a:p>
            <a:pPr algn="ctr">
              <a:buClr>
                <a:srgbClr val="879BAA"/>
              </a:buClr>
            </a:pPr>
            <a:r>
              <a:rPr lang="en-US" sz="1599" b="1" kern="0" dirty="0">
                <a:solidFill>
                  <a:srgbClr val="00646E"/>
                </a:solidFill>
              </a:rPr>
              <a:t>Step 2) Set password in CPU 2</a:t>
            </a:r>
          </a:p>
        </p:txBody>
      </p:sp>
      <p:sp>
        <p:nvSpPr>
          <p:cNvPr id="58" name="Inhaltsplatzhalter 14">
            <a:extLst>
              <a:ext uri="{FF2B5EF4-FFF2-40B4-BE49-F238E27FC236}">
                <a16:creationId xmlns:a16="http://schemas.microsoft.com/office/drawing/2014/main" id="{AC345012-FF93-444D-8533-45C70DCAFF21}"/>
              </a:ext>
            </a:extLst>
          </p:cNvPr>
          <p:cNvSpPr txBox="1">
            <a:spLocks/>
          </p:cNvSpPr>
          <p:nvPr/>
        </p:nvSpPr>
        <p:spPr>
          <a:xfrm>
            <a:off x="8120650" y="1452927"/>
            <a:ext cx="3598126" cy="3852404"/>
          </a:xfrm>
          <a:prstGeom prst="rect">
            <a:avLst/>
          </a:prstGeom>
          <a:solidFill>
            <a:schemeClr val="tx1"/>
          </a:solidFill>
        </p:spPr>
        <p:txBody>
          <a:bodyPr/>
          <a:lstStyle>
            <a:lvl1pPr marL="0" indent="0" algn="l" rtl="0" eaLnBrk="1" fontAlgn="base" hangingPunct="1">
              <a:lnSpc>
                <a:spcPct val="110000"/>
              </a:lnSpc>
              <a:spcBef>
                <a:spcPct val="0"/>
              </a:spcBef>
              <a:spcAft>
                <a:spcPct val="0"/>
              </a:spcAft>
              <a:buClr>
                <a:schemeClr val="accent1"/>
              </a:buClr>
              <a:buFont typeface="Arial" pitchFamily="34" charset="0"/>
              <a:buNone/>
              <a:tabLst/>
              <a:defRPr>
                <a:solidFill>
                  <a:schemeClr val="tx1"/>
                </a:solidFill>
                <a:latin typeface="Arial" pitchFamily="34" charset="0"/>
                <a:ea typeface="+mn-ea"/>
                <a:cs typeface="Arial" pitchFamily="34" charset="0"/>
              </a:defRPr>
            </a:lvl1pPr>
            <a:lvl2pPr marL="179388"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2pPr>
            <a:lvl3pPr marL="358775"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3pPr>
            <a:lvl4pPr marL="538163"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4pPr>
            <a:lvl5pPr marL="720000" indent="-180000" algn="l" rtl="0" eaLnBrk="1" fontAlgn="base" hangingPunct="1">
              <a:lnSpc>
                <a:spcPct val="110000"/>
              </a:lnSpc>
              <a:spcBef>
                <a:spcPct val="0"/>
              </a:spcBef>
              <a:spcAft>
                <a:spcPct val="0"/>
              </a:spcAft>
              <a:buClr>
                <a:srgbClr val="879BAA"/>
              </a:buClr>
              <a:buChar char="•"/>
              <a:tabLst/>
              <a:defRPr baseline="0">
                <a:solidFill>
                  <a:schemeClr val="tx1"/>
                </a:solidFill>
                <a:latin typeface="Arial" pitchFamily="34" charset="0"/>
                <a:ea typeface="+mn-ea"/>
                <a:cs typeface="Arial" pitchFamily="34" charset="0"/>
              </a:defRPr>
            </a:lvl5pPr>
            <a:lvl6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6pPr>
            <a:lvl7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7pPr>
            <a:lvl8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8pPr>
            <a:lvl9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9pPr>
          </a:lstStyle>
          <a:p>
            <a:pPr algn="ctr">
              <a:buClr>
                <a:srgbClr val="879BAA"/>
              </a:buClr>
            </a:pPr>
            <a:r>
              <a:rPr lang="en-US" sz="1599" b="1" kern="0" dirty="0">
                <a:solidFill>
                  <a:srgbClr val="00646E"/>
                </a:solidFill>
              </a:rPr>
              <a:t>Step 3) Start RH System </a:t>
            </a:r>
            <a:r>
              <a:rPr lang="en-US" sz="1599" b="1" kern="0" dirty="0">
                <a:solidFill>
                  <a:srgbClr val="00646E"/>
                </a:solidFill>
                <a:sym typeface="Wingdings" panose="05000000000000000000" pitchFamily="2" charset="2"/>
              </a:rPr>
              <a:t></a:t>
            </a:r>
            <a:r>
              <a:rPr lang="en-US" sz="1599" b="1" kern="0" dirty="0">
                <a:solidFill>
                  <a:srgbClr val="00646E"/>
                </a:solidFill>
              </a:rPr>
              <a:t> Synchronizing data</a:t>
            </a:r>
          </a:p>
        </p:txBody>
      </p:sp>
      <p:sp>
        <p:nvSpPr>
          <p:cNvPr id="2" name="Titel 1">
            <a:extLst>
              <a:ext uri="{FF2B5EF4-FFF2-40B4-BE49-F238E27FC236}">
                <a16:creationId xmlns:a16="http://schemas.microsoft.com/office/drawing/2014/main" id="{01FF8783-8957-4145-A140-42B86A578CB9}"/>
              </a:ext>
            </a:extLst>
          </p:cNvPr>
          <p:cNvSpPr>
            <a:spLocks noGrp="1"/>
          </p:cNvSpPr>
          <p:nvPr>
            <p:ph type="title"/>
          </p:nvPr>
        </p:nvSpPr>
        <p:spPr/>
        <p:txBody>
          <a:bodyPr anchor="t"/>
          <a:lstStyle/>
          <a:p>
            <a:r>
              <a:rPr lang="en-US" dirty="0"/>
              <a:t>Special features when activating password protection of the configuration data</a:t>
            </a:r>
            <a:br>
              <a:rPr lang="en-US" b="0" dirty="0"/>
            </a:br>
            <a:r>
              <a:rPr lang="en-US" b="0" dirty="0"/>
              <a:t>Initial commissioning of an RH system</a:t>
            </a:r>
          </a:p>
        </p:txBody>
      </p:sp>
      <p:sp>
        <p:nvSpPr>
          <p:cNvPr id="5" name="Fußzeilenplatzhalter 4">
            <a:extLst>
              <a:ext uri="{FF2B5EF4-FFF2-40B4-BE49-F238E27FC236}">
                <a16:creationId xmlns:a16="http://schemas.microsoft.com/office/drawing/2014/main" id="{CDC0545B-C88D-4E20-B4B7-A620FC2D9258}"/>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4" name="Grafik 3">
            <a:extLst>
              <a:ext uri="{FF2B5EF4-FFF2-40B4-BE49-F238E27FC236}">
                <a16:creationId xmlns:a16="http://schemas.microsoft.com/office/drawing/2014/main" id="{B30199AA-FBBB-4ECC-AC3B-433C60364E49}"/>
              </a:ext>
            </a:extLst>
          </p:cNvPr>
          <p:cNvPicPr>
            <a:picLocks noChangeAspect="1"/>
          </p:cNvPicPr>
          <p:nvPr/>
        </p:nvPicPr>
        <p:blipFill>
          <a:blip r:embed="rId21"/>
          <a:stretch>
            <a:fillRect/>
          </a:stretch>
        </p:blipFill>
        <p:spPr>
          <a:xfrm>
            <a:off x="1792744" y="2523270"/>
            <a:ext cx="1007547" cy="1007547"/>
          </a:xfrm>
          <a:prstGeom prst="rect">
            <a:avLst/>
          </a:prstGeom>
        </p:spPr>
      </p:pic>
      <p:cxnSp>
        <p:nvCxnSpPr>
          <p:cNvPr id="6" name="Gerade Verbindung mit Pfeil 5">
            <a:extLst>
              <a:ext uri="{FF2B5EF4-FFF2-40B4-BE49-F238E27FC236}">
                <a16:creationId xmlns:a16="http://schemas.microsoft.com/office/drawing/2014/main" id="{AA514DED-6626-404C-B1A7-F5AD4590EF2D}"/>
              </a:ext>
            </a:extLst>
          </p:cNvPr>
          <p:cNvCxnSpPr/>
          <p:nvPr/>
        </p:nvCxnSpPr>
        <p:spPr bwMode="auto">
          <a:xfrm>
            <a:off x="2296518" y="3439167"/>
            <a:ext cx="0" cy="588103"/>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7" name="Freihandform: Form 6">
            <a:extLst>
              <a:ext uri="{FF2B5EF4-FFF2-40B4-BE49-F238E27FC236}">
                <a16:creationId xmlns:a16="http://schemas.microsoft.com/office/drawing/2014/main" id="{AF4F81E2-306E-439B-B34B-EEE6E3A5DD90}"/>
              </a:ext>
            </a:extLst>
          </p:cNvPr>
          <p:cNvSpPr/>
          <p:nvPr/>
        </p:nvSpPr>
        <p:spPr bwMode="auto">
          <a:xfrm>
            <a:off x="2787734" y="3080074"/>
            <a:ext cx="292781" cy="1348027"/>
          </a:xfrm>
          <a:custGeom>
            <a:avLst/>
            <a:gdLst>
              <a:gd name="connsiteX0" fmla="*/ 0 w 292933"/>
              <a:gd name="connsiteY0" fmla="*/ 0 h 1545336"/>
              <a:gd name="connsiteX1" fmla="*/ 292608 w 292933"/>
              <a:gd name="connsiteY1" fmla="*/ 786384 h 1545336"/>
              <a:gd name="connsiteX2" fmla="*/ 45720 w 292933"/>
              <a:gd name="connsiteY2" fmla="*/ 1545336 h 1545336"/>
            </a:gdLst>
            <a:ahLst/>
            <a:cxnLst>
              <a:cxn ang="0">
                <a:pos x="connsiteX0" y="connsiteY0"/>
              </a:cxn>
              <a:cxn ang="0">
                <a:pos x="connsiteX1" y="connsiteY1"/>
              </a:cxn>
              <a:cxn ang="0">
                <a:pos x="connsiteX2" y="connsiteY2"/>
              </a:cxn>
            </a:cxnLst>
            <a:rect l="l" t="t" r="r" b="b"/>
            <a:pathLst>
              <a:path w="292933" h="1545336">
                <a:moveTo>
                  <a:pt x="0" y="0"/>
                </a:moveTo>
                <a:cubicBezTo>
                  <a:pt x="142494" y="264414"/>
                  <a:pt x="284988" y="528828"/>
                  <a:pt x="292608" y="786384"/>
                </a:cubicBezTo>
                <a:cubicBezTo>
                  <a:pt x="300228" y="1043940"/>
                  <a:pt x="172974" y="1294638"/>
                  <a:pt x="45720" y="1545336"/>
                </a:cubicBezTo>
              </a:path>
            </a:pathLst>
          </a:custGeom>
          <a:ln>
            <a:solidFill>
              <a:srgbClr val="2387AA"/>
            </a:solidFill>
            <a:tailEnd type="triangl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en-US" sz="1799" dirty="0">
              <a:solidFill>
                <a:srgbClr val="00646E"/>
              </a:solidFill>
            </a:endParaRPr>
          </a:p>
        </p:txBody>
      </p:sp>
      <p:sp>
        <p:nvSpPr>
          <p:cNvPr id="8" name="Freihandform: Form 7">
            <a:extLst>
              <a:ext uri="{FF2B5EF4-FFF2-40B4-BE49-F238E27FC236}">
                <a16:creationId xmlns:a16="http://schemas.microsoft.com/office/drawing/2014/main" id="{B6C0A6E5-3128-46CE-A2E5-FACA4F8D3680}"/>
              </a:ext>
            </a:extLst>
          </p:cNvPr>
          <p:cNvSpPr/>
          <p:nvPr/>
        </p:nvSpPr>
        <p:spPr bwMode="auto">
          <a:xfrm>
            <a:off x="1489872" y="3043517"/>
            <a:ext cx="356521" cy="1343468"/>
          </a:xfrm>
          <a:custGeom>
            <a:avLst/>
            <a:gdLst>
              <a:gd name="connsiteX0" fmla="*/ 329275 w 356707"/>
              <a:gd name="connsiteY0" fmla="*/ 0 h 1344168"/>
              <a:gd name="connsiteX1" fmla="*/ 91 w 356707"/>
              <a:gd name="connsiteY1" fmla="*/ 676656 h 1344168"/>
              <a:gd name="connsiteX2" fmla="*/ 356707 w 356707"/>
              <a:gd name="connsiteY2" fmla="*/ 1344168 h 1344168"/>
            </a:gdLst>
            <a:ahLst/>
            <a:cxnLst>
              <a:cxn ang="0">
                <a:pos x="connsiteX0" y="connsiteY0"/>
              </a:cxn>
              <a:cxn ang="0">
                <a:pos x="connsiteX1" y="connsiteY1"/>
              </a:cxn>
              <a:cxn ang="0">
                <a:pos x="connsiteX2" y="connsiteY2"/>
              </a:cxn>
            </a:cxnLst>
            <a:rect l="l" t="t" r="r" b="b"/>
            <a:pathLst>
              <a:path w="356707" h="1344168">
                <a:moveTo>
                  <a:pt x="329275" y="0"/>
                </a:moveTo>
                <a:cubicBezTo>
                  <a:pt x="162397" y="226314"/>
                  <a:pt x="-4481" y="452628"/>
                  <a:pt x="91" y="676656"/>
                </a:cubicBezTo>
                <a:cubicBezTo>
                  <a:pt x="4663" y="900684"/>
                  <a:pt x="180685" y="1122426"/>
                  <a:pt x="356707" y="1344168"/>
                </a:cubicBezTo>
              </a:path>
            </a:pathLst>
          </a:custGeom>
          <a:ln>
            <a:solidFill>
              <a:srgbClr val="2387AA"/>
            </a:solidFill>
            <a:tailEnd type="triangle"/>
          </a:ln>
        </p:spPr>
        <p:style>
          <a:lnRef idx="2">
            <a:schemeClr val="accent5"/>
          </a:lnRef>
          <a:fillRef idx="0">
            <a:schemeClr val="accent5"/>
          </a:fillRef>
          <a:effectRef idx="1">
            <a:schemeClr val="accent5"/>
          </a:effectRef>
          <a:fontRef idx="minor">
            <a:schemeClr val="tx1"/>
          </a:fontRef>
        </p:style>
        <p:txBody>
          <a:bodyPr rot="0" spcFirstLastPara="0" vertOverflow="overflow" horzOverflow="overflow" vert="horz" wrap="square" lIns="91392" tIns="45696" rIns="91392" bIns="45696" numCol="1" spcCol="0" rtlCol="0" fromWordArt="0" anchor="ctr" anchorCtr="0" forceAA="0" compatLnSpc="1">
            <a:prstTxWarp prst="textNoShape">
              <a:avLst/>
            </a:prstTxWarp>
            <a:noAutofit/>
          </a:bodyPr>
          <a:lstStyle/>
          <a:p>
            <a:pPr algn="ctr"/>
            <a:endParaRPr lang="en-US" sz="1799" dirty="0">
              <a:solidFill>
                <a:srgbClr val="00646E"/>
              </a:solidFill>
            </a:endParaRPr>
          </a:p>
        </p:txBody>
      </p:sp>
      <p:sp>
        <p:nvSpPr>
          <p:cNvPr id="9" name="Textfeld 8">
            <a:extLst>
              <a:ext uri="{FF2B5EF4-FFF2-40B4-BE49-F238E27FC236}">
                <a16:creationId xmlns:a16="http://schemas.microsoft.com/office/drawing/2014/main" id="{678B4212-626F-4850-8D04-5121A1F439D4}"/>
              </a:ext>
            </a:extLst>
          </p:cNvPr>
          <p:cNvSpPr txBox="1"/>
          <p:nvPr/>
        </p:nvSpPr>
        <p:spPr>
          <a:xfrm>
            <a:off x="2136757" y="3629582"/>
            <a:ext cx="315807" cy="192614"/>
          </a:xfrm>
          <a:prstGeom prst="rect">
            <a:avLst/>
          </a:prstGeom>
          <a:solidFill>
            <a:srgbClr val="FFFFFF"/>
          </a:solidFill>
        </p:spPr>
        <p:txBody>
          <a:bodyPr vert="horz" wrap="none" lIns="0" tIns="0" rIns="0" bIns="0" rtlCol="0">
            <a:noAutofit/>
          </a:bodyPr>
          <a:lstStyle/>
          <a:p>
            <a:pPr algn="ctr" fontAlgn="base">
              <a:lnSpc>
                <a:spcPct val="110000"/>
              </a:lnSpc>
              <a:spcAft>
                <a:spcPct val="0"/>
              </a:spcAft>
            </a:pPr>
            <a:r>
              <a:rPr lang="en-US" sz="1199" dirty="0">
                <a:solidFill>
                  <a:srgbClr val="00646E"/>
                </a:solidFill>
                <a:latin typeface="Arial"/>
                <a:ea typeface="Arial Unicode MS" panose="020B0604020202020204" pitchFamily="34" charset="-128"/>
                <a:cs typeface="Arial Unicode MS" panose="020B0604020202020204" pitchFamily="34" charset="-128"/>
              </a:rPr>
              <a:t>First Download</a:t>
            </a:r>
          </a:p>
        </p:txBody>
      </p:sp>
      <p:sp>
        <p:nvSpPr>
          <p:cNvPr id="10" name="Textfeld 9">
            <a:extLst>
              <a:ext uri="{FF2B5EF4-FFF2-40B4-BE49-F238E27FC236}">
                <a16:creationId xmlns:a16="http://schemas.microsoft.com/office/drawing/2014/main" id="{4560C2D0-396D-4FF8-8E30-F48A43AA1BDF}"/>
              </a:ext>
            </a:extLst>
          </p:cNvPr>
          <p:cNvSpPr txBox="1"/>
          <p:nvPr/>
        </p:nvSpPr>
        <p:spPr>
          <a:xfrm>
            <a:off x="1837698" y="2491392"/>
            <a:ext cx="913924" cy="247960"/>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646E"/>
                </a:solidFill>
                <a:latin typeface="Arial"/>
                <a:ea typeface="Arial Unicode MS" panose="020B0604020202020204" pitchFamily="34" charset="-128"/>
                <a:cs typeface="Arial Unicode MS" panose="020B0604020202020204" pitchFamily="34" charset="-128"/>
              </a:rPr>
              <a:t>TIA Portal</a:t>
            </a:r>
          </a:p>
        </p:txBody>
      </p:sp>
      <p:pic>
        <p:nvPicPr>
          <p:cNvPr id="12" name="Grafik 11">
            <a:extLst>
              <a:ext uri="{FF2B5EF4-FFF2-40B4-BE49-F238E27FC236}">
                <a16:creationId xmlns:a16="http://schemas.microsoft.com/office/drawing/2014/main" id="{08F09A37-9FE1-4B83-A5AC-CF16788F7C36}"/>
              </a:ext>
            </a:extLst>
          </p:cNvPr>
          <p:cNvPicPr>
            <a:picLocks noChangeAspect="1"/>
          </p:cNvPicPr>
          <p:nvPr/>
        </p:nvPicPr>
        <p:blipFill>
          <a:blip r:embed="rId22"/>
          <a:stretch>
            <a:fillRect/>
          </a:stretch>
        </p:blipFill>
        <p:spPr>
          <a:xfrm>
            <a:off x="1312040" y="2136243"/>
            <a:ext cx="456962" cy="599763"/>
          </a:xfrm>
          <a:prstGeom prst="rect">
            <a:avLst/>
          </a:prstGeom>
        </p:spPr>
      </p:pic>
      <p:sp>
        <p:nvSpPr>
          <p:cNvPr id="13" name="Textfeld 12">
            <a:extLst>
              <a:ext uri="{FF2B5EF4-FFF2-40B4-BE49-F238E27FC236}">
                <a16:creationId xmlns:a16="http://schemas.microsoft.com/office/drawing/2014/main" id="{10F35C91-FFC1-4503-931F-9F2691CFACE7}"/>
              </a:ext>
            </a:extLst>
          </p:cNvPr>
          <p:cNvSpPr txBox="1"/>
          <p:nvPr/>
        </p:nvSpPr>
        <p:spPr>
          <a:xfrm>
            <a:off x="1267878" y="2696192"/>
            <a:ext cx="518770" cy="247960"/>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646E"/>
                </a:solidFill>
                <a:latin typeface="Arial"/>
                <a:ea typeface="Arial Unicode MS" panose="020B0604020202020204" pitchFamily="34" charset="-128"/>
                <a:cs typeface="Arial Unicode MS" panose="020B0604020202020204" pitchFamily="34" charset="-128"/>
              </a:rPr>
              <a:t>1x</a:t>
            </a:r>
          </a:p>
        </p:txBody>
      </p:sp>
      <p:pic>
        <p:nvPicPr>
          <p:cNvPr id="14" name="Graphic 4" descr="Key">
            <a:extLst>
              <a:ext uri="{FF2B5EF4-FFF2-40B4-BE49-F238E27FC236}">
                <a16:creationId xmlns:a16="http://schemas.microsoft.com/office/drawing/2014/main" id="{2B103650-7157-435A-9C4C-C02C36C582C6}"/>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273919" y="3320652"/>
            <a:ext cx="493373" cy="493373"/>
          </a:xfrm>
          <a:prstGeom prst="rect">
            <a:avLst/>
          </a:prstGeom>
        </p:spPr>
      </p:pic>
      <p:sp>
        <p:nvSpPr>
          <p:cNvPr id="35" name="Freihandform: Form 34">
            <a:extLst>
              <a:ext uri="{FF2B5EF4-FFF2-40B4-BE49-F238E27FC236}">
                <a16:creationId xmlns:a16="http://schemas.microsoft.com/office/drawing/2014/main" id="{B3F4F916-C28D-420C-A49A-6F5A98E53073}"/>
              </a:ext>
            </a:extLst>
          </p:cNvPr>
          <p:cNvSpPr/>
          <p:nvPr/>
        </p:nvSpPr>
        <p:spPr bwMode="auto">
          <a:xfrm rot="18596760">
            <a:off x="6335079" y="2623274"/>
            <a:ext cx="373516" cy="1507088"/>
          </a:xfrm>
          <a:custGeom>
            <a:avLst/>
            <a:gdLst>
              <a:gd name="connsiteX0" fmla="*/ 18288 w 438944"/>
              <a:gd name="connsiteY0" fmla="*/ 0 h 1417320"/>
              <a:gd name="connsiteX1" fmla="*/ 438912 w 438944"/>
              <a:gd name="connsiteY1" fmla="*/ 813816 h 1417320"/>
              <a:gd name="connsiteX2" fmla="*/ 0 w 438944"/>
              <a:gd name="connsiteY2" fmla="*/ 1417320 h 1417320"/>
            </a:gdLst>
            <a:ahLst/>
            <a:cxnLst>
              <a:cxn ang="0">
                <a:pos x="connsiteX0" y="connsiteY0"/>
              </a:cxn>
              <a:cxn ang="0">
                <a:pos x="connsiteX1" y="connsiteY1"/>
              </a:cxn>
              <a:cxn ang="0">
                <a:pos x="connsiteX2" y="connsiteY2"/>
              </a:cxn>
            </a:cxnLst>
            <a:rect l="l" t="t" r="r" b="b"/>
            <a:pathLst>
              <a:path w="438944" h="1417320">
                <a:moveTo>
                  <a:pt x="18288" y="0"/>
                </a:moveTo>
                <a:cubicBezTo>
                  <a:pt x="230124" y="288798"/>
                  <a:pt x="441960" y="577596"/>
                  <a:pt x="438912" y="813816"/>
                </a:cubicBezTo>
                <a:cubicBezTo>
                  <a:pt x="435864" y="1050036"/>
                  <a:pt x="217932" y="1233678"/>
                  <a:pt x="0" y="1417320"/>
                </a:cubicBezTo>
              </a:path>
            </a:pathLst>
          </a:custGeom>
          <a:ln>
            <a:solidFill>
              <a:srgbClr val="2387AA"/>
            </a:solidFill>
            <a:tailEnd type="triangl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en-US" sz="1799" dirty="0">
              <a:solidFill>
                <a:srgbClr val="00646E"/>
              </a:solidFill>
            </a:endParaRPr>
          </a:p>
        </p:txBody>
      </p:sp>
      <p:pic>
        <p:nvPicPr>
          <p:cNvPr id="36" name="Graphic 4" descr="Key">
            <a:extLst>
              <a:ext uri="{FF2B5EF4-FFF2-40B4-BE49-F238E27FC236}">
                <a16:creationId xmlns:a16="http://schemas.microsoft.com/office/drawing/2014/main" id="{F2BA1EBD-947D-4A17-BBE4-71977FB4955D}"/>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154559" y="2909865"/>
            <a:ext cx="493373" cy="493373"/>
          </a:xfrm>
          <a:prstGeom prst="rect">
            <a:avLst/>
          </a:prstGeom>
        </p:spPr>
      </p:pic>
      <p:pic>
        <p:nvPicPr>
          <p:cNvPr id="44" name="Grafik 43">
            <a:extLst>
              <a:ext uri="{FF2B5EF4-FFF2-40B4-BE49-F238E27FC236}">
                <a16:creationId xmlns:a16="http://schemas.microsoft.com/office/drawing/2014/main" id="{961FCDF2-9BD2-45F5-A356-EC69E3323C50}"/>
              </a:ext>
            </a:extLst>
          </p:cNvPr>
          <p:cNvPicPr>
            <a:picLocks noChangeAspect="1"/>
          </p:cNvPicPr>
          <p:nvPr/>
        </p:nvPicPr>
        <p:blipFill>
          <a:blip r:embed="rId21"/>
          <a:stretch>
            <a:fillRect/>
          </a:stretch>
        </p:blipFill>
        <p:spPr>
          <a:xfrm>
            <a:off x="4797999" y="2520522"/>
            <a:ext cx="1007547" cy="1007547"/>
          </a:xfrm>
          <a:prstGeom prst="rect">
            <a:avLst/>
          </a:prstGeom>
        </p:spPr>
      </p:pic>
      <p:sp>
        <p:nvSpPr>
          <p:cNvPr id="45" name="Textfeld 44">
            <a:extLst>
              <a:ext uri="{FF2B5EF4-FFF2-40B4-BE49-F238E27FC236}">
                <a16:creationId xmlns:a16="http://schemas.microsoft.com/office/drawing/2014/main" id="{BCC01E33-A958-4AA4-A68B-4C51CB8D5D59}"/>
              </a:ext>
            </a:extLst>
          </p:cNvPr>
          <p:cNvSpPr txBox="1"/>
          <p:nvPr/>
        </p:nvSpPr>
        <p:spPr>
          <a:xfrm>
            <a:off x="4848721" y="2278644"/>
            <a:ext cx="1040480" cy="405459"/>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646E"/>
                </a:solidFill>
                <a:latin typeface="Arial"/>
                <a:ea typeface="Arial Unicode MS" panose="020B0604020202020204" pitchFamily="34" charset="-128"/>
                <a:cs typeface="Arial Unicode MS" panose="020B0604020202020204" pitchFamily="34" charset="-128"/>
              </a:rPr>
              <a:t>Alternative 1:</a:t>
            </a:r>
            <a:br>
              <a:rPr lang="en-US" sz="1199" b="1" dirty="0">
                <a:solidFill>
                  <a:srgbClr val="00646E"/>
                </a:solidFill>
                <a:latin typeface="Arial"/>
                <a:ea typeface="Arial Unicode MS" panose="020B0604020202020204" pitchFamily="34" charset="-128"/>
                <a:cs typeface="Arial Unicode MS" panose="020B0604020202020204" pitchFamily="34" charset="-128"/>
              </a:rPr>
            </a:br>
            <a:r>
              <a:rPr lang="en-US" sz="1199" b="1" dirty="0">
                <a:solidFill>
                  <a:srgbClr val="00646E"/>
                </a:solidFill>
                <a:latin typeface="Arial"/>
                <a:ea typeface="Arial Unicode MS" panose="020B0604020202020204" pitchFamily="34" charset="-128"/>
                <a:cs typeface="Arial Unicode MS" panose="020B0604020202020204" pitchFamily="34" charset="-128"/>
              </a:rPr>
              <a:t>TIA Portal</a:t>
            </a:r>
          </a:p>
        </p:txBody>
      </p:sp>
      <p:pic>
        <p:nvPicPr>
          <p:cNvPr id="46" name="Grafik 45">
            <a:extLst>
              <a:ext uri="{FF2B5EF4-FFF2-40B4-BE49-F238E27FC236}">
                <a16:creationId xmlns:a16="http://schemas.microsoft.com/office/drawing/2014/main" id="{988C5F26-512A-48BD-8C53-158DDE4F7F93}"/>
              </a:ext>
            </a:extLst>
          </p:cNvPr>
          <p:cNvPicPr>
            <a:picLocks noChangeAspect="1"/>
          </p:cNvPicPr>
          <p:nvPr/>
        </p:nvPicPr>
        <p:blipFill>
          <a:blip r:embed="rId22"/>
          <a:stretch>
            <a:fillRect/>
          </a:stretch>
        </p:blipFill>
        <p:spPr>
          <a:xfrm>
            <a:off x="4438851" y="2157610"/>
            <a:ext cx="456962" cy="599763"/>
          </a:xfrm>
          <a:prstGeom prst="rect">
            <a:avLst/>
          </a:prstGeom>
        </p:spPr>
      </p:pic>
      <p:sp>
        <p:nvSpPr>
          <p:cNvPr id="47" name="Textfeld 46">
            <a:extLst>
              <a:ext uri="{FF2B5EF4-FFF2-40B4-BE49-F238E27FC236}">
                <a16:creationId xmlns:a16="http://schemas.microsoft.com/office/drawing/2014/main" id="{E234296E-6790-445E-AB14-5E23BB605F9D}"/>
              </a:ext>
            </a:extLst>
          </p:cNvPr>
          <p:cNvSpPr txBox="1"/>
          <p:nvPr/>
        </p:nvSpPr>
        <p:spPr>
          <a:xfrm>
            <a:off x="4394689" y="2717560"/>
            <a:ext cx="518770" cy="247960"/>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646E"/>
                </a:solidFill>
                <a:latin typeface="Arial"/>
                <a:ea typeface="Arial Unicode MS" panose="020B0604020202020204" pitchFamily="34" charset="-128"/>
                <a:cs typeface="Arial Unicode MS" panose="020B0604020202020204" pitchFamily="34" charset="-128"/>
              </a:rPr>
              <a:t>1x</a:t>
            </a:r>
          </a:p>
        </p:txBody>
      </p:sp>
      <p:pic>
        <p:nvPicPr>
          <p:cNvPr id="48" name="Grafik 47">
            <a:extLst>
              <a:ext uri="{FF2B5EF4-FFF2-40B4-BE49-F238E27FC236}">
                <a16:creationId xmlns:a16="http://schemas.microsoft.com/office/drawing/2014/main" id="{C7703AFA-01AC-448F-A83B-D076B6C0D772}"/>
              </a:ext>
            </a:extLst>
          </p:cNvPr>
          <p:cNvPicPr>
            <a:picLocks noChangeAspect="1"/>
          </p:cNvPicPr>
          <p:nvPr/>
        </p:nvPicPr>
        <p:blipFill>
          <a:blip r:embed="rId21"/>
          <a:stretch>
            <a:fillRect/>
          </a:stretch>
        </p:blipFill>
        <p:spPr>
          <a:xfrm>
            <a:off x="8852001" y="2520522"/>
            <a:ext cx="1007547" cy="1007547"/>
          </a:xfrm>
          <a:prstGeom prst="rect">
            <a:avLst/>
          </a:prstGeom>
        </p:spPr>
      </p:pic>
      <p:cxnSp>
        <p:nvCxnSpPr>
          <p:cNvPr id="50" name="Gerade Verbindung mit Pfeil 49">
            <a:extLst>
              <a:ext uri="{FF2B5EF4-FFF2-40B4-BE49-F238E27FC236}">
                <a16:creationId xmlns:a16="http://schemas.microsoft.com/office/drawing/2014/main" id="{848E3522-B42F-4D3C-A476-67D2AE44EB35}"/>
              </a:ext>
            </a:extLst>
          </p:cNvPr>
          <p:cNvCxnSpPr/>
          <p:nvPr/>
        </p:nvCxnSpPr>
        <p:spPr bwMode="auto">
          <a:xfrm>
            <a:off x="9355774" y="3436419"/>
            <a:ext cx="0" cy="588103"/>
          </a:xfrm>
          <a:prstGeom prst="straightConnector1">
            <a:avLst/>
          </a:prstGeom>
          <a:solidFill>
            <a:schemeClr val="tx2"/>
          </a:solidFill>
          <a:ln w="9525" cap="flat" cmpd="sng" algn="ctr">
            <a:solidFill>
              <a:schemeClr val="accent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51" name="Textfeld 50">
            <a:extLst>
              <a:ext uri="{FF2B5EF4-FFF2-40B4-BE49-F238E27FC236}">
                <a16:creationId xmlns:a16="http://schemas.microsoft.com/office/drawing/2014/main" id="{C525CF64-2B0E-43D2-A279-75776B8003C0}"/>
              </a:ext>
            </a:extLst>
          </p:cNvPr>
          <p:cNvSpPr txBox="1"/>
          <p:nvPr/>
        </p:nvSpPr>
        <p:spPr>
          <a:xfrm>
            <a:off x="8896954" y="2488644"/>
            <a:ext cx="913924" cy="247960"/>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646E"/>
                </a:solidFill>
                <a:latin typeface="Arial"/>
                <a:ea typeface="Arial Unicode MS" panose="020B0604020202020204" pitchFamily="34" charset="-128"/>
                <a:cs typeface="Arial Unicode MS" panose="020B0604020202020204" pitchFamily="34" charset="-128"/>
              </a:rPr>
              <a:t>TIA Portal</a:t>
            </a:r>
          </a:p>
        </p:txBody>
      </p:sp>
      <p:pic>
        <p:nvPicPr>
          <p:cNvPr id="53" name="Grafik 52">
            <a:extLst>
              <a:ext uri="{FF2B5EF4-FFF2-40B4-BE49-F238E27FC236}">
                <a16:creationId xmlns:a16="http://schemas.microsoft.com/office/drawing/2014/main" id="{DDBDB1FB-7B38-40A4-A55B-830884866C55}"/>
              </a:ext>
            </a:extLst>
          </p:cNvPr>
          <p:cNvPicPr>
            <a:picLocks noChangeAspect="1"/>
          </p:cNvPicPr>
          <p:nvPr/>
        </p:nvPicPr>
        <p:blipFill>
          <a:blip r:embed="rId22"/>
          <a:stretch>
            <a:fillRect/>
          </a:stretch>
        </p:blipFill>
        <p:spPr>
          <a:xfrm>
            <a:off x="8371296" y="2133495"/>
            <a:ext cx="456962" cy="599763"/>
          </a:xfrm>
          <a:prstGeom prst="rect">
            <a:avLst/>
          </a:prstGeom>
        </p:spPr>
      </p:pic>
      <p:sp>
        <p:nvSpPr>
          <p:cNvPr id="79" name="Rechteck 78">
            <a:extLst>
              <a:ext uri="{FF2B5EF4-FFF2-40B4-BE49-F238E27FC236}">
                <a16:creationId xmlns:a16="http://schemas.microsoft.com/office/drawing/2014/main" id="{DFDCCE40-EF92-4741-871E-A930ADD2379B}"/>
              </a:ext>
            </a:extLst>
          </p:cNvPr>
          <p:cNvSpPr/>
          <p:nvPr/>
        </p:nvSpPr>
        <p:spPr bwMode="auto">
          <a:xfrm>
            <a:off x="4365077" y="5372258"/>
            <a:ext cx="3598126" cy="522013"/>
          </a:xfrm>
          <a:prstGeom prst="rect">
            <a:avLst/>
          </a:prstGeom>
          <a:solidFill>
            <a:srgbClr val="FFC000"/>
          </a:solidFill>
          <a:ln>
            <a:noFill/>
          </a:ln>
          <a:effectLst/>
        </p:spPr>
        <p:txBody>
          <a:bodyPr wrap="square" lIns="107944" tIns="53972" rIns="107944" bIns="53972" numCol="1" spcCol="72000" rtlCol="0" anchor="ctr">
            <a:noAutofit/>
          </a:bodyPr>
          <a:lstStyle/>
          <a:p>
            <a:pPr algn="ctr">
              <a:lnSpc>
                <a:spcPct val="110000"/>
              </a:lnSpc>
              <a:spcBef>
                <a:spcPct val="0"/>
              </a:spcBef>
              <a:buFont typeface="Wingdings" charset="0"/>
              <a:buNone/>
            </a:pPr>
            <a:r>
              <a:rPr lang="en-US" sz="1599" dirty="0">
                <a:solidFill>
                  <a:schemeClr val="bg1"/>
                </a:solidFill>
                <a:ea typeface="Arial Unicode MS" panose="020B0604020202020204" pitchFamily="34" charset="-128"/>
                <a:cs typeface="Arial Unicode MS" panose="020B0604020202020204" pitchFamily="34" charset="-128"/>
              </a:rPr>
              <a:t>Without this step, the SYNCUP process will fail!</a:t>
            </a:r>
          </a:p>
        </p:txBody>
      </p:sp>
      <p:cxnSp>
        <p:nvCxnSpPr>
          <p:cNvPr id="80" name="Gerade Verbindung mit Pfeil 79">
            <a:extLst>
              <a:ext uri="{FF2B5EF4-FFF2-40B4-BE49-F238E27FC236}">
                <a16:creationId xmlns:a16="http://schemas.microsoft.com/office/drawing/2014/main" id="{A9CF17FB-E70F-4D54-A7DF-8F02FA831B02}"/>
              </a:ext>
            </a:extLst>
          </p:cNvPr>
          <p:cNvCxnSpPr/>
          <p:nvPr/>
        </p:nvCxnSpPr>
        <p:spPr bwMode="auto">
          <a:xfrm>
            <a:off x="9508095" y="3480474"/>
            <a:ext cx="1122174" cy="546796"/>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1" name="Textfeld 80">
            <a:extLst>
              <a:ext uri="{FF2B5EF4-FFF2-40B4-BE49-F238E27FC236}">
                <a16:creationId xmlns:a16="http://schemas.microsoft.com/office/drawing/2014/main" id="{26779219-50A5-4006-9074-685491054F34}"/>
              </a:ext>
            </a:extLst>
          </p:cNvPr>
          <p:cNvSpPr txBox="1"/>
          <p:nvPr/>
        </p:nvSpPr>
        <p:spPr>
          <a:xfrm>
            <a:off x="9212207" y="3585139"/>
            <a:ext cx="1065742" cy="222831"/>
          </a:xfrm>
          <a:prstGeom prst="rect">
            <a:avLst/>
          </a:prstGeom>
          <a:solidFill>
            <a:schemeClr val="tx1"/>
          </a:solidFill>
        </p:spPr>
        <p:txBody>
          <a:bodyPr vert="horz" wrap="none" lIns="0" tIns="0" rIns="0" bIns="0" rtlCol="0">
            <a:noAutofit/>
          </a:bodyPr>
          <a:lstStyle/>
          <a:p>
            <a:pPr algn="ctr" fontAlgn="base">
              <a:lnSpc>
                <a:spcPct val="110000"/>
              </a:lnSpc>
              <a:spcAft>
                <a:spcPct val="0"/>
              </a:spcAft>
            </a:pPr>
            <a:r>
              <a:rPr lang="en-US" sz="1199" dirty="0">
                <a:solidFill>
                  <a:srgbClr val="00646E"/>
                </a:solidFill>
                <a:latin typeface="Arial"/>
                <a:ea typeface="Arial Unicode MS" panose="020B0604020202020204" pitchFamily="34" charset="-128"/>
                <a:cs typeface="Arial Unicode MS" panose="020B0604020202020204" pitchFamily="34" charset="-128"/>
              </a:rPr>
              <a:t>Start RH System</a:t>
            </a:r>
          </a:p>
        </p:txBody>
      </p:sp>
      <p:pic>
        <p:nvPicPr>
          <p:cNvPr id="82" name="Grafik 81">
            <a:extLst>
              <a:ext uri="{FF2B5EF4-FFF2-40B4-BE49-F238E27FC236}">
                <a16:creationId xmlns:a16="http://schemas.microsoft.com/office/drawing/2014/main" id="{93E66F85-9043-49C5-9E92-076594FAF6D3}"/>
              </a:ext>
            </a:extLst>
          </p:cNvPr>
          <p:cNvPicPr>
            <a:picLocks noChangeAspect="1"/>
          </p:cNvPicPr>
          <p:nvPr/>
        </p:nvPicPr>
        <p:blipFill rotWithShape="1">
          <a:blip r:embed="rId25"/>
          <a:srcRect l="12702" r="12261"/>
          <a:stretch/>
        </p:blipFill>
        <p:spPr>
          <a:xfrm>
            <a:off x="7247561" y="2945158"/>
            <a:ext cx="333201" cy="444048"/>
          </a:xfrm>
          <a:prstGeom prst="rect">
            <a:avLst/>
          </a:prstGeom>
          <a:solidFill>
            <a:schemeClr val="tx1"/>
          </a:solidFill>
        </p:spPr>
      </p:pic>
      <p:pic>
        <p:nvPicPr>
          <p:cNvPr id="83" name="Graphic 4" descr="Key">
            <a:extLst>
              <a:ext uri="{FF2B5EF4-FFF2-40B4-BE49-F238E27FC236}">
                <a16:creationId xmlns:a16="http://schemas.microsoft.com/office/drawing/2014/main" id="{2B7AF17F-DE06-44B8-96FE-44FEDBFC52F0}"/>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319164" y="2939471"/>
            <a:ext cx="493373" cy="493373"/>
          </a:xfrm>
          <a:prstGeom prst="rect">
            <a:avLst/>
          </a:prstGeom>
        </p:spPr>
      </p:pic>
      <p:sp>
        <p:nvSpPr>
          <p:cNvPr id="84" name="Textfeld 83">
            <a:extLst>
              <a:ext uri="{FF2B5EF4-FFF2-40B4-BE49-F238E27FC236}">
                <a16:creationId xmlns:a16="http://schemas.microsoft.com/office/drawing/2014/main" id="{D7972CD1-AC94-469F-AE97-13CE0563039F}"/>
              </a:ext>
            </a:extLst>
          </p:cNvPr>
          <p:cNvSpPr txBox="1"/>
          <p:nvPr/>
        </p:nvSpPr>
        <p:spPr>
          <a:xfrm>
            <a:off x="6836879" y="2278644"/>
            <a:ext cx="1040480" cy="405459"/>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646E"/>
                </a:solidFill>
                <a:latin typeface="Arial"/>
                <a:ea typeface="Arial Unicode MS" panose="020B0604020202020204" pitchFamily="34" charset="-128"/>
                <a:cs typeface="Arial Unicode MS" panose="020B0604020202020204" pitchFamily="34" charset="-128"/>
              </a:rPr>
              <a:t>Alternative 2:</a:t>
            </a:r>
            <a:br>
              <a:rPr lang="en-US" sz="1199" b="1" dirty="0">
                <a:solidFill>
                  <a:srgbClr val="00646E"/>
                </a:solidFill>
                <a:latin typeface="Arial"/>
                <a:ea typeface="Arial Unicode MS" panose="020B0604020202020204" pitchFamily="34" charset="-128"/>
                <a:cs typeface="Arial Unicode MS" panose="020B0604020202020204" pitchFamily="34" charset="-128"/>
              </a:rPr>
            </a:br>
            <a:r>
              <a:rPr lang="en-US" sz="1199" b="1" dirty="0">
                <a:solidFill>
                  <a:srgbClr val="00646E"/>
                </a:solidFill>
                <a:latin typeface="Arial"/>
                <a:ea typeface="Arial Unicode MS" panose="020B0604020202020204" pitchFamily="34" charset="-128"/>
                <a:cs typeface="Arial Unicode MS" panose="020B0604020202020204" pitchFamily="34" charset="-128"/>
              </a:rPr>
              <a:t>Special password</a:t>
            </a:r>
            <a:br>
              <a:rPr lang="en-US" sz="1199" b="1" dirty="0">
                <a:solidFill>
                  <a:srgbClr val="00646E"/>
                </a:solidFill>
                <a:latin typeface="Arial"/>
                <a:ea typeface="Arial Unicode MS" panose="020B0604020202020204" pitchFamily="34" charset="-128"/>
                <a:cs typeface="Arial Unicode MS" panose="020B0604020202020204" pitchFamily="34" charset="-128"/>
              </a:rPr>
            </a:br>
            <a:r>
              <a:rPr lang="en-US" sz="1199" b="1" dirty="0">
                <a:solidFill>
                  <a:srgbClr val="00646E"/>
                </a:solidFill>
                <a:latin typeface="Arial"/>
                <a:ea typeface="Arial Unicode MS" panose="020B0604020202020204" pitchFamily="34" charset="-128"/>
                <a:cs typeface="Arial Unicode MS" panose="020B0604020202020204" pitchFamily="34" charset="-128"/>
              </a:rPr>
              <a:t>Memory Card</a:t>
            </a:r>
          </a:p>
        </p:txBody>
      </p:sp>
      <p:sp>
        <p:nvSpPr>
          <p:cNvPr id="85" name="Freihandform: Form 84">
            <a:extLst>
              <a:ext uri="{FF2B5EF4-FFF2-40B4-BE49-F238E27FC236}">
                <a16:creationId xmlns:a16="http://schemas.microsoft.com/office/drawing/2014/main" id="{5D67EBD1-1C4D-4E8D-97D5-6C80666E4590}"/>
              </a:ext>
            </a:extLst>
          </p:cNvPr>
          <p:cNvSpPr/>
          <p:nvPr/>
        </p:nvSpPr>
        <p:spPr bwMode="auto">
          <a:xfrm>
            <a:off x="7114069" y="3480928"/>
            <a:ext cx="346552" cy="528580"/>
          </a:xfrm>
          <a:custGeom>
            <a:avLst/>
            <a:gdLst>
              <a:gd name="connsiteX0" fmla="*/ 467591 w 467591"/>
              <a:gd name="connsiteY0" fmla="*/ 0 h 488372"/>
              <a:gd name="connsiteX1" fmla="*/ 155863 w 467591"/>
              <a:gd name="connsiteY1" fmla="*/ 166254 h 488372"/>
              <a:gd name="connsiteX2" fmla="*/ 0 w 467591"/>
              <a:gd name="connsiteY2" fmla="*/ 488372 h 488372"/>
            </a:gdLst>
            <a:ahLst/>
            <a:cxnLst>
              <a:cxn ang="0">
                <a:pos x="connsiteX0" y="connsiteY0"/>
              </a:cxn>
              <a:cxn ang="0">
                <a:pos x="connsiteX1" y="connsiteY1"/>
              </a:cxn>
              <a:cxn ang="0">
                <a:pos x="connsiteX2" y="connsiteY2"/>
              </a:cxn>
            </a:cxnLst>
            <a:rect l="l" t="t" r="r" b="b"/>
            <a:pathLst>
              <a:path w="467591" h="488372">
                <a:moveTo>
                  <a:pt x="467591" y="0"/>
                </a:moveTo>
                <a:cubicBezTo>
                  <a:pt x="350693" y="42429"/>
                  <a:pt x="233795" y="84859"/>
                  <a:pt x="155863" y="166254"/>
                </a:cubicBezTo>
                <a:cubicBezTo>
                  <a:pt x="77931" y="247649"/>
                  <a:pt x="38965" y="368010"/>
                  <a:pt x="0" y="488372"/>
                </a:cubicBezTo>
              </a:path>
            </a:pathLst>
          </a:custGeom>
          <a:ln>
            <a:solidFill>
              <a:srgbClr val="2387AA"/>
            </a:solidFill>
            <a:tailEnd type="triangl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en-US" sz="1799" dirty="0">
              <a:solidFill>
                <a:srgbClr val="00646E"/>
              </a:solidFill>
            </a:endParaRPr>
          </a:p>
        </p:txBody>
      </p:sp>
      <p:grpSp>
        <p:nvGrpSpPr>
          <p:cNvPr id="86" name="Gruppieren 85">
            <a:extLst>
              <a:ext uri="{FF2B5EF4-FFF2-40B4-BE49-F238E27FC236}">
                <a16:creationId xmlns:a16="http://schemas.microsoft.com/office/drawing/2014/main" id="{344B4713-58ED-41D1-B7B1-45125320EECE}"/>
              </a:ext>
            </a:extLst>
          </p:cNvPr>
          <p:cNvGrpSpPr/>
          <p:nvPr/>
        </p:nvGrpSpPr>
        <p:grpSpPr>
          <a:xfrm>
            <a:off x="1886591" y="4160102"/>
            <a:ext cx="2211725" cy="639977"/>
            <a:chOff x="1877383" y="3319169"/>
            <a:chExt cx="2212877" cy="640310"/>
          </a:xfrm>
          <a:solidFill>
            <a:schemeClr val="tx1"/>
          </a:solidFill>
        </p:grpSpPr>
        <p:grpSp>
          <p:nvGrpSpPr>
            <p:cNvPr id="87" name="Gruppieren 86">
              <a:extLst>
                <a:ext uri="{FF2B5EF4-FFF2-40B4-BE49-F238E27FC236}">
                  <a16:creationId xmlns:a16="http://schemas.microsoft.com/office/drawing/2014/main" id="{62085785-CA8B-410E-BD7F-71476CAE1508}"/>
                </a:ext>
              </a:extLst>
            </p:cNvPr>
            <p:cNvGrpSpPr/>
            <p:nvPr/>
          </p:nvGrpSpPr>
          <p:grpSpPr>
            <a:xfrm>
              <a:off x="1877383" y="3319169"/>
              <a:ext cx="774297" cy="640310"/>
              <a:chOff x="5633257" y="2448326"/>
              <a:chExt cx="3891741" cy="2958295"/>
            </a:xfrm>
            <a:grpFill/>
          </p:grpSpPr>
          <p:pic>
            <p:nvPicPr>
              <p:cNvPr id="94" name="product_simatic-s7-1500.png">
                <a:extLst>
                  <a:ext uri="{FF2B5EF4-FFF2-40B4-BE49-F238E27FC236}">
                    <a16:creationId xmlns:a16="http://schemas.microsoft.com/office/drawing/2014/main" id="{00A86A98-0C79-464C-B534-0C5F6326AD5E}"/>
                  </a:ext>
                </a:extLst>
              </p:cNvPr>
              <p:cNvPicPr>
                <a:picLocks noChangeAspect="1"/>
              </p:cNvPicPr>
              <p:nvPr>
                <p:custDataLst>
                  <p:tags r:id="rId17"/>
                </p:custDataLst>
              </p:nvPr>
            </p:nvPicPr>
            <p:blipFill rotWithShape="1">
              <a:blip r:embed="rId2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95" name="product_simatic-s7-1500.png">
                <a:extLst>
                  <a:ext uri="{FF2B5EF4-FFF2-40B4-BE49-F238E27FC236}">
                    <a16:creationId xmlns:a16="http://schemas.microsoft.com/office/drawing/2014/main" id="{7B71D9F8-A90F-4CF4-8053-E3D9A61800A5}"/>
                  </a:ext>
                </a:extLst>
              </p:cNvPr>
              <p:cNvPicPr>
                <a:picLocks noChangeAspect="1"/>
              </p:cNvPicPr>
              <p:nvPr>
                <p:custDataLst>
                  <p:tags r:id="rId18"/>
                </p:custDataLst>
              </p:nvPr>
            </p:nvPicPr>
            <p:blipFill rotWithShape="1">
              <a:blip r:embed="rId2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96" name="product_simatic-s7-1500.png">
                <a:extLst>
                  <a:ext uri="{FF2B5EF4-FFF2-40B4-BE49-F238E27FC236}">
                    <a16:creationId xmlns:a16="http://schemas.microsoft.com/office/drawing/2014/main" id="{DFEEA336-7F42-410D-A7D9-51F80CC2DB46}"/>
                  </a:ext>
                </a:extLst>
              </p:cNvPr>
              <p:cNvPicPr>
                <a:picLocks noChangeAspect="1"/>
              </p:cNvPicPr>
              <p:nvPr>
                <p:custDataLst>
                  <p:tags r:id="rId19"/>
                </p:custDataLst>
              </p:nvPr>
            </p:nvPicPr>
            <p:blipFill rotWithShape="1">
              <a:blip r:embed="rId2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88" name="Gruppieren 87">
              <a:extLst>
                <a:ext uri="{FF2B5EF4-FFF2-40B4-BE49-F238E27FC236}">
                  <a16:creationId xmlns:a16="http://schemas.microsoft.com/office/drawing/2014/main" id="{62CB5DAA-09C0-49BC-A04B-72346B6EBB38}"/>
                </a:ext>
              </a:extLst>
            </p:cNvPr>
            <p:cNvGrpSpPr/>
            <p:nvPr/>
          </p:nvGrpSpPr>
          <p:grpSpPr>
            <a:xfrm>
              <a:off x="3315963" y="3319169"/>
              <a:ext cx="774297" cy="640310"/>
              <a:chOff x="5633257" y="2448326"/>
              <a:chExt cx="3891741" cy="2958295"/>
            </a:xfrm>
            <a:grpFill/>
          </p:grpSpPr>
          <p:pic>
            <p:nvPicPr>
              <p:cNvPr id="91" name="product_simatic-s7-1500.png">
                <a:extLst>
                  <a:ext uri="{FF2B5EF4-FFF2-40B4-BE49-F238E27FC236}">
                    <a16:creationId xmlns:a16="http://schemas.microsoft.com/office/drawing/2014/main" id="{20F3A592-5FEC-4A55-BD7C-39472F4FC959}"/>
                  </a:ext>
                </a:extLst>
              </p:cNvPr>
              <p:cNvPicPr>
                <a:picLocks noChangeAspect="1"/>
              </p:cNvPicPr>
              <p:nvPr>
                <p:custDataLst>
                  <p:tags r:id="rId14"/>
                </p:custDataLst>
              </p:nvPr>
            </p:nvPicPr>
            <p:blipFill rotWithShape="1">
              <a:blip r:embed="rId2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92" name="product_simatic-s7-1500.png">
                <a:extLst>
                  <a:ext uri="{FF2B5EF4-FFF2-40B4-BE49-F238E27FC236}">
                    <a16:creationId xmlns:a16="http://schemas.microsoft.com/office/drawing/2014/main" id="{44ADDB7D-18B1-4D1B-9135-05C0BC466560}"/>
                  </a:ext>
                </a:extLst>
              </p:cNvPr>
              <p:cNvPicPr>
                <a:picLocks noChangeAspect="1"/>
              </p:cNvPicPr>
              <p:nvPr>
                <p:custDataLst>
                  <p:tags r:id="rId15"/>
                </p:custDataLst>
              </p:nvPr>
            </p:nvPicPr>
            <p:blipFill rotWithShape="1">
              <a:blip r:embed="rId2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93" name="product_simatic-s7-1500.png">
                <a:extLst>
                  <a:ext uri="{FF2B5EF4-FFF2-40B4-BE49-F238E27FC236}">
                    <a16:creationId xmlns:a16="http://schemas.microsoft.com/office/drawing/2014/main" id="{71FBA50B-ACDA-4960-AD42-C117232CE07F}"/>
                  </a:ext>
                </a:extLst>
              </p:cNvPr>
              <p:cNvPicPr>
                <a:picLocks noChangeAspect="1"/>
              </p:cNvPicPr>
              <p:nvPr>
                <p:custDataLst>
                  <p:tags r:id="rId16"/>
                </p:custDataLst>
              </p:nvPr>
            </p:nvPicPr>
            <p:blipFill rotWithShape="1">
              <a:blip r:embed="rId2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89" name="Line 29">
              <a:extLst>
                <a:ext uri="{FF2B5EF4-FFF2-40B4-BE49-F238E27FC236}">
                  <a16:creationId xmlns:a16="http://schemas.microsoft.com/office/drawing/2014/main" id="{3EAF84D8-3ECD-4421-B7F4-1D4A26B82324}"/>
                </a:ext>
              </a:extLst>
            </p:cNvPr>
            <p:cNvSpPr>
              <a:spLocks noChangeShapeType="1"/>
            </p:cNvSpPr>
            <p:nvPr/>
          </p:nvSpPr>
          <p:spPr bwMode="auto">
            <a:xfrm>
              <a:off x="2651681" y="3835403"/>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solidFill>
                  <a:srgbClr val="00646E"/>
                </a:solidFill>
              </a:endParaRPr>
            </a:p>
          </p:txBody>
        </p:sp>
        <p:sp>
          <p:nvSpPr>
            <p:cNvPr id="90" name="Line 30">
              <a:extLst>
                <a:ext uri="{FF2B5EF4-FFF2-40B4-BE49-F238E27FC236}">
                  <a16:creationId xmlns:a16="http://schemas.microsoft.com/office/drawing/2014/main" id="{074DB9F4-65F8-42D3-95BF-B6C7AD78CD6C}"/>
                </a:ext>
              </a:extLst>
            </p:cNvPr>
            <p:cNvSpPr>
              <a:spLocks noChangeShapeType="1"/>
            </p:cNvSpPr>
            <p:nvPr/>
          </p:nvSpPr>
          <p:spPr bwMode="auto">
            <a:xfrm>
              <a:off x="2651680" y="3887064"/>
              <a:ext cx="664283"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solidFill>
                  <a:srgbClr val="00646E"/>
                </a:solidFill>
              </a:endParaRPr>
            </a:p>
          </p:txBody>
        </p:sp>
      </p:grpSp>
      <p:sp>
        <p:nvSpPr>
          <p:cNvPr id="97" name="Textfeld 96">
            <a:extLst>
              <a:ext uri="{FF2B5EF4-FFF2-40B4-BE49-F238E27FC236}">
                <a16:creationId xmlns:a16="http://schemas.microsoft.com/office/drawing/2014/main" id="{180FE854-4DB9-4A6F-9E52-6002E236F8EB}"/>
              </a:ext>
            </a:extLst>
          </p:cNvPr>
          <p:cNvSpPr txBox="1"/>
          <p:nvPr/>
        </p:nvSpPr>
        <p:spPr>
          <a:xfrm>
            <a:off x="1837698" y="4859037"/>
            <a:ext cx="913924" cy="247960"/>
          </a:xfrm>
          <a:prstGeom prst="rect">
            <a:avLst/>
          </a:prstGeom>
          <a:noFill/>
        </p:spPr>
        <p:txBody>
          <a:bodyPr vert="horz" wrap="none" lIns="0" tIns="0" rIns="0" bIns="0" rtlCol="0">
            <a:noAutofit/>
          </a:bodyPr>
          <a:lstStyle/>
          <a:p>
            <a:pPr algn="ctr">
              <a:lnSpc>
                <a:spcPct val="110000"/>
              </a:lnSpc>
            </a:pPr>
            <a:r>
              <a:rPr lang="en-US" sz="1199" b="1" dirty="0">
                <a:solidFill>
                  <a:srgbClr val="00646E"/>
                </a:solidFill>
                <a:latin typeface="Arial"/>
                <a:ea typeface="Arial Unicode MS" panose="020B0604020202020204" pitchFamily="34" charset="-128"/>
                <a:cs typeface="Arial Unicode MS" panose="020B0604020202020204" pitchFamily="34" charset="-128"/>
              </a:rPr>
              <a:t>CPU 1</a:t>
            </a:r>
          </a:p>
        </p:txBody>
      </p:sp>
      <p:sp>
        <p:nvSpPr>
          <p:cNvPr id="98" name="Textfeld 97">
            <a:extLst>
              <a:ext uri="{FF2B5EF4-FFF2-40B4-BE49-F238E27FC236}">
                <a16:creationId xmlns:a16="http://schemas.microsoft.com/office/drawing/2014/main" id="{4F27DFD5-EC30-4055-A229-9F81C035AB26}"/>
              </a:ext>
            </a:extLst>
          </p:cNvPr>
          <p:cNvSpPr txBox="1"/>
          <p:nvPr/>
        </p:nvSpPr>
        <p:spPr>
          <a:xfrm>
            <a:off x="3202499" y="4859037"/>
            <a:ext cx="913924" cy="247960"/>
          </a:xfrm>
          <a:prstGeom prst="rect">
            <a:avLst/>
          </a:prstGeom>
          <a:noFill/>
        </p:spPr>
        <p:txBody>
          <a:bodyPr vert="horz" wrap="none" lIns="0" tIns="0" rIns="0" bIns="0" rtlCol="0">
            <a:noAutofit/>
          </a:bodyPr>
          <a:lstStyle/>
          <a:p>
            <a:pPr algn="ctr">
              <a:lnSpc>
                <a:spcPct val="110000"/>
              </a:lnSpc>
            </a:pPr>
            <a:r>
              <a:rPr lang="en-US" sz="1199" b="1" dirty="0">
                <a:solidFill>
                  <a:srgbClr val="00646E"/>
                </a:solidFill>
                <a:latin typeface="Arial"/>
                <a:ea typeface="Arial Unicode MS" panose="020B0604020202020204" pitchFamily="34" charset="-128"/>
                <a:cs typeface="Arial Unicode MS" panose="020B0604020202020204" pitchFamily="34" charset="-128"/>
              </a:rPr>
              <a:t>CPU 2</a:t>
            </a:r>
          </a:p>
        </p:txBody>
      </p:sp>
      <p:sp>
        <p:nvSpPr>
          <p:cNvPr id="99" name="Textfeld 98">
            <a:extLst>
              <a:ext uri="{FF2B5EF4-FFF2-40B4-BE49-F238E27FC236}">
                <a16:creationId xmlns:a16="http://schemas.microsoft.com/office/drawing/2014/main" id="{D3AC5810-C365-401A-9107-EC4D2BD377D6}"/>
              </a:ext>
            </a:extLst>
          </p:cNvPr>
          <p:cNvSpPr txBox="1"/>
          <p:nvPr/>
        </p:nvSpPr>
        <p:spPr>
          <a:xfrm>
            <a:off x="8896954" y="4859037"/>
            <a:ext cx="913924" cy="247960"/>
          </a:xfrm>
          <a:prstGeom prst="rect">
            <a:avLst/>
          </a:prstGeom>
          <a:noFill/>
        </p:spPr>
        <p:txBody>
          <a:bodyPr vert="horz" wrap="none" lIns="0" tIns="0" rIns="0" bIns="0" rtlCol="0">
            <a:noAutofit/>
          </a:bodyPr>
          <a:lstStyle/>
          <a:p>
            <a:pPr algn="ctr">
              <a:lnSpc>
                <a:spcPct val="110000"/>
              </a:lnSpc>
            </a:pPr>
            <a:r>
              <a:rPr lang="en-US" sz="1199" b="1" dirty="0">
                <a:solidFill>
                  <a:srgbClr val="00646E"/>
                </a:solidFill>
                <a:latin typeface="Arial"/>
                <a:ea typeface="Arial Unicode MS" panose="020B0604020202020204" pitchFamily="34" charset="-128"/>
                <a:cs typeface="Arial Unicode MS" panose="020B0604020202020204" pitchFamily="34" charset="-128"/>
              </a:rPr>
              <a:t>CPU 1</a:t>
            </a:r>
          </a:p>
        </p:txBody>
      </p:sp>
      <p:sp>
        <p:nvSpPr>
          <p:cNvPr id="100" name="Textfeld 99">
            <a:extLst>
              <a:ext uri="{FF2B5EF4-FFF2-40B4-BE49-F238E27FC236}">
                <a16:creationId xmlns:a16="http://schemas.microsoft.com/office/drawing/2014/main" id="{07682307-6953-4952-8C7F-189CBCFB32E4}"/>
              </a:ext>
            </a:extLst>
          </p:cNvPr>
          <p:cNvSpPr txBox="1"/>
          <p:nvPr/>
        </p:nvSpPr>
        <p:spPr>
          <a:xfrm>
            <a:off x="10261755" y="4859037"/>
            <a:ext cx="913924" cy="247960"/>
          </a:xfrm>
          <a:prstGeom prst="rect">
            <a:avLst/>
          </a:prstGeom>
          <a:noFill/>
        </p:spPr>
        <p:txBody>
          <a:bodyPr vert="horz" wrap="none" lIns="0" tIns="0" rIns="0" bIns="0" rtlCol="0">
            <a:noAutofit/>
          </a:bodyPr>
          <a:lstStyle/>
          <a:p>
            <a:pPr algn="ctr">
              <a:lnSpc>
                <a:spcPct val="110000"/>
              </a:lnSpc>
            </a:pPr>
            <a:r>
              <a:rPr lang="en-US" sz="1199" b="1" dirty="0">
                <a:solidFill>
                  <a:srgbClr val="00646E"/>
                </a:solidFill>
                <a:latin typeface="Arial"/>
                <a:ea typeface="Arial Unicode MS" panose="020B0604020202020204" pitchFamily="34" charset="-128"/>
                <a:cs typeface="Arial Unicode MS" panose="020B0604020202020204" pitchFamily="34" charset="-128"/>
              </a:rPr>
              <a:t>CPU 2</a:t>
            </a:r>
          </a:p>
        </p:txBody>
      </p:sp>
      <p:sp>
        <p:nvSpPr>
          <p:cNvPr id="101" name="Pfeil: nach rechts 100">
            <a:extLst>
              <a:ext uri="{FF2B5EF4-FFF2-40B4-BE49-F238E27FC236}">
                <a16:creationId xmlns:a16="http://schemas.microsoft.com/office/drawing/2014/main" id="{40D3E200-D22F-4DB3-93BF-EAF5DD708446}"/>
              </a:ext>
            </a:extLst>
          </p:cNvPr>
          <p:cNvSpPr/>
          <p:nvPr/>
        </p:nvSpPr>
        <p:spPr bwMode="auto">
          <a:xfrm>
            <a:off x="9758441" y="4346123"/>
            <a:ext cx="554539" cy="293512"/>
          </a:xfrm>
          <a:prstGeom prst="right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a:lnSpc>
                <a:spcPct val="110000"/>
              </a:lnSpc>
              <a:spcBef>
                <a:spcPct val="0"/>
              </a:spcBef>
              <a:buFont typeface="Wingdings" charset="0"/>
              <a:buNone/>
            </a:pPr>
            <a:endParaRPr lang="en-US" sz="1799" dirty="0">
              <a:solidFill>
                <a:srgbClr val="00646E"/>
              </a:solidFill>
              <a:ea typeface="Arial Unicode MS" panose="020B0604020202020204" pitchFamily="34" charset="-128"/>
              <a:cs typeface="Arial Unicode MS" panose="020B0604020202020204" pitchFamily="34" charset="-128"/>
            </a:endParaRPr>
          </a:p>
        </p:txBody>
      </p:sp>
      <p:sp>
        <p:nvSpPr>
          <p:cNvPr id="102" name="Textfeld 101">
            <a:extLst>
              <a:ext uri="{FF2B5EF4-FFF2-40B4-BE49-F238E27FC236}">
                <a16:creationId xmlns:a16="http://schemas.microsoft.com/office/drawing/2014/main" id="{BE6CC0A0-DFBA-40CE-928D-4351D69736FA}"/>
              </a:ext>
            </a:extLst>
          </p:cNvPr>
          <p:cNvSpPr txBox="1"/>
          <p:nvPr/>
        </p:nvSpPr>
        <p:spPr>
          <a:xfrm>
            <a:off x="9663149" y="4216879"/>
            <a:ext cx="649831" cy="174500"/>
          </a:xfrm>
          <a:prstGeom prst="rect">
            <a:avLst/>
          </a:prstGeom>
          <a:noFill/>
        </p:spPr>
        <p:txBody>
          <a:bodyPr wrap="none" lIns="0" tIns="0" rIns="0" bIns="0" rtlCol="0">
            <a:noAutofit/>
          </a:bodyPr>
          <a:lstStyle/>
          <a:p>
            <a:pPr algn="ctr">
              <a:lnSpc>
                <a:spcPct val="110000"/>
              </a:lnSpc>
            </a:pPr>
            <a:r>
              <a:rPr lang="en-US" sz="900" dirty="0">
                <a:solidFill>
                  <a:srgbClr val="00646E"/>
                </a:solidFill>
                <a:ea typeface="Arial Unicode MS" panose="020B0604020202020204" pitchFamily="34" charset="-128"/>
                <a:cs typeface="Arial Unicode MS" panose="020B0604020202020204" pitchFamily="34" charset="-128"/>
              </a:rPr>
              <a:t>SYNCUP</a:t>
            </a:r>
          </a:p>
        </p:txBody>
      </p:sp>
      <p:sp>
        <p:nvSpPr>
          <p:cNvPr id="103" name="Textfeld 102">
            <a:extLst>
              <a:ext uri="{FF2B5EF4-FFF2-40B4-BE49-F238E27FC236}">
                <a16:creationId xmlns:a16="http://schemas.microsoft.com/office/drawing/2014/main" id="{1F6EE54F-BA46-45C5-A620-227DA1483764}"/>
              </a:ext>
            </a:extLst>
          </p:cNvPr>
          <p:cNvSpPr txBox="1"/>
          <p:nvPr/>
        </p:nvSpPr>
        <p:spPr>
          <a:xfrm>
            <a:off x="5047157" y="4859037"/>
            <a:ext cx="913924" cy="247960"/>
          </a:xfrm>
          <a:prstGeom prst="rect">
            <a:avLst/>
          </a:prstGeom>
          <a:noFill/>
        </p:spPr>
        <p:txBody>
          <a:bodyPr vert="horz" wrap="none" lIns="0" tIns="0" rIns="0" bIns="0" rtlCol="0">
            <a:noAutofit/>
          </a:bodyPr>
          <a:lstStyle/>
          <a:p>
            <a:pPr algn="ctr">
              <a:lnSpc>
                <a:spcPct val="110000"/>
              </a:lnSpc>
            </a:pPr>
            <a:r>
              <a:rPr lang="en-US" sz="1199" b="1" dirty="0">
                <a:solidFill>
                  <a:srgbClr val="00646E"/>
                </a:solidFill>
                <a:latin typeface="Arial"/>
                <a:ea typeface="Arial Unicode MS" panose="020B0604020202020204" pitchFamily="34" charset="-128"/>
                <a:cs typeface="Arial Unicode MS" panose="020B0604020202020204" pitchFamily="34" charset="-128"/>
              </a:rPr>
              <a:t>CPU 1</a:t>
            </a:r>
          </a:p>
        </p:txBody>
      </p:sp>
      <p:sp>
        <p:nvSpPr>
          <p:cNvPr id="104" name="Textfeld 103">
            <a:extLst>
              <a:ext uri="{FF2B5EF4-FFF2-40B4-BE49-F238E27FC236}">
                <a16:creationId xmlns:a16="http://schemas.microsoft.com/office/drawing/2014/main" id="{3BBFCFBF-BFFA-4607-8A49-537A436A024F}"/>
              </a:ext>
            </a:extLst>
          </p:cNvPr>
          <p:cNvSpPr txBox="1"/>
          <p:nvPr/>
        </p:nvSpPr>
        <p:spPr>
          <a:xfrm>
            <a:off x="6411958" y="4859037"/>
            <a:ext cx="913924" cy="247960"/>
          </a:xfrm>
          <a:prstGeom prst="rect">
            <a:avLst/>
          </a:prstGeom>
          <a:noFill/>
        </p:spPr>
        <p:txBody>
          <a:bodyPr vert="horz" wrap="none" lIns="0" tIns="0" rIns="0" bIns="0" rtlCol="0">
            <a:noAutofit/>
          </a:bodyPr>
          <a:lstStyle/>
          <a:p>
            <a:pPr algn="ctr">
              <a:lnSpc>
                <a:spcPct val="110000"/>
              </a:lnSpc>
            </a:pPr>
            <a:r>
              <a:rPr lang="en-US" sz="1199" b="1" dirty="0">
                <a:solidFill>
                  <a:srgbClr val="00646E"/>
                </a:solidFill>
                <a:latin typeface="Arial"/>
                <a:ea typeface="Arial Unicode MS" panose="020B0604020202020204" pitchFamily="34" charset="-128"/>
                <a:cs typeface="Arial Unicode MS" panose="020B0604020202020204" pitchFamily="34" charset="-128"/>
              </a:rPr>
              <a:t>CPU 2</a:t>
            </a:r>
          </a:p>
        </p:txBody>
      </p:sp>
      <p:grpSp>
        <p:nvGrpSpPr>
          <p:cNvPr id="118" name="Gruppieren 117">
            <a:extLst>
              <a:ext uri="{FF2B5EF4-FFF2-40B4-BE49-F238E27FC236}">
                <a16:creationId xmlns:a16="http://schemas.microsoft.com/office/drawing/2014/main" id="{9A6A9031-04E0-45F3-AFCF-17BF81400919}"/>
              </a:ext>
            </a:extLst>
          </p:cNvPr>
          <p:cNvGrpSpPr/>
          <p:nvPr/>
        </p:nvGrpSpPr>
        <p:grpSpPr>
          <a:xfrm>
            <a:off x="5111660" y="4160102"/>
            <a:ext cx="2211725" cy="639977"/>
            <a:chOff x="1877383" y="3319169"/>
            <a:chExt cx="2212877" cy="640310"/>
          </a:xfrm>
          <a:solidFill>
            <a:schemeClr val="tx1"/>
          </a:solidFill>
        </p:grpSpPr>
        <p:grpSp>
          <p:nvGrpSpPr>
            <p:cNvPr id="119" name="Gruppieren 118">
              <a:extLst>
                <a:ext uri="{FF2B5EF4-FFF2-40B4-BE49-F238E27FC236}">
                  <a16:creationId xmlns:a16="http://schemas.microsoft.com/office/drawing/2014/main" id="{A275C7F6-6AED-4452-B465-42FBE586FC9F}"/>
                </a:ext>
              </a:extLst>
            </p:cNvPr>
            <p:cNvGrpSpPr/>
            <p:nvPr/>
          </p:nvGrpSpPr>
          <p:grpSpPr>
            <a:xfrm>
              <a:off x="1877383" y="3319169"/>
              <a:ext cx="774297" cy="640310"/>
              <a:chOff x="5633257" y="2448326"/>
              <a:chExt cx="3891741" cy="2958295"/>
            </a:xfrm>
            <a:grpFill/>
          </p:grpSpPr>
          <p:pic>
            <p:nvPicPr>
              <p:cNvPr id="126" name="product_simatic-s7-1500.png">
                <a:extLst>
                  <a:ext uri="{FF2B5EF4-FFF2-40B4-BE49-F238E27FC236}">
                    <a16:creationId xmlns:a16="http://schemas.microsoft.com/office/drawing/2014/main" id="{680B0C3B-B366-48A9-AFB9-3B6541044727}"/>
                  </a:ext>
                </a:extLst>
              </p:cNvPr>
              <p:cNvPicPr>
                <a:picLocks noChangeAspect="1"/>
              </p:cNvPicPr>
              <p:nvPr>
                <p:custDataLst>
                  <p:tags r:id="rId11"/>
                </p:custDataLst>
              </p:nvPr>
            </p:nvPicPr>
            <p:blipFill rotWithShape="1">
              <a:blip r:embed="rId2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27" name="product_simatic-s7-1500.png">
                <a:extLst>
                  <a:ext uri="{FF2B5EF4-FFF2-40B4-BE49-F238E27FC236}">
                    <a16:creationId xmlns:a16="http://schemas.microsoft.com/office/drawing/2014/main" id="{E446DAA1-866B-40C8-8E95-FDE5881E82E4}"/>
                  </a:ext>
                </a:extLst>
              </p:cNvPr>
              <p:cNvPicPr>
                <a:picLocks noChangeAspect="1"/>
              </p:cNvPicPr>
              <p:nvPr>
                <p:custDataLst>
                  <p:tags r:id="rId12"/>
                </p:custDataLst>
              </p:nvPr>
            </p:nvPicPr>
            <p:blipFill rotWithShape="1">
              <a:blip r:embed="rId2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28" name="product_simatic-s7-1500.png">
                <a:extLst>
                  <a:ext uri="{FF2B5EF4-FFF2-40B4-BE49-F238E27FC236}">
                    <a16:creationId xmlns:a16="http://schemas.microsoft.com/office/drawing/2014/main" id="{5053D14D-F78D-47FF-9479-0CB6FA54B7D5}"/>
                  </a:ext>
                </a:extLst>
              </p:cNvPr>
              <p:cNvPicPr>
                <a:picLocks noChangeAspect="1"/>
              </p:cNvPicPr>
              <p:nvPr>
                <p:custDataLst>
                  <p:tags r:id="rId13"/>
                </p:custDataLst>
              </p:nvPr>
            </p:nvPicPr>
            <p:blipFill rotWithShape="1">
              <a:blip r:embed="rId2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20" name="Gruppieren 119">
              <a:extLst>
                <a:ext uri="{FF2B5EF4-FFF2-40B4-BE49-F238E27FC236}">
                  <a16:creationId xmlns:a16="http://schemas.microsoft.com/office/drawing/2014/main" id="{61529C8F-FB4A-4ECF-B1D8-E729FD06C0E1}"/>
                </a:ext>
              </a:extLst>
            </p:cNvPr>
            <p:cNvGrpSpPr/>
            <p:nvPr/>
          </p:nvGrpSpPr>
          <p:grpSpPr>
            <a:xfrm>
              <a:off x="3315963" y="3319169"/>
              <a:ext cx="774297" cy="640310"/>
              <a:chOff x="5633257" y="2448326"/>
              <a:chExt cx="3891741" cy="2958295"/>
            </a:xfrm>
            <a:grpFill/>
          </p:grpSpPr>
          <p:pic>
            <p:nvPicPr>
              <p:cNvPr id="123" name="product_simatic-s7-1500.png">
                <a:extLst>
                  <a:ext uri="{FF2B5EF4-FFF2-40B4-BE49-F238E27FC236}">
                    <a16:creationId xmlns:a16="http://schemas.microsoft.com/office/drawing/2014/main" id="{7DF194F1-9437-49B0-A553-9B9CE8B1B9C1}"/>
                  </a:ext>
                </a:extLst>
              </p:cNvPr>
              <p:cNvPicPr>
                <a:picLocks noChangeAspect="1"/>
              </p:cNvPicPr>
              <p:nvPr>
                <p:custDataLst>
                  <p:tags r:id="rId8"/>
                </p:custDataLst>
              </p:nvPr>
            </p:nvPicPr>
            <p:blipFill rotWithShape="1">
              <a:blip r:embed="rId2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24" name="product_simatic-s7-1500.png">
                <a:extLst>
                  <a:ext uri="{FF2B5EF4-FFF2-40B4-BE49-F238E27FC236}">
                    <a16:creationId xmlns:a16="http://schemas.microsoft.com/office/drawing/2014/main" id="{04277526-08CA-4193-A494-ECE7773441D7}"/>
                  </a:ext>
                </a:extLst>
              </p:cNvPr>
              <p:cNvPicPr>
                <a:picLocks noChangeAspect="1"/>
              </p:cNvPicPr>
              <p:nvPr>
                <p:custDataLst>
                  <p:tags r:id="rId9"/>
                </p:custDataLst>
              </p:nvPr>
            </p:nvPicPr>
            <p:blipFill rotWithShape="1">
              <a:blip r:embed="rId2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25" name="product_simatic-s7-1500.png">
                <a:extLst>
                  <a:ext uri="{FF2B5EF4-FFF2-40B4-BE49-F238E27FC236}">
                    <a16:creationId xmlns:a16="http://schemas.microsoft.com/office/drawing/2014/main" id="{62816407-3432-466D-BD5E-3137DCF437BA}"/>
                  </a:ext>
                </a:extLst>
              </p:cNvPr>
              <p:cNvPicPr>
                <a:picLocks noChangeAspect="1"/>
              </p:cNvPicPr>
              <p:nvPr>
                <p:custDataLst>
                  <p:tags r:id="rId10"/>
                </p:custDataLst>
              </p:nvPr>
            </p:nvPicPr>
            <p:blipFill rotWithShape="1">
              <a:blip r:embed="rId2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21" name="Line 29">
              <a:extLst>
                <a:ext uri="{FF2B5EF4-FFF2-40B4-BE49-F238E27FC236}">
                  <a16:creationId xmlns:a16="http://schemas.microsoft.com/office/drawing/2014/main" id="{C224BD9A-32D8-40D2-8F9A-5A9A0F60277A}"/>
                </a:ext>
              </a:extLst>
            </p:cNvPr>
            <p:cNvSpPr>
              <a:spLocks noChangeShapeType="1"/>
            </p:cNvSpPr>
            <p:nvPr/>
          </p:nvSpPr>
          <p:spPr bwMode="auto">
            <a:xfrm>
              <a:off x="2651681" y="3835403"/>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solidFill>
                  <a:srgbClr val="00646E"/>
                </a:solidFill>
              </a:endParaRPr>
            </a:p>
          </p:txBody>
        </p:sp>
        <p:sp>
          <p:nvSpPr>
            <p:cNvPr id="122" name="Line 30">
              <a:extLst>
                <a:ext uri="{FF2B5EF4-FFF2-40B4-BE49-F238E27FC236}">
                  <a16:creationId xmlns:a16="http://schemas.microsoft.com/office/drawing/2014/main" id="{55CA9B66-23D1-4568-9DE4-117E97436D12}"/>
                </a:ext>
              </a:extLst>
            </p:cNvPr>
            <p:cNvSpPr>
              <a:spLocks noChangeShapeType="1"/>
            </p:cNvSpPr>
            <p:nvPr/>
          </p:nvSpPr>
          <p:spPr bwMode="auto">
            <a:xfrm>
              <a:off x="2651680" y="3887064"/>
              <a:ext cx="664283"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solidFill>
                  <a:srgbClr val="00646E"/>
                </a:solidFill>
              </a:endParaRPr>
            </a:p>
          </p:txBody>
        </p:sp>
      </p:grpSp>
      <p:grpSp>
        <p:nvGrpSpPr>
          <p:cNvPr id="135" name="Gruppieren 134">
            <a:extLst>
              <a:ext uri="{FF2B5EF4-FFF2-40B4-BE49-F238E27FC236}">
                <a16:creationId xmlns:a16="http://schemas.microsoft.com/office/drawing/2014/main" id="{4F9349F6-EF90-4C02-B9D7-7EA17CD8960D}"/>
              </a:ext>
            </a:extLst>
          </p:cNvPr>
          <p:cNvGrpSpPr/>
          <p:nvPr/>
        </p:nvGrpSpPr>
        <p:grpSpPr>
          <a:xfrm>
            <a:off x="8921573" y="4160102"/>
            <a:ext cx="2211725" cy="639977"/>
            <a:chOff x="1877383" y="3319169"/>
            <a:chExt cx="2212877" cy="640310"/>
          </a:xfrm>
          <a:solidFill>
            <a:schemeClr val="tx1"/>
          </a:solidFill>
        </p:grpSpPr>
        <p:grpSp>
          <p:nvGrpSpPr>
            <p:cNvPr id="136" name="Gruppieren 135">
              <a:extLst>
                <a:ext uri="{FF2B5EF4-FFF2-40B4-BE49-F238E27FC236}">
                  <a16:creationId xmlns:a16="http://schemas.microsoft.com/office/drawing/2014/main" id="{A424CDEE-8504-4663-B47A-E681C876C3D1}"/>
                </a:ext>
              </a:extLst>
            </p:cNvPr>
            <p:cNvGrpSpPr/>
            <p:nvPr/>
          </p:nvGrpSpPr>
          <p:grpSpPr>
            <a:xfrm>
              <a:off x="1877383" y="3319169"/>
              <a:ext cx="774297" cy="640310"/>
              <a:chOff x="5633257" y="2448326"/>
              <a:chExt cx="3891741" cy="2958295"/>
            </a:xfrm>
            <a:grpFill/>
          </p:grpSpPr>
          <p:pic>
            <p:nvPicPr>
              <p:cNvPr id="143" name="product_simatic-s7-1500.png">
                <a:extLst>
                  <a:ext uri="{FF2B5EF4-FFF2-40B4-BE49-F238E27FC236}">
                    <a16:creationId xmlns:a16="http://schemas.microsoft.com/office/drawing/2014/main" id="{767F30A8-0BA2-46AF-95BE-B6C79F043B54}"/>
                  </a:ext>
                </a:extLst>
              </p:cNvPr>
              <p:cNvPicPr>
                <a:picLocks noChangeAspect="1"/>
              </p:cNvPicPr>
              <p:nvPr>
                <p:custDataLst>
                  <p:tags r:id="rId5"/>
                </p:custDataLst>
              </p:nvPr>
            </p:nvPicPr>
            <p:blipFill rotWithShape="1">
              <a:blip r:embed="rId2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44" name="product_simatic-s7-1500.png">
                <a:extLst>
                  <a:ext uri="{FF2B5EF4-FFF2-40B4-BE49-F238E27FC236}">
                    <a16:creationId xmlns:a16="http://schemas.microsoft.com/office/drawing/2014/main" id="{FE1E53E1-5F78-4A5C-A822-E4A69FD66B60}"/>
                  </a:ext>
                </a:extLst>
              </p:cNvPr>
              <p:cNvPicPr>
                <a:picLocks noChangeAspect="1"/>
              </p:cNvPicPr>
              <p:nvPr>
                <p:custDataLst>
                  <p:tags r:id="rId6"/>
                </p:custDataLst>
              </p:nvPr>
            </p:nvPicPr>
            <p:blipFill rotWithShape="1">
              <a:blip r:embed="rId2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45" name="product_simatic-s7-1500.png">
                <a:extLst>
                  <a:ext uri="{FF2B5EF4-FFF2-40B4-BE49-F238E27FC236}">
                    <a16:creationId xmlns:a16="http://schemas.microsoft.com/office/drawing/2014/main" id="{DD6FD419-B022-4AA0-9174-86775F309161}"/>
                  </a:ext>
                </a:extLst>
              </p:cNvPr>
              <p:cNvPicPr>
                <a:picLocks noChangeAspect="1"/>
              </p:cNvPicPr>
              <p:nvPr>
                <p:custDataLst>
                  <p:tags r:id="rId7"/>
                </p:custDataLst>
              </p:nvPr>
            </p:nvPicPr>
            <p:blipFill rotWithShape="1">
              <a:blip r:embed="rId2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37" name="Gruppieren 136">
              <a:extLst>
                <a:ext uri="{FF2B5EF4-FFF2-40B4-BE49-F238E27FC236}">
                  <a16:creationId xmlns:a16="http://schemas.microsoft.com/office/drawing/2014/main" id="{621598D8-EFDF-4490-AA46-62A35DEFE60F}"/>
                </a:ext>
              </a:extLst>
            </p:cNvPr>
            <p:cNvGrpSpPr/>
            <p:nvPr/>
          </p:nvGrpSpPr>
          <p:grpSpPr>
            <a:xfrm>
              <a:off x="3315963" y="3319169"/>
              <a:ext cx="774297" cy="640310"/>
              <a:chOff x="5633257" y="2448326"/>
              <a:chExt cx="3891741" cy="2958295"/>
            </a:xfrm>
            <a:grpFill/>
          </p:grpSpPr>
          <p:pic>
            <p:nvPicPr>
              <p:cNvPr id="140" name="product_simatic-s7-1500.png">
                <a:extLst>
                  <a:ext uri="{FF2B5EF4-FFF2-40B4-BE49-F238E27FC236}">
                    <a16:creationId xmlns:a16="http://schemas.microsoft.com/office/drawing/2014/main" id="{23F5D81D-3453-49EC-9B32-5D3C2CB365F1}"/>
                  </a:ext>
                </a:extLst>
              </p:cNvPr>
              <p:cNvPicPr>
                <a:picLocks noChangeAspect="1"/>
              </p:cNvPicPr>
              <p:nvPr>
                <p:custDataLst>
                  <p:tags r:id="rId2"/>
                </p:custDataLst>
              </p:nvPr>
            </p:nvPicPr>
            <p:blipFill rotWithShape="1">
              <a:blip r:embed="rId2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41" name="product_simatic-s7-1500.png">
                <a:extLst>
                  <a:ext uri="{FF2B5EF4-FFF2-40B4-BE49-F238E27FC236}">
                    <a16:creationId xmlns:a16="http://schemas.microsoft.com/office/drawing/2014/main" id="{C232966E-12A6-4FAA-A9D5-E18E805AA04A}"/>
                  </a:ext>
                </a:extLst>
              </p:cNvPr>
              <p:cNvPicPr>
                <a:picLocks noChangeAspect="1"/>
              </p:cNvPicPr>
              <p:nvPr>
                <p:custDataLst>
                  <p:tags r:id="rId3"/>
                </p:custDataLst>
              </p:nvPr>
            </p:nvPicPr>
            <p:blipFill rotWithShape="1">
              <a:blip r:embed="rId2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42" name="product_simatic-s7-1500.png">
                <a:extLst>
                  <a:ext uri="{FF2B5EF4-FFF2-40B4-BE49-F238E27FC236}">
                    <a16:creationId xmlns:a16="http://schemas.microsoft.com/office/drawing/2014/main" id="{4D948421-34B8-4DAB-BB7A-0C39362BC72C}"/>
                  </a:ext>
                </a:extLst>
              </p:cNvPr>
              <p:cNvPicPr>
                <a:picLocks noChangeAspect="1"/>
              </p:cNvPicPr>
              <p:nvPr>
                <p:custDataLst>
                  <p:tags r:id="rId4"/>
                </p:custDataLst>
              </p:nvPr>
            </p:nvPicPr>
            <p:blipFill rotWithShape="1">
              <a:blip r:embed="rId2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38" name="Line 29">
              <a:extLst>
                <a:ext uri="{FF2B5EF4-FFF2-40B4-BE49-F238E27FC236}">
                  <a16:creationId xmlns:a16="http://schemas.microsoft.com/office/drawing/2014/main" id="{0CCC4122-074B-46AD-891F-FE45D2ABCD2F}"/>
                </a:ext>
              </a:extLst>
            </p:cNvPr>
            <p:cNvSpPr>
              <a:spLocks noChangeShapeType="1"/>
            </p:cNvSpPr>
            <p:nvPr/>
          </p:nvSpPr>
          <p:spPr bwMode="auto">
            <a:xfrm>
              <a:off x="2651681" y="3835403"/>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solidFill>
                  <a:srgbClr val="00646E"/>
                </a:solidFill>
              </a:endParaRPr>
            </a:p>
          </p:txBody>
        </p:sp>
        <p:sp>
          <p:nvSpPr>
            <p:cNvPr id="139" name="Line 30">
              <a:extLst>
                <a:ext uri="{FF2B5EF4-FFF2-40B4-BE49-F238E27FC236}">
                  <a16:creationId xmlns:a16="http://schemas.microsoft.com/office/drawing/2014/main" id="{B131F4A5-27D9-4DFF-9A9F-7C3EDD166AAE}"/>
                </a:ext>
              </a:extLst>
            </p:cNvPr>
            <p:cNvSpPr>
              <a:spLocks noChangeShapeType="1"/>
            </p:cNvSpPr>
            <p:nvPr/>
          </p:nvSpPr>
          <p:spPr bwMode="auto">
            <a:xfrm>
              <a:off x="2651680" y="3887064"/>
              <a:ext cx="664283"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solidFill>
                  <a:srgbClr val="00646E"/>
                </a:solidFill>
              </a:endParaRPr>
            </a:p>
          </p:txBody>
        </p:sp>
      </p:grpSp>
      <p:grpSp>
        <p:nvGrpSpPr>
          <p:cNvPr id="158" name="Gruppieren 157">
            <a:extLst>
              <a:ext uri="{FF2B5EF4-FFF2-40B4-BE49-F238E27FC236}">
                <a16:creationId xmlns:a16="http://schemas.microsoft.com/office/drawing/2014/main" id="{3D1443FE-CD12-406D-BD94-25ACAC4F5414}"/>
              </a:ext>
            </a:extLst>
          </p:cNvPr>
          <p:cNvGrpSpPr/>
          <p:nvPr/>
        </p:nvGrpSpPr>
        <p:grpSpPr>
          <a:xfrm>
            <a:off x="2912610" y="3480473"/>
            <a:ext cx="445704" cy="538697"/>
            <a:chOff x="2472913" y="2713095"/>
            <a:chExt cx="445936" cy="538978"/>
          </a:xfrm>
        </p:grpSpPr>
        <p:grpSp>
          <p:nvGrpSpPr>
            <p:cNvPr id="159" name="Gruppieren 158">
              <a:extLst>
                <a:ext uri="{FF2B5EF4-FFF2-40B4-BE49-F238E27FC236}">
                  <a16:creationId xmlns:a16="http://schemas.microsoft.com/office/drawing/2014/main" id="{5E238500-58B1-46FA-9E4A-4694EA3A99C4}"/>
                </a:ext>
              </a:extLst>
            </p:cNvPr>
            <p:cNvGrpSpPr/>
            <p:nvPr/>
          </p:nvGrpSpPr>
          <p:grpSpPr>
            <a:xfrm>
              <a:off x="2472913" y="2825517"/>
              <a:ext cx="426556" cy="426556"/>
              <a:chOff x="4270844" y="3453376"/>
              <a:chExt cx="295577" cy="295577"/>
            </a:xfrm>
          </p:grpSpPr>
          <p:sp>
            <p:nvSpPr>
              <p:cNvPr id="162" name="Rechteck 161">
                <a:extLst>
                  <a:ext uri="{FF2B5EF4-FFF2-40B4-BE49-F238E27FC236}">
                    <a16:creationId xmlns:a16="http://schemas.microsoft.com/office/drawing/2014/main" id="{3489C224-6EC2-4A5C-9F56-0B71E60DAA9E}"/>
                  </a:ext>
                </a:extLst>
              </p:cNvPr>
              <p:cNvSpPr/>
              <p:nvPr/>
            </p:nvSpPr>
            <p:spPr bwMode="auto">
              <a:xfrm>
                <a:off x="4323358" y="3458145"/>
                <a:ext cx="191641" cy="273274"/>
              </a:xfrm>
              <a:prstGeom prst="rect">
                <a:avLst/>
              </a:prstGeom>
              <a:solidFill>
                <a:schemeClr val="bg1"/>
              </a:solidFill>
              <a:ln>
                <a:noFill/>
              </a:ln>
              <a:effectLst/>
            </p:spPr>
            <p:txBody>
              <a:bodyPr wrap="square" lIns="107944" tIns="53972" rIns="107944" bIns="53972" numCol="1" spcCol="72000" rtlCol="0" anchor="ctr">
                <a:noAutofit/>
              </a:bodyPr>
              <a:lstStyle/>
              <a:p>
                <a:pPr rtl="0" eaLnBrk="1" fontAlgn="base" hangingPunct="1">
                  <a:lnSpc>
                    <a:spcPct val="110000"/>
                  </a:lnSpc>
                  <a:spcBef>
                    <a:spcPct val="0"/>
                  </a:spcBef>
                  <a:spcAft>
                    <a:spcPct val="0"/>
                  </a:spcAft>
                  <a:buFont typeface="Wingdings" charset="0"/>
                  <a:buNone/>
                </a:pPr>
                <a:endParaRPr lang="en-US" sz="1799" dirty="0">
                  <a:solidFill>
                    <a:srgbClr val="00646E"/>
                  </a:solidFill>
                  <a:latin typeface="Arial"/>
                  <a:ea typeface="Arial Unicode MS" panose="020B0604020202020204" pitchFamily="34" charset="-128"/>
                  <a:cs typeface="Arial Unicode MS" panose="020B0604020202020204" pitchFamily="34" charset="-128"/>
                </a:endParaRPr>
              </a:p>
            </p:txBody>
          </p:sp>
          <p:pic>
            <p:nvPicPr>
              <p:cNvPr id="163" name="general_certificate.png">
                <a:extLst>
                  <a:ext uri="{FF2B5EF4-FFF2-40B4-BE49-F238E27FC236}">
                    <a16:creationId xmlns:a16="http://schemas.microsoft.com/office/drawing/2014/main" id="{BDAF091A-B94F-4DB0-9EB7-99EA5AB6F9E5}"/>
                  </a:ext>
                </a:extLst>
              </p:cNvPr>
              <p:cNvPicPr>
                <a:picLocks noChangeAspect="1"/>
              </p:cNvPicPr>
              <p:nvPr>
                <p:custDataLst>
                  <p:tags r:id="rId1"/>
                </p:custDataLst>
              </p:nvPr>
            </p:nvPicPr>
            <p:blipFill>
              <a:blip r:embed="rId28"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4270844" y="3453376"/>
                <a:ext cx="295577" cy="295577"/>
              </a:xfrm>
              <a:prstGeom prst="rect">
                <a:avLst/>
              </a:prstGeom>
              <a:solidFill>
                <a:schemeClr val="tx1"/>
              </a:solidFill>
            </p:spPr>
          </p:pic>
        </p:grpSp>
        <p:pic>
          <p:nvPicPr>
            <p:cNvPr id="160" name="Grafik 159" descr="Schloss">
              <a:extLst>
                <a:ext uri="{FF2B5EF4-FFF2-40B4-BE49-F238E27FC236}">
                  <a16:creationId xmlns:a16="http://schemas.microsoft.com/office/drawing/2014/main" id="{D54777FD-09F7-4C23-939A-4B71520FE70E}"/>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2679147" y="2713095"/>
              <a:ext cx="239702" cy="239702"/>
            </a:xfrm>
            <a:prstGeom prst="rect">
              <a:avLst/>
            </a:prstGeom>
          </p:spPr>
        </p:pic>
        <p:pic>
          <p:nvPicPr>
            <p:cNvPr id="161" name="Graphic 4" descr="Key">
              <a:extLst>
                <a:ext uri="{FF2B5EF4-FFF2-40B4-BE49-F238E27FC236}">
                  <a16:creationId xmlns:a16="http://schemas.microsoft.com/office/drawing/2014/main" id="{7B1CE96F-C0DC-4A4A-8904-F08AF8E4D505}"/>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2573061" y="2889100"/>
              <a:ext cx="252200" cy="252200"/>
            </a:xfrm>
            <a:prstGeom prst="rect">
              <a:avLst/>
            </a:prstGeom>
          </p:spPr>
        </p:pic>
      </p:grpSp>
      <p:pic>
        <p:nvPicPr>
          <p:cNvPr id="170" name="Graphic 4" descr="Key">
            <a:extLst>
              <a:ext uri="{FF2B5EF4-FFF2-40B4-BE49-F238E27FC236}">
                <a16:creationId xmlns:a16="http://schemas.microsoft.com/office/drawing/2014/main" id="{0570C994-9387-4B05-880C-D43FF675172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013967" y="6019390"/>
            <a:ext cx="305587" cy="305587"/>
          </a:xfrm>
          <a:prstGeom prst="rect">
            <a:avLst/>
          </a:prstGeom>
        </p:spPr>
      </p:pic>
      <p:sp>
        <p:nvSpPr>
          <p:cNvPr id="171" name="Textfeld 170">
            <a:extLst>
              <a:ext uri="{FF2B5EF4-FFF2-40B4-BE49-F238E27FC236}">
                <a16:creationId xmlns:a16="http://schemas.microsoft.com/office/drawing/2014/main" id="{9659FA0F-50FA-4C94-B422-EFA6D5822E68}"/>
              </a:ext>
            </a:extLst>
          </p:cNvPr>
          <p:cNvSpPr txBox="1"/>
          <p:nvPr/>
        </p:nvSpPr>
        <p:spPr>
          <a:xfrm>
            <a:off x="2525494" y="6047610"/>
            <a:ext cx="4392553" cy="256988"/>
          </a:xfrm>
          <a:prstGeom prst="rect">
            <a:avLst/>
          </a:prstGeom>
          <a:noFill/>
        </p:spPr>
        <p:txBody>
          <a:bodyPr vert="horz" wrap="square" lIns="0" tIns="0" rIns="0" bIns="0" rtlCol="0" anchor="ctr">
            <a:noAutofit/>
          </a:bodyPr>
          <a:lstStyle/>
          <a:p>
            <a:pPr fontAlgn="base">
              <a:lnSpc>
                <a:spcPct val="110000"/>
              </a:lnSpc>
              <a:spcAft>
                <a:spcPct val="0"/>
              </a:spcAft>
            </a:pPr>
            <a:r>
              <a:rPr lang="en-US" sz="1199" dirty="0">
                <a:latin typeface="Arial"/>
                <a:ea typeface="Arial Unicode MS" panose="020B0604020202020204" pitchFamily="34" charset="-128"/>
                <a:cs typeface="Arial Unicode MS" panose="020B0604020202020204" pitchFamily="34" charset="-128"/>
              </a:rPr>
              <a:t>Certificate with private key for PG/HMI communication</a:t>
            </a:r>
          </a:p>
        </p:txBody>
      </p:sp>
      <p:sp>
        <p:nvSpPr>
          <p:cNvPr id="172" name="Textfeld 171">
            <a:extLst>
              <a:ext uri="{FF2B5EF4-FFF2-40B4-BE49-F238E27FC236}">
                <a16:creationId xmlns:a16="http://schemas.microsoft.com/office/drawing/2014/main" id="{63F1BDC4-631F-4533-B923-01DB7A546F5E}"/>
              </a:ext>
            </a:extLst>
          </p:cNvPr>
          <p:cNvSpPr txBox="1"/>
          <p:nvPr/>
        </p:nvSpPr>
        <p:spPr>
          <a:xfrm>
            <a:off x="7375762" y="6047610"/>
            <a:ext cx="3686204" cy="249146"/>
          </a:xfrm>
          <a:prstGeom prst="rect">
            <a:avLst/>
          </a:prstGeom>
          <a:noFill/>
        </p:spPr>
        <p:txBody>
          <a:bodyPr vert="horz" wrap="square" lIns="0" tIns="0" rIns="0" bIns="0" rtlCol="0" anchor="ctr">
            <a:noAutofit/>
          </a:bodyPr>
          <a:lstStyle/>
          <a:p>
            <a:pPr fontAlgn="base">
              <a:lnSpc>
                <a:spcPct val="110000"/>
              </a:lnSpc>
              <a:spcAft>
                <a:spcPct val="0"/>
              </a:spcAft>
            </a:pPr>
            <a:r>
              <a:rPr lang="en-US" sz="1199" dirty="0">
                <a:latin typeface="Arial"/>
                <a:ea typeface="Arial Unicode MS" panose="020B0604020202020204" pitchFamily="34" charset="-128"/>
                <a:cs typeface="Arial Unicode MS" panose="020B0604020202020204" pitchFamily="34" charset="-128"/>
              </a:rPr>
              <a:t>Password to protect configuration data</a:t>
            </a:r>
          </a:p>
        </p:txBody>
      </p:sp>
      <p:grpSp>
        <p:nvGrpSpPr>
          <p:cNvPr id="19" name="Gruppieren 18">
            <a:extLst>
              <a:ext uri="{FF2B5EF4-FFF2-40B4-BE49-F238E27FC236}">
                <a16:creationId xmlns:a16="http://schemas.microsoft.com/office/drawing/2014/main" id="{6540AC16-B11A-1737-84B5-655263799893}"/>
              </a:ext>
            </a:extLst>
          </p:cNvPr>
          <p:cNvGrpSpPr/>
          <p:nvPr/>
        </p:nvGrpSpPr>
        <p:grpSpPr>
          <a:xfrm>
            <a:off x="2215359" y="4158297"/>
            <a:ext cx="372222" cy="530289"/>
            <a:chOff x="1407876" y="4490471"/>
            <a:chExt cx="372222" cy="530289"/>
          </a:xfrm>
        </p:grpSpPr>
        <p:pic>
          <p:nvPicPr>
            <p:cNvPr id="18" name="Grafik 17">
              <a:extLst>
                <a:ext uri="{FF2B5EF4-FFF2-40B4-BE49-F238E27FC236}">
                  <a16:creationId xmlns:a16="http://schemas.microsoft.com/office/drawing/2014/main" id="{52596381-C0D7-0BF8-528C-92AC4EE1B087}"/>
                </a:ext>
              </a:extLst>
            </p:cNvPr>
            <p:cNvPicPr>
              <a:picLocks noChangeAspect="1"/>
            </p:cNvPicPr>
            <p:nvPr/>
          </p:nvPicPr>
          <p:blipFill>
            <a:blip r:embed="rId33"/>
            <a:stretch>
              <a:fillRect/>
            </a:stretch>
          </p:blipFill>
          <p:spPr>
            <a:xfrm>
              <a:off x="1407876" y="4579398"/>
              <a:ext cx="301722" cy="441362"/>
            </a:xfrm>
            <a:prstGeom prst="rect">
              <a:avLst/>
            </a:prstGeom>
          </p:spPr>
        </p:pic>
        <p:pic>
          <p:nvPicPr>
            <p:cNvPr id="115" name="Graphic 4" descr="Key">
              <a:extLst>
                <a:ext uri="{FF2B5EF4-FFF2-40B4-BE49-F238E27FC236}">
                  <a16:creationId xmlns:a16="http://schemas.microsoft.com/office/drawing/2014/main" id="{AE1366B7-E139-4633-A693-25F67E3FC9AA}"/>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457529" y="4688586"/>
              <a:ext cx="252069" cy="252069"/>
            </a:xfrm>
            <a:prstGeom prst="rect">
              <a:avLst/>
            </a:prstGeom>
          </p:spPr>
        </p:pic>
        <p:pic>
          <p:nvPicPr>
            <p:cNvPr id="114" name="Grafik 113" descr="Schloss">
              <a:extLst>
                <a:ext uri="{FF2B5EF4-FFF2-40B4-BE49-F238E27FC236}">
                  <a16:creationId xmlns:a16="http://schemas.microsoft.com/office/drawing/2014/main" id="{A13D7BBC-3043-4939-96D5-CC34B2F042AD}"/>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540521" y="4490471"/>
              <a:ext cx="239577" cy="239577"/>
            </a:xfrm>
            <a:prstGeom prst="rect">
              <a:avLst/>
            </a:prstGeom>
          </p:spPr>
        </p:pic>
      </p:grpSp>
      <p:grpSp>
        <p:nvGrpSpPr>
          <p:cNvPr id="22" name="Gruppieren 21">
            <a:extLst>
              <a:ext uri="{FF2B5EF4-FFF2-40B4-BE49-F238E27FC236}">
                <a16:creationId xmlns:a16="http://schemas.microsoft.com/office/drawing/2014/main" id="{4A5B54B8-9A8E-80F2-AB03-111BE85F05B8}"/>
              </a:ext>
            </a:extLst>
          </p:cNvPr>
          <p:cNvGrpSpPr/>
          <p:nvPr/>
        </p:nvGrpSpPr>
        <p:grpSpPr>
          <a:xfrm>
            <a:off x="5488960" y="4145779"/>
            <a:ext cx="372222" cy="530289"/>
            <a:chOff x="1407876" y="4490471"/>
            <a:chExt cx="372222" cy="530289"/>
          </a:xfrm>
        </p:grpSpPr>
        <p:pic>
          <p:nvPicPr>
            <p:cNvPr id="23" name="Grafik 22">
              <a:extLst>
                <a:ext uri="{FF2B5EF4-FFF2-40B4-BE49-F238E27FC236}">
                  <a16:creationId xmlns:a16="http://schemas.microsoft.com/office/drawing/2014/main" id="{0BB101E3-3C06-2158-6E82-EF0D3831371F}"/>
                </a:ext>
              </a:extLst>
            </p:cNvPr>
            <p:cNvPicPr>
              <a:picLocks noChangeAspect="1"/>
            </p:cNvPicPr>
            <p:nvPr/>
          </p:nvPicPr>
          <p:blipFill>
            <a:blip r:embed="rId33"/>
            <a:stretch>
              <a:fillRect/>
            </a:stretch>
          </p:blipFill>
          <p:spPr>
            <a:xfrm>
              <a:off x="1407876" y="4579398"/>
              <a:ext cx="301722" cy="441362"/>
            </a:xfrm>
            <a:prstGeom prst="rect">
              <a:avLst/>
            </a:prstGeom>
          </p:spPr>
        </p:pic>
        <p:pic>
          <p:nvPicPr>
            <p:cNvPr id="24" name="Graphic 4" descr="Key">
              <a:extLst>
                <a:ext uri="{FF2B5EF4-FFF2-40B4-BE49-F238E27FC236}">
                  <a16:creationId xmlns:a16="http://schemas.microsoft.com/office/drawing/2014/main" id="{6C9A1C6E-15E0-5896-096B-90817B762EC9}"/>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457529" y="4688586"/>
              <a:ext cx="252069" cy="252069"/>
            </a:xfrm>
            <a:prstGeom prst="rect">
              <a:avLst/>
            </a:prstGeom>
          </p:spPr>
        </p:pic>
        <p:pic>
          <p:nvPicPr>
            <p:cNvPr id="25" name="Grafik 24" descr="Schloss">
              <a:extLst>
                <a:ext uri="{FF2B5EF4-FFF2-40B4-BE49-F238E27FC236}">
                  <a16:creationId xmlns:a16="http://schemas.microsoft.com/office/drawing/2014/main" id="{B3AAF185-C567-5240-304B-5209289AF8B8}"/>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540521" y="4490471"/>
              <a:ext cx="239577" cy="239577"/>
            </a:xfrm>
            <a:prstGeom prst="rect">
              <a:avLst/>
            </a:prstGeom>
          </p:spPr>
        </p:pic>
      </p:grpSp>
      <p:grpSp>
        <p:nvGrpSpPr>
          <p:cNvPr id="26" name="Gruppieren 25">
            <a:extLst>
              <a:ext uri="{FF2B5EF4-FFF2-40B4-BE49-F238E27FC236}">
                <a16:creationId xmlns:a16="http://schemas.microsoft.com/office/drawing/2014/main" id="{9F1D75DB-5F1A-7CEF-FEFC-DB249785E8FD}"/>
              </a:ext>
            </a:extLst>
          </p:cNvPr>
          <p:cNvGrpSpPr/>
          <p:nvPr/>
        </p:nvGrpSpPr>
        <p:grpSpPr>
          <a:xfrm>
            <a:off x="9300034" y="4153162"/>
            <a:ext cx="372222" cy="530289"/>
            <a:chOff x="1407876" y="4490471"/>
            <a:chExt cx="372222" cy="530289"/>
          </a:xfrm>
        </p:grpSpPr>
        <p:pic>
          <p:nvPicPr>
            <p:cNvPr id="27" name="Grafik 26">
              <a:extLst>
                <a:ext uri="{FF2B5EF4-FFF2-40B4-BE49-F238E27FC236}">
                  <a16:creationId xmlns:a16="http://schemas.microsoft.com/office/drawing/2014/main" id="{AC0AB2BC-1A58-642C-1DCF-CB5393EBDDE9}"/>
                </a:ext>
              </a:extLst>
            </p:cNvPr>
            <p:cNvPicPr>
              <a:picLocks noChangeAspect="1"/>
            </p:cNvPicPr>
            <p:nvPr/>
          </p:nvPicPr>
          <p:blipFill>
            <a:blip r:embed="rId33"/>
            <a:stretch>
              <a:fillRect/>
            </a:stretch>
          </p:blipFill>
          <p:spPr>
            <a:xfrm>
              <a:off x="1407876" y="4579398"/>
              <a:ext cx="301722" cy="441362"/>
            </a:xfrm>
            <a:prstGeom prst="rect">
              <a:avLst/>
            </a:prstGeom>
          </p:spPr>
        </p:pic>
        <p:pic>
          <p:nvPicPr>
            <p:cNvPr id="28" name="Graphic 4" descr="Key">
              <a:extLst>
                <a:ext uri="{FF2B5EF4-FFF2-40B4-BE49-F238E27FC236}">
                  <a16:creationId xmlns:a16="http://schemas.microsoft.com/office/drawing/2014/main" id="{15EC278D-6F2D-637A-A5DA-57A1579A0216}"/>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457529" y="4688586"/>
              <a:ext cx="252069" cy="252069"/>
            </a:xfrm>
            <a:prstGeom prst="rect">
              <a:avLst/>
            </a:prstGeom>
          </p:spPr>
        </p:pic>
        <p:pic>
          <p:nvPicPr>
            <p:cNvPr id="29" name="Grafik 28" descr="Schloss">
              <a:extLst>
                <a:ext uri="{FF2B5EF4-FFF2-40B4-BE49-F238E27FC236}">
                  <a16:creationId xmlns:a16="http://schemas.microsoft.com/office/drawing/2014/main" id="{370594FE-8EED-32F8-7F95-3FE272016244}"/>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540521" y="4490471"/>
              <a:ext cx="239577" cy="239577"/>
            </a:xfrm>
            <a:prstGeom prst="rect">
              <a:avLst/>
            </a:prstGeom>
          </p:spPr>
        </p:pic>
      </p:grpSp>
      <p:grpSp>
        <p:nvGrpSpPr>
          <p:cNvPr id="30" name="Gruppieren 29">
            <a:extLst>
              <a:ext uri="{FF2B5EF4-FFF2-40B4-BE49-F238E27FC236}">
                <a16:creationId xmlns:a16="http://schemas.microsoft.com/office/drawing/2014/main" id="{9327A7BE-6A5F-A60A-6B63-0858610674A0}"/>
              </a:ext>
            </a:extLst>
          </p:cNvPr>
          <p:cNvGrpSpPr/>
          <p:nvPr/>
        </p:nvGrpSpPr>
        <p:grpSpPr>
          <a:xfrm>
            <a:off x="10714105" y="4162956"/>
            <a:ext cx="372222" cy="530289"/>
            <a:chOff x="1407876" y="4490471"/>
            <a:chExt cx="372222" cy="530289"/>
          </a:xfrm>
        </p:grpSpPr>
        <p:pic>
          <p:nvPicPr>
            <p:cNvPr id="31" name="Grafik 30">
              <a:extLst>
                <a:ext uri="{FF2B5EF4-FFF2-40B4-BE49-F238E27FC236}">
                  <a16:creationId xmlns:a16="http://schemas.microsoft.com/office/drawing/2014/main" id="{E27A6ADD-2048-F640-98DE-940AA053C473}"/>
                </a:ext>
              </a:extLst>
            </p:cNvPr>
            <p:cNvPicPr>
              <a:picLocks noChangeAspect="1"/>
            </p:cNvPicPr>
            <p:nvPr/>
          </p:nvPicPr>
          <p:blipFill>
            <a:blip r:embed="rId33"/>
            <a:stretch>
              <a:fillRect/>
            </a:stretch>
          </p:blipFill>
          <p:spPr>
            <a:xfrm>
              <a:off x="1407876" y="4579398"/>
              <a:ext cx="301722" cy="441362"/>
            </a:xfrm>
            <a:prstGeom prst="rect">
              <a:avLst/>
            </a:prstGeom>
          </p:spPr>
        </p:pic>
        <p:pic>
          <p:nvPicPr>
            <p:cNvPr id="37" name="Graphic 4" descr="Key">
              <a:extLst>
                <a:ext uri="{FF2B5EF4-FFF2-40B4-BE49-F238E27FC236}">
                  <a16:creationId xmlns:a16="http://schemas.microsoft.com/office/drawing/2014/main" id="{BA916AA9-77DF-EE97-AFC3-49A91A7E9EC4}"/>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457529" y="4688586"/>
              <a:ext cx="252069" cy="252069"/>
            </a:xfrm>
            <a:prstGeom prst="rect">
              <a:avLst/>
            </a:prstGeom>
          </p:spPr>
        </p:pic>
        <p:pic>
          <p:nvPicPr>
            <p:cNvPr id="38" name="Grafik 37" descr="Schloss">
              <a:extLst>
                <a:ext uri="{FF2B5EF4-FFF2-40B4-BE49-F238E27FC236}">
                  <a16:creationId xmlns:a16="http://schemas.microsoft.com/office/drawing/2014/main" id="{804A523B-4A5F-8929-1F52-AB0A382B8335}"/>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540521" y="4490471"/>
              <a:ext cx="239577" cy="239577"/>
            </a:xfrm>
            <a:prstGeom prst="rect">
              <a:avLst/>
            </a:prstGeom>
          </p:spPr>
        </p:pic>
      </p:grpSp>
      <p:grpSp>
        <p:nvGrpSpPr>
          <p:cNvPr id="39" name="Gruppieren 38">
            <a:extLst>
              <a:ext uri="{FF2B5EF4-FFF2-40B4-BE49-F238E27FC236}">
                <a16:creationId xmlns:a16="http://schemas.microsoft.com/office/drawing/2014/main" id="{EC7F2A6E-FEA3-FBD5-6C32-81C87B178E56}"/>
              </a:ext>
            </a:extLst>
          </p:cNvPr>
          <p:cNvGrpSpPr/>
          <p:nvPr/>
        </p:nvGrpSpPr>
        <p:grpSpPr>
          <a:xfrm>
            <a:off x="2153272" y="5751661"/>
            <a:ext cx="372222" cy="530289"/>
            <a:chOff x="1407876" y="4490471"/>
            <a:chExt cx="372222" cy="530289"/>
          </a:xfrm>
        </p:grpSpPr>
        <p:pic>
          <p:nvPicPr>
            <p:cNvPr id="40" name="Grafik 39">
              <a:extLst>
                <a:ext uri="{FF2B5EF4-FFF2-40B4-BE49-F238E27FC236}">
                  <a16:creationId xmlns:a16="http://schemas.microsoft.com/office/drawing/2014/main" id="{824F2096-39E1-A463-2CB5-4C31307F7D0E}"/>
                </a:ext>
              </a:extLst>
            </p:cNvPr>
            <p:cNvPicPr>
              <a:picLocks noChangeAspect="1"/>
            </p:cNvPicPr>
            <p:nvPr/>
          </p:nvPicPr>
          <p:blipFill>
            <a:blip r:embed="rId33"/>
            <a:stretch>
              <a:fillRect/>
            </a:stretch>
          </p:blipFill>
          <p:spPr>
            <a:xfrm>
              <a:off x="1407876" y="4579398"/>
              <a:ext cx="301722" cy="441362"/>
            </a:xfrm>
            <a:prstGeom prst="rect">
              <a:avLst/>
            </a:prstGeom>
          </p:spPr>
        </p:pic>
        <p:pic>
          <p:nvPicPr>
            <p:cNvPr id="41" name="Graphic 4" descr="Key">
              <a:extLst>
                <a:ext uri="{FF2B5EF4-FFF2-40B4-BE49-F238E27FC236}">
                  <a16:creationId xmlns:a16="http://schemas.microsoft.com/office/drawing/2014/main" id="{4001F7CA-F4A7-AF8A-28D7-707A3BCF9B06}"/>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457529" y="4688586"/>
              <a:ext cx="252069" cy="252069"/>
            </a:xfrm>
            <a:prstGeom prst="rect">
              <a:avLst/>
            </a:prstGeom>
          </p:spPr>
        </p:pic>
        <p:pic>
          <p:nvPicPr>
            <p:cNvPr id="42" name="Grafik 41" descr="Schloss">
              <a:extLst>
                <a:ext uri="{FF2B5EF4-FFF2-40B4-BE49-F238E27FC236}">
                  <a16:creationId xmlns:a16="http://schemas.microsoft.com/office/drawing/2014/main" id="{50954B3C-FB8D-C0D5-F27F-8113B880B901}"/>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540521" y="4490471"/>
              <a:ext cx="239577" cy="239577"/>
            </a:xfrm>
            <a:prstGeom prst="rect">
              <a:avLst/>
            </a:prstGeom>
          </p:spPr>
        </p:pic>
      </p:grpSp>
    </p:spTree>
    <p:extLst>
      <p:ext uri="{BB962C8B-B14F-4D97-AF65-F5344CB8AC3E}">
        <p14:creationId xmlns:p14="http://schemas.microsoft.com/office/powerpoint/2010/main" val="967321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dtRectangle 3 Id114691">
            <a:extLst>
              <a:ext uri="{FF2B5EF4-FFF2-40B4-BE49-F238E27FC236}">
                <a16:creationId xmlns:a16="http://schemas.microsoft.com/office/drawing/2014/main" id="{7D2727CD-A823-F9DB-4151-778684CB476C}"/>
              </a:ext>
            </a:extLst>
          </p:cNvPr>
          <p:cNvSpPr txBox="1">
            <a:spLocks noChangeArrowheads="1"/>
          </p:cNvSpPr>
          <p:nvPr/>
        </p:nvSpPr>
        <p:spPr>
          <a:xfrm>
            <a:off x="626074" y="1450339"/>
            <a:ext cx="3598126" cy="3854992"/>
          </a:xfrm>
          <a:prstGeom prst="rect">
            <a:avLst/>
          </a:prstGeom>
          <a:solidFill>
            <a:schemeClr val="tx1"/>
          </a:solidFill>
        </p:spPr>
        <p:txBody>
          <a:bodyPr/>
          <a:lstStyle>
            <a:lvl1pPr marL="0" indent="0" algn="l" rtl="0" eaLnBrk="1" fontAlgn="base" hangingPunct="1">
              <a:lnSpc>
                <a:spcPct val="110000"/>
              </a:lnSpc>
              <a:spcBef>
                <a:spcPct val="0"/>
              </a:spcBef>
              <a:spcAft>
                <a:spcPct val="0"/>
              </a:spcAft>
              <a:buClr>
                <a:schemeClr val="accent1"/>
              </a:buClr>
              <a:buFont typeface="Arial" pitchFamily="34" charset="0"/>
              <a:buNone/>
              <a:tabLst/>
              <a:defRPr>
                <a:solidFill>
                  <a:schemeClr val="tx1"/>
                </a:solidFill>
                <a:latin typeface="Arial" pitchFamily="34" charset="0"/>
                <a:ea typeface="+mn-ea"/>
                <a:cs typeface="Arial" pitchFamily="34" charset="0"/>
              </a:defRPr>
            </a:lvl1pPr>
            <a:lvl2pPr marL="179388"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2pPr>
            <a:lvl3pPr marL="358775"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3pPr>
            <a:lvl4pPr marL="538163"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4pPr>
            <a:lvl5pPr marL="720000" indent="-180000" algn="l" rtl="0" eaLnBrk="1" fontAlgn="base" hangingPunct="1">
              <a:lnSpc>
                <a:spcPct val="110000"/>
              </a:lnSpc>
              <a:spcBef>
                <a:spcPct val="0"/>
              </a:spcBef>
              <a:spcAft>
                <a:spcPct val="0"/>
              </a:spcAft>
              <a:buClr>
                <a:srgbClr val="879BAA"/>
              </a:buClr>
              <a:buChar char="•"/>
              <a:tabLst/>
              <a:defRPr baseline="0">
                <a:solidFill>
                  <a:schemeClr val="tx1"/>
                </a:solidFill>
                <a:latin typeface="Arial" pitchFamily="34" charset="0"/>
                <a:ea typeface="+mn-ea"/>
                <a:cs typeface="Arial" pitchFamily="34" charset="0"/>
              </a:defRPr>
            </a:lvl5pPr>
            <a:lvl6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6pPr>
            <a:lvl7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7pPr>
            <a:lvl8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8pPr>
            <a:lvl9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9pPr>
          </a:lstStyle>
          <a:p>
            <a:pPr marL="285607" indent="-285607">
              <a:buClr>
                <a:srgbClr val="879BAA"/>
              </a:buClr>
              <a:buFont typeface="Arial" pitchFamily="34" charset="0"/>
              <a:buChar char="•"/>
            </a:pPr>
            <a:endParaRPr lang="en-US" sz="1399" kern="0" dirty="0">
              <a:solidFill>
                <a:srgbClr val="000000"/>
              </a:solidFill>
            </a:endParaRPr>
          </a:p>
        </p:txBody>
      </p:sp>
      <p:sp>
        <p:nvSpPr>
          <p:cNvPr id="7" name="Inhaltsplatzhalter 14">
            <a:extLst>
              <a:ext uri="{FF2B5EF4-FFF2-40B4-BE49-F238E27FC236}">
                <a16:creationId xmlns:a16="http://schemas.microsoft.com/office/drawing/2014/main" id="{5D0E1808-A60C-1AF1-376C-4354242D28EC}"/>
              </a:ext>
            </a:extLst>
          </p:cNvPr>
          <p:cNvSpPr txBox="1">
            <a:spLocks/>
          </p:cNvSpPr>
          <p:nvPr/>
        </p:nvSpPr>
        <p:spPr>
          <a:xfrm>
            <a:off x="4368125" y="1450338"/>
            <a:ext cx="3598126" cy="3854993"/>
          </a:xfrm>
          <a:prstGeom prst="rect">
            <a:avLst/>
          </a:prstGeom>
          <a:solidFill>
            <a:schemeClr val="tx1"/>
          </a:solidFill>
        </p:spPr>
        <p:txBody>
          <a:bodyPr/>
          <a:lstStyle>
            <a:lvl1pPr marL="0" indent="0" algn="l" rtl="0" eaLnBrk="1" fontAlgn="base" hangingPunct="1">
              <a:lnSpc>
                <a:spcPct val="110000"/>
              </a:lnSpc>
              <a:spcBef>
                <a:spcPct val="0"/>
              </a:spcBef>
              <a:spcAft>
                <a:spcPct val="0"/>
              </a:spcAft>
              <a:buClr>
                <a:schemeClr val="accent1"/>
              </a:buClr>
              <a:buFont typeface="Arial" pitchFamily="34" charset="0"/>
              <a:buNone/>
              <a:tabLst/>
              <a:defRPr>
                <a:solidFill>
                  <a:schemeClr val="tx1"/>
                </a:solidFill>
                <a:latin typeface="Arial" pitchFamily="34" charset="0"/>
                <a:ea typeface="+mn-ea"/>
                <a:cs typeface="Arial" pitchFamily="34" charset="0"/>
              </a:defRPr>
            </a:lvl1pPr>
            <a:lvl2pPr marL="179388"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2pPr>
            <a:lvl3pPr marL="358775"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3pPr>
            <a:lvl4pPr marL="538163"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4pPr>
            <a:lvl5pPr marL="720000" indent="-180000" algn="l" rtl="0" eaLnBrk="1" fontAlgn="base" hangingPunct="1">
              <a:lnSpc>
                <a:spcPct val="110000"/>
              </a:lnSpc>
              <a:spcBef>
                <a:spcPct val="0"/>
              </a:spcBef>
              <a:spcAft>
                <a:spcPct val="0"/>
              </a:spcAft>
              <a:buClr>
                <a:srgbClr val="879BAA"/>
              </a:buClr>
              <a:buChar char="•"/>
              <a:tabLst/>
              <a:defRPr baseline="0">
                <a:solidFill>
                  <a:schemeClr val="tx1"/>
                </a:solidFill>
                <a:latin typeface="Arial" pitchFamily="34" charset="0"/>
                <a:ea typeface="+mn-ea"/>
                <a:cs typeface="Arial" pitchFamily="34" charset="0"/>
              </a:defRPr>
            </a:lvl5pPr>
            <a:lvl6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6pPr>
            <a:lvl7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7pPr>
            <a:lvl8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8pPr>
            <a:lvl9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9pPr>
          </a:lstStyle>
          <a:p>
            <a:pPr algn="ctr">
              <a:buClr>
                <a:srgbClr val="879BAA"/>
              </a:buClr>
            </a:pPr>
            <a:endParaRPr lang="en-US" sz="1599" b="1" kern="0" dirty="0">
              <a:solidFill>
                <a:srgbClr val="00646E"/>
              </a:solidFill>
            </a:endParaRPr>
          </a:p>
        </p:txBody>
      </p:sp>
      <p:sp>
        <p:nvSpPr>
          <p:cNvPr id="8" name="Inhaltsplatzhalter 14">
            <a:extLst>
              <a:ext uri="{FF2B5EF4-FFF2-40B4-BE49-F238E27FC236}">
                <a16:creationId xmlns:a16="http://schemas.microsoft.com/office/drawing/2014/main" id="{C3A29DF0-1909-C365-7766-C1AE401A1F46}"/>
              </a:ext>
            </a:extLst>
          </p:cNvPr>
          <p:cNvSpPr txBox="1">
            <a:spLocks/>
          </p:cNvSpPr>
          <p:nvPr/>
        </p:nvSpPr>
        <p:spPr>
          <a:xfrm>
            <a:off x="8120650" y="1452927"/>
            <a:ext cx="3598126" cy="3852404"/>
          </a:xfrm>
          <a:prstGeom prst="rect">
            <a:avLst/>
          </a:prstGeom>
          <a:solidFill>
            <a:schemeClr val="tx1"/>
          </a:solidFill>
        </p:spPr>
        <p:txBody>
          <a:bodyPr/>
          <a:lstStyle>
            <a:lvl1pPr marL="0" indent="0" algn="l" rtl="0" eaLnBrk="1" fontAlgn="base" hangingPunct="1">
              <a:lnSpc>
                <a:spcPct val="110000"/>
              </a:lnSpc>
              <a:spcBef>
                <a:spcPct val="0"/>
              </a:spcBef>
              <a:spcAft>
                <a:spcPct val="0"/>
              </a:spcAft>
              <a:buClr>
                <a:schemeClr val="accent1"/>
              </a:buClr>
              <a:buFont typeface="Arial" pitchFamily="34" charset="0"/>
              <a:buNone/>
              <a:tabLst/>
              <a:defRPr>
                <a:solidFill>
                  <a:schemeClr val="tx1"/>
                </a:solidFill>
                <a:latin typeface="Arial" pitchFamily="34" charset="0"/>
                <a:ea typeface="+mn-ea"/>
                <a:cs typeface="Arial" pitchFamily="34" charset="0"/>
              </a:defRPr>
            </a:lvl1pPr>
            <a:lvl2pPr marL="179388"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2pPr>
            <a:lvl3pPr marL="358775"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3pPr>
            <a:lvl4pPr marL="538163"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4pPr>
            <a:lvl5pPr marL="720000" indent="-180000" algn="l" rtl="0" eaLnBrk="1" fontAlgn="base" hangingPunct="1">
              <a:lnSpc>
                <a:spcPct val="110000"/>
              </a:lnSpc>
              <a:spcBef>
                <a:spcPct val="0"/>
              </a:spcBef>
              <a:spcAft>
                <a:spcPct val="0"/>
              </a:spcAft>
              <a:buClr>
                <a:srgbClr val="879BAA"/>
              </a:buClr>
              <a:buChar char="•"/>
              <a:tabLst/>
              <a:defRPr baseline="0">
                <a:solidFill>
                  <a:schemeClr val="tx1"/>
                </a:solidFill>
                <a:latin typeface="Arial" pitchFamily="34" charset="0"/>
                <a:ea typeface="+mn-ea"/>
                <a:cs typeface="Arial" pitchFamily="34" charset="0"/>
              </a:defRPr>
            </a:lvl5pPr>
            <a:lvl6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6pPr>
            <a:lvl7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7pPr>
            <a:lvl8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8pPr>
            <a:lvl9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9pPr>
          </a:lstStyle>
          <a:p>
            <a:pPr algn="ctr">
              <a:buClr>
                <a:srgbClr val="879BAA"/>
              </a:buClr>
            </a:pPr>
            <a:endParaRPr lang="en-US" sz="1599" b="1" kern="0" dirty="0">
              <a:solidFill>
                <a:srgbClr val="00646E"/>
              </a:solidFill>
            </a:endParaRPr>
          </a:p>
        </p:txBody>
      </p:sp>
      <p:grpSp>
        <p:nvGrpSpPr>
          <p:cNvPr id="112" name="Gruppieren 111">
            <a:extLst>
              <a:ext uri="{FF2B5EF4-FFF2-40B4-BE49-F238E27FC236}">
                <a16:creationId xmlns:a16="http://schemas.microsoft.com/office/drawing/2014/main" id="{4412AB45-176F-48CB-B784-BD89B5B22486}"/>
              </a:ext>
            </a:extLst>
          </p:cNvPr>
          <p:cNvGrpSpPr/>
          <p:nvPr/>
        </p:nvGrpSpPr>
        <p:grpSpPr>
          <a:xfrm>
            <a:off x="1886591" y="4160102"/>
            <a:ext cx="2211725" cy="639977"/>
            <a:chOff x="1877383" y="3319169"/>
            <a:chExt cx="2212877" cy="640310"/>
          </a:xfrm>
          <a:solidFill>
            <a:schemeClr val="tx1"/>
          </a:solidFill>
        </p:grpSpPr>
        <p:grpSp>
          <p:nvGrpSpPr>
            <p:cNvPr id="101" name="Gruppieren 100">
              <a:extLst>
                <a:ext uri="{FF2B5EF4-FFF2-40B4-BE49-F238E27FC236}">
                  <a16:creationId xmlns:a16="http://schemas.microsoft.com/office/drawing/2014/main" id="{F6B1108F-1A5D-4D36-8250-28BE7F77C337}"/>
                </a:ext>
              </a:extLst>
            </p:cNvPr>
            <p:cNvGrpSpPr/>
            <p:nvPr/>
          </p:nvGrpSpPr>
          <p:grpSpPr>
            <a:xfrm>
              <a:off x="1877383" y="3319169"/>
              <a:ext cx="774297" cy="640310"/>
              <a:chOff x="5633257" y="2448326"/>
              <a:chExt cx="3891741" cy="2958295"/>
            </a:xfrm>
            <a:grpFill/>
          </p:grpSpPr>
          <p:pic>
            <p:nvPicPr>
              <p:cNvPr id="109" name="product_simatic-s7-1500.png">
                <a:extLst>
                  <a:ext uri="{FF2B5EF4-FFF2-40B4-BE49-F238E27FC236}">
                    <a16:creationId xmlns:a16="http://schemas.microsoft.com/office/drawing/2014/main" id="{6FCAA782-409F-4177-BB5A-68E9397B72F1}"/>
                  </a:ext>
                </a:extLst>
              </p:cNvPr>
              <p:cNvPicPr>
                <a:picLocks noChangeAspect="1"/>
              </p:cNvPicPr>
              <p:nvPr>
                <p:custDataLst>
                  <p:tags r:id="rId17"/>
                </p:custDataLst>
              </p:nvPr>
            </p:nvPicPr>
            <p:blipFill rotWithShape="1">
              <a:blip r:embed="rId2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10" name="product_simatic-s7-1500.png">
                <a:extLst>
                  <a:ext uri="{FF2B5EF4-FFF2-40B4-BE49-F238E27FC236}">
                    <a16:creationId xmlns:a16="http://schemas.microsoft.com/office/drawing/2014/main" id="{D2E434F0-47D2-4942-AD94-F42E296FFB8A}"/>
                  </a:ext>
                </a:extLst>
              </p:cNvPr>
              <p:cNvPicPr>
                <a:picLocks noChangeAspect="1"/>
              </p:cNvPicPr>
              <p:nvPr>
                <p:custDataLst>
                  <p:tags r:id="rId18"/>
                </p:custDataLst>
              </p:nvPr>
            </p:nvPicPr>
            <p:blipFill rotWithShape="1">
              <a:blip r:embed="rId2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11" name="product_simatic-s7-1500.png">
                <a:extLst>
                  <a:ext uri="{FF2B5EF4-FFF2-40B4-BE49-F238E27FC236}">
                    <a16:creationId xmlns:a16="http://schemas.microsoft.com/office/drawing/2014/main" id="{F644F3DA-3B5F-47E8-8F3C-152BEE8F74F6}"/>
                  </a:ext>
                </a:extLst>
              </p:cNvPr>
              <p:cNvPicPr>
                <a:picLocks noChangeAspect="1"/>
              </p:cNvPicPr>
              <p:nvPr>
                <p:custDataLst>
                  <p:tags r:id="rId19"/>
                </p:custDataLst>
              </p:nvPr>
            </p:nvPicPr>
            <p:blipFill rotWithShape="1">
              <a:blip r:embed="rId22"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02" name="Gruppieren 101">
              <a:extLst>
                <a:ext uri="{FF2B5EF4-FFF2-40B4-BE49-F238E27FC236}">
                  <a16:creationId xmlns:a16="http://schemas.microsoft.com/office/drawing/2014/main" id="{7F466896-21DD-44B6-A16F-3ABB2573CA65}"/>
                </a:ext>
              </a:extLst>
            </p:cNvPr>
            <p:cNvGrpSpPr/>
            <p:nvPr/>
          </p:nvGrpSpPr>
          <p:grpSpPr>
            <a:xfrm>
              <a:off x="3315963" y="3319169"/>
              <a:ext cx="774297" cy="640310"/>
              <a:chOff x="5633257" y="2448326"/>
              <a:chExt cx="3891741" cy="2958295"/>
            </a:xfrm>
            <a:grpFill/>
          </p:grpSpPr>
          <p:pic>
            <p:nvPicPr>
              <p:cNvPr id="106" name="product_simatic-s7-1500.png">
                <a:extLst>
                  <a:ext uri="{FF2B5EF4-FFF2-40B4-BE49-F238E27FC236}">
                    <a16:creationId xmlns:a16="http://schemas.microsoft.com/office/drawing/2014/main" id="{0BCEE41B-A81B-4BF8-B62A-35454B831DC8}"/>
                  </a:ext>
                </a:extLst>
              </p:cNvPr>
              <p:cNvPicPr>
                <a:picLocks noChangeAspect="1"/>
              </p:cNvPicPr>
              <p:nvPr>
                <p:custDataLst>
                  <p:tags r:id="rId14"/>
                </p:custDataLst>
              </p:nvPr>
            </p:nvPicPr>
            <p:blipFill rotWithShape="1">
              <a:blip r:embed="rId2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07" name="product_simatic-s7-1500.png">
                <a:extLst>
                  <a:ext uri="{FF2B5EF4-FFF2-40B4-BE49-F238E27FC236}">
                    <a16:creationId xmlns:a16="http://schemas.microsoft.com/office/drawing/2014/main" id="{68110DFD-3248-418E-9CE5-2D1284F0CD81}"/>
                  </a:ext>
                </a:extLst>
              </p:cNvPr>
              <p:cNvPicPr>
                <a:picLocks noChangeAspect="1"/>
              </p:cNvPicPr>
              <p:nvPr>
                <p:custDataLst>
                  <p:tags r:id="rId15"/>
                </p:custDataLst>
              </p:nvPr>
            </p:nvPicPr>
            <p:blipFill rotWithShape="1">
              <a:blip r:embed="rId2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08" name="product_simatic-s7-1500.png">
                <a:extLst>
                  <a:ext uri="{FF2B5EF4-FFF2-40B4-BE49-F238E27FC236}">
                    <a16:creationId xmlns:a16="http://schemas.microsoft.com/office/drawing/2014/main" id="{F29F2181-570F-4274-AEEE-79180909949A}"/>
                  </a:ext>
                </a:extLst>
              </p:cNvPr>
              <p:cNvPicPr>
                <a:picLocks noChangeAspect="1"/>
              </p:cNvPicPr>
              <p:nvPr>
                <p:custDataLst>
                  <p:tags r:id="rId16"/>
                </p:custDataLst>
              </p:nvPr>
            </p:nvPicPr>
            <p:blipFill rotWithShape="1">
              <a:blip r:embed="rId22"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03" name="Line 29">
              <a:extLst>
                <a:ext uri="{FF2B5EF4-FFF2-40B4-BE49-F238E27FC236}">
                  <a16:creationId xmlns:a16="http://schemas.microsoft.com/office/drawing/2014/main" id="{7E24101D-745E-4E37-8E4D-9769C448ADDA}"/>
                </a:ext>
              </a:extLst>
            </p:cNvPr>
            <p:cNvSpPr>
              <a:spLocks noChangeShapeType="1"/>
            </p:cNvSpPr>
            <p:nvPr/>
          </p:nvSpPr>
          <p:spPr bwMode="auto">
            <a:xfrm>
              <a:off x="2651681" y="3835403"/>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solidFill>
                  <a:srgbClr val="00646E"/>
                </a:solidFill>
              </a:endParaRPr>
            </a:p>
          </p:txBody>
        </p:sp>
        <p:sp>
          <p:nvSpPr>
            <p:cNvPr id="104" name="Line 30">
              <a:extLst>
                <a:ext uri="{FF2B5EF4-FFF2-40B4-BE49-F238E27FC236}">
                  <a16:creationId xmlns:a16="http://schemas.microsoft.com/office/drawing/2014/main" id="{2CDEB2F0-591D-43FC-8E35-714F4C90CEAD}"/>
                </a:ext>
              </a:extLst>
            </p:cNvPr>
            <p:cNvSpPr>
              <a:spLocks noChangeShapeType="1"/>
            </p:cNvSpPr>
            <p:nvPr/>
          </p:nvSpPr>
          <p:spPr bwMode="auto">
            <a:xfrm>
              <a:off x="2651680" y="3887064"/>
              <a:ext cx="664283"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solidFill>
                  <a:srgbClr val="00646E"/>
                </a:solidFill>
              </a:endParaRPr>
            </a:p>
          </p:txBody>
        </p:sp>
      </p:grpSp>
      <p:sp>
        <p:nvSpPr>
          <p:cNvPr id="2" name="Titel 1">
            <a:extLst>
              <a:ext uri="{FF2B5EF4-FFF2-40B4-BE49-F238E27FC236}">
                <a16:creationId xmlns:a16="http://schemas.microsoft.com/office/drawing/2014/main" id="{01FF8783-8957-4145-A140-42B86A578CB9}"/>
              </a:ext>
            </a:extLst>
          </p:cNvPr>
          <p:cNvSpPr>
            <a:spLocks noGrp="1"/>
          </p:cNvSpPr>
          <p:nvPr>
            <p:ph type="title"/>
          </p:nvPr>
        </p:nvSpPr>
        <p:spPr/>
        <p:txBody>
          <a:bodyPr anchor="t"/>
          <a:lstStyle/>
          <a:p>
            <a:r>
              <a:rPr lang="en-US" dirty="0"/>
              <a:t>Special features when activating password protection of the configuration data</a:t>
            </a:r>
            <a:br>
              <a:rPr lang="en-US" b="0" dirty="0"/>
            </a:br>
            <a:r>
              <a:rPr lang="en-US" b="0" dirty="0"/>
              <a:t>Replacing an R/H CPU</a:t>
            </a:r>
          </a:p>
        </p:txBody>
      </p:sp>
      <p:sp>
        <p:nvSpPr>
          <p:cNvPr id="4" name="Fußzeilenplatzhalter 3">
            <a:extLst>
              <a:ext uri="{FF2B5EF4-FFF2-40B4-BE49-F238E27FC236}">
                <a16:creationId xmlns:a16="http://schemas.microsoft.com/office/drawing/2014/main" id="{18097E91-2EA3-46A4-9A14-3722B7B1098B}"/>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3" name="cdtRectangle 3 Id114691">
            <a:extLst>
              <a:ext uri="{FF2B5EF4-FFF2-40B4-BE49-F238E27FC236}">
                <a16:creationId xmlns:a16="http://schemas.microsoft.com/office/drawing/2014/main" id="{2EA4AD5B-D95A-49FC-99E8-AFAC047ECD92}"/>
              </a:ext>
            </a:extLst>
          </p:cNvPr>
          <p:cNvSpPr txBox="1">
            <a:spLocks noChangeArrowheads="1"/>
          </p:cNvSpPr>
          <p:nvPr/>
        </p:nvSpPr>
        <p:spPr>
          <a:xfrm>
            <a:off x="626074" y="1450339"/>
            <a:ext cx="3598126" cy="4749526"/>
          </a:xfrm>
          <a:prstGeom prst="rect">
            <a:avLst/>
          </a:prstGeom>
        </p:spPr>
        <p:txBody>
          <a:bodyPr/>
          <a:lstStyle>
            <a:lvl1pPr marL="0" indent="0" algn="l" rtl="0" eaLnBrk="1" fontAlgn="base" hangingPunct="1">
              <a:lnSpc>
                <a:spcPct val="110000"/>
              </a:lnSpc>
              <a:spcBef>
                <a:spcPct val="0"/>
              </a:spcBef>
              <a:spcAft>
                <a:spcPct val="0"/>
              </a:spcAft>
              <a:buClr>
                <a:schemeClr val="accent1"/>
              </a:buClr>
              <a:buFont typeface="Arial" pitchFamily="34" charset="0"/>
              <a:buNone/>
              <a:tabLst/>
              <a:defRPr>
                <a:solidFill>
                  <a:schemeClr val="tx1"/>
                </a:solidFill>
                <a:latin typeface="Arial" pitchFamily="34" charset="0"/>
                <a:ea typeface="+mn-ea"/>
                <a:cs typeface="Arial" pitchFamily="34" charset="0"/>
              </a:defRPr>
            </a:lvl1pPr>
            <a:lvl2pPr marL="179388"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2pPr>
            <a:lvl3pPr marL="358775"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3pPr>
            <a:lvl4pPr marL="538163"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4pPr>
            <a:lvl5pPr marL="720000" indent="-180000" algn="l" rtl="0" eaLnBrk="1" fontAlgn="base" hangingPunct="1">
              <a:lnSpc>
                <a:spcPct val="110000"/>
              </a:lnSpc>
              <a:spcBef>
                <a:spcPct val="0"/>
              </a:spcBef>
              <a:spcAft>
                <a:spcPct val="0"/>
              </a:spcAft>
              <a:buClr>
                <a:srgbClr val="879BAA"/>
              </a:buClr>
              <a:buChar char="•"/>
              <a:tabLst/>
              <a:defRPr baseline="0">
                <a:solidFill>
                  <a:schemeClr val="tx1"/>
                </a:solidFill>
                <a:latin typeface="Arial" pitchFamily="34" charset="0"/>
                <a:ea typeface="+mn-ea"/>
                <a:cs typeface="Arial" pitchFamily="34" charset="0"/>
              </a:defRPr>
            </a:lvl5pPr>
            <a:lvl6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6pPr>
            <a:lvl7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7pPr>
            <a:lvl8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8pPr>
            <a:lvl9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9pPr>
          </a:lstStyle>
          <a:p>
            <a:pPr algn="ctr"/>
            <a:r>
              <a:rPr lang="en-US" sz="1599" b="1" kern="0" dirty="0">
                <a:solidFill>
                  <a:srgbClr val="00646E"/>
                </a:solidFill>
              </a:rPr>
              <a:t>Event: A CPU fails and needs to be replaced</a:t>
            </a:r>
          </a:p>
          <a:p>
            <a:pPr marL="285607" indent="-285607">
              <a:buClr>
                <a:srgbClr val="879BAA"/>
              </a:buClr>
              <a:buFont typeface="Arial" pitchFamily="34" charset="0"/>
              <a:buChar char="•"/>
            </a:pPr>
            <a:endParaRPr lang="en-US" sz="1399" kern="0" dirty="0">
              <a:solidFill>
                <a:srgbClr val="000000"/>
              </a:solidFill>
            </a:endParaRPr>
          </a:p>
        </p:txBody>
      </p:sp>
      <p:sp>
        <p:nvSpPr>
          <p:cNvPr id="5" name="Textfeld 4">
            <a:extLst>
              <a:ext uri="{FF2B5EF4-FFF2-40B4-BE49-F238E27FC236}">
                <a16:creationId xmlns:a16="http://schemas.microsoft.com/office/drawing/2014/main" id="{F587C15B-4B1C-491B-8724-462709651C05}"/>
              </a:ext>
            </a:extLst>
          </p:cNvPr>
          <p:cNvSpPr txBox="1"/>
          <p:nvPr/>
        </p:nvSpPr>
        <p:spPr>
          <a:xfrm>
            <a:off x="1837698" y="4859037"/>
            <a:ext cx="913924" cy="247960"/>
          </a:xfrm>
          <a:prstGeom prst="rect">
            <a:avLst/>
          </a:prstGeom>
          <a:noFill/>
        </p:spPr>
        <p:txBody>
          <a:bodyPr vert="horz" wrap="none" lIns="0" tIns="0" rIns="0" bIns="0" rtlCol="0">
            <a:noAutofit/>
          </a:bodyPr>
          <a:lstStyle/>
          <a:p>
            <a:pPr algn="ctr">
              <a:lnSpc>
                <a:spcPct val="110000"/>
              </a:lnSpc>
            </a:pPr>
            <a:r>
              <a:rPr lang="en-US" sz="1199" b="1" dirty="0">
                <a:solidFill>
                  <a:srgbClr val="00646E"/>
                </a:solidFill>
                <a:latin typeface="Arial"/>
                <a:ea typeface="Arial Unicode MS" panose="020B0604020202020204" pitchFamily="34" charset="-128"/>
                <a:cs typeface="Arial Unicode MS" panose="020B0604020202020204" pitchFamily="34" charset="-128"/>
              </a:rPr>
              <a:t>CPU 1</a:t>
            </a:r>
          </a:p>
        </p:txBody>
      </p:sp>
      <p:sp>
        <p:nvSpPr>
          <p:cNvPr id="17" name="Textfeld 16">
            <a:extLst>
              <a:ext uri="{FF2B5EF4-FFF2-40B4-BE49-F238E27FC236}">
                <a16:creationId xmlns:a16="http://schemas.microsoft.com/office/drawing/2014/main" id="{43414925-7F63-4C03-A58A-0133C94367B4}"/>
              </a:ext>
            </a:extLst>
          </p:cNvPr>
          <p:cNvSpPr txBox="1"/>
          <p:nvPr/>
        </p:nvSpPr>
        <p:spPr>
          <a:xfrm>
            <a:off x="3202499" y="4859037"/>
            <a:ext cx="913924" cy="247960"/>
          </a:xfrm>
          <a:prstGeom prst="rect">
            <a:avLst/>
          </a:prstGeom>
          <a:noFill/>
        </p:spPr>
        <p:txBody>
          <a:bodyPr vert="horz" wrap="none" lIns="0" tIns="0" rIns="0" bIns="0" rtlCol="0">
            <a:noAutofit/>
          </a:bodyPr>
          <a:lstStyle/>
          <a:p>
            <a:pPr algn="ctr">
              <a:lnSpc>
                <a:spcPct val="110000"/>
              </a:lnSpc>
            </a:pPr>
            <a:r>
              <a:rPr lang="en-US" sz="1199" b="1" dirty="0">
                <a:solidFill>
                  <a:srgbClr val="00646E"/>
                </a:solidFill>
                <a:latin typeface="Arial"/>
                <a:ea typeface="Arial Unicode MS" panose="020B0604020202020204" pitchFamily="34" charset="-128"/>
                <a:cs typeface="Arial Unicode MS" panose="020B0604020202020204" pitchFamily="34" charset="-128"/>
              </a:rPr>
              <a:t>Defective CPU 2</a:t>
            </a:r>
          </a:p>
        </p:txBody>
      </p:sp>
      <p:sp>
        <p:nvSpPr>
          <p:cNvPr id="21" name="Inhaltsplatzhalter 14">
            <a:extLst>
              <a:ext uri="{FF2B5EF4-FFF2-40B4-BE49-F238E27FC236}">
                <a16:creationId xmlns:a16="http://schemas.microsoft.com/office/drawing/2014/main" id="{FE2B0E6A-CACE-4D8C-8105-33C71C58E124}"/>
              </a:ext>
            </a:extLst>
          </p:cNvPr>
          <p:cNvSpPr txBox="1">
            <a:spLocks/>
          </p:cNvSpPr>
          <p:nvPr/>
        </p:nvSpPr>
        <p:spPr>
          <a:xfrm>
            <a:off x="4368125" y="1450339"/>
            <a:ext cx="3598126" cy="4749526"/>
          </a:xfrm>
          <a:prstGeom prst="rect">
            <a:avLst/>
          </a:prstGeom>
        </p:spPr>
        <p:txBody>
          <a:bodyPr/>
          <a:lstStyle>
            <a:lvl1pPr marL="0" indent="0" algn="l" rtl="0" eaLnBrk="1" fontAlgn="base" hangingPunct="1">
              <a:lnSpc>
                <a:spcPct val="110000"/>
              </a:lnSpc>
              <a:spcBef>
                <a:spcPct val="0"/>
              </a:spcBef>
              <a:spcAft>
                <a:spcPct val="0"/>
              </a:spcAft>
              <a:buClr>
                <a:schemeClr val="accent1"/>
              </a:buClr>
              <a:buFont typeface="Arial" pitchFamily="34" charset="0"/>
              <a:buNone/>
              <a:tabLst/>
              <a:defRPr>
                <a:solidFill>
                  <a:schemeClr val="tx1"/>
                </a:solidFill>
                <a:latin typeface="Arial" pitchFamily="34" charset="0"/>
                <a:ea typeface="+mn-ea"/>
                <a:cs typeface="Arial" pitchFamily="34" charset="0"/>
              </a:defRPr>
            </a:lvl1pPr>
            <a:lvl2pPr marL="179388"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2pPr>
            <a:lvl3pPr marL="358775"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3pPr>
            <a:lvl4pPr marL="538163"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4pPr>
            <a:lvl5pPr marL="720000" indent="-180000" algn="l" rtl="0" eaLnBrk="1" fontAlgn="base" hangingPunct="1">
              <a:lnSpc>
                <a:spcPct val="110000"/>
              </a:lnSpc>
              <a:spcBef>
                <a:spcPct val="0"/>
              </a:spcBef>
              <a:spcAft>
                <a:spcPct val="0"/>
              </a:spcAft>
              <a:buClr>
                <a:srgbClr val="879BAA"/>
              </a:buClr>
              <a:buChar char="•"/>
              <a:tabLst/>
              <a:defRPr baseline="0">
                <a:solidFill>
                  <a:schemeClr val="tx1"/>
                </a:solidFill>
                <a:latin typeface="Arial" pitchFamily="34" charset="0"/>
                <a:ea typeface="+mn-ea"/>
                <a:cs typeface="Arial" pitchFamily="34" charset="0"/>
              </a:defRPr>
            </a:lvl5pPr>
            <a:lvl6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6pPr>
            <a:lvl7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7pPr>
            <a:lvl8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8pPr>
            <a:lvl9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9pPr>
          </a:lstStyle>
          <a:p>
            <a:pPr algn="ctr">
              <a:buClr>
                <a:srgbClr val="879BAA"/>
              </a:buClr>
            </a:pPr>
            <a:r>
              <a:rPr lang="en-US" sz="1599" b="1" kern="0" dirty="0">
                <a:solidFill>
                  <a:srgbClr val="00646E"/>
                </a:solidFill>
              </a:rPr>
              <a:t>Step 1) Change CPU and reset password</a:t>
            </a:r>
          </a:p>
        </p:txBody>
      </p:sp>
      <p:pic>
        <p:nvPicPr>
          <p:cNvPr id="22" name="Grafik 21">
            <a:extLst>
              <a:ext uri="{FF2B5EF4-FFF2-40B4-BE49-F238E27FC236}">
                <a16:creationId xmlns:a16="http://schemas.microsoft.com/office/drawing/2014/main" id="{1BB88011-2223-437F-BBED-0B4ED193D497}"/>
              </a:ext>
            </a:extLst>
          </p:cNvPr>
          <p:cNvPicPr>
            <a:picLocks noChangeAspect="1"/>
          </p:cNvPicPr>
          <p:nvPr/>
        </p:nvPicPr>
        <p:blipFill>
          <a:blip r:embed="rId23"/>
          <a:stretch>
            <a:fillRect/>
          </a:stretch>
        </p:blipFill>
        <p:spPr>
          <a:xfrm>
            <a:off x="8852001" y="2520522"/>
            <a:ext cx="1007547" cy="1007547"/>
          </a:xfrm>
          <a:prstGeom prst="rect">
            <a:avLst/>
          </a:prstGeom>
        </p:spPr>
      </p:pic>
      <p:sp>
        <p:nvSpPr>
          <p:cNvPr id="25" name="Textfeld 24">
            <a:extLst>
              <a:ext uri="{FF2B5EF4-FFF2-40B4-BE49-F238E27FC236}">
                <a16:creationId xmlns:a16="http://schemas.microsoft.com/office/drawing/2014/main" id="{B45B5B31-B710-4BAC-9F0B-791BE374B69D}"/>
              </a:ext>
            </a:extLst>
          </p:cNvPr>
          <p:cNvSpPr txBox="1"/>
          <p:nvPr/>
        </p:nvSpPr>
        <p:spPr>
          <a:xfrm>
            <a:off x="8896954" y="4859037"/>
            <a:ext cx="913924" cy="247960"/>
          </a:xfrm>
          <a:prstGeom prst="rect">
            <a:avLst/>
          </a:prstGeom>
          <a:noFill/>
        </p:spPr>
        <p:txBody>
          <a:bodyPr vert="horz" wrap="none" lIns="0" tIns="0" rIns="0" bIns="0" rtlCol="0">
            <a:noAutofit/>
          </a:bodyPr>
          <a:lstStyle/>
          <a:p>
            <a:pPr algn="ctr">
              <a:lnSpc>
                <a:spcPct val="110000"/>
              </a:lnSpc>
            </a:pPr>
            <a:r>
              <a:rPr lang="en-US" sz="1199" b="1" dirty="0">
                <a:solidFill>
                  <a:srgbClr val="00646E"/>
                </a:solidFill>
                <a:latin typeface="Arial"/>
                <a:ea typeface="Arial Unicode MS" panose="020B0604020202020204" pitchFamily="34" charset="-128"/>
                <a:cs typeface="Arial Unicode MS" panose="020B0604020202020204" pitchFamily="34" charset="-128"/>
              </a:rPr>
              <a:t>CPU 1</a:t>
            </a:r>
          </a:p>
        </p:txBody>
      </p:sp>
      <p:pic>
        <p:nvPicPr>
          <p:cNvPr id="26" name="Grafik 25">
            <a:extLst>
              <a:ext uri="{FF2B5EF4-FFF2-40B4-BE49-F238E27FC236}">
                <a16:creationId xmlns:a16="http://schemas.microsoft.com/office/drawing/2014/main" id="{33091D98-DC04-4FC0-8716-D2BE3ECCB368}"/>
              </a:ext>
            </a:extLst>
          </p:cNvPr>
          <p:cNvPicPr>
            <a:picLocks noChangeAspect="1"/>
          </p:cNvPicPr>
          <p:nvPr/>
        </p:nvPicPr>
        <p:blipFill>
          <a:blip r:embed="rId24"/>
          <a:stretch>
            <a:fillRect/>
          </a:stretch>
        </p:blipFill>
        <p:spPr>
          <a:xfrm>
            <a:off x="8371296" y="2133495"/>
            <a:ext cx="456962" cy="599763"/>
          </a:xfrm>
          <a:prstGeom prst="rect">
            <a:avLst/>
          </a:prstGeom>
        </p:spPr>
      </p:pic>
      <p:sp>
        <p:nvSpPr>
          <p:cNvPr id="30" name="Textfeld 29">
            <a:extLst>
              <a:ext uri="{FF2B5EF4-FFF2-40B4-BE49-F238E27FC236}">
                <a16:creationId xmlns:a16="http://schemas.microsoft.com/office/drawing/2014/main" id="{E0ACB865-8930-4816-9262-27BA7ED7FCE2}"/>
              </a:ext>
            </a:extLst>
          </p:cNvPr>
          <p:cNvSpPr txBox="1"/>
          <p:nvPr/>
        </p:nvSpPr>
        <p:spPr>
          <a:xfrm>
            <a:off x="10261755" y="4859037"/>
            <a:ext cx="913924" cy="247960"/>
          </a:xfrm>
          <a:prstGeom prst="rect">
            <a:avLst/>
          </a:prstGeom>
          <a:noFill/>
        </p:spPr>
        <p:txBody>
          <a:bodyPr vert="horz" wrap="none" lIns="0" tIns="0" rIns="0" bIns="0" rtlCol="0">
            <a:noAutofit/>
          </a:bodyPr>
          <a:lstStyle/>
          <a:p>
            <a:pPr algn="ctr">
              <a:lnSpc>
                <a:spcPct val="110000"/>
              </a:lnSpc>
            </a:pPr>
            <a:r>
              <a:rPr lang="en-US" sz="1199" b="1" dirty="0">
                <a:solidFill>
                  <a:srgbClr val="00646E"/>
                </a:solidFill>
                <a:latin typeface="Arial"/>
                <a:ea typeface="Arial Unicode MS" panose="020B0604020202020204" pitchFamily="34" charset="-128"/>
                <a:cs typeface="Arial Unicode MS" panose="020B0604020202020204" pitchFamily="34" charset="-128"/>
              </a:rPr>
              <a:t>New CPU 2</a:t>
            </a:r>
          </a:p>
        </p:txBody>
      </p:sp>
      <p:sp>
        <p:nvSpPr>
          <p:cNvPr id="31" name="Inhaltsplatzhalter 14">
            <a:extLst>
              <a:ext uri="{FF2B5EF4-FFF2-40B4-BE49-F238E27FC236}">
                <a16:creationId xmlns:a16="http://schemas.microsoft.com/office/drawing/2014/main" id="{82BF8737-B7D0-4370-9BEB-F62FE40A9EDE}"/>
              </a:ext>
            </a:extLst>
          </p:cNvPr>
          <p:cNvSpPr txBox="1">
            <a:spLocks/>
          </p:cNvSpPr>
          <p:nvPr/>
        </p:nvSpPr>
        <p:spPr>
          <a:xfrm>
            <a:off x="8120650" y="1452927"/>
            <a:ext cx="3598126" cy="4749526"/>
          </a:xfrm>
          <a:prstGeom prst="rect">
            <a:avLst/>
          </a:prstGeom>
        </p:spPr>
        <p:txBody>
          <a:bodyPr/>
          <a:lstStyle>
            <a:lvl1pPr marL="0" indent="0" algn="l" rtl="0" eaLnBrk="1" fontAlgn="base" hangingPunct="1">
              <a:lnSpc>
                <a:spcPct val="110000"/>
              </a:lnSpc>
              <a:spcBef>
                <a:spcPct val="0"/>
              </a:spcBef>
              <a:spcAft>
                <a:spcPct val="0"/>
              </a:spcAft>
              <a:buClr>
                <a:schemeClr val="accent1"/>
              </a:buClr>
              <a:buFont typeface="Arial" pitchFamily="34" charset="0"/>
              <a:buNone/>
              <a:tabLst/>
              <a:defRPr>
                <a:solidFill>
                  <a:schemeClr val="tx1"/>
                </a:solidFill>
                <a:latin typeface="Arial" pitchFamily="34" charset="0"/>
                <a:ea typeface="+mn-ea"/>
                <a:cs typeface="Arial" pitchFamily="34" charset="0"/>
              </a:defRPr>
            </a:lvl1pPr>
            <a:lvl2pPr marL="179388"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2pPr>
            <a:lvl3pPr marL="358775"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3pPr>
            <a:lvl4pPr marL="538163" indent="-180000" algn="l" rtl="0" eaLnBrk="1" fontAlgn="base" hangingPunct="1">
              <a:lnSpc>
                <a:spcPct val="110000"/>
              </a:lnSpc>
              <a:spcBef>
                <a:spcPct val="0"/>
              </a:spcBef>
              <a:spcAft>
                <a:spcPct val="0"/>
              </a:spcAft>
              <a:buClr>
                <a:srgbClr val="879BAA"/>
              </a:buClr>
              <a:buChar char="•"/>
              <a:tabLst/>
              <a:defRPr>
                <a:solidFill>
                  <a:schemeClr val="tx1"/>
                </a:solidFill>
                <a:latin typeface="Arial" pitchFamily="34" charset="0"/>
                <a:ea typeface="+mn-ea"/>
                <a:cs typeface="Arial" pitchFamily="34" charset="0"/>
              </a:defRPr>
            </a:lvl4pPr>
            <a:lvl5pPr marL="720000" indent="-180000" algn="l" rtl="0" eaLnBrk="1" fontAlgn="base" hangingPunct="1">
              <a:lnSpc>
                <a:spcPct val="110000"/>
              </a:lnSpc>
              <a:spcBef>
                <a:spcPct val="0"/>
              </a:spcBef>
              <a:spcAft>
                <a:spcPct val="0"/>
              </a:spcAft>
              <a:buClr>
                <a:srgbClr val="879BAA"/>
              </a:buClr>
              <a:buChar char="•"/>
              <a:tabLst/>
              <a:defRPr baseline="0">
                <a:solidFill>
                  <a:schemeClr val="tx1"/>
                </a:solidFill>
                <a:latin typeface="Arial" pitchFamily="34" charset="0"/>
                <a:ea typeface="+mn-ea"/>
                <a:cs typeface="Arial" pitchFamily="34" charset="0"/>
              </a:defRPr>
            </a:lvl5pPr>
            <a:lvl6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6pPr>
            <a:lvl7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7pPr>
            <a:lvl8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8pPr>
            <a:lvl9pPr marL="720000" indent="0" algn="l" rtl="0" eaLnBrk="1" fontAlgn="base" hangingPunct="1">
              <a:lnSpc>
                <a:spcPct val="110000"/>
              </a:lnSpc>
              <a:spcBef>
                <a:spcPct val="0"/>
              </a:spcBef>
              <a:spcAft>
                <a:spcPct val="0"/>
              </a:spcAft>
              <a:buClr>
                <a:schemeClr val="accent1"/>
              </a:buClr>
              <a:buFont typeface="Wingdings" charset="0"/>
              <a:buNone/>
              <a:defRPr>
                <a:solidFill>
                  <a:schemeClr val="tx1"/>
                </a:solidFill>
                <a:latin typeface="+mn-lt"/>
                <a:ea typeface="+mn-ea"/>
              </a:defRPr>
            </a:lvl9pPr>
          </a:lstStyle>
          <a:p>
            <a:pPr algn="ctr">
              <a:buClr>
                <a:srgbClr val="879BAA"/>
              </a:buClr>
            </a:pPr>
            <a:r>
              <a:rPr lang="en-US" sz="1599" b="1" kern="0" dirty="0">
                <a:solidFill>
                  <a:srgbClr val="00646E"/>
                </a:solidFill>
              </a:rPr>
              <a:t>3) Start the new CPU </a:t>
            </a:r>
            <a:r>
              <a:rPr lang="en-US" sz="1599" b="1" kern="0" dirty="0">
                <a:solidFill>
                  <a:srgbClr val="00646E"/>
                </a:solidFill>
                <a:sym typeface="Wingdings" panose="05000000000000000000" pitchFamily="2" charset="2"/>
              </a:rPr>
              <a:t></a:t>
            </a:r>
            <a:r>
              <a:rPr lang="en-US" sz="1599" b="1" kern="0" dirty="0">
                <a:solidFill>
                  <a:srgbClr val="00646E"/>
                </a:solidFill>
              </a:rPr>
              <a:t> Synchronizing data</a:t>
            </a:r>
          </a:p>
        </p:txBody>
      </p:sp>
      <p:cxnSp>
        <p:nvCxnSpPr>
          <p:cNvPr id="34" name="Gerade Verbindung mit Pfeil 33">
            <a:extLst>
              <a:ext uri="{FF2B5EF4-FFF2-40B4-BE49-F238E27FC236}">
                <a16:creationId xmlns:a16="http://schemas.microsoft.com/office/drawing/2014/main" id="{C8C9A678-7CF6-46EC-9A60-EEDAAA1766BB}"/>
              </a:ext>
            </a:extLst>
          </p:cNvPr>
          <p:cNvCxnSpPr/>
          <p:nvPr/>
        </p:nvCxnSpPr>
        <p:spPr bwMode="auto">
          <a:xfrm>
            <a:off x="9418841" y="3403238"/>
            <a:ext cx="1211428" cy="624031"/>
          </a:xfrm>
          <a:prstGeom prst="straightConnector1">
            <a:avLst/>
          </a:prstGeom>
          <a:solidFill>
            <a:schemeClr val="tx2"/>
          </a:solidFill>
          <a:ln w="9525" cap="flat" cmpd="sng" algn="ctr">
            <a:solidFill>
              <a:schemeClr val="accent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5" name="Textfeld 34">
            <a:extLst>
              <a:ext uri="{FF2B5EF4-FFF2-40B4-BE49-F238E27FC236}">
                <a16:creationId xmlns:a16="http://schemas.microsoft.com/office/drawing/2014/main" id="{BEDD35B4-F6F2-445C-98BC-D44081B46BA8}"/>
              </a:ext>
            </a:extLst>
          </p:cNvPr>
          <p:cNvSpPr txBox="1"/>
          <p:nvPr/>
        </p:nvSpPr>
        <p:spPr>
          <a:xfrm>
            <a:off x="9366607" y="3574778"/>
            <a:ext cx="1065742" cy="222831"/>
          </a:xfrm>
          <a:prstGeom prst="rect">
            <a:avLst/>
          </a:prstGeom>
          <a:solidFill>
            <a:schemeClr val="tx1"/>
          </a:solidFill>
        </p:spPr>
        <p:txBody>
          <a:bodyPr vert="horz" wrap="none" lIns="0" tIns="0" rIns="0" bIns="0" rtlCol="0">
            <a:noAutofit/>
          </a:bodyPr>
          <a:lstStyle/>
          <a:p>
            <a:pPr algn="ctr" fontAlgn="base">
              <a:lnSpc>
                <a:spcPct val="110000"/>
              </a:lnSpc>
              <a:spcAft>
                <a:spcPct val="0"/>
              </a:spcAft>
            </a:pPr>
            <a:r>
              <a:rPr lang="en-US" sz="1199" dirty="0">
                <a:solidFill>
                  <a:srgbClr val="00646E"/>
                </a:solidFill>
                <a:latin typeface="Arial"/>
                <a:ea typeface="Arial Unicode MS" panose="020B0604020202020204" pitchFamily="34" charset="-128"/>
                <a:cs typeface="Arial Unicode MS" panose="020B0604020202020204" pitchFamily="34" charset="-128"/>
              </a:rPr>
              <a:t>Start CPU</a:t>
            </a:r>
          </a:p>
        </p:txBody>
      </p:sp>
      <p:sp>
        <p:nvSpPr>
          <p:cNvPr id="37" name="Freihandform: Form 36">
            <a:extLst>
              <a:ext uri="{FF2B5EF4-FFF2-40B4-BE49-F238E27FC236}">
                <a16:creationId xmlns:a16="http://schemas.microsoft.com/office/drawing/2014/main" id="{877D1ACA-588C-4298-95B2-C15835DC9DA3}"/>
              </a:ext>
            </a:extLst>
          </p:cNvPr>
          <p:cNvSpPr/>
          <p:nvPr/>
        </p:nvSpPr>
        <p:spPr bwMode="auto">
          <a:xfrm rot="18596760">
            <a:off x="6335079" y="2623274"/>
            <a:ext cx="373516" cy="1507088"/>
          </a:xfrm>
          <a:custGeom>
            <a:avLst/>
            <a:gdLst>
              <a:gd name="connsiteX0" fmla="*/ 18288 w 438944"/>
              <a:gd name="connsiteY0" fmla="*/ 0 h 1417320"/>
              <a:gd name="connsiteX1" fmla="*/ 438912 w 438944"/>
              <a:gd name="connsiteY1" fmla="*/ 813816 h 1417320"/>
              <a:gd name="connsiteX2" fmla="*/ 0 w 438944"/>
              <a:gd name="connsiteY2" fmla="*/ 1417320 h 1417320"/>
            </a:gdLst>
            <a:ahLst/>
            <a:cxnLst>
              <a:cxn ang="0">
                <a:pos x="connsiteX0" y="connsiteY0"/>
              </a:cxn>
              <a:cxn ang="0">
                <a:pos x="connsiteX1" y="connsiteY1"/>
              </a:cxn>
              <a:cxn ang="0">
                <a:pos x="connsiteX2" y="connsiteY2"/>
              </a:cxn>
            </a:cxnLst>
            <a:rect l="l" t="t" r="r" b="b"/>
            <a:pathLst>
              <a:path w="438944" h="1417320">
                <a:moveTo>
                  <a:pt x="18288" y="0"/>
                </a:moveTo>
                <a:cubicBezTo>
                  <a:pt x="230124" y="288798"/>
                  <a:pt x="441960" y="577596"/>
                  <a:pt x="438912" y="813816"/>
                </a:cubicBezTo>
                <a:cubicBezTo>
                  <a:pt x="435864" y="1050036"/>
                  <a:pt x="217932" y="1233678"/>
                  <a:pt x="0" y="1417320"/>
                </a:cubicBezTo>
              </a:path>
            </a:pathLst>
          </a:custGeom>
          <a:ln>
            <a:solidFill>
              <a:srgbClr val="2387AA"/>
            </a:solidFill>
            <a:tailEnd type="triangl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en-US" sz="1799" dirty="0">
              <a:solidFill>
                <a:srgbClr val="00646E"/>
              </a:solidFill>
            </a:endParaRPr>
          </a:p>
        </p:txBody>
      </p:sp>
      <p:pic>
        <p:nvPicPr>
          <p:cNvPr id="38" name="Graphic 4" descr="Key">
            <a:extLst>
              <a:ext uri="{FF2B5EF4-FFF2-40B4-BE49-F238E27FC236}">
                <a16:creationId xmlns:a16="http://schemas.microsoft.com/office/drawing/2014/main" id="{E1A55FDC-9DAB-4C59-A257-85D472E6B49A}"/>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154559" y="2909865"/>
            <a:ext cx="493373" cy="493373"/>
          </a:xfrm>
          <a:prstGeom prst="rect">
            <a:avLst/>
          </a:prstGeom>
        </p:spPr>
      </p:pic>
      <p:sp>
        <p:nvSpPr>
          <p:cNvPr id="40" name="Textfeld 39">
            <a:extLst>
              <a:ext uri="{FF2B5EF4-FFF2-40B4-BE49-F238E27FC236}">
                <a16:creationId xmlns:a16="http://schemas.microsoft.com/office/drawing/2014/main" id="{2F15DE10-8C01-4293-B03D-8F42C5314474}"/>
              </a:ext>
            </a:extLst>
          </p:cNvPr>
          <p:cNvSpPr txBox="1"/>
          <p:nvPr/>
        </p:nvSpPr>
        <p:spPr>
          <a:xfrm>
            <a:off x="5047157" y="4859037"/>
            <a:ext cx="913924" cy="247960"/>
          </a:xfrm>
          <a:prstGeom prst="rect">
            <a:avLst/>
          </a:prstGeom>
          <a:noFill/>
        </p:spPr>
        <p:txBody>
          <a:bodyPr vert="horz" wrap="none" lIns="0" tIns="0" rIns="0" bIns="0" rtlCol="0">
            <a:noAutofit/>
          </a:bodyPr>
          <a:lstStyle/>
          <a:p>
            <a:pPr algn="ctr">
              <a:lnSpc>
                <a:spcPct val="110000"/>
              </a:lnSpc>
            </a:pPr>
            <a:r>
              <a:rPr lang="en-US" sz="1199" b="1" dirty="0">
                <a:solidFill>
                  <a:srgbClr val="00646E"/>
                </a:solidFill>
                <a:latin typeface="Arial"/>
                <a:ea typeface="Arial Unicode MS" panose="020B0604020202020204" pitchFamily="34" charset="-128"/>
                <a:cs typeface="Arial Unicode MS" panose="020B0604020202020204" pitchFamily="34" charset="-128"/>
              </a:rPr>
              <a:t>CPU 1</a:t>
            </a:r>
          </a:p>
        </p:txBody>
      </p:sp>
      <p:sp>
        <p:nvSpPr>
          <p:cNvPr id="44" name="Textfeld 43">
            <a:extLst>
              <a:ext uri="{FF2B5EF4-FFF2-40B4-BE49-F238E27FC236}">
                <a16:creationId xmlns:a16="http://schemas.microsoft.com/office/drawing/2014/main" id="{C3D0D8D2-CF77-4DA2-A679-BB62EE581451}"/>
              </a:ext>
            </a:extLst>
          </p:cNvPr>
          <p:cNvSpPr txBox="1"/>
          <p:nvPr/>
        </p:nvSpPr>
        <p:spPr>
          <a:xfrm>
            <a:off x="6411958" y="4859037"/>
            <a:ext cx="913924" cy="247960"/>
          </a:xfrm>
          <a:prstGeom prst="rect">
            <a:avLst/>
          </a:prstGeom>
          <a:noFill/>
        </p:spPr>
        <p:txBody>
          <a:bodyPr vert="horz" wrap="none" lIns="0" tIns="0" rIns="0" bIns="0" rtlCol="0">
            <a:noAutofit/>
          </a:bodyPr>
          <a:lstStyle/>
          <a:p>
            <a:pPr algn="ctr">
              <a:lnSpc>
                <a:spcPct val="110000"/>
              </a:lnSpc>
            </a:pPr>
            <a:r>
              <a:rPr lang="en-US" sz="1199" b="1" dirty="0">
                <a:solidFill>
                  <a:srgbClr val="00646E"/>
                </a:solidFill>
                <a:latin typeface="Arial"/>
                <a:ea typeface="Arial Unicode MS" panose="020B0604020202020204" pitchFamily="34" charset="-128"/>
                <a:cs typeface="Arial Unicode MS" panose="020B0604020202020204" pitchFamily="34" charset="-128"/>
              </a:rPr>
              <a:t>New CPU 2</a:t>
            </a:r>
          </a:p>
        </p:txBody>
      </p:sp>
      <p:pic>
        <p:nvPicPr>
          <p:cNvPr id="45" name="Grafik 44">
            <a:extLst>
              <a:ext uri="{FF2B5EF4-FFF2-40B4-BE49-F238E27FC236}">
                <a16:creationId xmlns:a16="http://schemas.microsoft.com/office/drawing/2014/main" id="{36516355-FB79-4B00-AD2D-25716DD5D5EC}"/>
              </a:ext>
            </a:extLst>
          </p:cNvPr>
          <p:cNvPicPr>
            <a:picLocks noChangeAspect="1"/>
          </p:cNvPicPr>
          <p:nvPr/>
        </p:nvPicPr>
        <p:blipFill>
          <a:blip r:embed="rId23"/>
          <a:stretch>
            <a:fillRect/>
          </a:stretch>
        </p:blipFill>
        <p:spPr>
          <a:xfrm>
            <a:off x="4797999" y="2520522"/>
            <a:ext cx="1007547" cy="1007547"/>
          </a:xfrm>
          <a:prstGeom prst="rect">
            <a:avLst/>
          </a:prstGeom>
        </p:spPr>
      </p:pic>
      <p:pic>
        <p:nvPicPr>
          <p:cNvPr id="47" name="Grafik 46">
            <a:extLst>
              <a:ext uri="{FF2B5EF4-FFF2-40B4-BE49-F238E27FC236}">
                <a16:creationId xmlns:a16="http://schemas.microsoft.com/office/drawing/2014/main" id="{40ECE4C3-AA93-4DBC-9FD2-A5A6B29B4E77}"/>
              </a:ext>
            </a:extLst>
          </p:cNvPr>
          <p:cNvPicPr>
            <a:picLocks noChangeAspect="1"/>
          </p:cNvPicPr>
          <p:nvPr/>
        </p:nvPicPr>
        <p:blipFill>
          <a:blip r:embed="rId24"/>
          <a:stretch>
            <a:fillRect/>
          </a:stretch>
        </p:blipFill>
        <p:spPr>
          <a:xfrm>
            <a:off x="4438851" y="2157610"/>
            <a:ext cx="456962" cy="599763"/>
          </a:xfrm>
          <a:prstGeom prst="rect">
            <a:avLst/>
          </a:prstGeom>
        </p:spPr>
      </p:pic>
      <p:sp>
        <p:nvSpPr>
          <p:cNvPr id="48" name="Textfeld 47">
            <a:extLst>
              <a:ext uri="{FF2B5EF4-FFF2-40B4-BE49-F238E27FC236}">
                <a16:creationId xmlns:a16="http://schemas.microsoft.com/office/drawing/2014/main" id="{D9552C49-6FEE-47A1-BF42-E74A9533B6D8}"/>
              </a:ext>
            </a:extLst>
          </p:cNvPr>
          <p:cNvSpPr txBox="1"/>
          <p:nvPr/>
        </p:nvSpPr>
        <p:spPr>
          <a:xfrm>
            <a:off x="4394689" y="2717560"/>
            <a:ext cx="518770" cy="247960"/>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646E"/>
                </a:solidFill>
                <a:latin typeface="Arial"/>
                <a:ea typeface="Arial Unicode MS" panose="020B0604020202020204" pitchFamily="34" charset="-128"/>
                <a:cs typeface="Arial Unicode MS" panose="020B0604020202020204" pitchFamily="34" charset="-128"/>
              </a:rPr>
              <a:t>1x</a:t>
            </a:r>
          </a:p>
        </p:txBody>
      </p:sp>
      <p:pic>
        <p:nvPicPr>
          <p:cNvPr id="50" name="Grafik 49">
            <a:extLst>
              <a:ext uri="{FF2B5EF4-FFF2-40B4-BE49-F238E27FC236}">
                <a16:creationId xmlns:a16="http://schemas.microsoft.com/office/drawing/2014/main" id="{52AB21DC-AF71-4029-B193-0A387C207B76}"/>
              </a:ext>
            </a:extLst>
          </p:cNvPr>
          <p:cNvPicPr>
            <a:picLocks noChangeAspect="1"/>
          </p:cNvPicPr>
          <p:nvPr/>
        </p:nvPicPr>
        <p:blipFill rotWithShape="1">
          <a:blip r:embed="rId27"/>
          <a:srcRect l="12702" r="12261"/>
          <a:stretch/>
        </p:blipFill>
        <p:spPr>
          <a:xfrm>
            <a:off x="7247561" y="2945158"/>
            <a:ext cx="333201" cy="444048"/>
          </a:xfrm>
          <a:prstGeom prst="rect">
            <a:avLst/>
          </a:prstGeom>
        </p:spPr>
      </p:pic>
      <p:pic>
        <p:nvPicPr>
          <p:cNvPr id="51" name="Graphic 4" descr="Key">
            <a:extLst>
              <a:ext uri="{FF2B5EF4-FFF2-40B4-BE49-F238E27FC236}">
                <a16:creationId xmlns:a16="http://schemas.microsoft.com/office/drawing/2014/main" id="{BE59BE95-B0AC-4A33-BB42-0CAA66829049}"/>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7319164" y="2939471"/>
            <a:ext cx="493373" cy="493373"/>
          </a:xfrm>
          <a:prstGeom prst="rect">
            <a:avLst/>
          </a:prstGeom>
        </p:spPr>
      </p:pic>
      <p:sp>
        <p:nvSpPr>
          <p:cNvPr id="52" name="Textfeld 51">
            <a:extLst>
              <a:ext uri="{FF2B5EF4-FFF2-40B4-BE49-F238E27FC236}">
                <a16:creationId xmlns:a16="http://schemas.microsoft.com/office/drawing/2014/main" id="{1A6F7B67-DEE5-4958-896B-0FC6D271F8BC}"/>
              </a:ext>
            </a:extLst>
          </p:cNvPr>
          <p:cNvSpPr txBox="1"/>
          <p:nvPr/>
        </p:nvSpPr>
        <p:spPr>
          <a:xfrm>
            <a:off x="6836879" y="2278644"/>
            <a:ext cx="1040480" cy="405459"/>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646E"/>
                </a:solidFill>
                <a:latin typeface="Arial"/>
                <a:ea typeface="Arial Unicode MS" panose="020B0604020202020204" pitchFamily="34" charset="-128"/>
                <a:cs typeface="Arial Unicode MS" panose="020B0604020202020204" pitchFamily="34" charset="-128"/>
              </a:rPr>
              <a:t>Alternative 2:</a:t>
            </a:r>
            <a:br>
              <a:rPr lang="en-US" sz="1199" b="1" dirty="0">
                <a:solidFill>
                  <a:srgbClr val="00646E"/>
                </a:solidFill>
                <a:latin typeface="Arial"/>
                <a:ea typeface="Arial Unicode MS" panose="020B0604020202020204" pitchFamily="34" charset="-128"/>
                <a:cs typeface="Arial Unicode MS" panose="020B0604020202020204" pitchFamily="34" charset="-128"/>
              </a:rPr>
            </a:br>
            <a:r>
              <a:rPr lang="en-US" sz="1199" b="1" dirty="0">
                <a:solidFill>
                  <a:srgbClr val="00646E"/>
                </a:solidFill>
                <a:latin typeface="Arial"/>
                <a:ea typeface="Arial Unicode MS" panose="020B0604020202020204" pitchFamily="34" charset="-128"/>
                <a:cs typeface="Arial Unicode MS" panose="020B0604020202020204" pitchFamily="34" charset="-128"/>
              </a:rPr>
              <a:t>Special password</a:t>
            </a:r>
            <a:br>
              <a:rPr lang="en-US" sz="1199" b="1" dirty="0">
                <a:solidFill>
                  <a:srgbClr val="00646E"/>
                </a:solidFill>
                <a:latin typeface="Arial"/>
                <a:ea typeface="Arial Unicode MS" panose="020B0604020202020204" pitchFamily="34" charset="-128"/>
                <a:cs typeface="Arial Unicode MS" panose="020B0604020202020204" pitchFamily="34" charset="-128"/>
              </a:rPr>
            </a:br>
            <a:r>
              <a:rPr lang="en-US" sz="1199" b="1" dirty="0">
                <a:solidFill>
                  <a:srgbClr val="00646E"/>
                </a:solidFill>
                <a:latin typeface="Arial"/>
                <a:ea typeface="Arial Unicode MS" panose="020B0604020202020204" pitchFamily="34" charset="-128"/>
                <a:cs typeface="Arial Unicode MS" panose="020B0604020202020204" pitchFamily="34" charset="-128"/>
              </a:rPr>
              <a:t>Memory Card</a:t>
            </a:r>
          </a:p>
        </p:txBody>
      </p:sp>
      <p:sp>
        <p:nvSpPr>
          <p:cNvPr id="53" name="Freihandform: Form 52">
            <a:extLst>
              <a:ext uri="{FF2B5EF4-FFF2-40B4-BE49-F238E27FC236}">
                <a16:creationId xmlns:a16="http://schemas.microsoft.com/office/drawing/2014/main" id="{1E8314DD-D331-46BE-8B90-343A986887BD}"/>
              </a:ext>
            </a:extLst>
          </p:cNvPr>
          <p:cNvSpPr/>
          <p:nvPr/>
        </p:nvSpPr>
        <p:spPr bwMode="auto">
          <a:xfrm>
            <a:off x="7114069" y="3480928"/>
            <a:ext cx="346552" cy="528580"/>
          </a:xfrm>
          <a:custGeom>
            <a:avLst/>
            <a:gdLst>
              <a:gd name="connsiteX0" fmla="*/ 467591 w 467591"/>
              <a:gd name="connsiteY0" fmla="*/ 0 h 488372"/>
              <a:gd name="connsiteX1" fmla="*/ 155863 w 467591"/>
              <a:gd name="connsiteY1" fmla="*/ 166254 h 488372"/>
              <a:gd name="connsiteX2" fmla="*/ 0 w 467591"/>
              <a:gd name="connsiteY2" fmla="*/ 488372 h 488372"/>
            </a:gdLst>
            <a:ahLst/>
            <a:cxnLst>
              <a:cxn ang="0">
                <a:pos x="connsiteX0" y="connsiteY0"/>
              </a:cxn>
              <a:cxn ang="0">
                <a:pos x="connsiteX1" y="connsiteY1"/>
              </a:cxn>
              <a:cxn ang="0">
                <a:pos x="connsiteX2" y="connsiteY2"/>
              </a:cxn>
            </a:cxnLst>
            <a:rect l="l" t="t" r="r" b="b"/>
            <a:pathLst>
              <a:path w="467591" h="488372">
                <a:moveTo>
                  <a:pt x="467591" y="0"/>
                </a:moveTo>
                <a:cubicBezTo>
                  <a:pt x="350693" y="42429"/>
                  <a:pt x="233795" y="84859"/>
                  <a:pt x="155863" y="166254"/>
                </a:cubicBezTo>
                <a:cubicBezTo>
                  <a:pt x="77931" y="247649"/>
                  <a:pt x="38965" y="368010"/>
                  <a:pt x="0" y="488372"/>
                </a:cubicBezTo>
              </a:path>
            </a:pathLst>
          </a:custGeom>
          <a:ln>
            <a:solidFill>
              <a:srgbClr val="2387AA"/>
            </a:solidFill>
            <a:tailEnd type="triangle"/>
          </a:ln>
        </p:spPr>
        <p:style>
          <a:lnRef idx="2">
            <a:schemeClr val="accent5"/>
          </a:lnRef>
          <a:fillRef idx="0">
            <a:schemeClr val="accent5"/>
          </a:fillRef>
          <a:effectRef idx="1">
            <a:schemeClr val="accent5"/>
          </a:effectRef>
          <a:fontRef idx="minor">
            <a:schemeClr val="tx1"/>
          </a:fontRef>
        </p:style>
        <p:txBody>
          <a:bodyPr rtlCol="0" anchor="ctr"/>
          <a:lstStyle/>
          <a:p>
            <a:pPr algn="ctr"/>
            <a:endParaRPr lang="en-US" sz="1799" dirty="0">
              <a:solidFill>
                <a:srgbClr val="00646E"/>
              </a:solidFill>
            </a:endParaRPr>
          </a:p>
        </p:txBody>
      </p:sp>
      <p:grpSp>
        <p:nvGrpSpPr>
          <p:cNvPr id="86" name="Gruppieren 85">
            <a:extLst>
              <a:ext uri="{FF2B5EF4-FFF2-40B4-BE49-F238E27FC236}">
                <a16:creationId xmlns:a16="http://schemas.microsoft.com/office/drawing/2014/main" id="{97E31BD2-F55F-4241-8E1A-2A2B737908EF}"/>
              </a:ext>
            </a:extLst>
          </p:cNvPr>
          <p:cNvGrpSpPr/>
          <p:nvPr/>
        </p:nvGrpSpPr>
        <p:grpSpPr>
          <a:xfrm>
            <a:off x="3608888" y="4131826"/>
            <a:ext cx="445704" cy="538697"/>
            <a:chOff x="2472913" y="2713095"/>
            <a:chExt cx="445936" cy="538978"/>
          </a:xfrm>
        </p:grpSpPr>
        <p:grpSp>
          <p:nvGrpSpPr>
            <p:cNvPr id="87" name="Gruppieren 86">
              <a:extLst>
                <a:ext uri="{FF2B5EF4-FFF2-40B4-BE49-F238E27FC236}">
                  <a16:creationId xmlns:a16="http://schemas.microsoft.com/office/drawing/2014/main" id="{3C7712EF-62A1-4CAD-8B21-5300DBD95B7D}"/>
                </a:ext>
              </a:extLst>
            </p:cNvPr>
            <p:cNvGrpSpPr/>
            <p:nvPr/>
          </p:nvGrpSpPr>
          <p:grpSpPr>
            <a:xfrm>
              <a:off x="2472913" y="2825517"/>
              <a:ext cx="426556" cy="426556"/>
              <a:chOff x="4270844" y="3453376"/>
              <a:chExt cx="295577" cy="295577"/>
            </a:xfrm>
          </p:grpSpPr>
          <p:sp>
            <p:nvSpPr>
              <p:cNvPr id="90" name="Rechteck 89">
                <a:extLst>
                  <a:ext uri="{FF2B5EF4-FFF2-40B4-BE49-F238E27FC236}">
                    <a16:creationId xmlns:a16="http://schemas.microsoft.com/office/drawing/2014/main" id="{9D77364A-0DA9-464D-AD17-DDC761FC4CF0}"/>
                  </a:ext>
                </a:extLst>
              </p:cNvPr>
              <p:cNvSpPr/>
              <p:nvPr/>
            </p:nvSpPr>
            <p:spPr bwMode="auto">
              <a:xfrm>
                <a:off x="4323358" y="3458145"/>
                <a:ext cx="191641" cy="273274"/>
              </a:xfrm>
              <a:prstGeom prst="rect">
                <a:avLst/>
              </a:prstGeom>
              <a:solidFill>
                <a:schemeClr val="bg1"/>
              </a:solidFill>
              <a:ln>
                <a:noFill/>
              </a:ln>
              <a:effectLst/>
            </p:spPr>
            <p:txBody>
              <a:bodyPr wrap="square" lIns="107944" tIns="53972" rIns="107944" bIns="53972" numCol="1" spcCol="72000" rtlCol="0" anchor="ctr">
                <a:noAutofit/>
              </a:bodyPr>
              <a:lstStyle/>
              <a:p>
                <a:pPr rtl="0" eaLnBrk="1" fontAlgn="base" hangingPunct="1">
                  <a:lnSpc>
                    <a:spcPct val="110000"/>
                  </a:lnSpc>
                  <a:spcBef>
                    <a:spcPct val="0"/>
                  </a:spcBef>
                  <a:spcAft>
                    <a:spcPct val="0"/>
                  </a:spcAft>
                  <a:buFont typeface="Wingdings" charset="0"/>
                  <a:buNone/>
                </a:pPr>
                <a:endParaRPr lang="en-US" sz="1799" dirty="0">
                  <a:solidFill>
                    <a:srgbClr val="00646E"/>
                  </a:solidFill>
                  <a:latin typeface="Arial"/>
                  <a:ea typeface="Arial Unicode MS" panose="020B0604020202020204" pitchFamily="34" charset="-128"/>
                  <a:cs typeface="Arial Unicode MS" panose="020B0604020202020204" pitchFamily="34" charset="-128"/>
                </a:endParaRPr>
              </a:p>
            </p:txBody>
          </p:sp>
          <p:pic>
            <p:nvPicPr>
              <p:cNvPr id="91" name="general_certificate.png">
                <a:extLst>
                  <a:ext uri="{FF2B5EF4-FFF2-40B4-BE49-F238E27FC236}">
                    <a16:creationId xmlns:a16="http://schemas.microsoft.com/office/drawing/2014/main" id="{FD11EC11-2F0E-47E4-8915-922A21390775}"/>
                  </a:ext>
                </a:extLst>
              </p:cNvPr>
              <p:cNvPicPr>
                <a:picLocks noChangeAspect="1"/>
              </p:cNvPicPr>
              <p:nvPr>
                <p:custDataLst>
                  <p:tags r:id="rId13"/>
                </p:custDataLst>
              </p:nvPr>
            </p:nvPicPr>
            <p:blipFill>
              <a:blip r:embed="rId28"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4270844" y="3453376"/>
                <a:ext cx="295577" cy="295577"/>
              </a:xfrm>
              <a:prstGeom prst="rect">
                <a:avLst/>
              </a:prstGeom>
            </p:spPr>
          </p:pic>
        </p:grpSp>
        <p:pic>
          <p:nvPicPr>
            <p:cNvPr id="88" name="Grafik 87" descr="Schloss">
              <a:extLst>
                <a:ext uri="{FF2B5EF4-FFF2-40B4-BE49-F238E27FC236}">
                  <a16:creationId xmlns:a16="http://schemas.microsoft.com/office/drawing/2014/main" id="{09EEE2E9-108D-432C-91F2-72D6A5A6A4CB}"/>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2679147" y="2713095"/>
              <a:ext cx="239702" cy="239702"/>
            </a:xfrm>
            <a:prstGeom prst="rect">
              <a:avLst/>
            </a:prstGeom>
          </p:spPr>
        </p:pic>
        <p:pic>
          <p:nvPicPr>
            <p:cNvPr id="89" name="Graphic 4" descr="Key">
              <a:extLst>
                <a:ext uri="{FF2B5EF4-FFF2-40B4-BE49-F238E27FC236}">
                  <a16:creationId xmlns:a16="http://schemas.microsoft.com/office/drawing/2014/main" id="{C1307003-01BD-430A-A20C-9CAFECBE8DD7}"/>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2573061" y="2889100"/>
              <a:ext cx="252200" cy="252200"/>
            </a:xfrm>
            <a:prstGeom prst="rect">
              <a:avLst/>
            </a:prstGeom>
          </p:spPr>
        </p:pic>
      </p:grpSp>
      <p:pic>
        <p:nvPicPr>
          <p:cNvPr id="72" name="Picture 12" descr="C:\Users\adzuth0\AppData\Local\Temp\SNAGHTML1699469.PNG">
            <a:extLst>
              <a:ext uri="{FF2B5EF4-FFF2-40B4-BE49-F238E27FC236}">
                <a16:creationId xmlns:a16="http://schemas.microsoft.com/office/drawing/2014/main" id="{1A558E36-EABD-42B8-A2E7-9CCB7F57D5A9}"/>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397367" y="4145026"/>
            <a:ext cx="581840" cy="677673"/>
          </a:xfrm>
          <a:prstGeom prst="rect">
            <a:avLst/>
          </a:prstGeom>
          <a:noFill/>
          <a:extLst>
            <a:ext uri="{909E8E84-426E-40DD-AFC4-6F175D3DCCD1}">
              <a14:hiddenFill xmlns:a14="http://schemas.microsoft.com/office/drawing/2010/main">
                <a:solidFill>
                  <a:srgbClr val="FFFFFF"/>
                </a:solidFill>
              </a14:hiddenFill>
            </a:ext>
          </a:extLst>
        </p:spPr>
      </p:pic>
      <p:sp>
        <p:nvSpPr>
          <p:cNvPr id="169" name="Textfeld 168">
            <a:extLst>
              <a:ext uri="{FF2B5EF4-FFF2-40B4-BE49-F238E27FC236}">
                <a16:creationId xmlns:a16="http://schemas.microsoft.com/office/drawing/2014/main" id="{8B84B882-D53C-4B7A-906A-560291777EC8}"/>
              </a:ext>
            </a:extLst>
          </p:cNvPr>
          <p:cNvSpPr txBox="1"/>
          <p:nvPr/>
        </p:nvSpPr>
        <p:spPr>
          <a:xfrm>
            <a:off x="8996056" y="2488644"/>
            <a:ext cx="913924" cy="247960"/>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646E"/>
                </a:solidFill>
                <a:latin typeface="Arial"/>
                <a:ea typeface="Arial Unicode MS" panose="020B0604020202020204" pitchFamily="34" charset="-128"/>
                <a:cs typeface="Arial Unicode MS" panose="020B0604020202020204" pitchFamily="34" charset="-128"/>
              </a:rPr>
              <a:t>TIA Portal / SAT</a:t>
            </a:r>
          </a:p>
        </p:txBody>
      </p:sp>
      <p:sp>
        <p:nvSpPr>
          <p:cNvPr id="170" name="Textfeld 169">
            <a:extLst>
              <a:ext uri="{FF2B5EF4-FFF2-40B4-BE49-F238E27FC236}">
                <a16:creationId xmlns:a16="http://schemas.microsoft.com/office/drawing/2014/main" id="{9BB40D25-3B34-4146-964B-A5D60B010CE0}"/>
              </a:ext>
            </a:extLst>
          </p:cNvPr>
          <p:cNvSpPr txBox="1"/>
          <p:nvPr/>
        </p:nvSpPr>
        <p:spPr>
          <a:xfrm>
            <a:off x="4960537" y="2266718"/>
            <a:ext cx="1040480" cy="405459"/>
          </a:xfrm>
          <a:prstGeom prst="rect">
            <a:avLst/>
          </a:prstGeom>
          <a:noFill/>
        </p:spPr>
        <p:txBody>
          <a:bodyPr vert="horz" wrap="none" lIns="0" tIns="0" rIns="0" bIns="0" rtlCol="0">
            <a:noAutofit/>
          </a:bodyPr>
          <a:lstStyle/>
          <a:p>
            <a:pPr algn="ctr" fontAlgn="base">
              <a:lnSpc>
                <a:spcPct val="110000"/>
              </a:lnSpc>
              <a:spcAft>
                <a:spcPct val="0"/>
              </a:spcAft>
            </a:pPr>
            <a:r>
              <a:rPr lang="en-US" sz="1199" b="1" dirty="0">
                <a:solidFill>
                  <a:srgbClr val="00646E"/>
                </a:solidFill>
                <a:latin typeface="Arial"/>
                <a:ea typeface="Arial Unicode MS" panose="020B0604020202020204" pitchFamily="34" charset="-128"/>
                <a:cs typeface="Arial Unicode MS" panose="020B0604020202020204" pitchFamily="34" charset="-128"/>
              </a:rPr>
              <a:t>Alternative 1:</a:t>
            </a:r>
            <a:br>
              <a:rPr lang="en-US" sz="1199" b="1" dirty="0">
                <a:solidFill>
                  <a:srgbClr val="00646E"/>
                </a:solidFill>
                <a:latin typeface="Arial"/>
                <a:ea typeface="Arial Unicode MS" panose="020B0604020202020204" pitchFamily="34" charset="-128"/>
                <a:cs typeface="Arial Unicode MS" panose="020B0604020202020204" pitchFamily="34" charset="-128"/>
              </a:rPr>
            </a:br>
            <a:r>
              <a:rPr lang="en-US" sz="1199" b="1" dirty="0">
                <a:solidFill>
                  <a:srgbClr val="00646E"/>
                </a:solidFill>
                <a:latin typeface="Arial"/>
                <a:ea typeface="Arial Unicode MS" panose="020B0604020202020204" pitchFamily="34" charset="-128"/>
                <a:cs typeface="Arial Unicode MS" panose="020B0604020202020204" pitchFamily="34" charset="-128"/>
              </a:rPr>
              <a:t>TIA Portal / SAT</a:t>
            </a:r>
          </a:p>
        </p:txBody>
      </p:sp>
      <p:sp>
        <p:nvSpPr>
          <p:cNvPr id="9" name="Pfeil: nach rechts 8">
            <a:extLst>
              <a:ext uri="{FF2B5EF4-FFF2-40B4-BE49-F238E27FC236}">
                <a16:creationId xmlns:a16="http://schemas.microsoft.com/office/drawing/2014/main" id="{1C9C7FC1-E568-4E6A-9D2B-0B1AD62129D4}"/>
              </a:ext>
            </a:extLst>
          </p:cNvPr>
          <p:cNvSpPr/>
          <p:nvPr/>
        </p:nvSpPr>
        <p:spPr bwMode="auto">
          <a:xfrm>
            <a:off x="9758441" y="4346123"/>
            <a:ext cx="554539" cy="293512"/>
          </a:xfrm>
          <a:prstGeom prst="right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7944" tIns="53972" rIns="107944" bIns="53972" numCol="1" spcCol="72000" rtlCol="0" anchor="ctr">
            <a:noAutofit/>
          </a:bodyPr>
          <a:lstStyle/>
          <a:p>
            <a:pPr algn="ctr">
              <a:lnSpc>
                <a:spcPct val="110000"/>
              </a:lnSpc>
              <a:spcBef>
                <a:spcPct val="0"/>
              </a:spcBef>
              <a:buFont typeface="Wingdings" charset="0"/>
              <a:buNone/>
            </a:pPr>
            <a:endParaRPr lang="en-US" sz="1799" dirty="0">
              <a:solidFill>
                <a:srgbClr val="00646E"/>
              </a:solidFill>
              <a:ea typeface="Arial Unicode MS" panose="020B0604020202020204" pitchFamily="34" charset="-128"/>
              <a:cs typeface="Arial Unicode MS" panose="020B0604020202020204" pitchFamily="34" charset="-128"/>
            </a:endParaRPr>
          </a:p>
        </p:txBody>
      </p:sp>
      <p:sp>
        <p:nvSpPr>
          <p:cNvPr id="10" name="Textfeld 9">
            <a:extLst>
              <a:ext uri="{FF2B5EF4-FFF2-40B4-BE49-F238E27FC236}">
                <a16:creationId xmlns:a16="http://schemas.microsoft.com/office/drawing/2014/main" id="{33391355-0EB8-E220-3C5D-E19AA9ACBA5F}"/>
              </a:ext>
            </a:extLst>
          </p:cNvPr>
          <p:cNvSpPr txBox="1"/>
          <p:nvPr/>
        </p:nvSpPr>
        <p:spPr>
          <a:xfrm>
            <a:off x="9663149" y="4216879"/>
            <a:ext cx="649831" cy="174500"/>
          </a:xfrm>
          <a:prstGeom prst="rect">
            <a:avLst/>
          </a:prstGeom>
          <a:noFill/>
        </p:spPr>
        <p:txBody>
          <a:bodyPr wrap="none" lIns="0" tIns="0" rIns="0" bIns="0" rtlCol="0">
            <a:noAutofit/>
          </a:bodyPr>
          <a:lstStyle/>
          <a:p>
            <a:pPr algn="ctr">
              <a:lnSpc>
                <a:spcPct val="110000"/>
              </a:lnSpc>
            </a:pPr>
            <a:r>
              <a:rPr lang="en-US" sz="900" dirty="0">
                <a:solidFill>
                  <a:srgbClr val="00646E"/>
                </a:solidFill>
                <a:ea typeface="Arial Unicode MS" panose="020B0604020202020204" pitchFamily="34" charset="-128"/>
                <a:cs typeface="Arial Unicode MS" panose="020B0604020202020204" pitchFamily="34" charset="-128"/>
              </a:rPr>
              <a:t>SYNCUP</a:t>
            </a:r>
          </a:p>
        </p:txBody>
      </p:sp>
      <p:grpSp>
        <p:nvGrpSpPr>
          <p:cNvPr id="11" name="Gruppieren 10">
            <a:extLst>
              <a:ext uri="{FF2B5EF4-FFF2-40B4-BE49-F238E27FC236}">
                <a16:creationId xmlns:a16="http://schemas.microsoft.com/office/drawing/2014/main" id="{E5296054-5492-3C9E-7C80-4DDFE8BB66BB}"/>
              </a:ext>
            </a:extLst>
          </p:cNvPr>
          <p:cNvGrpSpPr/>
          <p:nvPr/>
        </p:nvGrpSpPr>
        <p:grpSpPr>
          <a:xfrm>
            <a:off x="5111660" y="4160102"/>
            <a:ext cx="2211725" cy="639977"/>
            <a:chOff x="1877383" y="3319169"/>
            <a:chExt cx="2212877" cy="640310"/>
          </a:xfrm>
          <a:solidFill>
            <a:schemeClr val="tx1"/>
          </a:solidFill>
        </p:grpSpPr>
        <p:grpSp>
          <p:nvGrpSpPr>
            <p:cNvPr id="12" name="Gruppieren 11">
              <a:extLst>
                <a:ext uri="{FF2B5EF4-FFF2-40B4-BE49-F238E27FC236}">
                  <a16:creationId xmlns:a16="http://schemas.microsoft.com/office/drawing/2014/main" id="{8938681C-D567-9F69-55B4-7845BB5B4FAC}"/>
                </a:ext>
              </a:extLst>
            </p:cNvPr>
            <p:cNvGrpSpPr/>
            <p:nvPr/>
          </p:nvGrpSpPr>
          <p:grpSpPr>
            <a:xfrm>
              <a:off x="1877383" y="3319169"/>
              <a:ext cx="774297" cy="640310"/>
              <a:chOff x="5633257" y="2448326"/>
              <a:chExt cx="3891741" cy="2958295"/>
            </a:xfrm>
            <a:grpFill/>
          </p:grpSpPr>
          <p:pic>
            <p:nvPicPr>
              <p:cNvPr id="27" name="product_simatic-s7-1500.png">
                <a:extLst>
                  <a:ext uri="{FF2B5EF4-FFF2-40B4-BE49-F238E27FC236}">
                    <a16:creationId xmlns:a16="http://schemas.microsoft.com/office/drawing/2014/main" id="{F2123040-1A23-C008-658C-579F1B8C7159}"/>
                  </a:ext>
                </a:extLst>
              </p:cNvPr>
              <p:cNvPicPr>
                <a:picLocks noChangeAspect="1"/>
              </p:cNvPicPr>
              <p:nvPr>
                <p:custDataLst>
                  <p:tags r:id="rId10"/>
                </p:custDataLst>
              </p:nvPr>
            </p:nvPicPr>
            <p:blipFill rotWithShape="1">
              <a:blip r:embed="rId2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8" name="product_simatic-s7-1500.png">
                <a:extLst>
                  <a:ext uri="{FF2B5EF4-FFF2-40B4-BE49-F238E27FC236}">
                    <a16:creationId xmlns:a16="http://schemas.microsoft.com/office/drawing/2014/main" id="{25690E9D-AB34-B8D5-C657-17A10B047577}"/>
                  </a:ext>
                </a:extLst>
              </p:cNvPr>
              <p:cNvPicPr>
                <a:picLocks noChangeAspect="1"/>
              </p:cNvPicPr>
              <p:nvPr>
                <p:custDataLst>
                  <p:tags r:id="rId11"/>
                </p:custDataLst>
              </p:nvPr>
            </p:nvPicPr>
            <p:blipFill rotWithShape="1">
              <a:blip r:embed="rId2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9" name="product_simatic-s7-1500.png">
                <a:extLst>
                  <a:ext uri="{FF2B5EF4-FFF2-40B4-BE49-F238E27FC236}">
                    <a16:creationId xmlns:a16="http://schemas.microsoft.com/office/drawing/2014/main" id="{F21859DF-8709-CD4A-B119-F4BDD47AFF26}"/>
                  </a:ext>
                </a:extLst>
              </p:cNvPr>
              <p:cNvPicPr>
                <a:picLocks noChangeAspect="1"/>
              </p:cNvPicPr>
              <p:nvPr>
                <p:custDataLst>
                  <p:tags r:id="rId12"/>
                </p:custDataLst>
              </p:nvPr>
            </p:nvPicPr>
            <p:blipFill rotWithShape="1">
              <a:blip r:embed="rId22"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3" name="Gruppieren 12">
              <a:extLst>
                <a:ext uri="{FF2B5EF4-FFF2-40B4-BE49-F238E27FC236}">
                  <a16:creationId xmlns:a16="http://schemas.microsoft.com/office/drawing/2014/main" id="{53221A06-1EFF-7C0A-F726-7C3CB21D5095}"/>
                </a:ext>
              </a:extLst>
            </p:cNvPr>
            <p:cNvGrpSpPr/>
            <p:nvPr/>
          </p:nvGrpSpPr>
          <p:grpSpPr>
            <a:xfrm>
              <a:off x="3315963" y="3319169"/>
              <a:ext cx="774297" cy="640310"/>
              <a:chOff x="5633257" y="2448326"/>
              <a:chExt cx="3891741" cy="2958295"/>
            </a:xfrm>
            <a:grpFill/>
          </p:grpSpPr>
          <p:pic>
            <p:nvPicPr>
              <p:cNvPr id="16" name="product_simatic-s7-1500.png">
                <a:extLst>
                  <a:ext uri="{FF2B5EF4-FFF2-40B4-BE49-F238E27FC236}">
                    <a16:creationId xmlns:a16="http://schemas.microsoft.com/office/drawing/2014/main" id="{D3EAF4CB-F4BE-F8B5-E226-3DA74FD84DAF}"/>
                  </a:ext>
                </a:extLst>
              </p:cNvPr>
              <p:cNvPicPr>
                <a:picLocks noChangeAspect="1"/>
              </p:cNvPicPr>
              <p:nvPr>
                <p:custDataLst>
                  <p:tags r:id="rId7"/>
                </p:custDataLst>
              </p:nvPr>
            </p:nvPicPr>
            <p:blipFill rotWithShape="1">
              <a:blip r:embed="rId2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3" name="product_simatic-s7-1500.png">
                <a:extLst>
                  <a:ext uri="{FF2B5EF4-FFF2-40B4-BE49-F238E27FC236}">
                    <a16:creationId xmlns:a16="http://schemas.microsoft.com/office/drawing/2014/main" id="{D35A0099-77DE-C4C6-23A8-F3C387313E0F}"/>
                  </a:ext>
                </a:extLst>
              </p:cNvPr>
              <p:cNvPicPr>
                <a:picLocks noChangeAspect="1"/>
              </p:cNvPicPr>
              <p:nvPr>
                <p:custDataLst>
                  <p:tags r:id="rId8"/>
                </p:custDataLst>
              </p:nvPr>
            </p:nvPicPr>
            <p:blipFill rotWithShape="1">
              <a:blip r:embed="rId2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4" name="product_simatic-s7-1500.png">
                <a:extLst>
                  <a:ext uri="{FF2B5EF4-FFF2-40B4-BE49-F238E27FC236}">
                    <a16:creationId xmlns:a16="http://schemas.microsoft.com/office/drawing/2014/main" id="{71451D12-0F78-796B-2B2A-AD85DB92F220}"/>
                  </a:ext>
                </a:extLst>
              </p:cNvPr>
              <p:cNvPicPr>
                <a:picLocks noChangeAspect="1"/>
              </p:cNvPicPr>
              <p:nvPr>
                <p:custDataLst>
                  <p:tags r:id="rId9"/>
                </p:custDataLst>
              </p:nvPr>
            </p:nvPicPr>
            <p:blipFill rotWithShape="1">
              <a:blip r:embed="rId22"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4" name="Line 29">
              <a:extLst>
                <a:ext uri="{FF2B5EF4-FFF2-40B4-BE49-F238E27FC236}">
                  <a16:creationId xmlns:a16="http://schemas.microsoft.com/office/drawing/2014/main" id="{3F2DF44C-723C-03CC-B608-4B44F3349823}"/>
                </a:ext>
              </a:extLst>
            </p:cNvPr>
            <p:cNvSpPr>
              <a:spLocks noChangeShapeType="1"/>
            </p:cNvSpPr>
            <p:nvPr/>
          </p:nvSpPr>
          <p:spPr bwMode="auto">
            <a:xfrm>
              <a:off x="2651681" y="3835403"/>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solidFill>
                  <a:srgbClr val="00646E"/>
                </a:solidFill>
              </a:endParaRPr>
            </a:p>
          </p:txBody>
        </p:sp>
        <p:sp>
          <p:nvSpPr>
            <p:cNvPr id="15" name="Line 30">
              <a:extLst>
                <a:ext uri="{FF2B5EF4-FFF2-40B4-BE49-F238E27FC236}">
                  <a16:creationId xmlns:a16="http://schemas.microsoft.com/office/drawing/2014/main" id="{D0C3C067-7486-0EE6-AC53-E2464AE614E4}"/>
                </a:ext>
              </a:extLst>
            </p:cNvPr>
            <p:cNvSpPr>
              <a:spLocks noChangeShapeType="1"/>
            </p:cNvSpPr>
            <p:nvPr/>
          </p:nvSpPr>
          <p:spPr bwMode="auto">
            <a:xfrm>
              <a:off x="2651680" y="3887064"/>
              <a:ext cx="664283"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solidFill>
                  <a:srgbClr val="00646E"/>
                </a:solidFill>
              </a:endParaRPr>
            </a:p>
          </p:txBody>
        </p:sp>
      </p:grpSp>
      <p:grpSp>
        <p:nvGrpSpPr>
          <p:cNvPr id="36" name="Gruppieren 35">
            <a:extLst>
              <a:ext uri="{FF2B5EF4-FFF2-40B4-BE49-F238E27FC236}">
                <a16:creationId xmlns:a16="http://schemas.microsoft.com/office/drawing/2014/main" id="{F307A04B-DB85-8437-E835-BC6A80B71D80}"/>
              </a:ext>
            </a:extLst>
          </p:cNvPr>
          <p:cNvGrpSpPr/>
          <p:nvPr/>
        </p:nvGrpSpPr>
        <p:grpSpPr>
          <a:xfrm>
            <a:off x="8921573" y="4160102"/>
            <a:ext cx="2211725" cy="639977"/>
            <a:chOff x="1877383" y="3319169"/>
            <a:chExt cx="2212877" cy="640310"/>
          </a:xfrm>
          <a:solidFill>
            <a:schemeClr val="tx1"/>
          </a:solidFill>
        </p:grpSpPr>
        <p:grpSp>
          <p:nvGrpSpPr>
            <p:cNvPr id="39" name="Gruppieren 38">
              <a:extLst>
                <a:ext uri="{FF2B5EF4-FFF2-40B4-BE49-F238E27FC236}">
                  <a16:creationId xmlns:a16="http://schemas.microsoft.com/office/drawing/2014/main" id="{02A87B92-910A-676E-950A-AB9F3FC2F004}"/>
                </a:ext>
              </a:extLst>
            </p:cNvPr>
            <p:cNvGrpSpPr/>
            <p:nvPr/>
          </p:nvGrpSpPr>
          <p:grpSpPr>
            <a:xfrm>
              <a:off x="1877383" y="3319169"/>
              <a:ext cx="774297" cy="640310"/>
              <a:chOff x="5633257" y="2448326"/>
              <a:chExt cx="3891741" cy="2958295"/>
            </a:xfrm>
            <a:grpFill/>
          </p:grpSpPr>
          <p:pic>
            <p:nvPicPr>
              <p:cNvPr id="55" name="product_simatic-s7-1500.png">
                <a:extLst>
                  <a:ext uri="{FF2B5EF4-FFF2-40B4-BE49-F238E27FC236}">
                    <a16:creationId xmlns:a16="http://schemas.microsoft.com/office/drawing/2014/main" id="{B6D48EF5-DDE1-823C-977C-A809BCCD290B}"/>
                  </a:ext>
                </a:extLst>
              </p:cNvPr>
              <p:cNvPicPr>
                <a:picLocks noChangeAspect="1"/>
              </p:cNvPicPr>
              <p:nvPr>
                <p:custDataLst>
                  <p:tags r:id="rId4"/>
                </p:custDataLst>
              </p:nvPr>
            </p:nvPicPr>
            <p:blipFill rotWithShape="1">
              <a:blip r:embed="rId2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56" name="product_simatic-s7-1500.png">
                <a:extLst>
                  <a:ext uri="{FF2B5EF4-FFF2-40B4-BE49-F238E27FC236}">
                    <a16:creationId xmlns:a16="http://schemas.microsoft.com/office/drawing/2014/main" id="{EE14167D-0B81-D418-5B51-77660C01BD86}"/>
                  </a:ext>
                </a:extLst>
              </p:cNvPr>
              <p:cNvPicPr>
                <a:picLocks noChangeAspect="1"/>
              </p:cNvPicPr>
              <p:nvPr>
                <p:custDataLst>
                  <p:tags r:id="rId5"/>
                </p:custDataLst>
              </p:nvPr>
            </p:nvPicPr>
            <p:blipFill rotWithShape="1">
              <a:blip r:embed="rId2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57" name="product_simatic-s7-1500.png">
                <a:extLst>
                  <a:ext uri="{FF2B5EF4-FFF2-40B4-BE49-F238E27FC236}">
                    <a16:creationId xmlns:a16="http://schemas.microsoft.com/office/drawing/2014/main" id="{9CFA8076-D4D8-2A19-167E-88DC6DD6282C}"/>
                  </a:ext>
                </a:extLst>
              </p:cNvPr>
              <p:cNvPicPr>
                <a:picLocks noChangeAspect="1"/>
              </p:cNvPicPr>
              <p:nvPr>
                <p:custDataLst>
                  <p:tags r:id="rId6"/>
                </p:custDataLst>
              </p:nvPr>
            </p:nvPicPr>
            <p:blipFill rotWithShape="1">
              <a:blip r:embed="rId22"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41" name="Gruppieren 40">
              <a:extLst>
                <a:ext uri="{FF2B5EF4-FFF2-40B4-BE49-F238E27FC236}">
                  <a16:creationId xmlns:a16="http://schemas.microsoft.com/office/drawing/2014/main" id="{364F78D9-4CA1-4E8F-DEE8-F57751F74CA2}"/>
                </a:ext>
              </a:extLst>
            </p:cNvPr>
            <p:cNvGrpSpPr/>
            <p:nvPr/>
          </p:nvGrpSpPr>
          <p:grpSpPr>
            <a:xfrm>
              <a:off x="3315963" y="3319169"/>
              <a:ext cx="774297" cy="640310"/>
              <a:chOff x="5633257" y="2448326"/>
              <a:chExt cx="3891741" cy="2958295"/>
            </a:xfrm>
            <a:grpFill/>
          </p:grpSpPr>
          <p:pic>
            <p:nvPicPr>
              <p:cNvPr id="46" name="product_simatic-s7-1500.png">
                <a:extLst>
                  <a:ext uri="{FF2B5EF4-FFF2-40B4-BE49-F238E27FC236}">
                    <a16:creationId xmlns:a16="http://schemas.microsoft.com/office/drawing/2014/main" id="{F8DD4D8F-E367-2CC2-61C1-1AEB77AD618E}"/>
                  </a:ext>
                </a:extLst>
              </p:cNvPr>
              <p:cNvPicPr>
                <a:picLocks noChangeAspect="1"/>
              </p:cNvPicPr>
              <p:nvPr>
                <p:custDataLst>
                  <p:tags r:id="rId1"/>
                </p:custDataLst>
              </p:nvPr>
            </p:nvPicPr>
            <p:blipFill rotWithShape="1">
              <a:blip r:embed="rId21"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49" name="product_simatic-s7-1500.png">
                <a:extLst>
                  <a:ext uri="{FF2B5EF4-FFF2-40B4-BE49-F238E27FC236}">
                    <a16:creationId xmlns:a16="http://schemas.microsoft.com/office/drawing/2014/main" id="{874D528C-185E-9045-47ED-EABE38E371CB}"/>
                  </a:ext>
                </a:extLst>
              </p:cNvPr>
              <p:cNvPicPr>
                <a:picLocks noChangeAspect="1"/>
              </p:cNvPicPr>
              <p:nvPr>
                <p:custDataLst>
                  <p:tags r:id="rId2"/>
                </p:custDataLst>
              </p:nvPr>
            </p:nvPicPr>
            <p:blipFill rotWithShape="1">
              <a:blip r:embed="rId22"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54" name="product_simatic-s7-1500.png">
                <a:extLst>
                  <a:ext uri="{FF2B5EF4-FFF2-40B4-BE49-F238E27FC236}">
                    <a16:creationId xmlns:a16="http://schemas.microsoft.com/office/drawing/2014/main" id="{1B1A36AC-AB28-84F6-88C9-ECBC20DE057C}"/>
                  </a:ext>
                </a:extLst>
              </p:cNvPr>
              <p:cNvPicPr>
                <a:picLocks noChangeAspect="1"/>
              </p:cNvPicPr>
              <p:nvPr>
                <p:custDataLst>
                  <p:tags r:id="rId3"/>
                </p:custDataLst>
              </p:nvPr>
            </p:nvPicPr>
            <p:blipFill rotWithShape="1">
              <a:blip r:embed="rId22"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42" name="Line 29">
              <a:extLst>
                <a:ext uri="{FF2B5EF4-FFF2-40B4-BE49-F238E27FC236}">
                  <a16:creationId xmlns:a16="http://schemas.microsoft.com/office/drawing/2014/main" id="{3F955427-C192-DCD8-0805-473E6BBCE9B7}"/>
                </a:ext>
              </a:extLst>
            </p:cNvPr>
            <p:cNvSpPr>
              <a:spLocks noChangeShapeType="1"/>
            </p:cNvSpPr>
            <p:nvPr/>
          </p:nvSpPr>
          <p:spPr bwMode="auto">
            <a:xfrm>
              <a:off x="2651681" y="3835403"/>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solidFill>
                  <a:srgbClr val="00646E"/>
                </a:solidFill>
              </a:endParaRPr>
            </a:p>
          </p:txBody>
        </p:sp>
        <p:sp>
          <p:nvSpPr>
            <p:cNvPr id="43" name="Line 30">
              <a:extLst>
                <a:ext uri="{FF2B5EF4-FFF2-40B4-BE49-F238E27FC236}">
                  <a16:creationId xmlns:a16="http://schemas.microsoft.com/office/drawing/2014/main" id="{8D3AA222-FCCA-6E50-FA2F-7F499DEE674C}"/>
                </a:ext>
              </a:extLst>
            </p:cNvPr>
            <p:cNvSpPr>
              <a:spLocks noChangeShapeType="1"/>
            </p:cNvSpPr>
            <p:nvPr/>
          </p:nvSpPr>
          <p:spPr bwMode="auto">
            <a:xfrm>
              <a:off x="2651680" y="3887064"/>
              <a:ext cx="664283"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solidFill>
                  <a:srgbClr val="00646E"/>
                </a:solidFill>
              </a:endParaRPr>
            </a:p>
          </p:txBody>
        </p:sp>
      </p:grpSp>
      <p:grpSp>
        <p:nvGrpSpPr>
          <p:cNvPr id="58" name="Gruppieren 57">
            <a:extLst>
              <a:ext uri="{FF2B5EF4-FFF2-40B4-BE49-F238E27FC236}">
                <a16:creationId xmlns:a16="http://schemas.microsoft.com/office/drawing/2014/main" id="{54A854AE-2024-C0DA-B479-AB05EA5810C4}"/>
              </a:ext>
            </a:extLst>
          </p:cNvPr>
          <p:cNvGrpSpPr/>
          <p:nvPr/>
        </p:nvGrpSpPr>
        <p:grpSpPr>
          <a:xfrm>
            <a:off x="5488960" y="4145779"/>
            <a:ext cx="372222" cy="530289"/>
            <a:chOff x="1407876" y="4490471"/>
            <a:chExt cx="372222" cy="530289"/>
          </a:xfrm>
        </p:grpSpPr>
        <p:pic>
          <p:nvPicPr>
            <p:cNvPr id="59" name="Grafik 58">
              <a:extLst>
                <a:ext uri="{FF2B5EF4-FFF2-40B4-BE49-F238E27FC236}">
                  <a16:creationId xmlns:a16="http://schemas.microsoft.com/office/drawing/2014/main" id="{B5A2E02B-F498-E3D8-BA14-AECD79D0EC0E}"/>
                </a:ext>
              </a:extLst>
            </p:cNvPr>
            <p:cNvPicPr>
              <a:picLocks noChangeAspect="1"/>
            </p:cNvPicPr>
            <p:nvPr/>
          </p:nvPicPr>
          <p:blipFill>
            <a:blip r:embed="rId34"/>
            <a:stretch>
              <a:fillRect/>
            </a:stretch>
          </p:blipFill>
          <p:spPr>
            <a:xfrm>
              <a:off x="1407876" y="4579398"/>
              <a:ext cx="301722" cy="441362"/>
            </a:xfrm>
            <a:prstGeom prst="rect">
              <a:avLst/>
            </a:prstGeom>
          </p:spPr>
        </p:pic>
        <p:pic>
          <p:nvPicPr>
            <p:cNvPr id="60" name="Graphic 4" descr="Key">
              <a:extLst>
                <a:ext uri="{FF2B5EF4-FFF2-40B4-BE49-F238E27FC236}">
                  <a16:creationId xmlns:a16="http://schemas.microsoft.com/office/drawing/2014/main" id="{ABAFABB7-B98B-DEDF-0C02-4047E25977C2}"/>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457529" y="4688586"/>
              <a:ext cx="252069" cy="252069"/>
            </a:xfrm>
            <a:prstGeom prst="rect">
              <a:avLst/>
            </a:prstGeom>
          </p:spPr>
        </p:pic>
        <p:pic>
          <p:nvPicPr>
            <p:cNvPr id="61" name="Grafik 60" descr="Schloss">
              <a:extLst>
                <a:ext uri="{FF2B5EF4-FFF2-40B4-BE49-F238E27FC236}">
                  <a16:creationId xmlns:a16="http://schemas.microsoft.com/office/drawing/2014/main" id="{9011C7D2-5653-27A7-88DC-AC8999B4AF9A}"/>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540521" y="4490471"/>
              <a:ext cx="239577" cy="239577"/>
            </a:xfrm>
            <a:prstGeom prst="rect">
              <a:avLst/>
            </a:prstGeom>
          </p:spPr>
        </p:pic>
      </p:grpSp>
      <p:grpSp>
        <p:nvGrpSpPr>
          <p:cNvPr id="62" name="Gruppieren 61">
            <a:extLst>
              <a:ext uri="{FF2B5EF4-FFF2-40B4-BE49-F238E27FC236}">
                <a16:creationId xmlns:a16="http://schemas.microsoft.com/office/drawing/2014/main" id="{E86A5B3D-FAA0-167B-6ED3-84DAEB34C296}"/>
              </a:ext>
            </a:extLst>
          </p:cNvPr>
          <p:cNvGrpSpPr/>
          <p:nvPr/>
        </p:nvGrpSpPr>
        <p:grpSpPr>
          <a:xfrm>
            <a:off x="9300034" y="4153162"/>
            <a:ext cx="372222" cy="530289"/>
            <a:chOff x="1407876" y="4490471"/>
            <a:chExt cx="372222" cy="530289"/>
          </a:xfrm>
        </p:grpSpPr>
        <p:pic>
          <p:nvPicPr>
            <p:cNvPr id="63" name="Grafik 62">
              <a:extLst>
                <a:ext uri="{FF2B5EF4-FFF2-40B4-BE49-F238E27FC236}">
                  <a16:creationId xmlns:a16="http://schemas.microsoft.com/office/drawing/2014/main" id="{F557AD20-FEAE-3332-0DEB-E14473142955}"/>
                </a:ext>
              </a:extLst>
            </p:cNvPr>
            <p:cNvPicPr>
              <a:picLocks noChangeAspect="1"/>
            </p:cNvPicPr>
            <p:nvPr/>
          </p:nvPicPr>
          <p:blipFill>
            <a:blip r:embed="rId34"/>
            <a:stretch>
              <a:fillRect/>
            </a:stretch>
          </p:blipFill>
          <p:spPr>
            <a:xfrm>
              <a:off x="1407876" y="4579398"/>
              <a:ext cx="301722" cy="441362"/>
            </a:xfrm>
            <a:prstGeom prst="rect">
              <a:avLst/>
            </a:prstGeom>
          </p:spPr>
        </p:pic>
        <p:pic>
          <p:nvPicPr>
            <p:cNvPr id="64" name="Graphic 4" descr="Key">
              <a:extLst>
                <a:ext uri="{FF2B5EF4-FFF2-40B4-BE49-F238E27FC236}">
                  <a16:creationId xmlns:a16="http://schemas.microsoft.com/office/drawing/2014/main" id="{2FA9B036-6F14-EB52-5563-E8951B312BD1}"/>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457529" y="4688586"/>
              <a:ext cx="252069" cy="252069"/>
            </a:xfrm>
            <a:prstGeom prst="rect">
              <a:avLst/>
            </a:prstGeom>
          </p:spPr>
        </p:pic>
        <p:pic>
          <p:nvPicPr>
            <p:cNvPr id="65" name="Grafik 64" descr="Schloss">
              <a:extLst>
                <a:ext uri="{FF2B5EF4-FFF2-40B4-BE49-F238E27FC236}">
                  <a16:creationId xmlns:a16="http://schemas.microsoft.com/office/drawing/2014/main" id="{AFACAA4B-BAAA-1743-B9E8-FED3BC60D810}"/>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540521" y="4490471"/>
              <a:ext cx="239577" cy="239577"/>
            </a:xfrm>
            <a:prstGeom prst="rect">
              <a:avLst/>
            </a:prstGeom>
          </p:spPr>
        </p:pic>
      </p:grpSp>
      <p:grpSp>
        <p:nvGrpSpPr>
          <p:cNvPr id="66" name="Gruppieren 65">
            <a:extLst>
              <a:ext uri="{FF2B5EF4-FFF2-40B4-BE49-F238E27FC236}">
                <a16:creationId xmlns:a16="http://schemas.microsoft.com/office/drawing/2014/main" id="{480F2A05-6C39-C4B8-8C2E-F1847CB2D14F}"/>
              </a:ext>
            </a:extLst>
          </p:cNvPr>
          <p:cNvGrpSpPr/>
          <p:nvPr/>
        </p:nvGrpSpPr>
        <p:grpSpPr>
          <a:xfrm>
            <a:off x="10714105" y="4162956"/>
            <a:ext cx="372222" cy="530289"/>
            <a:chOff x="1407876" y="4490471"/>
            <a:chExt cx="372222" cy="530289"/>
          </a:xfrm>
        </p:grpSpPr>
        <p:pic>
          <p:nvPicPr>
            <p:cNvPr id="67" name="Grafik 66">
              <a:extLst>
                <a:ext uri="{FF2B5EF4-FFF2-40B4-BE49-F238E27FC236}">
                  <a16:creationId xmlns:a16="http://schemas.microsoft.com/office/drawing/2014/main" id="{67EA4CFA-4826-F64E-637D-21F1C62C025F}"/>
                </a:ext>
              </a:extLst>
            </p:cNvPr>
            <p:cNvPicPr>
              <a:picLocks noChangeAspect="1"/>
            </p:cNvPicPr>
            <p:nvPr/>
          </p:nvPicPr>
          <p:blipFill>
            <a:blip r:embed="rId34"/>
            <a:stretch>
              <a:fillRect/>
            </a:stretch>
          </p:blipFill>
          <p:spPr>
            <a:xfrm>
              <a:off x="1407876" y="4579398"/>
              <a:ext cx="301722" cy="441362"/>
            </a:xfrm>
            <a:prstGeom prst="rect">
              <a:avLst/>
            </a:prstGeom>
          </p:spPr>
        </p:pic>
        <p:pic>
          <p:nvPicPr>
            <p:cNvPr id="68" name="Graphic 4" descr="Key">
              <a:extLst>
                <a:ext uri="{FF2B5EF4-FFF2-40B4-BE49-F238E27FC236}">
                  <a16:creationId xmlns:a16="http://schemas.microsoft.com/office/drawing/2014/main" id="{6FF19CDD-C74D-7625-8F3A-C58866E6EF96}"/>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457529" y="4688586"/>
              <a:ext cx="252069" cy="252069"/>
            </a:xfrm>
            <a:prstGeom prst="rect">
              <a:avLst/>
            </a:prstGeom>
          </p:spPr>
        </p:pic>
        <p:pic>
          <p:nvPicPr>
            <p:cNvPr id="69" name="Grafik 68" descr="Schloss">
              <a:extLst>
                <a:ext uri="{FF2B5EF4-FFF2-40B4-BE49-F238E27FC236}">
                  <a16:creationId xmlns:a16="http://schemas.microsoft.com/office/drawing/2014/main" id="{A6A5E9B0-C1A3-55CD-6569-8C3C27126A44}"/>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540521" y="4490471"/>
              <a:ext cx="239577" cy="239577"/>
            </a:xfrm>
            <a:prstGeom prst="rect">
              <a:avLst/>
            </a:prstGeom>
          </p:spPr>
        </p:pic>
      </p:grpSp>
      <p:sp>
        <p:nvSpPr>
          <p:cNvPr id="70" name="Rechteck 69">
            <a:extLst>
              <a:ext uri="{FF2B5EF4-FFF2-40B4-BE49-F238E27FC236}">
                <a16:creationId xmlns:a16="http://schemas.microsoft.com/office/drawing/2014/main" id="{40714678-B084-10AF-8FB9-BB3CE10F19C0}"/>
              </a:ext>
            </a:extLst>
          </p:cNvPr>
          <p:cNvSpPr/>
          <p:nvPr/>
        </p:nvSpPr>
        <p:spPr bwMode="auto">
          <a:xfrm>
            <a:off x="4365077" y="5372258"/>
            <a:ext cx="3598126" cy="522013"/>
          </a:xfrm>
          <a:prstGeom prst="rect">
            <a:avLst/>
          </a:prstGeom>
          <a:solidFill>
            <a:srgbClr val="FFC000"/>
          </a:solidFill>
          <a:ln>
            <a:noFill/>
          </a:ln>
          <a:effectLst/>
        </p:spPr>
        <p:txBody>
          <a:bodyPr wrap="square" lIns="107944" tIns="53972" rIns="107944" bIns="53972" numCol="1" spcCol="72000" rtlCol="0" anchor="ctr">
            <a:noAutofit/>
          </a:bodyPr>
          <a:lstStyle/>
          <a:p>
            <a:pPr algn="ctr">
              <a:lnSpc>
                <a:spcPct val="110000"/>
              </a:lnSpc>
              <a:spcBef>
                <a:spcPct val="0"/>
              </a:spcBef>
              <a:buFont typeface="Wingdings" charset="0"/>
              <a:buNone/>
            </a:pPr>
            <a:r>
              <a:rPr lang="en-US" sz="1599" dirty="0">
                <a:solidFill>
                  <a:schemeClr val="bg1"/>
                </a:solidFill>
                <a:ea typeface="Arial Unicode MS" panose="020B0604020202020204" pitchFamily="34" charset="-128"/>
                <a:cs typeface="Arial Unicode MS" panose="020B0604020202020204" pitchFamily="34" charset="-128"/>
              </a:rPr>
              <a:t>Without this step, the SYNCUP process will fail!</a:t>
            </a:r>
          </a:p>
        </p:txBody>
      </p:sp>
      <p:pic>
        <p:nvPicPr>
          <p:cNvPr id="71" name="Graphic 4" descr="Key">
            <a:extLst>
              <a:ext uri="{FF2B5EF4-FFF2-40B4-BE49-F238E27FC236}">
                <a16:creationId xmlns:a16="http://schemas.microsoft.com/office/drawing/2014/main" id="{D756830E-EF40-542D-EC48-6BE7F4BC929A}"/>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7013967" y="6019390"/>
            <a:ext cx="305587" cy="305587"/>
          </a:xfrm>
          <a:prstGeom prst="rect">
            <a:avLst/>
          </a:prstGeom>
        </p:spPr>
      </p:pic>
      <p:sp>
        <p:nvSpPr>
          <p:cNvPr id="73" name="Textfeld 72">
            <a:extLst>
              <a:ext uri="{FF2B5EF4-FFF2-40B4-BE49-F238E27FC236}">
                <a16:creationId xmlns:a16="http://schemas.microsoft.com/office/drawing/2014/main" id="{9715D4F5-22C2-B1AC-3E9F-B8E79B6576B6}"/>
              </a:ext>
            </a:extLst>
          </p:cNvPr>
          <p:cNvSpPr txBox="1"/>
          <p:nvPr/>
        </p:nvSpPr>
        <p:spPr>
          <a:xfrm>
            <a:off x="2525494" y="6047610"/>
            <a:ext cx="4392553" cy="256988"/>
          </a:xfrm>
          <a:prstGeom prst="rect">
            <a:avLst/>
          </a:prstGeom>
          <a:noFill/>
        </p:spPr>
        <p:txBody>
          <a:bodyPr vert="horz" wrap="square" lIns="0" tIns="0" rIns="0" bIns="0" rtlCol="0" anchor="ctr">
            <a:noAutofit/>
          </a:bodyPr>
          <a:lstStyle/>
          <a:p>
            <a:pPr fontAlgn="base">
              <a:lnSpc>
                <a:spcPct val="110000"/>
              </a:lnSpc>
              <a:spcAft>
                <a:spcPct val="0"/>
              </a:spcAft>
            </a:pPr>
            <a:r>
              <a:rPr lang="en-US" sz="1199" dirty="0">
                <a:latin typeface="Arial"/>
                <a:ea typeface="Arial Unicode MS" panose="020B0604020202020204" pitchFamily="34" charset="-128"/>
                <a:cs typeface="Arial Unicode MS" panose="020B0604020202020204" pitchFamily="34" charset="-128"/>
              </a:rPr>
              <a:t>Certificate with private key for PG/HMI communication</a:t>
            </a:r>
          </a:p>
        </p:txBody>
      </p:sp>
      <p:sp>
        <p:nvSpPr>
          <p:cNvPr id="74" name="Textfeld 73">
            <a:extLst>
              <a:ext uri="{FF2B5EF4-FFF2-40B4-BE49-F238E27FC236}">
                <a16:creationId xmlns:a16="http://schemas.microsoft.com/office/drawing/2014/main" id="{20D8AF82-654D-BA87-7A10-8884295E6D7F}"/>
              </a:ext>
            </a:extLst>
          </p:cNvPr>
          <p:cNvSpPr txBox="1"/>
          <p:nvPr/>
        </p:nvSpPr>
        <p:spPr>
          <a:xfrm>
            <a:off x="7375762" y="6047610"/>
            <a:ext cx="3686204" cy="249146"/>
          </a:xfrm>
          <a:prstGeom prst="rect">
            <a:avLst/>
          </a:prstGeom>
          <a:noFill/>
        </p:spPr>
        <p:txBody>
          <a:bodyPr vert="horz" wrap="square" lIns="0" tIns="0" rIns="0" bIns="0" rtlCol="0" anchor="ctr">
            <a:noAutofit/>
          </a:bodyPr>
          <a:lstStyle/>
          <a:p>
            <a:pPr fontAlgn="base">
              <a:lnSpc>
                <a:spcPct val="110000"/>
              </a:lnSpc>
              <a:spcAft>
                <a:spcPct val="0"/>
              </a:spcAft>
            </a:pPr>
            <a:r>
              <a:rPr lang="en-US" sz="1199" dirty="0">
                <a:latin typeface="Arial"/>
                <a:ea typeface="Arial Unicode MS" panose="020B0604020202020204" pitchFamily="34" charset="-128"/>
                <a:cs typeface="Arial Unicode MS" panose="020B0604020202020204" pitchFamily="34" charset="-128"/>
              </a:rPr>
              <a:t>Password to protect configuration data</a:t>
            </a:r>
          </a:p>
        </p:txBody>
      </p:sp>
      <p:grpSp>
        <p:nvGrpSpPr>
          <p:cNvPr id="75" name="Gruppieren 74">
            <a:extLst>
              <a:ext uri="{FF2B5EF4-FFF2-40B4-BE49-F238E27FC236}">
                <a16:creationId xmlns:a16="http://schemas.microsoft.com/office/drawing/2014/main" id="{809F88CD-44B3-CD44-D557-8A33F548D4A6}"/>
              </a:ext>
            </a:extLst>
          </p:cNvPr>
          <p:cNvGrpSpPr/>
          <p:nvPr/>
        </p:nvGrpSpPr>
        <p:grpSpPr>
          <a:xfrm>
            <a:off x="2153272" y="5751661"/>
            <a:ext cx="372222" cy="530289"/>
            <a:chOff x="1407876" y="4490471"/>
            <a:chExt cx="372222" cy="530289"/>
          </a:xfrm>
        </p:grpSpPr>
        <p:pic>
          <p:nvPicPr>
            <p:cNvPr id="76" name="Grafik 75">
              <a:extLst>
                <a:ext uri="{FF2B5EF4-FFF2-40B4-BE49-F238E27FC236}">
                  <a16:creationId xmlns:a16="http://schemas.microsoft.com/office/drawing/2014/main" id="{99FB58CA-CA1D-E4ED-8E13-1360B9AB1CDB}"/>
                </a:ext>
              </a:extLst>
            </p:cNvPr>
            <p:cNvPicPr>
              <a:picLocks noChangeAspect="1"/>
            </p:cNvPicPr>
            <p:nvPr/>
          </p:nvPicPr>
          <p:blipFill>
            <a:blip r:embed="rId34"/>
            <a:stretch>
              <a:fillRect/>
            </a:stretch>
          </p:blipFill>
          <p:spPr>
            <a:xfrm>
              <a:off x="1407876" y="4579398"/>
              <a:ext cx="301722" cy="441362"/>
            </a:xfrm>
            <a:prstGeom prst="rect">
              <a:avLst/>
            </a:prstGeom>
          </p:spPr>
        </p:pic>
        <p:pic>
          <p:nvPicPr>
            <p:cNvPr id="77" name="Graphic 4" descr="Key">
              <a:extLst>
                <a:ext uri="{FF2B5EF4-FFF2-40B4-BE49-F238E27FC236}">
                  <a16:creationId xmlns:a16="http://schemas.microsoft.com/office/drawing/2014/main" id="{A9DABC77-701C-208A-5DBA-E85409A2F3BB}"/>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457529" y="4688586"/>
              <a:ext cx="252069" cy="252069"/>
            </a:xfrm>
            <a:prstGeom prst="rect">
              <a:avLst/>
            </a:prstGeom>
          </p:spPr>
        </p:pic>
        <p:pic>
          <p:nvPicPr>
            <p:cNvPr id="78" name="Grafik 77" descr="Schloss">
              <a:extLst>
                <a:ext uri="{FF2B5EF4-FFF2-40B4-BE49-F238E27FC236}">
                  <a16:creationId xmlns:a16="http://schemas.microsoft.com/office/drawing/2014/main" id="{BB16B789-EC2B-7FA3-8AE2-0CE5568D69C0}"/>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540521" y="4490471"/>
              <a:ext cx="239577" cy="239577"/>
            </a:xfrm>
            <a:prstGeom prst="rect">
              <a:avLst/>
            </a:prstGeom>
          </p:spPr>
        </p:pic>
      </p:grpSp>
      <p:grpSp>
        <p:nvGrpSpPr>
          <p:cNvPr id="83" name="Gruppieren 82">
            <a:extLst>
              <a:ext uri="{FF2B5EF4-FFF2-40B4-BE49-F238E27FC236}">
                <a16:creationId xmlns:a16="http://schemas.microsoft.com/office/drawing/2014/main" id="{BDDC539A-87D9-4946-8127-4A3C12DF9828}"/>
              </a:ext>
            </a:extLst>
          </p:cNvPr>
          <p:cNvGrpSpPr/>
          <p:nvPr/>
        </p:nvGrpSpPr>
        <p:grpSpPr>
          <a:xfrm>
            <a:off x="2215359" y="4158297"/>
            <a:ext cx="372222" cy="530289"/>
            <a:chOff x="1407876" y="4490471"/>
            <a:chExt cx="372222" cy="530289"/>
          </a:xfrm>
        </p:grpSpPr>
        <p:pic>
          <p:nvPicPr>
            <p:cNvPr id="84" name="Grafik 83">
              <a:extLst>
                <a:ext uri="{FF2B5EF4-FFF2-40B4-BE49-F238E27FC236}">
                  <a16:creationId xmlns:a16="http://schemas.microsoft.com/office/drawing/2014/main" id="{D8C29BB8-EB3E-A275-32A7-AD9D20E809E7}"/>
                </a:ext>
              </a:extLst>
            </p:cNvPr>
            <p:cNvPicPr>
              <a:picLocks noChangeAspect="1"/>
            </p:cNvPicPr>
            <p:nvPr/>
          </p:nvPicPr>
          <p:blipFill>
            <a:blip r:embed="rId34"/>
            <a:stretch>
              <a:fillRect/>
            </a:stretch>
          </p:blipFill>
          <p:spPr>
            <a:xfrm>
              <a:off x="1407876" y="4579398"/>
              <a:ext cx="301722" cy="441362"/>
            </a:xfrm>
            <a:prstGeom prst="rect">
              <a:avLst/>
            </a:prstGeom>
          </p:spPr>
        </p:pic>
        <p:pic>
          <p:nvPicPr>
            <p:cNvPr id="85" name="Graphic 4" descr="Key">
              <a:extLst>
                <a:ext uri="{FF2B5EF4-FFF2-40B4-BE49-F238E27FC236}">
                  <a16:creationId xmlns:a16="http://schemas.microsoft.com/office/drawing/2014/main" id="{8C24FE46-C489-BD47-0D31-D294F4940E0A}"/>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457529" y="4688586"/>
              <a:ext cx="252069" cy="252069"/>
            </a:xfrm>
            <a:prstGeom prst="rect">
              <a:avLst/>
            </a:prstGeom>
          </p:spPr>
        </p:pic>
        <p:pic>
          <p:nvPicPr>
            <p:cNvPr id="92" name="Grafik 91" descr="Schloss">
              <a:extLst>
                <a:ext uri="{FF2B5EF4-FFF2-40B4-BE49-F238E27FC236}">
                  <a16:creationId xmlns:a16="http://schemas.microsoft.com/office/drawing/2014/main" id="{8890DF55-FB97-219E-436F-8600368DAD42}"/>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540521" y="4490471"/>
              <a:ext cx="239577" cy="239577"/>
            </a:xfrm>
            <a:prstGeom prst="rect">
              <a:avLst/>
            </a:prstGeom>
          </p:spPr>
        </p:pic>
      </p:grpSp>
    </p:spTree>
    <p:extLst>
      <p:ext uri="{BB962C8B-B14F-4D97-AF65-F5344CB8AC3E}">
        <p14:creationId xmlns:p14="http://schemas.microsoft.com/office/powerpoint/2010/main" val="3624531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FF8783-8957-4145-A140-42B86A578CB9}"/>
              </a:ext>
            </a:extLst>
          </p:cNvPr>
          <p:cNvSpPr>
            <a:spLocks noGrp="1"/>
          </p:cNvSpPr>
          <p:nvPr>
            <p:ph type="title"/>
          </p:nvPr>
        </p:nvSpPr>
        <p:spPr/>
        <p:txBody>
          <a:bodyPr anchor="t"/>
          <a:lstStyle/>
          <a:p>
            <a:r>
              <a:rPr lang="en-US" dirty="0"/>
              <a:t>Secure communication with HMI and TIA Portal</a:t>
            </a:r>
            <a:br>
              <a:rPr lang="en-US" dirty="0"/>
            </a:br>
            <a:endParaRPr lang="en-US" dirty="0"/>
          </a:p>
        </p:txBody>
      </p:sp>
      <p:sp>
        <p:nvSpPr>
          <p:cNvPr id="3" name="Fußzeilenplatzhalter 2">
            <a:extLst>
              <a:ext uri="{FF2B5EF4-FFF2-40B4-BE49-F238E27FC236}">
                <a16:creationId xmlns:a16="http://schemas.microsoft.com/office/drawing/2014/main" id="{27EE03A8-10F8-421E-B741-D4470D1296A7}"/>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83" name="Textfeld 82">
            <a:extLst>
              <a:ext uri="{FF2B5EF4-FFF2-40B4-BE49-F238E27FC236}">
                <a16:creationId xmlns:a16="http://schemas.microsoft.com/office/drawing/2014/main" id="{FD08AAE6-9175-49FE-AB33-BB7F170C1F25}"/>
              </a:ext>
            </a:extLst>
          </p:cNvPr>
          <p:cNvSpPr txBox="1"/>
          <p:nvPr/>
        </p:nvSpPr>
        <p:spPr>
          <a:xfrm>
            <a:off x="626737" y="1570807"/>
            <a:ext cx="10780106" cy="3585486"/>
          </a:xfrm>
          <a:prstGeom prst="rect">
            <a:avLst/>
          </a:prstGeom>
          <a:noFill/>
        </p:spPr>
        <p:txBody>
          <a:bodyPr vert="horz" wrap="square" lIns="0" tIns="0" rIns="0" bIns="0" rtlCol="0">
            <a:noAutofit/>
          </a:bodyPr>
          <a:lstStyle/>
          <a:p>
            <a:pPr>
              <a:lnSpc>
                <a:spcPct val="110000"/>
              </a:lnSpc>
            </a:pPr>
            <a:r>
              <a:rPr lang="en-US" sz="1599" dirty="0">
                <a:latin typeface="Arial"/>
                <a:ea typeface="Arial Unicode MS" panose="020B0604020202020204" pitchFamily="34" charset="-128"/>
                <a:cs typeface="Arial Unicode MS" panose="020B0604020202020204" pitchFamily="34" charset="-128"/>
              </a:rPr>
              <a:t>For controllers with firmware V2.9 or higher, secure communication </a:t>
            </a:r>
            <a:br>
              <a:rPr lang="en-US" sz="1599" dirty="0">
                <a:latin typeface="Arial"/>
                <a:ea typeface="Arial Unicode MS" panose="020B0604020202020204" pitchFamily="34" charset="-128"/>
                <a:cs typeface="Arial Unicode MS" panose="020B0604020202020204" pitchFamily="34" charset="-128"/>
              </a:rPr>
            </a:br>
            <a:r>
              <a:rPr lang="en-US" sz="1599" dirty="0">
                <a:latin typeface="Arial"/>
                <a:ea typeface="Arial Unicode MS" panose="020B0604020202020204" pitchFamily="34" charset="-128"/>
                <a:cs typeface="Arial Unicode MS" panose="020B0604020202020204" pitchFamily="34" charset="-128"/>
              </a:rPr>
              <a:t>used with</a:t>
            </a:r>
          </a:p>
          <a:p>
            <a:pPr marL="285607" indent="-285607">
              <a:lnSpc>
                <a:spcPct val="110000"/>
              </a:lnSpc>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TIA Portal from V17</a:t>
            </a:r>
          </a:p>
          <a:p>
            <a:pPr marL="285607" indent="-285607">
              <a:lnSpc>
                <a:spcPct val="110000"/>
              </a:lnSpc>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WinCC Runtime from V17</a:t>
            </a:r>
          </a:p>
          <a:p>
            <a:pPr marL="285607" indent="-285607">
              <a:lnSpc>
                <a:spcPct val="110000"/>
              </a:lnSpc>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Basic Panels 2</a:t>
            </a:r>
            <a:r>
              <a:rPr lang="en-US" sz="1599" baseline="30000" dirty="0">
                <a:latin typeface="Arial"/>
                <a:ea typeface="Arial Unicode MS" panose="020B0604020202020204" pitchFamily="34" charset="-128"/>
                <a:cs typeface="Arial Unicode MS" panose="020B0604020202020204" pitchFamily="34" charset="-128"/>
              </a:rPr>
              <a:t>nd</a:t>
            </a:r>
            <a:r>
              <a:rPr lang="en-US" sz="1599" dirty="0">
                <a:latin typeface="Arial"/>
                <a:ea typeface="Arial Unicode MS" panose="020B0604020202020204" pitchFamily="34" charset="-128"/>
                <a:cs typeface="Arial Unicode MS" panose="020B0604020202020204" pitchFamily="34" charset="-128"/>
              </a:rPr>
              <a:t> Generation, Comfort Panel 1</a:t>
            </a:r>
            <a:r>
              <a:rPr lang="en-US" sz="1599" baseline="30000" dirty="0">
                <a:latin typeface="Arial"/>
                <a:ea typeface="Arial Unicode MS" panose="020B0604020202020204" pitchFamily="34" charset="-128"/>
                <a:cs typeface="Arial Unicode MS" panose="020B0604020202020204" pitchFamily="34" charset="-128"/>
              </a:rPr>
              <a:t>st</a:t>
            </a:r>
            <a:r>
              <a:rPr lang="en-US" sz="1599" dirty="0">
                <a:latin typeface="Arial"/>
                <a:ea typeface="Arial Unicode MS" panose="020B0604020202020204" pitchFamily="34" charset="-128"/>
                <a:cs typeface="Arial Unicode MS" panose="020B0604020202020204" pitchFamily="34" charset="-128"/>
              </a:rPr>
              <a:t> Generation, Mobile Panels</a:t>
            </a:r>
          </a:p>
          <a:p>
            <a:pPr marL="285607" indent="-285607">
              <a:lnSpc>
                <a:spcPct val="110000"/>
              </a:lnSpc>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WinCC Unified ab V17, Unified Comfort Panels</a:t>
            </a:r>
          </a:p>
          <a:p>
            <a:pPr marL="285607" indent="-285607">
              <a:lnSpc>
                <a:spcPct val="110000"/>
              </a:lnSpc>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WinCC OA ab V3.18 Patch 4</a:t>
            </a:r>
          </a:p>
          <a:p>
            <a:pPr marL="285607" indent="-285607">
              <a:lnSpc>
                <a:spcPct val="110000"/>
              </a:lnSpc>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WinCC ab V7.5 SP2 Update 4</a:t>
            </a:r>
          </a:p>
          <a:p>
            <a:pPr marL="285607" indent="-285607">
              <a:lnSpc>
                <a:spcPct val="110000"/>
              </a:lnSpc>
              <a:buFont typeface="Wingdings" panose="05000000000000000000" pitchFamily="2" charset="2"/>
              <a:buChar char="§"/>
            </a:pPr>
            <a:endParaRPr lang="en-US" sz="1599" dirty="0">
              <a:latin typeface="Arial"/>
              <a:ea typeface="Arial Unicode MS" panose="020B0604020202020204" pitchFamily="34" charset="-128"/>
              <a:cs typeface="Arial Unicode MS" panose="020B0604020202020204" pitchFamily="34" charset="-128"/>
            </a:endParaRPr>
          </a:p>
          <a:p>
            <a:pPr marL="285607" indent="-285607">
              <a:lnSpc>
                <a:spcPct val="110000"/>
              </a:lnSpc>
              <a:buFont typeface="Wingdings" panose="05000000000000000000" pitchFamily="2" charset="2"/>
              <a:buChar char="§"/>
            </a:pPr>
            <a:r>
              <a:rPr lang="en-US" sz="1599" dirty="0">
                <a:latin typeface="Arial"/>
                <a:ea typeface="Arial Unicode MS" panose="020B0604020202020204" pitchFamily="34" charset="-128"/>
                <a:cs typeface="Arial Unicode MS" panose="020B0604020202020204" pitchFamily="34" charset="-128"/>
              </a:rPr>
              <a:t>In order to be able to communicate with other HMI devices,</a:t>
            </a:r>
            <a:br>
              <a:rPr lang="en-US" sz="1599" dirty="0">
                <a:latin typeface="Arial"/>
                <a:ea typeface="Arial Unicode MS" panose="020B0604020202020204" pitchFamily="34" charset="-128"/>
                <a:cs typeface="Arial Unicode MS" panose="020B0604020202020204" pitchFamily="34" charset="-128"/>
              </a:rPr>
            </a:br>
            <a:r>
              <a:rPr lang="en-US" sz="1599" dirty="0">
                <a:latin typeface="Arial"/>
                <a:ea typeface="Arial Unicode MS" panose="020B0604020202020204" pitchFamily="34" charset="-128"/>
                <a:cs typeface="Arial Unicode MS" panose="020B0604020202020204" pitchFamily="34" charset="-128"/>
              </a:rPr>
              <a:t>deselect the option shown below.</a:t>
            </a:r>
          </a:p>
        </p:txBody>
      </p:sp>
      <p:pic>
        <p:nvPicPr>
          <p:cNvPr id="20" name="Grafik 19">
            <a:extLst>
              <a:ext uri="{FF2B5EF4-FFF2-40B4-BE49-F238E27FC236}">
                <a16:creationId xmlns:a16="http://schemas.microsoft.com/office/drawing/2014/main" id="{12E74AAA-03BB-4936-9EA8-9C32649DE3A3}"/>
              </a:ext>
            </a:extLst>
          </p:cNvPr>
          <p:cNvPicPr>
            <a:picLocks noChangeAspect="1"/>
          </p:cNvPicPr>
          <p:nvPr/>
        </p:nvPicPr>
        <p:blipFill>
          <a:blip r:embed="rId2"/>
          <a:stretch>
            <a:fillRect/>
          </a:stretch>
        </p:blipFill>
        <p:spPr>
          <a:xfrm>
            <a:off x="8611693" y="1594386"/>
            <a:ext cx="2800926" cy="2800926"/>
          </a:xfrm>
          <a:prstGeom prst="rect">
            <a:avLst/>
          </a:prstGeom>
        </p:spPr>
      </p:pic>
      <p:pic>
        <p:nvPicPr>
          <p:cNvPr id="5" name="Grafik 4">
            <a:extLst>
              <a:ext uri="{FF2B5EF4-FFF2-40B4-BE49-F238E27FC236}">
                <a16:creationId xmlns:a16="http://schemas.microsoft.com/office/drawing/2014/main" id="{0C163E2E-D40F-40DE-B67C-38259EBC07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843" y="4601980"/>
            <a:ext cx="5677068" cy="1641982"/>
          </a:xfrm>
          <a:prstGeom prst="rect">
            <a:avLst/>
          </a:prstGeom>
        </p:spPr>
      </p:pic>
      <p:sp>
        <p:nvSpPr>
          <p:cNvPr id="6" name="Rechteck 5">
            <a:extLst>
              <a:ext uri="{FF2B5EF4-FFF2-40B4-BE49-F238E27FC236}">
                <a16:creationId xmlns:a16="http://schemas.microsoft.com/office/drawing/2014/main" id="{6E5129E2-8394-43AB-A897-821CCB08212E}"/>
              </a:ext>
            </a:extLst>
          </p:cNvPr>
          <p:cNvSpPr/>
          <p:nvPr/>
        </p:nvSpPr>
        <p:spPr bwMode="auto">
          <a:xfrm>
            <a:off x="3900900" y="5696151"/>
            <a:ext cx="2303056" cy="215832"/>
          </a:xfrm>
          <a:prstGeom prst="rect">
            <a:avLst/>
          </a:prstGeom>
          <a:noFill/>
          <a:ln w="28575">
            <a:solidFill>
              <a:srgbClr val="FF0000"/>
            </a:solidFill>
            <a:miter lim="800000"/>
            <a:headEnd/>
            <a:tailEn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3169444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F97E3F02-3D21-4CD5-9925-D4CBB4BB0D69}"/>
              </a:ext>
            </a:extLst>
          </p:cNvPr>
          <p:cNvGraphicFramePr>
            <a:graphicFrameLocks noChangeAspect="1"/>
          </p:cNvGraphicFramePr>
          <p:nvPr>
            <p:custDataLst>
              <p:tags r:id="rId1"/>
            </p:custDataLst>
            <p:extLst>
              <p:ext uri="{D42A27DB-BD31-4B8C-83A1-F6EECF244321}">
                <p14:modId xmlns:p14="http://schemas.microsoft.com/office/powerpoint/2010/main" val="29094667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5" name="Objekt 4" hidden="1">
                        <a:extLst>
                          <a:ext uri="{FF2B5EF4-FFF2-40B4-BE49-F238E27FC236}">
                            <a16:creationId xmlns:a16="http://schemas.microsoft.com/office/drawing/2014/main" id="{F97E3F02-3D21-4CD5-9925-D4CBB4BB0D6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p:txBody>
          <a:bodyPr vert="horz"/>
          <a:lstStyle/>
          <a:p>
            <a:r>
              <a:rPr lang="en-US" dirty="0"/>
              <a:t>What's New with Firmware V3.0 </a:t>
            </a:r>
            <a:br>
              <a:rPr lang="en-US" dirty="0"/>
            </a:br>
            <a:r>
              <a:rPr lang="en-US" dirty="0"/>
              <a:t>(TIA Portal V18)</a:t>
            </a:r>
          </a:p>
        </p:txBody>
      </p:sp>
      <p:sp>
        <p:nvSpPr>
          <p:cNvPr id="6" name="Untertitel 5">
            <a:extLst>
              <a:ext uri="{FF2B5EF4-FFF2-40B4-BE49-F238E27FC236}">
                <a16:creationId xmlns:a16="http://schemas.microsoft.com/office/drawing/2014/main" id="{B296FE98-2E58-4EBC-8921-4AC4A069249C}"/>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2005AA33-0C58-4946-9A8A-DD06B903F947}"/>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4137191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nchor="t"/>
          <a:lstStyle/>
          <a:p>
            <a:r>
              <a:rPr lang="en-US" dirty="0"/>
              <a:t>SIMATIC S7-1500 Redundant Systems</a:t>
            </a:r>
            <a:br>
              <a:rPr lang="en-US" dirty="0"/>
            </a:br>
            <a:r>
              <a:rPr lang="en-US" b="0" dirty="0"/>
              <a:t>What's New with Firmware Version 3.0</a:t>
            </a:r>
          </a:p>
        </p:txBody>
      </p:sp>
      <p:sp>
        <p:nvSpPr>
          <p:cNvPr id="3" name="Fußzeilenplatzhalter 2">
            <a:extLst>
              <a:ext uri="{FF2B5EF4-FFF2-40B4-BE49-F238E27FC236}">
                <a16:creationId xmlns:a16="http://schemas.microsoft.com/office/drawing/2014/main" id="{7D154929-9D5F-4F0E-951D-F74D0205BCFC}"/>
              </a:ext>
            </a:extLst>
          </p:cNvPr>
          <p:cNvSpPr>
            <a:spLocks noGrp="1"/>
          </p:cNvSpPr>
          <p:nvPr>
            <p:ph type="ftr" sz="quarter" idx="10"/>
          </p:nvPr>
        </p:nvSpPr>
        <p:spPr/>
        <p:txBody>
          <a:bodyPr/>
          <a:lstStyle/>
          <a:p>
            <a:pPr>
              <a:lnSpc>
                <a:spcPct val="100000"/>
              </a:lnSpc>
            </a:pPr>
            <a:r>
              <a:rPr lang="en-US" dirty="0"/>
              <a:t>Unrestricted | © Siemens 2022 | DI FA | 08.12.2022</a:t>
            </a:r>
          </a:p>
        </p:txBody>
      </p:sp>
      <p:graphicFrame>
        <p:nvGraphicFramePr>
          <p:cNvPr id="9" name="Tabelle 8"/>
          <p:cNvGraphicFramePr>
            <a:graphicFrameLocks noGrp="1"/>
          </p:cNvGraphicFramePr>
          <p:nvPr>
            <p:extLst>
              <p:ext uri="{D42A27DB-BD31-4B8C-83A1-F6EECF244321}">
                <p14:modId xmlns:p14="http://schemas.microsoft.com/office/powerpoint/2010/main" val="781292684"/>
              </p:ext>
            </p:extLst>
          </p:nvPr>
        </p:nvGraphicFramePr>
        <p:xfrm>
          <a:off x="635416" y="4403012"/>
          <a:ext cx="11002314" cy="1502447"/>
        </p:xfrm>
        <a:graphic>
          <a:graphicData uri="http://schemas.openxmlformats.org/drawingml/2006/table">
            <a:tbl>
              <a:tblPr firstRow="1" bandRow="1">
                <a:tableStyleId>{5C22544A-7EE6-4342-B048-85BDC9FD1C3A}</a:tableStyleId>
              </a:tblPr>
              <a:tblGrid>
                <a:gridCol w="11002314">
                  <a:extLst>
                    <a:ext uri="{9D8B030D-6E8A-4147-A177-3AD203B41FA5}">
                      <a16:colId xmlns:a16="http://schemas.microsoft.com/office/drawing/2014/main" val="20000"/>
                    </a:ext>
                  </a:extLst>
                </a:gridCol>
              </a:tblGrid>
              <a:tr h="390506">
                <a:tc>
                  <a:txBody>
                    <a:bodyPr/>
                    <a:lstStyle/>
                    <a:p>
                      <a:r>
                        <a:rPr lang="de-DE" sz="1600" noProof="0" dirty="0">
                          <a:solidFill>
                            <a:schemeClr val="tx1"/>
                          </a:solidFill>
                        </a:rPr>
                        <a:t>New support for SIMATIC S7-1500 standard functions</a:t>
                      </a:r>
                      <a:endParaRPr lang="de-DE" sz="1600" u="sng" noProof="0" dirty="0">
                        <a:solidFill>
                          <a:schemeClr val="tx1"/>
                        </a:solidFill>
                      </a:endParaRPr>
                    </a:p>
                  </a:txBody>
                  <a:tcPr marL="91392" marR="91392" marT="45696" marB="45696"/>
                </a:tc>
                <a:extLst>
                  <a:ext uri="{0D108BD9-81ED-4DB2-BD59-A6C34878D82A}">
                    <a16:rowId xmlns:a16="http://schemas.microsoft.com/office/drawing/2014/main" val="10000"/>
                  </a:ext>
                </a:extLst>
              </a:tr>
              <a:tr h="370647">
                <a:tc>
                  <a:txBody>
                    <a:bodyPr/>
                    <a:lstStyle/>
                    <a:p>
                      <a:pPr marL="0" marR="0" indent="0" algn="l" defTabSz="914400" rtl="0" eaLnBrk="1" fontAlgn="ctr" latinLnBrk="0" hangingPunct="1">
                        <a:lnSpc>
                          <a:spcPct val="100000"/>
                        </a:lnSpc>
                        <a:spcBef>
                          <a:spcPts val="0"/>
                        </a:spcBef>
                        <a:spcAft>
                          <a:spcPts val="0"/>
                        </a:spcAft>
                        <a:buClr>
                          <a:srgbClr val="000000"/>
                        </a:buClr>
                        <a:buSzPts val="1400"/>
                        <a:buFont typeface="Arial"/>
                        <a:buNone/>
                        <a:tabLst/>
                        <a:defRPr/>
                      </a:pPr>
                      <a:r>
                        <a:rPr lang="de-DE" sz="1600" b="0" kern="1200" noProof="0" dirty="0">
                          <a:solidFill>
                            <a:schemeClr val="dk1"/>
                          </a:solidFill>
                        </a:rPr>
                        <a:t>CREATE_DB, DELETE_CB, </a:t>
                      </a:r>
                      <a:endParaRPr lang="de-DE" sz="1600" b="0" kern="1200" noProof="0" dirty="0">
                        <a:solidFill>
                          <a:schemeClr val="dk1"/>
                        </a:solidFill>
                        <a:latin typeface="+mn-lt"/>
                        <a:ea typeface="+mn-ea"/>
                        <a:cs typeface="+mn-cs"/>
                      </a:endParaRPr>
                    </a:p>
                  </a:txBody>
                  <a:tcPr marL="228481" marR="9520" marT="9520" marB="0" anchor="ctr"/>
                </a:tc>
                <a:extLst>
                  <a:ext uri="{0D108BD9-81ED-4DB2-BD59-A6C34878D82A}">
                    <a16:rowId xmlns:a16="http://schemas.microsoft.com/office/drawing/2014/main" val="10001"/>
                  </a:ext>
                </a:extLst>
              </a:tr>
              <a:tr h="370647">
                <a:tc>
                  <a:txBody>
                    <a:bodyPr/>
                    <a:lstStyle/>
                    <a:p>
                      <a:pPr marL="0" marR="0" lvl="0" indent="0" algn="l" defTabSz="914400" rtl="0" eaLnBrk="1" fontAlgn="ctr" latinLnBrk="0" hangingPunct="1">
                        <a:lnSpc>
                          <a:spcPct val="100000"/>
                        </a:lnSpc>
                        <a:spcBef>
                          <a:spcPts val="0"/>
                        </a:spcBef>
                        <a:spcAft>
                          <a:spcPts val="0"/>
                        </a:spcAft>
                        <a:buClr>
                          <a:srgbClr val="000000"/>
                        </a:buClr>
                        <a:buSzPts val="1400"/>
                        <a:buFont typeface="Arial"/>
                        <a:buNone/>
                        <a:tabLst/>
                        <a:defRPr/>
                      </a:pPr>
                      <a:r>
                        <a:rPr lang="de-DE" sz="1600" b="0" kern="1200" noProof="0" dirty="0">
                          <a:solidFill>
                            <a:schemeClr val="dk1"/>
                          </a:solidFill>
                        </a:rPr>
                        <a:t>READ_DBL and WRIT_DBL</a:t>
                      </a:r>
                      <a:endParaRPr lang="de-DE" sz="1600" b="0" kern="1200" noProof="0" dirty="0">
                        <a:solidFill>
                          <a:schemeClr val="dk1"/>
                        </a:solidFill>
                        <a:latin typeface="+mn-lt"/>
                        <a:ea typeface="+mn-ea"/>
                        <a:cs typeface="+mn-cs"/>
                      </a:endParaRPr>
                    </a:p>
                  </a:txBody>
                  <a:tcPr marL="228481" marR="9520" marT="9520" marB="0" anchor="ctr"/>
                </a:tc>
                <a:extLst>
                  <a:ext uri="{0D108BD9-81ED-4DB2-BD59-A6C34878D82A}">
                    <a16:rowId xmlns:a16="http://schemas.microsoft.com/office/drawing/2014/main" val="2190432257"/>
                  </a:ext>
                </a:extLst>
              </a:tr>
              <a:tr h="370647">
                <a:tc>
                  <a:txBody>
                    <a:bodyPr/>
                    <a:lstStyle/>
                    <a:p>
                      <a:pPr marL="0" marR="0" lvl="0" indent="0" algn="l" defTabSz="914400" rtl="0" eaLnBrk="1" fontAlgn="ctr" latinLnBrk="0" hangingPunct="1">
                        <a:lnSpc>
                          <a:spcPct val="100000"/>
                        </a:lnSpc>
                        <a:spcBef>
                          <a:spcPts val="0"/>
                        </a:spcBef>
                        <a:spcAft>
                          <a:spcPts val="0"/>
                        </a:spcAft>
                        <a:buClr>
                          <a:srgbClr val="000000"/>
                        </a:buClr>
                        <a:buSzPts val="1400"/>
                        <a:buFont typeface="Arial"/>
                        <a:buNone/>
                        <a:tabLst/>
                        <a:defRPr/>
                      </a:pPr>
                      <a:r>
                        <a:rPr lang="en-US" sz="1600" kern="1200" dirty="0">
                          <a:solidFill>
                            <a:schemeClr val="dk1"/>
                          </a:solidFill>
                          <a:effectLst/>
                        </a:rPr>
                        <a:t>ReadFromArrayDBL and WriteToArrayDBL </a:t>
                      </a:r>
                      <a:endParaRPr lang="de-DE" sz="1400" b="0" kern="1200" noProof="0" dirty="0">
                        <a:solidFill>
                          <a:schemeClr val="dk1"/>
                        </a:solidFill>
                        <a:latin typeface="+mn-lt"/>
                        <a:ea typeface="+mn-ea"/>
                        <a:cs typeface="+mn-cs"/>
                      </a:endParaRPr>
                    </a:p>
                  </a:txBody>
                  <a:tcPr marL="228481" marR="9520" marT="9520" marB="0" anchor="ctr"/>
                </a:tc>
                <a:extLst>
                  <a:ext uri="{0D108BD9-81ED-4DB2-BD59-A6C34878D82A}">
                    <a16:rowId xmlns:a16="http://schemas.microsoft.com/office/drawing/2014/main" val="3230218802"/>
                  </a:ext>
                </a:extLst>
              </a:tr>
            </a:tbl>
          </a:graphicData>
        </a:graphic>
      </p:graphicFrame>
      <p:graphicFrame>
        <p:nvGraphicFramePr>
          <p:cNvPr id="5" name="Tabelle 4"/>
          <p:cNvGraphicFramePr>
            <a:graphicFrameLocks noGrp="1"/>
          </p:cNvGraphicFramePr>
          <p:nvPr>
            <p:extLst>
              <p:ext uri="{D42A27DB-BD31-4B8C-83A1-F6EECF244321}">
                <p14:modId xmlns:p14="http://schemas.microsoft.com/office/powerpoint/2010/main" val="3970299419"/>
              </p:ext>
            </p:extLst>
          </p:nvPr>
        </p:nvGraphicFramePr>
        <p:xfrm>
          <a:off x="635082" y="1449074"/>
          <a:ext cx="11002314" cy="2614388"/>
        </p:xfrm>
        <a:graphic>
          <a:graphicData uri="http://schemas.openxmlformats.org/drawingml/2006/table">
            <a:tbl>
              <a:tblPr firstRow="1" bandRow="1">
                <a:tableStyleId>{5C22544A-7EE6-4342-B048-85BDC9FD1C3A}</a:tableStyleId>
              </a:tblPr>
              <a:tblGrid>
                <a:gridCol w="11002314">
                  <a:extLst>
                    <a:ext uri="{9D8B030D-6E8A-4147-A177-3AD203B41FA5}">
                      <a16:colId xmlns:a16="http://schemas.microsoft.com/office/drawing/2014/main" val="20000"/>
                    </a:ext>
                  </a:extLst>
                </a:gridCol>
              </a:tblGrid>
              <a:tr h="390506">
                <a:tc>
                  <a:txBody>
                    <a:bodyPr/>
                    <a:lstStyle/>
                    <a:p>
                      <a:r>
                        <a:rPr lang="de-DE" sz="1600" noProof="0" dirty="0">
                          <a:solidFill>
                            <a:schemeClr val="tx1"/>
                          </a:solidFill>
                        </a:rPr>
                        <a:t>New Features / Improvements</a:t>
                      </a:r>
                      <a:endParaRPr lang="de-DE" sz="1600" u="sng" noProof="0" dirty="0">
                        <a:solidFill>
                          <a:schemeClr val="tx1"/>
                        </a:solidFill>
                      </a:endParaRPr>
                    </a:p>
                  </a:txBody>
                  <a:tcPr marL="91392" marR="91392" marT="45696" marB="45696"/>
                </a:tc>
                <a:extLst>
                  <a:ext uri="{0D108BD9-81ED-4DB2-BD59-A6C34878D82A}">
                    <a16:rowId xmlns:a16="http://schemas.microsoft.com/office/drawing/2014/main" val="10000"/>
                  </a:ext>
                </a:extLst>
              </a:tr>
              <a:tr h="370647">
                <a:tc>
                  <a:txBody>
                    <a:bodyPr/>
                    <a:lstStyle/>
                    <a:p>
                      <a:pPr marL="0" marR="0" lvl="0" indent="0" algn="l" defTabSz="914400" rtl="0" eaLnBrk="1" fontAlgn="ctr" latinLnBrk="0" hangingPunct="1">
                        <a:lnSpc>
                          <a:spcPct val="100000"/>
                        </a:lnSpc>
                        <a:spcBef>
                          <a:spcPts val="0"/>
                        </a:spcBef>
                        <a:spcAft>
                          <a:spcPts val="0"/>
                        </a:spcAft>
                        <a:buClr>
                          <a:srgbClr val="000000"/>
                        </a:buClr>
                        <a:buSzPts val="1400"/>
                        <a:buFont typeface="Arial"/>
                        <a:buNone/>
                        <a:tabLst/>
                        <a:defRPr/>
                      </a:pPr>
                      <a:r>
                        <a:rPr lang="de-DE" sz="1600" b="0" kern="1200" noProof="0" dirty="0">
                          <a:solidFill>
                            <a:schemeClr val="dk1"/>
                          </a:solidFill>
                        </a:rPr>
                        <a:t>System redundancy R1 for S7-1500H and ET 200SP</a:t>
                      </a:r>
                      <a:endParaRPr lang="de-DE" sz="1600" b="0" kern="1200" baseline="30000" noProof="0" dirty="0">
                        <a:solidFill>
                          <a:schemeClr val="dk1"/>
                        </a:solidFill>
                        <a:latin typeface="+mn-lt"/>
                        <a:ea typeface="+mn-ea"/>
                        <a:cs typeface="+mn-cs"/>
                      </a:endParaRPr>
                    </a:p>
                  </a:txBody>
                  <a:tcPr marL="228481" marR="9520" marT="9520" marB="0" anchor="ctr"/>
                </a:tc>
                <a:extLst>
                  <a:ext uri="{0D108BD9-81ED-4DB2-BD59-A6C34878D82A}">
                    <a16:rowId xmlns:a16="http://schemas.microsoft.com/office/drawing/2014/main" val="10002"/>
                  </a:ext>
                </a:extLst>
              </a:tr>
              <a:tr h="370647">
                <a:tc>
                  <a:txBody>
                    <a:bodyPr/>
                    <a:lstStyle/>
                    <a:p>
                      <a:pPr marL="0" marR="0" lvl="0" indent="0" algn="l" defTabSz="914400" rtl="0" eaLnBrk="1" fontAlgn="ctr" latinLnBrk="0" hangingPunct="1">
                        <a:lnSpc>
                          <a:spcPct val="100000"/>
                        </a:lnSpc>
                        <a:spcBef>
                          <a:spcPts val="0"/>
                        </a:spcBef>
                        <a:spcAft>
                          <a:spcPts val="0"/>
                        </a:spcAft>
                        <a:buClr>
                          <a:srgbClr val="000000"/>
                        </a:buClr>
                        <a:buSzPts val="1400"/>
                        <a:buFont typeface="Arial"/>
                        <a:buNone/>
                        <a:tabLst/>
                        <a:defRPr/>
                      </a:pPr>
                      <a:r>
                        <a:rPr lang="de-DE" sz="1600" b="0" kern="1200" noProof="0" dirty="0">
                          <a:solidFill>
                            <a:schemeClr val="dk1"/>
                          </a:solidFill>
                        </a:rPr>
                        <a:t>Flexible network topologies with S7-1500H</a:t>
                      </a:r>
                      <a:endParaRPr lang="de-DE" sz="1600" b="0" kern="1200" noProof="0" dirty="0">
                        <a:solidFill>
                          <a:schemeClr val="dk1"/>
                        </a:solidFill>
                        <a:latin typeface="+mn-lt"/>
                        <a:ea typeface="+mn-ea"/>
                        <a:cs typeface="+mn-cs"/>
                      </a:endParaRPr>
                    </a:p>
                  </a:txBody>
                  <a:tcPr marL="228481" marR="9520" marT="9520" marB="0" anchor="ctr"/>
                </a:tc>
                <a:extLst>
                  <a:ext uri="{0D108BD9-81ED-4DB2-BD59-A6C34878D82A}">
                    <a16:rowId xmlns:a16="http://schemas.microsoft.com/office/drawing/2014/main" val="10003"/>
                  </a:ext>
                </a:extLst>
              </a:tr>
              <a:tr h="370647">
                <a:tc>
                  <a:txBody>
                    <a:bodyPr/>
                    <a:lstStyle/>
                    <a:p>
                      <a:pPr marL="0" marR="0" indent="0" algn="l" defTabSz="914400" rtl="0" eaLnBrk="1" fontAlgn="ctr" latinLnBrk="0" hangingPunct="1">
                        <a:lnSpc>
                          <a:spcPct val="100000"/>
                        </a:lnSpc>
                        <a:spcBef>
                          <a:spcPts val="0"/>
                        </a:spcBef>
                        <a:spcAft>
                          <a:spcPts val="0"/>
                        </a:spcAft>
                        <a:buClr>
                          <a:srgbClr val="000000"/>
                        </a:buClr>
                        <a:buSzPts val="1400"/>
                        <a:buFont typeface="Arial"/>
                        <a:buNone/>
                        <a:tabLst/>
                        <a:defRPr/>
                      </a:pPr>
                      <a:r>
                        <a:rPr lang="de-DE" sz="1600" b="0" kern="1200" baseline="0" noProof="0" dirty="0">
                          <a:solidFill>
                            <a:schemeClr val="dk1"/>
                          </a:solidFill>
                        </a:rPr>
                        <a:t>Maximum distance between H-CPUs now possible up to 40 km</a:t>
                      </a:r>
                      <a:endParaRPr lang="de-DE" sz="1600" b="0" kern="1200" baseline="0" noProof="0" dirty="0">
                        <a:solidFill>
                          <a:schemeClr val="dk1"/>
                        </a:solidFill>
                        <a:latin typeface="+mn-lt"/>
                        <a:ea typeface="+mn-ea"/>
                        <a:cs typeface="+mn-cs"/>
                      </a:endParaRPr>
                    </a:p>
                  </a:txBody>
                  <a:tcPr marL="228481" marR="9520" marT="9520" marB="0" anchor="ctr"/>
                </a:tc>
                <a:extLst>
                  <a:ext uri="{0D108BD9-81ED-4DB2-BD59-A6C34878D82A}">
                    <a16:rowId xmlns:a16="http://schemas.microsoft.com/office/drawing/2014/main" val="1903337568"/>
                  </a:ext>
                </a:extLst>
              </a:tr>
              <a:tr h="370647">
                <a:tc>
                  <a:txBody>
                    <a:bodyPr/>
                    <a:lstStyle/>
                    <a:p>
                      <a:pPr marL="0" marR="0" indent="0" algn="l" defTabSz="914400" rtl="0" eaLnBrk="1" fontAlgn="ctr" latinLnBrk="0" hangingPunct="1">
                        <a:lnSpc>
                          <a:spcPct val="100000"/>
                        </a:lnSpc>
                        <a:spcBef>
                          <a:spcPts val="0"/>
                        </a:spcBef>
                        <a:spcAft>
                          <a:spcPts val="0"/>
                        </a:spcAft>
                        <a:buClr>
                          <a:srgbClr val="000000"/>
                        </a:buClr>
                        <a:buSzPts val="1400"/>
                        <a:buFont typeface="Arial"/>
                        <a:buNone/>
                        <a:tabLst/>
                        <a:defRPr/>
                      </a:pPr>
                      <a:r>
                        <a:rPr lang="de-DE" sz="1600" b="0" kern="1200" baseline="0" noProof="0" dirty="0">
                          <a:solidFill>
                            <a:schemeClr val="dk1"/>
                          </a:solidFill>
                        </a:rPr>
                        <a:t>Support in </a:t>
                      </a:r>
                      <a:r>
                        <a:rPr lang="pt-BR" sz="1600" b="0" kern="1200" baseline="0" noProof="0" dirty="0">
                          <a:solidFill>
                            <a:schemeClr val="dk1"/>
                          </a:solidFill>
                        </a:rPr>
                        <a:t>STEP 7 CFC (TIA Portal V18)</a:t>
                      </a:r>
                      <a:endParaRPr lang="de-DE" sz="1600" b="0" kern="1200" baseline="0" noProof="0" dirty="0">
                        <a:solidFill>
                          <a:schemeClr val="dk1"/>
                        </a:solidFill>
                        <a:latin typeface="+mn-lt"/>
                        <a:ea typeface="+mn-ea"/>
                        <a:cs typeface="+mn-cs"/>
                      </a:endParaRPr>
                    </a:p>
                  </a:txBody>
                  <a:tcPr marL="228481" marR="9520" marT="9520" marB="0" anchor="ctr"/>
                </a:tc>
                <a:extLst>
                  <a:ext uri="{0D108BD9-81ED-4DB2-BD59-A6C34878D82A}">
                    <a16:rowId xmlns:a16="http://schemas.microsoft.com/office/drawing/2014/main" val="4132772322"/>
                  </a:ext>
                </a:extLst>
              </a:tr>
              <a:tr h="370647">
                <a:tc>
                  <a:txBody>
                    <a:bodyPr/>
                    <a:lstStyle/>
                    <a:p>
                      <a:pPr marL="0" marR="0" indent="0" algn="l" defTabSz="914400" rtl="0" eaLnBrk="1" fontAlgn="ctr" latinLnBrk="0" hangingPunct="1">
                        <a:lnSpc>
                          <a:spcPct val="100000"/>
                        </a:lnSpc>
                        <a:spcBef>
                          <a:spcPts val="0"/>
                        </a:spcBef>
                        <a:spcAft>
                          <a:spcPts val="0"/>
                        </a:spcAft>
                        <a:buClr>
                          <a:srgbClr val="000000"/>
                        </a:buClr>
                        <a:buSzPts val="1400"/>
                        <a:buFont typeface="Arial"/>
                        <a:buNone/>
                        <a:tabLst/>
                        <a:defRPr/>
                      </a:pPr>
                      <a:r>
                        <a:rPr lang="de-DE" sz="1600" b="0" kern="1200" baseline="0" noProof="0" dirty="0">
                          <a:solidFill>
                            <a:schemeClr val="dk1"/>
                          </a:solidFill>
                        </a:rPr>
                        <a:t>New OB 70 "Peripheral Redundancy Error"</a:t>
                      </a:r>
                      <a:endParaRPr lang="de-DE" sz="1600" b="0" kern="1200" baseline="0" noProof="0" dirty="0">
                        <a:solidFill>
                          <a:schemeClr val="dk1"/>
                        </a:solidFill>
                        <a:latin typeface="+mn-lt"/>
                        <a:ea typeface="+mn-ea"/>
                        <a:cs typeface="+mn-cs"/>
                      </a:endParaRPr>
                    </a:p>
                  </a:txBody>
                  <a:tcPr marL="228481" marR="9520" marT="9520" marB="0" anchor="ctr"/>
                </a:tc>
                <a:extLst>
                  <a:ext uri="{0D108BD9-81ED-4DB2-BD59-A6C34878D82A}">
                    <a16:rowId xmlns:a16="http://schemas.microsoft.com/office/drawing/2014/main" val="1521595644"/>
                  </a:ext>
                </a:extLst>
              </a:tr>
              <a:tr h="370647">
                <a:tc>
                  <a:txBody>
                    <a:bodyPr/>
                    <a:lstStyle/>
                    <a:p>
                      <a:pPr marL="0" marR="0" lvl="0" indent="0" algn="l" defTabSz="914400" rtl="0" eaLnBrk="1" fontAlgn="ctr" latinLnBrk="0" hangingPunct="1">
                        <a:lnSpc>
                          <a:spcPct val="100000"/>
                        </a:lnSpc>
                        <a:spcBef>
                          <a:spcPts val="0"/>
                        </a:spcBef>
                        <a:spcAft>
                          <a:spcPts val="0"/>
                        </a:spcAft>
                        <a:buClr>
                          <a:srgbClr val="000000"/>
                        </a:buClr>
                        <a:buSzPts val="1400"/>
                        <a:buFont typeface="Arial"/>
                        <a:buNone/>
                        <a:tabLst/>
                        <a:defRPr/>
                      </a:pPr>
                      <a:r>
                        <a:rPr lang="de-DE" sz="1600" b="0" kern="1200" baseline="0" noProof="0" dirty="0">
                          <a:solidFill>
                            <a:schemeClr val="dk1"/>
                          </a:solidFill>
                        </a:rPr>
                        <a:t>Extensions</a:t>
                      </a:r>
                      <a:r>
                        <a:rPr lang="en-US" sz="1600" b="0" kern="1200" baseline="0" noProof="0" dirty="0">
                          <a:solidFill>
                            <a:schemeClr val="dk1"/>
                          </a:solidFill>
                        </a:rPr>
                        <a:t> RH_CTRL SYNCUP Status</a:t>
                      </a:r>
                      <a:endParaRPr lang="de-DE" sz="1600" b="0" kern="1200" baseline="0" noProof="0" dirty="0">
                        <a:solidFill>
                          <a:schemeClr val="dk1"/>
                        </a:solidFill>
                        <a:latin typeface="+mn-lt"/>
                        <a:ea typeface="+mn-ea"/>
                        <a:cs typeface="+mn-cs"/>
                      </a:endParaRPr>
                    </a:p>
                  </a:txBody>
                  <a:tcPr marL="228481" marR="9520" marT="9520" marB="0" anchor="ctr"/>
                </a:tc>
                <a:extLst>
                  <a:ext uri="{0D108BD9-81ED-4DB2-BD59-A6C34878D82A}">
                    <a16:rowId xmlns:a16="http://schemas.microsoft.com/office/drawing/2014/main" val="1440389681"/>
                  </a:ext>
                </a:extLst>
              </a:tr>
            </a:tbl>
          </a:graphicData>
        </a:graphic>
      </p:graphicFrame>
    </p:spTree>
    <p:extLst>
      <p:ext uri="{BB962C8B-B14F-4D97-AF65-F5344CB8AC3E}">
        <p14:creationId xmlns:p14="http://schemas.microsoft.com/office/powerpoint/2010/main" val="38766072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1F90EA3C-9EF2-D252-2B81-0A210A9D0EB4}"/>
              </a:ext>
            </a:extLst>
          </p:cNvPr>
          <p:cNvSpPr/>
          <p:nvPr/>
        </p:nvSpPr>
        <p:spPr>
          <a:xfrm>
            <a:off x="2073244" y="1283627"/>
            <a:ext cx="3521798" cy="47912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CF49CCF8-0E46-F763-B653-608232F2FDD8}"/>
              </a:ext>
            </a:extLst>
          </p:cNvPr>
          <p:cNvSpPr>
            <a:spLocks noGrp="1"/>
          </p:cNvSpPr>
          <p:nvPr>
            <p:ph type="title"/>
          </p:nvPr>
        </p:nvSpPr>
        <p:spPr/>
        <p:txBody>
          <a:bodyPr/>
          <a:lstStyle/>
          <a:p>
            <a:r>
              <a:rPr lang="en-US" dirty="0"/>
              <a:t>SIMATIC S7-1500H </a:t>
            </a:r>
            <a:br>
              <a:rPr lang="en-US" dirty="0"/>
            </a:br>
            <a:r>
              <a:rPr lang="en-US" b="0" dirty="0"/>
              <a:t>System redundancy R1 for S7-1500H and ET 200SP</a:t>
            </a:r>
            <a:br>
              <a:rPr lang="en-US" b="0" dirty="0"/>
            </a:br>
            <a:endParaRPr lang="en-US" b="0" dirty="0"/>
          </a:p>
        </p:txBody>
      </p:sp>
      <p:sp>
        <p:nvSpPr>
          <p:cNvPr id="3" name="Fußzeilenplatzhalter 2">
            <a:extLst>
              <a:ext uri="{FF2B5EF4-FFF2-40B4-BE49-F238E27FC236}">
                <a16:creationId xmlns:a16="http://schemas.microsoft.com/office/drawing/2014/main" id="{E827D3D1-24CD-2294-D768-C94E24053F5E}"/>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5" name="Pfeil: Fünfeck 4">
            <a:extLst>
              <a:ext uri="{FF2B5EF4-FFF2-40B4-BE49-F238E27FC236}">
                <a16:creationId xmlns:a16="http://schemas.microsoft.com/office/drawing/2014/main" id="{7F5A1A68-7A1F-A785-EE43-6241AD138196}"/>
              </a:ext>
            </a:extLst>
          </p:cNvPr>
          <p:cNvSpPr/>
          <p:nvPr/>
        </p:nvSpPr>
        <p:spPr>
          <a:xfrm rot="10800000">
            <a:off x="5718408" y="3303923"/>
            <a:ext cx="5894472" cy="1758049"/>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 name="Textfeld 5">
            <a:extLst>
              <a:ext uri="{FF2B5EF4-FFF2-40B4-BE49-F238E27FC236}">
                <a16:creationId xmlns:a16="http://schemas.microsoft.com/office/drawing/2014/main" id="{0F9A91B3-CC3D-BB3E-03F4-B97AD9D15D85}"/>
              </a:ext>
            </a:extLst>
          </p:cNvPr>
          <p:cNvSpPr txBox="1"/>
          <p:nvPr/>
        </p:nvSpPr>
        <p:spPr>
          <a:xfrm>
            <a:off x="6266281" y="3373869"/>
            <a:ext cx="2886438" cy="401081"/>
          </a:xfrm>
          <a:prstGeom prst="rect">
            <a:avLst/>
          </a:prstGeom>
          <a:noFill/>
        </p:spPr>
        <p:txBody>
          <a:bodyPr wrap="square" lIns="0" tIns="0" rIns="0" bIns="0" rtlCol="0">
            <a:noAutofit/>
          </a:bodyPr>
          <a:lstStyle/>
          <a:p>
            <a:pPr algn="ctr">
              <a:lnSpc>
                <a:spcPct val="110000"/>
              </a:lnSpc>
              <a:spcBef>
                <a:spcPts val="0"/>
              </a:spcBef>
            </a:pPr>
            <a:r>
              <a:rPr lang="en-US" sz="1600" b="1" dirty="0">
                <a:solidFill>
                  <a:schemeClr val="tx1"/>
                </a:solidFill>
                <a:latin typeface="+mn-lt"/>
                <a:ea typeface="Arial Unicode MS" panose="020B0604020202020204" pitchFamily="34" charset="-128"/>
                <a:cs typeface="Arial Unicode MS" panose="020B0604020202020204" pitchFamily="34" charset="-128"/>
              </a:rPr>
              <a:t>System Redundancy </a:t>
            </a:r>
            <a:r>
              <a:rPr lang="en-US" sz="1600" b="1" dirty="0">
                <a:solidFill>
                  <a:srgbClr val="FFFFFF"/>
                </a:solidFill>
                <a:latin typeface="+mn-lt"/>
                <a:ea typeface="Arial Unicode MS" panose="020B0604020202020204" pitchFamily="34" charset="-128"/>
                <a:cs typeface="Arial Unicode MS" panose="020B0604020202020204" pitchFamily="34" charset="-128"/>
              </a:rPr>
              <a:t>R1</a:t>
            </a:r>
          </a:p>
        </p:txBody>
      </p:sp>
      <p:sp>
        <p:nvSpPr>
          <p:cNvPr id="7" name="Textfeld 6">
            <a:extLst>
              <a:ext uri="{FF2B5EF4-FFF2-40B4-BE49-F238E27FC236}">
                <a16:creationId xmlns:a16="http://schemas.microsoft.com/office/drawing/2014/main" id="{A2815FEB-69DB-06F7-D97A-6D9BC73578E9}"/>
              </a:ext>
            </a:extLst>
          </p:cNvPr>
          <p:cNvSpPr txBox="1"/>
          <p:nvPr/>
        </p:nvSpPr>
        <p:spPr>
          <a:xfrm>
            <a:off x="6470079" y="3650029"/>
            <a:ext cx="5071682" cy="1661993"/>
          </a:xfrm>
          <a:prstGeom prst="rect">
            <a:avLst/>
          </a:prstGeom>
          <a:noFill/>
        </p:spPr>
        <p:txBody>
          <a:bodyPr wrap="square" lIns="0" tIns="0" rIns="0" bIns="0" rtlCol="0">
            <a:spAutoFit/>
          </a:bodyPr>
          <a:lstStyle/>
          <a:p>
            <a:pPr marL="171450" indent="-171450">
              <a:spcBef>
                <a:spcPts val="300"/>
              </a:spcBef>
              <a:buFont typeface="Arial"/>
              <a:buChar char="•"/>
              <a:tabLst>
                <a:tab pos="0" algn="l"/>
              </a:tabLst>
            </a:pPr>
            <a:r>
              <a:rPr lang="en-US" sz="1400" dirty="0">
                <a:solidFill>
                  <a:schemeClr val="bg1"/>
                </a:solidFill>
                <a:latin typeface="Arial"/>
                <a:ea typeface="Arial Unicode MS"/>
                <a:cs typeface="Arial"/>
              </a:rPr>
              <a:t>Increased availability</a:t>
            </a:r>
          </a:p>
          <a:p>
            <a:pPr marL="171450" indent="-171450">
              <a:spcBef>
                <a:spcPts val="300"/>
              </a:spcBef>
              <a:buFont typeface="Arial"/>
              <a:buChar char="•"/>
              <a:tabLst>
                <a:tab pos="0" algn="l"/>
              </a:tabLst>
            </a:pPr>
            <a:r>
              <a:rPr lang="en-US" sz="1400" dirty="0">
                <a:solidFill>
                  <a:schemeClr val="bg1"/>
                </a:solidFill>
                <a:latin typeface="Arial"/>
                <a:ea typeface="Arial Unicode MS"/>
                <a:cs typeface="Arial"/>
              </a:rPr>
              <a:t>Seamless switching in the event of an ET 200 SP interface module failure </a:t>
            </a:r>
            <a:r>
              <a:rPr lang="en-US" sz="1400" b="1" dirty="0">
                <a:solidFill>
                  <a:schemeClr val="bg1"/>
                </a:solidFill>
                <a:latin typeface="Arial"/>
                <a:ea typeface="Arial Unicode MS"/>
                <a:cs typeface="Arial"/>
              </a:rPr>
              <a:t>(as well as ET200 SP HA or ET 200 iSP)</a:t>
            </a:r>
          </a:p>
          <a:p>
            <a:pPr marL="171450" indent="-171450">
              <a:spcBef>
                <a:spcPts val="300"/>
              </a:spcBef>
              <a:buFont typeface="Arial"/>
              <a:buChar char="•"/>
              <a:tabLst>
                <a:tab pos="0" algn="l"/>
              </a:tabLst>
            </a:pPr>
            <a:r>
              <a:rPr lang="en-US" sz="1400" dirty="0">
                <a:solidFill>
                  <a:schemeClr val="bg1"/>
                </a:solidFill>
                <a:latin typeface="Arial"/>
                <a:ea typeface="Arial Unicode MS"/>
                <a:cs typeface="Arial"/>
              </a:rPr>
              <a:t>High robustness due to two networks </a:t>
            </a:r>
            <a:r>
              <a:rPr lang="en-US" sz="1400" b="1" dirty="0">
                <a:solidFill>
                  <a:schemeClr val="bg1"/>
                </a:solidFill>
                <a:latin typeface="Arial"/>
                <a:ea typeface="Arial Unicode MS"/>
                <a:cs typeface="Arial"/>
              </a:rPr>
              <a:t>(ring or line)</a:t>
            </a:r>
          </a:p>
          <a:p>
            <a:pPr marL="171450" indent="-171450">
              <a:spcBef>
                <a:spcPts val="300"/>
              </a:spcBef>
              <a:buFont typeface="Arial"/>
              <a:buChar char="•"/>
              <a:tabLst>
                <a:tab pos="0" algn="l"/>
              </a:tabLst>
            </a:pPr>
            <a:r>
              <a:rPr lang="en-US" sz="1400" b="1" dirty="0">
                <a:solidFill>
                  <a:schemeClr val="bg1"/>
                </a:solidFill>
                <a:latin typeface="Arial"/>
                <a:ea typeface="Arial Unicode MS"/>
                <a:cs typeface="Arial"/>
              </a:rPr>
              <a:t>Fault tolerance: CPU, PROFINET Interruption, Interface-Module and Subnet</a:t>
            </a:r>
          </a:p>
          <a:p>
            <a:pPr>
              <a:spcBef>
                <a:spcPts val="300"/>
              </a:spcBef>
              <a:tabLst>
                <a:tab pos="0" algn="l"/>
              </a:tabLst>
            </a:pPr>
            <a:endParaRPr lang="en-US" sz="1400" dirty="0">
              <a:solidFill>
                <a:schemeClr val="bg1"/>
              </a:solidFill>
            </a:endParaRPr>
          </a:p>
        </p:txBody>
      </p:sp>
      <p:sp>
        <p:nvSpPr>
          <p:cNvPr id="8" name="Rechteck: abgerundete Ecken 7">
            <a:extLst>
              <a:ext uri="{FF2B5EF4-FFF2-40B4-BE49-F238E27FC236}">
                <a16:creationId xmlns:a16="http://schemas.microsoft.com/office/drawing/2014/main" id="{ACFC659A-4B42-964B-258F-C5EDD021E64E}"/>
              </a:ext>
            </a:extLst>
          </p:cNvPr>
          <p:cNvSpPr/>
          <p:nvPr/>
        </p:nvSpPr>
        <p:spPr bwMode="auto">
          <a:xfrm>
            <a:off x="3988302" y="3402035"/>
            <a:ext cx="1324002" cy="2172338"/>
          </a:xfrm>
          <a:prstGeom prst="roundRect">
            <a:avLst/>
          </a:prstGeom>
          <a:noFill/>
          <a:ln w="38100">
            <a:solidFill>
              <a:srgbClr val="A5E1E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200" dirty="0">
              <a:solidFill>
                <a:schemeClr val="bg1"/>
              </a:solidFill>
              <a:latin typeface="+mn-lt"/>
              <a:ea typeface="Arial Unicode MS" panose="020B0604020202020204" pitchFamily="34" charset="-128"/>
              <a:cs typeface="Arial Unicode MS" panose="020B0604020202020204" pitchFamily="34" charset="-128"/>
            </a:endParaRPr>
          </a:p>
        </p:txBody>
      </p:sp>
      <p:sp>
        <p:nvSpPr>
          <p:cNvPr id="9" name="Freihandform: Form 8">
            <a:extLst>
              <a:ext uri="{FF2B5EF4-FFF2-40B4-BE49-F238E27FC236}">
                <a16:creationId xmlns:a16="http://schemas.microsoft.com/office/drawing/2014/main" id="{65C6715C-5B9B-4B82-B380-023BE6906736}"/>
              </a:ext>
            </a:extLst>
          </p:cNvPr>
          <p:cNvSpPr/>
          <p:nvPr/>
        </p:nvSpPr>
        <p:spPr bwMode="auto">
          <a:xfrm>
            <a:off x="3382786" y="3528297"/>
            <a:ext cx="1639351" cy="329378"/>
          </a:xfrm>
          <a:custGeom>
            <a:avLst/>
            <a:gdLst>
              <a:gd name="connsiteX0" fmla="*/ 0 w 1576136"/>
              <a:gd name="connsiteY0" fmla="*/ 24063 h 300789"/>
              <a:gd name="connsiteX1" fmla="*/ 0 w 1576136"/>
              <a:gd name="connsiteY1" fmla="*/ 300789 h 300789"/>
              <a:gd name="connsiteX2" fmla="*/ 1576136 w 1576136"/>
              <a:gd name="connsiteY2" fmla="*/ 300789 h 300789"/>
              <a:gd name="connsiteX3" fmla="*/ 1576136 w 1576136"/>
              <a:gd name="connsiteY3" fmla="*/ 0 h 300789"/>
            </a:gdLst>
            <a:ahLst/>
            <a:cxnLst>
              <a:cxn ang="0">
                <a:pos x="connsiteX0" y="connsiteY0"/>
              </a:cxn>
              <a:cxn ang="0">
                <a:pos x="connsiteX1" y="connsiteY1"/>
              </a:cxn>
              <a:cxn ang="0">
                <a:pos x="connsiteX2" y="connsiteY2"/>
              </a:cxn>
              <a:cxn ang="0">
                <a:pos x="connsiteX3" y="connsiteY3"/>
              </a:cxn>
            </a:cxnLst>
            <a:rect l="l" t="t" r="r" b="b"/>
            <a:pathLst>
              <a:path w="1576136" h="300789">
                <a:moveTo>
                  <a:pt x="0" y="24063"/>
                </a:moveTo>
                <a:lnTo>
                  <a:pt x="0" y="300789"/>
                </a:lnTo>
                <a:lnTo>
                  <a:pt x="1576136" y="300789"/>
                </a:lnTo>
                <a:lnTo>
                  <a:pt x="1576136" y="0"/>
                </a:lnTo>
              </a:path>
            </a:pathLst>
          </a:custGeom>
          <a:noFill/>
          <a:ln w="19050">
            <a:solidFill>
              <a:srgbClr val="FFB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sz="1200" dirty="0">
              <a:solidFill>
                <a:schemeClr val="bg1"/>
              </a:solidFill>
            </a:endParaRPr>
          </a:p>
        </p:txBody>
      </p:sp>
      <p:sp>
        <p:nvSpPr>
          <p:cNvPr id="10" name="Freihandform: Form 9">
            <a:extLst>
              <a:ext uri="{FF2B5EF4-FFF2-40B4-BE49-F238E27FC236}">
                <a16:creationId xmlns:a16="http://schemas.microsoft.com/office/drawing/2014/main" id="{5787C2D2-ADDC-13A9-7603-143BD6AE172A}"/>
              </a:ext>
            </a:extLst>
          </p:cNvPr>
          <p:cNvSpPr/>
          <p:nvPr/>
        </p:nvSpPr>
        <p:spPr bwMode="auto">
          <a:xfrm>
            <a:off x="3422523" y="3483289"/>
            <a:ext cx="1555727" cy="329378"/>
          </a:xfrm>
          <a:custGeom>
            <a:avLst/>
            <a:gdLst>
              <a:gd name="connsiteX0" fmla="*/ 0 w 1576136"/>
              <a:gd name="connsiteY0" fmla="*/ 24063 h 300789"/>
              <a:gd name="connsiteX1" fmla="*/ 0 w 1576136"/>
              <a:gd name="connsiteY1" fmla="*/ 300789 h 300789"/>
              <a:gd name="connsiteX2" fmla="*/ 1576136 w 1576136"/>
              <a:gd name="connsiteY2" fmla="*/ 300789 h 300789"/>
              <a:gd name="connsiteX3" fmla="*/ 1576136 w 1576136"/>
              <a:gd name="connsiteY3" fmla="*/ 0 h 300789"/>
            </a:gdLst>
            <a:ahLst/>
            <a:cxnLst>
              <a:cxn ang="0">
                <a:pos x="connsiteX0" y="connsiteY0"/>
              </a:cxn>
              <a:cxn ang="0">
                <a:pos x="connsiteX1" y="connsiteY1"/>
              </a:cxn>
              <a:cxn ang="0">
                <a:pos x="connsiteX2" y="connsiteY2"/>
              </a:cxn>
              <a:cxn ang="0">
                <a:pos x="connsiteX3" y="connsiteY3"/>
              </a:cxn>
            </a:cxnLst>
            <a:rect l="l" t="t" r="r" b="b"/>
            <a:pathLst>
              <a:path w="1576136" h="300789">
                <a:moveTo>
                  <a:pt x="0" y="24063"/>
                </a:moveTo>
                <a:lnTo>
                  <a:pt x="0" y="300789"/>
                </a:lnTo>
                <a:lnTo>
                  <a:pt x="1576136" y="300789"/>
                </a:lnTo>
                <a:lnTo>
                  <a:pt x="1576136" y="0"/>
                </a:lnTo>
              </a:path>
            </a:pathLst>
          </a:custGeom>
          <a:noFill/>
          <a:ln w="19050">
            <a:solidFill>
              <a:srgbClr val="FFB9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tlCol="0" anchor="ctr"/>
          <a:lstStyle/>
          <a:p>
            <a:pPr algn="ctr"/>
            <a:endParaRPr lang="en-US" sz="1200" dirty="0">
              <a:solidFill>
                <a:schemeClr val="bg1"/>
              </a:solidFill>
            </a:endParaRPr>
          </a:p>
        </p:txBody>
      </p:sp>
      <p:sp>
        <p:nvSpPr>
          <p:cNvPr id="11" name="Rechteck: abgerundete Ecken 10">
            <a:extLst>
              <a:ext uri="{FF2B5EF4-FFF2-40B4-BE49-F238E27FC236}">
                <a16:creationId xmlns:a16="http://schemas.microsoft.com/office/drawing/2014/main" id="{060DABB7-562E-6460-2380-2E55769BB4C2}"/>
              </a:ext>
            </a:extLst>
          </p:cNvPr>
          <p:cNvSpPr/>
          <p:nvPr/>
        </p:nvSpPr>
        <p:spPr bwMode="auto">
          <a:xfrm>
            <a:off x="2457248" y="3402035"/>
            <a:ext cx="1419765" cy="2172338"/>
          </a:xfrm>
          <a:prstGeom prst="roundRect">
            <a:avLst/>
          </a:prstGeom>
          <a:noFill/>
          <a:ln w="38100">
            <a:solidFill>
              <a:srgbClr val="92D05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200" dirty="0">
              <a:solidFill>
                <a:schemeClr val="bg1"/>
              </a:solidFill>
              <a:latin typeface="+mn-lt"/>
              <a:ea typeface="Arial Unicode MS" panose="020B0604020202020204" pitchFamily="34" charset="-128"/>
              <a:cs typeface="Arial Unicode MS" panose="020B0604020202020204" pitchFamily="34" charset="-128"/>
            </a:endParaRPr>
          </a:p>
        </p:txBody>
      </p:sp>
      <p:grpSp>
        <p:nvGrpSpPr>
          <p:cNvPr id="12" name="Gruppieren 11">
            <a:extLst>
              <a:ext uri="{FF2B5EF4-FFF2-40B4-BE49-F238E27FC236}">
                <a16:creationId xmlns:a16="http://schemas.microsoft.com/office/drawing/2014/main" id="{F636FB37-2C31-601F-BFA3-1EEDD1C91966}"/>
              </a:ext>
            </a:extLst>
          </p:cNvPr>
          <p:cNvGrpSpPr/>
          <p:nvPr/>
        </p:nvGrpSpPr>
        <p:grpSpPr>
          <a:xfrm>
            <a:off x="4271199" y="2874066"/>
            <a:ext cx="792784" cy="701171"/>
            <a:chOff x="5633257" y="2448326"/>
            <a:chExt cx="3891741" cy="2958295"/>
          </a:xfrm>
          <a:solidFill>
            <a:srgbClr val="FFFFFF"/>
          </a:solidFill>
        </p:grpSpPr>
        <p:pic>
          <p:nvPicPr>
            <p:cNvPr id="13" name="product_simatic-s7-1500.png">
              <a:extLst>
                <a:ext uri="{FF2B5EF4-FFF2-40B4-BE49-F238E27FC236}">
                  <a16:creationId xmlns:a16="http://schemas.microsoft.com/office/drawing/2014/main" id="{6B8B4972-57B9-3E4F-8899-9ABF5958E841}"/>
                </a:ext>
              </a:extLst>
            </p:cNvPr>
            <p:cNvPicPr>
              <a:picLocks noChangeAspect="1"/>
            </p:cNvPicPr>
            <p:nvPr>
              <p:custDataLst>
                <p:tags r:id="rId4"/>
              </p:custDataLst>
            </p:nvPr>
          </p:nvPicPr>
          <p:blipFill rotWithShape="1">
            <a:blip r:embed="rId8">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4" name="product_simatic-s7-1500.png">
              <a:extLst>
                <a:ext uri="{FF2B5EF4-FFF2-40B4-BE49-F238E27FC236}">
                  <a16:creationId xmlns:a16="http://schemas.microsoft.com/office/drawing/2014/main" id="{44B1F35F-1A4E-4EC8-AFA3-6670F718470B}"/>
                </a:ext>
              </a:extLst>
            </p:cNvPr>
            <p:cNvPicPr>
              <a:picLocks noChangeAspect="1"/>
            </p:cNvPicPr>
            <p:nvPr>
              <p:custDataLst>
                <p:tags r:id="rId5"/>
              </p:custDataLst>
            </p:nvPr>
          </p:nvPicPr>
          <p:blipFill rotWithShape="1">
            <a:blip r:embed="rId8">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5" name="product_simatic-s7-1500.png">
              <a:extLst>
                <a:ext uri="{FF2B5EF4-FFF2-40B4-BE49-F238E27FC236}">
                  <a16:creationId xmlns:a16="http://schemas.microsoft.com/office/drawing/2014/main" id="{A40B6AE7-3966-0757-3F8F-C9F664569C28}"/>
                </a:ext>
              </a:extLst>
            </p:cNvPr>
            <p:cNvPicPr>
              <a:picLocks noChangeAspect="1"/>
            </p:cNvPicPr>
            <p:nvPr>
              <p:custDataLst>
                <p:tags r:id="rId6"/>
              </p:custDataLst>
            </p:nvPr>
          </p:nvPicPr>
          <p:blipFill rotWithShape="1">
            <a:blip r:embed="rId8">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6" name="Gruppieren 15">
            <a:extLst>
              <a:ext uri="{FF2B5EF4-FFF2-40B4-BE49-F238E27FC236}">
                <a16:creationId xmlns:a16="http://schemas.microsoft.com/office/drawing/2014/main" id="{2C390B7E-80BB-FD56-AD48-BC54BD104D01}"/>
              </a:ext>
            </a:extLst>
          </p:cNvPr>
          <p:cNvGrpSpPr/>
          <p:nvPr/>
        </p:nvGrpSpPr>
        <p:grpSpPr>
          <a:xfrm>
            <a:off x="2677556" y="2874066"/>
            <a:ext cx="792784" cy="701171"/>
            <a:chOff x="5633257" y="2448326"/>
            <a:chExt cx="3891741" cy="2958295"/>
          </a:xfrm>
          <a:solidFill>
            <a:srgbClr val="FFFFFF"/>
          </a:solidFill>
        </p:grpSpPr>
        <p:pic>
          <p:nvPicPr>
            <p:cNvPr id="17" name="product_simatic-s7-1500.png">
              <a:extLst>
                <a:ext uri="{FF2B5EF4-FFF2-40B4-BE49-F238E27FC236}">
                  <a16:creationId xmlns:a16="http://schemas.microsoft.com/office/drawing/2014/main" id="{0C0453B7-A280-CA79-C538-173C8BBDF96F}"/>
                </a:ext>
              </a:extLst>
            </p:cNvPr>
            <p:cNvPicPr>
              <a:picLocks noChangeAspect="1"/>
            </p:cNvPicPr>
            <p:nvPr>
              <p:custDataLst>
                <p:tags r:id="rId1"/>
              </p:custDataLst>
            </p:nvPr>
          </p:nvPicPr>
          <p:blipFill rotWithShape="1">
            <a:blip r:embed="rId8">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8" name="product_simatic-s7-1500.png">
              <a:extLst>
                <a:ext uri="{FF2B5EF4-FFF2-40B4-BE49-F238E27FC236}">
                  <a16:creationId xmlns:a16="http://schemas.microsoft.com/office/drawing/2014/main" id="{FB94C7CC-594A-49BF-BADF-00CABD825A5D}"/>
                </a:ext>
              </a:extLst>
            </p:cNvPr>
            <p:cNvPicPr>
              <a:picLocks noChangeAspect="1"/>
            </p:cNvPicPr>
            <p:nvPr>
              <p:custDataLst>
                <p:tags r:id="rId2"/>
              </p:custDataLst>
            </p:nvPr>
          </p:nvPicPr>
          <p:blipFill rotWithShape="1">
            <a:blip r:embed="rId8">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9" name="product_simatic-s7-1500.png">
              <a:extLst>
                <a:ext uri="{FF2B5EF4-FFF2-40B4-BE49-F238E27FC236}">
                  <a16:creationId xmlns:a16="http://schemas.microsoft.com/office/drawing/2014/main" id="{8122F986-B1B4-5022-F480-D3A0ED6509A4}"/>
                </a:ext>
              </a:extLst>
            </p:cNvPr>
            <p:cNvPicPr>
              <a:picLocks noChangeAspect="1"/>
            </p:cNvPicPr>
            <p:nvPr>
              <p:custDataLst>
                <p:tags r:id="rId3"/>
              </p:custDataLst>
            </p:nvPr>
          </p:nvPicPr>
          <p:blipFill rotWithShape="1">
            <a:blip r:embed="rId8">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pic>
        <p:nvPicPr>
          <p:cNvPr id="20" name="Grafik 19">
            <a:extLst>
              <a:ext uri="{FF2B5EF4-FFF2-40B4-BE49-F238E27FC236}">
                <a16:creationId xmlns:a16="http://schemas.microsoft.com/office/drawing/2014/main" id="{3190720C-9597-CB9E-D7A6-C466267CA9FE}"/>
              </a:ext>
            </a:extLst>
          </p:cNvPr>
          <p:cNvPicPr>
            <a:picLocks noChangeAspect="1"/>
          </p:cNvPicPr>
          <p:nvPr/>
        </p:nvPicPr>
        <p:blipFill>
          <a:blip r:embed="rId9"/>
          <a:stretch>
            <a:fillRect/>
          </a:stretch>
        </p:blipFill>
        <p:spPr>
          <a:xfrm>
            <a:off x="3765764" y="3997361"/>
            <a:ext cx="663165" cy="521518"/>
          </a:xfrm>
          <a:prstGeom prst="rect">
            <a:avLst/>
          </a:prstGeom>
        </p:spPr>
      </p:pic>
      <p:cxnSp>
        <p:nvCxnSpPr>
          <p:cNvPr id="21" name="Gerade Verbindung mit Pfeil 20">
            <a:extLst>
              <a:ext uri="{FF2B5EF4-FFF2-40B4-BE49-F238E27FC236}">
                <a16:creationId xmlns:a16="http://schemas.microsoft.com/office/drawing/2014/main" id="{8F51AFEC-39DC-C3BD-7C8D-3A41230BBFA7}"/>
              </a:ext>
            </a:extLst>
          </p:cNvPr>
          <p:cNvCxnSpPr/>
          <p:nvPr/>
        </p:nvCxnSpPr>
        <p:spPr bwMode="auto">
          <a:xfrm flipH="1">
            <a:off x="3988302" y="3607447"/>
            <a:ext cx="440627" cy="513940"/>
          </a:xfrm>
          <a:prstGeom prst="straightConnector1">
            <a:avLst/>
          </a:prstGeom>
          <a:solidFill>
            <a:schemeClr val="tx2"/>
          </a:solidFill>
          <a:ln w="9525" cap="flat" cmpd="sng" algn="ctr">
            <a:solidFill>
              <a:schemeClr val="accent1"/>
            </a:solidFill>
            <a:prstDash val="solid"/>
            <a:round/>
            <a:headEnd type="triangl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mit Pfeil 21">
            <a:extLst>
              <a:ext uri="{FF2B5EF4-FFF2-40B4-BE49-F238E27FC236}">
                <a16:creationId xmlns:a16="http://schemas.microsoft.com/office/drawing/2014/main" id="{EEC592EA-A9D0-8F2F-6EB3-AE67E153E9A2}"/>
              </a:ext>
            </a:extLst>
          </p:cNvPr>
          <p:cNvCxnSpPr/>
          <p:nvPr/>
        </p:nvCxnSpPr>
        <p:spPr bwMode="auto">
          <a:xfrm flipH="1" flipV="1">
            <a:off x="2902721" y="3600334"/>
            <a:ext cx="944914" cy="510710"/>
          </a:xfrm>
          <a:prstGeom prst="straightConnector1">
            <a:avLst/>
          </a:prstGeom>
          <a:solidFill>
            <a:schemeClr val="tx2"/>
          </a:solidFill>
          <a:ln w="9525" cap="flat" cmpd="sng" algn="ctr">
            <a:solidFill>
              <a:schemeClr val="accent1"/>
            </a:solidFill>
            <a:prstDash val="solid"/>
            <a:round/>
            <a:headEnd type="triangl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pic>
        <p:nvPicPr>
          <p:cNvPr id="23" name="Grafik 22">
            <a:extLst>
              <a:ext uri="{FF2B5EF4-FFF2-40B4-BE49-F238E27FC236}">
                <a16:creationId xmlns:a16="http://schemas.microsoft.com/office/drawing/2014/main" id="{A5DD4097-FF15-9544-CAA3-D2B53DB5CFA5}"/>
              </a:ext>
            </a:extLst>
          </p:cNvPr>
          <p:cNvPicPr>
            <a:picLocks noChangeAspect="1"/>
          </p:cNvPicPr>
          <p:nvPr/>
        </p:nvPicPr>
        <p:blipFill>
          <a:blip r:embed="rId10"/>
          <a:stretch>
            <a:fillRect/>
          </a:stretch>
        </p:blipFill>
        <p:spPr>
          <a:xfrm>
            <a:off x="3245723" y="1310251"/>
            <a:ext cx="1262579" cy="945097"/>
          </a:xfrm>
          <a:prstGeom prst="rect">
            <a:avLst/>
          </a:prstGeom>
        </p:spPr>
      </p:pic>
      <p:cxnSp>
        <p:nvCxnSpPr>
          <p:cNvPr id="24" name="Gerader Verbinder 23">
            <a:extLst>
              <a:ext uri="{FF2B5EF4-FFF2-40B4-BE49-F238E27FC236}">
                <a16:creationId xmlns:a16="http://schemas.microsoft.com/office/drawing/2014/main" id="{F1DA053B-9194-09BD-FA44-B7DBA89A3587}"/>
              </a:ext>
            </a:extLst>
          </p:cNvPr>
          <p:cNvCxnSpPr>
            <a:cxnSpLocks/>
          </p:cNvCxnSpPr>
          <p:nvPr/>
        </p:nvCxnSpPr>
        <p:spPr>
          <a:xfrm>
            <a:off x="2677556" y="2531246"/>
            <a:ext cx="2360069" cy="0"/>
          </a:xfrm>
          <a:prstGeom prst="line">
            <a:avLst/>
          </a:prstGeom>
          <a:ln w="38100">
            <a:solidFill>
              <a:srgbClr val="00B050"/>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6BBAF7B0-A767-244E-EDBA-85AE8E33D554}"/>
              </a:ext>
            </a:extLst>
          </p:cNvPr>
          <p:cNvCxnSpPr>
            <a:cxnSpLocks/>
            <a:endCxn id="17" idx="0"/>
          </p:cNvCxnSpPr>
          <p:nvPr/>
        </p:nvCxnSpPr>
        <p:spPr>
          <a:xfrm>
            <a:off x="3152126" y="2544029"/>
            <a:ext cx="0" cy="330037"/>
          </a:xfrm>
          <a:prstGeom prst="line">
            <a:avLst/>
          </a:prstGeom>
          <a:ln w="38100">
            <a:solidFill>
              <a:srgbClr val="00B050"/>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B9DF61B7-755E-F4BA-71D0-7B9010B1A4F1}"/>
              </a:ext>
            </a:extLst>
          </p:cNvPr>
          <p:cNvCxnSpPr>
            <a:cxnSpLocks/>
          </p:cNvCxnSpPr>
          <p:nvPr/>
        </p:nvCxnSpPr>
        <p:spPr>
          <a:xfrm>
            <a:off x="4745769" y="2544028"/>
            <a:ext cx="0" cy="330037"/>
          </a:xfrm>
          <a:prstGeom prst="line">
            <a:avLst/>
          </a:prstGeom>
          <a:ln w="38100">
            <a:solidFill>
              <a:srgbClr val="00B050"/>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80207E43-8CFA-5007-A394-ACA926D7ED9A}"/>
              </a:ext>
            </a:extLst>
          </p:cNvPr>
          <p:cNvCxnSpPr>
            <a:cxnSpLocks/>
            <a:stCxn id="23" idx="2"/>
          </p:cNvCxnSpPr>
          <p:nvPr/>
        </p:nvCxnSpPr>
        <p:spPr>
          <a:xfrm>
            <a:off x="3877013" y="2255348"/>
            <a:ext cx="0" cy="270560"/>
          </a:xfrm>
          <a:prstGeom prst="line">
            <a:avLst/>
          </a:prstGeom>
          <a:ln w="38100">
            <a:solidFill>
              <a:srgbClr val="00B05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0E20407A-9EAB-383B-0415-C83EBC832428}"/>
              </a:ext>
            </a:extLst>
          </p:cNvPr>
          <p:cNvSpPr txBox="1"/>
          <p:nvPr/>
        </p:nvSpPr>
        <p:spPr>
          <a:xfrm>
            <a:off x="3524749" y="3000246"/>
            <a:ext cx="689291" cy="184666"/>
          </a:xfrm>
          <a:prstGeom prst="rect">
            <a:avLst/>
          </a:prstGeom>
          <a:noFill/>
        </p:spPr>
        <p:txBody>
          <a:bodyPr wrap="none" lIns="0" tIns="0" rIns="0" bIns="0" rtlCol="0">
            <a:spAutoFit/>
          </a:bodyPr>
          <a:lstStyle/>
          <a:p>
            <a:pPr algn="l"/>
            <a:r>
              <a:rPr lang="en-US" sz="1200" dirty="0">
                <a:solidFill>
                  <a:schemeClr val="bg1"/>
                </a:solidFill>
              </a:rPr>
              <a:t>S7-1500H</a:t>
            </a:r>
          </a:p>
        </p:txBody>
      </p:sp>
      <p:sp>
        <p:nvSpPr>
          <p:cNvPr id="29" name="Textfeld 28">
            <a:extLst>
              <a:ext uri="{FF2B5EF4-FFF2-40B4-BE49-F238E27FC236}">
                <a16:creationId xmlns:a16="http://schemas.microsoft.com/office/drawing/2014/main" id="{B966BFED-F6B2-2EDE-3941-73E42D33F649}"/>
              </a:ext>
            </a:extLst>
          </p:cNvPr>
          <p:cNvSpPr txBox="1"/>
          <p:nvPr/>
        </p:nvSpPr>
        <p:spPr>
          <a:xfrm>
            <a:off x="2756250" y="4525738"/>
            <a:ext cx="827151" cy="184666"/>
          </a:xfrm>
          <a:prstGeom prst="rect">
            <a:avLst/>
          </a:prstGeom>
          <a:noFill/>
        </p:spPr>
        <p:txBody>
          <a:bodyPr wrap="none" lIns="0" tIns="0" rIns="0" bIns="0" rtlCol="0">
            <a:spAutoFit/>
          </a:bodyPr>
          <a:lstStyle/>
          <a:p>
            <a:pPr algn="r"/>
            <a:r>
              <a:rPr lang="en-US" sz="1200" dirty="0">
                <a:solidFill>
                  <a:schemeClr val="bg1"/>
                </a:solidFill>
              </a:rPr>
              <a:t>AND 200SP</a:t>
            </a:r>
          </a:p>
        </p:txBody>
      </p:sp>
      <p:sp>
        <p:nvSpPr>
          <p:cNvPr id="30" name="Textfeld 29">
            <a:extLst>
              <a:ext uri="{FF2B5EF4-FFF2-40B4-BE49-F238E27FC236}">
                <a16:creationId xmlns:a16="http://schemas.microsoft.com/office/drawing/2014/main" id="{9915FDFA-1EB0-CB1D-5AE3-94754B47FB5F}"/>
              </a:ext>
            </a:extLst>
          </p:cNvPr>
          <p:cNvSpPr txBox="1"/>
          <p:nvPr/>
        </p:nvSpPr>
        <p:spPr>
          <a:xfrm>
            <a:off x="2784567" y="5613585"/>
            <a:ext cx="775853" cy="184666"/>
          </a:xfrm>
          <a:prstGeom prst="rect">
            <a:avLst/>
          </a:prstGeom>
          <a:noFill/>
        </p:spPr>
        <p:txBody>
          <a:bodyPr wrap="none" lIns="0" tIns="0" rIns="0" bIns="0" rtlCol="0">
            <a:spAutoFit/>
          </a:bodyPr>
          <a:lstStyle/>
          <a:p>
            <a:pPr algn="r"/>
            <a:r>
              <a:rPr lang="en-US" sz="1200" dirty="0">
                <a:solidFill>
                  <a:schemeClr val="bg1"/>
                </a:solidFill>
              </a:rPr>
              <a:t>Network #1</a:t>
            </a:r>
          </a:p>
        </p:txBody>
      </p:sp>
      <p:sp>
        <p:nvSpPr>
          <p:cNvPr id="31" name="Textfeld 30">
            <a:extLst>
              <a:ext uri="{FF2B5EF4-FFF2-40B4-BE49-F238E27FC236}">
                <a16:creationId xmlns:a16="http://schemas.microsoft.com/office/drawing/2014/main" id="{959432C8-4E4D-A114-C779-FD7EAE0899E8}"/>
              </a:ext>
            </a:extLst>
          </p:cNvPr>
          <p:cNvSpPr txBox="1"/>
          <p:nvPr/>
        </p:nvSpPr>
        <p:spPr>
          <a:xfrm>
            <a:off x="4208616" y="5613585"/>
            <a:ext cx="775853" cy="184666"/>
          </a:xfrm>
          <a:prstGeom prst="rect">
            <a:avLst/>
          </a:prstGeom>
          <a:noFill/>
        </p:spPr>
        <p:txBody>
          <a:bodyPr wrap="none" lIns="0" tIns="0" rIns="0" bIns="0" rtlCol="0">
            <a:spAutoFit/>
          </a:bodyPr>
          <a:lstStyle/>
          <a:p>
            <a:pPr algn="r"/>
            <a:r>
              <a:rPr lang="en-US" sz="1200" dirty="0">
                <a:solidFill>
                  <a:schemeClr val="bg1"/>
                </a:solidFill>
              </a:rPr>
              <a:t>Network #2</a:t>
            </a:r>
          </a:p>
        </p:txBody>
      </p:sp>
      <p:pic>
        <p:nvPicPr>
          <p:cNvPr id="32" name="Grafik 31">
            <a:extLst>
              <a:ext uri="{FF2B5EF4-FFF2-40B4-BE49-F238E27FC236}">
                <a16:creationId xmlns:a16="http://schemas.microsoft.com/office/drawing/2014/main" id="{8D7A0C7D-3ECC-51CA-BC22-70D59C4E807E}"/>
              </a:ext>
            </a:extLst>
          </p:cNvPr>
          <p:cNvPicPr>
            <a:picLocks noChangeAspect="1"/>
          </p:cNvPicPr>
          <p:nvPr/>
        </p:nvPicPr>
        <p:blipFill>
          <a:blip r:embed="rId9"/>
          <a:stretch>
            <a:fillRect/>
          </a:stretch>
        </p:blipFill>
        <p:spPr>
          <a:xfrm>
            <a:off x="3746727" y="4710479"/>
            <a:ext cx="663165" cy="521518"/>
          </a:xfrm>
          <a:prstGeom prst="rect">
            <a:avLst/>
          </a:prstGeom>
        </p:spPr>
      </p:pic>
      <p:sp>
        <p:nvSpPr>
          <p:cNvPr id="33" name="Textfeld 32">
            <a:extLst>
              <a:ext uri="{FF2B5EF4-FFF2-40B4-BE49-F238E27FC236}">
                <a16:creationId xmlns:a16="http://schemas.microsoft.com/office/drawing/2014/main" id="{3B656407-240D-6076-8092-3E1B594F5629}"/>
              </a:ext>
            </a:extLst>
          </p:cNvPr>
          <p:cNvSpPr txBox="1"/>
          <p:nvPr/>
        </p:nvSpPr>
        <p:spPr>
          <a:xfrm>
            <a:off x="5898382" y="5564764"/>
            <a:ext cx="5489378" cy="461665"/>
          </a:xfrm>
          <a:prstGeom prst="rect">
            <a:avLst/>
          </a:prstGeom>
          <a:noFill/>
        </p:spPr>
        <p:txBody>
          <a:bodyPr wrap="square" lIns="0" tIns="0" rIns="0" bIns="0" rtlCol="0" anchor="t">
            <a:spAutoFit/>
          </a:bodyPr>
          <a:lstStyle/>
          <a:p>
            <a:r>
              <a:rPr lang="en-US" sz="1600" dirty="0"/>
              <a:t>For details on system redundancy R1, see Slide Set – Part 2 </a:t>
            </a:r>
            <a:br>
              <a:rPr lang="en-US" sz="1600" dirty="0"/>
            </a:br>
            <a:r>
              <a:rPr lang="en-US" sz="1400" dirty="0">
                <a:solidFill>
                  <a:srgbClr val="009999"/>
                </a:solidFill>
              </a:rPr>
              <a:t>„</a:t>
            </a:r>
            <a:r>
              <a:rPr lang="en-US" sz="1400" dirty="0">
                <a:solidFill>
                  <a:srgbClr val="009999"/>
                </a:solidFill>
                <a:latin typeface="Arial"/>
                <a:ea typeface="+mj-ea"/>
                <a:cs typeface="+mj-cs"/>
              </a:rPr>
              <a:t>PROFINET System Redundancy </a:t>
            </a:r>
            <a:r>
              <a:rPr lang="en-US" sz="1400" dirty="0">
                <a:solidFill>
                  <a:srgbClr val="009999"/>
                </a:solidFill>
              </a:rPr>
              <a:t>with S7-1500R/H and ET 200"</a:t>
            </a:r>
            <a:endParaRPr lang="en-US" sz="1600" dirty="0">
              <a:solidFill>
                <a:srgbClr val="009999"/>
              </a:solidFill>
            </a:endParaRPr>
          </a:p>
        </p:txBody>
      </p:sp>
    </p:spTree>
    <p:extLst>
      <p:ext uri="{BB962C8B-B14F-4D97-AF65-F5344CB8AC3E}">
        <p14:creationId xmlns:p14="http://schemas.microsoft.com/office/powerpoint/2010/main" val="20237900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4AD9444-4572-4A7F-879D-55ADE8B5B72A}"/>
              </a:ext>
            </a:extLst>
          </p:cNvPr>
          <p:cNvPicPr>
            <a:picLocks noChangeAspect="1"/>
          </p:cNvPicPr>
          <p:nvPr/>
        </p:nvPicPr>
        <p:blipFill>
          <a:blip r:embed="rId4"/>
          <a:stretch>
            <a:fillRect/>
          </a:stretch>
        </p:blipFill>
        <p:spPr>
          <a:xfrm>
            <a:off x="905455" y="3032758"/>
            <a:ext cx="2018814" cy="1800910"/>
          </a:xfrm>
          <a:prstGeom prst="rect">
            <a:avLst/>
          </a:prstGeom>
        </p:spPr>
      </p:pic>
      <p:pic>
        <p:nvPicPr>
          <p:cNvPr id="8" name="Grafik 7">
            <a:extLst>
              <a:ext uri="{FF2B5EF4-FFF2-40B4-BE49-F238E27FC236}">
                <a16:creationId xmlns:a16="http://schemas.microsoft.com/office/drawing/2014/main" id="{908FC445-D41D-47BF-B5A7-C11CDECC6773}"/>
              </a:ext>
            </a:extLst>
          </p:cNvPr>
          <p:cNvPicPr>
            <a:picLocks noChangeAspect="1"/>
          </p:cNvPicPr>
          <p:nvPr/>
        </p:nvPicPr>
        <p:blipFill>
          <a:blip r:embed="rId5"/>
          <a:stretch>
            <a:fillRect/>
          </a:stretch>
        </p:blipFill>
        <p:spPr>
          <a:xfrm>
            <a:off x="3214242" y="3032758"/>
            <a:ext cx="2128156" cy="1840386"/>
          </a:xfrm>
          <a:prstGeom prst="rect">
            <a:avLst/>
          </a:prstGeom>
        </p:spPr>
      </p:pic>
      <p:pic>
        <p:nvPicPr>
          <p:cNvPr id="11" name="Grafik 10">
            <a:extLst>
              <a:ext uri="{FF2B5EF4-FFF2-40B4-BE49-F238E27FC236}">
                <a16:creationId xmlns:a16="http://schemas.microsoft.com/office/drawing/2014/main" id="{FCFFB249-CC7F-4FF5-B363-27E66A6C74C5}"/>
              </a:ext>
            </a:extLst>
          </p:cNvPr>
          <p:cNvPicPr>
            <a:picLocks noChangeAspect="1"/>
          </p:cNvPicPr>
          <p:nvPr/>
        </p:nvPicPr>
        <p:blipFill>
          <a:blip r:embed="rId6"/>
          <a:stretch>
            <a:fillRect/>
          </a:stretch>
        </p:blipFill>
        <p:spPr>
          <a:xfrm>
            <a:off x="5413972" y="3032758"/>
            <a:ext cx="2432126" cy="2383344"/>
          </a:xfrm>
          <a:prstGeom prst="rect">
            <a:avLst/>
          </a:prstGeom>
        </p:spPr>
      </p:pic>
      <p:pic>
        <p:nvPicPr>
          <p:cNvPr id="19" name="Grafik 18">
            <a:extLst>
              <a:ext uri="{FF2B5EF4-FFF2-40B4-BE49-F238E27FC236}">
                <a16:creationId xmlns:a16="http://schemas.microsoft.com/office/drawing/2014/main" id="{178D9B18-8151-457A-ADA3-570CE5D0D4F4}"/>
              </a:ext>
            </a:extLst>
          </p:cNvPr>
          <p:cNvPicPr>
            <a:picLocks noChangeAspect="1"/>
          </p:cNvPicPr>
          <p:nvPr/>
        </p:nvPicPr>
        <p:blipFill>
          <a:blip r:embed="rId7"/>
          <a:stretch>
            <a:fillRect/>
          </a:stretch>
        </p:blipFill>
        <p:spPr>
          <a:xfrm>
            <a:off x="8179017" y="3032758"/>
            <a:ext cx="2095380" cy="2584523"/>
          </a:xfrm>
          <a:prstGeom prst="rect">
            <a:avLst/>
          </a:prstGeom>
        </p:spPr>
      </p:pic>
      <p:sp>
        <p:nvSpPr>
          <p:cNvPr id="21" name="Textfeld 20">
            <a:extLst>
              <a:ext uri="{FF2B5EF4-FFF2-40B4-BE49-F238E27FC236}">
                <a16:creationId xmlns:a16="http://schemas.microsoft.com/office/drawing/2014/main" id="{AA942493-6921-4119-A4D3-74A26D8EB343}"/>
              </a:ext>
            </a:extLst>
          </p:cNvPr>
          <p:cNvSpPr txBox="1"/>
          <p:nvPr/>
        </p:nvSpPr>
        <p:spPr>
          <a:xfrm>
            <a:off x="920522" y="2831480"/>
            <a:ext cx="1845057" cy="161583"/>
          </a:xfrm>
          <a:prstGeom prst="rect">
            <a:avLst/>
          </a:prstGeom>
          <a:noFill/>
        </p:spPr>
        <p:txBody>
          <a:bodyPr wrap="none" lIns="0" tIns="0" rIns="0" bIns="0" rtlCol="0">
            <a:spAutoFit/>
          </a:bodyPr>
          <a:lstStyle/>
          <a:p>
            <a:pPr algn="l"/>
            <a:r>
              <a:rPr lang="en-US" sz="1050" dirty="0"/>
              <a:t>Simple MRP ring (since V15.1)</a:t>
            </a:r>
          </a:p>
        </p:txBody>
      </p:sp>
      <p:sp>
        <p:nvSpPr>
          <p:cNvPr id="22" name="Textfeld 21">
            <a:extLst>
              <a:ext uri="{FF2B5EF4-FFF2-40B4-BE49-F238E27FC236}">
                <a16:creationId xmlns:a16="http://schemas.microsoft.com/office/drawing/2014/main" id="{E475858D-CAE7-4B46-BCF3-F33FD9F27DD7}"/>
              </a:ext>
            </a:extLst>
          </p:cNvPr>
          <p:cNvSpPr txBox="1"/>
          <p:nvPr/>
        </p:nvSpPr>
        <p:spPr>
          <a:xfrm>
            <a:off x="3751185" y="2831479"/>
            <a:ext cx="849593" cy="161583"/>
          </a:xfrm>
          <a:prstGeom prst="rect">
            <a:avLst/>
          </a:prstGeom>
          <a:noFill/>
        </p:spPr>
        <p:txBody>
          <a:bodyPr wrap="none" lIns="0" tIns="0" rIns="0" bIns="0" rtlCol="0">
            <a:spAutoFit/>
          </a:bodyPr>
          <a:lstStyle/>
          <a:p>
            <a:pPr algn="ctr"/>
            <a:r>
              <a:rPr lang="en-US" sz="1050" dirty="0"/>
              <a:t>Line Topology</a:t>
            </a:r>
          </a:p>
        </p:txBody>
      </p:sp>
      <p:sp>
        <p:nvSpPr>
          <p:cNvPr id="23" name="Textfeld 22">
            <a:extLst>
              <a:ext uri="{FF2B5EF4-FFF2-40B4-BE49-F238E27FC236}">
                <a16:creationId xmlns:a16="http://schemas.microsoft.com/office/drawing/2014/main" id="{C7C45789-81E0-430C-94B1-225059A022B9}"/>
              </a:ext>
            </a:extLst>
          </p:cNvPr>
          <p:cNvSpPr txBox="1"/>
          <p:nvPr/>
        </p:nvSpPr>
        <p:spPr>
          <a:xfrm>
            <a:off x="6020008" y="2831478"/>
            <a:ext cx="939361" cy="161583"/>
          </a:xfrm>
          <a:prstGeom prst="rect">
            <a:avLst/>
          </a:prstGeom>
          <a:noFill/>
        </p:spPr>
        <p:txBody>
          <a:bodyPr wrap="none" lIns="0" tIns="0" rIns="0" bIns="0" rtlCol="0">
            <a:spAutoFit/>
          </a:bodyPr>
          <a:lstStyle/>
          <a:p>
            <a:pPr algn="ctr"/>
            <a:r>
              <a:rPr lang="en-US" sz="1050" dirty="0"/>
              <a:t>Separated Ring</a:t>
            </a:r>
          </a:p>
        </p:txBody>
      </p:sp>
      <p:sp>
        <p:nvSpPr>
          <p:cNvPr id="24" name="Textfeld 23">
            <a:extLst>
              <a:ext uri="{FF2B5EF4-FFF2-40B4-BE49-F238E27FC236}">
                <a16:creationId xmlns:a16="http://schemas.microsoft.com/office/drawing/2014/main" id="{6CBC065B-38CE-4973-A069-BE32E92F7D21}"/>
              </a:ext>
            </a:extLst>
          </p:cNvPr>
          <p:cNvSpPr txBox="1"/>
          <p:nvPr/>
        </p:nvSpPr>
        <p:spPr>
          <a:xfrm>
            <a:off x="8535962" y="2831477"/>
            <a:ext cx="1181414" cy="161583"/>
          </a:xfrm>
          <a:prstGeom prst="rect">
            <a:avLst/>
          </a:prstGeom>
          <a:noFill/>
        </p:spPr>
        <p:txBody>
          <a:bodyPr wrap="none" lIns="0" tIns="0" rIns="0" bIns="0" rtlCol="0">
            <a:spAutoFit/>
          </a:bodyPr>
          <a:lstStyle/>
          <a:p>
            <a:pPr algn="ctr"/>
            <a:r>
              <a:rPr lang="en-US" sz="1050" dirty="0"/>
              <a:t>R1 Line + Y-Switch</a:t>
            </a:r>
          </a:p>
        </p:txBody>
      </p:sp>
      <p:sp>
        <p:nvSpPr>
          <p:cNvPr id="26" name="Pfeil: Fünfeck 25">
            <a:extLst>
              <a:ext uri="{FF2B5EF4-FFF2-40B4-BE49-F238E27FC236}">
                <a16:creationId xmlns:a16="http://schemas.microsoft.com/office/drawing/2014/main" id="{69256F88-A152-4744-9A43-744CEE6025EF}"/>
              </a:ext>
            </a:extLst>
          </p:cNvPr>
          <p:cNvSpPr/>
          <p:nvPr/>
        </p:nvSpPr>
        <p:spPr>
          <a:xfrm>
            <a:off x="762959" y="5608692"/>
            <a:ext cx="5547406" cy="807572"/>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nchorCtr="0"/>
          <a:lstStyle/>
          <a:p>
            <a:pPr marL="285750" indent="-285750" algn="l">
              <a:buFont typeface="Arial" panose="020B0604020202020204" pitchFamily="34" charset="0"/>
              <a:buChar char="•"/>
            </a:pPr>
            <a:r>
              <a:rPr lang="en-US" sz="1600" dirty="0"/>
              <a:t>Easier to integrate into existing network structures</a:t>
            </a:r>
          </a:p>
          <a:p>
            <a:pPr marL="285750" indent="-285750" algn="l">
              <a:buFont typeface="Arial" panose="020B0604020202020204" pitchFamily="34" charset="0"/>
              <a:buChar char="•"/>
            </a:pPr>
            <a:r>
              <a:rPr lang="en-US" sz="1600" dirty="0"/>
              <a:t>High flexibility in assembly</a:t>
            </a:r>
          </a:p>
        </p:txBody>
      </p:sp>
      <p:sp>
        <p:nvSpPr>
          <p:cNvPr id="25" name="Titel 3">
            <a:extLst>
              <a:ext uri="{FF2B5EF4-FFF2-40B4-BE49-F238E27FC236}">
                <a16:creationId xmlns:a16="http://schemas.microsoft.com/office/drawing/2014/main" id="{ECAF21E3-7711-47A7-8ED0-588622213F25}"/>
              </a:ext>
            </a:extLst>
          </p:cNvPr>
          <p:cNvSpPr>
            <a:spLocks noGrp="1"/>
          </p:cNvSpPr>
          <p:nvPr>
            <p:ph type="title"/>
          </p:nvPr>
        </p:nvSpPr>
        <p:spPr/>
        <p:txBody>
          <a:bodyPr anchor="t"/>
          <a:lstStyle/>
          <a:p>
            <a:r>
              <a:rPr lang="en-US" dirty="0"/>
              <a:t>SIMATIC S7-1500H</a:t>
            </a:r>
            <a:br>
              <a:rPr lang="en-US" dirty="0"/>
            </a:br>
            <a:r>
              <a:rPr lang="en-US" b="0" dirty="0"/>
              <a:t>More flexibility in network structures</a:t>
            </a:r>
            <a:endParaRPr lang="en-US" b="0" dirty="0">
              <a:solidFill>
                <a:srgbClr val="006487"/>
              </a:solidFill>
            </a:endParaRPr>
          </a:p>
        </p:txBody>
      </p:sp>
      <p:sp>
        <p:nvSpPr>
          <p:cNvPr id="15" name="Text Box 5">
            <a:extLst>
              <a:ext uri="{FF2B5EF4-FFF2-40B4-BE49-F238E27FC236}">
                <a16:creationId xmlns:a16="http://schemas.microsoft.com/office/drawing/2014/main" id="{2246AE51-35D4-41F2-AD8A-9F0C631519B1}"/>
              </a:ext>
            </a:extLst>
          </p:cNvPr>
          <p:cNvSpPr txBox="1">
            <a:spLocks noChangeArrowheads="1"/>
          </p:cNvSpPr>
          <p:nvPr>
            <p:custDataLst>
              <p:tags r:id="rId1"/>
            </p:custDataLst>
          </p:nvPr>
        </p:nvSpPr>
        <p:spPr bwMode="auto">
          <a:xfrm>
            <a:off x="905454" y="1221249"/>
            <a:ext cx="9368941" cy="1297343"/>
          </a:xfrm>
          <a:prstGeom prst="rect">
            <a:avLst/>
          </a:prstGeom>
          <a:gradFill>
            <a:gsLst>
              <a:gs pos="83000">
                <a:srgbClr val="41AAC8"/>
              </a:gs>
              <a:gs pos="50000">
                <a:srgbClr val="32A0A0"/>
              </a:gs>
              <a:gs pos="0">
                <a:srgbClr val="4BB9B9"/>
              </a:gs>
              <a:gs pos="100000">
                <a:srgbClr val="2387AA"/>
              </a:gs>
            </a:gsLst>
            <a:lin ang="0" scaled="0"/>
          </a:gradFill>
          <a:ln>
            <a:noFill/>
          </a:ln>
          <a:effectLst/>
        </p:spPr>
        <p:txBody>
          <a:bodyPr lIns="89953" tIns="46776" rIns="89953" bIns="46776" anchor="ctr" anchorCtr="0"/>
          <a:lstStyle>
            <a:defPPr>
              <a:defRPr lang="en-US"/>
            </a:defPPr>
            <a:lvl1pPr marR="0" lvl="0" fontAlgn="ctr">
              <a:lnSpc>
                <a:spcPct val="100000"/>
              </a:lnSpc>
              <a:spcBef>
                <a:spcPts val="0"/>
              </a:spcBef>
              <a:spcAft>
                <a:spcPts val="0"/>
              </a:spcAft>
              <a:buClr>
                <a:srgbClr val="000000"/>
              </a:buClr>
              <a:buSzPts val="1400"/>
              <a:buFontTx/>
              <a:buNone/>
              <a:tabLst/>
              <a:defRPr sz="1600" b="1" baseline="0">
                <a:solidFill>
                  <a:schemeClr val="bg1"/>
                </a:solidFill>
              </a:defRPr>
            </a:lvl1pPr>
            <a:lvl2pPr marL="742950" indent="-285750" defTabSz="762000" eaLnBrk="0" hangingPunct="0">
              <a:defRPr sz="2000">
                <a:latin typeface="Arial" charset="0"/>
              </a:defRPr>
            </a:lvl2pPr>
            <a:lvl3pPr marL="1143000" indent="-228600" defTabSz="762000" eaLnBrk="0" hangingPunct="0">
              <a:defRPr sz="2000">
                <a:latin typeface="Arial" charset="0"/>
              </a:defRPr>
            </a:lvl3pPr>
            <a:lvl4pPr marL="1600200" indent="-228600" defTabSz="762000" eaLnBrk="0" hangingPunct="0">
              <a:defRPr sz="2000">
                <a:latin typeface="Arial" charset="0"/>
              </a:defRPr>
            </a:lvl4pPr>
            <a:lvl5pPr marL="2057400" indent="-228600" defTabSz="762000" eaLnBrk="0" hangingPunct="0">
              <a:defRPr sz="2000">
                <a:latin typeface="Arial" charset="0"/>
              </a:defRPr>
            </a:lvl5pPr>
            <a:lvl6pPr marL="25146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6pPr>
            <a:lvl7pPr marL="29718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7pPr>
            <a:lvl8pPr marL="34290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8pPr>
            <a:lvl9pPr marL="3886200" indent="-228600" algn="ctr" defTabSz="762000" eaLnBrk="0" fontAlgn="base" hangingPunct="0">
              <a:spcBef>
                <a:spcPct val="50000"/>
              </a:spcBef>
              <a:spcAft>
                <a:spcPct val="0"/>
              </a:spcAft>
              <a:buClr>
                <a:schemeClr val="tx2"/>
              </a:buClr>
              <a:buFont typeface="Wingdings" pitchFamily="2" charset="2"/>
              <a:buChar char="§"/>
              <a:defRPr sz="2000">
                <a:latin typeface="Arial" charset="0"/>
              </a:defRPr>
            </a:lvl9pPr>
          </a:lstStyle>
          <a:p>
            <a:r>
              <a:rPr lang="en-US" b="0" dirty="0"/>
              <a:t>In addition to the construction of an MRP ring, any other structures are possible. For example</a:t>
            </a:r>
          </a:p>
          <a:p>
            <a:pPr marL="285750" indent="-285750">
              <a:buFont typeface="Arial" panose="020B0604020202020204" pitchFamily="34" charset="0"/>
              <a:buChar char="•"/>
            </a:pPr>
            <a:r>
              <a:rPr lang="en-US" b="0" dirty="0"/>
              <a:t>Line Topology</a:t>
            </a:r>
          </a:p>
          <a:p>
            <a:pPr marL="285750" indent="-285750">
              <a:buFont typeface="Arial" panose="020B0604020202020204" pitchFamily="34" charset="0"/>
              <a:buChar char="•"/>
            </a:pPr>
            <a:r>
              <a:rPr lang="en-US" b="0" dirty="0"/>
              <a:t>Separated Ring </a:t>
            </a:r>
          </a:p>
          <a:p>
            <a:pPr marL="285750" indent="-285750">
              <a:buFont typeface="Arial" panose="020B0604020202020204" pitchFamily="34" charset="0"/>
              <a:buChar char="•"/>
            </a:pPr>
            <a:r>
              <a:rPr lang="en-US" b="0" dirty="0"/>
              <a:t>Hybrid Topology</a:t>
            </a:r>
          </a:p>
        </p:txBody>
      </p:sp>
    </p:spTree>
    <p:extLst>
      <p:ext uri="{BB962C8B-B14F-4D97-AF65-F5344CB8AC3E}">
        <p14:creationId xmlns:p14="http://schemas.microsoft.com/office/powerpoint/2010/main" val="20084838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elle 2">
            <a:extLst>
              <a:ext uri="{FF2B5EF4-FFF2-40B4-BE49-F238E27FC236}">
                <a16:creationId xmlns:a16="http://schemas.microsoft.com/office/drawing/2014/main" id="{938D73B4-AAA1-C0D8-3429-656CE78515FD}"/>
              </a:ext>
            </a:extLst>
          </p:cNvPr>
          <p:cNvGraphicFramePr>
            <a:graphicFrameLocks noGrp="1"/>
          </p:cNvGraphicFramePr>
          <p:nvPr>
            <p:extLst>
              <p:ext uri="{D42A27DB-BD31-4B8C-83A1-F6EECF244321}">
                <p14:modId xmlns:p14="http://schemas.microsoft.com/office/powerpoint/2010/main" val="1608915920"/>
              </p:ext>
            </p:extLst>
          </p:nvPr>
        </p:nvGraphicFramePr>
        <p:xfrm>
          <a:off x="889937" y="2507539"/>
          <a:ext cx="6923208" cy="2910419"/>
        </p:xfrm>
        <a:graphic>
          <a:graphicData uri="http://schemas.openxmlformats.org/drawingml/2006/table">
            <a:tbl>
              <a:tblPr firstRow="1" bandRow="1">
                <a:tableStyleId>{5C22544A-7EE6-4342-B048-85BDC9FD1C3A}</a:tableStyleId>
              </a:tblPr>
              <a:tblGrid>
                <a:gridCol w="1201413">
                  <a:extLst>
                    <a:ext uri="{9D8B030D-6E8A-4147-A177-3AD203B41FA5}">
                      <a16:colId xmlns:a16="http://schemas.microsoft.com/office/drawing/2014/main" val="2667299044"/>
                    </a:ext>
                  </a:extLst>
                </a:gridCol>
                <a:gridCol w="2435383">
                  <a:extLst>
                    <a:ext uri="{9D8B030D-6E8A-4147-A177-3AD203B41FA5}">
                      <a16:colId xmlns:a16="http://schemas.microsoft.com/office/drawing/2014/main" val="3336562063"/>
                    </a:ext>
                  </a:extLst>
                </a:gridCol>
                <a:gridCol w="1555610">
                  <a:extLst>
                    <a:ext uri="{9D8B030D-6E8A-4147-A177-3AD203B41FA5}">
                      <a16:colId xmlns:a16="http://schemas.microsoft.com/office/drawing/2014/main" val="2302566243"/>
                    </a:ext>
                  </a:extLst>
                </a:gridCol>
                <a:gridCol w="1730802">
                  <a:extLst>
                    <a:ext uri="{9D8B030D-6E8A-4147-A177-3AD203B41FA5}">
                      <a16:colId xmlns:a16="http://schemas.microsoft.com/office/drawing/2014/main" val="20000"/>
                    </a:ext>
                  </a:extLst>
                </a:gridCol>
              </a:tblGrid>
              <a:tr h="727559">
                <a:tc>
                  <a:txBody>
                    <a:bodyPr/>
                    <a:lstStyle/>
                    <a:p>
                      <a:endParaRPr lang="de-DE" sz="1600" b="1" u="none" noProof="0" dirty="0">
                        <a:solidFill>
                          <a:schemeClr val="bg1"/>
                        </a:solidFill>
                      </a:endParaRPr>
                    </a:p>
                  </a:txBody>
                  <a:tcPr marL="91392" marR="91392" marT="45696" marB="45696"/>
                </a:tc>
                <a:tc>
                  <a:txBody>
                    <a:bodyPr/>
                    <a:lstStyle/>
                    <a:p>
                      <a:r>
                        <a:rPr lang="de-DE" sz="1600" b="1" u="none" noProof="0" dirty="0">
                          <a:solidFill>
                            <a:schemeClr val="bg1"/>
                          </a:solidFill>
                        </a:rPr>
                        <a:t>Article</a:t>
                      </a:r>
                    </a:p>
                  </a:txBody>
                  <a:tcPr marL="91392" marR="91392" marT="45696" marB="45696"/>
                </a:tc>
                <a:tc>
                  <a:txBody>
                    <a:bodyPr/>
                    <a:lstStyle/>
                    <a:p>
                      <a:r>
                        <a:rPr lang="de-DE" sz="1600" b="1" u="none" noProof="0" dirty="0">
                          <a:solidFill>
                            <a:schemeClr val="bg1"/>
                          </a:solidFill>
                        </a:rPr>
                        <a:t>Fiber Optic Type</a:t>
                      </a:r>
                    </a:p>
                  </a:txBody>
                  <a:tcPr marL="91392" marR="91392" marT="45696" marB="45696"/>
                </a:tc>
                <a:tc>
                  <a:txBody>
                    <a:bodyPr/>
                    <a:lstStyle/>
                    <a:p>
                      <a:r>
                        <a:rPr lang="de-DE" sz="1600" b="1" u="none" noProof="0" dirty="0">
                          <a:solidFill>
                            <a:schemeClr val="bg1"/>
                          </a:solidFill>
                        </a:rPr>
                        <a:t>Length of fiber optic cable</a:t>
                      </a:r>
                    </a:p>
                  </a:txBody>
                  <a:tcPr marL="91392" marR="91392" marT="45696" marB="45696"/>
                </a:tc>
                <a:extLst>
                  <a:ext uri="{0D108BD9-81ED-4DB2-BD59-A6C34878D82A}">
                    <a16:rowId xmlns:a16="http://schemas.microsoft.com/office/drawing/2014/main" val="10000"/>
                  </a:ext>
                </a:extLst>
              </a:tr>
              <a:tr h="727620">
                <a:tc>
                  <a:txBody>
                    <a:bodyPr/>
                    <a:lstStyle/>
                    <a:p>
                      <a:pPr marL="0" marR="0" indent="0" algn="l" defTabSz="914400" rtl="0" eaLnBrk="1" fontAlgn="ctr" latinLnBrk="0" hangingPunct="1">
                        <a:lnSpc>
                          <a:spcPct val="100000"/>
                        </a:lnSpc>
                        <a:spcBef>
                          <a:spcPts val="0"/>
                        </a:spcBef>
                        <a:spcAft>
                          <a:spcPts val="0"/>
                        </a:spcAft>
                        <a:buClr>
                          <a:srgbClr val="000000"/>
                        </a:buClr>
                        <a:buSzPts val="1400"/>
                        <a:buFont typeface="Arial"/>
                        <a:buNone/>
                        <a:tabLst/>
                        <a:defRPr/>
                      </a:pPr>
                      <a:endParaRPr lang="de-DE" sz="1600" b="0" kern="1200" noProof="0" dirty="0">
                        <a:solidFill>
                          <a:schemeClr val="dk1"/>
                        </a:solidFill>
                        <a:latin typeface="+mn-lt"/>
                        <a:ea typeface="+mn-ea"/>
                        <a:cs typeface="+mn-cs"/>
                      </a:endParaRPr>
                    </a:p>
                  </a:txBody>
                  <a:tcPr marL="228481" marR="9520" marT="9520" marB="0" anchor="ctr"/>
                </a:tc>
                <a:tc>
                  <a:txBody>
                    <a:bodyPr/>
                    <a:lstStyle/>
                    <a:p>
                      <a:r>
                        <a:rPr lang="de-DE" sz="1600" noProof="0" dirty="0"/>
                        <a:t>6ES7960-1CB00-0AA5</a:t>
                      </a:r>
                    </a:p>
                  </a:txBody>
                  <a:tcPr/>
                </a:tc>
                <a:tc>
                  <a:txBody>
                    <a:bodyPr/>
                    <a:lstStyle/>
                    <a:p>
                      <a:r>
                        <a:rPr lang="de-DE" sz="1600" noProof="0" dirty="0"/>
                        <a:t>Multimode</a:t>
                      </a:r>
                    </a:p>
                  </a:txBody>
                  <a:tcPr/>
                </a:tc>
                <a:tc>
                  <a:txBody>
                    <a:bodyPr/>
                    <a:lstStyle/>
                    <a:p>
                      <a:r>
                        <a:rPr lang="de-DE" sz="1600" noProof="0" dirty="0"/>
                        <a:t>10m</a:t>
                      </a:r>
                    </a:p>
                  </a:txBody>
                  <a:tcPr/>
                </a:tc>
                <a:extLst>
                  <a:ext uri="{0D108BD9-81ED-4DB2-BD59-A6C34878D82A}">
                    <a16:rowId xmlns:a16="http://schemas.microsoft.com/office/drawing/2014/main" val="10001"/>
                  </a:ext>
                </a:extLst>
              </a:tr>
              <a:tr h="727620">
                <a:tc>
                  <a:txBody>
                    <a:bodyPr/>
                    <a:lstStyle/>
                    <a:p>
                      <a:pPr marL="0" marR="0" lvl="0" indent="0" algn="l" defTabSz="914400" rtl="0" eaLnBrk="1" fontAlgn="ctr" latinLnBrk="0" hangingPunct="1">
                        <a:lnSpc>
                          <a:spcPct val="100000"/>
                        </a:lnSpc>
                        <a:spcBef>
                          <a:spcPts val="0"/>
                        </a:spcBef>
                        <a:spcAft>
                          <a:spcPts val="0"/>
                        </a:spcAft>
                        <a:buClr>
                          <a:srgbClr val="000000"/>
                        </a:buClr>
                        <a:buSzPts val="1400"/>
                        <a:buFont typeface="Arial"/>
                        <a:buNone/>
                        <a:tabLst/>
                        <a:defRPr/>
                      </a:pPr>
                      <a:endParaRPr lang="de-DE" sz="1600" b="0" kern="1200" noProof="0" dirty="0">
                        <a:solidFill>
                          <a:schemeClr val="dk1"/>
                        </a:solidFill>
                        <a:latin typeface="+mn-lt"/>
                        <a:ea typeface="+mn-ea"/>
                        <a:cs typeface="+mn-cs"/>
                      </a:endParaRPr>
                    </a:p>
                  </a:txBody>
                  <a:tcPr marL="228481" marR="9520" marT="9520" marB="0" anchor="ctr"/>
                </a:tc>
                <a:tc>
                  <a:txBody>
                    <a:bodyPr/>
                    <a:lstStyle/>
                    <a:p>
                      <a:r>
                        <a:rPr lang="de-DE" sz="1600" noProof="0" dirty="0"/>
                        <a:t>6ES7960-1FB00-0AA5</a:t>
                      </a:r>
                    </a:p>
                  </a:txBody>
                  <a:tcPr/>
                </a:tc>
                <a:tc>
                  <a:txBody>
                    <a:bodyPr/>
                    <a:lstStyle/>
                    <a:p>
                      <a:r>
                        <a:rPr lang="de-DE" sz="1600" noProof="0" dirty="0"/>
                        <a:t>Single Mode</a:t>
                      </a:r>
                    </a:p>
                  </a:txBody>
                  <a:tcPr/>
                </a:tc>
                <a:tc>
                  <a:txBody>
                    <a:bodyPr/>
                    <a:lstStyle/>
                    <a:p>
                      <a:r>
                        <a:rPr lang="de-DE" sz="1600" noProof="0" dirty="0"/>
                        <a:t>2 meters to 10km</a:t>
                      </a:r>
                    </a:p>
                  </a:txBody>
                  <a:tcPr/>
                </a:tc>
                <a:extLst>
                  <a:ext uri="{0D108BD9-81ED-4DB2-BD59-A6C34878D82A}">
                    <a16:rowId xmlns:a16="http://schemas.microsoft.com/office/drawing/2014/main" val="2190432257"/>
                  </a:ext>
                </a:extLst>
              </a:tr>
              <a:tr h="727620">
                <a:tc>
                  <a:txBody>
                    <a:bodyPr/>
                    <a:lstStyle/>
                    <a:p>
                      <a:pPr marL="0" marR="0" lvl="0" indent="0" algn="l" defTabSz="914400" rtl="0" eaLnBrk="1" fontAlgn="ctr" latinLnBrk="0" hangingPunct="1">
                        <a:lnSpc>
                          <a:spcPct val="100000"/>
                        </a:lnSpc>
                        <a:spcBef>
                          <a:spcPts val="0"/>
                        </a:spcBef>
                        <a:spcAft>
                          <a:spcPts val="0"/>
                        </a:spcAft>
                        <a:buClr>
                          <a:srgbClr val="000000"/>
                        </a:buClr>
                        <a:buSzPts val="1400"/>
                        <a:buFont typeface="Arial"/>
                        <a:buNone/>
                        <a:tabLst/>
                        <a:defRPr/>
                      </a:pPr>
                      <a:endParaRPr lang="de-DE" sz="1400" b="0" kern="1200" noProof="0" dirty="0">
                        <a:solidFill>
                          <a:schemeClr val="dk1"/>
                        </a:solidFill>
                        <a:latin typeface="+mn-lt"/>
                        <a:ea typeface="+mn-ea"/>
                        <a:cs typeface="+mn-cs"/>
                      </a:endParaRPr>
                    </a:p>
                  </a:txBody>
                  <a:tcPr marL="228481" marR="9520" marT="9520" marB="0" anchor="ctr"/>
                </a:tc>
                <a:tc>
                  <a:txBody>
                    <a:bodyPr/>
                    <a:lstStyle/>
                    <a:p>
                      <a:r>
                        <a:rPr lang="de-DE" sz="1600" noProof="0" dirty="0"/>
                        <a:t>6ES7960-1FE00-0AA5</a:t>
                      </a:r>
                      <a:endParaRPr lang="de-DE" sz="1600" noProof="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noProof="0" dirty="0"/>
                        <a:t>Single Mode</a:t>
                      </a:r>
                    </a:p>
                  </a:txBody>
                  <a:tcPr/>
                </a:tc>
                <a:tc>
                  <a:txBody>
                    <a:bodyPr/>
                    <a:lstStyle/>
                    <a:p>
                      <a:r>
                        <a:rPr lang="de-DE" sz="1600" noProof="0" dirty="0"/>
                        <a:t>8 km to</a:t>
                      </a:r>
                    </a:p>
                    <a:p>
                      <a:r>
                        <a:rPr lang="de-DE" sz="1600" noProof="0" dirty="0"/>
                        <a:t>40km</a:t>
                      </a:r>
                    </a:p>
                  </a:txBody>
                  <a:tcPr/>
                </a:tc>
                <a:extLst>
                  <a:ext uri="{0D108BD9-81ED-4DB2-BD59-A6C34878D82A}">
                    <a16:rowId xmlns:a16="http://schemas.microsoft.com/office/drawing/2014/main" val="3230218802"/>
                  </a:ext>
                </a:extLst>
              </a:tr>
            </a:tbl>
          </a:graphicData>
        </a:graphic>
      </p:graphicFrame>
      <p:pic>
        <p:nvPicPr>
          <p:cNvPr id="30" name="Picture 134" descr="SIMATIC_S7_400_Glasfaseranschluss_sRGB">
            <a:extLst>
              <a:ext uri="{FF2B5EF4-FFF2-40B4-BE49-F238E27FC236}">
                <a16:creationId xmlns:a16="http://schemas.microsoft.com/office/drawing/2014/main" id="{61B267A1-2D8A-4CF1-9B96-BA3B57DACBC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7944" t="20169" r="5901" b="10681"/>
          <a:stretch>
            <a:fillRect/>
          </a:stretch>
        </p:blipFill>
        <p:spPr bwMode="auto">
          <a:xfrm>
            <a:off x="946988" y="3239608"/>
            <a:ext cx="997282" cy="65494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34" descr="SIMATIC_S7_400_Glasfaseranschluss_sRGB">
            <a:extLst>
              <a:ext uri="{FF2B5EF4-FFF2-40B4-BE49-F238E27FC236}">
                <a16:creationId xmlns:a16="http://schemas.microsoft.com/office/drawing/2014/main" id="{05C52158-0F91-4CCB-9822-F6E55CAE19E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7944" t="20169" r="5901" b="10681"/>
          <a:stretch>
            <a:fillRect/>
          </a:stretch>
        </p:blipFill>
        <p:spPr bwMode="auto">
          <a:xfrm>
            <a:off x="946988" y="3992329"/>
            <a:ext cx="997282" cy="65494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34" descr="SIMATIC_S7_400_Glasfaseranschluss_sRGB">
            <a:extLst>
              <a:ext uri="{FF2B5EF4-FFF2-40B4-BE49-F238E27FC236}">
                <a16:creationId xmlns:a16="http://schemas.microsoft.com/office/drawing/2014/main" id="{727F44F0-71A3-494F-B5AD-3F806F0BA8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7944" t="20169" r="5901" b="10681"/>
          <a:stretch>
            <a:fillRect/>
          </a:stretch>
        </p:blipFill>
        <p:spPr bwMode="auto">
          <a:xfrm>
            <a:off x="946988" y="4745050"/>
            <a:ext cx="997282" cy="654942"/>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uppieren 4">
            <a:extLst>
              <a:ext uri="{FF2B5EF4-FFF2-40B4-BE49-F238E27FC236}">
                <a16:creationId xmlns:a16="http://schemas.microsoft.com/office/drawing/2014/main" id="{37D77A44-11C1-4AE3-8EE6-9432AC81579A}"/>
              </a:ext>
            </a:extLst>
          </p:cNvPr>
          <p:cNvGrpSpPr/>
          <p:nvPr/>
        </p:nvGrpSpPr>
        <p:grpSpPr>
          <a:xfrm>
            <a:off x="8044149" y="2483806"/>
            <a:ext cx="2806731" cy="3826994"/>
            <a:chOff x="7100887" y="361950"/>
            <a:chExt cx="4448175" cy="6305550"/>
          </a:xfrm>
        </p:grpSpPr>
        <p:pic>
          <p:nvPicPr>
            <p:cNvPr id="12" name="Grafik 11">
              <a:extLst>
                <a:ext uri="{FF2B5EF4-FFF2-40B4-BE49-F238E27FC236}">
                  <a16:creationId xmlns:a16="http://schemas.microsoft.com/office/drawing/2014/main" id="{E94E4134-5BB1-4273-A729-48223CB15AF3}"/>
                </a:ext>
              </a:extLst>
            </p:cNvPr>
            <p:cNvPicPr>
              <a:picLocks noChangeAspect="1"/>
            </p:cNvPicPr>
            <p:nvPr/>
          </p:nvPicPr>
          <p:blipFill>
            <a:blip r:embed="rId4"/>
            <a:stretch>
              <a:fillRect/>
            </a:stretch>
          </p:blipFill>
          <p:spPr>
            <a:xfrm>
              <a:off x="7100887" y="361950"/>
              <a:ext cx="4448175" cy="6305550"/>
            </a:xfrm>
            <a:prstGeom prst="rect">
              <a:avLst/>
            </a:prstGeom>
          </p:spPr>
        </p:pic>
        <p:pic>
          <p:nvPicPr>
            <p:cNvPr id="14" name="Grafik 13">
              <a:extLst>
                <a:ext uri="{FF2B5EF4-FFF2-40B4-BE49-F238E27FC236}">
                  <a16:creationId xmlns:a16="http://schemas.microsoft.com/office/drawing/2014/main" id="{BFC6930C-4D97-4274-BE1C-ADE1B9B81A53}"/>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654" b="95192" l="6667" r="94815">
                          <a14:foregroundMark x1="15556" y1="25000" x2="15556" y2="25000"/>
                          <a14:foregroundMark x1="17037" y1="21154" x2="17037" y2="21154"/>
                          <a14:foregroundMark x1="20000" y1="34615" x2="20000" y2="34615"/>
                          <a14:foregroundMark x1="20000" y1="36538" x2="20000" y2="36538"/>
                          <a14:foregroundMark x1="19259" y1="39423" x2="19259" y2="39423"/>
                          <a14:foregroundMark x1="17778" y1="43269" x2="17778" y2="43269"/>
                          <a14:foregroundMark x1="8148" y1="52885" x2="8148" y2="52885"/>
                          <a14:foregroundMark x1="7407" y1="58654" x2="7407" y2="58654"/>
                          <a14:foregroundMark x1="36296" y1="9615" x2="36296" y2="9615"/>
                          <a14:foregroundMark x1="31111" y1="9615" x2="31111" y2="9615"/>
                          <a14:foregroundMark x1="29630" y1="9615" x2="29630" y2="9615"/>
                          <a14:foregroundMark x1="19259" y1="8654" x2="19259" y2="8654"/>
                          <a14:foregroundMark x1="59259" y1="9615" x2="59259" y2="9615"/>
                          <a14:foregroundMark x1="77778" y1="12500" x2="77778" y2="12500"/>
                          <a14:foregroundMark x1="90370" y1="12500" x2="90370" y2="12500"/>
                          <a14:foregroundMark x1="86667" y1="18269" x2="86667" y2="18269"/>
                          <a14:foregroundMark x1="89630" y1="26923" x2="89630" y2="26923"/>
                          <a14:foregroundMark x1="89630" y1="30769" x2="89630" y2="30769"/>
                          <a14:foregroundMark x1="89630" y1="30769" x2="89630" y2="30769"/>
                          <a14:foregroundMark x1="88889" y1="39423" x2="88889" y2="39423"/>
                          <a14:foregroundMark x1="88889" y1="41346" x2="88889" y2="41346"/>
                          <a14:foregroundMark x1="88889" y1="46154" x2="88889" y2="46154"/>
                          <a14:foregroundMark x1="88889" y1="59615" x2="89630" y2="62500"/>
                          <a14:foregroundMark x1="89630" y1="67308" x2="89630" y2="67308"/>
                          <a14:foregroundMark x1="89630" y1="68269" x2="89630" y2="68269"/>
                          <a14:foregroundMark x1="88889" y1="60577" x2="88889" y2="62500"/>
                          <a14:foregroundMark x1="85926" y1="82692" x2="85926" y2="82692"/>
                          <a14:foregroundMark x1="92593" y1="74038" x2="92593" y2="72115"/>
                          <a14:foregroundMark x1="93333" y1="55769" x2="93333" y2="55769"/>
                          <a14:foregroundMark x1="94815" y1="50000" x2="94815" y2="50000"/>
                          <a14:foregroundMark x1="94815" y1="45192" x2="94815" y2="45192"/>
                          <a14:foregroundMark x1="76296" y1="95192" x2="76296" y2="95192"/>
                        </a14:backgroundRemoval>
                      </a14:imgEffect>
                    </a14:imgLayer>
                  </a14:imgProps>
                </a:ext>
              </a:extLst>
            </a:blip>
            <a:stretch>
              <a:fillRect/>
            </a:stretch>
          </p:blipFill>
          <p:spPr>
            <a:xfrm>
              <a:off x="9324974" y="885128"/>
              <a:ext cx="513261" cy="395401"/>
            </a:xfrm>
            <a:prstGeom prst="rect">
              <a:avLst/>
            </a:prstGeom>
          </p:spPr>
        </p:pic>
        <p:pic>
          <p:nvPicPr>
            <p:cNvPr id="15" name="Grafik 14">
              <a:extLst>
                <a:ext uri="{FF2B5EF4-FFF2-40B4-BE49-F238E27FC236}">
                  <a16:creationId xmlns:a16="http://schemas.microsoft.com/office/drawing/2014/main" id="{2A9A7BDE-444F-44B7-9ABA-C7D62018EA2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654" b="95192" l="6667" r="94815">
                          <a14:foregroundMark x1="15556" y1="25000" x2="15556" y2="25000"/>
                          <a14:foregroundMark x1="17037" y1="21154" x2="17037" y2="21154"/>
                          <a14:foregroundMark x1="20000" y1="34615" x2="20000" y2="34615"/>
                          <a14:foregroundMark x1="20000" y1="36538" x2="20000" y2="36538"/>
                          <a14:foregroundMark x1="19259" y1="39423" x2="19259" y2="39423"/>
                          <a14:foregroundMark x1="17778" y1="43269" x2="17778" y2="43269"/>
                          <a14:foregroundMark x1="8148" y1="52885" x2="8148" y2="52885"/>
                          <a14:foregroundMark x1="7407" y1="58654" x2="7407" y2="58654"/>
                          <a14:foregroundMark x1="36296" y1="9615" x2="36296" y2="9615"/>
                          <a14:foregroundMark x1="31111" y1="9615" x2="31111" y2="9615"/>
                          <a14:foregroundMark x1="29630" y1="9615" x2="29630" y2="9615"/>
                          <a14:foregroundMark x1="19259" y1="8654" x2="19259" y2="8654"/>
                          <a14:foregroundMark x1="59259" y1="9615" x2="59259" y2="9615"/>
                          <a14:foregroundMark x1="77778" y1="12500" x2="77778" y2="12500"/>
                          <a14:foregroundMark x1="90370" y1="12500" x2="90370" y2="12500"/>
                          <a14:foregroundMark x1="86667" y1="18269" x2="86667" y2="18269"/>
                          <a14:foregroundMark x1="89630" y1="26923" x2="89630" y2="26923"/>
                          <a14:foregroundMark x1="89630" y1="30769" x2="89630" y2="30769"/>
                          <a14:foregroundMark x1="89630" y1="30769" x2="89630" y2="30769"/>
                          <a14:foregroundMark x1="88889" y1="39423" x2="88889" y2="39423"/>
                          <a14:foregroundMark x1="88889" y1="41346" x2="88889" y2="41346"/>
                          <a14:foregroundMark x1="88889" y1="46154" x2="88889" y2="46154"/>
                          <a14:foregroundMark x1="88889" y1="59615" x2="89630" y2="62500"/>
                          <a14:foregroundMark x1="89630" y1="67308" x2="89630" y2="67308"/>
                          <a14:foregroundMark x1="89630" y1="68269" x2="89630" y2="68269"/>
                          <a14:foregroundMark x1="88889" y1="60577" x2="88889" y2="62500"/>
                          <a14:foregroundMark x1="85926" y1="82692" x2="85926" y2="82692"/>
                          <a14:foregroundMark x1="92593" y1="74038" x2="92593" y2="72115"/>
                          <a14:foregroundMark x1="93333" y1="55769" x2="93333" y2="55769"/>
                          <a14:foregroundMark x1="94815" y1="50000" x2="94815" y2="50000"/>
                          <a14:foregroundMark x1="94815" y1="45192" x2="94815" y2="45192"/>
                          <a14:foregroundMark x1="76296" y1="95192" x2="76296" y2="95192"/>
                        </a14:backgroundRemoval>
                      </a14:imgEffect>
                    </a14:imgLayer>
                  </a14:imgProps>
                </a:ext>
              </a:extLst>
            </a:blip>
            <a:stretch>
              <a:fillRect/>
            </a:stretch>
          </p:blipFill>
          <p:spPr>
            <a:xfrm>
              <a:off x="10353674" y="5535981"/>
              <a:ext cx="513261" cy="395401"/>
            </a:xfrm>
            <a:prstGeom prst="rect">
              <a:avLst/>
            </a:prstGeom>
          </p:spPr>
        </p:pic>
        <p:sp>
          <p:nvSpPr>
            <p:cNvPr id="16" name="Freihandform: Form 15">
              <a:extLst>
                <a:ext uri="{FF2B5EF4-FFF2-40B4-BE49-F238E27FC236}">
                  <a16:creationId xmlns:a16="http://schemas.microsoft.com/office/drawing/2014/main" id="{D81104CC-E0CB-418E-90EF-3F65BE2D6050}"/>
                </a:ext>
              </a:extLst>
            </p:cNvPr>
            <p:cNvSpPr/>
            <p:nvPr/>
          </p:nvSpPr>
          <p:spPr>
            <a:xfrm>
              <a:off x="9528877" y="1257300"/>
              <a:ext cx="900998" cy="4305300"/>
            </a:xfrm>
            <a:custGeom>
              <a:avLst/>
              <a:gdLst>
                <a:gd name="connsiteX0" fmla="*/ 43748 w 900998"/>
                <a:gd name="connsiteY0" fmla="*/ 0 h 4305300"/>
                <a:gd name="connsiteX1" fmla="*/ 24698 w 900998"/>
                <a:gd name="connsiteY1" fmla="*/ 466725 h 4305300"/>
                <a:gd name="connsiteX2" fmla="*/ 81848 w 900998"/>
                <a:gd name="connsiteY2" fmla="*/ 2095500 h 4305300"/>
                <a:gd name="connsiteX3" fmla="*/ 900998 w 900998"/>
                <a:gd name="connsiteY3" fmla="*/ 4305300 h 4305300"/>
              </a:gdLst>
              <a:ahLst/>
              <a:cxnLst>
                <a:cxn ang="0">
                  <a:pos x="connsiteX0" y="connsiteY0"/>
                </a:cxn>
                <a:cxn ang="0">
                  <a:pos x="connsiteX1" y="connsiteY1"/>
                </a:cxn>
                <a:cxn ang="0">
                  <a:pos x="connsiteX2" y="connsiteY2"/>
                </a:cxn>
                <a:cxn ang="0">
                  <a:pos x="connsiteX3" y="connsiteY3"/>
                </a:cxn>
              </a:cxnLst>
              <a:rect l="l" t="t" r="r" b="b"/>
              <a:pathLst>
                <a:path w="900998" h="4305300">
                  <a:moveTo>
                    <a:pt x="43748" y="0"/>
                  </a:moveTo>
                  <a:cubicBezTo>
                    <a:pt x="31048" y="58737"/>
                    <a:pt x="18348" y="117475"/>
                    <a:pt x="24698" y="466725"/>
                  </a:cubicBezTo>
                  <a:cubicBezTo>
                    <a:pt x="31048" y="815975"/>
                    <a:pt x="-64202" y="1455738"/>
                    <a:pt x="81848" y="2095500"/>
                  </a:cubicBezTo>
                  <a:cubicBezTo>
                    <a:pt x="227898" y="2735263"/>
                    <a:pt x="564448" y="3520281"/>
                    <a:pt x="900998" y="4305300"/>
                  </a:cubicBezTo>
                </a:path>
              </a:pathLst>
            </a:custGeom>
            <a:ln w="19050">
              <a:solidFill>
                <a:srgbClr val="FF90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dirty="0"/>
            </a:p>
          </p:txBody>
        </p:sp>
      </p:grpSp>
      <p:sp>
        <p:nvSpPr>
          <p:cNvPr id="17" name="Titel 3">
            <a:extLst>
              <a:ext uri="{FF2B5EF4-FFF2-40B4-BE49-F238E27FC236}">
                <a16:creationId xmlns:a16="http://schemas.microsoft.com/office/drawing/2014/main" id="{53162B3C-5F3F-41C9-BE5E-E56271362AD6}"/>
              </a:ext>
            </a:extLst>
          </p:cNvPr>
          <p:cNvSpPr>
            <a:spLocks noGrp="1"/>
          </p:cNvSpPr>
          <p:nvPr>
            <p:ph type="title"/>
          </p:nvPr>
        </p:nvSpPr>
        <p:spPr/>
        <p:txBody>
          <a:bodyPr anchor="t"/>
          <a:lstStyle/>
          <a:p>
            <a:r>
              <a:rPr lang="en-US" dirty="0"/>
              <a:t>SIMATIC S7-1500H </a:t>
            </a:r>
            <a:br>
              <a:rPr lang="en-US" b="0" dirty="0"/>
            </a:br>
            <a:r>
              <a:rPr lang="en-US" b="0" dirty="0"/>
              <a:t>Wide range fiber optic modules up to 40km</a:t>
            </a:r>
          </a:p>
        </p:txBody>
      </p:sp>
      <p:sp>
        <p:nvSpPr>
          <p:cNvPr id="18" name="Freihandform: Form 17">
            <a:extLst>
              <a:ext uri="{FF2B5EF4-FFF2-40B4-BE49-F238E27FC236}">
                <a16:creationId xmlns:a16="http://schemas.microsoft.com/office/drawing/2014/main" id="{7DE79E91-CBFD-40F2-A5DB-5AEC2E6F93B3}"/>
              </a:ext>
            </a:extLst>
          </p:cNvPr>
          <p:cNvSpPr/>
          <p:nvPr/>
        </p:nvSpPr>
        <p:spPr>
          <a:xfrm>
            <a:off x="9653654" y="3044096"/>
            <a:ext cx="584387" cy="2701398"/>
          </a:xfrm>
          <a:custGeom>
            <a:avLst/>
            <a:gdLst>
              <a:gd name="connsiteX0" fmla="*/ 43748 w 900998"/>
              <a:gd name="connsiteY0" fmla="*/ 0 h 4305300"/>
              <a:gd name="connsiteX1" fmla="*/ 24698 w 900998"/>
              <a:gd name="connsiteY1" fmla="*/ 466725 h 4305300"/>
              <a:gd name="connsiteX2" fmla="*/ 81848 w 900998"/>
              <a:gd name="connsiteY2" fmla="*/ 2095500 h 4305300"/>
              <a:gd name="connsiteX3" fmla="*/ 900998 w 900998"/>
              <a:gd name="connsiteY3" fmla="*/ 4305300 h 4305300"/>
            </a:gdLst>
            <a:ahLst/>
            <a:cxnLst>
              <a:cxn ang="0">
                <a:pos x="connsiteX0" y="connsiteY0"/>
              </a:cxn>
              <a:cxn ang="0">
                <a:pos x="connsiteX1" y="connsiteY1"/>
              </a:cxn>
              <a:cxn ang="0">
                <a:pos x="connsiteX2" y="connsiteY2"/>
              </a:cxn>
              <a:cxn ang="0">
                <a:pos x="connsiteX3" y="connsiteY3"/>
              </a:cxn>
            </a:cxnLst>
            <a:rect l="l" t="t" r="r" b="b"/>
            <a:pathLst>
              <a:path w="900998" h="4305300">
                <a:moveTo>
                  <a:pt x="43748" y="0"/>
                </a:moveTo>
                <a:cubicBezTo>
                  <a:pt x="31048" y="58737"/>
                  <a:pt x="18348" y="117475"/>
                  <a:pt x="24698" y="466725"/>
                </a:cubicBezTo>
                <a:cubicBezTo>
                  <a:pt x="31048" y="815975"/>
                  <a:pt x="-64202" y="1455738"/>
                  <a:pt x="81848" y="2095500"/>
                </a:cubicBezTo>
                <a:cubicBezTo>
                  <a:pt x="227898" y="2735263"/>
                  <a:pt x="564448" y="3520281"/>
                  <a:pt x="900998" y="4305300"/>
                </a:cubicBezTo>
              </a:path>
            </a:pathLst>
          </a:custGeom>
          <a:ln w="19050">
            <a:solidFill>
              <a:srgbClr val="FF90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dirty="0"/>
          </a:p>
        </p:txBody>
      </p:sp>
      <p:sp>
        <p:nvSpPr>
          <p:cNvPr id="8" name="Textfeld 7">
            <a:extLst>
              <a:ext uri="{FF2B5EF4-FFF2-40B4-BE49-F238E27FC236}">
                <a16:creationId xmlns:a16="http://schemas.microsoft.com/office/drawing/2014/main" id="{8293D094-6092-CD4A-E191-F256B65587F7}"/>
              </a:ext>
            </a:extLst>
          </p:cNvPr>
          <p:cNvSpPr txBox="1"/>
          <p:nvPr/>
        </p:nvSpPr>
        <p:spPr>
          <a:xfrm>
            <a:off x="889937" y="5485952"/>
            <a:ext cx="6889928" cy="492443"/>
          </a:xfrm>
          <a:prstGeom prst="rect">
            <a:avLst/>
          </a:prstGeom>
          <a:noFill/>
        </p:spPr>
        <p:txBody>
          <a:bodyPr wrap="square" lIns="0" tIns="0" rIns="0" bIns="0" rtlCol="0">
            <a:spAutoFit/>
          </a:bodyPr>
          <a:lstStyle/>
          <a:p>
            <a:r>
              <a:rPr lang="en-US" sz="1600" dirty="0"/>
              <a:t>Attention: When using the 40km sync module </a:t>
            </a:r>
            <a:br>
              <a:rPr lang="en-US" sz="1600" dirty="0"/>
            </a:br>
            <a:r>
              <a:rPr lang="en-US" sz="1600" noProof="0" dirty="0"/>
              <a:t>6ES7960-1FE00-0AA5 </a:t>
            </a:r>
            <a:r>
              <a:rPr lang="en-US" sz="1600" dirty="0"/>
              <a:t>a maximum ambient temperature of 55°C applies </a:t>
            </a:r>
          </a:p>
        </p:txBody>
      </p:sp>
      <p:sp>
        <p:nvSpPr>
          <p:cNvPr id="10" name="Rechteck 9">
            <a:extLst>
              <a:ext uri="{FF2B5EF4-FFF2-40B4-BE49-F238E27FC236}">
                <a16:creationId xmlns:a16="http://schemas.microsoft.com/office/drawing/2014/main" id="{215EB6A2-9ACD-5E4C-5391-7C1223FB2586}"/>
              </a:ext>
            </a:extLst>
          </p:cNvPr>
          <p:cNvSpPr/>
          <p:nvPr/>
        </p:nvSpPr>
        <p:spPr>
          <a:xfrm>
            <a:off x="889937" y="1149511"/>
            <a:ext cx="10039297" cy="1140587"/>
          </a:xfrm>
          <a:prstGeom prst="rect">
            <a:avLst/>
          </a:prstGeom>
          <a:gradFill>
            <a:gsLst>
              <a:gs pos="83000">
                <a:srgbClr val="41AAC8"/>
              </a:gs>
              <a:gs pos="50000">
                <a:srgbClr val="32A0A0"/>
              </a:gs>
              <a:gs pos="0">
                <a:srgbClr val="4BB9B9"/>
              </a:gs>
              <a:gs pos="100000">
                <a:srgbClr val="2387AA"/>
              </a:gs>
            </a:gsLst>
            <a:lin ang="0" scaled="0"/>
          </a:gradFill>
          <a:ln>
            <a:noFill/>
          </a:ln>
          <a:effectLst/>
        </p:spPr>
        <p:txBody>
          <a:bodyPr lIns="89953" tIns="46776" rIns="89953" bIns="46776" anchor="ctr" anchorCtr="0"/>
          <a:lstStyle/>
          <a:p>
            <a:pPr marL="285750" indent="-285750" fontAlgn="ctr">
              <a:buClr>
                <a:srgbClr val="000000"/>
              </a:buClr>
              <a:buSzPts val="1400"/>
              <a:buFont typeface="Wingdings" panose="05000000000000000000" pitchFamily="2" charset="2"/>
              <a:buChar char="§"/>
            </a:pPr>
            <a:r>
              <a:rPr lang="en-US" sz="1600" dirty="0">
                <a:solidFill>
                  <a:schemeClr val="bg1"/>
                </a:solidFill>
              </a:rPr>
              <a:t>New sync modules for CPU 1517H and CPU 1518HF</a:t>
            </a:r>
          </a:p>
          <a:p>
            <a:pPr marL="285750" indent="-285750" fontAlgn="ctr">
              <a:buClr>
                <a:srgbClr val="000000"/>
              </a:buClr>
              <a:buSzPts val="1400"/>
              <a:buFont typeface="Wingdings" panose="05000000000000000000" pitchFamily="2" charset="2"/>
              <a:buChar char="§"/>
            </a:pPr>
            <a:r>
              <a:rPr lang="en-US" sz="1600" dirty="0">
                <a:solidFill>
                  <a:schemeClr val="bg1"/>
                </a:solidFill>
              </a:rPr>
              <a:t>Distance between H-CPUs: Minimum 8 km – Maximum 40 km</a:t>
            </a:r>
          </a:p>
          <a:p>
            <a:pPr marL="285750" indent="-285750" fontAlgn="ctr">
              <a:buClr>
                <a:srgbClr val="000000"/>
              </a:buClr>
              <a:buSzPts val="1400"/>
              <a:buFont typeface="Wingdings" panose="05000000000000000000" pitchFamily="2" charset="2"/>
              <a:buChar char="§"/>
            </a:pPr>
            <a:r>
              <a:rPr lang="en-US" sz="1600" dirty="0">
                <a:solidFill>
                  <a:schemeClr val="bg1"/>
                </a:solidFill>
              </a:rPr>
              <a:t>Application for large-scale structures (tunnel systems)</a:t>
            </a:r>
          </a:p>
          <a:p>
            <a:pPr marL="285750" indent="-285750" fontAlgn="ctr">
              <a:buClr>
                <a:srgbClr val="000000"/>
              </a:buClr>
              <a:buSzPts val="1400"/>
              <a:buFont typeface="Wingdings" panose="05000000000000000000" pitchFamily="2" charset="2"/>
              <a:buChar char="§"/>
            </a:pPr>
            <a:r>
              <a:rPr lang="en-US" sz="1600" dirty="0">
                <a:solidFill>
                  <a:schemeClr val="bg1"/>
                </a:solidFill>
              </a:rPr>
              <a:t>Requires TIA Portal V18 and CPU firmware V3.0</a:t>
            </a:r>
          </a:p>
        </p:txBody>
      </p:sp>
      <p:sp>
        <p:nvSpPr>
          <p:cNvPr id="19" name="Fußzeilenplatzhalter 2">
            <a:extLst>
              <a:ext uri="{FF2B5EF4-FFF2-40B4-BE49-F238E27FC236}">
                <a16:creationId xmlns:a16="http://schemas.microsoft.com/office/drawing/2014/main" id="{6D4A85FB-709B-E522-F43C-30CB52D80E4D}"/>
              </a:ext>
            </a:extLst>
          </p:cNvPr>
          <p:cNvSpPr>
            <a:spLocks noGrp="1"/>
          </p:cNvSpPr>
          <p:nvPr>
            <p:ph type="ftr" sz="quarter" idx="10"/>
          </p:nvPr>
        </p:nvSpPr>
        <p:spPr>
          <a:xfrm>
            <a:off x="1059160" y="6310800"/>
            <a:ext cx="9216000" cy="547200"/>
          </a:xfrm>
        </p:spPr>
        <p:txBody>
          <a:bodyPr/>
          <a:lstStyle/>
          <a:p>
            <a:pPr>
              <a:lnSpc>
                <a:spcPct val="100000"/>
              </a:lnSpc>
            </a:pPr>
            <a:r>
              <a:rPr lang="en-US" noProof="0" dirty="0"/>
              <a:t>Unrestricted | © Siemens 2022 | DI FA | 08.12.2022</a:t>
            </a:r>
          </a:p>
        </p:txBody>
      </p:sp>
      <p:grpSp>
        <p:nvGrpSpPr>
          <p:cNvPr id="2" name="Gruppieren 1">
            <a:extLst>
              <a:ext uri="{FF2B5EF4-FFF2-40B4-BE49-F238E27FC236}">
                <a16:creationId xmlns:a16="http://schemas.microsoft.com/office/drawing/2014/main" id="{4701B4D9-7880-911C-E5F3-2470E9107817}"/>
              </a:ext>
            </a:extLst>
          </p:cNvPr>
          <p:cNvGrpSpPr/>
          <p:nvPr/>
        </p:nvGrpSpPr>
        <p:grpSpPr>
          <a:xfrm>
            <a:off x="507232" y="4878963"/>
            <a:ext cx="501126" cy="443788"/>
            <a:chOff x="3803362" y="1877343"/>
            <a:chExt cx="501126" cy="443788"/>
          </a:xfrm>
        </p:grpSpPr>
        <p:sp>
          <p:nvSpPr>
            <p:cNvPr id="9" name="Explosion: 8 Zacken 8">
              <a:extLst>
                <a:ext uri="{FF2B5EF4-FFF2-40B4-BE49-F238E27FC236}">
                  <a16:creationId xmlns:a16="http://schemas.microsoft.com/office/drawing/2014/main" id="{10DE72EB-D319-B640-5664-FB4B0ACB3E94}"/>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1" name="Textfeld 10">
              <a:extLst>
                <a:ext uri="{FF2B5EF4-FFF2-40B4-BE49-F238E27FC236}">
                  <a16:creationId xmlns:a16="http://schemas.microsoft.com/office/drawing/2014/main" id="{A7EB6420-7B29-EAD7-6DDE-EB97D20A7725}"/>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Tree>
    <p:extLst>
      <p:ext uri="{BB962C8B-B14F-4D97-AF65-F5344CB8AC3E}">
        <p14:creationId xmlns:p14="http://schemas.microsoft.com/office/powerpoint/2010/main" val="8596299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elle 4">
            <a:extLst>
              <a:ext uri="{FF2B5EF4-FFF2-40B4-BE49-F238E27FC236}">
                <a16:creationId xmlns:a16="http://schemas.microsoft.com/office/drawing/2014/main" id="{B61371A2-9F1D-7A97-67D4-7B3EF82F9012}"/>
              </a:ext>
            </a:extLst>
          </p:cNvPr>
          <p:cNvGraphicFramePr>
            <a:graphicFrameLocks noGrp="1"/>
          </p:cNvGraphicFramePr>
          <p:nvPr>
            <p:extLst>
              <p:ext uri="{D42A27DB-BD31-4B8C-83A1-F6EECF244321}">
                <p14:modId xmlns:p14="http://schemas.microsoft.com/office/powerpoint/2010/main" val="3927067067"/>
              </p:ext>
            </p:extLst>
          </p:nvPr>
        </p:nvGraphicFramePr>
        <p:xfrm>
          <a:off x="779286" y="2436883"/>
          <a:ext cx="11002315" cy="3355682"/>
        </p:xfrm>
        <a:graphic>
          <a:graphicData uri="http://schemas.openxmlformats.org/drawingml/2006/table">
            <a:tbl>
              <a:tblPr firstRow="1" bandRow="1">
                <a:tableStyleId>{5C22544A-7EE6-4342-B048-85BDC9FD1C3A}</a:tableStyleId>
              </a:tblPr>
              <a:tblGrid>
                <a:gridCol w="2742512">
                  <a:extLst>
                    <a:ext uri="{9D8B030D-6E8A-4147-A177-3AD203B41FA5}">
                      <a16:colId xmlns:a16="http://schemas.microsoft.com/office/drawing/2014/main" val="2614256278"/>
                    </a:ext>
                  </a:extLst>
                </a:gridCol>
                <a:gridCol w="2163778">
                  <a:extLst>
                    <a:ext uri="{9D8B030D-6E8A-4147-A177-3AD203B41FA5}">
                      <a16:colId xmlns:a16="http://schemas.microsoft.com/office/drawing/2014/main" val="1389395228"/>
                    </a:ext>
                  </a:extLst>
                </a:gridCol>
                <a:gridCol w="2000816">
                  <a:extLst>
                    <a:ext uri="{9D8B030D-6E8A-4147-A177-3AD203B41FA5}">
                      <a16:colId xmlns:a16="http://schemas.microsoft.com/office/drawing/2014/main" val="4119153366"/>
                    </a:ext>
                  </a:extLst>
                </a:gridCol>
                <a:gridCol w="1982709">
                  <a:extLst>
                    <a:ext uri="{9D8B030D-6E8A-4147-A177-3AD203B41FA5}">
                      <a16:colId xmlns:a16="http://schemas.microsoft.com/office/drawing/2014/main" val="3651521023"/>
                    </a:ext>
                  </a:extLst>
                </a:gridCol>
                <a:gridCol w="2112500">
                  <a:extLst>
                    <a:ext uri="{9D8B030D-6E8A-4147-A177-3AD203B41FA5}">
                      <a16:colId xmlns:a16="http://schemas.microsoft.com/office/drawing/2014/main" val="20000"/>
                    </a:ext>
                  </a:extLst>
                </a:gridCol>
              </a:tblGrid>
              <a:tr h="390506">
                <a:tc>
                  <a:txBody>
                    <a:bodyPr/>
                    <a:lstStyle/>
                    <a:p>
                      <a:endParaRPr lang="de-DE" sz="1600" u="sng" noProof="0" dirty="0">
                        <a:solidFill>
                          <a:schemeClr val="tx1"/>
                        </a:solidFill>
                      </a:endParaRPr>
                    </a:p>
                  </a:txBody>
                  <a:tcPr marL="91392" marR="91392" marT="45696" marB="45696"/>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600" dirty="0"/>
                        <a:t>CPU 1513R-1 PN</a:t>
                      </a:r>
                    </a:p>
                  </a:txBody>
                  <a:tcPr marL="91392" marR="91392" marT="45696" marB="45696"/>
                </a:tc>
                <a:tc hMerge="1">
                  <a:txBody>
                    <a:bodyPr/>
                    <a:lstStyle/>
                    <a:p>
                      <a:endParaRPr lang="de-DE" sz="1600" u="sng" noProof="0" dirty="0">
                        <a:solidFill>
                          <a:schemeClr val="tx1"/>
                        </a:solidFill>
                      </a:endParaRPr>
                    </a:p>
                  </a:txBody>
                  <a:tcPr marL="91392" marR="91392" marT="45696" marB="45696"/>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600" dirty="0"/>
                        <a:t>CPU 1515R-2 PN</a:t>
                      </a:r>
                      <a:endParaRPr lang="de-DE" sz="1600" u="sng" noProof="0" dirty="0">
                        <a:solidFill>
                          <a:schemeClr val="tx1"/>
                        </a:solidFill>
                      </a:endParaRPr>
                    </a:p>
                  </a:txBody>
                  <a:tcPr marL="91392" marR="91392" marT="45696" marB="45696"/>
                </a:tc>
                <a:tc hMerge="1">
                  <a:txBody>
                    <a:bodyPr/>
                    <a:lstStyle/>
                    <a:p>
                      <a:endParaRPr lang="de-DE" sz="1600" u="sng" noProof="0" dirty="0">
                        <a:solidFill>
                          <a:schemeClr val="tx1"/>
                        </a:solidFill>
                      </a:endParaRPr>
                    </a:p>
                  </a:txBody>
                  <a:tcPr marL="91392" marR="91392" marT="45696" marB="45696"/>
                </a:tc>
                <a:extLst>
                  <a:ext uri="{0D108BD9-81ED-4DB2-BD59-A6C34878D82A}">
                    <a16:rowId xmlns:a16="http://schemas.microsoft.com/office/drawing/2014/main" val="10000"/>
                  </a:ext>
                </a:extLst>
              </a:tr>
              <a:tr h="370647">
                <a:tc>
                  <a:txBody>
                    <a:bodyPr/>
                    <a:lstStyle/>
                    <a:p>
                      <a:r>
                        <a:rPr lang="de-DE" sz="1200" dirty="0"/>
                        <a:t>Article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6ES7 513-1RL00-0AB0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dirty="0"/>
                        <a:t>6ES7 513-1RM03-0AB0</a:t>
                      </a:r>
                    </a:p>
                  </a:txBody>
                  <a:tcPr/>
                </a:tc>
                <a:tc>
                  <a:txBody>
                    <a:bodyPr/>
                    <a:lstStyle/>
                    <a:p>
                      <a:r>
                        <a:rPr lang="de-DE" sz="1200" dirty="0"/>
                        <a:t>6ES7 515-2RM00-0AB0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dirty="0"/>
                        <a:t>6ES7 515-2RN03-0AB0</a:t>
                      </a:r>
                    </a:p>
                  </a:txBody>
                  <a:tcPr/>
                </a:tc>
                <a:extLst>
                  <a:ext uri="{0D108BD9-81ED-4DB2-BD59-A6C34878D82A}">
                    <a16:rowId xmlns:a16="http://schemas.microsoft.com/office/drawing/2014/main" val="10002"/>
                  </a:ext>
                </a:extLst>
              </a:tr>
              <a:tr h="370647">
                <a:tc>
                  <a:txBody>
                    <a:bodyPr/>
                    <a:lstStyle/>
                    <a:p>
                      <a:r>
                        <a:rPr lang="de-DE" sz="1200" dirty="0"/>
                        <a:t>Installable firmware</a:t>
                      </a:r>
                    </a:p>
                  </a:txBody>
                  <a:tcPr/>
                </a:tc>
                <a:tc>
                  <a:txBody>
                    <a:bodyPr/>
                    <a:lstStyle/>
                    <a:p>
                      <a:r>
                        <a:rPr lang="de-DE" sz="1200" dirty="0"/>
                        <a:t>Up to V2.9</a:t>
                      </a:r>
                    </a:p>
                  </a:txBody>
                  <a:tcPr/>
                </a:tc>
                <a:tc>
                  <a:txBody>
                    <a:bodyPr/>
                    <a:lstStyle/>
                    <a:p>
                      <a:r>
                        <a:rPr lang="de-DE" sz="1200" b="1" dirty="0"/>
                        <a:t>From V3.0</a:t>
                      </a:r>
                    </a:p>
                  </a:txBody>
                  <a:tcPr/>
                </a:tc>
                <a:tc>
                  <a:txBody>
                    <a:bodyPr/>
                    <a:lstStyle/>
                    <a:p>
                      <a:r>
                        <a:rPr lang="de-DE" sz="1200" dirty="0"/>
                        <a:t>Up to V2.9</a:t>
                      </a:r>
                    </a:p>
                  </a:txBody>
                  <a:tcPr/>
                </a:tc>
                <a:tc>
                  <a:txBody>
                    <a:bodyPr/>
                    <a:lstStyle/>
                    <a:p>
                      <a:r>
                        <a:rPr lang="de-DE" sz="1200" b="1" dirty="0"/>
                        <a:t>From V3.0</a:t>
                      </a:r>
                    </a:p>
                  </a:txBody>
                  <a:tcPr/>
                </a:tc>
                <a:extLst>
                  <a:ext uri="{0D108BD9-81ED-4DB2-BD59-A6C34878D82A}">
                    <a16:rowId xmlns:a16="http://schemas.microsoft.com/office/drawing/2014/main" val="10003"/>
                  </a:ext>
                </a:extLst>
              </a:tr>
              <a:tr h="370647">
                <a:tc>
                  <a:txBody>
                    <a:bodyPr/>
                    <a:lstStyle/>
                    <a:p>
                      <a:r>
                        <a:rPr lang="de-DE" sz="1200" dirty="0"/>
                        <a:t>Firmware compatible with</a:t>
                      </a:r>
                    </a:p>
                  </a:txBody>
                  <a:tcPr/>
                </a:tc>
                <a:tc>
                  <a:txBody>
                    <a:bodyPr/>
                    <a:lstStyle/>
                    <a:p>
                      <a:r>
                        <a:rPr lang="de-DE" sz="1200" dirty="0"/>
                        <a:t>V2.6, V2.8, V2.9</a:t>
                      </a:r>
                    </a:p>
                  </a:txBody>
                  <a:tcPr/>
                </a:tc>
                <a:tc>
                  <a:txBody>
                    <a:bodyPr/>
                    <a:lstStyle/>
                    <a:p>
                      <a:r>
                        <a:rPr lang="de-DE" sz="1200" b="1" dirty="0"/>
                        <a:t>V2.6, V2.8, V2.9, V3.0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V2.6, V2.8, V2.9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dirty="0"/>
                        <a:t>V2.6, V2.8, V2.9, V3.0</a:t>
                      </a:r>
                    </a:p>
                  </a:txBody>
                  <a:tcPr/>
                </a:tc>
                <a:extLst>
                  <a:ext uri="{0D108BD9-81ED-4DB2-BD59-A6C34878D82A}">
                    <a16:rowId xmlns:a16="http://schemas.microsoft.com/office/drawing/2014/main" val="1903337568"/>
                  </a:ext>
                </a:extLst>
              </a:tr>
              <a:tr h="370647">
                <a:tc>
                  <a:txBody>
                    <a:bodyPr/>
                    <a:lstStyle/>
                    <a:p>
                      <a:r>
                        <a:rPr lang="de-DE" sz="1200" dirty="0"/>
                        <a:t>Display</a:t>
                      </a:r>
                    </a:p>
                  </a:txBody>
                  <a:tcPr/>
                </a:tc>
                <a:tc>
                  <a:txBody>
                    <a:bodyPr/>
                    <a:lstStyle/>
                    <a:p>
                      <a:r>
                        <a:rPr lang="de-DE" sz="1200" dirty="0"/>
                        <a:t>Part of the front flap</a:t>
                      </a:r>
                    </a:p>
                  </a:txBody>
                  <a:tcPr/>
                </a:tc>
                <a:tc>
                  <a:txBody>
                    <a:bodyPr/>
                    <a:lstStyle/>
                    <a:p>
                      <a:r>
                        <a:rPr lang="de-DE" sz="1200" b="1" dirty="0"/>
                        <a:t>Part of the CPU</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Part of the front flap</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dirty="0"/>
                        <a:t>Part of the CPU</a:t>
                      </a:r>
                    </a:p>
                  </a:txBody>
                  <a:tcPr/>
                </a:tc>
                <a:extLst>
                  <a:ext uri="{0D108BD9-81ED-4DB2-BD59-A6C34878D82A}">
                    <a16:rowId xmlns:a16="http://schemas.microsoft.com/office/drawing/2014/main" val="4132772322"/>
                  </a:ext>
                </a:extLst>
              </a:tr>
              <a:tr h="370647">
                <a:tc>
                  <a:txBody>
                    <a:bodyPr/>
                    <a:lstStyle/>
                    <a:p>
                      <a:r>
                        <a:rPr lang="de-DE" sz="1200" dirty="0"/>
                        <a:t>Program memory</a:t>
                      </a:r>
                    </a:p>
                  </a:txBody>
                  <a:tcPr/>
                </a:tc>
                <a:tc>
                  <a:txBody>
                    <a:bodyPr/>
                    <a:lstStyle/>
                    <a:p>
                      <a:r>
                        <a:rPr lang="de-DE" sz="1200" dirty="0"/>
                        <a:t>300 kByte</a:t>
                      </a:r>
                    </a:p>
                  </a:txBody>
                  <a:tcPr/>
                </a:tc>
                <a:tc>
                  <a:txBody>
                    <a:bodyPr/>
                    <a:lstStyle/>
                    <a:p>
                      <a:r>
                        <a:rPr lang="de-DE" sz="1200" b="1" dirty="0"/>
                        <a:t>600 kByte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500 kByte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dirty="0"/>
                        <a:t>1 Mbyte</a:t>
                      </a:r>
                    </a:p>
                  </a:txBody>
                  <a:tcPr/>
                </a:tc>
                <a:extLst>
                  <a:ext uri="{0D108BD9-81ED-4DB2-BD59-A6C34878D82A}">
                    <a16:rowId xmlns:a16="http://schemas.microsoft.com/office/drawing/2014/main" val="1521595644"/>
                  </a:ext>
                </a:extLst>
              </a:tr>
              <a:tr h="370647">
                <a:tc>
                  <a:txBody>
                    <a:bodyPr/>
                    <a:lstStyle/>
                    <a:p>
                      <a:r>
                        <a:rPr lang="de-DE" sz="1200" dirty="0"/>
                        <a:t>Memory</a:t>
                      </a:r>
                    </a:p>
                  </a:txBody>
                  <a:tcPr/>
                </a:tc>
                <a:tc>
                  <a:txBody>
                    <a:bodyPr/>
                    <a:lstStyle/>
                    <a:p>
                      <a:r>
                        <a:rPr lang="de-DE" sz="1200" dirty="0"/>
                        <a:t>1.5 Mbyte</a:t>
                      </a:r>
                    </a:p>
                  </a:txBody>
                  <a:tcPr/>
                </a:tc>
                <a:tc>
                  <a:txBody>
                    <a:bodyPr/>
                    <a:lstStyle/>
                    <a:p>
                      <a:r>
                        <a:rPr lang="de-DE" sz="1200" b="1" dirty="0"/>
                        <a:t>2.5 Mbyte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3 Mbyte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dirty="0"/>
                        <a:t>4.5 Mbyte </a:t>
                      </a:r>
                    </a:p>
                  </a:txBody>
                  <a:tcPr/>
                </a:tc>
                <a:extLst>
                  <a:ext uri="{0D108BD9-81ED-4DB2-BD59-A6C34878D82A}">
                    <a16:rowId xmlns:a16="http://schemas.microsoft.com/office/drawing/2014/main" val="1440389681"/>
                  </a:ext>
                </a:extLst>
              </a:tr>
              <a:tr h="370647">
                <a:tc>
                  <a:txBody>
                    <a:bodyPr/>
                    <a:lstStyle/>
                    <a:p>
                      <a:r>
                        <a:rPr lang="de-DE" sz="1200" dirty="0"/>
                        <a:t>Processing time for bit operations</a:t>
                      </a:r>
                    </a:p>
                  </a:txBody>
                  <a:tcPr/>
                </a:tc>
                <a:tc>
                  <a:txBody>
                    <a:bodyPr/>
                    <a:lstStyle/>
                    <a:p>
                      <a:r>
                        <a:rPr lang="de-DE" sz="1200" dirty="0"/>
                        <a:t>80 ns</a:t>
                      </a:r>
                    </a:p>
                  </a:txBody>
                  <a:tcPr/>
                </a:tc>
                <a:tc>
                  <a:txBody>
                    <a:bodyPr/>
                    <a:lstStyle/>
                    <a:p>
                      <a:r>
                        <a:rPr lang="de-DE" sz="1200" b="1" dirty="0"/>
                        <a:t>50 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t>60 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dirty="0"/>
                        <a:t>20 ns</a:t>
                      </a:r>
                    </a:p>
                  </a:txBody>
                  <a:tcPr/>
                </a:tc>
                <a:extLst>
                  <a:ext uri="{0D108BD9-81ED-4DB2-BD59-A6C34878D82A}">
                    <a16:rowId xmlns:a16="http://schemas.microsoft.com/office/drawing/2014/main" val="3637015572"/>
                  </a:ext>
                </a:extLst>
              </a:tr>
              <a:tr h="370647">
                <a:tc>
                  <a:txBody>
                    <a:bodyPr/>
                    <a:lstStyle/>
                    <a:p>
                      <a:r>
                        <a:rPr lang="de-DE" sz="1200" dirty="0"/>
                        <a:t>Operating temperature range</a:t>
                      </a:r>
                    </a:p>
                  </a:txBody>
                  <a:tcPr/>
                </a:tc>
                <a:tc>
                  <a:txBody>
                    <a:bodyPr/>
                    <a:lstStyle/>
                    <a:p>
                      <a:r>
                        <a:rPr lang="de-DE" sz="1200" dirty="0"/>
                        <a:t>0°C... 60°C</a:t>
                      </a:r>
                    </a:p>
                  </a:txBody>
                  <a:tcPr/>
                </a:tc>
                <a:tc>
                  <a:txBody>
                    <a:bodyPr/>
                    <a:lstStyle/>
                    <a:p>
                      <a:r>
                        <a:rPr lang="de-DE" sz="1200" b="1" dirty="0"/>
                        <a:t>-30°C... 60°C</a:t>
                      </a:r>
                    </a:p>
                  </a:txBody>
                  <a:tcPr/>
                </a:tc>
                <a:tc>
                  <a:txBody>
                    <a:bodyPr/>
                    <a:lstStyle/>
                    <a:p>
                      <a:r>
                        <a:rPr lang="de-DE" sz="1200" dirty="0"/>
                        <a:t>0°C... 60°C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dirty="0"/>
                        <a:t>-30°C... 60°C</a:t>
                      </a:r>
                    </a:p>
                  </a:txBody>
                  <a:tcPr/>
                </a:tc>
                <a:extLst>
                  <a:ext uri="{0D108BD9-81ED-4DB2-BD59-A6C34878D82A}">
                    <a16:rowId xmlns:a16="http://schemas.microsoft.com/office/drawing/2014/main" val="1929028314"/>
                  </a:ext>
                </a:extLst>
              </a:tr>
            </a:tbl>
          </a:graphicData>
        </a:graphic>
      </p:graphicFrame>
      <p:sp>
        <p:nvSpPr>
          <p:cNvPr id="4" name="Rechteck 3">
            <a:extLst>
              <a:ext uri="{FF2B5EF4-FFF2-40B4-BE49-F238E27FC236}">
                <a16:creationId xmlns:a16="http://schemas.microsoft.com/office/drawing/2014/main" id="{6E357FAF-AF9B-4D23-8354-C695E3A05A83}"/>
              </a:ext>
            </a:extLst>
          </p:cNvPr>
          <p:cNvSpPr/>
          <p:nvPr/>
        </p:nvSpPr>
        <p:spPr>
          <a:xfrm>
            <a:off x="3521798" y="1125900"/>
            <a:ext cx="8259803" cy="1237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6D6F2DDB-4C06-49DE-AC79-439A41C41973}"/>
              </a:ext>
            </a:extLst>
          </p:cNvPr>
          <p:cNvSpPr>
            <a:spLocks noGrp="1"/>
          </p:cNvSpPr>
          <p:nvPr>
            <p:ph type="title"/>
          </p:nvPr>
        </p:nvSpPr>
        <p:spPr/>
        <p:txBody>
          <a:bodyPr/>
          <a:lstStyle/>
          <a:p>
            <a:r>
              <a:rPr lang="en-US" dirty="0"/>
              <a:t>Innovated Hardware for R CPUs</a:t>
            </a:r>
            <a:br>
              <a:rPr lang="en-US" dirty="0"/>
            </a:br>
            <a:r>
              <a:rPr lang="en-US" b="0" dirty="0"/>
              <a:t>Technical comparison</a:t>
            </a:r>
          </a:p>
        </p:txBody>
      </p:sp>
      <p:sp>
        <p:nvSpPr>
          <p:cNvPr id="3" name="Fußzeilenplatzhalter 2">
            <a:extLst>
              <a:ext uri="{FF2B5EF4-FFF2-40B4-BE49-F238E27FC236}">
                <a16:creationId xmlns:a16="http://schemas.microsoft.com/office/drawing/2014/main" id="{93A1395D-1379-4A9A-8355-68B08CAC9CA6}"/>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7" name="Grafik 6">
            <a:extLst>
              <a:ext uri="{FF2B5EF4-FFF2-40B4-BE49-F238E27FC236}">
                <a16:creationId xmlns:a16="http://schemas.microsoft.com/office/drawing/2014/main" id="{2A8B664A-2805-26EE-06B8-575C52F5A6B7}"/>
              </a:ext>
            </a:extLst>
          </p:cNvPr>
          <p:cNvPicPr>
            <a:picLocks noChangeAspect="1"/>
          </p:cNvPicPr>
          <p:nvPr/>
        </p:nvPicPr>
        <p:blipFill>
          <a:blip r:embed="rId2"/>
          <a:stretch>
            <a:fillRect/>
          </a:stretch>
        </p:blipFill>
        <p:spPr>
          <a:xfrm>
            <a:off x="10153016" y="1125900"/>
            <a:ext cx="1166671" cy="1166671"/>
          </a:xfrm>
          <a:prstGeom prst="rect">
            <a:avLst/>
          </a:prstGeom>
        </p:spPr>
      </p:pic>
      <p:pic>
        <p:nvPicPr>
          <p:cNvPr id="8" name="Grafik 7">
            <a:extLst>
              <a:ext uri="{FF2B5EF4-FFF2-40B4-BE49-F238E27FC236}">
                <a16:creationId xmlns:a16="http://schemas.microsoft.com/office/drawing/2014/main" id="{8E134C97-F377-A950-CC39-F75109945643}"/>
              </a:ext>
            </a:extLst>
          </p:cNvPr>
          <p:cNvPicPr>
            <a:picLocks noChangeAspect="1"/>
          </p:cNvPicPr>
          <p:nvPr/>
        </p:nvPicPr>
        <p:blipFill>
          <a:blip r:embed="rId3"/>
          <a:stretch>
            <a:fillRect/>
          </a:stretch>
        </p:blipFill>
        <p:spPr>
          <a:xfrm>
            <a:off x="5630692" y="1136863"/>
            <a:ext cx="1219310" cy="1219310"/>
          </a:xfrm>
          <a:prstGeom prst="rect">
            <a:avLst/>
          </a:prstGeom>
        </p:spPr>
      </p:pic>
      <p:sp>
        <p:nvSpPr>
          <p:cNvPr id="9" name="Pfeil: nach rechts 8">
            <a:extLst>
              <a:ext uri="{FF2B5EF4-FFF2-40B4-BE49-F238E27FC236}">
                <a16:creationId xmlns:a16="http://schemas.microsoft.com/office/drawing/2014/main" id="{2AAD99A9-494C-3525-A848-37B67FAEAA69}"/>
              </a:ext>
            </a:extLst>
          </p:cNvPr>
          <p:cNvSpPr/>
          <p:nvPr/>
        </p:nvSpPr>
        <p:spPr>
          <a:xfrm>
            <a:off x="5174096" y="1437530"/>
            <a:ext cx="834013" cy="57600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pSp>
        <p:nvGrpSpPr>
          <p:cNvPr id="12" name="Gruppieren 11">
            <a:extLst>
              <a:ext uri="{FF2B5EF4-FFF2-40B4-BE49-F238E27FC236}">
                <a16:creationId xmlns:a16="http://schemas.microsoft.com/office/drawing/2014/main" id="{284F3892-0664-3CB7-C21B-EFBFBAD99950}"/>
              </a:ext>
            </a:extLst>
          </p:cNvPr>
          <p:cNvGrpSpPr/>
          <p:nvPr/>
        </p:nvGrpSpPr>
        <p:grpSpPr>
          <a:xfrm>
            <a:off x="6788775" y="2320552"/>
            <a:ext cx="517823" cy="443788"/>
            <a:chOff x="6167755" y="5568476"/>
            <a:chExt cx="518093" cy="444019"/>
          </a:xfrm>
        </p:grpSpPr>
        <p:sp>
          <p:nvSpPr>
            <p:cNvPr id="13" name="Explosion: 8 Zacken 12">
              <a:extLst>
                <a:ext uri="{FF2B5EF4-FFF2-40B4-BE49-F238E27FC236}">
                  <a16:creationId xmlns:a16="http://schemas.microsoft.com/office/drawing/2014/main" id="{864F8C34-6F66-2D32-1BB4-1695AA3EC572}"/>
                </a:ext>
              </a:extLst>
            </p:cNvPr>
            <p:cNvSpPr/>
            <p:nvPr userDrawn="1"/>
          </p:nvSpPr>
          <p:spPr bwMode="auto">
            <a:xfrm>
              <a:off x="6167755" y="5568476"/>
              <a:ext cx="484681" cy="444019"/>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4" name="Textfeld 13">
              <a:extLst>
                <a:ext uri="{FF2B5EF4-FFF2-40B4-BE49-F238E27FC236}">
                  <a16:creationId xmlns:a16="http://schemas.microsoft.com/office/drawing/2014/main" id="{AF82BABE-AB83-47F5-DCB4-8D753C77188D}"/>
                </a:ext>
              </a:extLst>
            </p:cNvPr>
            <p:cNvSpPr txBox="1"/>
            <p:nvPr userDrawn="1"/>
          </p:nvSpPr>
          <p:spPr>
            <a:xfrm>
              <a:off x="6325808" y="5771212"/>
              <a:ext cx="360040" cy="141594"/>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grpSp>
        <p:nvGrpSpPr>
          <p:cNvPr id="16" name="Gruppieren 15">
            <a:extLst>
              <a:ext uri="{FF2B5EF4-FFF2-40B4-BE49-F238E27FC236}">
                <a16:creationId xmlns:a16="http://schemas.microsoft.com/office/drawing/2014/main" id="{BDA5C309-5FD9-A294-4E19-056661FA5459}"/>
              </a:ext>
            </a:extLst>
          </p:cNvPr>
          <p:cNvGrpSpPr/>
          <p:nvPr/>
        </p:nvGrpSpPr>
        <p:grpSpPr>
          <a:xfrm>
            <a:off x="11021564" y="2301289"/>
            <a:ext cx="517823" cy="443788"/>
            <a:chOff x="6167755" y="5568476"/>
            <a:chExt cx="518093" cy="444019"/>
          </a:xfrm>
        </p:grpSpPr>
        <p:sp>
          <p:nvSpPr>
            <p:cNvPr id="17" name="Explosion: 8 Zacken 16">
              <a:extLst>
                <a:ext uri="{FF2B5EF4-FFF2-40B4-BE49-F238E27FC236}">
                  <a16:creationId xmlns:a16="http://schemas.microsoft.com/office/drawing/2014/main" id="{5B81D462-7E2F-0CF6-DC7B-DF273CDE32CF}"/>
                </a:ext>
              </a:extLst>
            </p:cNvPr>
            <p:cNvSpPr/>
            <p:nvPr userDrawn="1"/>
          </p:nvSpPr>
          <p:spPr bwMode="auto">
            <a:xfrm>
              <a:off x="6167755" y="5568476"/>
              <a:ext cx="484681" cy="444019"/>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8" name="Textfeld 17">
              <a:extLst>
                <a:ext uri="{FF2B5EF4-FFF2-40B4-BE49-F238E27FC236}">
                  <a16:creationId xmlns:a16="http://schemas.microsoft.com/office/drawing/2014/main" id="{FBBA101C-F4AF-2D0C-0D0A-A8B59F47E28E}"/>
                </a:ext>
              </a:extLst>
            </p:cNvPr>
            <p:cNvSpPr txBox="1"/>
            <p:nvPr userDrawn="1"/>
          </p:nvSpPr>
          <p:spPr>
            <a:xfrm>
              <a:off x="6325808" y="5771212"/>
              <a:ext cx="360040" cy="141594"/>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
        <p:nvSpPr>
          <p:cNvPr id="19" name="Pfeil: nach rechts 18">
            <a:extLst>
              <a:ext uri="{FF2B5EF4-FFF2-40B4-BE49-F238E27FC236}">
                <a16:creationId xmlns:a16="http://schemas.microsoft.com/office/drawing/2014/main" id="{B5CAC34F-0194-F35E-0BE7-96B516C9F390}"/>
              </a:ext>
            </a:extLst>
          </p:cNvPr>
          <p:cNvSpPr/>
          <p:nvPr/>
        </p:nvSpPr>
        <p:spPr>
          <a:xfrm>
            <a:off x="9394303" y="1458518"/>
            <a:ext cx="834013" cy="57600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21" name="Grafik 20">
            <a:extLst>
              <a:ext uri="{FF2B5EF4-FFF2-40B4-BE49-F238E27FC236}">
                <a16:creationId xmlns:a16="http://schemas.microsoft.com/office/drawing/2014/main" id="{4A30D16B-6682-1905-4B73-7E66268F98AE}"/>
              </a:ext>
            </a:extLst>
          </p:cNvPr>
          <p:cNvPicPr>
            <a:picLocks noChangeAspect="1"/>
          </p:cNvPicPr>
          <p:nvPr/>
        </p:nvPicPr>
        <p:blipFill>
          <a:blip r:embed="rId4"/>
          <a:stretch>
            <a:fillRect/>
          </a:stretch>
        </p:blipFill>
        <p:spPr>
          <a:xfrm>
            <a:off x="8271997" y="1147260"/>
            <a:ext cx="742950" cy="1123950"/>
          </a:xfrm>
          <a:prstGeom prst="rect">
            <a:avLst/>
          </a:prstGeom>
        </p:spPr>
      </p:pic>
      <p:pic>
        <p:nvPicPr>
          <p:cNvPr id="23" name="Grafik 22">
            <a:extLst>
              <a:ext uri="{FF2B5EF4-FFF2-40B4-BE49-F238E27FC236}">
                <a16:creationId xmlns:a16="http://schemas.microsoft.com/office/drawing/2014/main" id="{BBDD8EA0-C10E-CDB8-7723-BC74C93BA782}"/>
              </a:ext>
            </a:extLst>
          </p:cNvPr>
          <p:cNvPicPr>
            <a:picLocks noChangeAspect="1"/>
          </p:cNvPicPr>
          <p:nvPr/>
        </p:nvPicPr>
        <p:blipFill>
          <a:blip r:embed="rId5"/>
          <a:stretch>
            <a:fillRect/>
          </a:stretch>
        </p:blipFill>
        <p:spPr>
          <a:xfrm>
            <a:off x="4263096" y="1199112"/>
            <a:ext cx="552450" cy="1143000"/>
          </a:xfrm>
          <a:prstGeom prst="rect">
            <a:avLst/>
          </a:prstGeom>
        </p:spPr>
      </p:pic>
    </p:spTree>
    <p:extLst>
      <p:ext uri="{BB962C8B-B14F-4D97-AF65-F5344CB8AC3E}">
        <p14:creationId xmlns:p14="http://schemas.microsoft.com/office/powerpoint/2010/main" val="23107705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6F2DDB-4C06-49DE-AC79-439A41C41973}"/>
              </a:ext>
            </a:extLst>
          </p:cNvPr>
          <p:cNvSpPr>
            <a:spLocks noGrp="1"/>
          </p:cNvSpPr>
          <p:nvPr>
            <p:ph type="title"/>
          </p:nvPr>
        </p:nvSpPr>
        <p:spPr/>
        <p:txBody>
          <a:bodyPr/>
          <a:lstStyle/>
          <a:p>
            <a:r>
              <a:rPr lang="en-US" dirty="0"/>
              <a:t>Innovated Hardware for R CPUs</a:t>
            </a:r>
            <a:br>
              <a:rPr lang="en-US" dirty="0"/>
            </a:br>
            <a:r>
              <a:rPr lang="en-US" b="0" dirty="0"/>
              <a:t>Compatibility</a:t>
            </a:r>
          </a:p>
        </p:txBody>
      </p:sp>
      <p:sp>
        <p:nvSpPr>
          <p:cNvPr id="3" name="Fußzeilenplatzhalter 2">
            <a:extLst>
              <a:ext uri="{FF2B5EF4-FFF2-40B4-BE49-F238E27FC236}">
                <a16:creationId xmlns:a16="http://schemas.microsoft.com/office/drawing/2014/main" id="{93A1395D-1379-4A9A-8355-68B08CAC9CA6}"/>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4" name="Text Box 5">
            <a:extLst>
              <a:ext uri="{FF2B5EF4-FFF2-40B4-BE49-F238E27FC236}">
                <a16:creationId xmlns:a16="http://schemas.microsoft.com/office/drawing/2014/main" id="{413EB89E-FA73-7863-ACBA-7005EEF6895E}"/>
              </a:ext>
            </a:extLst>
          </p:cNvPr>
          <p:cNvSpPr txBox="1">
            <a:spLocks noChangeArrowheads="1"/>
          </p:cNvSpPr>
          <p:nvPr>
            <p:custDataLst>
              <p:tags r:id="rId1"/>
            </p:custDataLst>
          </p:nvPr>
        </p:nvSpPr>
        <p:spPr bwMode="auto">
          <a:xfrm>
            <a:off x="735161" y="2625189"/>
            <a:ext cx="11046440" cy="1297343"/>
          </a:xfrm>
          <a:prstGeom prst="rect">
            <a:avLst/>
          </a:prstGeom>
          <a:gradFill>
            <a:gsLst>
              <a:gs pos="83000">
                <a:srgbClr val="41AAC8"/>
              </a:gs>
              <a:gs pos="50000">
                <a:srgbClr val="32A0A0"/>
              </a:gs>
              <a:gs pos="0">
                <a:srgbClr val="4BB9B9"/>
              </a:gs>
              <a:gs pos="100000">
                <a:srgbClr val="2387AA"/>
              </a:gs>
            </a:gsLst>
            <a:lin ang="0" scaled="0"/>
          </a:gradFill>
          <a:ln>
            <a:noFill/>
          </a:ln>
          <a:effectLst/>
        </p:spPr>
        <p:txBody>
          <a:bodyPr lIns="89953" tIns="46776" rIns="89953" bIns="46776" anchor="ctr" anchorCtr="0"/>
          <a:lstStyle>
            <a:defPPr>
              <a:defRPr lang="de-DE"/>
            </a:defPPr>
            <a:lvl1pPr algn="ctr" defTabSz="762000" eaLnBrk="0" hangingPunct="0">
              <a:spcBef>
                <a:spcPct val="0"/>
              </a:spcBef>
              <a:buClrTx/>
              <a:buFontTx/>
              <a:buNone/>
              <a:defRPr sz="1800" b="1">
                <a:solidFill>
                  <a:schemeClr val="bg1"/>
                </a:solidFill>
                <a:latin typeface="Arial" charset="0"/>
              </a:defRPr>
            </a:lvl1pPr>
            <a:lvl2pPr marL="742950" indent="-285750" defTabSz="762000" eaLnBrk="0" hangingPunct="0">
              <a:defRPr sz="2000">
                <a:solidFill>
                  <a:schemeClr val="tx1"/>
                </a:solidFill>
                <a:latin typeface="Arial" charset="0"/>
              </a:defRPr>
            </a:lvl2pPr>
            <a:lvl3pPr marL="1143000" indent="-228600" defTabSz="762000" eaLnBrk="0" hangingPunct="0">
              <a:defRPr sz="2000">
                <a:solidFill>
                  <a:schemeClr val="tx1"/>
                </a:solidFill>
                <a:latin typeface="Arial" charset="0"/>
              </a:defRPr>
            </a:lvl3pPr>
            <a:lvl4pPr marL="1600200" indent="-228600" defTabSz="762000" eaLnBrk="0" hangingPunct="0">
              <a:defRPr sz="2000">
                <a:solidFill>
                  <a:schemeClr val="tx1"/>
                </a:solidFill>
                <a:latin typeface="Arial" charset="0"/>
              </a:defRPr>
            </a:lvl4pPr>
            <a:lvl5pPr marL="2057400" indent="-228600" defTabSz="762000" eaLnBrk="0" hangingPunct="0">
              <a:defRPr sz="2000">
                <a:solidFill>
                  <a:schemeClr val="tx1"/>
                </a:solidFill>
                <a:latin typeface="Arial" charset="0"/>
              </a:defRPr>
            </a:lvl5pPr>
            <a:lvl6pPr marL="25146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6pPr>
            <a:lvl7pPr marL="29718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7pPr>
            <a:lvl8pPr marL="34290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8pPr>
            <a:lvl9pPr marL="38862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9pPr>
          </a:lstStyle>
          <a:p>
            <a:pPr marR="0" lvl="0" algn="l" defTabSz="914400" rtl="0" eaLnBrk="1" fontAlgn="ctr" latinLnBrk="0" hangingPunct="1">
              <a:lnSpc>
                <a:spcPct val="100000"/>
              </a:lnSpc>
              <a:spcBef>
                <a:spcPts val="0"/>
              </a:spcBef>
              <a:spcAft>
                <a:spcPts val="0"/>
              </a:spcAft>
              <a:buClr>
                <a:srgbClr val="000000"/>
              </a:buClr>
              <a:buSzPts val="1400"/>
              <a:tabLst/>
              <a:defRPr/>
            </a:pPr>
            <a:r>
              <a:rPr lang="en-US" sz="1600" kern="1200" baseline="0" dirty="0">
                <a:solidFill>
                  <a:schemeClr val="tx1"/>
                </a:solidFill>
                <a:latin typeface="+mn-lt"/>
                <a:ea typeface="+mn-ea"/>
                <a:cs typeface="+mn-cs"/>
              </a:rPr>
              <a:t>The new R-CPUs are spare parts compatible with the existing R-CPUs</a:t>
            </a:r>
          </a:p>
          <a:p>
            <a:pPr marL="285750" marR="0" lvl="0" indent="-285750" algn="l" defTabSz="914400" rtl="0" eaLnBrk="1" fontAlgn="ctr" latinLnBrk="0" hangingPunct="1">
              <a:lnSpc>
                <a:spcPct val="100000"/>
              </a:lnSpc>
              <a:spcBef>
                <a:spcPts val="0"/>
              </a:spcBef>
              <a:spcAft>
                <a:spcPts val="0"/>
              </a:spcAft>
              <a:buClr>
                <a:srgbClr val="000000"/>
              </a:buClr>
              <a:buSzPts val="1400"/>
              <a:buFont typeface="Wingdings" panose="05000000000000000000" pitchFamily="2" charset="2"/>
              <a:buChar char="§"/>
              <a:tabLst/>
              <a:defRPr/>
            </a:pPr>
            <a:r>
              <a:rPr lang="en-US" sz="1600" b="0" kern="1200" baseline="0" dirty="0">
                <a:latin typeface="+mn-lt"/>
                <a:ea typeface="+mn-ea"/>
                <a:cs typeface="+mn-cs"/>
              </a:rPr>
              <a:t>Memory cards from existing CPUs can continue to be used 1:1 in the new CPUs</a:t>
            </a:r>
          </a:p>
          <a:p>
            <a:pPr marL="285750" marR="0" lvl="0" indent="-285750" algn="l" defTabSz="914400" rtl="0" eaLnBrk="1" fontAlgn="ctr" latinLnBrk="0" hangingPunct="1">
              <a:lnSpc>
                <a:spcPct val="100000"/>
              </a:lnSpc>
              <a:spcBef>
                <a:spcPts val="0"/>
              </a:spcBef>
              <a:spcAft>
                <a:spcPts val="0"/>
              </a:spcAft>
              <a:buClr>
                <a:srgbClr val="000000"/>
              </a:buClr>
              <a:buSzPts val="1400"/>
              <a:buFont typeface="Wingdings" panose="05000000000000000000" pitchFamily="2" charset="2"/>
              <a:buChar char="§"/>
              <a:tabLst/>
              <a:defRPr/>
            </a:pPr>
            <a:r>
              <a:rPr lang="en-US" sz="1600" b="0" dirty="0">
                <a:latin typeface="+mn-lt"/>
              </a:rPr>
              <a:t>New R CPUs can also be loaded with older TIA Portal versions. Configure the latest FW version there</a:t>
            </a:r>
            <a:endParaRPr lang="en-US" sz="1600" b="0" kern="1200" baseline="0" dirty="0">
              <a:latin typeface="+mn-lt"/>
              <a:ea typeface="+mn-ea"/>
              <a:cs typeface="+mn-cs"/>
            </a:endParaRPr>
          </a:p>
        </p:txBody>
      </p:sp>
      <p:sp>
        <p:nvSpPr>
          <p:cNvPr id="5" name="Text Box 5">
            <a:extLst>
              <a:ext uri="{FF2B5EF4-FFF2-40B4-BE49-F238E27FC236}">
                <a16:creationId xmlns:a16="http://schemas.microsoft.com/office/drawing/2014/main" id="{B2E67071-61E1-5FE3-D827-6CD3FCE4F7B9}"/>
              </a:ext>
            </a:extLst>
          </p:cNvPr>
          <p:cNvSpPr txBox="1">
            <a:spLocks noChangeArrowheads="1"/>
          </p:cNvSpPr>
          <p:nvPr>
            <p:custDataLst>
              <p:tags r:id="rId2"/>
            </p:custDataLst>
          </p:nvPr>
        </p:nvSpPr>
        <p:spPr bwMode="auto">
          <a:xfrm>
            <a:off x="735161" y="4123127"/>
            <a:ext cx="11046440" cy="1297343"/>
          </a:xfrm>
          <a:prstGeom prst="rect">
            <a:avLst/>
          </a:prstGeom>
          <a:gradFill>
            <a:gsLst>
              <a:gs pos="83000">
                <a:srgbClr val="41AAC8"/>
              </a:gs>
              <a:gs pos="50000">
                <a:srgbClr val="32A0A0"/>
              </a:gs>
              <a:gs pos="0">
                <a:srgbClr val="4BB9B9"/>
              </a:gs>
              <a:gs pos="100000">
                <a:srgbClr val="2387AA"/>
              </a:gs>
            </a:gsLst>
            <a:lin ang="0" scaled="0"/>
          </a:gradFill>
          <a:ln>
            <a:noFill/>
          </a:ln>
          <a:effectLst/>
        </p:spPr>
        <p:txBody>
          <a:bodyPr lIns="89953" tIns="46776" rIns="89953" bIns="46776" anchor="ctr" anchorCtr="0"/>
          <a:lstStyle>
            <a:defPPr>
              <a:defRPr lang="de-DE"/>
            </a:defPPr>
            <a:lvl1pPr algn="ctr" defTabSz="762000" eaLnBrk="0" hangingPunct="0">
              <a:spcBef>
                <a:spcPct val="0"/>
              </a:spcBef>
              <a:buClrTx/>
              <a:buFontTx/>
              <a:buNone/>
              <a:defRPr sz="1800" b="1">
                <a:solidFill>
                  <a:schemeClr val="bg1"/>
                </a:solidFill>
                <a:latin typeface="Arial" charset="0"/>
              </a:defRPr>
            </a:lvl1pPr>
            <a:lvl2pPr marL="742950" indent="-285750" defTabSz="762000" eaLnBrk="0" hangingPunct="0">
              <a:defRPr sz="2000">
                <a:solidFill>
                  <a:schemeClr val="tx1"/>
                </a:solidFill>
                <a:latin typeface="Arial" charset="0"/>
              </a:defRPr>
            </a:lvl2pPr>
            <a:lvl3pPr marL="1143000" indent="-228600" defTabSz="762000" eaLnBrk="0" hangingPunct="0">
              <a:defRPr sz="2000">
                <a:solidFill>
                  <a:schemeClr val="tx1"/>
                </a:solidFill>
                <a:latin typeface="Arial" charset="0"/>
              </a:defRPr>
            </a:lvl3pPr>
            <a:lvl4pPr marL="1600200" indent="-228600" defTabSz="762000" eaLnBrk="0" hangingPunct="0">
              <a:defRPr sz="2000">
                <a:solidFill>
                  <a:schemeClr val="tx1"/>
                </a:solidFill>
                <a:latin typeface="Arial" charset="0"/>
              </a:defRPr>
            </a:lvl4pPr>
            <a:lvl5pPr marL="2057400" indent="-228600" defTabSz="762000" eaLnBrk="0" hangingPunct="0">
              <a:defRPr sz="2000">
                <a:solidFill>
                  <a:schemeClr val="tx1"/>
                </a:solidFill>
                <a:latin typeface="Arial" charset="0"/>
              </a:defRPr>
            </a:lvl5pPr>
            <a:lvl6pPr marL="25146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6pPr>
            <a:lvl7pPr marL="29718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7pPr>
            <a:lvl8pPr marL="34290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8pPr>
            <a:lvl9pPr marL="3886200" indent="-228600" algn="ctr" defTabSz="762000" eaLnBrk="0" fontAlgn="base" hangingPunct="0">
              <a:spcBef>
                <a:spcPct val="50000"/>
              </a:spcBef>
              <a:spcAft>
                <a:spcPct val="0"/>
              </a:spcAft>
              <a:buClr>
                <a:schemeClr val="tx2"/>
              </a:buClr>
              <a:buFont typeface="Wingdings" pitchFamily="2" charset="2"/>
              <a:buChar char="§"/>
              <a:defRPr sz="2000">
                <a:solidFill>
                  <a:schemeClr val="tx1"/>
                </a:solidFill>
                <a:latin typeface="Arial" charset="0"/>
              </a:defRPr>
            </a:lvl9pPr>
          </a:lstStyle>
          <a:p>
            <a:pPr marR="0" lvl="0" algn="l" defTabSz="914400" rtl="0" eaLnBrk="1" fontAlgn="ctr" latinLnBrk="0" hangingPunct="1">
              <a:lnSpc>
                <a:spcPct val="100000"/>
              </a:lnSpc>
              <a:spcBef>
                <a:spcPts val="0"/>
              </a:spcBef>
              <a:spcAft>
                <a:spcPts val="0"/>
              </a:spcAft>
              <a:buClr>
                <a:srgbClr val="000000"/>
              </a:buClr>
              <a:buSzPts val="1400"/>
              <a:tabLst/>
              <a:defRPr/>
            </a:pPr>
            <a:r>
              <a:rPr lang="en-US" sz="1600" kern="1200" baseline="0" dirty="0">
                <a:latin typeface="+mn-lt"/>
                <a:ea typeface="+mn-ea"/>
                <a:cs typeface="+mn-cs"/>
              </a:rPr>
              <a:t>Attention:</a:t>
            </a:r>
          </a:p>
          <a:p>
            <a:pPr marL="285750" marR="0" lvl="0" indent="-285750" algn="l" defTabSz="914400" rtl="0" eaLnBrk="1" fontAlgn="ctr" latinLnBrk="0" hangingPunct="1">
              <a:lnSpc>
                <a:spcPct val="100000"/>
              </a:lnSpc>
              <a:spcBef>
                <a:spcPts val="0"/>
              </a:spcBef>
              <a:spcAft>
                <a:spcPts val="0"/>
              </a:spcAft>
              <a:buClr>
                <a:srgbClr val="000000"/>
              </a:buClr>
              <a:buSzPts val="1400"/>
              <a:buFont typeface="Wingdings" panose="05000000000000000000" pitchFamily="2" charset="2"/>
              <a:buChar char="§"/>
              <a:tabLst/>
              <a:defRPr/>
            </a:pPr>
            <a:r>
              <a:rPr lang="en-US" sz="1600" b="0" kern="1200" baseline="0" dirty="0">
                <a:latin typeface="+mn-lt"/>
                <a:ea typeface="+mn-ea"/>
                <a:cs typeface="+mn-cs"/>
              </a:rPr>
              <a:t>In an R/H system, both CPUs must have the same article number and firmware version</a:t>
            </a:r>
            <a:br>
              <a:rPr lang="en-US" sz="1600" b="0" kern="1200" baseline="0" dirty="0">
                <a:latin typeface="+mn-lt"/>
                <a:ea typeface="+mn-ea"/>
                <a:cs typeface="+mn-cs"/>
              </a:rPr>
            </a:br>
            <a:r>
              <a:rPr lang="en-US" sz="1600" b="0" kern="1200" baseline="0" dirty="0">
                <a:latin typeface="+mn-lt"/>
                <a:ea typeface="+mn-ea"/>
                <a:cs typeface="+mn-cs"/>
                <a:sym typeface="Wingdings" panose="05000000000000000000" pitchFamily="2" charset="2"/>
              </a:rPr>
              <a:t> </a:t>
            </a:r>
            <a:r>
              <a:rPr lang="en-US" sz="1600" b="0" dirty="0">
                <a:latin typeface="+mn-lt"/>
                <a:sym typeface="Wingdings" panose="05000000000000000000" pitchFamily="2" charset="2"/>
              </a:rPr>
              <a:t>If an R CPU fails, the same type must be replaced </a:t>
            </a:r>
            <a:endParaRPr lang="en-US" sz="1600" b="0" kern="1200" baseline="0" dirty="0">
              <a:latin typeface="+mn-lt"/>
              <a:ea typeface="+mn-ea"/>
              <a:cs typeface="+mn-cs"/>
            </a:endParaRPr>
          </a:p>
        </p:txBody>
      </p:sp>
      <p:sp>
        <p:nvSpPr>
          <p:cNvPr id="6" name="Rechteck 5">
            <a:extLst>
              <a:ext uri="{FF2B5EF4-FFF2-40B4-BE49-F238E27FC236}">
                <a16:creationId xmlns:a16="http://schemas.microsoft.com/office/drawing/2014/main" id="{B687BCB4-821B-CE14-36C8-40B5587A2573}"/>
              </a:ext>
            </a:extLst>
          </p:cNvPr>
          <p:cNvSpPr/>
          <p:nvPr/>
        </p:nvSpPr>
        <p:spPr>
          <a:xfrm>
            <a:off x="3521798" y="1125900"/>
            <a:ext cx="8259803" cy="1237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10" name="Grafik 9">
            <a:extLst>
              <a:ext uri="{FF2B5EF4-FFF2-40B4-BE49-F238E27FC236}">
                <a16:creationId xmlns:a16="http://schemas.microsoft.com/office/drawing/2014/main" id="{16AA759E-EC9D-E1F0-AA12-3FD670630087}"/>
              </a:ext>
            </a:extLst>
          </p:cNvPr>
          <p:cNvPicPr>
            <a:picLocks noChangeAspect="1"/>
          </p:cNvPicPr>
          <p:nvPr/>
        </p:nvPicPr>
        <p:blipFill>
          <a:blip r:embed="rId4"/>
          <a:stretch>
            <a:fillRect/>
          </a:stretch>
        </p:blipFill>
        <p:spPr>
          <a:xfrm>
            <a:off x="10153016" y="1125900"/>
            <a:ext cx="1166671" cy="1166671"/>
          </a:xfrm>
          <a:prstGeom prst="rect">
            <a:avLst/>
          </a:prstGeom>
        </p:spPr>
      </p:pic>
      <p:pic>
        <p:nvPicPr>
          <p:cNvPr id="11" name="Grafik 10">
            <a:extLst>
              <a:ext uri="{FF2B5EF4-FFF2-40B4-BE49-F238E27FC236}">
                <a16:creationId xmlns:a16="http://schemas.microsoft.com/office/drawing/2014/main" id="{230FA3E9-9D79-7E98-E95F-5E8A1DE0850E}"/>
              </a:ext>
            </a:extLst>
          </p:cNvPr>
          <p:cNvPicPr>
            <a:picLocks noChangeAspect="1"/>
          </p:cNvPicPr>
          <p:nvPr/>
        </p:nvPicPr>
        <p:blipFill>
          <a:blip r:embed="rId5"/>
          <a:stretch>
            <a:fillRect/>
          </a:stretch>
        </p:blipFill>
        <p:spPr>
          <a:xfrm>
            <a:off x="5630692" y="1136863"/>
            <a:ext cx="1219310" cy="1219310"/>
          </a:xfrm>
          <a:prstGeom prst="rect">
            <a:avLst/>
          </a:prstGeom>
        </p:spPr>
      </p:pic>
      <p:sp>
        <p:nvSpPr>
          <p:cNvPr id="12" name="Pfeil: nach rechts 11">
            <a:extLst>
              <a:ext uri="{FF2B5EF4-FFF2-40B4-BE49-F238E27FC236}">
                <a16:creationId xmlns:a16="http://schemas.microsoft.com/office/drawing/2014/main" id="{5AFCA052-F1D4-99F7-8ABA-A9252C1E32A0}"/>
              </a:ext>
            </a:extLst>
          </p:cNvPr>
          <p:cNvSpPr/>
          <p:nvPr/>
        </p:nvSpPr>
        <p:spPr>
          <a:xfrm>
            <a:off x="5174096" y="1437530"/>
            <a:ext cx="834013" cy="57600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3" name="Pfeil: nach rechts 12">
            <a:extLst>
              <a:ext uri="{FF2B5EF4-FFF2-40B4-BE49-F238E27FC236}">
                <a16:creationId xmlns:a16="http://schemas.microsoft.com/office/drawing/2014/main" id="{80761167-4623-9AEE-F05A-A84DA0E6BD8F}"/>
              </a:ext>
            </a:extLst>
          </p:cNvPr>
          <p:cNvSpPr/>
          <p:nvPr/>
        </p:nvSpPr>
        <p:spPr>
          <a:xfrm>
            <a:off x="9394303" y="1458518"/>
            <a:ext cx="834013" cy="57600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14" name="Grafik 13">
            <a:extLst>
              <a:ext uri="{FF2B5EF4-FFF2-40B4-BE49-F238E27FC236}">
                <a16:creationId xmlns:a16="http://schemas.microsoft.com/office/drawing/2014/main" id="{5A66CA77-AFFE-AEB9-AB6C-E6336E25EC25}"/>
              </a:ext>
            </a:extLst>
          </p:cNvPr>
          <p:cNvPicPr>
            <a:picLocks noChangeAspect="1"/>
          </p:cNvPicPr>
          <p:nvPr/>
        </p:nvPicPr>
        <p:blipFill>
          <a:blip r:embed="rId6"/>
          <a:stretch>
            <a:fillRect/>
          </a:stretch>
        </p:blipFill>
        <p:spPr>
          <a:xfrm>
            <a:off x="8271997" y="1147260"/>
            <a:ext cx="742950" cy="1123950"/>
          </a:xfrm>
          <a:prstGeom prst="rect">
            <a:avLst/>
          </a:prstGeom>
        </p:spPr>
      </p:pic>
      <p:pic>
        <p:nvPicPr>
          <p:cNvPr id="15" name="Grafik 14">
            <a:extLst>
              <a:ext uri="{FF2B5EF4-FFF2-40B4-BE49-F238E27FC236}">
                <a16:creationId xmlns:a16="http://schemas.microsoft.com/office/drawing/2014/main" id="{E13D01C3-6059-6C3A-C4F4-B01667730EAC}"/>
              </a:ext>
            </a:extLst>
          </p:cNvPr>
          <p:cNvPicPr>
            <a:picLocks noChangeAspect="1"/>
          </p:cNvPicPr>
          <p:nvPr/>
        </p:nvPicPr>
        <p:blipFill>
          <a:blip r:embed="rId7"/>
          <a:stretch>
            <a:fillRect/>
          </a:stretch>
        </p:blipFill>
        <p:spPr>
          <a:xfrm>
            <a:off x="4263096" y="1199112"/>
            <a:ext cx="552450" cy="1143000"/>
          </a:xfrm>
          <a:prstGeom prst="rect">
            <a:avLst/>
          </a:prstGeom>
        </p:spPr>
      </p:pic>
    </p:spTree>
    <p:extLst>
      <p:ext uri="{BB962C8B-B14F-4D97-AF65-F5344CB8AC3E}">
        <p14:creationId xmlns:p14="http://schemas.microsoft.com/office/powerpoint/2010/main" val="42482785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2AFEC303-2BBA-42FD-8CAD-9B74F4FA333C}"/>
              </a:ext>
            </a:extLst>
          </p:cNvPr>
          <p:cNvGraphicFramePr>
            <a:graphicFrameLocks noChangeAspect="1"/>
          </p:cNvGraphicFramePr>
          <p:nvPr>
            <p:custDataLst>
              <p:tags r:id="rId1"/>
            </p:custDataLst>
            <p:extLst>
              <p:ext uri="{D42A27DB-BD31-4B8C-83A1-F6EECF244321}">
                <p14:modId xmlns:p14="http://schemas.microsoft.com/office/powerpoint/2010/main" val="13175781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5" name="Objekt 4" hidden="1">
                        <a:extLst>
                          <a:ext uri="{FF2B5EF4-FFF2-40B4-BE49-F238E27FC236}">
                            <a16:creationId xmlns:a16="http://schemas.microsoft.com/office/drawing/2014/main" id="{2AFEC303-2BBA-42FD-8CAD-9B74F4FA33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923330"/>
          </a:xfrm>
        </p:spPr>
        <p:txBody>
          <a:bodyPr vert="horz"/>
          <a:lstStyle/>
          <a:p>
            <a:r>
              <a:rPr lang="en-US" dirty="0"/>
              <a:t>Supplements</a:t>
            </a:r>
          </a:p>
        </p:txBody>
      </p:sp>
      <p:sp>
        <p:nvSpPr>
          <p:cNvPr id="3" name="Untertitel 2">
            <a:extLst>
              <a:ext uri="{FF2B5EF4-FFF2-40B4-BE49-F238E27FC236}">
                <a16:creationId xmlns:a16="http://schemas.microsoft.com/office/drawing/2014/main" id="{3D2E9C9B-D621-4A23-AE78-8EA19CB74A1A}"/>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9AAAA657-3212-44EE-8156-A9E51026DD06}"/>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20853565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EF1B5912-828C-3B6A-1F4B-7352C28080E5}"/>
              </a:ext>
            </a:extLst>
          </p:cNvPr>
          <p:cNvSpPr/>
          <p:nvPr/>
        </p:nvSpPr>
        <p:spPr>
          <a:xfrm>
            <a:off x="7297093" y="1471457"/>
            <a:ext cx="4484508" cy="40125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solidFill>
                <a:schemeClr val="bg1"/>
              </a:solidFill>
            </a:endParaRPr>
          </a:p>
        </p:txBody>
      </p:sp>
      <p:graphicFrame>
        <p:nvGraphicFramePr>
          <p:cNvPr id="7" name="Objekt 6" hidden="1">
            <a:extLst>
              <a:ext uri="{FF2B5EF4-FFF2-40B4-BE49-F238E27FC236}">
                <a16:creationId xmlns:a16="http://schemas.microsoft.com/office/drawing/2014/main" id="{9076ECF5-CE10-4E0F-8283-C5402A56683E}"/>
              </a:ext>
            </a:extLst>
          </p:cNvPr>
          <p:cNvGraphicFramePr>
            <a:graphicFrameLocks noChangeAspect="1"/>
          </p:cNvGraphicFramePr>
          <p:nvPr>
            <p:custDataLst>
              <p:tags r:id="rId1"/>
            </p:custDataLst>
            <p:extLst>
              <p:ext uri="{D42A27DB-BD31-4B8C-83A1-F6EECF244321}">
                <p14:modId xmlns:p14="http://schemas.microsoft.com/office/powerpoint/2010/main" val="2051334660"/>
              </p:ext>
            </p:ext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Folie" r:id="rId12" imgW="353" imgH="353" progId="TCLayout.ActiveDocument.1">
                  <p:embed/>
                </p:oleObj>
              </mc:Choice>
              <mc:Fallback>
                <p:oleObj name="think-cell Folie" r:id="rId12" imgW="353" imgH="353" progId="TCLayout.ActiveDocument.1">
                  <p:embed/>
                  <p:pic>
                    <p:nvPicPr>
                      <p:cNvPr id="7" name="Objekt 6" hidden="1">
                        <a:extLst>
                          <a:ext uri="{FF2B5EF4-FFF2-40B4-BE49-F238E27FC236}">
                            <a16:creationId xmlns:a16="http://schemas.microsoft.com/office/drawing/2014/main" id="{9076ECF5-CE10-4E0F-8283-C5402A56683E}"/>
                          </a:ext>
                        </a:extLst>
                      </p:cNvPr>
                      <p:cNvPicPr/>
                      <p:nvPr/>
                    </p:nvPicPr>
                    <p:blipFill>
                      <a:blip r:embed="rId13"/>
                      <a:stretch>
                        <a:fillRect/>
                      </a:stretch>
                    </p:blipFill>
                    <p:spPr>
                      <a:xfrm>
                        <a:off x="1587" y="3372"/>
                        <a:ext cx="1587" cy="1587"/>
                      </a:xfrm>
                      <a:prstGeom prst="rect">
                        <a:avLst/>
                      </a:prstGeom>
                    </p:spPr>
                  </p:pic>
                </p:oleObj>
              </mc:Fallback>
            </mc:AlternateContent>
          </a:graphicData>
        </a:graphic>
      </p:graphicFrame>
      <p:sp>
        <p:nvSpPr>
          <p:cNvPr id="6" name="Rechteck 5" hidden="1">
            <a:extLst>
              <a:ext uri="{FF2B5EF4-FFF2-40B4-BE49-F238E27FC236}">
                <a16:creationId xmlns:a16="http://schemas.microsoft.com/office/drawing/2014/main" id="{61105B84-1F39-4D09-823A-7CE95D5EF061}"/>
              </a:ext>
            </a:extLst>
          </p:cNvPr>
          <p:cNvSpPr/>
          <p:nvPr>
            <p:custDataLst>
              <p:tags r:id="rId2"/>
            </p:custDataLst>
          </p:nvPr>
        </p:nvSpPr>
        <p:spPr bwMode="auto">
          <a:xfrm>
            <a:off x="0" y="1785"/>
            <a:ext cx="158667" cy="158667"/>
          </a:xfrm>
          <a:prstGeom prst="rect">
            <a:avLst/>
          </a:prstGeom>
          <a:solidFill>
            <a:srgbClr val="DFE6ED"/>
          </a:solid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2199" dirty="0">
              <a:ea typeface="+mj-ea"/>
              <a:cs typeface="Arial" panose="020B0604020202020204" pitchFamily="34" charset="0"/>
              <a:sym typeface="Arial" panose="020B0604020202020204" pitchFamily="34" charset="0"/>
            </a:endParaRPr>
          </a:p>
        </p:txBody>
      </p:sp>
      <p:sp>
        <p:nvSpPr>
          <p:cNvPr id="5" name="Titel 4"/>
          <p:cNvSpPr>
            <a:spLocks noGrp="1"/>
          </p:cNvSpPr>
          <p:nvPr>
            <p:ph type="title"/>
          </p:nvPr>
        </p:nvSpPr>
        <p:spPr/>
        <p:txBody>
          <a:bodyPr vert="horz" anchor="t"/>
          <a:lstStyle/>
          <a:p>
            <a:r>
              <a:rPr lang="en-US" dirty="0"/>
              <a:t>Support of S7-1500 R/H in the SIMATIC Automation Tool (SAT)</a:t>
            </a:r>
            <a:br>
              <a:rPr lang="en-US" dirty="0"/>
            </a:br>
            <a:endParaRPr lang="en-US" b="0" dirty="0"/>
          </a:p>
        </p:txBody>
      </p:sp>
      <p:sp>
        <p:nvSpPr>
          <p:cNvPr id="2" name="Fußzeilenplatzhalter 1">
            <a:extLst>
              <a:ext uri="{FF2B5EF4-FFF2-40B4-BE49-F238E27FC236}">
                <a16:creationId xmlns:a16="http://schemas.microsoft.com/office/drawing/2014/main" id="{ED8B2D1D-4D5E-4D13-BDCE-7BD07800F483}"/>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22" name="Textfeld 21">
            <a:extLst>
              <a:ext uri="{FF2B5EF4-FFF2-40B4-BE49-F238E27FC236}">
                <a16:creationId xmlns:a16="http://schemas.microsoft.com/office/drawing/2014/main" id="{6C67A62B-CF95-4DD2-A8EC-8B8C88EF4BC0}"/>
              </a:ext>
            </a:extLst>
          </p:cNvPr>
          <p:cNvSpPr txBox="1"/>
          <p:nvPr/>
        </p:nvSpPr>
        <p:spPr>
          <a:xfrm>
            <a:off x="641171" y="1471457"/>
            <a:ext cx="6939974" cy="4220204"/>
          </a:xfrm>
          <a:prstGeom prst="rect">
            <a:avLst/>
          </a:prstGeom>
          <a:noFill/>
        </p:spPr>
        <p:txBody>
          <a:bodyPr wrap="square" lIns="0" tIns="71083" rIns="71083" bIns="71083" rtlCol="0" anchor="t">
            <a:noAutofit/>
          </a:bodyPr>
          <a:lstStyle/>
          <a:p>
            <a:pPr marL="285607" indent="-285607">
              <a:buFont typeface="Wingdings" panose="05000000000000000000" pitchFamily="2" charset="2"/>
              <a:buChar char="§"/>
            </a:pPr>
            <a:r>
              <a:rPr lang="en-US" sz="1599" dirty="0"/>
              <a:t>As of version 4.0 SP3 of the SIMATIC Automation Tool, redundant controllers (S7-1500 R and S7-1500 H) are also supported.</a:t>
            </a:r>
          </a:p>
          <a:p>
            <a:pPr marL="285607" indent="-285607">
              <a:buFont typeface="Wingdings" panose="05000000000000000000" pitchFamily="2" charset="2"/>
              <a:buChar char="§"/>
            </a:pPr>
            <a:r>
              <a:rPr lang="en-US" sz="1599" dirty="0"/>
              <a:t>This can be used, for example, firmware updates or </a:t>
            </a:r>
            <a:br>
              <a:rPr lang="en-US" sz="1599" dirty="0"/>
            </a:br>
            <a:r>
              <a:rPr lang="en-US" sz="1599" dirty="0"/>
              <a:t>Program updates can be carried out easily.</a:t>
            </a:r>
          </a:p>
          <a:p>
            <a:pPr marL="285607" indent="-285607">
              <a:buFont typeface="Wingdings" panose="05000000000000000000" pitchFamily="2" charset="2"/>
              <a:buChar char="§"/>
            </a:pPr>
            <a:r>
              <a:rPr lang="en-US" sz="1599" dirty="0"/>
              <a:t>Information and download under the following link:</a:t>
            </a:r>
          </a:p>
          <a:p>
            <a:r>
              <a:rPr lang="en-US" sz="1599" dirty="0">
                <a:hlinkClick r:id="rId14"/>
              </a:rPr>
              <a:t>https://support.industry.siemens.com/cs/ww/en/view/98161300</a:t>
            </a:r>
            <a:endParaRPr lang="en-US" sz="1599" dirty="0"/>
          </a:p>
          <a:p>
            <a:endParaRPr lang="en-US" sz="1599" dirty="0"/>
          </a:p>
        </p:txBody>
      </p:sp>
      <p:pic>
        <p:nvPicPr>
          <p:cNvPr id="24" name="Grafik 23">
            <a:extLst>
              <a:ext uri="{FF2B5EF4-FFF2-40B4-BE49-F238E27FC236}">
                <a16:creationId xmlns:a16="http://schemas.microsoft.com/office/drawing/2014/main" id="{925EF3BA-8733-4111-990D-15D50AA05C79}"/>
              </a:ext>
            </a:extLst>
          </p:cNvPr>
          <p:cNvPicPr>
            <a:picLocks noChangeAspect="1"/>
          </p:cNvPicPr>
          <p:nvPr/>
        </p:nvPicPr>
        <p:blipFill>
          <a:blip r:embed="rId15"/>
          <a:stretch>
            <a:fillRect/>
          </a:stretch>
        </p:blipFill>
        <p:spPr>
          <a:xfrm>
            <a:off x="7420580" y="3437318"/>
            <a:ext cx="4226488" cy="1899828"/>
          </a:xfrm>
          <a:prstGeom prst="rect">
            <a:avLst/>
          </a:prstGeom>
        </p:spPr>
      </p:pic>
      <p:cxnSp>
        <p:nvCxnSpPr>
          <p:cNvPr id="26" name="Gerader Verbinder 25">
            <a:extLst>
              <a:ext uri="{FF2B5EF4-FFF2-40B4-BE49-F238E27FC236}">
                <a16:creationId xmlns:a16="http://schemas.microsoft.com/office/drawing/2014/main" id="{6AB835B1-64A7-4DAF-B5E0-A3A473943EAE}"/>
              </a:ext>
            </a:extLst>
          </p:cNvPr>
          <p:cNvCxnSpPr/>
          <p:nvPr/>
        </p:nvCxnSpPr>
        <p:spPr bwMode="auto">
          <a:xfrm>
            <a:off x="8095961" y="3244245"/>
            <a:ext cx="2734877" cy="0"/>
          </a:xfrm>
          <a:prstGeom prst="line">
            <a:avLst/>
          </a:prstGeom>
          <a:solidFill>
            <a:schemeClr val="tx2"/>
          </a:solidFill>
          <a:ln w="19050" cap="flat" cmpd="sng" algn="ctr">
            <a:solidFill>
              <a:srgbClr val="AAB414"/>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r Verbinder 26">
            <a:extLst>
              <a:ext uri="{FF2B5EF4-FFF2-40B4-BE49-F238E27FC236}">
                <a16:creationId xmlns:a16="http://schemas.microsoft.com/office/drawing/2014/main" id="{5DC1AAAE-852F-4CD1-9711-0EC49A3D1E19}"/>
              </a:ext>
            </a:extLst>
          </p:cNvPr>
          <p:cNvCxnSpPr/>
          <p:nvPr/>
        </p:nvCxnSpPr>
        <p:spPr bwMode="auto">
          <a:xfrm flipV="1">
            <a:off x="9533823" y="3229029"/>
            <a:ext cx="0" cy="352531"/>
          </a:xfrm>
          <a:prstGeom prst="line">
            <a:avLst/>
          </a:prstGeom>
          <a:solidFill>
            <a:schemeClr val="tx2"/>
          </a:solidFill>
          <a:ln w="19050" cap="flat" cmpd="sng" algn="ctr">
            <a:solidFill>
              <a:srgbClr val="AAB414"/>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r Verbinder 29">
            <a:extLst>
              <a:ext uri="{FF2B5EF4-FFF2-40B4-BE49-F238E27FC236}">
                <a16:creationId xmlns:a16="http://schemas.microsoft.com/office/drawing/2014/main" id="{AA01E730-838B-4157-823A-0DB0A8556BE0}"/>
              </a:ext>
            </a:extLst>
          </p:cNvPr>
          <p:cNvCxnSpPr/>
          <p:nvPr/>
        </p:nvCxnSpPr>
        <p:spPr bwMode="auto">
          <a:xfrm flipV="1">
            <a:off x="8734569" y="2891715"/>
            <a:ext cx="0" cy="352531"/>
          </a:xfrm>
          <a:prstGeom prst="line">
            <a:avLst/>
          </a:prstGeom>
          <a:solidFill>
            <a:schemeClr val="tx2"/>
          </a:solidFill>
          <a:ln w="19050" cap="flat" cmpd="sng" algn="ctr">
            <a:solidFill>
              <a:srgbClr val="AAB414"/>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1" name="Gerader Verbinder 30">
            <a:extLst>
              <a:ext uri="{FF2B5EF4-FFF2-40B4-BE49-F238E27FC236}">
                <a16:creationId xmlns:a16="http://schemas.microsoft.com/office/drawing/2014/main" id="{E89F32B4-823F-449B-B63C-08C482CCF82E}"/>
              </a:ext>
            </a:extLst>
          </p:cNvPr>
          <p:cNvCxnSpPr/>
          <p:nvPr/>
        </p:nvCxnSpPr>
        <p:spPr bwMode="auto">
          <a:xfrm flipV="1">
            <a:off x="10228180" y="2891714"/>
            <a:ext cx="0" cy="352531"/>
          </a:xfrm>
          <a:prstGeom prst="line">
            <a:avLst/>
          </a:prstGeom>
          <a:solidFill>
            <a:schemeClr val="tx2"/>
          </a:solidFill>
          <a:ln w="19050" cap="flat" cmpd="sng" algn="ctr">
            <a:solidFill>
              <a:srgbClr val="AAB414"/>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nvGrpSpPr>
          <p:cNvPr id="8" name="Gruppieren 7">
            <a:extLst>
              <a:ext uri="{FF2B5EF4-FFF2-40B4-BE49-F238E27FC236}">
                <a16:creationId xmlns:a16="http://schemas.microsoft.com/office/drawing/2014/main" id="{9CCE0A65-07CD-41AA-A21B-C61913446333}"/>
              </a:ext>
            </a:extLst>
          </p:cNvPr>
          <p:cNvGrpSpPr/>
          <p:nvPr/>
        </p:nvGrpSpPr>
        <p:grpSpPr>
          <a:xfrm>
            <a:off x="8327087" y="2241487"/>
            <a:ext cx="2211725" cy="802182"/>
            <a:chOff x="8964403" y="2786480"/>
            <a:chExt cx="2212877" cy="802600"/>
          </a:xfrm>
          <a:solidFill>
            <a:schemeClr val="tx1"/>
          </a:solidFill>
        </p:grpSpPr>
        <p:sp>
          <p:nvSpPr>
            <p:cNvPr id="9" name="Text Box 16">
              <a:extLst>
                <a:ext uri="{FF2B5EF4-FFF2-40B4-BE49-F238E27FC236}">
                  <a16:creationId xmlns:a16="http://schemas.microsoft.com/office/drawing/2014/main" id="{F495F7C2-BF5F-40C3-9C40-1B2A3491D71E}"/>
                </a:ext>
              </a:extLst>
            </p:cNvPr>
            <p:cNvSpPr txBox="1">
              <a:spLocks noChangeArrowheads="1"/>
            </p:cNvSpPr>
            <p:nvPr>
              <p:custDataLst>
                <p:tags r:id="rId3"/>
              </p:custDataLst>
            </p:nvPr>
          </p:nvSpPr>
          <p:spPr bwMode="auto">
            <a:xfrm>
              <a:off x="9134853" y="2786480"/>
              <a:ext cx="474490" cy="15388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Primary</a:t>
              </a:r>
            </a:p>
          </p:txBody>
        </p:sp>
        <p:sp>
          <p:nvSpPr>
            <p:cNvPr id="10" name="Text Box 21">
              <a:extLst>
                <a:ext uri="{FF2B5EF4-FFF2-40B4-BE49-F238E27FC236}">
                  <a16:creationId xmlns:a16="http://schemas.microsoft.com/office/drawing/2014/main" id="{CC0F9ADA-012F-497D-9493-26E299027C59}"/>
                </a:ext>
              </a:extLst>
            </p:cNvPr>
            <p:cNvSpPr txBox="1">
              <a:spLocks noChangeArrowheads="1"/>
            </p:cNvSpPr>
            <p:nvPr>
              <p:custDataLst>
                <p:tags r:id="rId4"/>
              </p:custDataLst>
            </p:nvPr>
          </p:nvSpPr>
          <p:spPr bwMode="auto">
            <a:xfrm>
              <a:off x="10600212" y="2786480"/>
              <a:ext cx="461666" cy="15388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solidFill>
                    <a:schemeClr val="bg1"/>
                  </a:solidFill>
                </a:rPr>
                <a:t>Backup</a:t>
              </a:r>
            </a:p>
          </p:txBody>
        </p:sp>
        <p:grpSp>
          <p:nvGrpSpPr>
            <p:cNvPr id="11" name="Gruppieren 10">
              <a:extLst>
                <a:ext uri="{FF2B5EF4-FFF2-40B4-BE49-F238E27FC236}">
                  <a16:creationId xmlns:a16="http://schemas.microsoft.com/office/drawing/2014/main" id="{674F0EEC-3A86-452B-BF14-15291693B8D0}"/>
                </a:ext>
              </a:extLst>
            </p:cNvPr>
            <p:cNvGrpSpPr/>
            <p:nvPr/>
          </p:nvGrpSpPr>
          <p:grpSpPr>
            <a:xfrm>
              <a:off x="8964403" y="2948770"/>
              <a:ext cx="774297" cy="640310"/>
              <a:chOff x="5633257" y="2448326"/>
              <a:chExt cx="3891741" cy="2958295"/>
            </a:xfrm>
            <a:grpFill/>
          </p:grpSpPr>
          <p:pic>
            <p:nvPicPr>
              <p:cNvPr id="19" name="product_simatic-s7-1500.png">
                <a:extLst>
                  <a:ext uri="{FF2B5EF4-FFF2-40B4-BE49-F238E27FC236}">
                    <a16:creationId xmlns:a16="http://schemas.microsoft.com/office/drawing/2014/main" id="{335B9C7B-B7A1-4FD4-BB57-0CD439A983E0}"/>
                  </a:ext>
                </a:extLst>
              </p:cNvPr>
              <p:cNvPicPr>
                <a:picLocks noChangeAspect="1"/>
              </p:cNvPicPr>
              <p:nvPr>
                <p:custDataLst>
                  <p:tags r:id="rId8"/>
                </p:custDataLst>
              </p:nvPr>
            </p:nvPicPr>
            <p:blipFill rotWithShape="1">
              <a:blip r:embed="rId1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0" name="product_simatic-s7-1500.png">
                <a:extLst>
                  <a:ext uri="{FF2B5EF4-FFF2-40B4-BE49-F238E27FC236}">
                    <a16:creationId xmlns:a16="http://schemas.microsoft.com/office/drawing/2014/main" id="{CC7A9426-776F-4E1C-826D-4CE637AFBF09}"/>
                  </a:ext>
                </a:extLst>
              </p:cNvPr>
              <p:cNvPicPr>
                <a:picLocks noChangeAspect="1"/>
              </p:cNvPicPr>
              <p:nvPr>
                <p:custDataLst>
                  <p:tags r:id="rId9"/>
                </p:custDataLst>
              </p:nvPr>
            </p:nvPicPr>
            <p:blipFill rotWithShape="1">
              <a:blip r:embed="rId1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1" name="product_simatic-s7-1500.png">
                <a:extLst>
                  <a:ext uri="{FF2B5EF4-FFF2-40B4-BE49-F238E27FC236}">
                    <a16:creationId xmlns:a16="http://schemas.microsoft.com/office/drawing/2014/main" id="{3F62798C-FC9C-4EE5-B615-77782026E094}"/>
                  </a:ext>
                </a:extLst>
              </p:cNvPr>
              <p:cNvPicPr>
                <a:picLocks noChangeAspect="1"/>
              </p:cNvPicPr>
              <p:nvPr>
                <p:custDataLst>
                  <p:tags r:id="rId10"/>
                </p:custDataLst>
              </p:nvPr>
            </p:nvPicPr>
            <p:blipFill rotWithShape="1">
              <a:blip r:embed="rId1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12" name="Gruppieren 11">
              <a:extLst>
                <a:ext uri="{FF2B5EF4-FFF2-40B4-BE49-F238E27FC236}">
                  <a16:creationId xmlns:a16="http://schemas.microsoft.com/office/drawing/2014/main" id="{53E910BC-5F03-4B99-8FDA-8CA0C2187486}"/>
                </a:ext>
              </a:extLst>
            </p:cNvPr>
            <p:cNvGrpSpPr/>
            <p:nvPr/>
          </p:nvGrpSpPr>
          <p:grpSpPr>
            <a:xfrm>
              <a:off x="10402983" y="2948770"/>
              <a:ext cx="774297" cy="640310"/>
              <a:chOff x="5633257" y="2448326"/>
              <a:chExt cx="3891741" cy="2958295"/>
            </a:xfrm>
            <a:grpFill/>
          </p:grpSpPr>
          <p:pic>
            <p:nvPicPr>
              <p:cNvPr id="16" name="product_simatic-s7-1500.png">
                <a:extLst>
                  <a:ext uri="{FF2B5EF4-FFF2-40B4-BE49-F238E27FC236}">
                    <a16:creationId xmlns:a16="http://schemas.microsoft.com/office/drawing/2014/main" id="{B398F961-2217-4305-AD93-7D83075DA4B8}"/>
                  </a:ext>
                </a:extLst>
              </p:cNvPr>
              <p:cNvPicPr>
                <a:picLocks noChangeAspect="1"/>
              </p:cNvPicPr>
              <p:nvPr>
                <p:custDataLst>
                  <p:tags r:id="rId5"/>
                </p:custDataLst>
              </p:nvPr>
            </p:nvPicPr>
            <p:blipFill rotWithShape="1">
              <a:blip r:embed="rId16"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17" name="product_simatic-s7-1500.png">
                <a:extLst>
                  <a:ext uri="{FF2B5EF4-FFF2-40B4-BE49-F238E27FC236}">
                    <a16:creationId xmlns:a16="http://schemas.microsoft.com/office/drawing/2014/main" id="{BF327016-16D7-44DE-AB90-591152A686B1}"/>
                  </a:ext>
                </a:extLst>
              </p:cNvPr>
              <p:cNvPicPr>
                <a:picLocks noChangeAspect="1"/>
              </p:cNvPicPr>
              <p:nvPr>
                <p:custDataLst>
                  <p:tags r:id="rId6"/>
                </p:custDataLst>
              </p:nvPr>
            </p:nvPicPr>
            <p:blipFill rotWithShape="1">
              <a:blip r:embed="rId17"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18" name="product_simatic-s7-1500.png">
                <a:extLst>
                  <a:ext uri="{FF2B5EF4-FFF2-40B4-BE49-F238E27FC236}">
                    <a16:creationId xmlns:a16="http://schemas.microsoft.com/office/drawing/2014/main" id="{066E244B-A8CF-4C17-A09F-A5CC976EE650}"/>
                  </a:ext>
                </a:extLst>
              </p:cNvPr>
              <p:cNvPicPr>
                <a:picLocks noChangeAspect="1"/>
              </p:cNvPicPr>
              <p:nvPr>
                <p:custDataLst>
                  <p:tags r:id="rId7"/>
                </p:custDataLst>
              </p:nvPr>
            </p:nvPicPr>
            <p:blipFill rotWithShape="1">
              <a:blip r:embed="rId17"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sp>
          <p:nvSpPr>
            <p:cNvPr id="13" name="Line 29">
              <a:extLst>
                <a:ext uri="{FF2B5EF4-FFF2-40B4-BE49-F238E27FC236}">
                  <a16:creationId xmlns:a16="http://schemas.microsoft.com/office/drawing/2014/main" id="{369F71D9-2DAE-4C80-A325-599A6EDCC730}"/>
                </a:ext>
              </a:extLst>
            </p:cNvPr>
            <p:cNvSpPr>
              <a:spLocks noChangeShapeType="1"/>
            </p:cNvSpPr>
            <p:nvPr/>
          </p:nvSpPr>
          <p:spPr bwMode="auto">
            <a:xfrm>
              <a:off x="9738701" y="3465004"/>
              <a:ext cx="664282"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solidFill>
                  <a:schemeClr val="bg1"/>
                </a:solidFill>
              </a:endParaRPr>
            </a:p>
          </p:txBody>
        </p:sp>
        <p:sp>
          <p:nvSpPr>
            <p:cNvPr id="14" name="Line 30">
              <a:extLst>
                <a:ext uri="{FF2B5EF4-FFF2-40B4-BE49-F238E27FC236}">
                  <a16:creationId xmlns:a16="http://schemas.microsoft.com/office/drawing/2014/main" id="{F6B0F871-9976-4403-B53A-3B3D6DDC2768}"/>
                </a:ext>
              </a:extLst>
            </p:cNvPr>
            <p:cNvSpPr>
              <a:spLocks noChangeShapeType="1"/>
            </p:cNvSpPr>
            <p:nvPr/>
          </p:nvSpPr>
          <p:spPr bwMode="auto">
            <a:xfrm>
              <a:off x="9738700" y="3516665"/>
              <a:ext cx="664283" cy="0"/>
            </a:xfrm>
            <a:prstGeom prst="line">
              <a:avLst/>
            </a:prstGeom>
            <a:grpFill/>
            <a:ln w="28575" cap="flat" cmpd="sng" algn="ctr">
              <a:solidFill>
                <a:srgbClr val="FFC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5981" tIns="0" rIns="35981" bIns="0" anchor="ctr">
              <a:noAutofit/>
            </a:bodyPr>
            <a:lstStyle/>
            <a:p>
              <a:endParaRPr lang="en-US" sz="1799" dirty="0">
                <a:solidFill>
                  <a:schemeClr val="bg1"/>
                </a:solidFill>
              </a:endParaRPr>
            </a:p>
          </p:txBody>
        </p:sp>
      </p:grpSp>
      <p:sp>
        <p:nvSpPr>
          <p:cNvPr id="32" name="Textfeld 31">
            <a:extLst>
              <a:ext uri="{FF2B5EF4-FFF2-40B4-BE49-F238E27FC236}">
                <a16:creationId xmlns:a16="http://schemas.microsoft.com/office/drawing/2014/main" id="{77EE1D3E-0C0D-48F8-BB36-92E1F11A612A}"/>
              </a:ext>
            </a:extLst>
          </p:cNvPr>
          <p:cNvSpPr txBox="1"/>
          <p:nvPr/>
        </p:nvSpPr>
        <p:spPr>
          <a:xfrm>
            <a:off x="8654130" y="5484029"/>
            <a:ext cx="1979189" cy="359853"/>
          </a:xfrm>
          <a:prstGeom prst="rect">
            <a:avLst/>
          </a:prstGeom>
          <a:noFill/>
        </p:spPr>
        <p:txBody>
          <a:bodyPr vert="horz" wrap="square" lIns="0" tIns="0" rIns="0" bIns="0" rtlCol="0">
            <a:noAutofit/>
          </a:bodyPr>
          <a:lstStyle/>
          <a:p>
            <a:pPr algn="ctr" fontAlgn="base">
              <a:lnSpc>
                <a:spcPct val="110000"/>
              </a:lnSpc>
              <a:spcAft>
                <a:spcPct val="0"/>
              </a:spcAft>
            </a:pPr>
            <a:r>
              <a:rPr lang="en-US" sz="1199" b="1" dirty="0">
                <a:solidFill>
                  <a:srgbClr val="000000"/>
                </a:solidFill>
                <a:latin typeface="Arial"/>
                <a:ea typeface="Arial Unicode MS" panose="020B0604020202020204" pitchFamily="34" charset="-128"/>
                <a:cs typeface="Arial Unicode MS" panose="020B0604020202020204" pitchFamily="34" charset="-128"/>
              </a:rPr>
              <a:t>SIMATIC Automation Tool</a:t>
            </a:r>
          </a:p>
        </p:txBody>
      </p:sp>
    </p:spTree>
    <p:extLst>
      <p:ext uri="{BB962C8B-B14F-4D97-AF65-F5344CB8AC3E}">
        <p14:creationId xmlns:p14="http://schemas.microsoft.com/office/powerpoint/2010/main" val="121873966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1AD8E79-EB3C-42BD-A01C-2C1504C76EAE}"/>
              </a:ext>
            </a:extLst>
          </p:cNvPr>
          <p:cNvGraphicFramePr>
            <a:graphicFrameLocks noChangeAspect="1"/>
          </p:cNvGraphicFramePr>
          <p:nvPr>
            <p:custDataLst>
              <p:tags r:id="rId1"/>
            </p:custDataLst>
            <p:extLst>
              <p:ext uri="{D42A27DB-BD31-4B8C-83A1-F6EECF244321}">
                <p14:modId xmlns:p14="http://schemas.microsoft.com/office/powerpoint/2010/main" val="2549203040"/>
              </p:ext>
            </p:ext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Folie" r:id="rId4" imgW="499" imgH="499" progId="TCLayout.ActiveDocument.1">
                  <p:embed/>
                </p:oleObj>
              </mc:Choice>
              <mc:Fallback>
                <p:oleObj name="think-cell Folie" r:id="rId4" imgW="499" imgH="499" progId="TCLayout.ActiveDocument.1">
                  <p:embed/>
                  <p:pic>
                    <p:nvPicPr>
                      <p:cNvPr id="3" name="Object 2" hidden="1">
                        <a:extLst>
                          <a:ext uri="{FF2B5EF4-FFF2-40B4-BE49-F238E27FC236}">
                            <a16:creationId xmlns:a16="http://schemas.microsoft.com/office/drawing/2014/main" id="{61AD8E79-EB3C-42BD-A01C-2C1504C76EAE}"/>
                          </a:ext>
                        </a:extLst>
                      </p:cNvPr>
                      <p:cNvPicPr/>
                      <p:nvPr/>
                    </p:nvPicPr>
                    <p:blipFill>
                      <a:blip r:embed="rId5"/>
                      <a:stretch>
                        <a:fillRect/>
                      </a:stretch>
                    </p:blipFill>
                    <p:spPr>
                      <a:xfrm>
                        <a:off x="1587" y="3372"/>
                        <a:ext cx="1587"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8A9F561-C507-4532-90BF-9BFAE8B9724D}"/>
              </a:ext>
            </a:extLst>
          </p:cNvPr>
          <p:cNvSpPr/>
          <p:nvPr>
            <p:custDataLst>
              <p:tags r:id="rId2"/>
            </p:custDataLst>
          </p:nvPr>
        </p:nvSpPr>
        <p:spPr bwMode="auto">
          <a:xfrm>
            <a:off x="0" y="1785"/>
            <a:ext cx="158667" cy="15866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oAutofit/>
          </a:bodyPr>
          <a:lstStyle/>
          <a:p>
            <a:pPr algn="ctr">
              <a:lnSpc>
                <a:spcPct val="110000"/>
              </a:lnSpc>
              <a:spcBef>
                <a:spcPct val="0"/>
              </a:spcBef>
              <a:buFont typeface="Wingdings" charset="0"/>
              <a:buNone/>
            </a:pPr>
            <a:endParaRPr lang="en-US" sz="2199" b="1" dirty="0">
              <a:solidFill>
                <a:srgbClr val="000000"/>
              </a:solidFill>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6913450F-B8AF-4043-A4DA-13E1101317A0}"/>
              </a:ext>
            </a:extLst>
          </p:cNvPr>
          <p:cNvSpPr>
            <a:spLocks noGrp="1"/>
          </p:cNvSpPr>
          <p:nvPr>
            <p:ph type="title"/>
          </p:nvPr>
        </p:nvSpPr>
        <p:spPr/>
        <p:txBody>
          <a:bodyPr vert="horz"/>
          <a:lstStyle/>
          <a:p>
            <a:r>
              <a:rPr lang="en-US" dirty="0"/>
              <a:t>TIA Portal Add-In</a:t>
            </a:r>
            <a:br>
              <a:rPr lang="en-US" dirty="0"/>
            </a:br>
            <a:r>
              <a:rPr lang="en-US" b="0" dirty="0"/>
              <a:t>Calculation of the watchdog time over a AddIn</a:t>
            </a:r>
          </a:p>
        </p:txBody>
      </p:sp>
      <p:sp>
        <p:nvSpPr>
          <p:cNvPr id="6" name="Fußzeilenplatzhalter 5">
            <a:extLst>
              <a:ext uri="{FF2B5EF4-FFF2-40B4-BE49-F238E27FC236}">
                <a16:creationId xmlns:a16="http://schemas.microsoft.com/office/drawing/2014/main" id="{DE5AD193-5C9E-46F0-A576-1031AC64F59A}"/>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115714" name="Picture 2">
            <a:extLst>
              <a:ext uri="{FF2B5EF4-FFF2-40B4-BE49-F238E27FC236}">
                <a16:creationId xmlns:a16="http://schemas.microsoft.com/office/drawing/2014/main" id="{EF845EAF-A331-4470-8A76-969023B5AE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4456" y="2901768"/>
            <a:ext cx="5462677" cy="291399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38379885-7FE6-41AC-9B12-C22402904664}"/>
              </a:ext>
            </a:extLst>
          </p:cNvPr>
          <p:cNvSpPr/>
          <p:nvPr/>
        </p:nvSpPr>
        <p:spPr>
          <a:xfrm>
            <a:off x="638316" y="1471218"/>
            <a:ext cx="11191366" cy="1199704"/>
          </a:xfrm>
          <a:prstGeom prst="rect">
            <a:avLst/>
          </a:prstGeom>
        </p:spPr>
        <p:txBody>
          <a:bodyPr wrap="square">
            <a:spAutoFit/>
          </a:bodyPr>
          <a:lstStyle/>
          <a:p>
            <a:r>
              <a:rPr lang="en-US" sz="1799" dirty="0">
                <a:latin typeface="Arial" panose="020B0604020202020204" pitchFamily="34" charset="0"/>
              </a:rPr>
              <a:t>To connect a PROFINET device to a redundant S7-1500 R/H system, it is necessary to set the correct watchdog time for each device. The SIMATIC S7-1500 R/H AddIn determines the correct factor and updates it in the settings</a:t>
            </a:r>
            <a:br>
              <a:rPr lang="en-US" sz="1799" dirty="0"/>
            </a:br>
            <a:r>
              <a:rPr lang="en-US" sz="1799" dirty="0"/>
              <a:t>Available at </a:t>
            </a:r>
            <a:r>
              <a:rPr lang="en-US" sz="1799" dirty="0">
                <a:hlinkClick r:id="rId7">
                  <a:extLst>
                    <a:ext uri="{A12FA001-AC4F-418D-AE19-62706E023703}">
                      <ahyp:hlinkClr xmlns:ahyp="http://schemas.microsoft.com/office/drawing/2018/hyperlinkcolor" val="tx"/>
                    </a:ext>
                  </a:extLst>
                </a:hlinkClick>
              </a:rPr>
              <a:t>https://support.industry.siemens.com/cs/ww/en/view/109769093</a:t>
            </a:r>
            <a:endParaRPr lang="en-US" sz="1799" dirty="0"/>
          </a:p>
        </p:txBody>
      </p:sp>
      <p:pic>
        <p:nvPicPr>
          <p:cNvPr id="8" name="Picture 7">
            <a:extLst>
              <a:ext uri="{FF2B5EF4-FFF2-40B4-BE49-F238E27FC236}">
                <a16:creationId xmlns:a16="http://schemas.microsoft.com/office/drawing/2014/main" id="{E4E4ABF1-3E79-409E-82F6-3AE4A02ED744}"/>
              </a:ext>
            </a:extLst>
          </p:cNvPr>
          <p:cNvPicPr>
            <a:picLocks noChangeAspect="1"/>
          </p:cNvPicPr>
          <p:nvPr/>
        </p:nvPicPr>
        <p:blipFill>
          <a:blip r:embed="rId8"/>
          <a:stretch>
            <a:fillRect/>
          </a:stretch>
        </p:blipFill>
        <p:spPr>
          <a:xfrm>
            <a:off x="6455853" y="2705906"/>
            <a:ext cx="2726493" cy="3721956"/>
          </a:xfrm>
          <a:prstGeom prst="rect">
            <a:avLst/>
          </a:prstGeom>
        </p:spPr>
      </p:pic>
    </p:spTree>
    <p:extLst>
      <p:ext uri="{BB962C8B-B14F-4D97-AF65-F5344CB8AC3E}">
        <p14:creationId xmlns:p14="http://schemas.microsoft.com/office/powerpoint/2010/main" val="15907470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8F813FD-C4F1-4D67-A224-2D5FD1E55F31}"/>
              </a:ext>
            </a:extLst>
          </p:cNvPr>
          <p:cNvGraphicFramePr>
            <a:graphicFrameLocks noChangeAspect="1"/>
          </p:cNvGraphicFramePr>
          <p:nvPr>
            <p:custDataLst>
              <p:tags r:id="rId1"/>
            </p:custDataLst>
            <p:extLst>
              <p:ext uri="{D42A27DB-BD31-4B8C-83A1-F6EECF244321}">
                <p14:modId xmlns:p14="http://schemas.microsoft.com/office/powerpoint/2010/main" val="2386585798"/>
              </p:ext>
            </p:ext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Folie" r:id="rId4" imgW="499" imgH="499" progId="TCLayout.ActiveDocument.1">
                  <p:embed/>
                </p:oleObj>
              </mc:Choice>
              <mc:Fallback>
                <p:oleObj name="think-cell Folie" r:id="rId4" imgW="499" imgH="499" progId="TCLayout.ActiveDocument.1">
                  <p:embed/>
                  <p:pic>
                    <p:nvPicPr>
                      <p:cNvPr id="3" name="Object 2" hidden="1">
                        <a:extLst>
                          <a:ext uri="{FF2B5EF4-FFF2-40B4-BE49-F238E27FC236}">
                            <a16:creationId xmlns:a16="http://schemas.microsoft.com/office/drawing/2014/main" id="{88F813FD-C4F1-4D67-A224-2D5FD1E55F31}"/>
                          </a:ext>
                        </a:extLst>
                      </p:cNvPr>
                      <p:cNvPicPr/>
                      <p:nvPr/>
                    </p:nvPicPr>
                    <p:blipFill>
                      <a:blip r:embed="rId5"/>
                      <a:stretch>
                        <a:fillRect/>
                      </a:stretch>
                    </p:blipFill>
                    <p:spPr>
                      <a:xfrm>
                        <a:off x="1587" y="3372"/>
                        <a:ext cx="1587"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739B140-591F-4F63-B50C-C2D8AC0C6579}"/>
              </a:ext>
            </a:extLst>
          </p:cNvPr>
          <p:cNvSpPr/>
          <p:nvPr>
            <p:custDataLst>
              <p:tags r:id="rId2"/>
            </p:custDataLst>
          </p:nvPr>
        </p:nvSpPr>
        <p:spPr bwMode="auto">
          <a:xfrm>
            <a:off x="0" y="1785"/>
            <a:ext cx="158667" cy="15866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oAutofit/>
          </a:bodyPr>
          <a:lstStyle/>
          <a:p>
            <a:pPr algn="ctr">
              <a:lnSpc>
                <a:spcPct val="110000"/>
              </a:lnSpc>
              <a:spcBef>
                <a:spcPct val="0"/>
              </a:spcBef>
              <a:buFont typeface="Wingdings" charset="0"/>
              <a:buNone/>
            </a:pPr>
            <a:endParaRPr lang="en-US" sz="2199" b="1" dirty="0">
              <a:solidFill>
                <a:srgbClr val="000000"/>
              </a:solidFill>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E4859F7C-5D68-4030-AD44-297043C0F3E8}"/>
              </a:ext>
            </a:extLst>
          </p:cNvPr>
          <p:cNvSpPr>
            <a:spLocks noGrp="1"/>
          </p:cNvSpPr>
          <p:nvPr>
            <p:ph type="title"/>
          </p:nvPr>
        </p:nvSpPr>
        <p:spPr>
          <a:ln>
            <a:noFill/>
          </a:ln>
        </p:spPr>
        <p:txBody>
          <a:bodyPr vert="horz"/>
          <a:lstStyle/>
          <a:p>
            <a:r>
              <a:rPr lang="en-US" dirty="0"/>
              <a:t>Application Example</a:t>
            </a:r>
            <a:br>
              <a:rPr lang="en-US" dirty="0"/>
            </a:br>
            <a:r>
              <a:rPr lang="en-US" b="0" dirty="0"/>
              <a:t>Connection</a:t>
            </a:r>
            <a:r>
              <a:rPr lang="en-US" dirty="0"/>
              <a:t> </a:t>
            </a:r>
            <a:r>
              <a:rPr lang="en-US" b="0" dirty="0"/>
              <a:t>of redundant I/O in the user program</a:t>
            </a:r>
          </a:p>
        </p:txBody>
      </p:sp>
      <p:sp>
        <p:nvSpPr>
          <p:cNvPr id="7" name="Fußzeilenplatzhalter 6">
            <a:extLst>
              <a:ext uri="{FF2B5EF4-FFF2-40B4-BE49-F238E27FC236}">
                <a16:creationId xmlns:a16="http://schemas.microsoft.com/office/drawing/2014/main" id="{A97FA142-AEF2-4969-9546-6F9F66FFBF74}"/>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5" name="Rectangle 4">
            <a:extLst>
              <a:ext uri="{FF2B5EF4-FFF2-40B4-BE49-F238E27FC236}">
                <a16:creationId xmlns:a16="http://schemas.microsoft.com/office/drawing/2014/main" id="{76B17F35-FFEF-4859-B222-CF6B9439B089}"/>
              </a:ext>
            </a:extLst>
          </p:cNvPr>
          <p:cNvSpPr/>
          <p:nvPr/>
        </p:nvSpPr>
        <p:spPr>
          <a:xfrm>
            <a:off x="645197" y="5830192"/>
            <a:ext cx="11227351" cy="369140"/>
          </a:xfrm>
          <a:prstGeom prst="rect">
            <a:avLst/>
          </a:prstGeom>
        </p:spPr>
        <p:txBody>
          <a:bodyPr wrap="square">
            <a:spAutoFit/>
          </a:bodyPr>
          <a:lstStyle/>
          <a:p>
            <a:r>
              <a:rPr lang="en-US" sz="1799" dirty="0"/>
              <a:t>Download: </a:t>
            </a:r>
            <a:r>
              <a:rPr lang="en-US" sz="1799" dirty="0">
                <a:hlinkClick r:id="rId6"/>
              </a:rPr>
              <a:t>https://support.industry.siemens.com/cs/ww/en/view/109767576</a:t>
            </a:r>
            <a:endParaRPr lang="en-US" sz="1799" dirty="0"/>
          </a:p>
        </p:txBody>
      </p:sp>
      <p:sp>
        <p:nvSpPr>
          <p:cNvPr id="6" name="Rectangle 5">
            <a:extLst>
              <a:ext uri="{FF2B5EF4-FFF2-40B4-BE49-F238E27FC236}">
                <a16:creationId xmlns:a16="http://schemas.microsoft.com/office/drawing/2014/main" id="{EAD859B3-9C24-4CAE-B00B-5F913CCE6C3A}"/>
              </a:ext>
            </a:extLst>
          </p:cNvPr>
          <p:cNvSpPr/>
          <p:nvPr/>
        </p:nvSpPr>
        <p:spPr>
          <a:xfrm>
            <a:off x="5868300" y="1451212"/>
            <a:ext cx="5926250" cy="922945"/>
          </a:xfrm>
          <a:prstGeom prst="rect">
            <a:avLst/>
          </a:prstGeom>
        </p:spPr>
        <p:txBody>
          <a:bodyPr wrap="square">
            <a:spAutoFit/>
          </a:bodyPr>
          <a:lstStyle/>
          <a:p>
            <a:pPr algn="l" fontAlgn="base"/>
            <a:r>
              <a:rPr lang="en-US" sz="1799" dirty="0">
                <a:latin typeface="Arial" panose="020B0604020202020204" pitchFamily="34" charset="0"/>
              </a:rPr>
              <a:t>In this application example, a possibility is shown how I/O can be redundantly connected to a SIMATIC S7-1500 controller with blocks of the TIA Portal.</a:t>
            </a:r>
          </a:p>
        </p:txBody>
      </p:sp>
      <p:pic>
        <p:nvPicPr>
          <p:cNvPr id="8" name="Grafik 7">
            <a:extLst>
              <a:ext uri="{FF2B5EF4-FFF2-40B4-BE49-F238E27FC236}">
                <a16:creationId xmlns:a16="http://schemas.microsoft.com/office/drawing/2014/main" id="{9272FC7B-C283-49C7-98AE-6DFE8993C929}"/>
              </a:ext>
            </a:extLst>
          </p:cNvPr>
          <p:cNvPicPr>
            <a:picLocks noChangeAspect="1"/>
          </p:cNvPicPr>
          <p:nvPr/>
        </p:nvPicPr>
        <p:blipFill>
          <a:blip r:embed="rId7"/>
          <a:stretch>
            <a:fillRect/>
          </a:stretch>
        </p:blipFill>
        <p:spPr>
          <a:xfrm>
            <a:off x="5868300" y="2940278"/>
            <a:ext cx="5926250" cy="1570913"/>
          </a:xfrm>
          <a:prstGeom prst="rect">
            <a:avLst/>
          </a:prstGeom>
        </p:spPr>
      </p:pic>
      <p:pic>
        <p:nvPicPr>
          <p:cNvPr id="9" name="Grafik 8">
            <a:extLst>
              <a:ext uri="{FF2B5EF4-FFF2-40B4-BE49-F238E27FC236}">
                <a16:creationId xmlns:a16="http://schemas.microsoft.com/office/drawing/2014/main" id="{E75E5F6F-92EE-4183-99FF-BDD4C863792C}"/>
              </a:ext>
            </a:extLst>
          </p:cNvPr>
          <p:cNvPicPr>
            <a:picLocks noChangeAspect="1"/>
          </p:cNvPicPr>
          <p:nvPr/>
        </p:nvPicPr>
        <p:blipFill>
          <a:blip r:embed="rId8"/>
          <a:stretch>
            <a:fillRect/>
          </a:stretch>
        </p:blipFill>
        <p:spPr>
          <a:xfrm>
            <a:off x="629333" y="1469144"/>
            <a:ext cx="4989198" cy="4103711"/>
          </a:xfrm>
          <a:prstGeom prst="rect">
            <a:avLst/>
          </a:prstGeom>
        </p:spPr>
      </p:pic>
    </p:spTree>
    <p:extLst>
      <p:ext uri="{BB962C8B-B14F-4D97-AF65-F5344CB8AC3E}">
        <p14:creationId xmlns:p14="http://schemas.microsoft.com/office/powerpoint/2010/main" val="16642068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8F813FD-C4F1-4D67-A224-2D5FD1E55F31}"/>
              </a:ext>
            </a:extLst>
          </p:cNvPr>
          <p:cNvGraphicFramePr>
            <a:graphicFrameLocks noChangeAspect="1"/>
          </p:cNvGraphicFramePr>
          <p:nvPr>
            <p:custDataLst>
              <p:tags r:id="rId1"/>
            </p:custDataLst>
            <p:extLst>
              <p:ext uri="{D42A27DB-BD31-4B8C-83A1-F6EECF244321}">
                <p14:modId xmlns:p14="http://schemas.microsoft.com/office/powerpoint/2010/main" val="3537786899"/>
              </p:ext>
            </p:ext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Folie" r:id="rId4" imgW="499" imgH="499" progId="TCLayout.ActiveDocument.1">
                  <p:embed/>
                </p:oleObj>
              </mc:Choice>
              <mc:Fallback>
                <p:oleObj name="think-cell Folie" r:id="rId4" imgW="499" imgH="499" progId="TCLayout.ActiveDocument.1">
                  <p:embed/>
                  <p:pic>
                    <p:nvPicPr>
                      <p:cNvPr id="3" name="Object 2" hidden="1">
                        <a:extLst>
                          <a:ext uri="{FF2B5EF4-FFF2-40B4-BE49-F238E27FC236}">
                            <a16:creationId xmlns:a16="http://schemas.microsoft.com/office/drawing/2014/main" id="{88F813FD-C4F1-4D67-A224-2D5FD1E55F31}"/>
                          </a:ext>
                        </a:extLst>
                      </p:cNvPr>
                      <p:cNvPicPr/>
                      <p:nvPr/>
                    </p:nvPicPr>
                    <p:blipFill>
                      <a:blip r:embed="rId5"/>
                      <a:stretch>
                        <a:fillRect/>
                      </a:stretch>
                    </p:blipFill>
                    <p:spPr>
                      <a:xfrm>
                        <a:off x="1587" y="3372"/>
                        <a:ext cx="1587"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739B140-591F-4F63-B50C-C2D8AC0C6579}"/>
              </a:ext>
            </a:extLst>
          </p:cNvPr>
          <p:cNvSpPr/>
          <p:nvPr>
            <p:custDataLst>
              <p:tags r:id="rId2"/>
            </p:custDataLst>
          </p:nvPr>
        </p:nvSpPr>
        <p:spPr bwMode="auto">
          <a:xfrm>
            <a:off x="0" y="1785"/>
            <a:ext cx="158667" cy="15866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oAutofit/>
          </a:bodyPr>
          <a:lstStyle/>
          <a:p>
            <a:pPr algn="ctr">
              <a:lnSpc>
                <a:spcPct val="110000"/>
              </a:lnSpc>
              <a:spcBef>
                <a:spcPct val="0"/>
              </a:spcBef>
              <a:buFont typeface="Wingdings" charset="0"/>
              <a:buNone/>
            </a:pPr>
            <a:endParaRPr lang="en-US" sz="2199" b="1" dirty="0">
              <a:solidFill>
                <a:srgbClr val="000000"/>
              </a:solidFill>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E4859F7C-5D68-4030-AD44-297043C0F3E8}"/>
              </a:ext>
            </a:extLst>
          </p:cNvPr>
          <p:cNvSpPr>
            <a:spLocks noGrp="1"/>
          </p:cNvSpPr>
          <p:nvPr>
            <p:ph type="title"/>
          </p:nvPr>
        </p:nvSpPr>
        <p:spPr/>
        <p:txBody>
          <a:bodyPr vert="horz"/>
          <a:lstStyle/>
          <a:p>
            <a:r>
              <a:rPr lang="en-US" dirty="0"/>
              <a:t>Application Example</a:t>
            </a:r>
            <a:br>
              <a:rPr lang="en-US" dirty="0"/>
            </a:br>
            <a:r>
              <a:rPr lang="en-US" b="0" dirty="0"/>
              <a:t>Diagnosis of the operating status of a SIMATIC S7-1500 R/H system using FB</a:t>
            </a:r>
          </a:p>
        </p:txBody>
      </p:sp>
      <p:sp>
        <p:nvSpPr>
          <p:cNvPr id="5" name="Fußzeilenplatzhalter 4">
            <a:extLst>
              <a:ext uri="{FF2B5EF4-FFF2-40B4-BE49-F238E27FC236}">
                <a16:creationId xmlns:a16="http://schemas.microsoft.com/office/drawing/2014/main" id="{348CDABB-F0BB-402D-9D9D-FA665DB829D9}"/>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8" name="Textfeld 7">
            <a:extLst>
              <a:ext uri="{FF2B5EF4-FFF2-40B4-BE49-F238E27FC236}">
                <a16:creationId xmlns:a16="http://schemas.microsoft.com/office/drawing/2014/main" id="{1A671946-7B79-4CCB-AEBA-DDA155AF3943}"/>
              </a:ext>
            </a:extLst>
          </p:cNvPr>
          <p:cNvSpPr txBox="1"/>
          <p:nvPr/>
        </p:nvSpPr>
        <p:spPr>
          <a:xfrm>
            <a:off x="644376" y="1468115"/>
            <a:ext cx="10597516" cy="2123130"/>
          </a:xfrm>
          <a:prstGeom prst="rect">
            <a:avLst/>
          </a:prstGeom>
          <a:noFill/>
        </p:spPr>
        <p:txBody>
          <a:bodyPr vert="horz" wrap="square" lIns="0" tIns="0" rIns="0" bIns="0" rtlCol="0">
            <a:noAutofit/>
          </a:bodyPr>
          <a:lstStyle/>
          <a:p>
            <a:pPr fontAlgn="base">
              <a:lnSpc>
                <a:spcPct val="110000"/>
              </a:lnSpc>
              <a:spcAft>
                <a:spcPct val="0"/>
              </a:spcAft>
            </a:pPr>
            <a:r>
              <a:rPr lang="en-US" sz="1599" dirty="0"/>
              <a:t>A function block is available for download for extended diagnostics of the SIMATIC S7-1500 R/H system.</a:t>
            </a:r>
          </a:p>
          <a:p>
            <a:pPr fontAlgn="base">
              <a:lnSpc>
                <a:spcPct val="110000"/>
              </a:lnSpc>
              <a:spcAft>
                <a:spcPct val="0"/>
              </a:spcAft>
            </a:pPr>
            <a:r>
              <a:rPr lang="en-US" sz="1599" dirty="0"/>
              <a:t>Advantages</a:t>
            </a:r>
          </a:p>
          <a:p>
            <a:pPr marL="285750" indent="-285750" fontAlgn="base">
              <a:lnSpc>
                <a:spcPct val="110000"/>
              </a:lnSpc>
              <a:spcAft>
                <a:spcPct val="0"/>
              </a:spcAft>
              <a:buFont typeface="Wingdings" panose="05000000000000000000" pitchFamily="2" charset="2"/>
              <a:buChar char="§"/>
            </a:pPr>
            <a:r>
              <a:rPr lang="en-US" sz="1599" dirty="0"/>
              <a:t>Prefabricated diagnostic block for SIMATIC S7-1500 R/H systems</a:t>
            </a:r>
          </a:p>
          <a:p>
            <a:pPr marL="285750" indent="-285750" fontAlgn="base">
              <a:lnSpc>
                <a:spcPct val="110000"/>
              </a:lnSpc>
              <a:spcAft>
                <a:spcPct val="0"/>
              </a:spcAft>
              <a:buFont typeface="Wingdings" panose="05000000000000000000" pitchFamily="2" charset="2"/>
              <a:buChar char="§"/>
            </a:pPr>
            <a:r>
              <a:rPr lang="en-US" sz="1599" dirty="0"/>
              <a:t>Simple connection of different hardware addresses for extensive diagnostics</a:t>
            </a:r>
          </a:p>
          <a:p>
            <a:pPr marL="285750" indent="-285750" fontAlgn="base">
              <a:lnSpc>
                <a:spcPct val="110000"/>
              </a:lnSpc>
              <a:spcAft>
                <a:spcPct val="0"/>
              </a:spcAft>
              <a:buFont typeface="Wingdings" panose="05000000000000000000" pitchFamily="2" charset="2"/>
              <a:buChar char="§"/>
            </a:pPr>
            <a:r>
              <a:rPr lang="en-US" sz="1599" dirty="0"/>
              <a:t>Integrated self-diagnosis function (in addition to the standard diagnostic functions) of the SIMATIC S7-1500 R/H system for early detection and reporting of faults before they affect the process</a:t>
            </a:r>
          </a:p>
          <a:p>
            <a:pPr fontAlgn="base">
              <a:lnSpc>
                <a:spcPct val="110000"/>
              </a:lnSpc>
              <a:spcAft>
                <a:spcPct val="0"/>
              </a:spcAft>
            </a:pPr>
            <a:r>
              <a:rPr lang="en-US" sz="1599" dirty="0"/>
              <a:t>Download: </a:t>
            </a:r>
            <a:r>
              <a:rPr lang="en-US" sz="1599" dirty="0">
                <a:hlinkClick r:id="rId6"/>
              </a:rPr>
              <a:t>https://support.industry.siemens.com/cs/ww/en/view/109763768</a:t>
            </a:r>
            <a:endParaRPr lang="en-US" sz="1599" dirty="0"/>
          </a:p>
          <a:p>
            <a:pPr fontAlgn="base">
              <a:lnSpc>
                <a:spcPct val="110000"/>
              </a:lnSpc>
              <a:spcAft>
                <a:spcPct val="0"/>
              </a:spcAft>
            </a:pPr>
            <a:endParaRPr lang="en-US" sz="1599" dirty="0"/>
          </a:p>
        </p:txBody>
      </p:sp>
      <p:pic>
        <p:nvPicPr>
          <p:cNvPr id="9" name="Grafik 8">
            <a:extLst>
              <a:ext uri="{FF2B5EF4-FFF2-40B4-BE49-F238E27FC236}">
                <a16:creationId xmlns:a16="http://schemas.microsoft.com/office/drawing/2014/main" id="{B6B27B89-5444-48CA-B88E-5DAE98B6045D}"/>
              </a:ext>
            </a:extLst>
          </p:cNvPr>
          <p:cNvPicPr>
            <a:picLocks noChangeAspect="1"/>
          </p:cNvPicPr>
          <p:nvPr/>
        </p:nvPicPr>
        <p:blipFill>
          <a:blip r:embed="rId7"/>
          <a:stretch>
            <a:fillRect/>
          </a:stretch>
        </p:blipFill>
        <p:spPr>
          <a:xfrm>
            <a:off x="986094" y="3608927"/>
            <a:ext cx="3238673" cy="2249080"/>
          </a:xfrm>
          <a:prstGeom prst="rect">
            <a:avLst/>
          </a:prstGeom>
        </p:spPr>
      </p:pic>
      <p:pic>
        <p:nvPicPr>
          <p:cNvPr id="6" name="Grafik 5">
            <a:extLst>
              <a:ext uri="{FF2B5EF4-FFF2-40B4-BE49-F238E27FC236}">
                <a16:creationId xmlns:a16="http://schemas.microsoft.com/office/drawing/2014/main" id="{7236BE2F-1E24-84B9-9433-C421F0ADF0C0}"/>
              </a:ext>
            </a:extLst>
          </p:cNvPr>
          <p:cNvPicPr>
            <a:picLocks noChangeAspect="1"/>
          </p:cNvPicPr>
          <p:nvPr/>
        </p:nvPicPr>
        <p:blipFill>
          <a:blip r:embed="rId8"/>
          <a:stretch>
            <a:fillRect/>
          </a:stretch>
        </p:blipFill>
        <p:spPr>
          <a:xfrm>
            <a:off x="4683795" y="3608926"/>
            <a:ext cx="5312925" cy="2380342"/>
          </a:xfrm>
          <a:prstGeom prst="rect">
            <a:avLst/>
          </a:prstGeom>
        </p:spPr>
      </p:pic>
    </p:spTree>
    <p:extLst>
      <p:ext uri="{BB962C8B-B14F-4D97-AF65-F5344CB8AC3E}">
        <p14:creationId xmlns:p14="http://schemas.microsoft.com/office/powerpoint/2010/main" val="503647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8F813FD-C4F1-4D67-A224-2D5FD1E55F31}"/>
              </a:ext>
            </a:extLst>
          </p:cNvPr>
          <p:cNvGraphicFramePr>
            <a:graphicFrameLocks noChangeAspect="1"/>
          </p:cNvGraphicFramePr>
          <p:nvPr>
            <p:custDataLst>
              <p:tags r:id="rId1"/>
            </p:custDataLst>
            <p:extLst>
              <p:ext uri="{D42A27DB-BD31-4B8C-83A1-F6EECF244321}">
                <p14:modId xmlns:p14="http://schemas.microsoft.com/office/powerpoint/2010/main" val="1382781729"/>
              </p:ext>
            </p:ext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Folie" r:id="rId4" imgW="499" imgH="499" progId="TCLayout.ActiveDocument.1">
                  <p:embed/>
                </p:oleObj>
              </mc:Choice>
              <mc:Fallback>
                <p:oleObj name="think-cell Folie" r:id="rId4" imgW="499" imgH="499" progId="TCLayout.ActiveDocument.1">
                  <p:embed/>
                  <p:pic>
                    <p:nvPicPr>
                      <p:cNvPr id="3" name="Object 2" hidden="1">
                        <a:extLst>
                          <a:ext uri="{FF2B5EF4-FFF2-40B4-BE49-F238E27FC236}">
                            <a16:creationId xmlns:a16="http://schemas.microsoft.com/office/drawing/2014/main" id="{88F813FD-C4F1-4D67-A224-2D5FD1E55F31}"/>
                          </a:ext>
                        </a:extLst>
                      </p:cNvPr>
                      <p:cNvPicPr/>
                      <p:nvPr/>
                    </p:nvPicPr>
                    <p:blipFill>
                      <a:blip r:embed="rId5"/>
                      <a:stretch>
                        <a:fillRect/>
                      </a:stretch>
                    </p:blipFill>
                    <p:spPr>
                      <a:xfrm>
                        <a:off x="1587" y="3372"/>
                        <a:ext cx="1587"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739B140-591F-4F63-B50C-C2D8AC0C6579}"/>
              </a:ext>
            </a:extLst>
          </p:cNvPr>
          <p:cNvSpPr/>
          <p:nvPr>
            <p:custDataLst>
              <p:tags r:id="rId2"/>
            </p:custDataLst>
          </p:nvPr>
        </p:nvSpPr>
        <p:spPr bwMode="auto">
          <a:xfrm>
            <a:off x="0" y="1785"/>
            <a:ext cx="158667" cy="15866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oAutofit/>
          </a:bodyPr>
          <a:lstStyle/>
          <a:p>
            <a:pPr algn="ctr">
              <a:lnSpc>
                <a:spcPct val="110000"/>
              </a:lnSpc>
              <a:spcBef>
                <a:spcPct val="0"/>
              </a:spcBef>
              <a:buFont typeface="Wingdings" charset="0"/>
              <a:buNone/>
            </a:pPr>
            <a:endParaRPr lang="en-US" sz="2199" b="1" dirty="0">
              <a:solidFill>
                <a:srgbClr val="000000"/>
              </a:solidFill>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E4859F7C-5D68-4030-AD44-297043C0F3E8}"/>
              </a:ext>
            </a:extLst>
          </p:cNvPr>
          <p:cNvSpPr>
            <a:spLocks noGrp="1"/>
          </p:cNvSpPr>
          <p:nvPr>
            <p:ph type="title"/>
          </p:nvPr>
        </p:nvSpPr>
        <p:spPr/>
        <p:txBody>
          <a:bodyPr vert="horz"/>
          <a:lstStyle/>
          <a:p>
            <a:r>
              <a:rPr lang="en-US" dirty="0"/>
              <a:t>Communication Functions</a:t>
            </a:r>
            <a:br>
              <a:rPr lang="en-US" dirty="0"/>
            </a:br>
            <a:r>
              <a:rPr lang="en-US" b="0" dirty="0"/>
              <a:t>Telecontrol and substation control technology with SIMATIC S7-1500R/H</a:t>
            </a:r>
          </a:p>
        </p:txBody>
      </p:sp>
      <p:sp>
        <p:nvSpPr>
          <p:cNvPr id="5" name="Fußzeilenplatzhalter 4">
            <a:extLst>
              <a:ext uri="{FF2B5EF4-FFF2-40B4-BE49-F238E27FC236}">
                <a16:creationId xmlns:a16="http://schemas.microsoft.com/office/drawing/2014/main" id="{0E54C4E3-642E-40AC-9BDA-90BEFDE2557E}"/>
              </a:ext>
            </a:extLst>
          </p:cNvPr>
          <p:cNvSpPr>
            <a:spLocks noGrp="1"/>
          </p:cNvSpPr>
          <p:nvPr>
            <p:ph type="ftr" sz="quarter" idx="10"/>
          </p:nvPr>
        </p:nvSpPr>
        <p:spPr/>
        <p:txBody>
          <a:bodyPr/>
          <a:lstStyle/>
          <a:p>
            <a:pPr>
              <a:lnSpc>
                <a:spcPct val="100000"/>
              </a:lnSpc>
            </a:pPr>
            <a:r>
              <a:rPr lang="en-US" dirty="0"/>
              <a:t>Unrestricted | © Siemens 2022 | DI FA | 08.12.2022</a:t>
            </a:r>
          </a:p>
        </p:txBody>
      </p:sp>
      <p:graphicFrame>
        <p:nvGraphicFramePr>
          <p:cNvPr id="8" name="Tabelle 8">
            <a:extLst>
              <a:ext uri="{FF2B5EF4-FFF2-40B4-BE49-F238E27FC236}">
                <a16:creationId xmlns:a16="http://schemas.microsoft.com/office/drawing/2014/main" id="{CF5797E9-4B2B-4830-BCE2-BB34D3472BFF}"/>
              </a:ext>
            </a:extLst>
          </p:cNvPr>
          <p:cNvGraphicFramePr>
            <a:graphicFrameLocks noGrp="1"/>
          </p:cNvGraphicFramePr>
          <p:nvPr>
            <p:extLst>
              <p:ext uri="{D42A27DB-BD31-4B8C-83A1-F6EECF244321}">
                <p14:modId xmlns:p14="http://schemas.microsoft.com/office/powerpoint/2010/main" val="2100379178"/>
              </p:ext>
            </p:extLst>
          </p:nvPr>
        </p:nvGraphicFramePr>
        <p:xfrm>
          <a:off x="635785" y="1466444"/>
          <a:ext cx="10711769" cy="3753783"/>
        </p:xfrm>
        <a:graphic>
          <a:graphicData uri="http://schemas.openxmlformats.org/drawingml/2006/table">
            <a:tbl>
              <a:tblPr firstRow="1" bandRow="1">
                <a:effectLst/>
                <a:tableStyleId>{5C22544A-7EE6-4342-B048-85BDC9FD1C3A}</a:tableStyleId>
              </a:tblPr>
              <a:tblGrid>
                <a:gridCol w="3525693">
                  <a:extLst>
                    <a:ext uri="{9D8B030D-6E8A-4147-A177-3AD203B41FA5}">
                      <a16:colId xmlns:a16="http://schemas.microsoft.com/office/drawing/2014/main" val="720406703"/>
                    </a:ext>
                  </a:extLst>
                </a:gridCol>
                <a:gridCol w="1410520">
                  <a:extLst>
                    <a:ext uri="{9D8B030D-6E8A-4147-A177-3AD203B41FA5}">
                      <a16:colId xmlns:a16="http://schemas.microsoft.com/office/drawing/2014/main" val="547838669"/>
                    </a:ext>
                  </a:extLst>
                </a:gridCol>
                <a:gridCol w="2909198">
                  <a:extLst>
                    <a:ext uri="{9D8B030D-6E8A-4147-A177-3AD203B41FA5}">
                      <a16:colId xmlns:a16="http://schemas.microsoft.com/office/drawing/2014/main" val="2256218902"/>
                    </a:ext>
                  </a:extLst>
                </a:gridCol>
                <a:gridCol w="2866358">
                  <a:extLst>
                    <a:ext uri="{9D8B030D-6E8A-4147-A177-3AD203B41FA5}">
                      <a16:colId xmlns:a16="http://schemas.microsoft.com/office/drawing/2014/main" val="1836019148"/>
                    </a:ext>
                  </a:extLst>
                </a:gridCol>
              </a:tblGrid>
              <a:tr h="370647">
                <a:tc>
                  <a:txBody>
                    <a:bodyPr/>
                    <a:lstStyle/>
                    <a:p>
                      <a:r>
                        <a:rPr lang="de-DE" sz="1800" dirty="0"/>
                        <a:t>Component</a:t>
                      </a:r>
                    </a:p>
                  </a:txBody>
                  <a:tcPr marL="91392" marR="91392" marT="45696" marB="45696">
                    <a:lnL w="12700" cap="flat" cmpd="sng" algn="ctr">
                      <a:solidFill>
                        <a:schemeClr val="accent2"/>
                      </a:solidFill>
                      <a:prstDash val="solid"/>
                      <a:round/>
                      <a:headEnd type="none" w="med" len="med"/>
                      <a:tailEnd type="none" w="med" len="med"/>
                    </a:lnL>
                    <a:lnT w="12700" cap="flat" cmpd="sng" algn="ctr">
                      <a:solidFill>
                        <a:schemeClr val="accent2"/>
                      </a:solidFill>
                      <a:prstDash val="solid"/>
                      <a:round/>
                      <a:headEnd type="none" w="med" len="med"/>
                      <a:tailEnd type="none" w="med" len="med"/>
                    </a:lnT>
                    <a:solidFill>
                      <a:srgbClr val="41AAAA"/>
                    </a:solidFill>
                  </a:tcPr>
                </a:tc>
                <a:tc>
                  <a:txBody>
                    <a:bodyPr/>
                    <a:lstStyle/>
                    <a:p>
                      <a:r>
                        <a:rPr lang="de-DE" sz="1800" dirty="0"/>
                        <a:t>Version</a:t>
                      </a:r>
                    </a:p>
                  </a:txBody>
                  <a:tcPr marL="91392" marR="91392" marT="45696" marB="45696">
                    <a:lnT w="12700" cap="flat" cmpd="sng" algn="ctr">
                      <a:solidFill>
                        <a:schemeClr val="accent2"/>
                      </a:solidFill>
                      <a:prstDash val="solid"/>
                      <a:round/>
                      <a:headEnd type="none" w="med" len="med"/>
                      <a:tailEnd type="none" w="med" len="med"/>
                    </a:lnT>
                    <a:solidFill>
                      <a:srgbClr val="41AAAA"/>
                    </a:solidFill>
                  </a:tcPr>
                </a:tc>
                <a:tc>
                  <a:txBody>
                    <a:bodyPr/>
                    <a:lstStyle/>
                    <a:p>
                      <a:r>
                        <a:rPr lang="de-DE" sz="1800" dirty="0"/>
                        <a:t>Protocols</a:t>
                      </a:r>
                    </a:p>
                  </a:txBody>
                  <a:tcPr marL="91392" marR="91392" marT="45696" marB="45696">
                    <a:lnT w="12700" cap="flat" cmpd="sng" algn="ctr">
                      <a:solidFill>
                        <a:schemeClr val="accent2"/>
                      </a:solidFill>
                      <a:prstDash val="solid"/>
                      <a:round/>
                      <a:headEnd type="none" w="med" len="med"/>
                      <a:tailEnd type="none" w="med" len="med"/>
                    </a:lnT>
                    <a:solidFill>
                      <a:srgbClr val="41AAAA"/>
                    </a:solidFill>
                  </a:tcPr>
                </a:tc>
                <a:tc>
                  <a:txBody>
                    <a:bodyPr/>
                    <a:lstStyle/>
                    <a:p>
                      <a:r>
                        <a:rPr lang="de-DE" sz="1800" dirty="0"/>
                        <a:t>SIOS</a:t>
                      </a:r>
                    </a:p>
                  </a:txBody>
                  <a:tcPr marL="91392" marR="91392" marT="45696" marB="45696">
                    <a:lnT w="12700" cap="flat" cmpd="sng" algn="ctr">
                      <a:solidFill>
                        <a:schemeClr val="accent2"/>
                      </a:solidFill>
                      <a:prstDash val="solid"/>
                      <a:round/>
                      <a:headEnd type="none" w="med" len="med"/>
                      <a:tailEnd type="none" w="med" len="med"/>
                    </a:lnT>
                    <a:solidFill>
                      <a:srgbClr val="41AAAA"/>
                    </a:solidFill>
                  </a:tcPr>
                </a:tc>
                <a:extLst>
                  <a:ext uri="{0D108BD9-81ED-4DB2-BD59-A6C34878D82A}">
                    <a16:rowId xmlns:a16="http://schemas.microsoft.com/office/drawing/2014/main" val="558874403"/>
                  </a:ext>
                </a:extLst>
              </a:tr>
              <a:tr h="11881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b="1" dirty="0">
                          <a:solidFill>
                            <a:srgbClr val="000000"/>
                          </a:solidFill>
                          <a:latin typeface="+mn-lt"/>
                          <a:ea typeface="Arial Unicode MS" panose="020B0604020202020204" pitchFamily="34" charset="-128"/>
                          <a:cs typeface="Arial Unicode MS" panose="020B0604020202020204" pitchFamily="34" charset="-128"/>
                        </a:rPr>
                        <a:t>TIM 1531 IRC</a:t>
                      </a:r>
                    </a:p>
                  </a:txBody>
                  <a:tcPr marL="91392" marR="91392" marT="45696" marB="45696">
                    <a:lnL w="12700" cap="flat" cmpd="sng" algn="ctr">
                      <a:solidFill>
                        <a:schemeClr val="accent2"/>
                      </a:solid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t>From V2.1</a:t>
                      </a:r>
                    </a:p>
                    <a:p>
                      <a:endParaRPr lang="de-DE" sz="1800" dirty="0"/>
                    </a:p>
                  </a:txBody>
                  <a:tcPr marL="91392" marR="91392" marT="45696" marB="45696"/>
                </a:tc>
                <a:tc>
                  <a:txBody>
                    <a:bodyPr/>
                    <a:lstStyle/>
                    <a:p>
                      <a:pPr marL="285750" indent="-285750">
                        <a:buFont typeface="Arial" panose="020B0604020202020204" pitchFamily="34" charset="0"/>
                        <a:buChar char="•"/>
                      </a:pPr>
                      <a:r>
                        <a:rPr lang="de-DE" sz="1800" b="0" i="0" kern="1200" dirty="0">
                          <a:solidFill>
                            <a:schemeClr val="dk1"/>
                          </a:solidFill>
                          <a:effectLst/>
                          <a:latin typeface="+mn-lt"/>
                          <a:ea typeface="+mn-ea"/>
                          <a:cs typeface="+mn-cs"/>
                        </a:rPr>
                        <a:t>SINAUT ST7</a:t>
                      </a:r>
                    </a:p>
                    <a:p>
                      <a:pPr marL="285750" indent="-285750">
                        <a:buFont typeface="Arial" panose="020B0604020202020204" pitchFamily="34" charset="0"/>
                        <a:buChar char="•"/>
                      </a:pPr>
                      <a:r>
                        <a:rPr lang="de-DE" sz="1800" b="0" i="0" kern="1200" dirty="0">
                          <a:solidFill>
                            <a:schemeClr val="dk1"/>
                          </a:solidFill>
                          <a:effectLst/>
                          <a:latin typeface="+mn-lt"/>
                          <a:ea typeface="+mn-ea"/>
                          <a:cs typeface="+mn-cs"/>
                        </a:rPr>
                        <a:t>DNP3</a:t>
                      </a:r>
                    </a:p>
                    <a:p>
                      <a:pPr marL="285750" indent="-285750">
                        <a:buFont typeface="Arial" panose="020B0604020202020204" pitchFamily="34" charset="0"/>
                        <a:buChar char="•"/>
                      </a:pPr>
                      <a:r>
                        <a:rPr lang="de-DE" sz="1800" b="0" i="0" kern="1200" dirty="0">
                          <a:solidFill>
                            <a:schemeClr val="dk1"/>
                          </a:solidFill>
                          <a:effectLst/>
                          <a:latin typeface="+mn-lt"/>
                          <a:ea typeface="+mn-ea"/>
                          <a:cs typeface="+mn-cs"/>
                        </a:rPr>
                        <a:t>IEC 60870-5</a:t>
                      </a:r>
                      <a:br>
                        <a:rPr lang="de-DE" sz="1800" b="0" i="0" kern="1200" dirty="0">
                          <a:solidFill>
                            <a:schemeClr val="dk1"/>
                          </a:solidFill>
                          <a:effectLst/>
                          <a:latin typeface="+mn-lt"/>
                          <a:ea typeface="+mn-ea"/>
                          <a:cs typeface="+mn-cs"/>
                        </a:rPr>
                      </a:br>
                      <a:r>
                        <a:rPr lang="de-DE" sz="1800" b="0" i="0" kern="1200" dirty="0">
                          <a:solidFill>
                            <a:schemeClr val="dk1"/>
                          </a:solidFill>
                          <a:effectLst/>
                          <a:latin typeface="+mn-lt"/>
                          <a:ea typeface="+mn-ea"/>
                          <a:cs typeface="+mn-cs"/>
                        </a:rPr>
                        <a:t>101, 104</a:t>
                      </a:r>
                      <a:endParaRPr lang="de-DE" sz="1800" dirty="0"/>
                    </a:p>
                  </a:txBody>
                  <a:tcPr marL="91392" marR="91392" marT="45696" marB="4569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dirty="0">
                          <a:hlinkClick r:id="rId6"/>
                        </a:rPr>
                        <a:t>https://support.industry.siemens.com/cs/ww/en/view/109774204</a:t>
                      </a:r>
                      <a:endParaRPr lang="de-DE"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1400" dirty="0"/>
                    </a:p>
                    <a:p>
                      <a:endParaRPr lang="de-DE" sz="1800" dirty="0"/>
                    </a:p>
                  </a:txBody>
                  <a:tcPr marL="91392" marR="91392" marT="45696" marB="45696"/>
                </a:tc>
                <a:extLst>
                  <a:ext uri="{0D108BD9-81ED-4DB2-BD59-A6C34878D82A}">
                    <a16:rowId xmlns:a16="http://schemas.microsoft.com/office/drawing/2014/main" val="2728037257"/>
                  </a:ext>
                </a:extLst>
              </a:tr>
              <a:tr h="913924">
                <a:tc>
                  <a:txBody>
                    <a:bodyPr/>
                    <a:lstStyle/>
                    <a:p>
                      <a:r>
                        <a:rPr lang="de-DE" sz="1800" b="1" i="0" kern="1200" dirty="0">
                          <a:solidFill>
                            <a:schemeClr val="dk1"/>
                          </a:solidFill>
                          <a:effectLst/>
                          <a:latin typeface="+mn-lt"/>
                          <a:ea typeface="+mn-ea"/>
                          <a:cs typeface="+mn-cs"/>
                        </a:rPr>
                        <a:t>SIPLUS</a:t>
                      </a:r>
                      <a:r>
                        <a:rPr lang="de-DE" sz="1800" b="0" i="0" kern="1200" dirty="0">
                          <a:solidFill>
                            <a:schemeClr val="dk1"/>
                          </a:solidFill>
                          <a:effectLst/>
                          <a:latin typeface="+mn-lt"/>
                          <a:ea typeface="+mn-ea"/>
                          <a:cs typeface="+mn-cs"/>
                        </a:rPr>
                        <a:t> </a:t>
                      </a:r>
                      <a:r>
                        <a:rPr lang="de-DE" sz="1800" b="1" i="0" kern="1200" dirty="0">
                          <a:solidFill>
                            <a:schemeClr val="dk1"/>
                          </a:solidFill>
                          <a:effectLst/>
                          <a:latin typeface="+mn-lt"/>
                          <a:ea typeface="+mn-ea"/>
                          <a:cs typeface="+mn-cs"/>
                        </a:rPr>
                        <a:t>RIC</a:t>
                      </a:r>
                      <a:r>
                        <a:rPr lang="de-DE" sz="1800" b="0" i="0" kern="1200" dirty="0">
                          <a:solidFill>
                            <a:schemeClr val="dk1"/>
                          </a:solidFill>
                          <a:effectLst/>
                          <a:latin typeface="+mn-lt"/>
                          <a:ea typeface="+mn-ea"/>
                          <a:cs typeface="+mn-cs"/>
                        </a:rPr>
                        <a:t> </a:t>
                      </a:r>
                      <a:r>
                        <a:rPr lang="de-DE" sz="1800" b="1" i="0" kern="1200" dirty="0">
                          <a:solidFill>
                            <a:schemeClr val="dk1"/>
                          </a:solidFill>
                          <a:effectLst/>
                          <a:latin typeface="+mn-lt"/>
                          <a:ea typeface="+mn-ea"/>
                          <a:cs typeface="+mn-cs"/>
                        </a:rPr>
                        <a:t>Library</a:t>
                      </a:r>
                      <a:r>
                        <a:rPr lang="de-DE" sz="1800" b="0" i="0" kern="1200" dirty="0">
                          <a:solidFill>
                            <a:schemeClr val="dk1"/>
                          </a:solidFill>
                          <a:effectLst/>
                          <a:latin typeface="+mn-lt"/>
                          <a:ea typeface="+mn-ea"/>
                          <a:cs typeface="+mn-cs"/>
                        </a:rPr>
                        <a:t> for SIMATIC S7-1500</a:t>
                      </a:r>
                    </a:p>
                    <a:p>
                      <a:endParaRPr lang="de-DE" sz="1800" dirty="0"/>
                    </a:p>
                  </a:txBody>
                  <a:tcPr marL="91392" marR="91392" marT="45696" marB="45696">
                    <a:lnL w="12700" cap="flat" cmpd="sng" algn="ctr">
                      <a:solidFill>
                        <a:schemeClr val="accent2"/>
                      </a:solidFill>
                      <a:prstDash val="solid"/>
                      <a:round/>
                      <a:headEnd type="none" w="med" len="med"/>
                      <a:tailEnd type="none" w="med" len="med"/>
                    </a:lnL>
                  </a:tcPr>
                </a:tc>
                <a:tc>
                  <a:txBody>
                    <a:bodyPr/>
                    <a:lstStyle/>
                    <a:p>
                      <a:r>
                        <a:rPr lang="de-DE" sz="1800" dirty="0"/>
                        <a:t>From V1.7</a:t>
                      </a:r>
                    </a:p>
                  </a:txBody>
                  <a:tcPr marL="91392" marR="91392" marT="45696" marB="45696"/>
                </a:tc>
                <a:tc>
                  <a:txBody>
                    <a:bodyPr/>
                    <a:lstStyle/>
                    <a:p>
                      <a:pPr marL="285750" indent="-285750">
                        <a:buFont typeface="Arial" panose="020B0604020202020204" pitchFamily="34" charset="0"/>
                        <a:buChar char="•"/>
                      </a:pPr>
                      <a:r>
                        <a:rPr lang="de-DE" sz="1800" b="0" i="0" kern="1200" dirty="0">
                          <a:solidFill>
                            <a:schemeClr val="dk1"/>
                          </a:solidFill>
                          <a:effectLst/>
                          <a:latin typeface="+mn-lt"/>
                          <a:ea typeface="+mn-ea"/>
                          <a:cs typeface="+mn-cs"/>
                        </a:rPr>
                        <a:t>IEC 60870-5</a:t>
                      </a:r>
                      <a:br>
                        <a:rPr lang="de-DE" sz="1800" b="0" i="0" kern="1200" dirty="0">
                          <a:solidFill>
                            <a:schemeClr val="dk1"/>
                          </a:solidFill>
                          <a:effectLst/>
                          <a:latin typeface="+mn-lt"/>
                          <a:ea typeface="+mn-ea"/>
                          <a:cs typeface="+mn-cs"/>
                        </a:rPr>
                      </a:br>
                      <a:r>
                        <a:rPr lang="de-DE" sz="1800" b="0" i="0" kern="1200" dirty="0">
                          <a:solidFill>
                            <a:schemeClr val="dk1"/>
                          </a:solidFill>
                          <a:effectLst/>
                          <a:latin typeface="+mn-lt"/>
                          <a:ea typeface="+mn-ea"/>
                          <a:cs typeface="+mn-cs"/>
                        </a:rPr>
                        <a:t>101,102,103, 104</a:t>
                      </a:r>
                      <a:endParaRPr lang="de-DE" sz="1800" dirty="0"/>
                    </a:p>
                  </a:txBody>
                  <a:tcPr marL="91392" marR="91392" marT="45696" marB="45696"/>
                </a:tc>
                <a:tc>
                  <a:txBody>
                    <a:bodyPr/>
                    <a:lstStyle/>
                    <a:p>
                      <a:r>
                        <a:rPr lang="de-DE" sz="1400" dirty="0">
                          <a:hlinkClick r:id="rId7"/>
                        </a:rPr>
                        <a:t>https://support.industry.siemens.com/cs/ww/en/view/109422039</a:t>
                      </a:r>
                      <a:endParaRPr lang="de-DE" sz="1400" dirty="0"/>
                    </a:p>
                    <a:p>
                      <a:endParaRPr lang="de-DE" sz="1400" dirty="0"/>
                    </a:p>
                  </a:txBody>
                  <a:tcPr marL="91392" marR="91392" marT="45696" marB="45696"/>
                </a:tc>
                <a:extLst>
                  <a:ext uri="{0D108BD9-81ED-4DB2-BD59-A6C34878D82A}">
                    <a16:rowId xmlns:a16="http://schemas.microsoft.com/office/drawing/2014/main" val="88709860"/>
                  </a:ext>
                </a:extLst>
              </a:tr>
              <a:tr h="12794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IEC 61850 MMS Client AS LIBRARY</a:t>
                      </a:r>
                      <a:endParaRPr lang="de-DE" sz="1800" dirty="0"/>
                    </a:p>
                  </a:txBody>
                  <a:tcPr marL="91392" marR="91392" marT="45696" marB="45696">
                    <a:lnL w="12700" cap="flat" cmpd="sng" algn="ctr">
                      <a:solidFill>
                        <a:schemeClr val="accent2"/>
                      </a:solidFill>
                      <a:prstDash val="solid"/>
                      <a:round/>
                      <a:headEnd type="none" w="med" len="med"/>
                      <a:tailEnd type="none" w="med" len="med"/>
                    </a:lnL>
                    <a:lnB w="12700" cap="flat" cmpd="sng" algn="ctr">
                      <a:solidFill>
                        <a:schemeClr val="accent2"/>
                      </a:solidFill>
                      <a:prstDash val="solid"/>
                      <a:round/>
                      <a:headEnd type="none" w="med" len="med"/>
                      <a:tailEnd type="none" w="med" len="med"/>
                    </a:lnB>
                  </a:tcPr>
                </a:tc>
                <a:tc>
                  <a:txBody>
                    <a:bodyPr/>
                    <a:lstStyle/>
                    <a:p>
                      <a:endParaRPr lang="de-DE" sz="1800" dirty="0"/>
                    </a:p>
                  </a:txBody>
                  <a:tcPr marL="91392" marR="91392" marT="45696" marB="45696">
                    <a:lnB w="12700" cap="flat" cmpd="sng" algn="ctr">
                      <a:solidFill>
                        <a:schemeClr val="accent2"/>
                      </a:solidFill>
                      <a:prstDash val="solid"/>
                      <a:round/>
                      <a:headEnd type="none" w="med" len="med"/>
                      <a:tailEnd type="none" w="med" len="med"/>
                    </a:lnB>
                  </a:tcPr>
                </a:tc>
                <a:tc>
                  <a:txBody>
                    <a:bodyPr/>
                    <a:lstStyle/>
                    <a:p>
                      <a:pPr marL="285750" indent="-285750">
                        <a:buFont typeface="Arial" panose="020B0604020202020204" pitchFamily="34" charset="0"/>
                        <a:buChar char="•"/>
                      </a:pPr>
                      <a:r>
                        <a:rPr lang="de-DE" sz="1800" dirty="0"/>
                        <a:t>IEC 61850 MMS</a:t>
                      </a:r>
                    </a:p>
                  </a:txBody>
                  <a:tcPr marL="91392" marR="91392" marT="45696" marB="45696">
                    <a:lnB w="12700" cap="flat" cmpd="sng" algn="ctr">
                      <a:solidFill>
                        <a:schemeClr val="accent2"/>
                      </a:solidFill>
                      <a:prstDash val="solid"/>
                      <a:round/>
                      <a:headEnd type="none" w="med" len="med"/>
                      <a:tailEnd type="none" w="med" len="med"/>
                    </a:lnB>
                  </a:tcPr>
                </a:tc>
                <a:tc>
                  <a:txBody>
                    <a:bodyPr/>
                    <a:lstStyle/>
                    <a:p>
                      <a:r>
                        <a:rPr lang="de-DE" sz="1400" dirty="0">
                          <a:hlinkClick r:id="rId8"/>
                        </a:rPr>
                        <a:t>https://support.industry.siemens.com/cs/ww/en/pv/9LA1110-6PC10-2BC8/pi?dl=en</a:t>
                      </a:r>
                      <a:endParaRPr lang="de-DE" sz="1400" dirty="0"/>
                    </a:p>
                    <a:p>
                      <a:endParaRPr lang="de-DE" sz="1800" dirty="0"/>
                    </a:p>
                    <a:p>
                      <a:endParaRPr lang="de-DE" sz="1800" dirty="0"/>
                    </a:p>
                  </a:txBody>
                  <a:tcPr marL="91392" marR="91392" marT="45696" marB="45696">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746658099"/>
                  </a:ext>
                </a:extLst>
              </a:tr>
            </a:tbl>
          </a:graphicData>
        </a:graphic>
      </p:graphicFrame>
      <p:pic>
        <p:nvPicPr>
          <p:cNvPr id="9" name="Grafik 8">
            <a:extLst>
              <a:ext uri="{FF2B5EF4-FFF2-40B4-BE49-F238E27FC236}">
                <a16:creationId xmlns:a16="http://schemas.microsoft.com/office/drawing/2014/main" id="{9BC72D71-FB47-4E3A-AB0A-9325A3B8674D}"/>
              </a:ext>
            </a:extLst>
          </p:cNvPr>
          <p:cNvPicPr>
            <a:picLocks noChangeAspect="1"/>
          </p:cNvPicPr>
          <p:nvPr/>
        </p:nvPicPr>
        <p:blipFill>
          <a:blip r:embed="rId9"/>
          <a:stretch>
            <a:fillRect/>
          </a:stretch>
        </p:blipFill>
        <p:spPr>
          <a:xfrm>
            <a:off x="2578494" y="1970238"/>
            <a:ext cx="612314" cy="935617"/>
          </a:xfrm>
          <a:prstGeom prst="rect">
            <a:avLst/>
          </a:prstGeom>
        </p:spPr>
      </p:pic>
    </p:spTree>
    <p:extLst>
      <p:ext uri="{BB962C8B-B14F-4D97-AF65-F5344CB8AC3E}">
        <p14:creationId xmlns:p14="http://schemas.microsoft.com/office/powerpoint/2010/main" val="54898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8F813FD-C4F1-4D67-A224-2D5FD1E55F31}"/>
              </a:ext>
            </a:extLst>
          </p:cNvPr>
          <p:cNvGraphicFramePr>
            <a:graphicFrameLocks noChangeAspect="1"/>
          </p:cNvGraphicFramePr>
          <p:nvPr>
            <p:custDataLst>
              <p:tags r:id="rId1"/>
            </p:custDataLst>
            <p:extLst>
              <p:ext uri="{D42A27DB-BD31-4B8C-83A1-F6EECF244321}">
                <p14:modId xmlns:p14="http://schemas.microsoft.com/office/powerpoint/2010/main" val="4162086801"/>
              </p:ext>
            </p:ext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Folie" r:id="rId4" imgW="499" imgH="499" progId="TCLayout.ActiveDocument.1">
                  <p:embed/>
                </p:oleObj>
              </mc:Choice>
              <mc:Fallback>
                <p:oleObj name="think-cell Folie" r:id="rId4" imgW="499" imgH="499" progId="TCLayout.ActiveDocument.1">
                  <p:embed/>
                  <p:pic>
                    <p:nvPicPr>
                      <p:cNvPr id="3" name="Object 2" hidden="1">
                        <a:extLst>
                          <a:ext uri="{FF2B5EF4-FFF2-40B4-BE49-F238E27FC236}">
                            <a16:creationId xmlns:a16="http://schemas.microsoft.com/office/drawing/2014/main" id="{88F813FD-C4F1-4D67-A224-2D5FD1E55F31}"/>
                          </a:ext>
                        </a:extLst>
                      </p:cNvPr>
                      <p:cNvPicPr/>
                      <p:nvPr/>
                    </p:nvPicPr>
                    <p:blipFill>
                      <a:blip r:embed="rId5"/>
                      <a:stretch>
                        <a:fillRect/>
                      </a:stretch>
                    </p:blipFill>
                    <p:spPr>
                      <a:xfrm>
                        <a:off x="1587" y="3372"/>
                        <a:ext cx="1587"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739B140-591F-4F63-B50C-C2D8AC0C6579}"/>
              </a:ext>
            </a:extLst>
          </p:cNvPr>
          <p:cNvSpPr/>
          <p:nvPr>
            <p:custDataLst>
              <p:tags r:id="rId2"/>
            </p:custDataLst>
          </p:nvPr>
        </p:nvSpPr>
        <p:spPr bwMode="auto">
          <a:xfrm>
            <a:off x="0" y="1785"/>
            <a:ext cx="158667" cy="15866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oAutofit/>
          </a:bodyPr>
          <a:lstStyle/>
          <a:p>
            <a:pPr algn="ctr">
              <a:lnSpc>
                <a:spcPct val="110000"/>
              </a:lnSpc>
              <a:spcBef>
                <a:spcPct val="0"/>
              </a:spcBef>
              <a:buFont typeface="Wingdings" charset="0"/>
              <a:buNone/>
            </a:pPr>
            <a:endParaRPr lang="en-US" sz="2199" b="1" dirty="0">
              <a:solidFill>
                <a:srgbClr val="000000"/>
              </a:solidFill>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E4859F7C-5D68-4030-AD44-297043C0F3E8}"/>
              </a:ext>
            </a:extLst>
          </p:cNvPr>
          <p:cNvSpPr>
            <a:spLocks noGrp="1"/>
          </p:cNvSpPr>
          <p:nvPr>
            <p:ph type="title"/>
          </p:nvPr>
        </p:nvSpPr>
        <p:spPr/>
        <p:txBody>
          <a:bodyPr vert="horz"/>
          <a:lstStyle/>
          <a:p>
            <a:r>
              <a:rPr lang="en-US" dirty="0"/>
              <a:t>Communication Functions</a:t>
            </a:r>
            <a:br>
              <a:rPr lang="en-US" dirty="0"/>
            </a:br>
            <a:r>
              <a:rPr lang="en-US" b="0" dirty="0"/>
              <a:t>Redundant communication	 </a:t>
            </a:r>
          </a:p>
        </p:txBody>
      </p:sp>
      <p:sp>
        <p:nvSpPr>
          <p:cNvPr id="5" name="Fußzeilenplatzhalter 4">
            <a:extLst>
              <a:ext uri="{FF2B5EF4-FFF2-40B4-BE49-F238E27FC236}">
                <a16:creationId xmlns:a16="http://schemas.microsoft.com/office/drawing/2014/main" id="{CF5E7DD3-A48D-4ACC-9CC7-044261F0053F}"/>
              </a:ext>
            </a:extLst>
          </p:cNvPr>
          <p:cNvSpPr>
            <a:spLocks noGrp="1"/>
          </p:cNvSpPr>
          <p:nvPr>
            <p:ph type="ftr" sz="quarter" idx="10"/>
          </p:nvPr>
        </p:nvSpPr>
        <p:spPr/>
        <p:txBody>
          <a:bodyPr/>
          <a:lstStyle/>
          <a:p>
            <a:pPr>
              <a:lnSpc>
                <a:spcPct val="100000"/>
              </a:lnSpc>
            </a:pPr>
            <a:r>
              <a:rPr lang="en-US" dirty="0"/>
              <a:t>Unrestricted | © Siemens 2022 | DI FA | 08.12.2022</a:t>
            </a:r>
          </a:p>
        </p:txBody>
      </p:sp>
      <p:graphicFrame>
        <p:nvGraphicFramePr>
          <p:cNvPr id="8" name="Tabelle 8">
            <a:extLst>
              <a:ext uri="{FF2B5EF4-FFF2-40B4-BE49-F238E27FC236}">
                <a16:creationId xmlns:a16="http://schemas.microsoft.com/office/drawing/2014/main" id="{CF5797E9-4B2B-4830-BCE2-BB34D3472BFF}"/>
              </a:ext>
            </a:extLst>
          </p:cNvPr>
          <p:cNvGraphicFramePr>
            <a:graphicFrameLocks noGrp="1"/>
          </p:cNvGraphicFramePr>
          <p:nvPr>
            <p:extLst>
              <p:ext uri="{D42A27DB-BD31-4B8C-83A1-F6EECF244321}">
                <p14:modId xmlns:p14="http://schemas.microsoft.com/office/powerpoint/2010/main" val="3654659792"/>
              </p:ext>
            </p:extLst>
          </p:nvPr>
        </p:nvGraphicFramePr>
        <p:xfrm>
          <a:off x="635785" y="1466446"/>
          <a:ext cx="11046979" cy="2626071"/>
        </p:xfrm>
        <a:graphic>
          <a:graphicData uri="http://schemas.openxmlformats.org/drawingml/2006/table">
            <a:tbl>
              <a:tblPr firstRow="1" bandRow="1">
                <a:effectLst/>
                <a:tableStyleId>{5C22544A-7EE6-4342-B048-85BDC9FD1C3A}</a:tableStyleId>
              </a:tblPr>
              <a:tblGrid>
                <a:gridCol w="2878325">
                  <a:extLst>
                    <a:ext uri="{9D8B030D-6E8A-4147-A177-3AD203B41FA5}">
                      <a16:colId xmlns:a16="http://schemas.microsoft.com/office/drawing/2014/main" val="720406703"/>
                    </a:ext>
                  </a:extLst>
                </a:gridCol>
                <a:gridCol w="1223499">
                  <a:extLst>
                    <a:ext uri="{9D8B030D-6E8A-4147-A177-3AD203B41FA5}">
                      <a16:colId xmlns:a16="http://schemas.microsoft.com/office/drawing/2014/main" val="547838669"/>
                    </a:ext>
                  </a:extLst>
                </a:gridCol>
                <a:gridCol w="1907219">
                  <a:extLst>
                    <a:ext uri="{9D8B030D-6E8A-4147-A177-3AD203B41FA5}">
                      <a16:colId xmlns:a16="http://schemas.microsoft.com/office/drawing/2014/main" val="2256218902"/>
                    </a:ext>
                  </a:extLst>
                </a:gridCol>
                <a:gridCol w="2735891">
                  <a:extLst>
                    <a:ext uri="{9D8B030D-6E8A-4147-A177-3AD203B41FA5}">
                      <a16:colId xmlns:a16="http://schemas.microsoft.com/office/drawing/2014/main" val="1836019148"/>
                    </a:ext>
                  </a:extLst>
                </a:gridCol>
                <a:gridCol w="2302045">
                  <a:extLst>
                    <a:ext uri="{9D8B030D-6E8A-4147-A177-3AD203B41FA5}">
                      <a16:colId xmlns:a16="http://schemas.microsoft.com/office/drawing/2014/main" val="2342074531"/>
                    </a:ext>
                  </a:extLst>
                </a:gridCol>
              </a:tblGrid>
              <a:tr h="370647">
                <a:tc>
                  <a:txBody>
                    <a:bodyPr/>
                    <a:lstStyle/>
                    <a:p>
                      <a:r>
                        <a:rPr lang="de-DE" sz="1800" dirty="0"/>
                        <a:t>Component</a:t>
                      </a:r>
                    </a:p>
                  </a:txBody>
                  <a:tcPr marL="91392" marR="91392" marT="45696" marB="45696">
                    <a:lnL w="12700" cap="flat" cmpd="sng" algn="ctr">
                      <a:solidFill>
                        <a:schemeClr val="accent2"/>
                      </a:solidFill>
                      <a:prstDash val="solid"/>
                      <a:round/>
                      <a:headEnd type="none" w="med" len="med"/>
                      <a:tailEnd type="none" w="med" len="med"/>
                    </a:lnL>
                    <a:lnT w="12700" cap="flat" cmpd="sng" algn="ctr">
                      <a:solidFill>
                        <a:schemeClr val="accent2"/>
                      </a:solidFill>
                      <a:prstDash val="solid"/>
                      <a:round/>
                      <a:headEnd type="none" w="med" len="med"/>
                      <a:tailEnd type="none" w="med" len="med"/>
                    </a:lnT>
                    <a:solidFill>
                      <a:srgbClr val="41AAAA"/>
                    </a:solidFill>
                  </a:tcPr>
                </a:tc>
                <a:tc>
                  <a:txBody>
                    <a:bodyPr/>
                    <a:lstStyle/>
                    <a:p>
                      <a:r>
                        <a:rPr lang="de-DE" sz="1800" dirty="0"/>
                        <a:t>Version</a:t>
                      </a:r>
                    </a:p>
                  </a:txBody>
                  <a:tcPr marL="91392" marR="91392" marT="45696" marB="45696">
                    <a:lnT w="12700" cap="flat" cmpd="sng" algn="ctr">
                      <a:solidFill>
                        <a:schemeClr val="accent2"/>
                      </a:solidFill>
                      <a:prstDash val="solid"/>
                      <a:round/>
                      <a:headEnd type="none" w="med" len="med"/>
                      <a:tailEnd type="none" w="med" len="med"/>
                    </a:lnT>
                    <a:solidFill>
                      <a:srgbClr val="41AAAA"/>
                    </a:solidFill>
                  </a:tcPr>
                </a:tc>
                <a:tc>
                  <a:txBody>
                    <a:bodyPr/>
                    <a:lstStyle/>
                    <a:p>
                      <a:r>
                        <a:rPr lang="de-DE" sz="1800" dirty="0"/>
                        <a:t>Protocols</a:t>
                      </a:r>
                    </a:p>
                  </a:txBody>
                  <a:tcPr marL="91392" marR="91392" marT="45696" marB="45696">
                    <a:lnT w="12700" cap="flat" cmpd="sng" algn="ctr">
                      <a:solidFill>
                        <a:schemeClr val="accent2"/>
                      </a:solidFill>
                      <a:prstDash val="solid"/>
                      <a:round/>
                      <a:headEnd type="none" w="med" len="med"/>
                      <a:tailEnd type="none" w="med" len="med"/>
                    </a:lnT>
                    <a:solidFill>
                      <a:srgbClr val="41AAAA"/>
                    </a:solidFill>
                  </a:tcPr>
                </a:tc>
                <a:tc>
                  <a:txBody>
                    <a:bodyPr/>
                    <a:lstStyle/>
                    <a:p>
                      <a:r>
                        <a:rPr lang="de-DE" sz="1800" dirty="0"/>
                        <a:t>SIOS</a:t>
                      </a:r>
                    </a:p>
                  </a:txBody>
                  <a:tcPr marL="91392" marR="91392" marT="45696" marB="45696">
                    <a:lnT w="12700" cap="flat" cmpd="sng" algn="ctr">
                      <a:solidFill>
                        <a:schemeClr val="accent2"/>
                      </a:solidFill>
                      <a:prstDash val="solid"/>
                      <a:round/>
                      <a:headEnd type="none" w="med" len="med"/>
                      <a:tailEnd type="none" w="med" len="med"/>
                    </a:lnT>
                    <a:solidFill>
                      <a:srgbClr val="41AAAA"/>
                    </a:solidFill>
                  </a:tcPr>
                </a:tc>
                <a:tc>
                  <a:txBody>
                    <a:bodyPr/>
                    <a:lstStyle/>
                    <a:p>
                      <a:r>
                        <a:rPr lang="de-DE" sz="1800" dirty="0"/>
                        <a:t>Hint</a:t>
                      </a:r>
                    </a:p>
                  </a:txBody>
                  <a:tcPr marL="91392" marR="91392" marT="45696" marB="45696">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solidFill>
                      <a:srgbClr val="41AAAA"/>
                    </a:solidFill>
                  </a:tcPr>
                </a:tc>
                <a:extLst>
                  <a:ext uri="{0D108BD9-81ED-4DB2-BD59-A6C34878D82A}">
                    <a16:rowId xmlns:a16="http://schemas.microsoft.com/office/drawing/2014/main" val="558874403"/>
                  </a:ext>
                </a:extLst>
              </a:tr>
              <a:tr h="1127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SIMATIC Modbus/TCP Red S7-1200/S7-1500</a:t>
                      </a:r>
                      <a:endParaRPr lang="de-DE" sz="1600" b="1" dirty="0">
                        <a:solidFill>
                          <a:srgbClr val="000000"/>
                        </a:solidFill>
                        <a:latin typeface="+mn-lt"/>
                        <a:ea typeface="Arial Unicode MS" panose="020B0604020202020204" pitchFamily="34" charset="-128"/>
                        <a:cs typeface="Arial Unicode MS" panose="020B0604020202020204" pitchFamily="34" charset="-128"/>
                      </a:endParaRPr>
                    </a:p>
                  </a:txBody>
                  <a:tcPr marL="91392" marR="91392" marT="45696" marB="45696">
                    <a:lnL w="12700" cap="flat" cmpd="sng" algn="ctr">
                      <a:solidFill>
                        <a:schemeClr val="accent2"/>
                      </a:solidFill>
                      <a:prstDash val="solid"/>
                      <a:round/>
                      <a:headEnd type="none" w="med" len="med"/>
                      <a:tailEnd type="none" w="med" len="med"/>
                    </a:lnL>
                  </a:tcPr>
                </a:tc>
                <a:tc>
                  <a:txBody>
                    <a:bodyPr/>
                    <a:lstStyle/>
                    <a:p>
                      <a:endParaRPr lang="de-DE" sz="1800" dirty="0"/>
                    </a:p>
                  </a:txBody>
                  <a:tcPr marL="91392" marR="91392" marT="45696" marB="45696"/>
                </a:tc>
                <a:tc>
                  <a:txBody>
                    <a:bodyPr/>
                    <a:lstStyle/>
                    <a:p>
                      <a:r>
                        <a:rPr lang="de-DE" sz="1800" b="0" i="0" kern="1200" dirty="0">
                          <a:solidFill>
                            <a:schemeClr val="dk1"/>
                          </a:solidFill>
                          <a:effectLst/>
                          <a:latin typeface="+mn-lt"/>
                          <a:ea typeface="+mn-ea"/>
                          <a:cs typeface="+mn-cs"/>
                        </a:rPr>
                        <a:t>Modbus/TCP</a:t>
                      </a:r>
                      <a:endParaRPr lang="de-DE" sz="1800" dirty="0"/>
                    </a:p>
                  </a:txBody>
                  <a:tcPr marL="91392" marR="91392" marT="45696" marB="4569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hlinkClick r:id="rId6"/>
                        </a:rPr>
                        <a:t>https://support.industry.siemens.com/cs/bd/en/ps/6AV6676-6MB40-0AX0</a:t>
                      </a:r>
                      <a:endParaRPr lang="de-DE"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2000" dirty="0"/>
                    </a:p>
                  </a:txBody>
                  <a:tcPr marL="91392" marR="91392" marT="45696" marB="45696"/>
                </a:tc>
                <a:tc>
                  <a:txBody>
                    <a:bodyPr/>
                    <a:lstStyle/>
                    <a:p>
                      <a:endParaRPr lang="de-DE" sz="1800" dirty="0"/>
                    </a:p>
                  </a:txBody>
                  <a:tcPr marL="91392" marR="91392" marT="45696" marB="45696">
                    <a:lnR w="12700" cap="flat" cmpd="sng" algn="ctr">
                      <a:solidFill>
                        <a:schemeClr val="accent2"/>
                      </a:solidFill>
                      <a:prstDash val="solid"/>
                      <a:round/>
                      <a:headEnd type="none" w="med" len="med"/>
                      <a:tailEnd type="none" w="med" len="med"/>
                    </a:lnR>
                  </a:tcPr>
                </a:tc>
                <a:extLst>
                  <a:ext uri="{0D108BD9-81ED-4DB2-BD59-A6C34878D82A}">
                    <a16:rowId xmlns:a16="http://schemas.microsoft.com/office/drawing/2014/main" val="2728037257"/>
                  </a:ext>
                </a:extLst>
              </a:tr>
              <a:tr h="1127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b="1" i="0" kern="1200" dirty="0">
                          <a:solidFill>
                            <a:schemeClr val="dk1"/>
                          </a:solidFill>
                          <a:effectLst/>
                          <a:latin typeface="+mn-lt"/>
                          <a:ea typeface="+mn-ea"/>
                          <a:cs typeface="+mn-cs"/>
                        </a:rPr>
                        <a:t>Redundante Open User Communication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1600" b="1" dirty="0">
                        <a:solidFill>
                          <a:srgbClr val="000000"/>
                        </a:solidFill>
                        <a:latin typeface="+mn-lt"/>
                        <a:ea typeface="Arial Unicode MS" panose="020B0604020202020204" pitchFamily="34" charset="-128"/>
                        <a:cs typeface="Arial Unicode MS" panose="020B0604020202020204" pitchFamily="34" charset="-128"/>
                      </a:endParaRPr>
                    </a:p>
                  </a:txBody>
                  <a:tcPr marL="91392" marR="91392" marT="45696" marB="45696">
                    <a:lnL w="12700" cap="flat" cmpd="sng" algn="ctr">
                      <a:solidFill>
                        <a:schemeClr val="accent2"/>
                      </a:solidFill>
                      <a:prstDash val="solid"/>
                      <a:round/>
                      <a:headEnd type="none" w="med" len="med"/>
                      <a:tailEnd type="none" w="med" len="med"/>
                    </a:lnL>
                    <a:lnB w="12700" cap="flat" cmpd="sng" algn="ctr">
                      <a:solidFill>
                        <a:schemeClr val="accent2"/>
                      </a:solidFill>
                      <a:prstDash val="solid"/>
                      <a:round/>
                      <a:headEnd type="none" w="med" len="med"/>
                      <a:tailEnd type="none" w="med" len="med"/>
                    </a:lnB>
                  </a:tcPr>
                </a:tc>
                <a:tc>
                  <a:txBody>
                    <a:bodyPr/>
                    <a:lstStyle/>
                    <a:p>
                      <a:endParaRPr lang="de-DE" sz="1800" dirty="0"/>
                    </a:p>
                  </a:txBody>
                  <a:tcPr marL="91392" marR="91392" marT="45696" marB="45696">
                    <a:lnB w="12700" cap="flat" cmpd="sng" algn="ctr">
                      <a:solidFill>
                        <a:schemeClr val="accent2"/>
                      </a:solidFill>
                      <a:prstDash val="solid"/>
                      <a:round/>
                      <a:headEnd type="none" w="med" len="med"/>
                      <a:tailEnd type="none" w="med" len="med"/>
                    </a:lnB>
                  </a:tcPr>
                </a:tc>
                <a:tc>
                  <a:txBody>
                    <a:bodyPr/>
                    <a:lstStyle/>
                    <a:p>
                      <a:r>
                        <a:rPr lang="de-DE" sz="1800" dirty="0"/>
                        <a:t>Various</a:t>
                      </a:r>
                    </a:p>
                  </a:txBody>
                  <a:tcPr marL="91392" marR="91392" marT="45696" marB="45696">
                    <a:lnB w="12700" cap="flat" cmpd="sng" algn="ctr">
                      <a:solidFill>
                        <a:schemeClr val="accent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hlinkClick r:id="rId7"/>
                        </a:rPr>
                        <a:t>https://support.industry.siemens.com/cs/ww/en/view/109763719</a:t>
                      </a:r>
                      <a:endParaRPr lang="de-DE"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2000" dirty="0"/>
                    </a:p>
                  </a:txBody>
                  <a:tcPr marL="91392" marR="91392" marT="45696" marB="45696">
                    <a:lnB w="12700" cap="flat" cmpd="sng" algn="ctr">
                      <a:solidFill>
                        <a:schemeClr val="accent2"/>
                      </a:solidFill>
                      <a:prstDash val="solid"/>
                      <a:round/>
                      <a:headEnd type="none" w="med" len="med"/>
                      <a:tailEnd type="none" w="med" len="med"/>
                    </a:lnB>
                  </a:tcPr>
                </a:tc>
                <a:tc>
                  <a:txBody>
                    <a:bodyPr/>
                    <a:lstStyle/>
                    <a:p>
                      <a:endParaRPr lang="de-DE" sz="1800" dirty="0"/>
                    </a:p>
                  </a:txBody>
                  <a:tcPr marL="91392" marR="91392" marT="45696" marB="45696">
                    <a:lnR w="1270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251507925"/>
                  </a:ext>
                </a:extLst>
              </a:tr>
            </a:tbl>
          </a:graphicData>
        </a:graphic>
      </p:graphicFrame>
    </p:spTree>
    <p:extLst>
      <p:ext uri="{BB962C8B-B14F-4D97-AF65-F5344CB8AC3E}">
        <p14:creationId xmlns:p14="http://schemas.microsoft.com/office/powerpoint/2010/main" val="195744172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72538380-4C6C-4C42-BE1E-0B5C1BB274AB}"/>
              </a:ext>
            </a:extLst>
          </p:cNvPr>
          <p:cNvGraphicFramePr>
            <a:graphicFrameLocks noChangeAspect="1"/>
          </p:cNvGraphicFramePr>
          <p:nvPr>
            <p:custDataLst>
              <p:tags r:id="rId1"/>
            </p:custDataLst>
            <p:extLst>
              <p:ext uri="{D42A27DB-BD31-4B8C-83A1-F6EECF244321}">
                <p14:modId xmlns:p14="http://schemas.microsoft.com/office/powerpoint/2010/main" val="2177384278"/>
              </p:ext>
            </p:ext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Folie" r:id="rId4" imgW="499" imgH="499" progId="TCLayout.ActiveDocument.1">
                  <p:embed/>
                </p:oleObj>
              </mc:Choice>
              <mc:Fallback>
                <p:oleObj name="think-cell Folie" r:id="rId4" imgW="499" imgH="499" progId="TCLayout.ActiveDocument.1">
                  <p:embed/>
                  <p:pic>
                    <p:nvPicPr>
                      <p:cNvPr id="4" name="Object 3" hidden="1">
                        <a:extLst>
                          <a:ext uri="{FF2B5EF4-FFF2-40B4-BE49-F238E27FC236}">
                            <a16:creationId xmlns:a16="http://schemas.microsoft.com/office/drawing/2014/main" id="{72538380-4C6C-4C42-BE1E-0B5C1BB274AB}"/>
                          </a:ext>
                        </a:extLst>
                      </p:cNvPr>
                      <p:cNvPicPr/>
                      <p:nvPr/>
                    </p:nvPicPr>
                    <p:blipFill>
                      <a:blip r:embed="rId5"/>
                      <a:stretch>
                        <a:fillRect/>
                      </a:stretch>
                    </p:blipFill>
                    <p:spPr>
                      <a:xfrm>
                        <a:off x="1587" y="3372"/>
                        <a:ext cx="1587"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6184DF4A-AF2F-4257-93A1-8312C2D024A6}"/>
              </a:ext>
            </a:extLst>
          </p:cNvPr>
          <p:cNvSpPr/>
          <p:nvPr>
            <p:custDataLst>
              <p:tags r:id="rId2"/>
            </p:custDataLst>
          </p:nvPr>
        </p:nvSpPr>
        <p:spPr bwMode="auto">
          <a:xfrm>
            <a:off x="0" y="1785"/>
            <a:ext cx="158667" cy="15866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oAutofit/>
          </a:bodyPr>
          <a:lstStyle/>
          <a:p>
            <a:pPr algn="ctr">
              <a:lnSpc>
                <a:spcPct val="110000"/>
              </a:lnSpc>
              <a:spcBef>
                <a:spcPct val="0"/>
              </a:spcBef>
              <a:buFont typeface="Wingdings" charset="0"/>
              <a:buNone/>
            </a:pPr>
            <a:endParaRPr lang="en-US" sz="2199" b="1" dirty="0">
              <a:solidFill>
                <a:srgbClr val="000000"/>
              </a:solidFill>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C40D2886-83B9-4596-9AE2-5539432B3997}"/>
              </a:ext>
            </a:extLst>
          </p:cNvPr>
          <p:cNvSpPr>
            <a:spLocks noGrp="1"/>
          </p:cNvSpPr>
          <p:nvPr>
            <p:ph type="title"/>
          </p:nvPr>
        </p:nvSpPr>
        <p:spPr>
          <a:ln>
            <a:noFill/>
          </a:ln>
        </p:spPr>
        <p:txBody>
          <a:bodyPr vert="horz"/>
          <a:lstStyle/>
          <a:p>
            <a:r>
              <a:rPr lang="en-US" kern="0" dirty="0"/>
              <a:t>Redundant power supply</a:t>
            </a:r>
            <a:br>
              <a:rPr lang="en-US" kern="0" dirty="0"/>
            </a:br>
            <a:r>
              <a:rPr lang="en-US" b="0" kern="0" dirty="0"/>
              <a:t>SITOP Redundancy Module RED1200</a:t>
            </a:r>
            <a:br>
              <a:rPr lang="en-US" dirty="0"/>
            </a:br>
            <a:endParaRPr lang="en-US" dirty="0"/>
          </a:p>
        </p:txBody>
      </p:sp>
      <p:sp>
        <p:nvSpPr>
          <p:cNvPr id="7" name="Fußzeilenplatzhalter 6">
            <a:extLst>
              <a:ext uri="{FF2B5EF4-FFF2-40B4-BE49-F238E27FC236}">
                <a16:creationId xmlns:a16="http://schemas.microsoft.com/office/drawing/2014/main" id="{05448BBD-D420-47DC-BFA6-DC62789711FE}"/>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5" name="TextBox 4">
            <a:extLst>
              <a:ext uri="{FF2B5EF4-FFF2-40B4-BE49-F238E27FC236}">
                <a16:creationId xmlns:a16="http://schemas.microsoft.com/office/drawing/2014/main" id="{393AB2D4-361F-4731-A431-E6599B88C2FB}"/>
              </a:ext>
            </a:extLst>
          </p:cNvPr>
          <p:cNvSpPr txBox="1"/>
          <p:nvPr/>
        </p:nvSpPr>
        <p:spPr>
          <a:xfrm>
            <a:off x="645199" y="1468516"/>
            <a:ext cx="7161066" cy="5001418"/>
          </a:xfrm>
          <a:prstGeom prst="rect">
            <a:avLst/>
          </a:prstGeom>
          <a:noFill/>
        </p:spPr>
        <p:txBody>
          <a:bodyPr vert="horz" wrap="none" lIns="0" tIns="0" rIns="0" bIns="0" rtlCol="0">
            <a:noAutofit/>
          </a:bodyPr>
          <a:lstStyle/>
          <a:p>
            <a:pPr marL="171364" indent="-171364">
              <a:lnSpc>
                <a:spcPct val="110000"/>
              </a:lnSpc>
              <a:buFont typeface="Arial" panose="020B0604020202020204" pitchFamily="34" charset="0"/>
              <a:buChar char="•"/>
            </a:pPr>
            <a:r>
              <a:rPr lang="en-US" sz="1799" dirty="0">
                <a:ea typeface="Arial Unicode MS" panose="020B0604020202020204" pitchFamily="34" charset="-128"/>
                <a:cs typeface="Arial Unicode MS" panose="020B0604020202020204" pitchFamily="34" charset="-128"/>
              </a:rPr>
              <a:t>Redundant design in the event of power failure</a:t>
            </a:r>
          </a:p>
          <a:p>
            <a:pPr marL="628336" lvl="1" indent="-171364">
              <a:lnSpc>
                <a:spcPct val="110000"/>
              </a:lnSpc>
              <a:buFont typeface="Arial" panose="020B0604020202020204" pitchFamily="34" charset="0"/>
              <a:buChar char="•"/>
            </a:pPr>
            <a:r>
              <a:rPr lang="en-US" sz="1799" dirty="0">
                <a:ea typeface="Arial Unicode MS" panose="020B0604020202020204" pitchFamily="34" charset="-128"/>
                <a:cs typeface="Arial Unicode MS" panose="020B0604020202020204" pitchFamily="34" charset="-128"/>
              </a:rPr>
              <a:t>Stable DC voltage due to redundant switching of two </a:t>
            </a:r>
            <a:br>
              <a:rPr lang="en-US" sz="1799" dirty="0">
                <a:ea typeface="Arial Unicode MS" panose="020B0604020202020204" pitchFamily="34" charset="-128"/>
                <a:cs typeface="Arial Unicode MS" panose="020B0604020202020204" pitchFamily="34" charset="-128"/>
              </a:rPr>
            </a:br>
            <a:r>
              <a:rPr lang="en-US" sz="1799" dirty="0">
                <a:ea typeface="Arial Unicode MS" panose="020B0604020202020204" pitchFamily="34" charset="-128"/>
                <a:cs typeface="Arial Unicode MS" panose="020B0604020202020204" pitchFamily="34" charset="-128"/>
              </a:rPr>
              <a:t>same power supplies</a:t>
            </a:r>
          </a:p>
          <a:p>
            <a:pPr marL="171364" indent="-171364">
              <a:lnSpc>
                <a:spcPct val="110000"/>
              </a:lnSpc>
              <a:buFont typeface="Arial" panose="020B0604020202020204" pitchFamily="34" charset="0"/>
              <a:buChar char="•"/>
            </a:pPr>
            <a:endParaRPr lang="en-US" sz="1799" dirty="0">
              <a:ea typeface="Arial Unicode MS" panose="020B0604020202020204" pitchFamily="34" charset="-128"/>
              <a:cs typeface="Arial Unicode MS" panose="020B0604020202020204" pitchFamily="34" charset="-128"/>
            </a:endParaRPr>
          </a:p>
          <a:p>
            <a:pPr marL="171364" indent="-171364">
              <a:lnSpc>
                <a:spcPct val="110000"/>
              </a:lnSpc>
              <a:buFont typeface="Arial" panose="020B0604020202020204" pitchFamily="34" charset="0"/>
              <a:buChar char="•"/>
            </a:pPr>
            <a:r>
              <a:rPr lang="en-US" sz="1799" dirty="0">
                <a:ea typeface="Arial Unicode MS" panose="020B0604020202020204" pitchFamily="34" charset="-128"/>
                <a:cs typeface="Arial Unicode MS" panose="020B0604020202020204" pitchFamily="34" charset="-128"/>
              </a:rPr>
              <a:t>Redundant design in the event of a power failure</a:t>
            </a:r>
          </a:p>
          <a:p>
            <a:pPr marL="628336" lvl="1" indent="-171364">
              <a:lnSpc>
                <a:spcPct val="110000"/>
              </a:lnSpc>
              <a:buFont typeface="Arial" panose="020B0604020202020204" pitchFamily="34" charset="0"/>
              <a:buChar char="•"/>
            </a:pPr>
            <a:r>
              <a:rPr lang="en-US" sz="1799" dirty="0">
                <a:ea typeface="Arial Unicode MS" panose="020B0604020202020204" pitchFamily="34" charset="-128"/>
                <a:cs typeface="Arial Unicode MS" panose="020B0604020202020204" pitchFamily="34" charset="-128"/>
              </a:rPr>
              <a:t>Feeding of power supplies from different supplies</a:t>
            </a:r>
          </a:p>
          <a:p>
            <a:pPr lvl="1">
              <a:lnSpc>
                <a:spcPct val="110000"/>
              </a:lnSpc>
            </a:pPr>
            <a:endParaRPr lang="en-US" sz="1799" dirty="0">
              <a:ea typeface="Arial Unicode MS" panose="020B0604020202020204" pitchFamily="34" charset="-128"/>
              <a:cs typeface="Arial Unicode MS" panose="020B0604020202020204" pitchFamily="34" charset="-128"/>
            </a:endParaRPr>
          </a:p>
          <a:p>
            <a:pPr marL="171364" indent="-171364">
              <a:lnSpc>
                <a:spcPct val="110000"/>
              </a:lnSpc>
              <a:buFont typeface="Arial" panose="020B0604020202020204" pitchFamily="34" charset="0"/>
              <a:buChar char="•"/>
            </a:pPr>
            <a:r>
              <a:rPr lang="en-US" sz="1799" dirty="0">
                <a:ea typeface="Arial Unicode MS" panose="020B0604020202020204" pitchFamily="34" charset="-128"/>
                <a:cs typeface="Arial Unicode MS" panose="020B0604020202020204" pitchFamily="34" charset="-128"/>
              </a:rPr>
              <a:t>Flexible use</a:t>
            </a:r>
          </a:p>
          <a:p>
            <a:pPr marL="628336" lvl="1" indent="-171364">
              <a:lnSpc>
                <a:spcPct val="110000"/>
              </a:lnSpc>
              <a:buFont typeface="Arial" panose="020B0604020202020204" pitchFamily="34" charset="0"/>
              <a:buChar char="•"/>
            </a:pPr>
            <a:r>
              <a:rPr lang="en-US" sz="1799" dirty="0">
                <a:ea typeface="Arial Unicode MS" panose="020B0604020202020204" pitchFamily="34" charset="-128"/>
                <a:cs typeface="Arial Unicode MS" panose="020B0604020202020204" pitchFamily="34" charset="-128"/>
              </a:rPr>
              <a:t>Redundant power supply setup for </a:t>
            </a:r>
            <a:br>
              <a:rPr lang="en-US" sz="1799" dirty="0">
                <a:ea typeface="Arial Unicode MS" panose="020B0604020202020204" pitchFamily="34" charset="-128"/>
                <a:cs typeface="Arial Unicode MS" panose="020B0604020202020204" pitchFamily="34" charset="-128"/>
              </a:rPr>
            </a:br>
            <a:r>
              <a:rPr lang="en-US" sz="1799" dirty="0">
                <a:ea typeface="Arial Unicode MS" panose="020B0604020202020204" pitchFamily="34" charset="-128"/>
                <a:cs typeface="Arial Unicode MS" panose="020B0604020202020204" pitchFamily="34" charset="-128"/>
              </a:rPr>
              <a:t>DC voltages from 12 to 48 V</a:t>
            </a:r>
          </a:p>
          <a:p>
            <a:pPr marL="171364" indent="-171364">
              <a:lnSpc>
                <a:spcPct val="110000"/>
              </a:lnSpc>
              <a:buFont typeface="Arial" panose="020B0604020202020204" pitchFamily="34" charset="0"/>
              <a:buChar char="•"/>
            </a:pPr>
            <a:endParaRPr lang="en-US" sz="1799" dirty="0">
              <a:ea typeface="Arial Unicode MS" panose="020B0604020202020204" pitchFamily="34" charset="-128"/>
              <a:cs typeface="Arial Unicode MS" panose="020B0604020202020204" pitchFamily="34" charset="-128"/>
            </a:endParaRPr>
          </a:p>
          <a:p>
            <a:pPr>
              <a:lnSpc>
                <a:spcPct val="110000"/>
              </a:lnSpc>
            </a:pPr>
            <a:endParaRPr lang="en-US" sz="1799" dirty="0">
              <a:latin typeface="Arial" panose="020B0604020202020204" pitchFamily="34" charset="0"/>
              <a:ea typeface="Arial Unicode MS" panose="020B0604020202020204" pitchFamily="34" charset="-128"/>
              <a:cs typeface="Arial Unicode MS" panose="020B0604020202020204" pitchFamily="34" charset="-128"/>
            </a:endParaRPr>
          </a:p>
        </p:txBody>
      </p:sp>
      <p:pic>
        <p:nvPicPr>
          <p:cNvPr id="135170" name="Picture 2">
            <a:extLst>
              <a:ext uri="{FF2B5EF4-FFF2-40B4-BE49-F238E27FC236}">
                <a16:creationId xmlns:a16="http://schemas.microsoft.com/office/drawing/2014/main" id="{5C80F6E6-3004-4AA6-B817-DF82F4A76E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59149" y="1477392"/>
            <a:ext cx="2027769" cy="1951609"/>
          </a:xfrm>
          <a:prstGeom prst="rect">
            <a:avLst/>
          </a:prstGeom>
          <a:noFill/>
          <a:extLst>
            <a:ext uri="{909E8E84-426E-40DD-AFC4-6F175D3DCCD1}">
              <a14:hiddenFill xmlns:a14="http://schemas.microsoft.com/office/drawing/2010/main">
                <a:solidFill>
                  <a:srgbClr val="FFFFFF"/>
                </a:solidFill>
              </a14:hiddenFill>
            </a:ext>
          </a:extLst>
        </p:spPr>
      </p:pic>
      <p:pic>
        <p:nvPicPr>
          <p:cNvPr id="135171" name="Grafik 2" descr="image002">
            <a:extLst>
              <a:ext uri="{FF2B5EF4-FFF2-40B4-BE49-F238E27FC236}">
                <a16:creationId xmlns:a16="http://schemas.microsoft.com/office/drawing/2014/main" id="{4C3895A8-585E-4787-9EFD-AC24CD01F3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11911" y="3951128"/>
            <a:ext cx="4329783" cy="2291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72ECD541-E7DC-4172-85A8-DB34F0868FD1}"/>
              </a:ext>
            </a:extLst>
          </p:cNvPr>
          <p:cNvSpPr txBox="1"/>
          <p:nvPr/>
        </p:nvSpPr>
        <p:spPr>
          <a:xfrm>
            <a:off x="10983123" y="3166099"/>
            <a:ext cx="503794" cy="251649"/>
          </a:xfrm>
          <a:prstGeom prst="rect">
            <a:avLst/>
          </a:prstGeom>
          <a:noFill/>
        </p:spPr>
        <p:txBody>
          <a:bodyPr vert="horz" wrap="none" lIns="0" tIns="0" rIns="0" bIns="0" rtlCol="0">
            <a:noAutofit/>
          </a:bodyPr>
          <a:lstStyle/>
          <a:p>
            <a:pPr fontAlgn="base">
              <a:lnSpc>
                <a:spcPct val="110000"/>
              </a:lnSpc>
              <a:spcAft>
                <a:spcPct val="0"/>
              </a:spcAft>
            </a:pPr>
            <a:r>
              <a:rPr lang="en-US" sz="1199" dirty="0">
                <a:solidFill>
                  <a:srgbClr val="000000"/>
                </a:solidFill>
                <a:ea typeface="Arial Unicode MS" panose="020B0604020202020204" pitchFamily="34" charset="-128"/>
                <a:cs typeface="Arial Unicode MS" panose="020B0604020202020204" pitchFamily="34" charset="-128"/>
                <a:hlinkClick r:id="rId8"/>
              </a:rPr>
              <a:t>Details</a:t>
            </a:r>
            <a:endParaRPr lang="en-US" sz="1199" dirty="0">
              <a:solidFill>
                <a:srgbClr val="000000"/>
              </a:solidFill>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8" name="TextBox 7">
            <a:extLst>
              <a:ext uri="{FF2B5EF4-FFF2-40B4-BE49-F238E27FC236}">
                <a16:creationId xmlns:a16="http://schemas.microsoft.com/office/drawing/2014/main" id="{751FDA53-4882-47F8-910E-739CDE09A9E7}"/>
              </a:ext>
            </a:extLst>
          </p:cNvPr>
          <p:cNvSpPr txBox="1"/>
          <p:nvPr/>
        </p:nvSpPr>
        <p:spPr>
          <a:xfrm>
            <a:off x="10971245" y="3417748"/>
            <a:ext cx="611749" cy="251649"/>
          </a:xfrm>
          <a:prstGeom prst="rect">
            <a:avLst/>
          </a:prstGeom>
          <a:noFill/>
        </p:spPr>
        <p:txBody>
          <a:bodyPr vert="horz" wrap="none" lIns="0" tIns="0" rIns="0" bIns="0" rtlCol="0">
            <a:noAutofit/>
          </a:bodyPr>
          <a:lstStyle/>
          <a:p>
            <a:pPr fontAlgn="base">
              <a:lnSpc>
                <a:spcPct val="110000"/>
              </a:lnSpc>
              <a:spcAft>
                <a:spcPct val="0"/>
              </a:spcAft>
            </a:pPr>
            <a:r>
              <a:rPr lang="en-US" sz="1199" dirty="0">
                <a:solidFill>
                  <a:srgbClr val="000000"/>
                </a:solidFill>
                <a:latin typeface="Arial" panose="020B0604020202020204" pitchFamily="34" charset="0"/>
                <a:ea typeface="Arial Unicode MS" panose="020B0604020202020204" pitchFamily="34" charset="-128"/>
                <a:cs typeface="Arial Unicode MS" panose="020B0604020202020204" pitchFamily="34" charset="-128"/>
                <a:hlinkClick r:id="rId9"/>
              </a:rPr>
              <a:t>Manual</a:t>
            </a:r>
            <a:endParaRPr lang="en-US" sz="1199" dirty="0">
              <a:solidFill>
                <a:srgbClr val="000000"/>
              </a:solidFill>
              <a:latin typeface="Arial" panose="020B0604020202020204" pitchFamily="34" charset="0"/>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1987885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712F08D3-EA52-45E3-8751-690598CD6026}"/>
              </a:ext>
            </a:extLst>
          </p:cNvPr>
          <p:cNvGraphicFramePr>
            <a:graphicFrameLocks noChangeAspect="1"/>
          </p:cNvGraphicFramePr>
          <p:nvPr>
            <p:custDataLst>
              <p:tags r:id="rId1"/>
            </p:custDataLst>
            <p:extLst>
              <p:ext uri="{D42A27DB-BD31-4B8C-83A1-F6EECF244321}">
                <p14:modId xmlns:p14="http://schemas.microsoft.com/office/powerpoint/2010/main" val="21184029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5" name="Objekt 4" hidden="1">
                        <a:extLst>
                          <a:ext uri="{FF2B5EF4-FFF2-40B4-BE49-F238E27FC236}">
                            <a16:creationId xmlns:a16="http://schemas.microsoft.com/office/drawing/2014/main" id="{712F08D3-EA52-45E3-8751-690598CD602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dirty="0"/>
              <a:t>Feature Comparison / Limitations</a:t>
            </a:r>
          </a:p>
        </p:txBody>
      </p:sp>
      <p:sp>
        <p:nvSpPr>
          <p:cNvPr id="3" name="Untertitel 2">
            <a:extLst>
              <a:ext uri="{FF2B5EF4-FFF2-40B4-BE49-F238E27FC236}">
                <a16:creationId xmlns:a16="http://schemas.microsoft.com/office/drawing/2014/main" id="{6C94F7EA-6535-46B1-B95D-DF1D370B6563}"/>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E8D68C40-B993-49D3-A187-201A4112CC9B}"/>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2847534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a:t>Functional comparison with S7-1500 and S7-400H</a:t>
            </a:r>
            <a:br>
              <a:rPr lang="en-US"/>
            </a:br>
            <a:endParaRPr lang="en-US"/>
          </a:p>
        </p:txBody>
      </p:sp>
      <p:sp>
        <p:nvSpPr>
          <p:cNvPr id="2" name="Fußzeilenplatzhalter 1">
            <a:extLst>
              <a:ext uri="{FF2B5EF4-FFF2-40B4-BE49-F238E27FC236}">
                <a16:creationId xmlns:a16="http://schemas.microsoft.com/office/drawing/2014/main" id="{1B76AFBB-2F78-4F52-B0C1-68962D0DDF29}"/>
              </a:ext>
            </a:extLst>
          </p:cNvPr>
          <p:cNvSpPr>
            <a:spLocks noGrp="1"/>
          </p:cNvSpPr>
          <p:nvPr>
            <p:ph type="ftr" sz="quarter" idx="10"/>
          </p:nvPr>
        </p:nvSpPr>
        <p:spPr/>
        <p:txBody>
          <a:bodyPr/>
          <a:lstStyle/>
          <a:p>
            <a:pPr>
              <a:lnSpc>
                <a:spcPct val="100000"/>
              </a:lnSpc>
            </a:pPr>
            <a:r>
              <a:rPr lang="en-US" dirty="0"/>
              <a:t>Unrestricted | © Siemens 2022 | DI FA | 08.12.2022</a:t>
            </a:r>
          </a:p>
        </p:txBody>
      </p:sp>
      <p:graphicFrame>
        <p:nvGraphicFramePr>
          <p:cNvPr id="5" name="Tabelle 4"/>
          <p:cNvGraphicFramePr>
            <a:graphicFrameLocks noGrp="1"/>
          </p:cNvGraphicFramePr>
          <p:nvPr>
            <p:extLst>
              <p:ext uri="{D42A27DB-BD31-4B8C-83A1-F6EECF244321}">
                <p14:modId xmlns:p14="http://schemas.microsoft.com/office/powerpoint/2010/main" val="1202490179"/>
              </p:ext>
            </p:extLst>
          </p:nvPr>
        </p:nvGraphicFramePr>
        <p:xfrm>
          <a:off x="635604" y="1459651"/>
          <a:ext cx="11082228" cy="4824785"/>
        </p:xfrm>
        <a:graphic>
          <a:graphicData uri="http://schemas.openxmlformats.org/drawingml/2006/table">
            <a:tbl>
              <a:tblPr firstRow="1" bandRow="1">
                <a:tableStyleId>{5C22544A-7EE6-4342-B048-85BDC9FD1C3A}</a:tableStyleId>
              </a:tblPr>
              <a:tblGrid>
                <a:gridCol w="3553219">
                  <a:extLst>
                    <a:ext uri="{9D8B030D-6E8A-4147-A177-3AD203B41FA5}">
                      <a16:colId xmlns:a16="http://schemas.microsoft.com/office/drawing/2014/main" val="20000"/>
                    </a:ext>
                  </a:extLst>
                </a:gridCol>
                <a:gridCol w="2647406">
                  <a:extLst>
                    <a:ext uri="{9D8B030D-6E8A-4147-A177-3AD203B41FA5}">
                      <a16:colId xmlns:a16="http://schemas.microsoft.com/office/drawing/2014/main" val="20001"/>
                    </a:ext>
                  </a:extLst>
                </a:gridCol>
                <a:gridCol w="2534194">
                  <a:extLst>
                    <a:ext uri="{9D8B030D-6E8A-4147-A177-3AD203B41FA5}">
                      <a16:colId xmlns:a16="http://schemas.microsoft.com/office/drawing/2014/main" val="20002"/>
                    </a:ext>
                  </a:extLst>
                </a:gridCol>
                <a:gridCol w="2347409">
                  <a:extLst>
                    <a:ext uri="{9D8B030D-6E8A-4147-A177-3AD203B41FA5}">
                      <a16:colId xmlns:a16="http://schemas.microsoft.com/office/drawing/2014/main" val="20003"/>
                    </a:ext>
                  </a:extLst>
                </a:gridCol>
              </a:tblGrid>
              <a:tr h="385998">
                <a:tc>
                  <a:txBody>
                    <a:bodyPr/>
                    <a:lstStyle/>
                    <a:p>
                      <a:endParaRPr lang="de-DE" sz="1600" dirty="0">
                        <a:solidFill>
                          <a:schemeClr val="tx1"/>
                        </a:solidFill>
                      </a:endParaRPr>
                    </a:p>
                  </a:txBody>
                  <a:tcPr marL="0" marR="91392" marT="0" marB="45696">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b="1" kern="1200" dirty="0">
                          <a:solidFill>
                            <a:schemeClr val="tx1"/>
                          </a:solidFill>
                          <a:latin typeface="+mn-lt"/>
                          <a:ea typeface="+mn-ea"/>
                          <a:cs typeface="+mn-cs"/>
                        </a:rPr>
                        <a:t>S7-1500 R/H</a:t>
                      </a:r>
                      <a:endParaRPr lang="en-US" sz="1600" b="1" kern="1200" dirty="0">
                        <a:solidFill>
                          <a:schemeClr val="tx1"/>
                        </a:solidFill>
                        <a:latin typeface="+mn-lt"/>
                        <a:ea typeface="+mn-ea"/>
                        <a:cs typeface="+mn-cs"/>
                      </a:endParaRPr>
                    </a:p>
                  </a:txBody>
                  <a:tcPr marL="91392" marR="91392" marT="45696" marB="45696"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00646E"/>
                    </a:solidFill>
                  </a:tcPr>
                </a:tc>
                <a:tc>
                  <a:txBody>
                    <a:bodyPr/>
                    <a:lstStyle/>
                    <a:p>
                      <a:pPr algn="ctr"/>
                      <a:r>
                        <a:rPr lang="de-DE" sz="1600" b="1" dirty="0">
                          <a:solidFill>
                            <a:schemeClr val="tx1"/>
                          </a:solidFill>
                        </a:rPr>
                        <a:t>S7-1500</a:t>
                      </a:r>
                      <a:endParaRPr kumimoji="0" lang="en-US" sz="1000" b="1" i="0" u="none" strike="noStrike" kern="1200" cap="none" spc="0" normalizeH="0" baseline="0" dirty="0">
                        <a:ln>
                          <a:noFill/>
                        </a:ln>
                        <a:solidFill>
                          <a:schemeClr val="tx1"/>
                        </a:solidFill>
                        <a:effectLst/>
                        <a:uLnTx/>
                        <a:uFillTx/>
                        <a:latin typeface="+mn-lt"/>
                        <a:ea typeface="ＭＳ Ｐゴシック" charset="-128"/>
                        <a:cs typeface="+mn-cs"/>
                      </a:endParaRPr>
                    </a:p>
                  </a:txBody>
                  <a:tcPr marL="91392" marR="91392" marT="45696" marB="4569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00646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600" b="1" dirty="0">
                          <a:solidFill>
                            <a:schemeClr val="tx1"/>
                          </a:solidFill>
                        </a:rPr>
                        <a:t>S7-400H</a:t>
                      </a:r>
                      <a:endParaRPr lang="de-DE" sz="1000" b="1" dirty="0">
                        <a:solidFill>
                          <a:schemeClr val="tx1"/>
                        </a:solidFill>
                      </a:endParaRPr>
                    </a:p>
                  </a:txBody>
                  <a:tcPr marL="91392" marR="91392" marT="45696" marB="45696"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00646E"/>
                    </a:solidFill>
                  </a:tcPr>
                </a:tc>
                <a:extLst>
                  <a:ext uri="{0D108BD9-81ED-4DB2-BD59-A6C34878D82A}">
                    <a16:rowId xmlns:a16="http://schemas.microsoft.com/office/drawing/2014/main" val="10000"/>
                  </a:ext>
                </a:extLst>
              </a:tr>
              <a:tr h="359813">
                <a:tc>
                  <a:txBody>
                    <a:bodyPr/>
                    <a:lstStyle/>
                    <a:p>
                      <a:pPr marL="0" marR="0" indent="0" algn="l" defTabSz="914400" rtl="0" eaLnBrk="1" fontAlgn="ctr" latinLnBrk="0" hangingPunct="1">
                        <a:lnSpc>
                          <a:spcPct val="100000"/>
                        </a:lnSpc>
                        <a:spcBef>
                          <a:spcPts val="0"/>
                        </a:spcBef>
                        <a:spcAft>
                          <a:spcPts val="0"/>
                        </a:spcAft>
                        <a:buClr>
                          <a:srgbClr val="000000"/>
                        </a:buClr>
                        <a:buSzPts val="1400"/>
                        <a:buFont typeface="Arial"/>
                        <a:buNone/>
                        <a:tabLst/>
                        <a:defRPr/>
                      </a:pPr>
                      <a:r>
                        <a:rPr lang="de-DE" sz="1400" b="1" kern="1200" dirty="0">
                          <a:solidFill>
                            <a:schemeClr val="bg1"/>
                          </a:solidFill>
                          <a:latin typeface="+mn-lt"/>
                          <a:ea typeface="+mn-ea"/>
                          <a:cs typeface="+mn-cs"/>
                        </a:rPr>
                        <a:t>Communications</a:t>
                      </a:r>
                      <a:endParaRPr lang="de-DE" sz="900" b="1" kern="1200" dirty="0">
                        <a:solidFill>
                          <a:schemeClr val="bg1"/>
                        </a:solidFill>
                        <a:latin typeface="+mn-lt"/>
                        <a:ea typeface="+mn-ea"/>
                        <a:cs typeface="+mn-cs"/>
                      </a:endParaRPr>
                    </a:p>
                  </a:txBody>
                  <a:tcPr marL="143925" marR="9520" marT="9520" marB="0"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83000">
                          <a:srgbClr val="41AAC8"/>
                        </a:gs>
                        <a:gs pos="50000">
                          <a:srgbClr val="32A0A0"/>
                        </a:gs>
                        <a:gs pos="0">
                          <a:srgbClr val="4BB9B9"/>
                        </a:gs>
                        <a:gs pos="100000">
                          <a:srgbClr val="2387AA"/>
                        </a:gs>
                      </a:gsLst>
                      <a:lin ang="0" scaled="0"/>
                    </a:gra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Open User Communication;</a:t>
                      </a:r>
                      <a:b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b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S7 communication as server</a:t>
                      </a:r>
                      <a:endParaRPr kumimoji="0" lang="de-DE" sz="1400" b="0" i="0" u="none" strike="noStrike" kern="1200" cap="none" spc="0" normalizeH="0" baseline="30000" dirty="0">
                        <a:ln>
                          <a:noFill/>
                        </a:ln>
                        <a:solidFill>
                          <a:srgbClr val="00646E"/>
                        </a:solidFill>
                        <a:effectLst/>
                        <a:uLnTx/>
                        <a:uFillTx/>
                        <a:latin typeface="Arial" pitchFamily="34" charset="0"/>
                        <a:ea typeface="ＭＳ Ｐゴシック" charset="-128"/>
                        <a:cs typeface="+mn-cs"/>
                      </a:endParaRPr>
                    </a:p>
                  </a:txBody>
                  <a:tcPr marL="91392" marR="91392" marT="45696" marB="45696">
                    <a:lnL w="12700" cmpd="sng">
                      <a:noFill/>
                    </a:lnL>
                    <a:lnR w="12700" cap="flat" cmpd="sng" algn="ctr">
                      <a:solidFill>
                        <a:schemeClr val="bg1"/>
                      </a:solidFill>
                      <a:prstDash val="solid"/>
                      <a:round/>
                      <a:headEnd type="none" w="med" len="med"/>
                      <a:tailEnd type="none" w="med" len="med"/>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(Secure) Open User Communication;</a:t>
                      </a:r>
                      <a:b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b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S7 communication;</a:t>
                      </a:r>
                      <a:b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b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Configured connections</a:t>
                      </a:r>
                      <a:endParaRPr kumimoji="0" lang="de-DE" sz="1400" b="0" i="0" u="none" strike="noStrike" kern="1200" cap="none" spc="0" normalizeH="0" baseline="30000" dirty="0">
                        <a:ln>
                          <a:noFill/>
                        </a:ln>
                        <a:solidFill>
                          <a:srgbClr val="00646E"/>
                        </a:solidFill>
                        <a:effectLst/>
                        <a:uLnTx/>
                        <a:uFillTx/>
                        <a:latin typeface="Arial" pitchFamily="34" charset="0"/>
                        <a:ea typeface="ＭＳ Ｐゴシック" charset="-128"/>
                        <a:cs typeface="+mn-cs"/>
                      </a:endParaRPr>
                    </a:p>
                  </a:txBody>
                  <a:tcPr marL="91392" marR="91392" marT="45696" marB="4569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Open device communication; </a:t>
                      </a:r>
                      <a:b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b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S7 communication;  </a:t>
                      </a:r>
                      <a:b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b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Configured connections</a:t>
                      </a:r>
                      <a:endParaRPr kumimoji="0" lang="de-DE" sz="1400" b="0" i="0" u="none" strike="noStrike" kern="1200" cap="none" spc="0" normalizeH="0" baseline="30000" dirty="0">
                        <a:ln>
                          <a:noFill/>
                        </a:ln>
                        <a:solidFill>
                          <a:srgbClr val="00646E"/>
                        </a:solidFill>
                        <a:effectLst/>
                        <a:uLnTx/>
                        <a:uFillTx/>
                        <a:latin typeface="Arial" pitchFamily="34" charset="0"/>
                        <a:ea typeface="ＭＳ Ｐゴシック" charset="-128"/>
                        <a:cs typeface="+mn-cs"/>
                      </a:endParaRPr>
                    </a:p>
                  </a:txBody>
                  <a:tcPr marL="91392" marR="91392" marT="45696" marB="45696">
                    <a:lnL w="12700" cap="flat" cmpd="sng" algn="ctr">
                      <a:solidFill>
                        <a:schemeClr val="bg1"/>
                      </a:solidFill>
                      <a:prstDash val="solid"/>
                      <a:round/>
                      <a:headEnd type="none" w="med" len="med"/>
                      <a:tailEnd type="none" w="med" len="med"/>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extLst>
                  <a:ext uri="{0D108BD9-81ED-4DB2-BD59-A6C34878D82A}">
                    <a16:rowId xmlns:a16="http://schemas.microsoft.com/office/drawing/2014/main" val="10001"/>
                  </a:ext>
                </a:extLst>
              </a:tr>
              <a:tr h="359813">
                <a:tc>
                  <a:txBody>
                    <a:bodyPr/>
                    <a:lstStyle/>
                    <a:p>
                      <a:pPr marL="0" algn="l" defTabSz="914400" rtl="0" eaLnBrk="1" fontAlgn="ctr" latinLnBrk="0" hangingPunct="1">
                        <a:buClr>
                          <a:srgbClr val="000000"/>
                        </a:buClr>
                        <a:buSzPts val="1400"/>
                        <a:buFont typeface="Arial"/>
                        <a:buNone/>
                      </a:pPr>
                      <a:r>
                        <a:rPr lang="de-DE" sz="1400" b="1" kern="1200" dirty="0">
                          <a:solidFill>
                            <a:schemeClr val="bg1"/>
                          </a:solidFill>
                          <a:latin typeface="+mn-lt"/>
                          <a:ea typeface="+mn-ea"/>
                          <a:cs typeface="+mn-cs"/>
                        </a:rPr>
                        <a:t>OPC UA / Webserver</a:t>
                      </a:r>
                    </a:p>
                  </a:txBody>
                  <a:tcPr marL="143925" marR="9520" marT="952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83000">
                          <a:srgbClr val="41AAC8"/>
                        </a:gs>
                        <a:gs pos="50000">
                          <a:srgbClr val="32A0A0"/>
                        </a:gs>
                        <a:gs pos="0">
                          <a:srgbClr val="4BB9B9"/>
                        </a:gs>
                        <a:gs pos="100000">
                          <a:srgbClr val="2387AA"/>
                        </a:gs>
                      </a:gsLst>
                      <a:lin ang="0" scaled="0"/>
                    </a:gra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No</a:t>
                      </a:r>
                    </a:p>
                  </a:txBody>
                  <a:tcPr marL="91392" marR="91392" marT="45696" marB="45696">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Yes</a:t>
                      </a:r>
                    </a:p>
                  </a:txBody>
                  <a:tcPr marL="91392" marR="91392" marT="45696" marB="4569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No</a:t>
                      </a:r>
                    </a:p>
                  </a:txBody>
                  <a:tcPr marL="91392" marR="91392" marT="45696" marB="45696">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extLst>
                  <a:ext uri="{0D108BD9-81ED-4DB2-BD59-A6C34878D82A}">
                    <a16:rowId xmlns:a16="http://schemas.microsoft.com/office/drawing/2014/main" val="10002"/>
                  </a:ext>
                </a:extLst>
              </a:tr>
              <a:tr h="359813">
                <a:tc>
                  <a:txBody>
                    <a:bodyPr/>
                    <a:lstStyle/>
                    <a:p>
                      <a:pPr marL="0" algn="l" defTabSz="914400" rtl="0" eaLnBrk="1" fontAlgn="ctr" latinLnBrk="0" hangingPunct="1">
                        <a:buClr>
                          <a:srgbClr val="000000"/>
                        </a:buClr>
                        <a:buSzPts val="1400"/>
                        <a:buFont typeface="Arial"/>
                        <a:buNone/>
                      </a:pPr>
                      <a:r>
                        <a:rPr lang="de-DE" sz="1400" b="1" kern="1200" dirty="0">
                          <a:solidFill>
                            <a:schemeClr val="bg1"/>
                          </a:solidFill>
                          <a:latin typeface="+mn-lt"/>
                          <a:ea typeface="+mn-ea"/>
                          <a:cs typeface="+mn-cs"/>
                        </a:rPr>
                        <a:t>Redundant communication</a:t>
                      </a:r>
                      <a:endParaRPr lang="de-DE" sz="900" b="1" kern="1200" dirty="0">
                        <a:solidFill>
                          <a:schemeClr val="bg1"/>
                        </a:solidFill>
                        <a:latin typeface="+mn-lt"/>
                        <a:ea typeface="+mn-ea"/>
                        <a:cs typeface="+mn-cs"/>
                      </a:endParaRPr>
                    </a:p>
                  </a:txBody>
                  <a:tcPr marL="143925" marR="9520" marT="952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83000">
                          <a:srgbClr val="41AAC8"/>
                        </a:gs>
                        <a:gs pos="50000">
                          <a:srgbClr val="32A0A0"/>
                        </a:gs>
                        <a:gs pos="0">
                          <a:srgbClr val="4BB9B9"/>
                        </a:gs>
                        <a:gs pos="100000">
                          <a:srgbClr val="2387AA"/>
                        </a:gs>
                      </a:gsLst>
                      <a:lin ang="0" scaled="0"/>
                    </a:gra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Via </a:t>
                      </a:r>
                      <a:r>
                        <a:rPr kumimoji="0" lang="de-DE" sz="1400" b="0" i="0" u="none" strike="noStrike" kern="1200" cap="none" spc="0" normalizeH="0" baseline="0" dirty="0">
                          <a:ln>
                            <a:noFill/>
                          </a:ln>
                          <a:solidFill>
                            <a:srgbClr val="7030A0"/>
                          </a:solidFill>
                          <a:effectLst/>
                          <a:uLnTx/>
                          <a:uFillTx/>
                          <a:latin typeface="Arial" pitchFamily="34" charset="0"/>
                          <a:ea typeface="ＭＳ Ｐゴシック" charset="-128"/>
                          <a:cs typeface="+mn-cs"/>
                          <a:hlinkClick r:id="rId3">
                            <a:extLst>
                              <a:ext uri="{A12FA001-AC4F-418D-AE19-62706E023703}">
                                <ahyp:hlinkClr xmlns:ahyp="http://schemas.microsoft.com/office/drawing/2018/hyperlinkcolor" val="tx"/>
                              </a:ext>
                            </a:extLst>
                          </a:hlinkClick>
                        </a:rPr>
                        <a:t>LComRed</a:t>
                      </a: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 Library</a:t>
                      </a:r>
                      <a:endParaRPr kumimoji="0" lang="de-DE" sz="1400" b="0" i="0" u="none" strike="noStrike" kern="1200" cap="none" spc="0" normalizeH="0" baseline="30000" dirty="0">
                        <a:ln>
                          <a:noFill/>
                        </a:ln>
                        <a:solidFill>
                          <a:srgbClr val="00646E"/>
                        </a:solidFill>
                        <a:effectLst/>
                        <a:uLnTx/>
                        <a:uFillTx/>
                        <a:latin typeface="Arial" pitchFamily="34" charset="0"/>
                        <a:ea typeface="ＭＳ Ｐゴシック" charset="-128"/>
                        <a:cs typeface="+mn-cs"/>
                      </a:endParaRPr>
                    </a:p>
                  </a:txBody>
                  <a:tcPr marL="91392" marR="91392" marT="45696" marB="45696">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No</a:t>
                      </a:r>
                    </a:p>
                  </a:txBody>
                  <a:tcPr marL="91392" marR="91392" marT="45696" marB="4569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Yes</a:t>
                      </a:r>
                    </a:p>
                  </a:txBody>
                  <a:tcPr marL="91392" marR="91392" marT="45696" marB="45696">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extLst>
                  <a:ext uri="{0D108BD9-81ED-4DB2-BD59-A6C34878D82A}">
                    <a16:rowId xmlns:a16="http://schemas.microsoft.com/office/drawing/2014/main" val="10003"/>
                  </a:ext>
                </a:extLst>
              </a:tr>
              <a:tr h="359813">
                <a:tc>
                  <a:txBody>
                    <a:bodyPr/>
                    <a:lstStyle/>
                    <a:p>
                      <a:pPr marL="0" algn="l" defTabSz="914400" rtl="0" eaLnBrk="1" fontAlgn="ctr" latinLnBrk="0" hangingPunct="1">
                        <a:buClr>
                          <a:srgbClr val="000000"/>
                        </a:buClr>
                        <a:buSzPts val="1400"/>
                        <a:buFont typeface="Arial"/>
                        <a:buNone/>
                      </a:pPr>
                      <a:r>
                        <a:rPr lang="de-DE" sz="1400" b="1" kern="1200" dirty="0">
                          <a:solidFill>
                            <a:schemeClr val="bg1"/>
                          </a:solidFill>
                          <a:latin typeface="+mn-lt"/>
                          <a:ea typeface="+mn-ea"/>
                          <a:cs typeface="+mn-cs"/>
                        </a:rPr>
                        <a:t>System-IP </a:t>
                      </a:r>
                      <a:r>
                        <a:rPr lang="de-DE" sz="1400" b="1" kern="1200" dirty="0" err="1">
                          <a:solidFill>
                            <a:schemeClr val="bg1"/>
                          </a:solidFill>
                          <a:latin typeface="+mn-lt"/>
                          <a:ea typeface="+mn-ea"/>
                          <a:cs typeface="+mn-cs"/>
                        </a:rPr>
                        <a:t>address</a:t>
                      </a:r>
                      <a:endParaRPr lang="de-DE" sz="1400" b="1" kern="1200" dirty="0">
                        <a:solidFill>
                          <a:schemeClr val="bg1"/>
                        </a:solidFill>
                        <a:latin typeface="+mn-lt"/>
                        <a:ea typeface="+mn-ea"/>
                        <a:cs typeface="+mn-cs"/>
                      </a:endParaRPr>
                    </a:p>
                  </a:txBody>
                  <a:tcPr marL="143925" marR="9520" marT="952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83000">
                          <a:srgbClr val="41AAC8"/>
                        </a:gs>
                        <a:gs pos="50000">
                          <a:srgbClr val="32A0A0"/>
                        </a:gs>
                        <a:gs pos="0">
                          <a:srgbClr val="4BB9B9"/>
                        </a:gs>
                        <a:gs pos="100000">
                          <a:srgbClr val="2387AA"/>
                        </a:gs>
                      </a:gsLst>
                      <a:lin ang="0" scaled="0"/>
                    </a:gra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Yes</a:t>
                      </a:r>
                    </a:p>
                  </a:txBody>
                  <a:tcPr marL="91392" marR="91392" marT="45696" marB="45696">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Not required</a:t>
                      </a:r>
                    </a:p>
                  </a:txBody>
                  <a:tcPr marL="91392" marR="91392" marT="45696" marB="4569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No</a:t>
                      </a:r>
                    </a:p>
                  </a:txBody>
                  <a:tcPr marL="91392" marR="91392" marT="45696" marB="45696">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extLst>
                  <a:ext uri="{0D108BD9-81ED-4DB2-BD59-A6C34878D82A}">
                    <a16:rowId xmlns:a16="http://schemas.microsoft.com/office/drawing/2014/main" val="3004961976"/>
                  </a:ext>
                </a:extLst>
              </a:tr>
              <a:tr h="359813">
                <a:tc>
                  <a:txBody>
                    <a:bodyPr/>
                    <a:lstStyle/>
                    <a:p>
                      <a:pPr marL="0" algn="l" defTabSz="914400" rtl="0" eaLnBrk="1" fontAlgn="ctr" latinLnBrk="0" hangingPunct="1">
                        <a:buClr>
                          <a:srgbClr val="000000"/>
                        </a:buClr>
                        <a:buSzPts val="1400"/>
                        <a:buFont typeface="Arial"/>
                        <a:buNone/>
                      </a:pPr>
                      <a:r>
                        <a:rPr lang="de-DE" sz="1400" b="1" kern="1200" dirty="0">
                          <a:solidFill>
                            <a:schemeClr val="bg1"/>
                          </a:solidFill>
                          <a:latin typeface="+mn-lt"/>
                          <a:ea typeface="+mn-ea"/>
                          <a:cs typeface="+mn-cs"/>
                        </a:rPr>
                        <a:t>Redundant I/Os </a:t>
                      </a:r>
                    </a:p>
                  </a:txBody>
                  <a:tcPr marL="143925" marR="9520" marT="952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83000">
                          <a:srgbClr val="41AAC8"/>
                        </a:gs>
                        <a:gs pos="50000">
                          <a:srgbClr val="32A0A0"/>
                        </a:gs>
                        <a:gs pos="0">
                          <a:srgbClr val="4BB9B9"/>
                        </a:gs>
                        <a:gs pos="100000">
                          <a:srgbClr val="2387AA"/>
                        </a:gs>
                      </a:gsLst>
                      <a:lin ang="0" scaled="0"/>
                    </a:gra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Via </a:t>
                      </a:r>
                      <a:r>
                        <a:rPr kumimoji="0" lang="de-DE" sz="1400" b="0" i="0" u="none" strike="noStrike" kern="1200" cap="none" spc="0" normalizeH="0" baseline="0" dirty="0">
                          <a:ln>
                            <a:noFill/>
                          </a:ln>
                          <a:solidFill>
                            <a:srgbClr val="7030A0"/>
                          </a:solidFill>
                          <a:effectLst/>
                          <a:uLnTx/>
                          <a:uFillTx/>
                          <a:latin typeface="Arial" pitchFamily="34" charset="0"/>
                          <a:ea typeface="ＭＳ Ｐゴシック" charset="-128"/>
                          <a:cs typeface="+mn-cs"/>
                          <a:hlinkClick r:id="rId4">
                            <a:extLst>
                              <a:ext uri="{A12FA001-AC4F-418D-AE19-62706E023703}">
                                <ahyp:hlinkClr xmlns:ahyp="http://schemas.microsoft.com/office/drawing/2018/hyperlinkcolor" val="tx"/>
                              </a:ext>
                            </a:extLst>
                          </a:hlinkClick>
                        </a:rPr>
                        <a:t>LRedIO</a:t>
                      </a: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 Library</a:t>
                      </a:r>
                    </a:p>
                  </a:txBody>
                  <a:tcPr marL="91392" marR="91392" marT="45696" marB="45696">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Via </a:t>
                      </a:r>
                      <a:r>
                        <a:rPr kumimoji="0" lang="de-DE" sz="1400" b="0" i="0" u="none" strike="noStrike" kern="1200" cap="none" spc="0" normalizeH="0" baseline="0" dirty="0">
                          <a:ln>
                            <a:noFill/>
                          </a:ln>
                          <a:solidFill>
                            <a:srgbClr val="7030A0"/>
                          </a:solidFill>
                          <a:effectLst/>
                          <a:uLnTx/>
                          <a:uFillTx/>
                          <a:latin typeface="Arial" pitchFamily="34" charset="0"/>
                          <a:ea typeface="ＭＳ Ｐゴシック" charset="-128"/>
                          <a:cs typeface="+mn-cs"/>
                          <a:hlinkClick r:id="rId4">
                            <a:extLst>
                              <a:ext uri="{A12FA001-AC4F-418D-AE19-62706E023703}">
                                <ahyp:hlinkClr xmlns:ahyp="http://schemas.microsoft.com/office/drawing/2018/hyperlinkcolor" val="tx"/>
                              </a:ext>
                            </a:extLst>
                          </a:hlinkClick>
                        </a:rPr>
                        <a:t>LRedIO</a:t>
                      </a: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 Library</a:t>
                      </a:r>
                    </a:p>
                  </a:txBody>
                  <a:tcPr marL="91392" marR="91392" marT="45696" marB="4569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Yes</a:t>
                      </a:r>
                    </a:p>
                  </a:txBody>
                  <a:tcPr marL="91392" marR="91392" marT="45696" marB="45696">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extLst>
                  <a:ext uri="{0D108BD9-81ED-4DB2-BD59-A6C34878D82A}">
                    <a16:rowId xmlns:a16="http://schemas.microsoft.com/office/drawing/2014/main" val="10008"/>
                  </a:ext>
                </a:extLst>
              </a:tr>
              <a:tr h="359813">
                <a:tc>
                  <a:txBody>
                    <a:bodyPr/>
                    <a:lstStyle/>
                    <a:p>
                      <a:pPr marL="0" algn="l" defTabSz="914400" rtl="0" eaLnBrk="1" fontAlgn="ctr" latinLnBrk="0" hangingPunct="1">
                        <a:buClr>
                          <a:srgbClr val="000000"/>
                        </a:buClr>
                        <a:buSzPts val="1400"/>
                        <a:buFont typeface="Arial"/>
                        <a:buNone/>
                      </a:pPr>
                      <a:r>
                        <a:rPr lang="de-DE" sz="1400" b="1" kern="1200" dirty="0">
                          <a:solidFill>
                            <a:schemeClr val="bg1"/>
                          </a:solidFill>
                          <a:latin typeface="+mn-lt"/>
                          <a:ea typeface="+mn-ea"/>
                          <a:cs typeface="+mn-cs"/>
                        </a:rPr>
                        <a:t>Technology Objects</a:t>
                      </a:r>
                    </a:p>
                  </a:txBody>
                  <a:tcPr marL="143925" marR="9520" marT="952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83000">
                          <a:srgbClr val="41AAC8"/>
                        </a:gs>
                        <a:gs pos="50000">
                          <a:srgbClr val="32A0A0"/>
                        </a:gs>
                        <a:gs pos="0">
                          <a:srgbClr val="4BB9B9"/>
                        </a:gs>
                        <a:gs pos="100000">
                          <a:srgbClr val="2387AA"/>
                        </a:gs>
                      </a:gsLst>
                      <a:lin ang="0" scaled="0"/>
                    </a:gra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Counting, measuring, PID, BasicPos </a:t>
                      </a:r>
                      <a:endParaRPr kumimoji="0" lang="de-DE" sz="1400" b="0" i="0" u="none" strike="noStrike" kern="1200" cap="none" spc="0" normalizeH="0" baseline="30000" dirty="0">
                        <a:ln>
                          <a:noFill/>
                        </a:ln>
                        <a:solidFill>
                          <a:srgbClr val="00646E"/>
                        </a:solidFill>
                        <a:effectLst/>
                        <a:uLnTx/>
                        <a:uFillTx/>
                        <a:latin typeface="Arial" pitchFamily="34" charset="0"/>
                        <a:ea typeface="ＭＳ Ｐゴシック" charset="-128"/>
                        <a:cs typeface="+mn-cs"/>
                      </a:endParaRPr>
                    </a:p>
                  </a:txBody>
                  <a:tcPr marL="91392" marR="91392" marT="45696" marB="45696">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Yes</a:t>
                      </a:r>
                    </a:p>
                  </a:txBody>
                  <a:tcPr marL="91392" marR="91392" marT="45696" marB="4569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No</a:t>
                      </a:r>
                    </a:p>
                  </a:txBody>
                  <a:tcPr marL="91392" marR="91392" marT="45696" marB="45696">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extLst>
                  <a:ext uri="{0D108BD9-81ED-4DB2-BD59-A6C34878D82A}">
                    <a16:rowId xmlns:a16="http://schemas.microsoft.com/office/drawing/2014/main" val="10010"/>
                  </a:ext>
                </a:extLst>
              </a:tr>
              <a:tr h="359813">
                <a:tc>
                  <a:txBody>
                    <a:bodyPr/>
                    <a:lstStyle/>
                    <a:p>
                      <a:pPr marL="0" algn="l" defTabSz="914400" rtl="0" eaLnBrk="1" fontAlgn="ctr" latinLnBrk="0" hangingPunct="1">
                        <a:buClr>
                          <a:srgbClr val="000000"/>
                        </a:buClr>
                        <a:buSzPts val="1400"/>
                        <a:buFont typeface="Arial"/>
                        <a:buNone/>
                      </a:pPr>
                      <a:r>
                        <a:rPr lang="de-DE" sz="1400" b="1" kern="1200" dirty="0">
                          <a:solidFill>
                            <a:schemeClr val="bg1"/>
                          </a:solidFill>
                          <a:latin typeface="+mn-lt"/>
                          <a:ea typeface="+mn-ea"/>
                          <a:cs typeface="+mn-cs"/>
                        </a:rPr>
                        <a:t>IRT, Isochrone Mode, MRPD</a:t>
                      </a:r>
                    </a:p>
                  </a:txBody>
                  <a:tcPr marL="143925" marR="9520" marT="952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83000">
                          <a:srgbClr val="41AAC8"/>
                        </a:gs>
                        <a:gs pos="50000">
                          <a:srgbClr val="32A0A0"/>
                        </a:gs>
                        <a:gs pos="0">
                          <a:srgbClr val="4BB9B9"/>
                        </a:gs>
                        <a:gs pos="100000">
                          <a:srgbClr val="2387AA"/>
                        </a:gs>
                      </a:gsLst>
                      <a:lin ang="0" scaled="0"/>
                    </a:gra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No</a:t>
                      </a:r>
                    </a:p>
                  </a:txBody>
                  <a:tcPr marL="91392" marR="91392" marT="45696" marB="45696">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Yes</a:t>
                      </a:r>
                    </a:p>
                  </a:txBody>
                  <a:tcPr marL="91392" marR="91392" marT="45696" marB="4569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No</a:t>
                      </a:r>
                    </a:p>
                  </a:txBody>
                  <a:tcPr marL="91392" marR="91392" marT="45696" marB="45696">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extLst>
                  <a:ext uri="{0D108BD9-81ED-4DB2-BD59-A6C34878D82A}">
                    <a16:rowId xmlns:a16="http://schemas.microsoft.com/office/drawing/2014/main" val="10011"/>
                  </a:ext>
                </a:extLst>
              </a:tr>
              <a:tr h="366037">
                <a:tc>
                  <a:txBody>
                    <a:bodyPr/>
                    <a:lstStyle/>
                    <a:p>
                      <a:pPr marL="0" algn="l" defTabSz="914400" rtl="0" eaLnBrk="1" fontAlgn="ctr" latinLnBrk="0" hangingPunct="1">
                        <a:buClr>
                          <a:srgbClr val="000000"/>
                        </a:buClr>
                        <a:buSzPts val="1400"/>
                        <a:buFont typeface="Arial"/>
                        <a:buNone/>
                      </a:pPr>
                      <a:r>
                        <a:rPr lang="de-DE" sz="1400" b="1" kern="1200" noProof="0" dirty="0">
                          <a:solidFill>
                            <a:schemeClr val="bg1"/>
                          </a:solidFill>
                          <a:latin typeface="+mn-lt"/>
                          <a:ea typeface="+mn-ea"/>
                          <a:cs typeface="+mn-cs"/>
                        </a:rPr>
                        <a:t>Hardware enhancements in RUN</a:t>
                      </a:r>
                    </a:p>
                  </a:txBody>
                  <a:tcPr marL="143925" marR="9520" marT="952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83000">
                          <a:srgbClr val="41AAC8"/>
                        </a:gs>
                        <a:gs pos="50000">
                          <a:srgbClr val="32A0A0"/>
                        </a:gs>
                        <a:gs pos="0">
                          <a:srgbClr val="4BB9B9"/>
                        </a:gs>
                        <a:gs pos="100000">
                          <a:srgbClr val="2387AA"/>
                        </a:gs>
                      </a:gsLst>
                      <a:lin ang="0" scaled="0"/>
                    </a:gra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With IO-Link</a:t>
                      </a:r>
                      <a:b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br>
                      <a:r>
                        <a:rPr kumimoji="0" lang="de-DE" sz="1000" b="0" i="0" u="none" strike="noStrike" kern="1200" cap="none" spc="0" normalizeH="0" baseline="0" dirty="0">
                          <a:ln>
                            <a:noFill/>
                          </a:ln>
                          <a:solidFill>
                            <a:srgbClr val="00646E"/>
                          </a:solidFill>
                          <a:effectLst/>
                          <a:uLnTx/>
                          <a:uFillTx/>
                          <a:latin typeface="Arial" pitchFamily="34" charset="0"/>
                          <a:ea typeface="ＭＳ Ｐゴシック" charset="-128"/>
                          <a:cs typeface="+mn-cs"/>
                          <a:hlinkClick r:id="rId5" action="ppaction://hlinksldjump"/>
                        </a:rPr>
                        <a:t>See slide section</a:t>
                      </a:r>
                      <a:endPar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endParaRPr>
                    </a:p>
                  </a:txBody>
                  <a:tcPr marL="91392" marR="91392" marT="45696" marB="45696">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With IO-Link</a:t>
                      </a:r>
                    </a:p>
                  </a:txBody>
                  <a:tcPr marL="91392" marR="91392" marT="45696" marB="4569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With switching (H-CiR)</a:t>
                      </a:r>
                    </a:p>
                  </a:txBody>
                  <a:tcPr marL="91392" marR="91392" marT="45696" marB="45696">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extLst>
                  <a:ext uri="{0D108BD9-81ED-4DB2-BD59-A6C34878D82A}">
                    <a16:rowId xmlns:a16="http://schemas.microsoft.com/office/drawing/2014/main" val="10005"/>
                  </a:ext>
                </a:extLst>
              </a:tr>
              <a:tr h="359813">
                <a:tc>
                  <a:txBody>
                    <a:bodyPr/>
                    <a:lstStyle/>
                    <a:p>
                      <a:pPr marL="0" algn="l" defTabSz="914400" rtl="0" eaLnBrk="1" fontAlgn="ctr" latinLnBrk="0" hangingPunct="1">
                        <a:buClr>
                          <a:srgbClr val="000000"/>
                        </a:buClr>
                        <a:buSzPts val="1400"/>
                        <a:buFont typeface="Arial"/>
                        <a:buNone/>
                      </a:pPr>
                      <a:r>
                        <a:rPr lang="de-DE" sz="1400" b="1" kern="1200" dirty="0">
                          <a:solidFill>
                            <a:schemeClr val="bg1"/>
                          </a:solidFill>
                          <a:latin typeface="+mn-lt"/>
                          <a:ea typeface="+mn-ea"/>
                          <a:cs typeface="+mn-cs"/>
                        </a:rPr>
                        <a:t>Firmware Update in RUN</a:t>
                      </a:r>
                    </a:p>
                  </a:txBody>
                  <a:tcPr marL="143925" marR="9520" marT="952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83000">
                          <a:srgbClr val="41AAC8"/>
                        </a:gs>
                        <a:gs pos="50000">
                          <a:srgbClr val="32A0A0"/>
                        </a:gs>
                        <a:gs pos="0">
                          <a:srgbClr val="4BB9B9"/>
                        </a:gs>
                        <a:gs pos="100000">
                          <a:srgbClr val="2387AA"/>
                        </a:gs>
                      </a:gsLst>
                      <a:lin ang="0" scaled="0"/>
                    </a:gra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No</a:t>
                      </a:r>
                    </a:p>
                  </a:txBody>
                  <a:tcPr marL="91392" marR="91392" marT="45696" marB="45696">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No</a:t>
                      </a:r>
                    </a:p>
                  </a:txBody>
                  <a:tcPr marL="91392" marR="91392" marT="45696" marB="4569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Yes</a:t>
                      </a:r>
                    </a:p>
                  </a:txBody>
                  <a:tcPr marL="91392" marR="91392" marT="45696" marB="45696">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extLst>
                  <a:ext uri="{0D108BD9-81ED-4DB2-BD59-A6C34878D82A}">
                    <a16:rowId xmlns:a16="http://schemas.microsoft.com/office/drawing/2014/main" val="10007"/>
                  </a:ext>
                </a:extLst>
              </a:tr>
              <a:tr h="359813">
                <a:tc>
                  <a:txBody>
                    <a:bodyPr/>
                    <a:lstStyle/>
                    <a:p>
                      <a:pPr marL="0" algn="l" defTabSz="914400" rtl="0" eaLnBrk="1" fontAlgn="ctr" latinLnBrk="0" hangingPunct="1">
                        <a:buClr>
                          <a:srgbClr val="000000"/>
                        </a:buClr>
                        <a:buSzPts val="1400"/>
                        <a:buFont typeface="Arial"/>
                        <a:buNone/>
                      </a:pPr>
                      <a:r>
                        <a:rPr lang="de-DE" sz="1400" b="1" kern="1200" dirty="0">
                          <a:solidFill>
                            <a:schemeClr val="bg1"/>
                          </a:solidFill>
                          <a:latin typeface="+mn-lt"/>
                          <a:ea typeface="+mn-ea"/>
                          <a:cs typeface="+mn-cs"/>
                        </a:rPr>
                        <a:t>DHCP </a:t>
                      </a:r>
                      <a:r>
                        <a:rPr lang="de-DE" sz="1400" b="1" kern="1200" dirty="0" err="1">
                          <a:solidFill>
                            <a:schemeClr val="bg1"/>
                          </a:solidFill>
                          <a:latin typeface="+mn-lt"/>
                          <a:ea typeface="+mn-ea"/>
                          <a:cs typeface="+mn-cs"/>
                        </a:rPr>
                        <a:t>with</a:t>
                      </a:r>
                      <a:r>
                        <a:rPr lang="de-DE" sz="1400" b="1" kern="1200" dirty="0">
                          <a:solidFill>
                            <a:schemeClr val="bg1"/>
                          </a:solidFill>
                          <a:latin typeface="+mn-lt"/>
                          <a:ea typeface="+mn-ea"/>
                          <a:cs typeface="+mn-cs"/>
                        </a:rPr>
                        <a:t> DNS</a:t>
                      </a:r>
                    </a:p>
                  </a:txBody>
                  <a:tcPr marL="143925" marR="9520" marT="952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83000">
                          <a:srgbClr val="41AAC8"/>
                        </a:gs>
                        <a:gs pos="50000">
                          <a:srgbClr val="32A0A0"/>
                        </a:gs>
                        <a:gs pos="0">
                          <a:srgbClr val="4BB9B9"/>
                        </a:gs>
                        <a:gs pos="100000">
                          <a:srgbClr val="2387AA"/>
                        </a:gs>
                      </a:gsLst>
                      <a:lin ang="0" scaled="0"/>
                    </a:gra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No</a:t>
                      </a:r>
                    </a:p>
                  </a:txBody>
                  <a:tcPr marL="91392" marR="91392" marT="45696" marB="45696">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Yes</a:t>
                      </a:r>
                    </a:p>
                  </a:txBody>
                  <a:tcPr marL="91392" marR="91392" marT="45696" marB="4569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400" b="0" i="0" u="none" strike="noStrike" kern="1200" cap="none" spc="0" normalizeH="0" baseline="0" dirty="0">
                          <a:ln>
                            <a:noFill/>
                          </a:ln>
                          <a:solidFill>
                            <a:srgbClr val="00646E"/>
                          </a:solidFill>
                          <a:effectLst/>
                          <a:uLnTx/>
                          <a:uFillTx/>
                          <a:latin typeface="Arial" pitchFamily="34" charset="0"/>
                          <a:ea typeface="ＭＳ Ｐゴシック" charset="-128"/>
                          <a:cs typeface="+mn-cs"/>
                        </a:rPr>
                        <a:t>No</a:t>
                      </a:r>
                    </a:p>
                  </a:txBody>
                  <a:tcPr marL="91392" marR="91392" marT="45696" marB="45696">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extLst>
                  <a:ext uri="{0D108BD9-81ED-4DB2-BD59-A6C34878D82A}">
                    <a16:rowId xmlns:a16="http://schemas.microsoft.com/office/drawing/2014/main" val="2955470950"/>
                  </a:ext>
                </a:extLst>
              </a:tr>
            </a:tbl>
          </a:graphicData>
        </a:graphic>
      </p:graphicFrame>
    </p:spTree>
    <p:extLst>
      <p:ext uri="{BB962C8B-B14F-4D97-AF65-F5344CB8AC3E}">
        <p14:creationId xmlns:p14="http://schemas.microsoft.com/office/powerpoint/2010/main" val="9363434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dirty="0"/>
              <a:t>Configuration Restrictions for S7-1500R/H</a:t>
            </a:r>
            <a:br>
              <a:rPr lang="en-US" dirty="0"/>
            </a:br>
            <a:endParaRPr lang="en-US" dirty="0"/>
          </a:p>
        </p:txBody>
      </p:sp>
      <p:sp>
        <p:nvSpPr>
          <p:cNvPr id="2" name="Fußzeilenplatzhalter 1">
            <a:extLst>
              <a:ext uri="{FF2B5EF4-FFF2-40B4-BE49-F238E27FC236}">
                <a16:creationId xmlns:a16="http://schemas.microsoft.com/office/drawing/2014/main" id="{B2F31D39-A6F7-4DB4-B72E-942032227D97}"/>
              </a:ext>
            </a:extLst>
          </p:cNvPr>
          <p:cNvSpPr>
            <a:spLocks noGrp="1"/>
          </p:cNvSpPr>
          <p:nvPr>
            <p:ph type="ftr" sz="quarter" idx="10"/>
          </p:nvPr>
        </p:nvSpPr>
        <p:spPr/>
        <p:txBody>
          <a:bodyPr/>
          <a:lstStyle/>
          <a:p>
            <a:pPr>
              <a:lnSpc>
                <a:spcPct val="100000"/>
              </a:lnSpc>
            </a:pPr>
            <a:r>
              <a:rPr lang="en-US" dirty="0"/>
              <a:t>Unrestricted | © Siemens 2022 | DI FA | 08.12.2022</a:t>
            </a:r>
          </a:p>
        </p:txBody>
      </p:sp>
      <p:graphicFrame>
        <p:nvGraphicFramePr>
          <p:cNvPr id="9" name="Tabelle 8"/>
          <p:cNvGraphicFramePr>
            <a:graphicFrameLocks noGrp="1"/>
          </p:cNvGraphicFramePr>
          <p:nvPr>
            <p:extLst>
              <p:ext uri="{D42A27DB-BD31-4B8C-83A1-F6EECF244321}">
                <p14:modId xmlns:p14="http://schemas.microsoft.com/office/powerpoint/2010/main" val="142214856"/>
              </p:ext>
            </p:extLst>
          </p:nvPr>
        </p:nvGraphicFramePr>
        <p:xfrm>
          <a:off x="635604" y="1459651"/>
          <a:ext cx="11082228" cy="2770934"/>
        </p:xfrm>
        <a:graphic>
          <a:graphicData uri="http://schemas.openxmlformats.org/drawingml/2006/table">
            <a:tbl>
              <a:tblPr firstRow="1" bandRow="1">
                <a:tableStyleId>{5C22544A-7EE6-4342-B048-85BDC9FD1C3A}</a:tableStyleId>
              </a:tblPr>
              <a:tblGrid>
                <a:gridCol w="3553219">
                  <a:extLst>
                    <a:ext uri="{9D8B030D-6E8A-4147-A177-3AD203B41FA5}">
                      <a16:colId xmlns:a16="http://schemas.microsoft.com/office/drawing/2014/main" val="20000"/>
                    </a:ext>
                  </a:extLst>
                </a:gridCol>
                <a:gridCol w="2656114">
                  <a:extLst>
                    <a:ext uri="{9D8B030D-6E8A-4147-A177-3AD203B41FA5}">
                      <a16:colId xmlns:a16="http://schemas.microsoft.com/office/drawing/2014/main" val="20001"/>
                    </a:ext>
                  </a:extLst>
                </a:gridCol>
                <a:gridCol w="2534194">
                  <a:extLst>
                    <a:ext uri="{9D8B030D-6E8A-4147-A177-3AD203B41FA5}">
                      <a16:colId xmlns:a16="http://schemas.microsoft.com/office/drawing/2014/main" val="20002"/>
                    </a:ext>
                  </a:extLst>
                </a:gridCol>
                <a:gridCol w="2338701">
                  <a:extLst>
                    <a:ext uri="{9D8B030D-6E8A-4147-A177-3AD203B41FA5}">
                      <a16:colId xmlns:a16="http://schemas.microsoft.com/office/drawing/2014/main" val="20003"/>
                    </a:ext>
                  </a:extLst>
                </a:gridCol>
              </a:tblGrid>
              <a:tr h="385998">
                <a:tc>
                  <a:txBody>
                    <a:bodyPr/>
                    <a:lstStyle/>
                    <a:p>
                      <a:endParaRPr lang="de-DE" sz="1600" dirty="0">
                        <a:solidFill>
                          <a:schemeClr val="tx1"/>
                        </a:solidFill>
                      </a:endParaRPr>
                    </a:p>
                  </a:txBody>
                  <a:tcPr marL="0" marR="91392" marT="0" marB="45696">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b="1" kern="1200" dirty="0">
                          <a:solidFill>
                            <a:schemeClr val="tx1"/>
                          </a:solidFill>
                          <a:latin typeface="+mn-lt"/>
                          <a:ea typeface="+mn-ea"/>
                          <a:cs typeface="+mn-cs"/>
                        </a:rPr>
                        <a:t>S7-1500 R/H</a:t>
                      </a:r>
                      <a:endParaRPr lang="en-US" sz="1600" b="1" kern="1200" dirty="0">
                        <a:solidFill>
                          <a:schemeClr val="tx1"/>
                        </a:solidFill>
                        <a:latin typeface="+mn-lt"/>
                        <a:ea typeface="+mn-ea"/>
                        <a:cs typeface="+mn-cs"/>
                      </a:endParaRPr>
                    </a:p>
                  </a:txBody>
                  <a:tcPr marL="91392" marR="91392" marT="45696" marB="45696"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00646E"/>
                    </a:solidFill>
                  </a:tcPr>
                </a:tc>
                <a:tc>
                  <a:txBody>
                    <a:bodyPr/>
                    <a:lstStyle/>
                    <a:p>
                      <a:pPr algn="ctr"/>
                      <a:r>
                        <a:rPr lang="de-DE" sz="1600" b="1" dirty="0">
                          <a:solidFill>
                            <a:schemeClr val="tx1"/>
                          </a:solidFill>
                        </a:rPr>
                        <a:t>S7-1500</a:t>
                      </a:r>
                      <a:endParaRPr kumimoji="0" lang="en-US" sz="1000" b="1" i="0" u="none" strike="noStrike" kern="1200" cap="none" spc="0" normalizeH="0" baseline="0" dirty="0">
                        <a:ln>
                          <a:noFill/>
                        </a:ln>
                        <a:solidFill>
                          <a:schemeClr val="tx1"/>
                        </a:solidFill>
                        <a:effectLst/>
                        <a:uLnTx/>
                        <a:uFillTx/>
                        <a:latin typeface="+mn-lt"/>
                        <a:ea typeface="ＭＳ Ｐゴシック" charset="-128"/>
                        <a:cs typeface="+mn-cs"/>
                      </a:endParaRPr>
                    </a:p>
                  </a:txBody>
                  <a:tcPr marL="91392" marR="91392" marT="45696" marB="4569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00646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600" b="1" dirty="0">
                          <a:solidFill>
                            <a:schemeClr val="tx1"/>
                          </a:solidFill>
                        </a:rPr>
                        <a:t>S7-400H</a:t>
                      </a:r>
                      <a:endParaRPr lang="de-DE" sz="1000" b="1" dirty="0">
                        <a:solidFill>
                          <a:schemeClr val="tx1"/>
                        </a:solidFill>
                      </a:endParaRPr>
                    </a:p>
                  </a:txBody>
                  <a:tcPr marL="91392" marR="91392" marT="45696" marB="45696"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00646E"/>
                    </a:solidFill>
                  </a:tcPr>
                </a:tc>
                <a:extLst>
                  <a:ext uri="{0D108BD9-81ED-4DB2-BD59-A6C34878D82A}">
                    <a16:rowId xmlns:a16="http://schemas.microsoft.com/office/drawing/2014/main" val="10000"/>
                  </a:ext>
                </a:extLst>
              </a:tr>
              <a:tr h="596234">
                <a:tc>
                  <a:txBody>
                    <a:bodyPr/>
                    <a:lstStyle/>
                    <a:p>
                      <a:pPr marL="0" algn="l" defTabSz="914400" rtl="0" eaLnBrk="1" fontAlgn="ctr" latinLnBrk="0" hangingPunct="1">
                        <a:buClr>
                          <a:srgbClr val="000000"/>
                        </a:buClr>
                        <a:buSzPts val="1400"/>
                        <a:buFont typeface="Arial"/>
                        <a:buNone/>
                      </a:pPr>
                      <a:r>
                        <a:rPr lang="de-DE" sz="1600" b="1" kern="1200" dirty="0">
                          <a:solidFill>
                            <a:schemeClr val="bg1"/>
                          </a:solidFill>
                          <a:latin typeface="+mn-lt"/>
                          <a:ea typeface="+mn-ea"/>
                          <a:cs typeface="+mn-cs"/>
                        </a:rPr>
                        <a:t>Central connection of Modules </a:t>
                      </a:r>
                      <a:br>
                        <a:rPr lang="de-DE" sz="1600" b="1" kern="1200" dirty="0">
                          <a:solidFill>
                            <a:schemeClr val="bg1"/>
                          </a:solidFill>
                          <a:latin typeface="+mn-lt"/>
                          <a:ea typeface="+mn-ea"/>
                          <a:cs typeface="+mn-cs"/>
                        </a:rPr>
                      </a:br>
                      <a:r>
                        <a:rPr lang="de-DE" sz="1200" b="0" kern="1200" dirty="0">
                          <a:solidFill>
                            <a:schemeClr val="bg1"/>
                          </a:solidFill>
                          <a:latin typeface="+mn-lt"/>
                          <a:ea typeface="+mn-ea"/>
                          <a:cs typeface="+mn-cs"/>
                        </a:rPr>
                        <a:t>IO, CM/CP, System Power Supply</a:t>
                      </a:r>
                    </a:p>
                  </a:txBody>
                  <a:tcPr marL="143925" marR="9520" marT="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83000">
                          <a:srgbClr val="41AAC8"/>
                        </a:gs>
                        <a:gs pos="50000">
                          <a:srgbClr val="32A0A0"/>
                        </a:gs>
                        <a:gs pos="0">
                          <a:srgbClr val="4BB9B9"/>
                        </a:gs>
                        <a:gs pos="100000">
                          <a:srgbClr val="2387AA"/>
                        </a:gs>
                      </a:gsLst>
                      <a:lin ang="0" scaled="0"/>
                    </a:gra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600" b="1" i="0" u="none" strike="noStrike" kern="1200" cap="none" spc="0" normalizeH="0" baseline="0" noProof="0" dirty="0">
                          <a:ln>
                            <a:noFill/>
                          </a:ln>
                          <a:solidFill>
                            <a:srgbClr val="00646E"/>
                          </a:solidFill>
                          <a:effectLst/>
                          <a:uLnTx/>
                          <a:uFillTx/>
                          <a:latin typeface="Arial" pitchFamily="34" charset="0"/>
                          <a:ea typeface="ＭＳ Ｐゴシック" charset="-128"/>
                          <a:cs typeface="+mn-cs"/>
                        </a:rPr>
                        <a:t>No</a:t>
                      </a:r>
                    </a:p>
                  </a:txBody>
                  <a:tcPr marL="91392" marR="91392" marT="45696" marB="45696" anchor="ctr">
                    <a:lnL w="12700" cmpd="sng">
                      <a:noFill/>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600" b="1" i="0" u="none" strike="noStrike" kern="1200" cap="none" spc="0" normalizeH="0" baseline="0" dirty="0">
                          <a:ln>
                            <a:noFill/>
                          </a:ln>
                          <a:solidFill>
                            <a:srgbClr val="00646E"/>
                          </a:solidFill>
                          <a:effectLst/>
                          <a:uLnTx/>
                          <a:uFillTx/>
                          <a:latin typeface="Arial" pitchFamily="34" charset="0"/>
                          <a:ea typeface="ＭＳ Ｐゴシック" charset="-128"/>
                          <a:cs typeface="+mn-cs"/>
                        </a:rPr>
                        <a:t>Yes</a:t>
                      </a:r>
                    </a:p>
                  </a:txBody>
                  <a:tcPr marL="91392" marR="91392" marT="45696" marB="4569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600" b="1" i="0" u="none" strike="noStrike" kern="1200" cap="none" spc="0" normalizeH="0" baseline="0" dirty="0">
                          <a:ln>
                            <a:noFill/>
                          </a:ln>
                          <a:solidFill>
                            <a:srgbClr val="00646E"/>
                          </a:solidFill>
                          <a:effectLst/>
                          <a:uLnTx/>
                          <a:uFillTx/>
                          <a:latin typeface="Arial" pitchFamily="34" charset="0"/>
                          <a:ea typeface="ＭＳ Ｐゴシック" charset="-128"/>
                          <a:cs typeface="+mn-cs"/>
                        </a:rPr>
                        <a:t>Yes</a:t>
                      </a:r>
                    </a:p>
                  </a:txBody>
                  <a:tcPr marL="91392" marR="91392" marT="45696" marB="45696" anchor="ctr">
                    <a:lnL w="12700" cap="flat" cmpd="sng" algn="ctr">
                      <a:solidFill>
                        <a:schemeClr val="bg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extLst>
                  <a:ext uri="{0D108BD9-81ED-4DB2-BD59-A6C34878D82A}">
                    <a16:rowId xmlns:a16="http://schemas.microsoft.com/office/drawing/2014/main" val="10002"/>
                  </a:ext>
                </a:extLst>
              </a:tr>
              <a:tr h="596234">
                <a:tc>
                  <a:txBody>
                    <a:bodyPr/>
                    <a:lstStyle/>
                    <a:p>
                      <a:pPr marL="0" algn="l" defTabSz="914400" rtl="0" eaLnBrk="1" fontAlgn="ctr" latinLnBrk="0" hangingPunct="1">
                        <a:buClr>
                          <a:srgbClr val="000000"/>
                        </a:buClr>
                        <a:buSzPts val="1400"/>
                        <a:buFont typeface="Arial"/>
                        <a:buNone/>
                      </a:pPr>
                      <a:r>
                        <a:rPr lang="de-DE" sz="1600" b="1" kern="1200" dirty="0">
                          <a:solidFill>
                            <a:schemeClr val="bg1"/>
                          </a:solidFill>
                          <a:latin typeface="+mn-lt"/>
                          <a:ea typeface="+mn-ea"/>
                          <a:cs typeface="+mn-cs"/>
                        </a:rPr>
                        <a:t>PROFINET network structure</a:t>
                      </a:r>
                      <a:endParaRPr lang="de-DE" sz="1000" b="1" kern="1200" dirty="0">
                        <a:solidFill>
                          <a:schemeClr val="bg1"/>
                        </a:solidFill>
                        <a:latin typeface="+mn-lt"/>
                        <a:ea typeface="+mn-ea"/>
                        <a:cs typeface="+mn-cs"/>
                      </a:endParaRPr>
                    </a:p>
                  </a:txBody>
                  <a:tcPr marL="143925" marR="952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83000">
                          <a:srgbClr val="41AAC8"/>
                        </a:gs>
                        <a:gs pos="50000">
                          <a:srgbClr val="32A0A0"/>
                        </a:gs>
                        <a:gs pos="0">
                          <a:srgbClr val="4BB9B9"/>
                        </a:gs>
                        <a:gs pos="100000">
                          <a:srgbClr val="2387AA"/>
                        </a:gs>
                      </a:gsLst>
                      <a:lin ang="0" scaled="0"/>
                    </a:gra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600" b="1" i="0" u="none" strike="noStrike" kern="1200" cap="none" spc="0" normalizeH="0" baseline="0" dirty="0">
                          <a:ln>
                            <a:noFill/>
                          </a:ln>
                          <a:solidFill>
                            <a:srgbClr val="00646E"/>
                          </a:solidFill>
                          <a:effectLst/>
                          <a:uLnTx/>
                          <a:uFillTx/>
                          <a:latin typeface="Arial" pitchFamily="34" charset="0"/>
                          <a:ea typeface="ＭＳ Ｐゴシック" charset="-128"/>
                          <a:cs typeface="+mn-cs"/>
                        </a:rPr>
                        <a:t>S7-1500H: any</a:t>
                      </a:r>
                      <a:br>
                        <a:rPr kumimoji="0" lang="de-DE" sz="1600" b="1" i="0" u="none" strike="noStrike" kern="1200" cap="none" spc="0" normalizeH="0" baseline="0" dirty="0">
                          <a:ln>
                            <a:noFill/>
                          </a:ln>
                          <a:solidFill>
                            <a:srgbClr val="00646E"/>
                          </a:solidFill>
                          <a:effectLst/>
                          <a:uLnTx/>
                          <a:uFillTx/>
                          <a:latin typeface="Arial" pitchFamily="34" charset="0"/>
                          <a:ea typeface="ＭＳ Ｐゴシック" charset="-128"/>
                          <a:cs typeface="+mn-cs"/>
                        </a:rPr>
                      </a:br>
                      <a:r>
                        <a:rPr kumimoji="0" lang="de-DE" sz="1600" b="1" i="0" u="none" strike="noStrike" kern="1200" cap="none" spc="0" normalizeH="0" baseline="0" dirty="0">
                          <a:ln>
                            <a:noFill/>
                          </a:ln>
                          <a:solidFill>
                            <a:srgbClr val="00646E"/>
                          </a:solidFill>
                          <a:effectLst/>
                          <a:uLnTx/>
                          <a:uFillTx/>
                          <a:latin typeface="Arial" pitchFamily="34" charset="0"/>
                          <a:ea typeface="ＭＳ Ｐゴシック" charset="-128"/>
                          <a:cs typeface="+mn-cs"/>
                        </a:rPr>
                        <a:t>S7-1500R: MRP Ring</a:t>
                      </a:r>
                    </a:p>
                  </a:txBody>
                  <a:tcPr marL="91392" marR="91392" marT="45696" marB="45696"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600" b="1" i="0" u="none" strike="noStrike" kern="1200" cap="none" spc="0" normalizeH="0" baseline="0" dirty="0">
                          <a:ln>
                            <a:noFill/>
                          </a:ln>
                          <a:solidFill>
                            <a:srgbClr val="00646E"/>
                          </a:solidFill>
                          <a:effectLst/>
                          <a:uLnTx/>
                          <a:uFillTx/>
                          <a:latin typeface="Arial" pitchFamily="34" charset="0"/>
                          <a:ea typeface="ＭＳ Ｐゴシック" charset="-128"/>
                          <a:cs typeface="+mn-cs"/>
                        </a:rPr>
                        <a:t>any</a:t>
                      </a:r>
                    </a:p>
                  </a:txBody>
                  <a:tcPr marL="91392" marR="91392" marT="45696" marB="4569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600" b="1" i="0" u="none" strike="noStrike" kern="1200" cap="none" spc="0" normalizeH="0" baseline="0" dirty="0">
                          <a:ln>
                            <a:noFill/>
                          </a:ln>
                          <a:solidFill>
                            <a:srgbClr val="00646E"/>
                          </a:solidFill>
                          <a:effectLst/>
                          <a:uLnTx/>
                          <a:uFillTx/>
                          <a:latin typeface="Arial" pitchFamily="34" charset="0"/>
                          <a:ea typeface="ＭＳ Ｐゴシック" charset="-128"/>
                          <a:cs typeface="+mn-cs"/>
                        </a:rPr>
                        <a:t>any</a:t>
                      </a:r>
                    </a:p>
                  </a:txBody>
                  <a:tcPr marL="91392" marR="91392" marT="45696" marB="45696"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extLst>
                  <a:ext uri="{0D108BD9-81ED-4DB2-BD59-A6C34878D82A}">
                    <a16:rowId xmlns:a16="http://schemas.microsoft.com/office/drawing/2014/main" val="10004"/>
                  </a:ext>
                </a:extLst>
              </a:tr>
              <a:tr h="596234">
                <a:tc>
                  <a:txBody>
                    <a:bodyPr/>
                    <a:lstStyle/>
                    <a:p>
                      <a:pPr marL="0" marR="0" indent="0" algn="l" defTabSz="914400" rtl="0" eaLnBrk="1" fontAlgn="ctr" latinLnBrk="0" hangingPunct="1">
                        <a:lnSpc>
                          <a:spcPct val="100000"/>
                        </a:lnSpc>
                        <a:spcBef>
                          <a:spcPts val="0"/>
                        </a:spcBef>
                        <a:spcAft>
                          <a:spcPts val="0"/>
                        </a:spcAft>
                        <a:buClr>
                          <a:srgbClr val="000000"/>
                        </a:buClr>
                        <a:buSzPts val="1400"/>
                        <a:buFont typeface="Arial"/>
                        <a:buNone/>
                        <a:tabLst/>
                        <a:defRPr/>
                      </a:pPr>
                      <a:r>
                        <a:rPr lang="de-DE" sz="1600" b="1" kern="1200" dirty="0">
                          <a:solidFill>
                            <a:schemeClr val="bg1"/>
                          </a:solidFill>
                          <a:latin typeface="+mn-lt"/>
                          <a:ea typeface="+mn-ea"/>
                          <a:cs typeface="+mn-cs"/>
                        </a:rPr>
                        <a:t>Operation of the RH system as Shared Device or iDevice</a:t>
                      </a:r>
                    </a:p>
                  </a:txBody>
                  <a:tcPr marL="143925" marR="952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83000">
                          <a:srgbClr val="41AAC8"/>
                        </a:gs>
                        <a:gs pos="50000">
                          <a:srgbClr val="32A0A0"/>
                        </a:gs>
                        <a:gs pos="0">
                          <a:srgbClr val="4BB9B9"/>
                        </a:gs>
                        <a:gs pos="100000">
                          <a:srgbClr val="2387AA"/>
                        </a:gs>
                      </a:gsLst>
                      <a:lin ang="0" scaled="0"/>
                    </a:gra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600" b="1" i="0" u="none" strike="noStrike" kern="1200" cap="none" spc="0" normalizeH="0" baseline="0" noProof="0" dirty="0">
                          <a:ln>
                            <a:noFill/>
                          </a:ln>
                          <a:solidFill>
                            <a:srgbClr val="00646E"/>
                          </a:solidFill>
                          <a:effectLst/>
                          <a:uLnTx/>
                          <a:uFillTx/>
                          <a:latin typeface="Arial" pitchFamily="34" charset="0"/>
                          <a:ea typeface="ＭＳ Ｐゴシック" charset="-128"/>
                          <a:cs typeface="+mn-cs"/>
                        </a:rPr>
                        <a:t>No</a:t>
                      </a:r>
                    </a:p>
                  </a:txBody>
                  <a:tcPr marL="91392" marR="91392" marT="45696" marB="45696"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600" b="1" i="0" u="none" strike="noStrike" kern="1200" cap="none" spc="0" normalizeH="0" baseline="0" dirty="0">
                          <a:ln>
                            <a:noFill/>
                          </a:ln>
                          <a:solidFill>
                            <a:srgbClr val="00646E"/>
                          </a:solidFill>
                          <a:effectLst/>
                          <a:uLnTx/>
                          <a:uFillTx/>
                          <a:latin typeface="Arial" pitchFamily="34" charset="0"/>
                          <a:ea typeface="ＭＳ Ｐゴシック" charset="-128"/>
                          <a:cs typeface="+mn-cs"/>
                        </a:rPr>
                        <a:t>Yes</a:t>
                      </a:r>
                    </a:p>
                  </a:txBody>
                  <a:tcPr marL="91392" marR="91392" marT="45696" marB="4569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600" b="1" i="0" u="none" strike="noStrike" kern="1200" cap="none" spc="0" normalizeH="0" baseline="0" noProof="0" dirty="0">
                          <a:ln>
                            <a:noFill/>
                          </a:ln>
                          <a:solidFill>
                            <a:srgbClr val="00646E"/>
                          </a:solidFill>
                          <a:effectLst/>
                          <a:uLnTx/>
                          <a:uFillTx/>
                          <a:latin typeface="Arial" pitchFamily="34" charset="0"/>
                          <a:ea typeface="ＭＳ Ｐゴシック" charset="-128"/>
                          <a:cs typeface="+mn-cs"/>
                        </a:rPr>
                        <a:t>No</a:t>
                      </a:r>
                    </a:p>
                  </a:txBody>
                  <a:tcPr marL="91392" marR="91392" marT="45696" marB="45696"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extLst>
                  <a:ext uri="{0D108BD9-81ED-4DB2-BD59-A6C34878D82A}">
                    <a16:rowId xmlns:a16="http://schemas.microsoft.com/office/drawing/2014/main" val="10006"/>
                  </a:ext>
                </a:extLst>
              </a:tr>
              <a:tr h="596234">
                <a:tc>
                  <a:txBody>
                    <a:bodyPr/>
                    <a:lstStyle/>
                    <a:p>
                      <a:pPr marL="0" marR="0" indent="0" algn="l" defTabSz="914400" rtl="0" eaLnBrk="1" fontAlgn="ctr" latinLnBrk="0" hangingPunct="1">
                        <a:lnSpc>
                          <a:spcPct val="100000"/>
                        </a:lnSpc>
                        <a:spcBef>
                          <a:spcPts val="0"/>
                        </a:spcBef>
                        <a:spcAft>
                          <a:spcPts val="0"/>
                        </a:spcAft>
                        <a:buClr>
                          <a:srgbClr val="000000"/>
                        </a:buClr>
                        <a:buSzPts val="1400"/>
                        <a:buFont typeface="Arial"/>
                        <a:buNone/>
                        <a:tabLst/>
                        <a:defRPr/>
                      </a:pPr>
                      <a:r>
                        <a:rPr lang="de-DE" sz="1600" b="1" kern="1200" dirty="0">
                          <a:solidFill>
                            <a:schemeClr val="bg1"/>
                          </a:solidFill>
                          <a:latin typeface="+mn-lt"/>
                          <a:ea typeface="+mn-ea"/>
                          <a:cs typeface="+mn-cs"/>
                        </a:rPr>
                        <a:t>Operation of PROFIBUS devices</a:t>
                      </a:r>
                    </a:p>
                  </a:txBody>
                  <a:tcPr marL="143925" marR="952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a:gsLst>
                        <a:gs pos="83000">
                          <a:srgbClr val="41AAC8"/>
                        </a:gs>
                        <a:gs pos="50000">
                          <a:srgbClr val="32A0A0"/>
                        </a:gs>
                        <a:gs pos="0">
                          <a:srgbClr val="4BB9B9"/>
                        </a:gs>
                        <a:gs pos="100000">
                          <a:srgbClr val="2387AA"/>
                        </a:gs>
                      </a:gsLst>
                      <a:lin ang="0" scaled="0"/>
                    </a:gra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600" b="1" i="0" u="none" strike="noStrike" kern="1200" cap="none" spc="0" normalizeH="0" baseline="0" dirty="0">
                          <a:ln>
                            <a:noFill/>
                          </a:ln>
                          <a:solidFill>
                            <a:srgbClr val="00646E"/>
                          </a:solidFill>
                          <a:effectLst/>
                          <a:uLnTx/>
                          <a:uFillTx/>
                          <a:latin typeface="Arial" pitchFamily="34" charset="0"/>
                          <a:ea typeface="ＭＳ Ｐゴシック" charset="-128"/>
                          <a:cs typeface="+mn-cs"/>
                        </a:rPr>
                        <a:t>Via Coupling-PLC</a:t>
                      </a:r>
                    </a:p>
                  </a:txBody>
                  <a:tcPr marL="91392" marR="91392" marT="45696" marB="45696"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600" b="1" i="0" u="none" strike="noStrike" kern="1200" cap="none" spc="0" normalizeH="0" baseline="0" dirty="0">
                          <a:ln>
                            <a:noFill/>
                          </a:ln>
                          <a:solidFill>
                            <a:srgbClr val="00646E"/>
                          </a:solidFill>
                          <a:effectLst/>
                          <a:uLnTx/>
                          <a:uFillTx/>
                          <a:latin typeface="Arial" pitchFamily="34" charset="0"/>
                          <a:ea typeface="ＭＳ Ｐゴシック" charset="-128"/>
                          <a:cs typeface="+mn-cs"/>
                        </a:rPr>
                        <a:t>Yes</a:t>
                      </a:r>
                    </a:p>
                  </a:txBody>
                  <a:tcPr marL="91392" marR="91392" marT="45696" marB="4569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de-DE" sz="1600" b="1" i="0" u="none" strike="noStrike" kern="1200" cap="none" spc="0" normalizeH="0" baseline="0" dirty="0">
                          <a:ln>
                            <a:noFill/>
                          </a:ln>
                          <a:solidFill>
                            <a:srgbClr val="00646E"/>
                          </a:solidFill>
                          <a:effectLst/>
                          <a:uLnTx/>
                          <a:uFillTx/>
                          <a:latin typeface="Arial" pitchFamily="34" charset="0"/>
                          <a:ea typeface="ＭＳ Ｐゴシック" charset="-128"/>
                          <a:cs typeface="+mn-cs"/>
                        </a:rPr>
                        <a:t>Yes</a:t>
                      </a:r>
                    </a:p>
                  </a:txBody>
                  <a:tcPr marL="91392" marR="91392" marT="45696" marB="45696"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DD9E1"/>
                    </a:solidFill>
                  </a:tcPr>
                </a:tc>
                <a:extLst>
                  <a:ext uri="{0D108BD9-81ED-4DB2-BD59-A6C34878D82A}">
                    <a16:rowId xmlns:a16="http://schemas.microsoft.com/office/drawing/2014/main" val="1127461884"/>
                  </a:ext>
                </a:extLst>
              </a:tr>
            </a:tbl>
          </a:graphicData>
        </a:graphic>
      </p:graphicFrame>
      <p:grpSp>
        <p:nvGrpSpPr>
          <p:cNvPr id="3" name="Gruppieren 2">
            <a:extLst>
              <a:ext uri="{FF2B5EF4-FFF2-40B4-BE49-F238E27FC236}">
                <a16:creationId xmlns:a16="http://schemas.microsoft.com/office/drawing/2014/main" id="{E3AD1D2E-E414-B7C2-BF6B-C2F9395EDE42}"/>
              </a:ext>
            </a:extLst>
          </p:cNvPr>
          <p:cNvGrpSpPr/>
          <p:nvPr/>
        </p:nvGrpSpPr>
        <p:grpSpPr>
          <a:xfrm>
            <a:off x="6409622" y="2438493"/>
            <a:ext cx="501126" cy="443788"/>
            <a:chOff x="3803362" y="1877343"/>
            <a:chExt cx="501126" cy="443788"/>
          </a:xfrm>
        </p:grpSpPr>
        <p:sp>
          <p:nvSpPr>
            <p:cNvPr id="5" name="Explosion: 8 Zacken 4">
              <a:extLst>
                <a:ext uri="{FF2B5EF4-FFF2-40B4-BE49-F238E27FC236}">
                  <a16:creationId xmlns:a16="http://schemas.microsoft.com/office/drawing/2014/main" id="{84A14E98-39FA-CB69-F395-75B3CD3B7474}"/>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6" name="Textfeld 5">
              <a:extLst>
                <a:ext uri="{FF2B5EF4-FFF2-40B4-BE49-F238E27FC236}">
                  <a16:creationId xmlns:a16="http://schemas.microsoft.com/office/drawing/2014/main" id="{C9195F27-4A7B-3E57-8135-79F864D90FDA}"/>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Tree>
    <p:extLst>
      <p:ext uri="{BB962C8B-B14F-4D97-AF65-F5344CB8AC3E}">
        <p14:creationId xmlns:p14="http://schemas.microsoft.com/office/powerpoint/2010/main" val="21469740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EECE3614-7F0A-4A5A-BB2E-1892DC9E622A}"/>
              </a:ext>
            </a:extLst>
          </p:cNvPr>
          <p:cNvGraphicFramePr>
            <a:graphicFrameLocks noChangeAspect="1"/>
          </p:cNvGraphicFramePr>
          <p:nvPr>
            <p:custDataLst>
              <p:tags r:id="rId1"/>
            </p:custDataLst>
            <p:extLst>
              <p:ext uri="{D42A27DB-BD31-4B8C-83A1-F6EECF244321}">
                <p14:modId xmlns:p14="http://schemas.microsoft.com/office/powerpoint/2010/main" val="3475043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5" name="Objekt 4" hidden="1">
                        <a:extLst>
                          <a:ext uri="{FF2B5EF4-FFF2-40B4-BE49-F238E27FC236}">
                            <a16:creationId xmlns:a16="http://schemas.microsoft.com/office/drawing/2014/main" id="{EECE3614-7F0A-4A5A-BB2E-1892DC9E622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923330"/>
          </a:xfrm>
        </p:spPr>
        <p:txBody>
          <a:bodyPr vert="horz"/>
          <a:lstStyle/>
          <a:p>
            <a:r>
              <a:rPr lang="en-US" dirty="0"/>
              <a:t>Ordering Information</a:t>
            </a:r>
          </a:p>
        </p:txBody>
      </p:sp>
      <p:sp>
        <p:nvSpPr>
          <p:cNvPr id="3" name="Untertitel 2">
            <a:extLst>
              <a:ext uri="{FF2B5EF4-FFF2-40B4-BE49-F238E27FC236}">
                <a16:creationId xmlns:a16="http://schemas.microsoft.com/office/drawing/2014/main" id="{1FF788C9-2687-4B50-BE53-35E4A0F3BF5E}"/>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D5039AA6-48B4-4810-8C4C-2BC4443AA2B1}"/>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35980629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83" name="Rectangle 10">
            <a:extLst>
              <a:ext uri="{FF2B5EF4-FFF2-40B4-BE49-F238E27FC236}">
                <a16:creationId xmlns:a16="http://schemas.microsoft.com/office/drawing/2014/main" id="{455B99D0-BD88-4335-9ABC-516D8FBD8D07}"/>
              </a:ext>
            </a:extLst>
          </p:cNvPr>
          <p:cNvSpPr>
            <a:spLocks noGrp="1" noChangeArrowheads="1"/>
          </p:cNvSpPr>
          <p:nvPr>
            <p:ph type="title"/>
          </p:nvPr>
        </p:nvSpPr>
        <p:spPr/>
        <p:txBody>
          <a:bodyPr/>
          <a:lstStyle/>
          <a:p>
            <a:r>
              <a:rPr lang="en-US" altLang="de-DE" dirty="0"/>
              <a:t>Ordering Information</a:t>
            </a:r>
          </a:p>
        </p:txBody>
      </p:sp>
      <p:sp>
        <p:nvSpPr>
          <p:cNvPr id="2" name="Fußzeilenplatzhalter 1">
            <a:extLst>
              <a:ext uri="{FF2B5EF4-FFF2-40B4-BE49-F238E27FC236}">
                <a16:creationId xmlns:a16="http://schemas.microsoft.com/office/drawing/2014/main" id="{DDF5808C-9C2D-4129-9E9A-F48BAFEA084C}"/>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6" name="Inhaltsplatzhalter 5"/>
          <p:cNvSpPr>
            <a:spLocks noGrp="1"/>
          </p:cNvSpPr>
          <p:nvPr>
            <p:ph sz="half" idx="4294967295"/>
          </p:nvPr>
        </p:nvSpPr>
        <p:spPr>
          <a:xfrm>
            <a:off x="6721475" y="1466850"/>
            <a:ext cx="5470525" cy="4751388"/>
          </a:xfrm>
        </p:spPr>
        <p:txBody>
          <a:bodyPr/>
          <a:lstStyle/>
          <a:p>
            <a:pPr>
              <a:spcBef>
                <a:spcPts val="300"/>
              </a:spcBef>
            </a:pPr>
            <a:r>
              <a:rPr lang="en-US" altLang="de-DE" sz="1599" b="1" dirty="0">
                <a:solidFill>
                  <a:srgbClr val="32A0A0"/>
                </a:solidFill>
              </a:rPr>
              <a:t>At distances of up to 10 / 40 km between </a:t>
            </a:r>
            <a:br>
              <a:rPr lang="en-US" altLang="de-DE" sz="1599" b="1" dirty="0">
                <a:solidFill>
                  <a:srgbClr val="32A0A0"/>
                </a:solidFill>
              </a:rPr>
            </a:br>
            <a:r>
              <a:rPr lang="en-US" altLang="de-DE" sz="1599" b="1" dirty="0">
                <a:solidFill>
                  <a:srgbClr val="32A0A0"/>
                </a:solidFill>
              </a:rPr>
              <a:t>SIMATIC S7-1500 H controllers:</a:t>
            </a:r>
          </a:p>
          <a:p>
            <a:pPr lvl="1">
              <a:spcAft>
                <a:spcPts val="0"/>
              </a:spcAft>
            </a:pPr>
            <a:r>
              <a:rPr lang="en-US" altLang="de-DE" sz="1599" dirty="0"/>
              <a:t>MLFB Module: 6ES7 960-1FB00-0AA5 (10km)</a:t>
            </a:r>
            <a:br>
              <a:rPr lang="en-US" altLang="de-DE" sz="1599" dirty="0"/>
            </a:br>
            <a:r>
              <a:rPr lang="en-US" altLang="de-DE" sz="1599" dirty="0"/>
              <a:t>	           6ES7 960-1FE00-0AA5 (40km)</a:t>
            </a:r>
          </a:p>
          <a:p>
            <a:pPr lvl="1">
              <a:spcAft>
                <a:spcPts val="0"/>
              </a:spcAft>
            </a:pPr>
            <a:r>
              <a:rPr lang="en-US" altLang="de-DE" sz="1599" dirty="0"/>
              <a:t>Single mode Fiber optic cable LC/LC duplex crossed 9/125μ</a:t>
            </a:r>
          </a:p>
          <a:p>
            <a:pPr>
              <a:spcBef>
                <a:spcPts val="300"/>
              </a:spcBef>
            </a:pPr>
            <a:r>
              <a:rPr lang="en-US" altLang="de-DE" sz="1599" dirty="0"/>
              <a:t> </a:t>
            </a:r>
          </a:p>
          <a:p>
            <a:pPr>
              <a:spcBef>
                <a:spcPts val="300"/>
              </a:spcBef>
            </a:pPr>
            <a:r>
              <a:rPr lang="en-US" sz="1599" b="1" dirty="0">
                <a:solidFill>
                  <a:srgbClr val="32A0A0"/>
                </a:solidFill>
              </a:rPr>
              <a:t>SIMATIC S7-1500 H Bundle </a:t>
            </a:r>
            <a:br>
              <a:rPr lang="en-US" sz="1599" b="1" dirty="0">
                <a:solidFill>
                  <a:srgbClr val="32A0A0"/>
                </a:solidFill>
              </a:rPr>
            </a:br>
            <a:r>
              <a:rPr lang="en-US" sz="1099" b="1" dirty="0">
                <a:solidFill>
                  <a:srgbClr val="32A0A0"/>
                </a:solidFill>
              </a:rPr>
              <a:t>(2 SIMATIC CPU 1517-3 PN, 4 sync modules up to 10m and 2 sync cables 1m)</a:t>
            </a:r>
          </a:p>
          <a:p>
            <a:pPr lvl="1">
              <a:spcBef>
                <a:spcPts val="300"/>
              </a:spcBef>
            </a:pPr>
            <a:r>
              <a:rPr lang="en-US" sz="1599" dirty="0"/>
              <a:t>6ES7500-0HP00-0AB0 </a:t>
            </a:r>
          </a:p>
          <a:p>
            <a:pPr lvl="1">
              <a:spcBef>
                <a:spcPts val="300"/>
              </a:spcBef>
            </a:pPr>
            <a:endParaRPr lang="en-US" sz="1599" dirty="0"/>
          </a:p>
          <a:p>
            <a:pPr>
              <a:spcBef>
                <a:spcPts val="300"/>
              </a:spcBef>
            </a:pPr>
            <a:r>
              <a:rPr lang="en-US" sz="1599" b="1" dirty="0">
                <a:solidFill>
                  <a:srgbClr val="32A0A0"/>
                </a:solidFill>
              </a:rPr>
              <a:t>SIMATIC S7-1500 HF Bundle </a:t>
            </a:r>
            <a:br>
              <a:rPr lang="en-US" sz="1599" b="1" dirty="0">
                <a:solidFill>
                  <a:srgbClr val="32A0A0"/>
                </a:solidFill>
              </a:rPr>
            </a:br>
            <a:r>
              <a:rPr lang="en-US" sz="1099" b="1" dirty="0">
                <a:solidFill>
                  <a:srgbClr val="32A0A0"/>
                </a:solidFill>
              </a:rPr>
              <a:t>(2 SIMATIC CPU 1518-4 PN, 4 sync modules up to 10m and 2 sync cables 1m)</a:t>
            </a:r>
          </a:p>
          <a:p>
            <a:pPr lvl="1">
              <a:spcBef>
                <a:spcPts val="300"/>
              </a:spcBef>
            </a:pPr>
            <a:r>
              <a:rPr lang="en-US" sz="1599" dirty="0"/>
              <a:t>6ES7 500-0JP00-0AB0 </a:t>
            </a:r>
          </a:p>
          <a:p>
            <a:pPr lvl="1">
              <a:spcBef>
                <a:spcPts val="300"/>
              </a:spcBef>
            </a:pPr>
            <a:endParaRPr lang="en-US" sz="1599" dirty="0"/>
          </a:p>
        </p:txBody>
      </p:sp>
      <p:sp>
        <p:nvSpPr>
          <p:cNvPr id="54284" name="Rectangle 11">
            <a:extLst>
              <a:ext uri="{FF2B5EF4-FFF2-40B4-BE49-F238E27FC236}">
                <a16:creationId xmlns:a16="http://schemas.microsoft.com/office/drawing/2014/main" id="{09B9FC6C-8060-4313-81AF-B97CD2AEF02A}"/>
              </a:ext>
            </a:extLst>
          </p:cNvPr>
          <p:cNvSpPr>
            <a:spLocks noGrp="1" noChangeArrowheads="1"/>
          </p:cNvSpPr>
          <p:nvPr>
            <p:ph sz="half" idx="4294967295"/>
          </p:nvPr>
        </p:nvSpPr>
        <p:spPr>
          <a:xfrm>
            <a:off x="624687" y="1466850"/>
            <a:ext cx="5611813" cy="4751388"/>
          </a:xfrm>
        </p:spPr>
        <p:txBody>
          <a:bodyPr/>
          <a:lstStyle/>
          <a:p>
            <a:pPr>
              <a:spcBef>
                <a:spcPts val="300"/>
              </a:spcBef>
            </a:pPr>
            <a:r>
              <a:rPr lang="en-US" altLang="de-DE" sz="1599" b="1" dirty="0">
                <a:solidFill>
                  <a:srgbClr val="32A0A0"/>
                </a:solidFill>
              </a:rPr>
              <a:t>SIMATIC CPU S7-1500 R</a:t>
            </a:r>
          </a:p>
          <a:p>
            <a:pPr lvl="1">
              <a:spcAft>
                <a:spcPts val="0"/>
              </a:spcAft>
            </a:pPr>
            <a:r>
              <a:rPr lang="en-US" altLang="de-DE" sz="1599" dirty="0"/>
              <a:t>CPU 1513R-1 PN		</a:t>
            </a:r>
            <a:r>
              <a:rPr lang="en-US" altLang="de-DE" sz="1599" dirty="0">
                <a:solidFill>
                  <a:schemeClr val="tx1">
                    <a:lumMod val="50000"/>
                  </a:schemeClr>
                </a:solidFill>
              </a:rPr>
              <a:t>6ES7 513-1RL00-0AB0</a:t>
            </a:r>
          </a:p>
          <a:p>
            <a:pPr marL="1260000" lvl="8" indent="0">
              <a:spcAft>
                <a:spcPts val="0"/>
              </a:spcAft>
              <a:buNone/>
            </a:pPr>
            <a:r>
              <a:rPr lang="en-US" altLang="de-DE" sz="1599" dirty="0"/>
              <a:t>		6ES7 513-1RM03-0AB0 (V3.0)</a:t>
            </a:r>
          </a:p>
          <a:p>
            <a:pPr lvl="1">
              <a:spcAft>
                <a:spcPts val="0"/>
              </a:spcAft>
            </a:pPr>
            <a:r>
              <a:rPr lang="en-US" altLang="de-DE" sz="1599" dirty="0"/>
              <a:t>CPU 1515R-2 PN		</a:t>
            </a:r>
            <a:r>
              <a:rPr lang="en-US" altLang="de-DE" sz="1599" dirty="0">
                <a:solidFill>
                  <a:schemeClr val="tx1">
                    <a:lumMod val="50000"/>
                  </a:schemeClr>
                </a:solidFill>
              </a:rPr>
              <a:t>6ES7 515-2RM00-0AB0 </a:t>
            </a:r>
            <a:br>
              <a:rPr lang="en-US" altLang="de-DE" sz="1599" dirty="0"/>
            </a:br>
            <a:r>
              <a:rPr lang="en-US" altLang="de-DE" sz="1599" dirty="0"/>
              <a:t>			6ES7 513-1RM03-0AB0 (V3.0)</a:t>
            </a:r>
          </a:p>
          <a:p>
            <a:pPr>
              <a:spcBef>
                <a:spcPts val="300"/>
              </a:spcBef>
            </a:pPr>
            <a:r>
              <a:rPr lang="en-US" altLang="de-DE" sz="1599" b="1" dirty="0">
                <a:solidFill>
                  <a:srgbClr val="32A0A0"/>
                </a:solidFill>
              </a:rPr>
              <a:t>SIMATIC CPU S7-1500 H</a:t>
            </a:r>
          </a:p>
          <a:p>
            <a:pPr lvl="1">
              <a:spcAft>
                <a:spcPts val="0"/>
              </a:spcAft>
            </a:pPr>
            <a:r>
              <a:rPr lang="en-US" altLang="de-DE" sz="1599" dirty="0"/>
              <a:t>CPU 1517H-3 PN		6ES7 517-3HP00-0AB0</a:t>
            </a:r>
          </a:p>
          <a:p>
            <a:pPr lvl="1">
              <a:spcAft>
                <a:spcPts val="0"/>
              </a:spcAft>
            </a:pPr>
            <a:r>
              <a:rPr lang="en-US" altLang="de-DE" sz="1599" dirty="0"/>
              <a:t>CPU 1518HF-4 PN	6ES7 518-4JP00-0AB0</a:t>
            </a:r>
          </a:p>
          <a:p>
            <a:pPr>
              <a:spcBef>
                <a:spcPts val="300"/>
              </a:spcBef>
            </a:pPr>
            <a:endParaRPr lang="en-US" altLang="de-DE" sz="1599" b="1" dirty="0">
              <a:solidFill>
                <a:srgbClr val="32A0A0"/>
              </a:solidFill>
            </a:endParaRPr>
          </a:p>
          <a:p>
            <a:pPr>
              <a:spcBef>
                <a:spcPts val="300"/>
              </a:spcBef>
            </a:pPr>
            <a:r>
              <a:rPr lang="en-US" altLang="de-DE" sz="1599" b="1" dirty="0">
                <a:solidFill>
                  <a:srgbClr val="32A0A0"/>
                </a:solidFill>
              </a:rPr>
              <a:t>At distances of up to 10m between SIMATIC S7-1500 H controllers: Use of synchronization modules for fiber optic cables up to 10 m</a:t>
            </a:r>
          </a:p>
          <a:p>
            <a:pPr lvl="1">
              <a:spcAft>
                <a:spcPts val="0"/>
              </a:spcAft>
            </a:pPr>
            <a:r>
              <a:rPr lang="en-US" altLang="de-DE" sz="1599" dirty="0"/>
              <a:t>MLFB Module: 6ES7 960-1CB00-0AA5</a:t>
            </a:r>
          </a:p>
          <a:p>
            <a:pPr lvl="1">
              <a:spcAft>
                <a:spcPts val="0"/>
              </a:spcAft>
            </a:pPr>
            <a:r>
              <a:rPr lang="en-US" altLang="de-DE" sz="1599" dirty="0"/>
              <a:t>MLFB Fiber Optic Cable 1m: 6ES7 960-1BB00-5AA5</a:t>
            </a:r>
          </a:p>
          <a:p>
            <a:pPr lvl="1">
              <a:spcAft>
                <a:spcPts val="0"/>
              </a:spcAft>
            </a:pPr>
            <a:r>
              <a:rPr lang="en-US" altLang="de-DE" sz="1599" dirty="0"/>
              <a:t>MLFB fiber optic cable 2m: 6ES7 960-1BC00-5AA5</a:t>
            </a:r>
          </a:p>
          <a:p>
            <a:pPr lvl="1">
              <a:spcAft>
                <a:spcPts val="0"/>
              </a:spcAft>
            </a:pPr>
            <a:r>
              <a:rPr lang="en-US" altLang="de-DE" sz="1599" dirty="0"/>
              <a:t>MLFB Fiber Optic Cable 10m: 6ES7 960-1CB00-5AA5</a:t>
            </a:r>
          </a:p>
          <a:p>
            <a:pPr>
              <a:spcBef>
                <a:spcPts val="300"/>
              </a:spcBef>
            </a:pPr>
            <a:endParaRPr lang="en-US" altLang="de-DE" sz="1599" dirty="0"/>
          </a:p>
        </p:txBody>
      </p:sp>
      <p:cxnSp>
        <p:nvCxnSpPr>
          <p:cNvPr id="8" name="Gerade Verbindung 7"/>
          <p:cNvCxnSpPr>
            <a:cxnSpLocks/>
          </p:cNvCxnSpPr>
          <p:nvPr/>
        </p:nvCxnSpPr>
        <p:spPr bwMode="gray">
          <a:xfrm>
            <a:off x="6383951" y="3231275"/>
            <a:ext cx="5469151"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 name="Gerade Verbindung 8"/>
          <p:cNvCxnSpPr>
            <a:cxnSpLocks/>
          </p:cNvCxnSpPr>
          <p:nvPr/>
        </p:nvCxnSpPr>
        <p:spPr bwMode="gray">
          <a:xfrm>
            <a:off x="626737" y="3895443"/>
            <a:ext cx="5469151"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 name="Gerade Verbindung 8">
            <a:extLst>
              <a:ext uri="{FF2B5EF4-FFF2-40B4-BE49-F238E27FC236}">
                <a16:creationId xmlns:a16="http://schemas.microsoft.com/office/drawing/2014/main" id="{0243483E-C803-4E9C-21C5-540A02811939}"/>
              </a:ext>
            </a:extLst>
          </p:cNvPr>
          <p:cNvCxnSpPr>
            <a:cxnSpLocks/>
          </p:cNvCxnSpPr>
          <p:nvPr/>
        </p:nvCxnSpPr>
        <p:spPr bwMode="gray">
          <a:xfrm>
            <a:off x="626737" y="2870125"/>
            <a:ext cx="5469151" cy="0"/>
          </a:xfrm>
          <a:prstGeom prst="line">
            <a:avLst/>
          </a:prstGeom>
          <a:solidFill>
            <a:schemeClr val="tx2"/>
          </a:solidFill>
          <a:ln w="19050" cap="flat" cmpd="sng" algn="ctr">
            <a:solidFill>
              <a:srgbClr val="BECDD7"/>
            </a:solidFill>
            <a:prstDash val="sysDot"/>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nvGrpSpPr>
          <p:cNvPr id="4" name="Gruppieren 3">
            <a:extLst>
              <a:ext uri="{FF2B5EF4-FFF2-40B4-BE49-F238E27FC236}">
                <a16:creationId xmlns:a16="http://schemas.microsoft.com/office/drawing/2014/main" id="{674CD74B-7F21-ECD7-2ED3-8E7548505E87}"/>
              </a:ext>
            </a:extLst>
          </p:cNvPr>
          <p:cNvGrpSpPr/>
          <p:nvPr/>
        </p:nvGrpSpPr>
        <p:grpSpPr>
          <a:xfrm>
            <a:off x="2820178" y="2473990"/>
            <a:ext cx="501126" cy="443788"/>
            <a:chOff x="3803362" y="1877343"/>
            <a:chExt cx="501126" cy="443788"/>
          </a:xfrm>
        </p:grpSpPr>
        <p:sp>
          <p:nvSpPr>
            <p:cNvPr id="5" name="Explosion: 8 Zacken 4">
              <a:extLst>
                <a:ext uri="{FF2B5EF4-FFF2-40B4-BE49-F238E27FC236}">
                  <a16:creationId xmlns:a16="http://schemas.microsoft.com/office/drawing/2014/main" id="{3B3DDAE4-4120-4498-8677-DE3A32AD353C}"/>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7" name="Textfeld 6">
              <a:extLst>
                <a:ext uri="{FF2B5EF4-FFF2-40B4-BE49-F238E27FC236}">
                  <a16:creationId xmlns:a16="http://schemas.microsoft.com/office/drawing/2014/main" id="{679F5BC0-7562-849B-4A85-EC553F70774C}"/>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grpSp>
        <p:nvGrpSpPr>
          <p:cNvPr id="10" name="Gruppieren 9">
            <a:extLst>
              <a:ext uri="{FF2B5EF4-FFF2-40B4-BE49-F238E27FC236}">
                <a16:creationId xmlns:a16="http://schemas.microsoft.com/office/drawing/2014/main" id="{7ABCC944-2CE5-FB7F-2406-BC3F89564792}"/>
              </a:ext>
            </a:extLst>
          </p:cNvPr>
          <p:cNvGrpSpPr/>
          <p:nvPr/>
        </p:nvGrpSpPr>
        <p:grpSpPr>
          <a:xfrm>
            <a:off x="2803480" y="1930015"/>
            <a:ext cx="501126" cy="443788"/>
            <a:chOff x="3803362" y="1877343"/>
            <a:chExt cx="501126" cy="443788"/>
          </a:xfrm>
        </p:grpSpPr>
        <p:sp>
          <p:nvSpPr>
            <p:cNvPr id="11" name="Explosion: 8 Zacken 10">
              <a:extLst>
                <a:ext uri="{FF2B5EF4-FFF2-40B4-BE49-F238E27FC236}">
                  <a16:creationId xmlns:a16="http://schemas.microsoft.com/office/drawing/2014/main" id="{A994601E-D682-79B0-0558-5D5539901468}"/>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2" name="Textfeld 11">
              <a:extLst>
                <a:ext uri="{FF2B5EF4-FFF2-40B4-BE49-F238E27FC236}">
                  <a16:creationId xmlns:a16="http://schemas.microsoft.com/office/drawing/2014/main" id="{481E4F7C-FEE4-DCAF-77EF-C4FE4248F47F}"/>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grpSp>
        <p:nvGrpSpPr>
          <p:cNvPr id="13" name="Gruppieren 12">
            <a:extLst>
              <a:ext uri="{FF2B5EF4-FFF2-40B4-BE49-F238E27FC236}">
                <a16:creationId xmlns:a16="http://schemas.microsoft.com/office/drawing/2014/main" id="{DE3F6E0A-7D44-8DBD-70F4-19B83116E2BB}"/>
              </a:ext>
            </a:extLst>
          </p:cNvPr>
          <p:cNvGrpSpPr/>
          <p:nvPr/>
        </p:nvGrpSpPr>
        <p:grpSpPr>
          <a:xfrm>
            <a:off x="7749883" y="2196953"/>
            <a:ext cx="501126" cy="443788"/>
            <a:chOff x="3803362" y="1877343"/>
            <a:chExt cx="501126" cy="443788"/>
          </a:xfrm>
        </p:grpSpPr>
        <p:sp>
          <p:nvSpPr>
            <p:cNvPr id="14" name="Explosion: 8 Zacken 13">
              <a:extLst>
                <a:ext uri="{FF2B5EF4-FFF2-40B4-BE49-F238E27FC236}">
                  <a16:creationId xmlns:a16="http://schemas.microsoft.com/office/drawing/2014/main" id="{7C16A9D5-EF26-6D5E-3B88-F2588CB8AD31}"/>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5" name="Textfeld 14">
              <a:extLst>
                <a:ext uri="{FF2B5EF4-FFF2-40B4-BE49-F238E27FC236}">
                  <a16:creationId xmlns:a16="http://schemas.microsoft.com/office/drawing/2014/main" id="{EEFC1013-6E51-CB65-080F-C43414EBDE29}"/>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Tree>
    <p:custDataLst>
      <p:tags r:id="rId1"/>
    </p:custDataLst>
    <p:extLst>
      <p:ext uri="{BB962C8B-B14F-4D97-AF65-F5344CB8AC3E}">
        <p14:creationId xmlns:p14="http://schemas.microsoft.com/office/powerpoint/2010/main" val="3113480645"/>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D4F1BB0F-7015-47A8-B11D-F42FBD661E59}"/>
              </a:ext>
            </a:extLst>
          </p:cNvPr>
          <p:cNvSpPr>
            <a:spLocks noGrp="1"/>
          </p:cNvSpPr>
          <p:nvPr>
            <p:ph type="title"/>
          </p:nvPr>
        </p:nvSpPr>
        <p:spPr/>
        <p:txBody>
          <a:bodyPr/>
          <a:lstStyle/>
          <a:p>
            <a:r>
              <a:rPr lang="en-US" dirty="0"/>
              <a:t>Disclaimer</a:t>
            </a:r>
          </a:p>
        </p:txBody>
      </p:sp>
      <p:sp>
        <p:nvSpPr>
          <p:cNvPr id="4" name="Footer Placeholder">
            <a:extLst>
              <a:ext uri="{FF2B5EF4-FFF2-40B4-BE49-F238E27FC236}">
                <a16:creationId xmlns:a16="http://schemas.microsoft.com/office/drawing/2014/main" id="{3DD2FE0F-26C9-44A2-8E72-736EE0DE558E}"/>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7" name="Copy">
            <a:extLst>
              <a:ext uri="{FF2B5EF4-FFF2-40B4-BE49-F238E27FC236}">
                <a16:creationId xmlns:a16="http://schemas.microsoft.com/office/drawing/2014/main" id="{B0F1AA84-8232-42E6-A097-B5D82BFE58C8}"/>
              </a:ext>
            </a:extLst>
          </p:cNvPr>
          <p:cNvSpPr>
            <a:spLocks noGrp="1"/>
          </p:cNvSpPr>
          <p:nvPr>
            <p:ph idx="4294967295"/>
          </p:nvPr>
        </p:nvSpPr>
        <p:spPr>
          <a:xfrm>
            <a:off x="1059160" y="1379629"/>
            <a:ext cx="7199313" cy="4752975"/>
          </a:xfrm>
        </p:spPr>
        <p:txBody>
          <a:bodyPr/>
          <a:lstStyle/>
          <a:p>
            <a:r>
              <a:rPr lang="en-US" dirty="0"/>
              <a:t>© Siemens 2022</a:t>
            </a:r>
          </a:p>
          <a:p>
            <a:r>
              <a:rPr lang="en-US" dirty="0"/>
              <a:t> </a:t>
            </a:r>
          </a:p>
          <a:p>
            <a:r>
              <a:rPr lang="en-US" dirty="0"/>
              <a:t>Subject to changes and errors. The information given in this document only contains general descriptions and/or performance features which may not always specifically reflect those described, or which may undergo modification in the course of further development of the products. The requested performance features are binding only when they are expressly agreed upon in the concluded contract.</a:t>
            </a:r>
          </a:p>
          <a:p>
            <a:endParaRPr lang="en-US" dirty="0"/>
          </a:p>
          <a:p>
            <a:r>
              <a:rPr lang="en-US" dirty="0"/>
              <a:t>All product designations may be trademarks or other rights of </a:t>
            </a:r>
            <a:br>
              <a:rPr lang="en-US" dirty="0"/>
            </a:br>
            <a:r>
              <a:rPr lang="en-US" dirty="0"/>
              <a:t>Siemens AG, its affiliated companies or other companies whose use by third parties for their own purposes could violate the rights of the respective owner.</a:t>
            </a:r>
          </a:p>
        </p:txBody>
      </p:sp>
    </p:spTree>
    <p:extLst>
      <p:ext uri="{BB962C8B-B14F-4D97-AF65-F5344CB8AC3E}">
        <p14:creationId xmlns:p14="http://schemas.microsoft.com/office/powerpoint/2010/main" val="53967631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EF7BA6B8-2D49-49EE-AA38-401584ACB3E0}"/>
              </a:ext>
            </a:extLst>
          </p:cNvPr>
          <p:cNvSpPr>
            <a:spLocks noGrp="1"/>
          </p:cNvSpPr>
          <p:nvPr>
            <p:ph type="title"/>
          </p:nvPr>
        </p:nvSpPr>
        <p:spPr/>
        <p:txBody>
          <a:bodyPr/>
          <a:lstStyle/>
          <a:p>
            <a:r>
              <a:rPr lang="en-US" dirty="0"/>
              <a:t>Contact</a:t>
            </a:r>
          </a:p>
        </p:txBody>
      </p:sp>
      <p:sp>
        <p:nvSpPr>
          <p:cNvPr id="3" name="Subtitle">
            <a:extLst>
              <a:ext uri="{FF2B5EF4-FFF2-40B4-BE49-F238E27FC236}">
                <a16:creationId xmlns:a16="http://schemas.microsoft.com/office/drawing/2014/main" id="{A8C0B1B3-7902-4A0F-A274-1F5878B8197A}"/>
              </a:ext>
            </a:extLst>
          </p:cNvPr>
          <p:cNvSpPr>
            <a:spLocks noGrp="1"/>
          </p:cNvSpPr>
          <p:nvPr>
            <p:ph type="subTitle" idx="1"/>
          </p:nvPr>
        </p:nvSpPr>
        <p:spPr/>
        <p:txBody>
          <a:bodyPr/>
          <a:lstStyle/>
          <a:p>
            <a:r>
              <a:rPr lang="en-US" dirty="0"/>
              <a:t>Publisher: Siemens 2022</a:t>
            </a:r>
          </a:p>
        </p:txBody>
      </p:sp>
      <p:sp>
        <p:nvSpPr>
          <p:cNvPr id="2" name="Footer Placeholder">
            <a:extLst>
              <a:ext uri="{FF2B5EF4-FFF2-40B4-BE49-F238E27FC236}">
                <a16:creationId xmlns:a16="http://schemas.microsoft.com/office/drawing/2014/main" id="{7D86EBFB-CE6A-4758-896A-AAD8E1D08CC8}"/>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30440833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5.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CDT_OLDSLIDEHIDDEN" val="False"/>
  <p:tag name="CDT_OLDSLIDEINDEX" val="2"/>
  <p:tag name="CDT_TITLE1" val="Anforderungen"/>
  <p:tag name="CDT_NAVBARONTHISSLIDE" val="True"/>
  <p:tag name="CDT_INTERSECT_SLIDE" val="False"/>
  <p:tag name="CDT_DESIGNS_NAME" val="Siemens 2013 – 16:9"/>
  <p:tag name="CDT_MASTERS_NAME" val="One object (large)"/>
  <p:tag name="CDT_LAYOUT_TYPE" val="16"/>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k1fxDoPBRk2huNUqaEMhOQ"/>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MIO_EK" val="637748"/>
  <p:tag name="MIO_GUID" val="bbfba288-975b-4567-b8fa-631da3495da4"/>
  <p:tag name="MIO_UPDATE" val="True"/>
  <p:tag name="MIO_VERSION" val="14.12.2016 13:28:01"/>
  <p:tag name="MIO_DBID" val="598A5C07-C27D-430B-A8FC-FA667BE665A4"/>
  <p:tag name="MIO_LASTDOWNLOADED" val="28.02.2017 17:59:38"/>
  <p:tag name="MIO_OBJECTNAME" val="Tunnel_automation_C"/>
  <p:tag name="MIO_LASTEDITORNAME" val="(Maximilian Berger)"/>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7XVS38Jue0SRZxBfjYpl9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k1snt.mKuky8rwUxfRsAL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k1snt.mKuky8rwUxfRsAL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7XVS38Jue0SRZxBfjYpl9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7XVS38Jue0SRZxBfjYpl9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k1snt.mKuky8rwUxfRsAL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7XVS38Jue0SRZxBfjYpl9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7XVS38Jue0SRZxBfjYpl9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k1snt.mKuky8rwUxfRsAL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7XVS38Jue0SRZxBfjYpl9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7XVS38Jue0SRZxBfjYpl9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7XVS38Jue0SRZxBfjYpl9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7XVS38Jue0SRZxBfjYpl9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7XVS38Jue0SRZxBfjYpl9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7XVS38Jue0SRZxBfjYpl9g"/>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7XVS38Jue0SRZxBfjYpl9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k1snt.mKuky8rwUxfRsAL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7XVS38Jue0SRZxBfjYpl9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k1snt.mKuky8rwUxfRsALg"/>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Ar.IdJeLkESqLwgPPPveQw"/>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CDT_TMP_FONTSIZE" val="10"/>
</p:tagLst>
</file>

<file path=ppt/tags/tag66.xml><?xml version="1.0" encoding="utf-8"?>
<p:tagLst xmlns:a="http://schemas.openxmlformats.org/drawingml/2006/main" xmlns:r="http://schemas.openxmlformats.org/officeDocument/2006/relationships" xmlns:p="http://schemas.openxmlformats.org/presentationml/2006/main">
  <p:tag name="CDT_TMP_FONTSIZE" val="10"/>
</p:tagLst>
</file>

<file path=ppt/tags/tag67.xml><?xml version="1.0" encoding="utf-8"?>
<p:tagLst xmlns:a="http://schemas.openxmlformats.org/drawingml/2006/main" xmlns:r="http://schemas.openxmlformats.org/officeDocument/2006/relationships" xmlns:p="http://schemas.openxmlformats.org/presentationml/2006/main">
  <p:tag name="CDT_TMP_FONTSIZE" val="10"/>
</p:tagLst>
</file>

<file path=ppt/tags/tag68.xml><?xml version="1.0" encoding="utf-8"?>
<p:tagLst xmlns:a="http://schemas.openxmlformats.org/drawingml/2006/main" xmlns:r="http://schemas.openxmlformats.org/officeDocument/2006/relationships" xmlns:p="http://schemas.openxmlformats.org/presentationml/2006/main">
  <p:tag name="CDT_TMP_FONTSIZE" val="10"/>
</p:tagLst>
</file>

<file path=ppt/tags/tag69.xml><?xml version="1.0" encoding="utf-8"?>
<p:tagLst xmlns:a="http://schemas.openxmlformats.org/drawingml/2006/main" xmlns:r="http://schemas.openxmlformats.org/officeDocument/2006/relationships" xmlns:p="http://schemas.openxmlformats.org/presentationml/2006/main">
  <p:tag name="CDT_TMP_FONTSIZE" val="10"/>
</p:tagLst>
</file>

<file path=ppt/tags/tag70.xml><?xml version="1.0" encoding="utf-8"?>
<p:tagLst xmlns:a="http://schemas.openxmlformats.org/drawingml/2006/main" xmlns:r="http://schemas.openxmlformats.org/officeDocument/2006/relationships" xmlns:p="http://schemas.openxmlformats.org/presentationml/2006/main">
  <p:tag name="CDT_TMP_FONTSIZE" val="10"/>
</p:tagLst>
</file>

<file path=ppt/tags/tag71.xml><?xml version="1.0" encoding="utf-8"?>
<p:tagLst xmlns:a="http://schemas.openxmlformats.org/drawingml/2006/main" xmlns:r="http://schemas.openxmlformats.org/officeDocument/2006/relationships" xmlns:p="http://schemas.openxmlformats.org/presentationml/2006/main">
  <p:tag name="CDT_TMP_FONTSIZE" val="10"/>
</p:tagLst>
</file>

<file path=ppt/tags/tag72.xml><?xml version="1.0" encoding="utf-8"?>
<p:tagLst xmlns:a="http://schemas.openxmlformats.org/drawingml/2006/main" xmlns:r="http://schemas.openxmlformats.org/officeDocument/2006/relationships" xmlns:p="http://schemas.openxmlformats.org/presentationml/2006/main">
  <p:tag name="CDT_TMP_FONTSIZE" val="10"/>
</p:tagLst>
</file>

<file path=ppt/tags/tag73.xml><?xml version="1.0" encoding="utf-8"?>
<p:tagLst xmlns:a="http://schemas.openxmlformats.org/drawingml/2006/main" xmlns:r="http://schemas.openxmlformats.org/officeDocument/2006/relationships" xmlns:p="http://schemas.openxmlformats.org/presentationml/2006/main">
  <p:tag name="CDT_TMP_FONTSIZE" val="10"/>
</p:tagLst>
</file>

<file path=ppt/tags/tag74.xml><?xml version="1.0" encoding="utf-8"?>
<p:tagLst xmlns:a="http://schemas.openxmlformats.org/drawingml/2006/main" xmlns:r="http://schemas.openxmlformats.org/officeDocument/2006/relationships" xmlns:p="http://schemas.openxmlformats.org/presentationml/2006/main">
  <p:tag name="CDT_TMP_FONTSIZE" val="10"/>
</p:tagLst>
</file>

<file path=ppt/tags/tag75.xml><?xml version="1.0" encoding="utf-8"?>
<p:tagLst xmlns:a="http://schemas.openxmlformats.org/drawingml/2006/main" xmlns:r="http://schemas.openxmlformats.org/officeDocument/2006/relationships" xmlns:p="http://schemas.openxmlformats.org/presentationml/2006/main">
  <p:tag name="CDT_TMP_FONTSIZE" val="10"/>
</p:tagLst>
</file>

<file path=ppt/tags/tag76.xml><?xml version="1.0" encoding="utf-8"?>
<p:tagLst xmlns:a="http://schemas.openxmlformats.org/drawingml/2006/main" xmlns:r="http://schemas.openxmlformats.org/officeDocument/2006/relationships" xmlns:p="http://schemas.openxmlformats.org/presentationml/2006/main">
  <p:tag name="CDT_TMP_FONTSIZE" val="10"/>
</p:tagLst>
</file>

<file path=ppt/tags/tag77.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78.xml><?xml version="1.0" encoding="utf-8"?>
<p:tagLst xmlns:a="http://schemas.openxmlformats.org/drawingml/2006/main" xmlns:r="http://schemas.openxmlformats.org/officeDocument/2006/relationships" xmlns:p="http://schemas.openxmlformats.org/presentationml/2006/main">
  <p:tag name="CDT_TMP_FONTSIZE" val="10"/>
</p:tagLst>
</file>

<file path=ppt/tags/tag79.xml><?xml version="1.0" encoding="utf-8"?>
<p:tagLst xmlns:a="http://schemas.openxmlformats.org/drawingml/2006/main" xmlns:r="http://schemas.openxmlformats.org/officeDocument/2006/relationships" xmlns:p="http://schemas.openxmlformats.org/presentationml/2006/main">
  <p:tag name="CDT_TMP_FONTSIZE" val="10"/>
</p:tagLst>
</file>

<file path=ppt/tags/tag8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8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8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8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CDT_TMP_FONTSIZE" val="10"/>
</p:tagLst>
</file>

<file path=ppt/tags/tag86.xml><?xml version="1.0" encoding="utf-8"?>
<p:tagLst xmlns:a="http://schemas.openxmlformats.org/drawingml/2006/main" xmlns:r="http://schemas.openxmlformats.org/officeDocument/2006/relationships" xmlns:p="http://schemas.openxmlformats.org/presentationml/2006/main">
  <p:tag name="CDT_TMP_FONTSIZE" val="10"/>
</p:tagLst>
</file>

<file path=ppt/tags/tag87.xml><?xml version="1.0" encoding="utf-8"?>
<p:tagLst xmlns:a="http://schemas.openxmlformats.org/drawingml/2006/main" xmlns:r="http://schemas.openxmlformats.org/officeDocument/2006/relationships" xmlns:p="http://schemas.openxmlformats.org/presentationml/2006/main">
  <p:tag name="CDT_TMP_FONTSIZE" val="10"/>
</p:tagLst>
</file>

<file path=ppt/tags/tag88.xml><?xml version="1.0" encoding="utf-8"?>
<p:tagLst xmlns:a="http://schemas.openxmlformats.org/drawingml/2006/main" xmlns:r="http://schemas.openxmlformats.org/officeDocument/2006/relationships" xmlns:p="http://schemas.openxmlformats.org/presentationml/2006/main">
  <p:tag name="CDT_TMP_FONTSIZE" val="10"/>
</p:tagLst>
</file>

<file path=ppt/tags/tag89.xml><?xml version="1.0" encoding="utf-8"?>
<p:tagLst xmlns:a="http://schemas.openxmlformats.org/drawingml/2006/main" xmlns:r="http://schemas.openxmlformats.org/officeDocument/2006/relationships" xmlns:p="http://schemas.openxmlformats.org/presentationml/2006/main">
  <p:tag name="CDT_TMP_FONTSIZE" val="10"/>
</p:tagLst>
</file>

<file path=ppt/tags/tag90.xml><?xml version="1.0" encoding="utf-8"?>
<p:tagLst xmlns:a="http://schemas.openxmlformats.org/drawingml/2006/main" xmlns:r="http://schemas.openxmlformats.org/officeDocument/2006/relationships" xmlns:p="http://schemas.openxmlformats.org/presentationml/2006/main">
  <p:tag name="CDT_TMP_FONTSIZE" val="10"/>
</p:tagLst>
</file>

<file path=ppt/tags/tag91.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92.xml><?xml version="1.0" encoding="utf-8"?>
<p:tagLst xmlns:a="http://schemas.openxmlformats.org/drawingml/2006/main" xmlns:r="http://schemas.openxmlformats.org/officeDocument/2006/relationships" xmlns:p="http://schemas.openxmlformats.org/presentationml/2006/main">
  <p:tag name="CDT_TMP_FONTSIZE" val="10"/>
</p:tagLst>
</file>

<file path=ppt/tags/tag93.xml><?xml version="1.0" encoding="utf-8"?>
<p:tagLst xmlns:a="http://schemas.openxmlformats.org/drawingml/2006/main" xmlns:r="http://schemas.openxmlformats.org/officeDocument/2006/relationships" xmlns:p="http://schemas.openxmlformats.org/presentationml/2006/main">
  <p:tag name="CDT_TMP_FONTSIZE" val="10"/>
</p:tagLst>
</file>

<file path=ppt/tags/tag94.xml><?xml version="1.0" encoding="utf-8"?>
<p:tagLst xmlns:a="http://schemas.openxmlformats.org/drawingml/2006/main" xmlns:r="http://schemas.openxmlformats.org/officeDocument/2006/relationships" xmlns:p="http://schemas.openxmlformats.org/presentationml/2006/main">
  <p:tag name="CDT_TMP_FONTSIZE" val="10"/>
</p:tagLst>
</file>

<file path=ppt/tags/tag95.xml><?xml version="1.0" encoding="utf-8"?>
<p:tagLst xmlns:a="http://schemas.openxmlformats.org/drawingml/2006/main" xmlns:r="http://schemas.openxmlformats.org/officeDocument/2006/relationships" xmlns:p="http://schemas.openxmlformats.org/presentationml/2006/main">
  <p:tag name="CDT_TMP_FONTSIZE" val="10"/>
</p:tagLst>
</file>

<file path=ppt/tags/tag96.xml><?xml version="1.0" encoding="utf-8"?>
<p:tagLst xmlns:a="http://schemas.openxmlformats.org/drawingml/2006/main" xmlns:r="http://schemas.openxmlformats.org/officeDocument/2006/relationships" xmlns:p="http://schemas.openxmlformats.org/presentationml/2006/main">
  <p:tag name="CDT_TMP_FONTSIZE" val="10"/>
</p:tagLst>
</file>

<file path=ppt/tags/tag97.xml><?xml version="1.0" encoding="utf-8"?>
<p:tagLst xmlns:a="http://schemas.openxmlformats.org/drawingml/2006/main" xmlns:r="http://schemas.openxmlformats.org/officeDocument/2006/relationships" xmlns:p="http://schemas.openxmlformats.org/presentationml/2006/main">
  <p:tag name="CDT_TMP_FONTSIZE" val="10"/>
</p:tagLst>
</file>

<file path=ppt/tags/tag98.xml><?xml version="1.0" encoding="utf-8"?>
<p:tagLst xmlns:a="http://schemas.openxmlformats.org/drawingml/2006/main" xmlns:r="http://schemas.openxmlformats.org/officeDocument/2006/relationships" xmlns:p="http://schemas.openxmlformats.org/presentationml/2006/main">
  <p:tag name="CDT_TMP_FONTSIZE" val="10"/>
</p:tagLst>
</file>

<file path=ppt/tags/tag99.xml><?xml version="1.0" encoding="utf-8"?>
<p:tagLst xmlns:a="http://schemas.openxmlformats.org/drawingml/2006/main" xmlns:r="http://schemas.openxmlformats.org/officeDocument/2006/relationships" xmlns:p="http://schemas.openxmlformats.org/presentationml/2006/main">
  <p:tag name="CDT_TMP_FONTSIZE" val="10"/>
</p:tagLst>
</file>

<file path=ppt/tags/tag10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0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0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0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0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0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0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0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0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0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CDT_TMP_FONTSIZE" val="10"/>
</p:tagLst>
</file>

<file path=ppt/tags/tag112.xml><?xml version="1.0" encoding="utf-8"?>
<p:tagLst xmlns:a="http://schemas.openxmlformats.org/drawingml/2006/main" xmlns:r="http://schemas.openxmlformats.org/officeDocument/2006/relationships" xmlns:p="http://schemas.openxmlformats.org/presentationml/2006/main">
  <p:tag name="CDT_TMP_FONTSIZE" val="10"/>
</p:tagLst>
</file>

<file path=ppt/tags/tag113.xml><?xml version="1.0" encoding="utf-8"?>
<p:tagLst xmlns:a="http://schemas.openxmlformats.org/drawingml/2006/main" xmlns:r="http://schemas.openxmlformats.org/officeDocument/2006/relationships" xmlns:p="http://schemas.openxmlformats.org/presentationml/2006/main">
  <p:tag name="CDT_TMP_FONTSIZE" val="10"/>
</p:tagLst>
</file>

<file path=ppt/tags/tag114.xml><?xml version="1.0" encoding="utf-8"?>
<p:tagLst xmlns:a="http://schemas.openxmlformats.org/drawingml/2006/main" xmlns:r="http://schemas.openxmlformats.org/officeDocument/2006/relationships" xmlns:p="http://schemas.openxmlformats.org/presentationml/2006/main">
  <p:tag name="CDT_TMP_FONTSIZE" val="10"/>
</p:tagLst>
</file>

<file path=ppt/tags/tag115.xml><?xml version="1.0" encoding="utf-8"?>
<p:tagLst xmlns:a="http://schemas.openxmlformats.org/drawingml/2006/main" xmlns:r="http://schemas.openxmlformats.org/officeDocument/2006/relationships" xmlns:p="http://schemas.openxmlformats.org/presentationml/2006/main">
  <p:tag name="CDT_TMP_FONTSIZE" val="10"/>
</p:tagLst>
</file>

<file path=ppt/tags/tag116.xml><?xml version="1.0" encoding="utf-8"?>
<p:tagLst xmlns:a="http://schemas.openxmlformats.org/drawingml/2006/main" xmlns:r="http://schemas.openxmlformats.org/officeDocument/2006/relationships" xmlns:p="http://schemas.openxmlformats.org/presentationml/2006/main">
  <p:tag name="CDT_TMP_FONTSIZE" val="10"/>
</p:tagLst>
</file>

<file path=ppt/tags/tag117.xml><?xml version="1.0" encoding="utf-8"?>
<p:tagLst xmlns:a="http://schemas.openxmlformats.org/drawingml/2006/main" xmlns:r="http://schemas.openxmlformats.org/officeDocument/2006/relationships" xmlns:p="http://schemas.openxmlformats.org/presentationml/2006/main">
  <p:tag name="CDT_TMP_FONTSIZE" val="10"/>
</p:tagLst>
</file>

<file path=ppt/tags/tag118.xml><?xml version="1.0" encoding="utf-8"?>
<p:tagLst xmlns:a="http://schemas.openxmlformats.org/drawingml/2006/main" xmlns:r="http://schemas.openxmlformats.org/officeDocument/2006/relationships" xmlns:p="http://schemas.openxmlformats.org/presentationml/2006/main">
  <p:tag name="CDT_TMP_FONTSIZE" val="10"/>
</p:tagLst>
</file>

<file path=ppt/tags/tag119.xml><?xml version="1.0" encoding="utf-8"?>
<p:tagLst xmlns:a="http://schemas.openxmlformats.org/drawingml/2006/main" xmlns:r="http://schemas.openxmlformats.org/officeDocument/2006/relationships" xmlns:p="http://schemas.openxmlformats.org/presentationml/2006/main">
  <p:tag name="CDT_TMP_FONTSIZE" val="10"/>
</p:tagLst>
</file>

<file path=ppt/tags/tag120.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21.xml><?xml version="1.0" encoding="utf-8"?>
<p:tagLst xmlns:a="http://schemas.openxmlformats.org/drawingml/2006/main" xmlns:r="http://schemas.openxmlformats.org/officeDocument/2006/relationships" xmlns:p="http://schemas.openxmlformats.org/presentationml/2006/main">
  <p:tag name="CDT_TMP_FONTSIZE" val="10"/>
</p:tagLst>
</file>

<file path=ppt/tags/tag12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2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2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2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2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2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2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2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3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3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32.xml><?xml version="1.0" encoding="utf-8"?>
<p:tagLst xmlns:a="http://schemas.openxmlformats.org/drawingml/2006/main" xmlns:r="http://schemas.openxmlformats.org/officeDocument/2006/relationships" xmlns:p="http://schemas.openxmlformats.org/presentationml/2006/main">
  <p:tag name="CDT_TMP_FONTSIZE" val="10"/>
</p:tagLst>
</file>

<file path=ppt/tags/tag133.xml><?xml version="1.0" encoding="utf-8"?>
<p:tagLst xmlns:a="http://schemas.openxmlformats.org/drawingml/2006/main" xmlns:r="http://schemas.openxmlformats.org/officeDocument/2006/relationships" xmlns:p="http://schemas.openxmlformats.org/presentationml/2006/main">
  <p:tag name="CDT_TMP_FONTSIZE" val="10"/>
</p:tagLst>
</file>

<file path=ppt/tags/tag134.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35.xml><?xml version="1.0" encoding="utf-8"?>
<p:tagLst xmlns:a="http://schemas.openxmlformats.org/drawingml/2006/main" xmlns:r="http://schemas.openxmlformats.org/officeDocument/2006/relationships" xmlns:p="http://schemas.openxmlformats.org/presentationml/2006/main">
  <p:tag name="CDT_TMP_FONTSIZE" val="10"/>
</p:tagLst>
</file>

<file path=ppt/tags/tag136.xml><?xml version="1.0" encoding="utf-8"?>
<p:tagLst xmlns:a="http://schemas.openxmlformats.org/drawingml/2006/main" xmlns:r="http://schemas.openxmlformats.org/officeDocument/2006/relationships" xmlns:p="http://schemas.openxmlformats.org/presentationml/2006/main">
  <p:tag name="CDT_TMP_FONTSIZE" val="10"/>
</p:tagLst>
</file>

<file path=ppt/tags/tag13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3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3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4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4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4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47.xml><?xml version="1.0" encoding="utf-8"?>
<p:tagLst xmlns:a="http://schemas.openxmlformats.org/drawingml/2006/main" xmlns:r="http://schemas.openxmlformats.org/officeDocument/2006/relationships" xmlns:p="http://schemas.openxmlformats.org/presentationml/2006/main">
  <p:tag name="CDT_TMP_FONTSIZE" val="10"/>
</p:tagLst>
</file>

<file path=ppt/tags/tag148.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49.xml><?xml version="1.0" encoding="utf-8"?>
<p:tagLst xmlns:a="http://schemas.openxmlformats.org/drawingml/2006/main" xmlns:r="http://schemas.openxmlformats.org/officeDocument/2006/relationships" xmlns:p="http://schemas.openxmlformats.org/presentationml/2006/main">
  <p:tag name="CDT_TMP_FONTSIZE" val="10"/>
</p:tagLst>
</file>

<file path=ppt/tags/tag15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5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5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5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54.xml><?xml version="1.0" encoding="utf-8"?>
<p:tagLst xmlns:a="http://schemas.openxmlformats.org/drawingml/2006/main" xmlns:r="http://schemas.openxmlformats.org/officeDocument/2006/relationships" xmlns:p="http://schemas.openxmlformats.org/presentationml/2006/main">
  <p:tag name="CDT_TMP_FONTSIZE" val="10"/>
</p:tagLst>
</file>

<file path=ppt/tags/tag155.xml><?xml version="1.0" encoding="utf-8"?>
<p:tagLst xmlns:a="http://schemas.openxmlformats.org/drawingml/2006/main" xmlns:r="http://schemas.openxmlformats.org/officeDocument/2006/relationships" xmlns:p="http://schemas.openxmlformats.org/presentationml/2006/main">
  <p:tag name="CDT_TMP_FONTSIZE" val="10"/>
</p:tagLst>
</file>

<file path=ppt/tags/tag156.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57.xml><?xml version="1.0" encoding="utf-8"?>
<p:tagLst xmlns:a="http://schemas.openxmlformats.org/drawingml/2006/main" xmlns:r="http://schemas.openxmlformats.org/officeDocument/2006/relationships" xmlns:p="http://schemas.openxmlformats.org/presentationml/2006/main">
  <p:tag name="CDT_TMP_FONTSIZE" val="10"/>
</p:tagLst>
</file>

<file path=ppt/tags/tag158.xml><?xml version="1.0" encoding="utf-8"?>
<p:tagLst xmlns:a="http://schemas.openxmlformats.org/drawingml/2006/main" xmlns:r="http://schemas.openxmlformats.org/officeDocument/2006/relationships" xmlns:p="http://schemas.openxmlformats.org/presentationml/2006/main">
  <p:tag name="CDT_TMP_FONTSIZE" val="10"/>
</p:tagLst>
</file>

<file path=ppt/tags/tag15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6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6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6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CDT_TMP_FONTSIZE" val="10"/>
</p:tagLst>
</file>

<file path=ppt/tags/tag165.xml><?xml version="1.0" encoding="utf-8"?>
<p:tagLst xmlns:a="http://schemas.openxmlformats.org/drawingml/2006/main" xmlns:r="http://schemas.openxmlformats.org/officeDocument/2006/relationships" xmlns:p="http://schemas.openxmlformats.org/presentationml/2006/main">
  <p:tag name="CDT_TMP_FONTSIZE" val="10"/>
</p:tagLst>
</file>

<file path=ppt/tags/tag166.xml><?xml version="1.0" encoding="utf-8"?>
<p:tagLst xmlns:a="http://schemas.openxmlformats.org/drawingml/2006/main" xmlns:r="http://schemas.openxmlformats.org/officeDocument/2006/relationships" xmlns:p="http://schemas.openxmlformats.org/presentationml/2006/main">
  <p:tag name="CDT_TMP_FONTSIZE" val="10"/>
</p:tagLst>
</file>

<file path=ppt/tags/tag167.xml><?xml version="1.0" encoding="utf-8"?>
<p:tagLst xmlns:a="http://schemas.openxmlformats.org/drawingml/2006/main" xmlns:r="http://schemas.openxmlformats.org/officeDocument/2006/relationships" xmlns:p="http://schemas.openxmlformats.org/presentationml/2006/main">
  <p:tag name="CDT_TMP_FONTSIZE" val="10"/>
</p:tagLst>
</file>

<file path=ppt/tags/tag168.xml><?xml version="1.0" encoding="utf-8"?>
<p:tagLst xmlns:a="http://schemas.openxmlformats.org/drawingml/2006/main" xmlns:r="http://schemas.openxmlformats.org/officeDocument/2006/relationships" xmlns:p="http://schemas.openxmlformats.org/presentationml/2006/main">
  <p:tag name="CDT_TMP_FONTSIZE" val="10"/>
</p:tagLst>
</file>

<file path=ppt/tags/tag169.xml><?xml version="1.0" encoding="utf-8"?>
<p:tagLst xmlns:a="http://schemas.openxmlformats.org/drawingml/2006/main" xmlns:r="http://schemas.openxmlformats.org/officeDocument/2006/relationships" xmlns:p="http://schemas.openxmlformats.org/presentationml/2006/main">
  <p:tag name="CDT_TMP_FONTSIZE" val="10"/>
</p:tagLst>
</file>

<file path=ppt/tags/tag170.xml><?xml version="1.0" encoding="utf-8"?>
<p:tagLst xmlns:a="http://schemas.openxmlformats.org/drawingml/2006/main" xmlns:r="http://schemas.openxmlformats.org/officeDocument/2006/relationships" xmlns:p="http://schemas.openxmlformats.org/presentationml/2006/main">
  <p:tag name="CDT_TMP_FONTSIZE" val="10"/>
</p:tagLst>
</file>

<file path=ppt/tags/tag171.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72.xml><?xml version="1.0" encoding="utf-8"?>
<p:tagLst xmlns:a="http://schemas.openxmlformats.org/drawingml/2006/main" xmlns:r="http://schemas.openxmlformats.org/officeDocument/2006/relationships" xmlns:p="http://schemas.openxmlformats.org/presentationml/2006/main">
  <p:tag name="CDT_TMP_FONTSIZE" val="10"/>
</p:tagLst>
</file>

<file path=ppt/tags/tag17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7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7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7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77.xml><?xml version="1.0" encoding="utf-8"?>
<p:tagLst xmlns:a="http://schemas.openxmlformats.org/drawingml/2006/main" xmlns:r="http://schemas.openxmlformats.org/officeDocument/2006/relationships" xmlns:p="http://schemas.openxmlformats.org/presentationml/2006/main">
  <p:tag name="CDT_TMP_FONTSIZE" val="10"/>
</p:tagLst>
</file>

<file path=ppt/tags/tag178.xml><?xml version="1.0" encoding="utf-8"?>
<p:tagLst xmlns:a="http://schemas.openxmlformats.org/drawingml/2006/main" xmlns:r="http://schemas.openxmlformats.org/officeDocument/2006/relationships" xmlns:p="http://schemas.openxmlformats.org/presentationml/2006/main">
  <p:tag name="CDT_TMP_FONTSIZE" val="10"/>
</p:tagLst>
</file>

<file path=ppt/tags/tag179.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180.xml><?xml version="1.0" encoding="utf-8"?>
<p:tagLst xmlns:a="http://schemas.openxmlformats.org/drawingml/2006/main" xmlns:r="http://schemas.openxmlformats.org/officeDocument/2006/relationships" xmlns:p="http://schemas.openxmlformats.org/presentationml/2006/main">
  <p:tag name="CDT_TMP_FONTSIZE" val="10"/>
</p:tagLst>
</file>

<file path=ppt/tags/tag181.xml><?xml version="1.0" encoding="utf-8"?>
<p:tagLst xmlns:a="http://schemas.openxmlformats.org/drawingml/2006/main" xmlns:r="http://schemas.openxmlformats.org/officeDocument/2006/relationships" xmlns:p="http://schemas.openxmlformats.org/presentationml/2006/main">
  <p:tag name="CDT_TMP_FONTSIZE" val="10"/>
</p:tagLst>
</file>

<file path=ppt/tags/tag18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8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8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8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CDT_TMP_FONTSIZE" val="10"/>
</p:tagLst>
</file>

<file path=ppt/tags/tag188.xml><?xml version="1.0" encoding="utf-8"?>
<p:tagLst xmlns:a="http://schemas.openxmlformats.org/drawingml/2006/main" xmlns:r="http://schemas.openxmlformats.org/officeDocument/2006/relationships" xmlns:p="http://schemas.openxmlformats.org/presentationml/2006/main">
  <p:tag name="CDT_TMP_FONTSIZE" val="10"/>
</p:tagLst>
</file>

<file path=ppt/tags/tag189.xml><?xml version="1.0" encoding="utf-8"?>
<p:tagLst xmlns:a="http://schemas.openxmlformats.org/drawingml/2006/main" xmlns:r="http://schemas.openxmlformats.org/officeDocument/2006/relationships" xmlns:p="http://schemas.openxmlformats.org/presentationml/2006/main">
  <p:tag name="CDT_TMP_FONTSIZE" val="10"/>
</p:tagLst>
</file>

<file path=ppt/tags/tag190.xml><?xml version="1.0" encoding="utf-8"?>
<p:tagLst xmlns:a="http://schemas.openxmlformats.org/drawingml/2006/main" xmlns:r="http://schemas.openxmlformats.org/officeDocument/2006/relationships" xmlns:p="http://schemas.openxmlformats.org/presentationml/2006/main">
  <p:tag name="CDT_TMP_FONTSIZE" val="10"/>
</p:tagLst>
</file>

<file path=ppt/tags/tag191.xml><?xml version="1.0" encoding="utf-8"?>
<p:tagLst xmlns:a="http://schemas.openxmlformats.org/drawingml/2006/main" xmlns:r="http://schemas.openxmlformats.org/officeDocument/2006/relationships" xmlns:p="http://schemas.openxmlformats.org/presentationml/2006/main">
  <p:tag name="CDT_TMP_FONTSIZE" val="10"/>
</p:tagLst>
</file>

<file path=ppt/tags/tag192.xml><?xml version="1.0" encoding="utf-8"?>
<p:tagLst xmlns:a="http://schemas.openxmlformats.org/drawingml/2006/main" xmlns:r="http://schemas.openxmlformats.org/officeDocument/2006/relationships" xmlns:p="http://schemas.openxmlformats.org/presentationml/2006/main">
  <p:tag name="CDT_TMP_FONTSIZE" val="10"/>
</p:tagLst>
</file>

<file path=ppt/tags/tag193.xml><?xml version="1.0" encoding="utf-8"?>
<p:tagLst xmlns:a="http://schemas.openxmlformats.org/drawingml/2006/main" xmlns:r="http://schemas.openxmlformats.org/officeDocument/2006/relationships" xmlns:p="http://schemas.openxmlformats.org/presentationml/2006/main">
  <p:tag name="CDT_TMP_FONTSIZE" val="10"/>
</p:tagLst>
</file>

<file path=ppt/tags/tag194.xml><?xml version="1.0" encoding="utf-8"?>
<p:tagLst xmlns:a="http://schemas.openxmlformats.org/drawingml/2006/main" xmlns:r="http://schemas.openxmlformats.org/officeDocument/2006/relationships" xmlns:p="http://schemas.openxmlformats.org/presentationml/2006/main">
  <p:tag name="CDT_TMP_FONTSIZE" val="10"/>
</p:tagLst>
</file>

<file path=ppt/tags/tag195.xml><?xml version="1.0" encoding="utf-8"?>
<p:tagLst xmlns:a="http://schemas.openxmlformats.org/drawingml/2006/main" xmlns:r="http://schemas.openxmlformats.org/officeDocument/2006/relationships" xmlns:p="http://schemas.openxmlformats.org/presentationml/2006/main">
  <p:tag name="CDT_TMP_FONTSIZE" val="10"/>
</p:tagLst>
</file>

<file path=ppt/tags/tag196.xml><?xml version="1.0" encoding="utf-8"?>
<p:tagLst xmlns:a="http://schemas.openxmlformats.org/drawingml/2006/main" xmlns:r="http://schemas.openxmlformats.org/officeDocument/2006/relationships" xmlns:p="http://schemas.openxmlformats.org/presentationml/2006/main">
  <p:tag name="CDT_TMP_FONTSIZE" val="10"/>
</p:tagLst>
</file>

<file path=ppt/tags/tag197.xml><?xml version="1.0" encoding="utf-8"?>
<p:tagLst xmlns:a="http://schemas.openxmlformats.org/drawingml/2006/main" xmlns:r="http://schemas.openxmlformats.org/officeDocument/2006/relationships" xmlns:p="http://schemas.openxmlformats.org/presentationml/2006/main">
  <p:tag name="CDT_TMP_FONTSIZE" val="10"/>
</p:tagLst>
</file>

<file path=ppt/tags/tag198.xml><?xml version="1.0" encoding="utf-8"?>
<p:tagLst xmlns:a="http://schemas.openxmlformats.org/drawingml/2006/main" xmlns:r="http://schemas.openxmlformats.org/officeDocument/2006/relationships" xmlns:p="http://schemas.openxmlformats.org/presentationml/2006/main">
  <p:tag name="CDT_TMP_FONTSIZE" val="10"/>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CDT_TMP_FONTSIZE" val="10"/>
</p:tagLst>
</file>

<file path=ppt/tags/tag201.xml><?xml version="1.0" encoding="utf-8"?>
<p:tagLst xmlns:a="http://schemas.openxmlformats.org/drawingml/2006/main" xmlns:r="http://schemas.openxmlformats.org/officeDocument/2006/relationships" xmlns:p="http://schemas.openxmlformats.org/presentationml/2006/main">
  <p:tag name="CDT_TMP_FONTSIZE" val="10"/>
</p:tagLst>
</file>

<file path=ppt/tags/tag202.xml><?xml version="1.0" encoding="utf-8"?>
<p:tagLst xmlns:a="http://schemas.openxmlformats.org/drawingml/2006/main" xmlns:r="http://schemas.openxmlformats.org/officeDocument/2006/relationships" xmlns:p="http://schemas.openxmlformats.org/presentationml/2006/main">
  <p:tag name="CDT_TMP_FONTSIZE" val="10"/>
</p:tagLst>
</file>

<file path=ppt/tags/tag203.xml><?xml version="1.0" encoding="utf-8"?>
<p:tagLst xmlns:a="http://schemas.openxmlformats.org/drawingml/2006/main" xmlns:r="http://schemas.openxmlformats.org/officeDocument/2006/relationships" xmlns:p="http://schemas.openxmlformats.org/presentationml/2006/main">
  <p:tag name="CDT_TMP_FONTSIZE" val="10"/>
</p:tagLst>
</file>

<file path=ppt/tags/tag204.xml><?xml version="1.0" encoding="utf-8"?>
<p:tagLst xmlns:a="http://schemas.openxmlformats.org/drawingml/2006/main" xmlns:r="http://schemas.openxmlformats.org/officeDocument/2006/relationships" xmlns:p="http://schemas.openxmlformats.org/presentationml/2006/main">
  <p:tag name="CDT_TMP_FONTSIZE" val="10"/>
</p:tagLst>
</file>

<file path=ppt/tags/tag205.xml><?xml version="1.0" encoding="utf-8"?>
<p:tagLst xmlns:a="http://schemas.openxmlformats.org/drawingml/2006/main" xmlns:r="http://schemas.openxmlformats.org/officeDocument/2006/relationships" xmlns:p="http://schemas.openxmlformats.org/presentationml/2006/main">
  <p:tag name="CDT_TMP_FONTSIZE" val="10"/>
</p:tagLst>
</file>

<file path=ppt/tags/tag206.xml><?xml version="1.0" encoding="utf-8"?>
<p:tagLst xmlns:a="http://schemas.openxmlformats.org/drawingml/2006/main" xmlns:r="http://schemas.openxmlformats.org/officeDocument/2006/relationships" xmlns:p="http://schemas.openxmlformats.org/presentationml/2006/main">
  <p:tag name="CDT_TMP_FONTSIZE" val="10"/>
</p:tagLst>
</file>

<file path=ppt/tags/tag207.xml><?xml version="1.0" encoding="utf-8"?>
<p:tagLst xmlns:a="http://schemas.openxmlformats.org/drawingml/2006/main" xmlns:r="http://schemas.openxmlformats.org/officeDocument/2006/relationships" xmlns:p="http://schemas.openxmlformats.org/presentationml/2006/main">
  <p:tag name="CDT_TMP_FONTSIZE" val="10"/>
</p:tagLst>
</file>

<file path=ppt/tags/tag208.xml><?xml version="1.0" encoding="utf-8"?>
<p:tagLst xmlns:a="http://schemas.openxmlformats.org/drawingml/2006/main" xmlns:r="http://schemas.openxmlformats.org/officeDocument/2006/relationships" xmlns:p="http://schemas.openxmlformats.org/presentationml/2006/main">
  <p:tag name="CDT_TMP_FONTSIZE" val="10"/>
</p:tagLst>
</file>

<file path=ppt/tags/tag209.xml><?xml version="1.0" encoding="utf-8"?>
<p:tagLst xmlns:a="http://schemas.openxmlformats.org/drawingml/2006/main" xmlns:r="http://schemas.openxmlformats.org/officeDocument/2006/relationships" xmlns:p="http://schemas.openxmlformats.org/presentationml/2006/main">
  <p:tag name="CDT_TMP_FONTSIZE" val="10"/>
</p:tagLst>
</file>

<file path=ppt/tags/tag210.xml><?xml version="1.0" encoding="utf-8"?>
<p:tagLst xmlns:a="http://schemas.openxmlformats.org/drawingml/2006/main" xmlns:r="http://schemas.openxmlformats.org/officeDocument/2006/relationships" xmlns:p="http://schemas.openxmlformats.org/presentationml/2006/main">
  <p:tag name="CDT_TMP_FONTSIZE" val="10"/>
</p:tagLst>
</file>

<file path=ppt/tags/tag211.xml><?xml version="1.0" encoding="utf-8"?>
<p:tagLst xmlns:a="http://schemas.openxmlformats.org/drawingml/2006/main" xmlns:r="http://schemas.openxmlformats.org/officeDocument/2006/relationships" xmlns:p="http://schemas.openxmlformats.org/presentationml/2006/main">
  <p:tag name="CDT_TMP_FONTSIZE" val="10"/>
</p:tagLst>
</file>

<file path=ppt/tags/tag21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1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1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1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1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1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1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1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2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2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2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2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24.xml><?xml version="1.0" encoding="utf-8"?>
<p:tagLst xmlns:a="http://schemas.openxmlformats.org/drawingml/2006/main" xmlns:r="http://schemas.openxmlformats.org/officeDocument/2006/relationships" xmlns:p="http://schemas.openxmlformats.org/presentationml/2006/main">
  <p:tag name="CDT_TMP_FONTSIZE" val="10"/>
</p:tagLst>
</file>

<file path=ppt/tags/tag225.xml><?xml version="1.0" encoding="utf-8"?>
<p:tagLst xmlns:a="http://schemas.openxmlformats.org/drawingml/2006/main" xmlns:r="http://schemas.openxmlformats.org/officeDocument/2006/relationships" xmlns:p="http://schemas.openxmlformats.org/presentationml/2006/main">
  <p:tag name="CDT_TMP_FONTSIZE" val="10"/>
</p:tagLst>
</file>

<file path=ppt/tags/tag22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2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2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2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3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3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32.xml><?xml version="1.0" encoding="utf-8"?>
<p:tagLst xmlns:a="http://schemas.openxmlformats.org/drawingml/2006/main" xmlns:r="http://schemas.openxmlformats.org/officeDocument/2006/relationships" xmlns:p="http://schemas.openxmlformats.org/presentationml/2006/main">
  <p:tag name="CDT_TMP_FONTSIZE" val="10"/>
</p:tagLst>
</file>

<file path=ppt/tags/tag233.xml><?xml version="1.0" encoding="utf-8"?>
<p:tagLst xmlns:a="http://schemas.openxmlformats.org/drawingml/2006/main" xmlns:r="http://schemas.openxmlformats.org/officeDocument/2006/relationships" xmlns:p="http://schemas.openxmlformats.org/presentationml/2006/main">
  <p:tag name="CDT_TMP_FONTSIZE" val="10"/>
</p:tagLst>
</file>

<file path=ppt/tags/tag234.xml><?xml version="1.0" encoding="utf-8"?>
<p:tagLst xmlns:a="http://schemas.openxmlformats.org/drawingml/2006/main" xmlns:r="http://schemas.openxmlformats.org/officeDocument/2006/relationships" xmlns:p="http://schemas.openxmlformats.org/presentationml/2006/main">
  <p:tag name="CDT_TMP_FONTSIZE" val="10"/>
</p:tagLst>
</file>

<file path=ppt/tags/tag235.xml><?xml version="1.0" encoding="utf-8"?>
<p:tagLst xmlns:a="http://schemas.openxmlformats.org/drawingml/2006/main" xmlns:r="http://schemas.openxmlformats.org/officeDocument/2006/relationships" xmlns:p="http://schemas.openxmlformats.org/presentationml/2006/main">
  <p:tag name="CDT_TMP_FONTSIZE" val="10"/>
</p:tagLst>
</file>

<file path=ppt/tags/tag23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3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3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3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4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4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CDT_TMP_FONTSIZE" val="10"/>
</p:tagLst>
</file>

<file path=ppt/tags/tag244.xml><?xml version="1.0" encoding="utf-8"?>
<p:tagLst xmlns:a="http://schemas.openxmlformats.org/drawingml/2006/main" xmlns:r="http://schemas.openxmlformats.org/officeDocument/2006/relationships" xmlns:p="http://schemas.openxmlformats.org/presentationml/2006/main">
  <p:tag name="CDT_TMP_FONTSIZE" val="10"/>
</p:tagLst>
</file>

<file path=ppt/tags/tag245.xml><?xml version="1.0" encoding="utf-8"?>
<p:tagLst xmlns:a="http://schemas.openxmlformats.org/drawingml/2006/main" xmlns:r="http://schemas.openxmlformats.org/officeDocument/2006/relationships" xmlns:p="http://schemas.openxmlformats.org/presentationml/2006/main">
  <p:tag name="CDT_TMP_FONTSIZE" val="10"/>
</p:tagLst>
</file>

<file path=ppt/tags/tag246.xml><?xml version="1.0" encoding="utf-8"?>
<p:tagLst xmlns:a="http://schemas.openxmlformats.org/drawingml/2006/main" xmlns:r="http://schemas.openxmlformats.org/officeDocument/2006/relationships" xmlns:p="http://schemas.openxmlformats.org/presentationml/2006/main">
  <p:tag name="CDT_TMP_FONTSIZE" val="10"/>
</p:tagLst>
</file>

<file path=ppt/tags/tag247.xml><?xml version="1.0" encoding="utf-8"?>
<p:tagLst xmlns:a="http://schemas.openxmlformats.org/drawingml/2006/main" xmlns:r="http://schemas.openxmlformats.org/officeDocument/2006/relationships" xmlns:p="http://schemas.openxmlformats.org/presentationml/2006/main">
  <p:tag name="CDT_TMP_FONTSIZE" val="10"/>
</p:tagLst>
</file>

<file path=ppt/tags/tag248.xml><?xml version="1.0" encoding="utf-8"?>
<p:tagLst xmlns:a="http://schemas.openxmlformats.org/drawingml/2006/main" xmlns:r="http://schemas.openxmlformats.org/officeDocument/2006/relationships" xmlns:p="http://schemas.openxmlformats.org/presentationml/2006/main">
  <p:tag name="CDT_TMP_FONTSIZE" val="10"/>
</p:tagLst>
</file>

<file path=ppt/tags/tag249.xml><?xml version="1.0" encoding="utf-8"?>
<p:tagLst xmlns:a="http://schemas.openxmlformats.org/drawingml/2006/main" xmlns:r="http://schemas.openxmlformats.org/officeDocument/2006/relationships" xmlns:p="http://schemas.openxmlformats.org/presentationml/2006/main">
  <p:tag name="CDT_TMP_FONTSIZE" val="10"/>
</p:tagLst>
</file>

<file path=ppt/tags/tag250.xml><?xml version="1.0" encoding="utf-8"?>
<p:tagLst xmlns:a="http://schemas.openxmlformats.org/drawingml/2006/main" xmlns:r="http://schemas.openxmlformats.org/officeDocument/2006/relationships" xmlns:p="http://schemas.openxmlformats.org/presentationml/2006/main">
  <p:tag name="CDT_TMP_FONTSIZE" val="10"/>
</p:tagLst>
</file>

<file path=ppt/tags/tag251.xml><?xml version="1.0" encoding="utf-8"?>
<p:tagLst xmlns:a="http://schemas.openxmlformats.org/drawingml/2006/main" xmlns:r="http://schemas.openxmlformats.org/officeDocument/2006/relationships" xmlns:p="http://schemas.openxmlformats.org/presentationml/2006/main">
  <p:tag name="CDT_TMP_FONTSIZE" val="10"/>
</p:tagLst>
</file>

<file path=ppt/tags/tag252.xml><?xml version="1.0" encoding="utf-8"?>
<p:tagLst xmlns:a="http://schemas.openxmlformats.org/drawingml/2006/main" xmlns:r="http://schemas.openxmlformats.org/officeDocument/2006/relationships" xmlns:p="http://schemas.openxmlformats.org/presentationml/2006/main">
  <p:tag name="CDT_TMP_FONTSIZE" val="10"/>
</p:tagLst>
</file>

<file path=ppt/tags/tag253.xml><?xml version="1.0" encoding="utf-8"?>
<p:tagLst xmlns:a="http://schemas.openxmlformats.org/drawingml/2006/main" xmlns:r="http://schemas.openxmlformats.org/officeDocument/2006/relationships" xmlns:p="http://schemas.openxmlformats.org/presentationml/2006/main">
  <p:tag name="CDT_TMP_FONTSIZE" val="10"/>
</p:tagLst>
</file>

<file path=ppt/tags/tag254.xml><?xml version="1.0" encoding="utf-8"?>
<p:tagLst xmlns:a="http://schemas.openxmlformats.org/drawingml/2006/main" xmlns:r="http://schemas.openxmlformats.org/officeDocument/2006/relationships" xmlns:p="http://schemas.openxmlformats.org/presentationml/2006/main">
  <p:tag name="CDT_TMP_FONTSIZE" val="10"/>
</p:tagLst>
</file>

<file path=ppt/tags/tag25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5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5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5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5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6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6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6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6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6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6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6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6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6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6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7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7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7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4.xml><?xml version="1.0" encoding="utf-8"?>
<p:tagLst xmlns:a="http://schemas.openxmlformats.org/drawingml/2006/main" xmlns:r="http://schemas.openxmlformats.org/officeDocument/2006/relationships" xmlns:p="http://schemas.openxmlformats.org/presentationml/2006/main">
  <p:tag name="CDT_TMP_FONTSIZE" val="10"/>
</p:tagLst>
</file>

<file path=ppt/tags/tag275.xml><?xml version="1.0" encoding="utf-8"?>
<p:tagLst xmlns:a="http://schemas.openxmlformats.org/drawingml/2006/main" xmlns:r="http://schemas.openxmlformats.org/officeDocument/2006/relationships" xmlns:p="http://schemas.openxmlformats.org/presentationml/2006/main">
  <p:tag name="CDT_TMP_FONTSIZE" val="10"/>
</p:tagLst>
</file>

<file path=ppt/tags/tag276.xml><?xml version="1.0" encoding="utf-8"?>
<p:tagLst xmlns:a="http://schemas.openxmlformats.org/drawingml/2006/main" xmlns:r="http://schemas.openxmlformats.org/officeDocument/2006/relationships" xmlns:p="http://schemas.openxmlformats.org/presentationml/2006/main">
  <p:tag name="CDT_TMP_FONTSIZE" val="10"/>
</p:tagLst>
</file>

<file path=ppt/tags/tag277.xml><?xml version="1.0" encoding="utf-8"?>
<p:tagLst xmlns:a="http://schemas.openxmlformats.org/drawingml/2006/main" xmlns:r="http://schemas.openxmlformats.org/officeDocument/2006/relationships" xmlns:p="http://schemas.openxmlformats.org/presentationml/2006/main">
  <p:tag name="CDT_TMP_FONTSIZE" val="10"/>
</p:tagLst>
</file>

<file path=ppt/tags/tag278.xml><?xml version="1.0" encoding="utf-8"?>
<p:tagLst xmlns:a="http://schemas.openxmlformats.org/drawingml/2006/main" xmlns:r="http://schemas.openxmlformats.org/officeDocument/2006/relationships" xmlns:p="http://schemas.openxmlformats.org/presentationml/2006/main">
  <p:tag name="CDT_TMP_FONTSIZE" val="10"/>
</p:tagLst>
</file>

<file path=ppt/tags/tag279.xml><?xml version="1.0" encoding="utf-8"?>
<p:tagLst xmlns:a="http://schemas.openxmlformats.org/drawingml/2006/main" xmlns:r="http://schemas.openxmlformats.org/officeDocument/2006/relationships" xmlns:p="http://schemas.openxmlformats.org/presentationml/2006/main">
  <p:tag name="CDT_TMP_FONTSIZE" val="10"/>
</p:tagLst>
</file>

<file path=ppt/tags/tag280.xml><?xml version="1.0" encoding="utf-8"?>
<p:tagLst xmlns:a="http://schemas.openxmlformats.org/drawingml/2006/main" xmlns:r="http://schemas.openxmlformats.org/officeDocument/2006/relationships" xmlns:p="http://schemas.openxmlformats.org/presentationml/2006/main">
  <p:tag name="CDT_TMP_FONTSIZE" val="10"/>
</p:tagLst>
</file>

<file path=ppt/tags/tag281.xml><?xml version="1.0" encoding="utf-8"?>
<p:tagLst xmlns:a="http://schemas.openxmlformats.org/drawingml/2006/main" xmlns:r="http://schemas.openxmlformats.org/officeDocument/2006/relationships" xmlns:p="http://schemas.openxmlformats.org/presentationml/2006/main">
  <p:tag name="CDT_TMP_FONTSIZE" val="10"/>
</p:tagLst>
</file>

<file path=ppt/tags/tag282.xml><?xml version="1.0" encoding="utf-8"?>
<p:tagLst xmlns:a="http://schemas.openxmlformats.org/drawingml/2006/main" xmlns:r="http://schemas.openxmlformats.org/officeDocument/2006/relationships" xmlns:p="http://schemas.openxmlformats.org/presentationml/2006/main">
  <p:tag name="CDT_TMP_FONTSIZE" val="10"/>
</p:tagLst>
</file>

<file path=ppt/tags/tag283.xml><?xml version="1.0" encoding="utf-8"?>
<p:tagLst xmlns:a="http://schemas.openxmlformats.org/drawingml/2006/main" xmlns:r="http://schemas.openxmlformats.org/officeDocument/2006/relationships" xmlns:p="http://schemas.openxmlformats.org/presentationml/2006/main">
  <p:tag name="CDT_TMP_FONTSIZE" val="10"/>
</p:tagLst>
</file>

<file path=ppt/tags/tag284.xml><?xml version="1.0" encoding="utf-8"?>
<p:tagLst xmlns:a="http://schemas.openxmlformats.org/drawingml/2006/main" xmlns:r="http://schemas.openxmlformats.org/officeDocument/2006/relationships" xmlns:p="http://schemas.openxmlformats.org/presentationml/2006/main">
  <p:tag name="CDT_TMP_FONTSIZE" val="10"/>
</p:tagLst>
</file>

<file path=ppt/tags/tag285.xml><?xml version="1.0" encoding="utf-8"?>
<p:tagLst xmlns:a="http://schemas.openxmlformats.org/drawingml/2006/main" xmlns:r="http://schemas.openxmlformats.org/officeDocument/2006/relationships" xmlns:p="http://schemas.openxmlformats.org/presentationml/2006/main">
  <p:tag name="CDT_TMP_FONTSIZE" val="10"/>
</p:tagLst>
</file>

<file path=ppt/tags/tag28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8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8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8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29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0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0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0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0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5.xml><?xml version="1.0" encoding="utf-8"?>
<p:tagLst xmlns:a="http://schemas.openxmlformats.org/drawingml/2006/main" xmlns:r="http://schemas.openxmlformats.org/officeDocument/2006/relationships" xmlns:p="http://schemas.openxmlformats.org/presentationml/2006/main">
  <p:tag name="MIO_GUID" val="99ca9d37-267a-4071-a9dc-ece8b74c5aff"/>
  <p:tag name="MIO_EKGUID" val="697e0316-10b6-4e7d-9d9a-a588bc902609"/>
  <p:tag name="MIO_UPDATE" val="True"/>
  <p:tag name="MIO_VERSION" val="02.11.2017 12:51:45"/>
  <p:tag name="MIO_DBID" val="598A5C07-C27D-430B-A8FC-FA667BE665A4"/>
  <p:tag name="MIO_LASTDOWNLOADED" val="02.11.2017 14:00:43"/>
  <p:tag name="MIO_OBJECTNAME" val="Kommunikation Y-Kommunikation – System IP"/>
  <p:tag name="MIO_LASTEDITORNAME" val="Andre Blochwitz"/>
  <p:tag name="MIO_STRING_IGNORE_CHECKSUM_FOR_NEXT_SAVE" val="False"/>
</p:tagLst>
</file>

<file path=ppt/tags/tag306.xml><?xml version="1.0" encoding="utf-8"?>
<p:tagLst xmlns:a="http://schemas.openxmlformats.org/drawingml/2006/main" xmlns:r="http://schemas.openxmlformats.org/officeDocument/2006/relationships" xmlns:p="http://schemas.openxmlformats.org/presentationml/2006/main">
  <p:tag name="CDT_TMP_FONTSIZE" val="10"/>
</p:tagLst>
</file>

<file path=ppt/tags/tag307.xml><?xml version="1.0" encoding="utf-8"?>
<p:tagLst xmlns:a="http://schemas.openxmlformats.org/drawingml/2006/main" xmlns:r="http://schemas.openxmlformats.org/officeDocument/2006/relationships" xmlns:p="http://schemas.openxmlformats.org/presentationml/2006/main">
  <p:tag name="CDT_TMP_FONTSIZE" val="10"/>
</p:tagLst>
</file>

<file path=ppt/tags/tag308.xml><?xml version="1.0" encoding="utf-8"?>
<p:tagLst xmlns:a="http://schemas.openxmlformats.org/drawingml/2006/main" xmlns:r="http://schemas.openxmlformats.org/officeDocument/2006/relationships" xmlns:p="http://schemas.openxmlformats.org/presentationml/2006/main">
  <p:tag name="CDT_TMP_FONTSIZE" val="10"/>
</p:tagLst>
</file>

<file path=ppt/tags/tag309.xml><?xml version="1.0" encoding="utf-8"?>
<p:tagLst xmlns:a="http://schemas.openxmlformats.org/drawingml/2006/main" xmlns:r="http://schemas.openxmlformats.org/officeDocument/2006/relationships" xmlns:p="http://schemas.openxmlformats.org/presentationml/2006/main">
  <p:tag name="CDT_TMP_FONTSIZE" val="10"/>
</p:tagLst>
</file>

<file path=ppt/tags/tag310.xml><?xml version="1.0" encoding="utf-8"?>
<p:tagLst xmlns:a="http://schemas.openxmlformats.org/drawingml/2006/main" xmlns:r="http://schemas.openxmlformats.org/officeDocument/2006/relationships" xmlns:p="http://schemas.openxmlformats.org/presentationml/2006/main">
  <p:tag name="CDT_TMP_FONTSIZE" val="10"/>
</p:tagLst>
</file>

<file path=ppt/tags/tag311.xml><?xml version="1.0" encoding="utf-8"?>
<p:tagLst xmlns:a="http://schemas.openxmlformats.org/drawingml/2006/main" xmlns:r="http://schemas.openxmlformats.org/officeDocument/2006/relationships" xmlns:p="http://schemas.openxmlformats.org/presentationml/2006/main">
  <p:tag name="CDT_TMP_FONTSIZE" val="10"/>
</p:tagLst>
</file>

<file path=ppt/tags/tag312.xml><?xml version="1.0" encoding="utf-8"?>
<p:tagLst xmlns:a="http://schemas.openxmlformats.org/drawingml/2006/main" xmlns:r="http://schemas.openxmlformats.org/officeDocument/2006/relationships" xmlns:p="http://schemas.openxmlformats.org/presentationml/2006/main">
  <p:tag name="CDT_TMP_FONTSIZE" val="10"/>
</p:tagLst>
</file>

<file path=ppt/tags/tag313.xml><?xml version="1.0" encoding="utf-8"?>
<p:tagLst xmlns:a="http://schemas.openxmlformats.org/drawingml/2006/main" xmlns:r="http://schemas.openxmlformats.org/officeDocument/2006/relationships" xmlns:p="http://schemas.openxmlformats.org/presentationml/2006/main">
  <p:tag name="CDT_TMP_FONTSIZE" val="10"/>
</p:tagLst>
</file>

<file path=ppt/tags/tag314.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31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1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1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1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1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2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2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2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2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2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25.xml><?xml version="1.0" encoding="utf-8"?>
<p:tagLst xmlns:a="http://schemas.openxmlformats.org/drawingml/2006/main" xmlns:r="http://schemas.openxmlformats.org/officeDocument/2006/relationships" xmlns:p="http://schemas.openxmlformats.org/presentationml/2006/main">
  <p:tag name="MIO_GUID" val="99ca9d37-267a-4071-a9dc-ece8b74c5aff"/>
  <p:tag name="MIO_EKGUID" val="697e0316-10b6-4e7d-9d9a-a588bc902609"/>
  <p:tag name="MIO_UPDATE" val="True"/>
  <p:tag name="MIO_VERSION" val="02.11.2017 12:51:45"/>
  <p:tag name="MIO_DBID" val="598A5C07-C27D-430B-A8FC-FA667BE665A4"/>
  <p:tag name="MIO_LASTDOWNLOADED" val="02.11.2017 14:00:43"/>
  <p:tag name="MIO_OBJECTNAME" val="Kommunikation Y-Kommunikation – System IP"/>
  <p:tag name="MIO_LASTEDITORNAME" val="Andre Blochwitz"/>
  <p:tag name="MIO_STRING_IGNORE_CHECKSUM_FOR_NEXT_SAVE" val="False"/>
</p:tagLst>
</file>

<file path=ppt/tags/tag326.xml><?xml version="1.0" encoding="utf-8"?>
<p:tagLst xmlns:a="http://schemas.openxmlformats.org/drawingml/2006/main" xmlns:r="http://schemas.openxmlformats.org/officeDocument/2006/relationships" xmlns:p="http://schemas.openxmlformats.org/presentationml/2006/main">
  <p:tag name="CDT_TMP_FONTSIZE" val="10"/>
</p:tagLst>
</file>

<file path=ppt/tags/tag327.xml><?xml version="1.0" encoding="utf-8"?>
<p:tagLst xmlns:a="http://schemas.openxmlformats.org/drawingml/2006/main" xmlns:r="http://schemas.openxmlformats.org/officeDocument/2006/relationships" xmlns:p="http://schemas.openxmlformats.org/presentationml/2006/main">
  <p:tag name="CDT_TMP_FONTSIZE" val="10"/>
</p:tagLst>
</file>

<file path=ppt/tags/tag328.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32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3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3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3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3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3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3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3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3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3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3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4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4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42.xml><?xml version="1.0" encoding="utf-8"?>
<p:tagLst xmlns:a="http://schemas.openxmlformats.org/drawingml/2006/main" xmlns:r="http://schemas.openxmlformats.org/officeDocument/2006/relationships" xmlns:p="http://schemas.openxmlformats.org/presentationml/2006/main">
  <p:tag name="MIO_GUID" val="99ca9d37-267a-4071-a9dc-ece8b74c5aff"/>
  <p:tag name="MIO_EKGUID" val="697e0316-10b6-4e7d-9d9a-a588bc902609"/>
  <p:tag name="MIO_UPDATE" val="True"/>
  <p:tag name="MIO_VERSION" val="02.11.2017 12:51:45"/>
  <p:tag name="MIO_DBID" val="598A5C07-C27D-430B-A8FC-FA667BE665A4"/>
  <p:tag name="MIO_LASTDOWNLOADED" val="02.11.2017 14:00:43"/>
  <p:tag name="MIO_OBJECTNAME" val="Kommunikation Y-Kommunikation – System IP"/>
  <p:tag name="MIO_LASTEDITORNAME" val="Andre Blochwitz"/>
  <p:tag name="MIO_STRING_IGNORE_CHECKSUM_FOR_NEXT_SAVE" val="False"/>
</p:tagLst>
</file>

<file path=ppt/tags/tag343.xml><?xml version="1.0" encoding="utf-8"?>
<p:tagLst xmlns:a="http://schemas.openxmlformats.org/drawingml/2006/main" xmlns:r="http://schemas.openxmlformats.org/officeDocument/2006/relationships" xmlns:p="http://schemas.openxmlformats.org/presentationml/2006/main">
  <p:tag name="CDT_TMP_FONTSIZE" val="10"/>
</p:tagLst>
</file>

<file path=ppt/tags/tag344.xml><?xml version="1.0" encoding="utf-8"?>
<p:tagLst xmlns:a="http://schemas.openxmlformats.org/drawingml/2006/main" xmlns:r="http://schemas.openxmlformats.org/officeDocument/2006/relationships" xmlns:p="http://schemas.openxmlformats.org/presentationml/2006/main">
  <p:tag name="CDT_TMP_FONTSIZE" val="10"/>
</p:tagLst>
</file>

<file path=ppt/tags/tag345.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34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4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4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4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5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5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5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5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5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5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5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5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5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59.xml><?xml version="1.0" encoding="utf-8"?>
<p:tagLst xmlns:a="http://schemas.openxmlformats.org/drawingml/2006/main" xmlns:r="http://schemas.openxmlformats.org/officeDocument/2006/relationships" xmlns:p="http://schemas.openxmlformats.org/presentationml/2006/main">
  <p:tag name="MIO_GUID" val="99ca9d37-267a-4071-a9dc-ece8b74c5aff"/>
  <p:tag name="MIO_EKGUID" val="697e0316-10b6-4e7d-9d9a-a588bc902609"/>
  <p:tag name="MIO_UPDATE" val="True"/>
  <p:tag name="MIO_VERSION" val="02.11.2017 12:51:45"/>
  <p:tag name="MIO_DBID" val="598A5C07-C27D-430B-A8FC-FA667BE665A4"/>
  <p:tag name="MIO_LASTDOWNLOADED" val="02.11.2017 14:00:43"/>
  <p:tag name="MIO_OBJECTNAME" val="Kommunikation Y-Kommunikation – System IP"/>
  <p:tag name="MIO_LASTEDITORNAME" val="Andre Blochwitz"/>
  <p:tag name="MIO_STRING_IGNORE_CHECKSUM_FOR_NEXT_SAVE" val="False"/>
</p:tagLst>
</file>

<file path=ppt/tags/tag360.xml><?xml version="1.0" encoding="utf-8"?>
<p:tagLst xmlns:a="http://schemas.openxmlformats.org/drawingml/2006/main" xmlns:r="http://schemas.openxmlformats.org/officeDocument/2006/relationships" xmlns:p="http://schemas.openxmlformats.org/presentationml/2006/main">
  <p:tag name="CDT_TMP_FONTSIZE" val="10"/>
</p:tagLst>
</file>

<file path=ppt/tags/tag361.xml><?xml version="1.0" encoding="utf-8"?>
<p:tagLst xmlns:a="http://schemas.openxmlformats.org/drawingml/2006/main" xmlns:r="http://schemas.openxmlformats.org/officeDocument/2006/relationships" xmlns:p="http://schemas.openxmlformats.org/presentationml/2006/main">
  <p:tag name="CDT_TMP_FONTSIZE" val="10"/>
</p:tagLst>
</file>

<file path=ppt/tags/tag362.xml><?xml version="1.0" encoding="utf-8"?>
<p:tagLst xmlns:a="http://schemas.openxmlformats.org/drawingml/2006/main" xmlns:r="http://schemas.openxmlformats.org/officeDocument/2006/relationships" xmlns:p="http://schemas.openxmlformats.org/presentationml/2006/main">
  <p:tag name="CDT_TMP_FONTSIZE" val="10"/>
</p:tagLst>
</file>

<file path=ppt/tags/tag363.xml><?xml version="1.0" encoding="utf-8"?>
<p:tagLst xmlns:a="http://schemas.openxmlformats.org/drawingml/2006/main" xmlns:r="http://schemas.openxmlformats.org/officeDocument/2006/relationships" xmlns:p="http://schemas.openxmlformats.org/presentationml/2006/main">
  <p:tag name="CDT_TMP_FONTSIZE" val="10"/>
</p:tagLst>
</file>

<file path=ppt/tags/tag36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6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6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6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6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6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7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8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8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4.xml><?xml version="1.0" encoding="utf-8"?>
<p:tagLst xmlns:a="http://schemas.openxmlformats.org/drawingml/2006/main" xmlns:r="http://schemas.openxmlformats.org/officeDocument/2006/relationships" xmlns:p="http://schemas.openxmlformats.org/presentationml/2006/main">
  <p:tag name="THINKCELLSHAPEDONOTDELETE" val="tUTSHTA38Q8Rsk7mguknKQQ"/>
</p:tagLst>
</file>

<file path=ppt/tags/tag3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6.xml><?xml version="1.0" encoding="utf-8"?>
<p:tagLst xmlns:a="http://schemas.openxmlformats.org/drawingml/2006/main" xmlns:r="http://schemas.openxmlformats.org/officeDocument/2006/relationships" xmlns:p="http://schemas.openxmlformats.org/presentationml/2006/main">
  <p:tag name="THINKCELLSHAPEDONOTDELETE" val="tUTSHTA38Q8Rsk7mguknKQQ"/>
</p:tagLst>
</file>

<file path=ppt/tags/tag387.xml><?xml version="1.0" encoding="utf-8"?>
<p:tagLst xmlns:a="http://schemas.openxmlformats.org/drawingml/2006/main" xmlns:r="http://schemas.openxmlformats.org/officeDocument/2006/relationships" xmlns:p="http://schemas.openxmlformats.org/presentationml/2006/main">
  <p:tag name="MIO_GUID" val="9f69126c-769b-4062-8499-2c084f3ed94c"/>
  <p:tag name="MIO_EKGUID" val="4e6c8994-7a61-4369-8743-2c4f9dde8072"/>
  <p:tag name="MIO_UPDATE" val="True"/>
  <p:tag name="MIO_VERSION" val="02.11.2017 12:51:31"/>
  <p:tag name="MIO_DBID" val="598A5C07-C27D-430B-A8FC-FA667BE665A4"/>
  <p:tag name="MIO_LASTDOWNLOADED" val="02.11.2017 14:00:40"/>
  <p:tag name="MIO_OBJECTNAME" val="R/H PROFINET Netzwerkkonfiguration PROFINET Devices – Standard Devices"/>
  <p:tag name="MIO_LASTEDITORNAME" val="Andre Blochwitz"/>
  <p:tag name="MIO_STRING_IGNORE_CHECKSUM_FOR_NEXT_SAVE" val="False"/>
</p:tagLst>
</file>

<file path=ppt/tags/tag388.xml><?xml version="1.0" encoding="utf-8"?>
<p:tagLst xmlns:a="http://schemas.openxmlformats.org/drawingml/2006/main" xmlns:r="http://schemas.openxmlformats.org/officeDocument/2006/relationships" xmlns:p="http://schemas.openxmlformats.org/presentationml/2006/main">
  <p:tag name="THINKCELLSHAPEDONOTDELETE" val="laCbEzmhUkKYiNLeADWE7Q"/>
</p:tagLst>
</file>

<file path=ppt/tags/tag389.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39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c2865937-0150-4350-86d1-f782d9efb02d"/>
  <p:tag name="MIO_UPDATE" val="True"/>
  <p:tag name="MIO_VERSION" val="19.01.2017 07:10:19"/>
  <p:tag name="MIO_DBID" val="598A5C07-C27D-430B-A8FC-FA667BE665A4"/>
  <p:tag name="MIO_LASTDOWNLOADED" val="13.02.2018 10:35:48"/>
  <p:tag name="MIO_OBJECTNAME" val="product_simatic-s7-1500.png"/>
  <p:tag name="MIO_LASTEDITORNAME" val="Dietmar Kluge"/>
</p:tagLst>
</file>

<file path=ppt/tags/tag39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9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9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9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395.xml><?xml version="1.0" encoding="utf-8"?>
<p:tagLst xmlns:a="http://schemas.openxmlformats.org/drawingml/2006/main" xmlns:r="http://schemas.openxmlformats.org/officeDocument/2006/relationships" xmlns:p="http://schemas.openxmlformats.org/presentationml/2006/main">
  <p:tag name="CDT_TMP_FONTSIZE" val="10"/>
</p:tagLst>
</file>

<file path=ppt/tags/tag396.xml><?xml version="1.0" encoding="utf-8"?>
<p:tagLst xmlns:a="http://schemas.openxmlformats.org/drawingml/2006/main" xmlns:r="http://schemas.openxmlformats.org/officeDocument/2006/relationships" xmlns:p="http://schemas.openxmlformats.org/presentationml/2006/main">
  <p:tag name="CDT_TMP_FONTSIZE" val="10"/>
</p:tagLst>
</file>

<file path=ppt/tags/tag39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9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39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0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0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0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03.xml><?xml version="1.0" encoding="utf-8"?>
<p:tagLst xmlns:a="http://schemas.openxmlformats.org/drawingml/2006/main" xmlns:r="http://schemas.openxmlformats.org/officeDocument/2006/relationships" xmlns:p="http://schemas.openxmlformats.org/presentationml/2006/main">
  <p:tag name="MIO_EKGUID" val="7979707a-0424-46e1-a22d-0ad44057a1a5"/>
  <p:tag name="MIO_GUID" val="0901993c-cc05-48e6-8309-14f0ffe5ee9d"/>
  <p:tag name="MIO_UPDATE" val="True"/>
  <p:tag name="MIO_VERSION" val="19.01.2017 07:09:36"/>
  <p:tag name="MIO_DBID" val="598A5C07-C27D-430B-A8FC-FA667BE665A4"/>
  <p:tag name="MIO_LASTDOWNLOADED" val="13.02.2018 13:06:11"/>
  <p:tag name="MIO_OBJECTNAME" val="product_converter-motor.png"/>
  <p:tag name="MIO_LASTEDITORNAME" val="Dietmar Kluge"/>
</p:tagLst>
</file>

<file path=ppt/tags/tag404.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05.xml><?xml version="1.0" encoding="utf-8"?>
<p:tagLst xmlns:a="http://schemas.openxmlformats.org/drawingml/2006/main" xmlns:r="http://schemas.openxmlformats.org/officeDocument/2006/relationships" xmlns:p="http://schemas.openxmlformats.org/presentationml/2006/main">
  <p:tag name="MIO_GUID" val="9f69126c-769b-4062-8499-2c084f3ed94c"/>
  <p:tag name="MIO_EKGUID" val="4e6c8994-7a61-4369-8743-2c4f9dde8072"/>
  <p:tag name="MIO_UPDATE" val="True"/>
  <p:tag name="MIO_VERSION" val="02.11.2017 12:51:31"/>
  <p:tag name="MIO_DBID" val="598A5C07-C27D-430B-A8FC-FA667BE665A4"/>
  <p:tag name="MIO_LASTDOWNLOADED" val="02.11.2017 14:00:40"/>
  <p:tag name="MIO_OBJECTNAME" val="R/H PROFINET Netzwerkkonfiguration PROFINET Devices – Standard Devices"/>
  <p:tag name="MIO_LASTEDITORNAME" val="Andre Blochwitz"/>
  <p:tag name="MIO_STRING_IGNORE_CHECKSUM_FOR_NEXT_SAVE" val="False"/>
</p:tagLst>
</file>

<file path=ppt/tags/tag4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7.xml><?xml version="1.0" encoding="utf-8"?>
<p:tagLst xmlns:a="http://schemas.openxmlformats.org/drawingml/2006/main" xmlns:r="http://schemas.openxmlformats.org/officeDocument/2006/relationships" xmlns:p="http://schemas.openxmlformats.org/presentationml/2006/main">
  <p:tag name="THINKCELLSHAPEDONOTDELETE" val="laCbEzmhUkKYiNLeADWE7Q"/>
</p:tagLst>
</file>

<file path=ppt/tags/tag408.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09.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410.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41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c2865937-0150-4350-86d1-f782d9efb02d"/>
  <p:tag name="MIO_UPDATE" val="True"/>
  <p:tag name="MIO_VERSION" val="19.01.2017 07:10:19"/>
  <p:tag name="MIO_DBID" val="598A5C07-C27D-430B-A8FC-FA667BE665A4"/>
  <p:tag name="MIO_LASTDOWNLOADED" val="13.02.2018 10:35:48"/>
  <p:tag name="MIO_OBJECTNAME" val="product_simatic-s7-1500.png"/>
  <p:tag name="MIO_LASTEDITORNAME" val="Dietmar Kluge"/>
</p:tagLst>
</file>

<file path=ppt/tags/tag412.xml><?xml version="1.0" encoding="utf-8"?>
<p:tagLst xmlns:a="http://schemas.openxmlformats.org/drawingml/2006/main" xmlns:r="http://schemas.openxmlformats.org/officeDocument/2006/relationships" xmlns:p="http://schemas.openxmlformats.org/presentationml/2006/main">
  <p:tag name="MIO_EKGUID" val="7979707a-0424-46e1-a22d-0ad44057a1a5"/>
  <p:tag name="MIO_GUID" val="0901993c-cc05-48e6-8309-14f0ffe5ee9d"/>
  <p:tag name="MIO_UPDATE" val="True"/>
  <p:tag name="MIO_VERSION" val="19.01.2017 07:09:36"/>
  <p:tag name="MIO_DBID" val="598A5C07-C27D-430B-A8FC-FA667BE665A4"/>
  <p:tag name="MIO_LASTDOWNLOADED" val="13.02.2018 13:06:11"/>
  <p:tag name="MIO_OBJECTNAME" val="product_converter-motor.png"/>
  <p:tag name="MIO_LASTEDITORNAME" val="Dietmar Kluge"/>
</p:tagLst>
</file>

<file path=ppt/tags/tag41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1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1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1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17.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1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1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2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2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22.xml><?xml version="1.0" encoding="utf-8"?>
<p:tagLst xmlns:a="http://schemas.openxmlformats.org/drawingml/2006/main" xmlns:r="http://schemas.openxmlformats.org/officeDocument/2006/relationships" xmlns:p="http://schemas.openxmlformats.org/presentationml/2006/main">
  <p:tag name="MIO_GUID" val="9f69126c-769b-4062-8499-2c084f3ed94c"/>
  <p:tag name="MIO_EKGUID" val="4e6c8994-7a61-4369-8743-2c4f9dde8072"/>
  <p:tag name="MIO_UPDATE" val="True"/>
  <p:tag name="MIO_VERSION" val="02.11.2017 12:51:31"/>
  <p:tag name="MIO_DBID" val="598A5C07-C27D-430B-A8FC-FA667BE665A4"/>
  <p:tag name="MIO_LASTDOWNLOADED" val="02.11.2017 14:00:40"/>
  <p:tag name="MIO_OBJECTNAME" val="R/H PROFINET Netzwerkkonfiguration PROFINET Devices – Standard Devices"/>
  <p:tag name="MIO_LASTEDITORNAME" val="Andre Blochwitz"/>
  <p:tag name="MIO_STRING_IGNORE_CHECKSUM_FOR_NEXT_SAVE" val="False"/>
</p:tagLst>
</file>

<file path=ppt/tags/tag4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4.xml><?xml version="1.0" encoding="utf-8"?>
<p:tagLst xmlns:a="http://schemas.openxmlformats.org/drawingml/2006/main" xmlns:r="http://schemas.openxmlformats.org/officeDocument/2006/relationships" xmlns:p="http://schemas.openxmlformats.org/presentationml/2006/main">
  <p:tag name="THINKCELLSHAPEDONOTDELETE" val="laCbEzmhUkKYiNLeADWE7Q"/>
</p:tagLst>
</file>

<file path=ppt/tags/tag425.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26.xml><?xml version="1.0" encoding="utf-8"?>
<p:tagLst xmlns:a="http://schemas.openxmlformats.org/drawingml/2006/main" xmlns:r="http://schemas.openxmlformats.org/officeDocument/2006/relationships" xmlns:p="http://schemas.openxmlformats.org/presentationml/2006/main">
  <p:tag name="CDT_TMP_FONTSIZE" val="14"/>
</p:tagLst>
</file>

<file path=ppt/tags/tag427.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428.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42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3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3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3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33.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34.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3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c2865937-0150-4350-86d1-f782d9efb02d"/>
  <p:tag name="MIO_UPDATE" val="True"/>
  <p:tag name="MIO_VERSION" val="19.01.2017 07:10:19"/>
  <p:tag name="MIO_DBID" val="598A5C07-C27D-430B-A8FC-FA667BE665A4"/>
  <p:tag name="MIO_LASTDOWNLOADED" val="13.02.2018 10:35:48"/>
  <p:tag name="MIO_OBJECTNAME" val="product_simatic-s7-1500.png"/>
  <p:tag name="MIO_LASTEDITORNAME" val="Dietmar Kluge"/>
</p:tagLst>
</file>

<file path=ppt/tags/tag436.xml><?xml version="1.0" encoding="utf-8"?>
<p:tagLst xmlns:a="http://schemas.openxmlformats.org/drawingml/2006/main" xmlns:r="http://schemas.openxmlformats.org/officeDocument/2006/relationships" xmlns:p="http://schemas.openxmlformats.org/presentationml/2006/main">
  <p:tag name="MIO_EKGUID" val="7979707a-0424-46e1-a22d-0ad44057a1a5"/>
  <p:tag name="MIO_GUID" val="0901993c-cc05-48e6-8309-14f0ffe5ee9d"/>
  <p:tag name="MIO_UPDATE" val="True"/>
  <p:tag name="MIO_VERSION" val="19.01.2017 07:09:36"/>
  <p:tag name="MIO_DBID" val="598A5C07-C27D-430B-A8FC-FA667BE665A4"/>
  <p:tag name="MIO_LASTDOWNLOADED" val="13.02.2018 13:06:11"/>
  <p:tag name="MIO_OBJECTNAME" val="product_converter-motor.png"/>
  <p:tag name="MIO_LASTEDITORNAME" val="Dietmar Kluge"/>
</p:tagLst>
</file>

<file path=ppt/tags/tag43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3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3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4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441.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42.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43.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5.xml><?xml version="1.0" encoding="utf-8"?>
<p:tagLst xmlns:a="http://schemas.openxmlformats.org/drawingml/2006/main" xmlns:r="http://schemas.openxmlformats.org/officeDocument/2006/relationships" xmlns:p="http://schemas.openxmlformats.org/presentationml/2006/main">
  <p:tag name="THINKCELLSHAPEDONOTDELETE" val="laCbEzmhUkKYiNLeADWE7Q"/>
</p:tagLst>
</file>

<file path=ppt/tags/tag446.xml><?xml version="1.0" encoding="utf-8"?>
<p:tagLst xmlns:a="http://schemas.openxmlformats.org/drawingml/2006/main" xmlns:r="http://schemas.openxmlformats.org/officeDocument/2006/relationships" xmlns:p="http://schemas.openxmlformats.org/presentationml/2006/main">
  <p:tag name="THINKCELLSHAPEDONOTDELETE" val="laCbEzmhUkKYiNLeADWE7Q"/>
</p:tagLst>
</file>

<file path=ppt/tags/tag447.xml><?xml version="1.0" encoding="utf-8"?>
<p:tagLst xmlns:a="http://schemas.openxmlformats.org/drawingml/2006/main" xmlns:r="http://schemas.openxmlformats.org/officeDocument/2006/relationships" xmlns:p="http://schemas.openxmlformats.org/presentationml/2006/main">
  <p:tag name="THINKCELLSHAPEDONOTDELETE" val="laCbEzmhUkKYiNLeADWE7Q"/>
</p:tagLst>
</file>

<file path=ppt/tags/tag4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9.xml><?xml version="1.0" encoding="utf-8"?>
<p:tagLst xmlns:a="http://schemas.openxmlformats.org/drawingml/2006/main" xmlns:r="http://schemas.openxmlformats.org/officeDocument/2006/relationships" xmlns:p="http://schemas.openxmlformats.org/presentationml/2006/main">
  <p:tag name="CDT_TMP_FONTSIZE" val="10"/>
</p:tagLst>
</file>

<file path=ppt/tags/tag450.xml><?xml version="1.0" encoding="utf-8"?>
<p:tagLst xmlns:a="http://schemas.openxmlformats.org/drawingml/2006/main" xmlns:r="http://schemas.openxmlformats.org/officeDocument/2006/relationships" xmlns:p="http://schemas.openxmlformats.org/presentationml/2006/main">
  <p:tag name="CDT_TMP_FONTSIZE" val="10"/>
</p:tagLst>
</file>

<file path=ppt/tags/tag451.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52.xml><?xml version="1.0" encoding="utf-8"?>
<p:tagLst xmlns:a="http://schemas.openxmlformats.org/drawingml/2006/main" xmlns:r="http://schemas.openxmlformats.org/officeDocument/2006/relationships" xmlns:p="http://schemas.openxmlformats.org/presentationml/2006/main">
  <p:tag name="CDT_TMP_FONTSIZE" val="10"/>
</p:tagLst>
</file>

<file path=ppt/tags/tag453.xml><?xml version="1.0" encoding="utf-8"?>
<p:tagLst xmlns:a="http://schemas.openxmlformats.org/drawingml/2006/main" xmlns:r="http://schemas.openxmlformats.org/officeDocument/2006/relationships" xmlns:p="http://schemas.openxmlformats.org/presentationml/2006/main">
  <p:tag name="CDT_TMP_FONTSIZE" val="10"/>
</p:tagLst>
</file>

<file path=ppt/tags/tag454.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5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5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5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5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5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6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6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6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6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6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6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6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8.xml><?xml version="1.0" encoding="utf-8"?>
<p:tagLst xmlns:a="http://schemas.openxmlformats.org/drawingml/2006/main" xmlns:r="http://schemas.openxmlformats.org/officeDocument/2006/relationships" xmlns:p="http://schemas.openxmlformats.org/presentationml/2006/main">
  <p:tag name="MIO_GUID" val="51e54eee-08a4-4e79-ba38-a18cfc42b8d7"/>
  <p:tag name="MIO_EKGUID" val="e86b3c4e-22c1-4823-bbb8-38b910814b91"/>
  <p:tag name="MIO_UPDATE" val="True"/>
  <p:tag name="MIO_VERSION" val="02.11.2017 12:51:40"/>
  <p:tag name="MIO_DBID" val="598A5C07-C27D-430B-A8FC-FA667BE665A4"/>
  <p:tag name="MIO_LASTDOWNLOADED" val="02.11.2017 14:00:42"/>
  <p:tag name="MIO_OBJECTNAME" val="Kommunikation"/>
  <p:tag name="MIO_LASTEDITORNAME" val="Andre Blochwitz"/>
  <p:tag name="MIO_STRING_IGNORE_CHECKSUM_FOR_NEXT_SAVE" val="False"/>
</p:tagLst>
</file>

<file path=ppt/tags/tag469.xml><?xml version="1.0" encoding="utf-8"?>
<p:tagLst xmlns:a="http://schemas.openxmlformats.org/drawingml/2006/main" xmlns:r="http://schemas.openxmlformats.org/officeDocument/2006/relationships" xmlns:p="http://schemas.openxmlformats.org/presentationml/2006/main">
  <p:tag name="MIO_EKGUID" val="02414f5f-fdc4-4f13-80fc-a38ad1e3940d"/>
  <p:tag name="MIO_GUID" val="2f113f1f-7657-43de-95dd-6889358cf5a8"/>
  <p:tag name="MIO_UPDATE" val="True"/>
  <p:tag name="MIO_VERSION" val="19.01.2017 07:10:00"/>
  <p:tag name="MIO_DBID" val="598A5C07-C27D-430B-A8FC-FA667BE665A4"/>
  <p:tag name="MIO_LASTDOWNLOADED" val="20.10.2017 15:08:38"/>
  <p:tag name="MIO_OBJECTNAME" val="product_pc-based-automation.png"/>
  <p:tag name="MIO_LASTEDITORNAME" val="Dietmar Kluge"/>
</p:tagLst>
</file>

<file path=ppt/tags/tag470.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471.xml><?xml version="1.0" encoding="utf-8"?>
<p:tagLst xmlns:a="http://schemas.openxmlformats.org/drawingml/2006/main" xmlns:r="http://schemas.openxmlformats.org/officeDocument/2006/relationships" xmlns:p="http://schemas.openxmlformats.org/presentationml/2006/main">
  <p:tag name="CDT_TMP_FONTSIZE" val="10"/>
</p:tagLst>
</file>

<file path=ppt/tags/tag472.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473.xml><?xml version="1.0" encoding="utf-8"?>
<p:tagLst xmlns:a="http://schemas.openxmlformats.org/drawingml/2006/main" xmlns:r="http://schemas.openxmlformats.org/officeDocument/2006/relationships" xmlns:p="http://schemas.openxmlformats.org/presentationml/2006/main">
  <p:tag name="CDT_TMP_FONTSIZE" val="10"/>
</p:tagLst>
</file>

<file path=ppt/tags/tag474.xml><?xml version="1.0" encoding="utf-8"?>
<p:tagLst xmlns:a="http://schemas.openxmlformats.org/drawingml/2006/main" xmlns:r="http://schemas.openxmlformats.org/officeDocument/2006/relationships" xmlns:p="http://schemas.openxmlformats.org/presentationml/2006/main">
  <p:tag name="CDT_TMP_FONTSIZE" val="10"/>
</p:tagLst>
</file>

<file path=ppt/tags/tag475.xml><?xml version="1.0" encoding="utf-8"?>
<p:tagLst xmlns:a="http://schemas.openxmlformats.org/drawingml/2006/main" xmlns:r="http://schemas.openxmlformats.org/officeDocument/2006/relationships" xmlns:p="http://schemas.openxmlformats.org/presentationml/2006/main">
  <p:tag name="THINKCELLSHAPEDONOTDELETE" val="laCbEzmhUkKYiNLeADWE7Q"/>
</p:tagLst>
</file>

<file path=ppt/tags/tag476.xml><?xml version="1.0" encoding="utf-8"?>
<p:tagLst xmlns:a="http://schemas.openxmlformats.org/drawingml/2006/main" xmlns:r="http://schemas.openxmlformats.org/officeDocument/2006/relationships" xmlns:p="http://schemas.openxmlformats.org/presentationml/2006/main">
  <p:tag name="CDT_TMP_FONTSIZE" val="10"/>
</p:tagLst>
</file>

<file path=ppt/tags/tag477.xml><?xml version="1.0" encoding="utf-8"?>
<p:tagLst xmlns:a="http://schemas.openxmlformats.org/drawingml/2006/main" xmlns:r="http://schemas.openxmlformats.org/officeDocument/2006/relationships" xmlns:p="http://schemas.openxmlformats.org/presentationml/2006/main">
  <p:tag name="CDT_TMP_FONTSIZE" val="10"/>
</p:tagLst>
</file>

<file path=ppt/tags/tag478.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479.xml><?xml version="1.0" encoding="utf-8"?>
<p:tagLst xmlns:a="http://schemas.openxmlformats.org/drawingml/2006/main" xmlns:r="http://schemas.openxmlformats.org/officeDocument/2006/relationships" xmlns:p="http://schemas.openxmlformats.org/presentationml/2006/main">
  <p:tag name="CDT_TMP_FONTSIZE" val="10"/>
</p:tagLst>
</file>

<file path=ppt/tags/tag480.xml><?xml version="1.0" encoding="utf-8"?>
<p:tagLst xmlns:a="http://schemas.openxmlformats.org/drawingml/2006/main" xmlns:r="http://schemas.openxmlformats.org/officeDocument/2006/relationships" xmlns:p="http://schemas.openxmlformats.org/presentationml/2006/main">
  <p:tag name="CDT_TMP_FONTSIZE" val="10"/>
</p:tagLst>
</file>

<file path=ppt/tags/tag481.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482.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483.xml><?xml version="1.0" encoding="utf-8"?>
<p:tagLst xmlns:a="http://schemas.openxmlformats.org/drawingml/2006/main" xmlns:r="http://schemas.openxmlformats.org/officeDocument/2006/relationships" xmlns:p="http://schemas.openxmlformats.org/presentationml/2006/main">
  <p:tag name="CDT_TMP_FONTSIZE" val="10"/>
</p:tagLst>
</file>

<file path=ppt/tags/tag48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8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8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8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8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8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9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9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9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9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9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9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9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9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9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49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0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0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0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0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0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0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06.xml><?xml version="1.0" encoding="utf-8"?>
<p:tagLst xmlns:a="http://schemas.openxmlformats.org/drawingml/2006/main" xmlns:r="http://schemas.openxmlformats.org/officeDocument/2006/relationships" xmlns:p="http://schemas.openxmlformats.org/presentationml/2006/main">
  <p:tag name="CDT_TMP_FONTSIZE" val="10"/>
</p:tagLst>
</file>

<file path=ppt/tags/tag507.xml><?xml version="1.0" encoding="utf-8"?>
<p:tagLst xmlns:a="http://schemas.openxmlformats.org/drawingml/2006/main" xmlns:r="http://schemas.openxmlformats.org/officeDocument/2006/relationships" xmlns:p="http://schemas.openxmlformats.org/presentationml/2006/main">
  <p:tag name="CDT_TMP_FONTSIZE" val="10"/>
</p:tagLst>
</file>

<file path=ppt/tags/tag508.xml><?xml version="1.0" encoding="utf-8"?>
<p:tagLst xmlns:a="http://schemas.openxmlformats.org/drawingml/2006/main" xmlns:r="http://schemas.openxmlformats.org/officeDocument/2006/relationships" xmlns:p="http://schemas.openxmlformats.org/presentationml/2006/main">
  <p:tag name="MIO_GUID" val="51e54eee-08a4-4e79-ba38-a18cfc42b8d7"/>
  <p:tag name="MIO_EKGUID" val="e86b3c4e-22c1-4823-bbb8-38b910814b91"/>
  <p:tag name="MIO_UPDATE" val="True"/>
  <p:tag name="MIO_VERSION" val="02.11.2017 12:51:40"/>
  <p:tag name="MIO_DBID" val="598A5C07-C27D-430B-A8FC-FA667BE665A4"/>
  <p:tag name="MIO_LASTDOWNLOADED" val="02.11.2017 14:00:42"/>
  <p:tag name="MIO_OBJECTNAME" val="Kommunikation"/>
  <p:tag name="MIO_LASTEDITORNAME" val="Andre Blochwitz"/>
  <p:tag name="MIO_STRING_IGNORE_CHECKSUM_FOR_NEXT_SAVE" val="False"/>
</p:tagLst>
</file>

<file path=ppt/tags/tag509.xml><?xml version="1.0" encoding="utf-8"?>
<p:tagLst xmlns:a="http://schemas.openxmlformats.org/drawingml/2006/main" xmlns:r="http://schemas.openxmlformats.org/officeDocument/2006/relationships" xmlns:p="http://schemas.openxmlformats.org/presentationml/2006/main">
  <p:tag name="MIO_EKGUID" val="02414f5f-fdc4-4f13-80fc-a38ad1e3940d"/>
  <p:tag name="MIO_GUID" val="2f113f1f-7657-43de-95dd-6889358cf5a8"/>
  <p:tag name="MIO_UPDATE" val="True"/>
  <p:tag name="MIO_VERSION" val="19.01.2017 07:10:00"/>
  <p:tag name="MIO_DBID" val="598A5C07-C27D-430B-A8FC-FA667BE665A4"/>
  <p:tag name="MIO_LASTDOWNLOADED" val="20.10.2017 15:08:38"/>
  <p:tag name="MIO_OBJECTNAME" val="product_pc-based-automation.png"/>
  <p:tag name="MIO_LASTEDITORNAME" val="Dietmar Kluge"/>
</p:tagLst>
</file>

<file path=ppt/tags/tag510.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511.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512.xml><?xml version="1.0" encoding="utf-8"?>
<p:tagLst xmlns:a="http://schemas.openxmlformats.org/drawingml/2006/main" xmlns:r="http://schemas.openxmlformats.org/officeDocument/2006/relationships" xmlns:p="http://schemas.openxmlformats.org/presentationml/2006/main">
  <p:tag name="CDT_TMP_FONTSIZE" val="10"/>
</p:tagLst>
</file>

<file path=ppt/tags/tag513.xml><?xml version="1.0" encoding="utf-8"?>
<p:tagLst xmlns:a="http://schemas.openxmlformats.org/drawingml/2006/main" xmlns:r="http://schemas.openxmlformats.org/officeDocument/2006/relationships" xmlns:p="http://schemas.openxmlformats.org/presentationml/2006/main">
  <p:tag name="THINKCELLSHAPEDONOTDELETE" val="laCbEzmhUkKYiNLeADWE7Q"/>
</p:tagLst>
</file>

<file path=ppt/tags/tag514.xml><?xml version="1.0" encoding="utf-8"?>
<p:tagLst xmlns:a="http://schemas.openxmlformats.org/drawingml/2006/main" xmlns:r="http://schemas.openxmlformats.org/officeDocument/2006/relationships" xmlns:p="http://schemas.openxmlformats.org/presentationml/2006/main">
  <p:tag name="CDT_TMP_FONTSIZE" val="10"/>
</p:tagLst>
</file>

<file path=ppt/tags/tag515.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516.xml><?xml version="1.0" encoding="utf-8"?>
<p:tagLst xmlns:a="http://schemas.openxmlformats.org/drawingml/2006/main" xmlns:r="http://schemas.openxmlformats.org/officeDocument/2006/relationships" xmlns:p="http://schemas.openxmlformats.org/presentationml/2006/main">
  <p:tag name="CDT_TMP_FONTSIZE" val="10"/>
</p:tagLst>
</file>

<file path=ppt/tags/tag517.xml><?xml version="1.0" encoding="utf-8"?>
<p:tagLst xmlns:a="http://schemas.openxmlformats.org/drawingml/2006/main" xmlns:r="http://schemas.openxmlformats.org/officeDocument/2006/relationships" xmlns:p="http://schemas.openxmlformats.org/presentationml/2006/main">
  <p:tag name="CDT_TMP_FONTSIZE" val="10"/>
</p:tagLst>
</file>

<file path=ppt/tags/tag518.xml><?xml version="1.0" encoding="utf-8"?>
<p:tagLst xmlns:a="http://schemas.openxmlformats.org/drawingml/2006/main" xmlns:r="http://schemas.openxmlformats.org/officeDocument/2006/relationships" xmlns:p="http://schemas.openxmlformats.org/presentationml/2006/main">
  <p:tag name="CDT_TMP_FONTSIZE" val="10"/>
</p:tagLst>
</file>

<file path=ppt/tags/tag519.xml><?xml version="1.0" encoding="utf-8"?>
<p:tagLst xmlns:a="http://schemas.openxmlformats.org/drawingml/2006/main" xmlns:r="http://schemas.openxmlformats.org/officeDocument/2006/relationships" xmlns:p="http://schemas.openxmlformats.org/presentationml/2006/main">
  <p:tag name="CDT_TMP_FONTSIZE" val="10"/>
</p:tagLst>
</file>

<file path=ppt/tags/tag520.xml><?xml version="1.0" encoding="utf-8"?>
<p:tagLst xmlns:a="http://schemas.openxmlformats.org/drawingml/2006/main" xmlns:r="http://schemas.openxmlformats.org/officeDocument/2006/relationships" xmlns:p="http://schemas.openxmlformats.org/presentationml/2006/main">
  <p:tag name="CDT_TMP_FONTSIZE" val="10"/>
</p:tagLst>
</file>

<file path=ppt/tags/tag52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2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2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2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2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2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2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2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2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3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31.xml><?xml version="1.0" encoding="utf-8"?>
<p:tagLst xmlns:a="http://schemas.openxmlformats.org/drawingml/2006/main" xmlns:r="http://schemas.openxmlformats.org/officeDocument/2006/relationships" xmlns:p="http://schemas.openxmlformats.org/presentationml/2006/main">
  <p:tag name="MIO_GUID" val="51e54eee-08a4-4e79-ba38-a18cfc42b8d7"/>
  <p:tag name="MIO_EKGUID" val="e86b3c4e-22c1-4823-bbb8-38b910814b91"/>
  <p:tag name="MIO_UPDATE" val="True"/>
  <p:tag name="MIO_VERSION" val="02.11.2017 12:51:40"/>
  <p:tag name="MIO_DBID" val="598A5C07-C27D-430B-A8FC-FA667BE665A4"/>
  <p:tag name="MIO_LASTDOWNLOADED" val="02.11.2017 14:00:42"/>
  <p:tag name="MIO_OBJECTNAME" val="Kommunikation"/>
  <p:tag name="MIO_LASTEDITORNAME" val="Andre Blochwitz"/>
  <p:tag name="MIO_STRING_IGNORE_CHECKSUM_FOR_NEXT_SAVE" val="False"/>
</p:tagLst>
</file>

<file path=ppt/tags/tag532.xml><?xml version="1.0" encoding="utf-8"?>
<p:tagLst xmlns:a="http://schemas.openxmlformats.org/drawingml/2006/main" xmlns:r="http://schemas.openxmlformats.org/officeDocument/2006/relationships" xmlns:p="http://schemas.openxmlformats.org/presentationml/2006/main">
  <p:tag name="THINKCELLSHAPEDONOTDELETE" val="laCbEzmhUkKYiNLeADWE7Q"/>
</p:tagLst>
</file>

<file path=ppt/tags/tag533.xml><?xml version="1.0" encoding="utf-8"?>
<p:tagLst xmlns:a="http://schemas.openxmlformats.org/drawingml/2006/main" xmlns:r="http://schemas.openxmlformats.org/officeDocument/2006/relationships" xmlns:p="http://schemas.openxmlformats.org/presentationml/2006/main">
  <p:tag name="CDT_TMP_FONTSIZE" val="10"/>
</p:tagLst>
</file>

<file path=ppt/tags/tag534.xml><?xml version="1.0" encoding="utf-8"?>
<p:tagLst xmlns:a="http://schemas.openxmlformats.org/drawingml/2006/main" xmlns:r="http://schemas.openxmlformats.org/officeDocument/2006/relationships" xmlns:p="http://schemas.openxmlformats.org/presentationml/2006/main">
  <p:tag name="CDT_TMP_FONTSIZE" val="10"/>
</p:tagLst>
</file>

<file path=ppt/tags/tag535.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536.xml><?xml version="1.0" encoding="utf-8"?>
<p:tagLst xmlns:a="http://schemas.openxmlformats.org/drawingml/2006/main" xmlns:r="http://schemas.openxmlformats.org/officeDocument/2006/relationships" xmlns:p="http://schemas.openxmlformats.org/presentationml/2006/main">
  <p:tag name="CDT_TMP_FONTSIZE" val="10"/>
</p:tagLst>
</file>

<file path=ppt/tags/tag537.xml><?xml version="1.0" encoding="utf-8"?>
<p:tagLst xmlns:a="http://schemas.openxmlformats.org/drawingml/2006/main" xmlns:r="http://schemas.openxmlformats.org/officeDocument/2006/relationships" xmlns:p="http://schemas.openxmlformats.org/presentationml/2006/main">
  <p:tag name="MIO_EKGUID" val="02414f5f-fdc4-4f13-80fc-a38ad1e3940d"/>
  <p:tag name="MIO_GUID" val="2f113f1f-7657-43de-95dd-6889358cf5a8"/>
  <p:tag name="MIO_UPDATE" val="True"/>
  <p:tag name="MIO_VERSION" val="19.01.2017 07:10:00"/>
  <p:tag name="MIO_DBID" val="598A5C07-C27D-430B-A8FC-FA667BE665A4"/>
  <p:tag name="MIO_LASTDOWNLOADED" val="20.10.2017 15:08:38"/>
  <p:tag name="MIO_OBJECTNAME" val="product_pc-based-automation.png"/>
  <p:tag name="MIO_LASTEDITORNAME" val="Dietmar Kluge"/>
</p:tagLst>
</file>

<file path=ppt/tags/tag538.xml><?xml version="1.0" encoding="utf-8"?>
<p:tagLst xmlns:a="http://schemas.openxmlformats.org/drawingml/2006/main" xmlns:r="http://schemas.openxmlformats.org/officeDocument/2006/relationships" xmlns:p="http://schemas.openxmlformats.org/presentationml/2006/main">
  <p:tag name="CDT_TMP_FONTSIZE" val="10"/>
</p:tagLst>
</file>

<file path=ppt/tags/tag53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4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4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4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4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4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4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4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4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4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49.xml><?xml version="1.0" encoding="utf-8"?>
<p:tagLst xmlns:a="http://schemas.openxmlformats.org/drawingml/2006/main" xmlns:r="http://schemas.openxmlformats.org/officeDocument/2006/relationships" xmlns:p="http://schemas.openxmlformats.org/presentationml/2006/main">
  <p:tag name="MIO_GUID" val="51e54eee-08a4-4e79-ba38-a18cfc42b8d7"/>
  <p:tag name="MIO_EKGUID" val="e86b3c4e-22c1-4823-bbb8-38b910814b91"/>
  <p:tag name="MIO_UPDATE" val="True"/>
  <p:tag name="MIO_VERSION" val="02.11.2017 12:51:40"/>
  <p:tag name="MIO_DBID" val="598A5C07-C27D-430B-A8FC-FA667BE665A4"/>
  <p:tag name="MIO_LASTDOWNLOADED" val="02.11.2017 14:00:42"/>
  <p:tag name="MIO_OBJECTNAME" val="Kommunikation"/>
  <p:tag name="MIO_LASTEDITORNAME" val="Andre Blochwitz"/>
  <p:tag name="MIO_STRING_IGNORE_CHECKSUM_FOR_NEXT_SAVE" val="False"/>
</p:tagLst>
</file>

<file path=ppt/tags/tag550.xml><?xml version="1.0" encoding="utf-8"?>
<p:tagLst xmlns:a="http://schemas.openxmlformats.org/drawingml/2006/main" xmlns:r="http://schemas.openxmlformats.org/officeDocument/2006/relationships" xmlns:p="http://schemas.openxmlformats.org/presentationml/2006/main">
  <p:tag name="MIO_EKGUID" val="02414f5f-fdc4-4f13-80fc-a38ad1e3940d"/>
  <p:tag name="MIO_GUID" val="2f113f1f-7657-43de-95dd-6889358cf5a8"/>
  <p:tag name="MIO_UPDATE" val="True"/>
  <p:tag name="MIO_VERSION" val="19.01.2017 07:10:00"/>
  <p:tag name="MIO_DBID" val="598A5C07-C27D-430B-A8FC-FA667BE665A4"/>
  <p:tag name="MIO_LASTDOWNLOADED" val="20.10.2017 15:08:38"/>
  <p:tag name="MIO_OBJECTNAME" val="product_pc-based-automation.png"/>
  <p:tag name="MIO_LASTEDITORNAME" val="Dietmar Kluge"/>
</p:tagLst>
</file>

<file path=ppt/tags/tag551.xml><?xml version="1.0" encoding="utf-8"?>
<p:tagLst xmlns:a="http://schemas.openxmlformats.org/drawingml/2006/main" xmlns:r="http://schemas.openxmlformats.org/officeDocument/2006/relationships" xmlns:p="http://schemas.openxmlformats.org/presentationml/2006/main">
  <p:tag name="THINKCELLSHAPEDONOTDELETE" val="laCbEzmhUkKYiNLeADWE7Q"/>
</p:tagLst>
</file>

<file path=ppt/tags/tag552.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553.xml><?xml version="1.0" encoding="utf-8"?>
<p:tagLst xmlns:a="http://schemas.openxmlformats.org/drawingml/2006/main" xmlns:r="http://schemas.openxmlformats.org/officeDocument/2006/relationships" xmlns:p="http://schemas.openxmlformats.org/presentationml/2006/main">
  <p:tag name="CDT_TMP_FONTSIZE" val="10"/>
</p:tagLst>
</file>

<file path=ppt/tags/tag554.xml><?xml version="1.0" encoding="utf-8"?>
<p:tagLst xmlns:a="http://schemas.openxmlformats.org/drawingml/2006/main" xmlns:r="http://schemas.openxmlformats.org/officeDocument/2006/relationships" xmlns:p="http://schemas.openxmlformats.org/presentationml/2006/main">
  <p:tag name="CDT_TMP_FONTSIZE" val="10"/>
</p:tagLst>
</file>

<file path=ppt/tags/tag555.xml><?xml version="1.0" encoding="utf-8"?>
<p:tagLst xmlns:a="http://schemas.openxmlformats.org/drawingml/2006/main" xmlns:r="http://schemas.openxmlformats.org/officeDocument/2006/relationships" xmlns:p="http://schemas.openxmlformats.org/presentationml/2006/main">
  <p:tag name="CDT_TMP_FONTSIZE" val="10"/>
</p:tagLst>
</file>

<file path=ppt/tags/tag55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5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5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5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6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6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6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6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6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6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1d905f03-b681-4de5-942a-08e127df4c9d"/>
  <p:tag name="MIO_UPDATE" val="True"/>
  <p:tag name="MIO_VERSION" val="19.01.2017 07:10:19"/>
  <p:tag name="MIO_DBID" val="598A5C07-C27D-430B-A8FC-FA667BE665A4"/>
  <p:tag name="MIO_LASTDOWNLOADED" val="18.10.2017 15:31:25"/>
  <p:tag name="MIO_OBJECTNAME" val="product_simatic-s7-1500.png"/>
  <p:tag name="MIO_LASTEDITORNAME" val="Dietmar Kluge"/>
</p:tagLst>
</file>

<file path=ppt/tags/tag5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2.xml><?xml version="1.0" encoding="utf-8"?>
<p:tagLst xmlns:a="http://schemas.openxmlformats.org/drawingml/2006/main" xmlns:r="http://schemas.openxmlformats.org/officeDocument/2006/relationships" xmlns:p="http://schemas.openxmlformats.org/presentationml/2006/main">
  <p:tag name="THINKCELLSHAPEDONOTDELETE" val="tUTSHTA38Q8Rsk7mguknKQQ"/>
</p:tagLst>
</file>

<file path=ppt/tags/tag573.xml><?xml version="1.0" encoding="utf-8"?>
<p:tagLst xmlns:a="http://schemas.openxmlformats.org/drawingml/2006/main" xmlns:r="http://schemas.openxmlformats.org/officeDocument/2006/relationships" xmlns:p="http://schemas.openxmlformats.org/presentationml/2006/main">
  <p:tag name="CDT_TMP_FONTSIZE" val="10"/>
</p:tagLst>
</file>

<file path=ppt/tags/tag574.xml><?xml version="1.0" encoding="utf-8"?>
<p:tagLst xmlns:a="http://schemas.openxmlformats.org/drawingml/2006/main" xmlns:r="http://schemas.openxmlformats.org/officeDocument/2006/relationships" xmlns:p="http://schemas.openxmlformats.org/presentationml/2006/main">
  <p:tag name="CDT_TMP_FONTSIZE" val="10"/>
</p:tagLst>
</file>

<file path=ppt/tags/tag57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7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7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7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7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8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81.xml><?xml version="1.0" encoding="utf-8"?>
<p:tagLst xmlns:a="http://schemas.openxmlformats.org/drawingml/2006/main" xmlns:r="http://schemas.openxmlformats.org/officeDocument/2006/relationships" xmlns:p="http://schemas.openxmlformats.org/presentationml/2006/main">
  <p:tag name="CDT_TMP_FONTSIZE" val="10"/>
</p:tagLst>
</file>

<file path=ppt/tags/tag582.xml><?xml version="1.0" encoding="utf-8"?>
<p:tagLst xmlns:a="http://schemas.openxmlformats.org/drawingml/2006/main" xmlns:r="http://schemas.openxmlformats.org/officeDocument/2006/relationships" xmlns:p="http://schemas.openxmlformats.org/presentationml/2006/main">
  <p:tag name="CDT_TMP_FONTSIZE" val="10"/>
</p:tagLst>
</file>

<file path=ppt/tags/tag58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8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8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8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8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8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89.xml><?xml version="1.0" encoding="utf-8"?>
<p:tagLst xmlns:a="http://schemas.openxmlformats.org/drawingml/2006/main" xmlns:r="http://schemas.openxmlformats.org/officeDocument/2006/relationships" xmlns:p="http://schemas.openxmlformats.org/presentationml/2006/main">
  <p:tag name="CDT_TMP_FONTSIZE" val="10"/>
</p:tagLst>
</file>

<file path=ppt/tags/tag590.xml><?xml version="1.0" encoding="utf-8"?>
<p:tagLst xmlns:a="http://schemas.openxmlformats.org/drawingml/2006/main" xmlns:r="http://schemas.openxmlformats.org/officeDocument/2006/relationships" xmlns:p="http://schemas.openxmlformats.org/presentationml/2006/main">
  <p:tag name="CDT_TMP_FONTSIZE" val="10"/>
</p:tagLst>
</file>

<file path=ppt/tags/tag59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9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9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9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9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9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597.xml><?xml version="1.0" encoding="utf-8"?>
<p:tagLst xmlns:a="http://schemas.openxmlformats.org/drawingml/2006/main" xmlns:r="http://schemas.openxmlformats.org/officeDocument/2006/relationships" xmlns:p="http://schemas.openxmlformats.org/presentationml/2006/main">
  <p:tag name="CDT_TMP_FONTSIZE" val="10"/>
</p:tagLst>
</file>

<file path=ppt/tags/tag598.xml><?xml version="1.0" encoding="utf-8"?>
<p:tagLst xmlns:a="http://schemas.openxmlformats.org/drawingml/2006/main" xmlns:r="http://schemas.openxmlformats.org/officeDocument/2006/relationships" xmlns:p="http://schemas.openxmlformats.org/presentationml/2006/main">
  <p:tag name="CDT_TMP_FONTSIZE" val="10"/>
</p:tagLst>
</file>

<file path=ppt/tags/tag599.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600.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601.xml><?xml version="1.0" encoding="utf-8"?>
<p:tagLst xmlns:a="http://schemas.openxmlformats.org/drawingml/2006/main" xmlns:r="http://schemas.openxmlformats.org/officeDocument/2006/relationships" xmlns:p="http://schemas.openxmlformats.org/presentationml/2006/main">
  <p:tag name="CDT_TMP_FONTSIZE" val="10"/>
</p:tagLst>
</file>

<file path=ppt/tags/tag602.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603.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604.xml><?xml version="1.0" encoding="utf-8"?>
<p:tagLst xmlns:a="http://schemas.openxmlformats.org/drawingml/2006/main" xmlns:r="http://schemas.openxmlformats.org/officeDocument/2006/relationships" xmlns:p="http://schemas.openxmlformats.org/presentationml/2006/main">
  <p:tag name="CDT_TMP_FONTSIZE" val="10"/>
</p:tagLst>
</file>

<file path=ppt/tags/tag605.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606.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607.xml><?xml version="1.0" encoding="utf-8"?>
<p:tagLst xmlns:a="http://schemas.openxmlformats.org/drawingml/2006/main" xmlns:r="http://schemas.openxmlformats.org/officeDocument/2006/relationships" xmlns:p="http://schemas.openxmlformats.org/presentationml/2006/main">
  <p:tag name="CDT_TMP_FONTSIZE" val="10"/>
</p:tagLst>
</file>

<file path=ppt/tags/tag608.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609.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610.xml><?xml version="1.0" encoding="utf-8"?>
<p:tagLst xmlns:a="http://schemas.openxmlformats.org/drawingml/2006/main" xmlns:r="http://schemas.openxmlformats.org/officeDocument/2006/relationships" xmlns:p="http://schemas.openxmlformats.org/presentationml/2006/main">
  <p:tag name="CDT_TMP_FONTSIZE" val="10"/>
</p:tagLst>
</file>

<file path=ppt/tags/tag611.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612.xml><?xml version="1.0" encoding="utf-8"?>
<p:tagLst xmlns:a="http://schemas.openxmlformats.org/drawingml/2006/main" xmlns:r="http://schemas.openxmlformats.org/officeDocument/2006/relationships" xmlns:p="http://schemas.openxmlformats.org/presentationml/2006/main">
  <p:tag name="MIO_EKGUID" val="7a469fc2-c0b6-444b-9268-c4cfd01a08cc"/>
  <p:tag name="MIO_GUID" val="6e01c485-2d3c-46dd-ba80-addc1cda3880"/>
  <p:tag name="MIO_UPDATE" val="True"/>
  <p:tag name="MIO_VERSION" val="19.01.2017 07:10:17"/>
  <p:tag name="MIO_DBID" val="598A5C07-C27D-430B-A8FC-FA667BE665A4"/>
  <p:tag name="MIO_LASTDOWNLOADED" val="18.10.2017 15:27:30"/>
  <p:tag name="MIO_OBJECTNAME" val="product_simatic-s7-1500-control-unit.png"/>
  <p:tag name="MIO_LASTEDITORNAME" val="Dietmar Kluge"/>
</p:tagLst>
</file>

<file path=ppt/tags/tag6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4.xml><?xml version="1.0" encoding="utf-8"?>
<p:tagLst xmlns:a="http://schemas.openxmlformats.org/drawingml/2006/main" xmlns:r="http://schemas.openxmlformats.org/officeDocument/2006/relationships" xmlns:p="http://schemas.openxmlformats.org/presentationml/2006/main">
  <p:tag name="THINKCELLSHAPEDONOTDELETE" val="tUTSHTA38Q8Rsk7mguknKQQ"/>
</p:tagLst>
</file>

<file path=ppt/tags/tag6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6.xml><?xml version="1.0" encoding="utf-8"?>
<p:tagLst xmlns:a="http://schemas.openxmlformats.org/drawingml/2006/main" xmlns:r="http://schemas.openxmlformats.org/officeDocument/2006/relationships" xmlns:p="http://schemas.openxmlformats.org/presentationml/2006/main">
  <p:tag name="THINKCELLSHAPEDONOTDELETE" val="tUTSHTA38Q8Rsk7mguknKQQ"/>
</p:tagLst>
</file>

<file path=ppt/tags/tag617.xml><?xml version="1.0" encoding="utf-8"?>
<p:tagLst xmlns:a="http://schemas.openxmlformats.org/drawingml/2006/main" xmlns:r="http://schemas.openxmlformats.org/officeDocument/2006/relationships" xmlns:p="http://schemas.openxmlformats.org/presentationml/2006/main">
  <p:tag name="CDT_TMP_FONTSIZE" val="10"/>
</p:tagLst>
</file>

<file path=ppt/tags/tag618.xml><?xml version="1.0" encoding="utf-8"?>
<p:tagLst xmlns:a="http://schemas.openxmlformats.org/drawingml/2006/main" xmlns:r="http://schemas.openxmlformats.org/officeDocument/2006/relationships" xmlns:p="http://schemas.openxmlformats.org/presentationml/2006/main">
  <p:tag name="CDT_TMP_FONTSIZE" val="10"/>
</p:tagLst>
</file>

<file path=ppt/tags/tag619.xml><?xml version="1.0" encoding="utf-8"?>
<p:tagLst xmlns:a="http://schemas.openxmlformats.org/drawingml/2006/main" xmlns:r="http://schemas.openxmlformats.org/officeDocument/2006/relationships" xmlns:p="http://schemas.openxmlformats.org/presentationml/2006/main">
  <p:tag name="CDT_TMP_FONTSIZE" val="10"/>
</p:tagLst>
</file>

<file path=ppt/tags/tag620.xml><?xml version="1.0" encoding="utf-8"?>
<p:tagLst xmlns:a="http://schemas.openxmlformats.org/drawingml/2006/main" xmlns:r="http://schemas.openxmlformats.org/officeDocument/2006/relationships" xmlns:p="http://schemas.openxmlformats.org/presentationml/2006/main">
  <p:tag name="CDT_TMP_FONTSIZE" val="10"/>
</p:tagLst>
</file>

<file path=ppt/tags/tag621.xml><?xml version="1.0" encoding="utf-8"?>
<p:tagLst xmlns:a="http://schemas.openxmlformats.org/drawingml/2006/main" xmlns:r="http://schemas.openxmlformats.org/officeDocument/2006/relationships" xmlns:p="http://schemas.openxmlformats.org/presentationml/2006/main">
  <p:tag name="CDT_TMP_FONTSIZE" val="10"/>
</p:tagLst>
</file>

<file path=ppt/tags/tag622.xml><?xml version="1.0" encoding="utf-8"?>
<p:tagLst xmlns:a="http://schemas.openxmlformats.org/drawingml/2006/main" xmlns:r="http://schemas.openxmlformats.org/officeDocument/2006/relationships" xmlns:p="http://schemas.openxmlformats.org/presentationml/2006/main">
  <p:tag name="CDT_TMP_FONTSIZE" val="10"/>
</p:tagLst>
</file>

<file path=ppt/tags/tag623.xml><?xml version="1.0" encoding="utf-8"?>
<p:tagLst xmlns:a="http://schemas.openxmlformats.org/drawingml/2006/main" xmlns:r="http://schemas.openxmlformats.org/officeDocument/2006/relationships" xmlns:p="http://schemas.openxmlformats.org/presentationml/2006/main">
  <p:tag name="CDT_TMP_FONTSIZE" val="10"/>
</p:tagLst>
</file>

<file path=ppt/tags/tag624.xml><?xml version="1.0" encoding="utf-8"?>
<p:tagLst xmlns:a="http://schemas.openxmlformats.org/drawingml/2006/main" xmlns:r="http://schemas.openxmlformats.org/officeDocument/2006/relationships" xmlns:p="http://schemas.openxmlformats.org/presentationml/2006/main">
  <p:tag name="CDT_TMP_FONTSIZE" val="10"/>
</p:tagLst>
</file>

<file path=ppt/tags/tag62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2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2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2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2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3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3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3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3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3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3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3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8.xml><?xml version="1.0" encoding="utf-8"?>
<p:tagLst xmlns:a="http://schemas.openxmlformats.org/drawingml/2006/main" xmlns:r="http://schemas.openxmlformats.org/officeDocument/2006/relationships" xmlns:p="http://schemas.openxmlformats.org/presentationml/2006/main">
  <p:tag name="MIO_EKGUID" val="02414f5f-fdc4-4f13-80fc-a38ad1e3940d"/>
  <p:tag name="MIO_GUID" val="2f113f1f-7657-43de-95dd-6889358cf5a8"/>
  <p:tag name="MIO_UPDATE" val="True"/>
  <p:tag name="MIO_VERSION" val="19.01.2017 07:10:00"/>
  <p:tag name="MIO_DBID" val="598A5C07-C27D-430B-A8FC-FA667BE665A4"/>
  <p:tag name="MIO_LASTDOWNLOADED" val="20.10.2017 15:08:38"/>
  <p:tag name="MIO_OBJECTNAME" val="product_pc-based-automation.png"/>
  <p:tag name="MIO_LASTEDITORNAME" val="Dietmar Kluge"/>
</p:tagLst>
</file>

<file path=ppt/tags/tag639.xml><?xml version="1.0" encoding="utf-8"?>
<p:tagLst xmlns:a="http://schemas.openxmlformats.org/drawingml/2006/main" xmlns:r="http://schemas.openxmlformats.org/officeDocument/2006/relationships" xmlns:p="http://schemas.openxmlformats.org/presentationml/2006/main">
  <p:tag name="MIO_EKGUID" val="02414f5f-fdc4-4f13-80fc-a38ad1e3940d"/>
  <p:tag name="MIO_GUID" val="2f113f1f-7657-43de-95dd-6889358cf5a8"/>
  <p:tag name="MIO_UPDATE" val="True"/>
  <p:tag name="MIO_VERSION" val="19.01.2017 07:10:00"/>
  <p:tag name="MIO_DBID" val="598A5C07-C27D-430B-A8FC-FA667BE665A4"/>
  <p:tag name="MIO_LASTDOWNLOADED" val="20.10.2017 15:08:38"/>
  <p:tag name="MIO_OBJECTNAME" val="product_pc-based-automation.png"/>
  <p:tag name="MIO_LASTEDITORNAME" val="Dietmar Kluge"/>
</p:tagLst>
</file>

<file path=ppt/tags/tag640.xml><?xml version="1.0" encoding="utf-8"?>
<p:tagLst xmlns:a="http://schemas.openxmlformats.org/drawingml/2006/main" xmlns:r="http://schemas.openxmlformats.org/officeDocument/2006/relationships" xmlns:p="http://schemas.openxmlformats.org/presentationml/2006/main">
  <p:tag name="MIO_EKGUID" val="a9332ea0-4cfc-4586-9cf7-cb37dad1127b"/>
  <p:tag name="MIO_GUID" val="90955b11-8652-4bcc-a7b4-b6190588a1bd"/>
  <p:tag name="MIO_UPDATE" val="True"/>
  <p:tag name="MIO_VERSION" val="19.01.2017 07:09:32"/>
  <p:tag name="MIO_DBID" val="598A5C07-C27D-430B-A8FC-FA667BE665A4"/>
  <p:tag name="MIO_LASTDOWNLOADED" val="20.10.2017 15:13:54"/>
  <p:tag name="MIO_OBJECTNAME" val="product_comfort-panel.png"/>
  <p:tag name="MIO_LASTEDITORNAME" val="Dietmar Kluge"/>
</p:tagLst>
</file>

<file path=ppt/tags/tag64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4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4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4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4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4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4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4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4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5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5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5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53.xml><?xml version="1.0" encoding="utf-8"?>
<p:tagLst xmlns:a="http://schemas.openxmlformats.org/drawingml/2006/main" xmlns:r="http://schemas.openxmlformats.org/officeDocument/2006/relationships" xmlns:p="http://schemas.openxmlformats.org/presentationml/2006/main">
  <p:tag name="MIO_EKGUID" val="bfee5ede-c7d0-4fc3-b4f9-fc45291e5ab1"/>
  <p:tag name="MIO_GUID" val="02a08f54-16c9-45af-9930-557df751f1b5"/>
  <p:tag name="MIO_UPDATE" val="True"/>
  <p:tag name="MIO_VERSION" val="19.01.2017 06:55:31"/>
  <p:tag name="MIO_DBID" val="598A5C07-C27D-430B-A8FC-FA667BE665A4"/>
  <p:tag name="MIO_LASTDOWNLOADED" val="08.03.2018 11:18:19"/>
  <p:tag name="MIO_OBJECTNAME" val="general_certificate.png"/>
  <p:tag name="MIO_LASTEDITORNAME" val="Dietmar Kluge"/>
</p:tagLst>
</file>

<file path=ppt/tags/tag65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5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5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5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5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5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6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6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6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6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6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6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6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6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6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6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7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7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7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7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7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7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7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7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7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7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8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8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8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8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84.xml><?xml version="1.0" encoding="utf-8"?>
<p:tagLst xmlns:a="http://schemas.openxmlformats.org/drawingml/2006/main" xmlns:r="http://schemas.openxmlformats.org/officeDocument/2006/relationships" xmlns:p="http://schemas.openxmlformats.org/presentationml/2006/main">
  <p:tag name="MIO_EKGUID" val="bfee5ede-c7d0-4fc3-b4f9-fc45291e5ab1"/>
  <p:tag name="MIO_GUID" val="02a08f54-16c9-45af-9930-557df751f1b5"/>
  <p:tag name="MIO_UPDATE" val="True"/>
  <p:tag name="MIO_VERSION" val="19.01.2017 06:55:31"/>
  <p:tag name="MIO_DBID" val="598A5C07-C27D-430B-A8FC-FA667BE665A4"/>
  <p:tag name="MIO_LASTDOWNLOADED" val="08.03.2018 11:18:19"/>
  <p:tag name="MIO_OBJECTNAME" val="general_certificate.png"/>
  <p:tag name="MIO_LASTEDITORNAME" val="Dietmar Kluge"/>
</p:tagLst>
</file>

<file path=ppt/tags/tag68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8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8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8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8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9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9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9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9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9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9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698.xml><?xml version="1.0" encoding="utf-8"?>
<p:tagLst xmlns:a="http://schemas.openxmlformats.org/drawingml/2006/main" xmlns:r="http://schemas.openxmlformats.org/officeDocument/2006/relationships" xmlns:p="http://schemas.openxmlformats.org/presentationml/2006/main">
  <p:tag name="THINKCELLSHAPEDONOTDELETE" val="laCbEzmhUkKYiNLeADWE7Q"/>
</p:tagLst>
</file>

<file path=ppt/tags/tag699.xml><?xml version="1.0" encoding="utf-8"?>
<p:tagLst xmlns:a="http://schemas.openxmlformats.org/drawingml/2006/main" xmlns:r="http://schemas.openxmlformats.org/officeDocument/2006/relationships" xmlns:p="http://schemas.openxmlformats.org/presentationml/2006/main">
  <p:tag name="THINKCELLSHAPEDONOTDELETE" val="laCbEzmhUkKYiNLeADWE7Q"/>
</p:tagLst>
</file>

<file path=ppt/tags/tag700.xml><?xml version="1.0" encoding="utf-8"?>
<p:tagLst xmlns:a="http://schemas.openxmlformats.org/drawingml/2006/main" xmlns:r="http://schemas.openxmlformats.org/officeDocument/2006/relationships" xmlns:p="http://schemas.openxmlformats.org/presentationml/2006/main">
  <p:tag name="THINKCELLSHAPEDONOTDELETE" val="laCbEzmhUkKYiNLeADWE7Q"/>
</p:tagLst>
</file>

<file path=ppt/tags/tag7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3.xml><?xml version="1.0" encoding="utf-8"?>
<p:tagLst xmlns:a="http://schemas.openxmlformats.org/drawingml/2006/main" xmlns:r="http://schemas.openxmlformats.org/officeDocument/2006/relationships" xmlns:p="http://schemas.openxmlformats.org/presentationml/2006/main">
  <p:tag name="THINKCELLSHAPEDONOTDELETE" val="tUTSHTA38Q8Rsk7mguknKQQ"/>
</p:tagLst>
</file>

<file path=ppt/tags/tag704.xml><?xml version="1.0" encoding="utf-8"?>
<p:tagLst xmlns:a="http://schemas.openxmlformats.org/drawingml/2006/main" xmlns:r="http://schemas.openxmlformats.org/officeDocument/2006/relationships" xmlns:p="http://schemas.openxmlformats.org/presentationml/2006/main">
  <p:tag name="CDT_TMP_FONTSIZE" val="10"/>
</p:tagLst>
</file>

<file path=ppt/tags/tag705.xml><?xml version="1.0" encoding="utf-8"?>
<p:tagLst xmlns:a="http://schemas.openxmlformats.org/drawingml/2006/main" xmlns:r="http://schemas.openxmlformats.org/officeDocument/2006/relationships" xmlns:p="http://schemas.openxmlformats.org/presentationml/2006/main">
  <p:tag name="CDT_TMP_FONTSIZE" val="10"/>
</p:tagLst>
</file>

<file path=ppt/tags/tag706.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707.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708.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709.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71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71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7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3.xml><?xml version="1.0" encoding="utf-8"?>
<p:tagLst xmlns:a="http://schemas.openxmlformats.org/drawingml/2006/main" xmlns:r="http://schemas.openxmlformats.org/officeDocument/2006/relationships" xmlns:p="http://schemas.openxmlformats.org/presentationml/2006/main">
  <p:tag name="THINKCELLSHAPEDONOTDELETE" val="t1qkprwUwTjHZ4L6NNtw1HA"/>
</p:tagLst>
</file>

<file path=ppt/tags/tag7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5.xml><?xml version="1.0" encoding="utf-8"?>
<p:tagLst xmlns:a="http://schemas.openxmlformats.org/drawingml/2006/main" xmlns:r="http://schemas.openxmlformats.org/officeDocument/2006/relationships" xmlns:p="http://schemas.openxmlformats.org/presentationml/2006/main">
  <p:tag name="THINKCELLSHAPEDONOTDELETE" val="t1TABey80FJs7TVsRkf1slg"/>
</p:tagLst>
</file>

<file path=ppt/tags/tag7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7.xml><?xml version="1.0" encoding="utf-8"?>
<p:tagLst xmlns:a="http://schemas.openxmlformats.org/drawingml/2006/main" xmlns:r="http://schemas.openxmlformats.org/officeDocument/2006/relationships" xmlns:p="http://schemas.openxmlformats.org/presentationml/2006/main">
  <p:tag name="THINKCELLSHAPEDONOTDELETE" val="t1TABey80FJs7TVsRkf1slg"/>
</p:tagLst>
</file>

<file path=ppt/tags/tag7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9.xml><?xml version="1.0" encoding="utf-8"?>
<p:tagLst xmlns:a="http://schemas.openxmlformats.org/drawingml/2006/main" xmlns:r="http://schemas.openxmlformats.org/officeDocument/2006/relationships" xmlns:p="http://schemas.openxmlformats.org/presentationml/2006/main">
  <p:tag name="THINKCELLSHAPEDONOTDELETE" val="t1TABey80FJs7TVsRkf1slg"/>
</p:tagLst>
</file>

<file path=ppt/tags/tag7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1.xml><?xml version="1.0" encoding="utf-8"?>
<p:tagLst xmlns:a="http://schemas.openxmlformats.org/drawingml/2006/main" xmlns:r="http://schemas.openxmlformats.org/officeDocument/2006/relationships" xmlns:p="http://schemas.openxmlformats.org/presentationml/2006/main">
  <p:tag name="THINKCELLSHAPEDONOTDELETE" val="t1TABey80FJs7TVsRkf1slg"/>
</p:tagLst>
</file>

<file path=ppt/tags/tag7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3.xml><?xml version="1.0" encoding="utf-8"?>
<p:tagLst xmlns:a="http://schemas.openxmlformats.org/drawingml/2006/main" xmlns:r="http://schemas.openxmlformats.org/officeDocument/2006/relationships" xmlns:p="http://schemas.openxmlformats.org/presentationml/2006/main">
  <p:tag name="THINKCELLSHAPEDONOTDELETE" val="tSCoUvipo1i1tgBl8HE30Rg"/>
</p:tagLst>
</file>

<file path=ppt/tags/tag7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6.xml><?xml version="1.0" encoding="utf-8"?>
<p:tagLst xmlns:a="http://schemas.openxmlformats.org/drawingml/2006/main" xmlns:r="http://schemas.openxmlformats.org/officeDocument/2006/relationships" xmlns:p="http://schemas.openxmlformats.org/presentationml/2006/main">
  <p:tag name="CDT_OLDSLIDEHIDDEN" val="False"/>
  <p:tag name="CDT_OLDSLIDEINDEX" val="49"/>
  <p:tag name="CDT_TITLE1" val="Bestellinformationen"/>
  <p:tag name="CDT_INTERSECT_SLIDE" val="False"/>
  <p:tag name="CDT_DESIGNS_NAME" val="Siemens 16:9 - Split / Navigation"/>
  <p:tag name="CDT_MASTERS_NAME" val="SlideMaster Siemens 16:9 - Split / Navigation"/>
  <p:tag name="CDT_LAYOUT_TYPE" val="2"/>
</p:tagLst>
</file>

<file path=ppt/theme/theme1.xml><?xml version="1.0" encoding="utf-8"?>
<a:theme xmlns:a="http://schemas.openxmlformats.org/drawingml/2006/main" name="Siemens 2020">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nd highlight elements">
      <a:srgbClr val="00FFB9"/>
    </a:custClr>
    <a:custClr name="Bold Blue | For creation of the Focus Line and highlight elements">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sie-ppt-O365-16x9-standard-deu-v3-1.pptx" id="{7613E8C5-E0C3-4489-AC89-E8089F6A812C}" vid="{320C5E40-1BFF-4793-9D50-87FFDBA9278E}"/>
    </a:ext>
  </a:extLst>
</a:theme>
</file>

<file path=ppt/theme/theme2.xml><?xml version="1.0" encoding="utf-8"?>
<a:theme xmlns:a="http://schemas.openxmlformats.org/drawingml/2006/main" name="Office Theme">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nd highlight elements">
      <a:srgbClr val="00FFB9"/>
    </a:custClr>
    <a:custClr name="Bold Blue | For creation of the Focus Line and highlight elements">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nd highlight elements">
      <a:srgbClr val="00FFB9"/>
    </a:custClr>
    <a:custClr name="Bold Blue | For creation of the Focus Line and highlight elements">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0A06625C93B7C468983BF860202C81A" ma:contentTypeVersion="12" ma:contentTypeDescription="Create a new document." ma:contentTypeScope="" ma:versionID="cc53b566e74bb9a953a32a4d6eebe014">
  <xsd:schema xmlns:xsd="http://www.w3.org/2001/XMLSchema" xmlns:xs="http://www.w3.org/2001/XMLSchema" xmlns:p="http://schemas.microsoft.com/office/2006/metadata/properties" xmlns:ns2="13584626-45fe-4671-a2be-bf0fec5c40a6" xmlns:ns3="49b7adc6-cf1f-4538-a8af-d98466dc2cbe" targetNamespace="http://schemas.microsoft.com/office/2006/metadata/properties" ma:root="true" ma:fieldsID="aaaad87872fc2189de1713bec3ea3312" ns2:_="" ns3:_="">
    <xsd:import namespace="13584626-45fe-4671-a2be-bf0fec5c40a6"/>
    <xsd:import namespace="49b7adc6-cf1f-4538-a8af-d98466dc2cb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584626-45fe-4671-a2be-bf0fec5c40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9b7adc6-cf1f-4538-a8af-d98466dc2cb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4ppTags>
  <Name>Four objects + Navigation</Name>
  <PpLayout>32</PpLayout>
  <Index>22</Index>
</p4ppTags>
</file>

<file path=customXml/itemProps1.xml><?xml version="1.0" encoding="utf-8"?>
<ds:datastoreItem xmlns:ds="http://schemas.openxmlformats.org/officeDocument/2006/customXml" ds:itemID="{EC39A7F7-E2EA-4CA8-A59F-53122CCC7C35}">
  <ds:schemaRefs>
    <ds:schemaRef ds:uri="http://schemas.microsoft.com/office/2006/metadata/properties"/>
    <ds:schemaRef ds:uri="http://purl.org/dc/terms/"/>
    <ds:schemaRef ds:uri="http://schemas.openxmlformats.org/package/2006/metadata/core-properties"/>
    <ds:schemaRef ds:uri="9875b122-1dae-4cb7-b212-0b77cf727ff6"/>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s>
</ds:datastoreItem>
</file>

<file path=customXml/itemProps2.xml><?xml version="1.0" encoding="utf-8"?>
<ds:datastoreItem xmlns:ds="http://schemas.openxmlformats.org/officeDocument/2006/customXml" ds:itemID="{012C559A-4E02-4FFF-95E6-51026EB6C5C8}"/>
</file>

<file path=customXml/itemProps3.xml><?xml version="1.0" encoding="utf-8"?>
<ds:datastoreItem xmlns:ds="http://schemas.openxmlformats.org/officeDocument/2006/customXml" ds:itemID="{A234D321-763F-4E39-BA68-00E9F8F329C6}">
  <ds:schemaRefs>
    <ds:schemaRef ds:uri="http://schemas.microsoft.com/sharepoint/v3/contenttype/forms"/>
  </ds:schemaRefs>
</ds:datastoreItem>
</file>

<file path=customXml/itemProps4.xml><?xml version="1.0" encoding="utf-8"?>
<ds:datastoreItem xmlns:ds="http://schemas.openxmlformats.org/officeDocument/2006/customXml" ds:itemID="{F6D9FCBE-A5C0-483E-B7D3-7DEF2A7E9BA0}">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7561</Words>
  <Application>Microsoft Office PowerPoint</Application>
  <PresentationFormat>Breitbild</PresentationFormat>
  <Paragraphs>1377</Paragraphs>
  <Slides>82</Slides>
  <Notes>30</Notes>
  <HiddenSlides>0</HiddenSlides>
  <MMClips>0</MMClips>
  <ScaleCrop>false</ScaleCrop>
  <HeadingPairs>
    <vt:vector size="8" baseType="variant">
      <vt:variant>
        <vt:lpstr>Verwendete Schriftarten</vt:lpstr>
      </vt:variant>
      <vt:variant>
        <vt:i4>3</vt:i4>
      </vt:variant>
      <vt:variant>
        <vt:lpstr>Design</vt:lpstr>
      </vt:variant>
      <vt:variant>
        <vt:i4>1</vt:i4>
      </vt:variant>
      <vt:variant>
        <vt:lpstr>Eingebettete OLE-Server</vt:lpstr>
      </vt:variant>
      <vt:variant>
        <vt:i4>1</vt:i4>
      </vt:variant>
      <vt:variant>
        <vt:lpstr>Folientitel</vt:lpstr>
      </vt:variant>
      <vt:variant>
        <vt:i4>82</vt:i4>
      </vt:variant>
    </vt:vector>
  </HeadingPairs>
  <TitlesOfParts>
    <vt:vector size="87" baseType="lpstr">
      <vt:lpstr>Arial</vt:lpstr>
      <vt:lpstr>SiemensSansGlobal-Regular</vt:lpstr>
      <vt:lpstr>Wingdings</vt:lpstr>
      <vt:lpstr>Siemens 2020</vt:lpstr>
      <vt:lpstr>think-cell Folie</vt:lpstr>
      <vt:lpstr>Redundant Systems SIMATIC S7-1500 R/H</vt:lpstr>
      <vt:lpstr>SIMATIC S7-1500 Redundant Systems Further technical slide sets</vt:lpstr>
      <vt:lpstr>SIMATIC S7-1500 Redundant Systems Content</vt:lpstr>
      <vt:lpstr>Motivation and product strategy</vt:lpstr>
      <vt:lpstr>SIMATIC S7-1500 Redundant Systems Motivation</vt:lpstr>
      <vt:lpstr>SIMATIC S7-1500 Redundant Systems Product Strategy SIMATIC S7-1500R/H</vt:lpstr>
      <vt:lpstr>System Overview</vt:lpstr>
      <vt:lpstr>SIMATIC S7-1500 Redundant Systems System Overview</vt:lpstr>
      <vt:lpstr>SIMATIC S7-1500 Redundant Systems CPU Types</vt:lpstr>
      <vt:lpstr>SIMATIC S7-1500 Redundant Systems Sync modules and sync lines</vt:lpstr>
      <vt:lpstr>Failure Scenarios</vt:lpstr>
      <vt:lpstr>Failure scenarios for S7-1500 R/H IO connection via Ring topology </vt:lpstr>
      <vt:lpstr>Failure scenarios for S7-1500 H (from firmware V3.0) IO connection via Line topology </vt:lpstr>
      <vt:lpstr>Failure scenarios for S7-1500 R/H Double fault: Failure of an IO device AND der Primary-CPU</vt:lpstr>
      <vt:lpstr>Failure scenarios for S7-1500 R Failure of redundancy connections to CPU synchronization</vt:lpstr>
      <vt:lpstr>Failure scenarios for S7-1500 H Failure of redundancy connections to CPU synchronization</vt:lpstr>
      <vt:lpstr>Failure scenarios for S7-1500 H (from firmware V3.0) Design with system redundancy R1 and MRP rings</vt:lpstr>
      <vt:lpstr>Specific failure scenarios for S7-1500 H Setup with system redundancy R1 – failure of one Pilotages</vt:lpstr>
      <vt:lpstr>Specific failure scenarios for S7-1500 H Setup with system redundancy R1 – failure of two Pilotages</vt:lpstr>
      <vt:lpstr>Communication via System IP and Device IP addresses</vt:lpstr>
      <vt:lpstr>Communication via System IP IP addresses for the R/H system</vt:lpstr>
      <vt:lpstr>Communication via System IP Behavior assigned to the primary CPU.</vt:lpstr>
      <vt:lpstr>Communication via System IP Behavior with Primary Backup Failover</vt:lpstr>
      <vt:lpstr>Communication via Device IP addresses Behavior automatically assigned to the primary CPU.</vt:lpstr>
      <vt:lpstr>Safety for  Redundant Systems</vt:lpstr>
      <vt:lpstr>Safety for Redundant Systems Realize Safety Applications with redundant Controller</vt:lpstr>
      <vt:lpstr>Safety for Redundant Systems Realize Safety Applications with redundant Controller</vt:lpstr>
      <vt:lpstr>Network configuration with S7-1500 HF Safety Devices</vt:lpstr>
      <vt:lpstr>Network configuration with S7-1500 R Safety Devices</vt:lpstr>
      <vt:lpstr>Network configuration with S7-1500 R Safety Devices</vt:lpstr>
      <vt:lpstr>Load project Load program</vt:lpstr>
      <vt:lpstr>Load project in S7-1500R/H Procedure with changes to the hardware configuration </vt:lpstr>
      <vt:lpstr>Load project in S7-1500R/H Rollback to previous project status </vt:lpstr>
      <vt:lpstr>Load program in S7-1500R/H Procedure without changes to the hardware configuration </vt:lpstr>
      <vt:lpstr>Hardware extensions in RUN with IO-Link</vt:lpstr>
      <vt:lpstr>Hardware extensions in RUN with IO-Link Applications</vt:lpstr>
      <vt:lpstr>Hardware extensions in RUN with IO-Link Functionality</vt:lpstr>
      <vt:lpstr>Hardware enhancements in RUN (CiR) with IO-Link Procedure – Add new measuring point</vt:lpstr>
      <vt:lpstr>Connection of a sensor / actuator Example: ET 200SP</vt:lpstr>
      <vt:lpstr>HMI Connection</vt:lpstr>
      <vt:lpstr>HMI Connection  via a non-redundant network using System IP address </vt:lpstr>
      <vt:lpstr>HMI Connection  via a non-redundant network using Device IP addresses</vt:lpstr>
      <vt:lpstr>HMI Connection  via redundant network using Device IP addresses</vt:lpstr>
      <vt:lpstr>HMI Connection  via redundant network using System IP addresses</vt:lpstr>
      <vt:lpstr>Programming Recommendations</vt:lpstr>
      <vt:lpstr>Programming recommendations SIMATIC S7-1500 R/H (I)</vt:lpstr>
      <vt:lpstr>Programming recommendations SIMATIC S7-1500 R/H (II)</vt:lpstr>
      <vt:lpstr>Programming recommendations SIMATIC S7-1500 R/H (III)</vt:lpstr>
      <vt:lpstr>Specific functions for R/H controllers</vt:lpstr>
      <vt:lpstr>RH_CTRL Instruction Switch CPU programmatically</vt:lpstr>
      <vt:lpstr>Switched S1 Adjustable switching time for the "Switched S1" function </vt:lpstr>
      <vt:lpstr>Switched S1 Adjustable switching time for the "Switched S1" function </vt:lpstr>
      <vt:lpstr>Reporting loss of redundancy OB72 reports loss of redundancy during synchronization</vt:lpstr>
      <vt:lpstr>Reporting of peripheral redundancy errors OB70 reports loss of peripheral redundancy</vt:lpstr>
      <vt:lpstr>Security at R/H </vt:lpstr>
      <vt:lpstr>Security Enhancements Protection of configuration data / Secure communication to HMI and TIA Portal</vt:lpstr>
      <vt:lpstr>Protection of configuration data Properties</vt:lpstr>
      <vt:lpstr>Special features when activating password protection of the configuration data Initial commissioning of an RH system</vt:lpstr>
      <vt:lpstr>Special features when activating password protection of the configuration data Replacing an R/H CPU</vt:lpstr>
      <vt:lpstr>Secure communication with HMI and TIA Portal </vt:lpstr>
      <vt:lpstr>What's New with Firmware V3.0  (TIA Portal V18)</vt:lpstr>
      <vt:lpstr>SIMATIC S7-1500 Redundant Systems What's New with Firmware Version 3.0</vt:lpstr>
      <vt:lpstr>SIMATIC S7-1500H  System redundancy R1 for S7-1500H and ET 200SP </vt:lpstr>
      <vt:lpstr>SIMATIC S7-1500H More flexibility in network structures</vt:lpstr>
      <vt:lpstr>SIMATIC S7-1500H  Wide range fiber optic modules up to 40km</vt:lpstr>
      <vt:lpstr>Innovated Hardware for R CPUs Technical comparison</vt:lpstr>
      <vt:lpstr>Innovated Hardware for R CPUs Compatibility</vt:lpstr>
      <vt:lpstr>Supplements</vt:lpstr>
      <vt:lpstr>Support of S7-1500 R/H in the SIMATIC Automation Tool (SAT) </vt:lpstr>
      <vt:lpstr>TIA Portal Add-In Calculation of the watchdog time over a AddIn</vt:lpstr>
      <vt:lpstr>Application Example Connection of redundant I/O in the user program</vt:lpstr>
      <vt:lpstr>Application Example Diagnosis of the operating status of a SIMATIC S7-1500 R/H system using FB</vt:lpstr>
      <vt:lpstr>Communication Functions Telecontrol and substation control technology with SIMATIC S7-1500R/H</vt:lpstr>
      <vt:lpstr>Communication Functions Redundant communication  </vt:lpstr>
      <vt:lpstr>Redundant power supply SITOP Redundancy Module RED1200 </vt:lpstr>
      <vt:lpstr>Feature Comparison / Limitations</vt:lpstr>
      <vt:lpstr>Functional comparison with S7-1500 and S7-400H </vt:lpstr>
      <vt:lpstr>Configuration Restrictions for S7-1500R/H </vt:lpstr>
      <vt:lpstr>Ordering Information</vt:lpstr>
      <vt:lpstr>Ordering Information</vt:lpstr>
      <vt:lpstr>Disclaimer</vt:lpstr>
      <vt:lpstr>Contact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SIMATIC S7-1500 redundante Systeme, S7-1500 R/H</dc:title>
  <dc:creator>macher@siemens.com</dc:creator>
  <cp:keywords>Template</cp:keywords>
  <dc:description>Version 3.1.1
November 2020</dc:description>
  <cp:lastModifiedBy>Macher, Andreas (DI FA CTR PLC PPM)</cp:lastModifiedBy>
  <cp:revision>44</cp:revision>
  <dcterms:created xsi:type="dcterms:W3CDTF">2021-05-07T11:30:34Z</dcterms:created>
  <dcterms:modified xsi:type="dcterms:W3CDTF">2022-12-08T14:53:21Z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0x01010080A06625C93B7C468983BF860202C81A</vt:lpwstr>
  </property>
  <property fmtid="{D5CDD505-2E9C-101B-9397-08002B2CF9AE}" pid="3" name="MSIP_Label_6f75f480-7803-4ee9-bb54-84d0635fdbe7_Enabled">
    <vt:lpwstr>true</vt:lpwstr>
  </property>
  <property fmtid="{D5CDD505-2E9C-101B-9397-08002B2CF9AE}" pid="4" name="MSIP_Label_6f75f480-7803-4ee9-bb54-84d0635fdbe7_SetDate">
    <vt:lpwstr>2022-12-08T14:53:20Z</vt:lpwstr>
  </property>
  <property fmtid="{D5CDD505-2E9C-101B-9397-08002B2CF9AE}" pid="5" name="MSIP_Label_6f75f480-7803-4ee9-bb54-84d0635fdbe7_Method">
    <vt:lpwstr>Privileged</vt:lpwstr>
  </property>
  <property fmtid="{D5CDD505-2E9C-101B-9397-08002B2CF9AE}" pid="6" name="MSIP_Label_6f75f480-7803-4ee9-bb54-84d0635fdbe7_Name">
    <vt:lpwstr>unrestricted</vt:lpwstr>
  </property>
  <property fmtid="{D5CDD505-2E9C-101B-9397-08002B2CF9AE}" pid="7" name="MSIP_Label_6f75f480-7803-4ee9-bb54-84d0635fdbe7_SiteId">
    <vt:lpwstr>38ae3bcd-9579-4fd4-adda-b42e1495d55a</vt:lpwstr>
  </property>
  <property fmtid="{D5CDD505-2E9C-101B-9397-08002B2CF9AE}" pid="8" name="MSIP_Label_6f75f480-7803-4ee9-bb54-84d0635fdbe7_ActionId">
    <vt:lpwstr>49026424-9296-49ab-9bbd-81ce4c8a102b</vt:lpwstr>
  </property>
  <property fmtid="{D5CDD505-2E9C-101B-9397-08002B2CF9AE}" pid="9" name="MSIP_Label_6f75f480-7803-4ee9-bb54-84d0635fdbe7_ContentBits">
    <vt:lpwstr>0</vt:lpwstr>
  </property>
  <property fmtid="{D5CDD505-2E9C-101B-9397-08002B2CF9AE}" pid="10" name="Document_Confidentiality">
    <vt:lpwstr>Unrestricted</vt:lpwstr>
  </property>
</Properties>
</file>